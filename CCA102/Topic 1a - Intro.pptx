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93" r:id="rId1"/>
  </p:sldMasterIdLst>
  <p:notesMasterIdLst>
    <p:notesMasterId r:id="rId39"/>
  </p:notesMasterIdLst>
  <p:handoutMasterIdLst>
    <p:handoutMasterId r:id="rId40"/>
  </p:handoutMasterIdLst>
  <p:sldIdLst>
    <p:sldId id="256" r:id="rId2"/>
    <p:sldId id="302" r:id="rId3"/>
    <p:sldId id="388" r:id="rId4"/>
    <p:sldId id="492" r:id="rId5"/>
    <p:sldId id="389" r:id="rId6"/>
    <p:sldId id="494" r:id="rId7"/>
    <p:sldId id="493" r:id="rId8"/>
    <p:sldId id="502" r:id="rId9"/>
    <p:sldId id="405" r:id="rId10"/>
    <p:sldId id="495" r:id="rId11"/>
    <p:sldId id="496" r:id="rId12"/>
    <p:sldId id="406" r:id="rId13"/>
    <p:sldId id="391" r:id="rId14"/>
    <p:sldId id="500" r:id="rId15"/>
    <p:sldId id="392" r:id="rId16"/>
    <p:sldId id="393" r:id="rId17"/>
    <p:sldId id="394" r:id="rId18"/>
    <p:sldId id="395" r:id="rId19"/>
    <p:sldId id="396" r:id="rId20"/>
    <p:sldId id="501" r:id="rId21"/>
    <p:sldId id="484" r:id="rId22"/>
    <p:sldId id="483" r:id="rId23"/>
    <p:sldId id="485" r:id="rId24"/>
    <p:sldId id="408" r:id="rId25"/>
    <p:sldId id="397" r:id="rId26"/>
    <p:sldId id="478" r:id="rId27"/>
    <p:sldId id="480" r:id="rId28"/>
    <p:sldId id="479" r:id="rId29"/>
    <p:sldId id="497" r:id="rId30"/>
    <p:sldId id="398" r:id="rId31"/>
    <p:sldId id="399" r:id="rId32"/>
    <p:sldId id="486" r:id="rId33"/>
    <p:sldId id="489" r:id="rId34"/>
    <p:sldId id="488" r:id="rId35"/>
    <p:sldId id="491" r:id="rId36"/>
    <p:sldId id="490" r:id="rId37"/>
    <p:sldId id="499"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99"/>
    <a:srgbClr val="000000"/>
    <a:srgbClr val="660033"/>
    <a:srgbClr val="006600"/>
    <a:srgbClr val="0099FF"/>
    <a:srgbClr val="808080"/>
    <a:srgbClr val="660066"/>
    <a:srgbClr val="FF66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83955" autoAdjust="0"/>
  </p:normalViewPr>
  <p:slideViewPr>
    <p:cSldViewPr>
      <p:cViewPr varScale="1">
        <p:scale>
          <a:sx n="72" d="100"/>
          <a:sy n="72" d="100"/>
        </p:scale>
        <p:origin x="1762" y="283"/>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Lst>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_rels/viewProps.xml.rels><?xml version="1.0" encoding="UTF-8" standalone="yes"?>
<Relationships xmlns="http://schemas.openxmlformats.org/package/2006/relationships"><Relationship Id="rId8" Type="http://schemas.openxmlformats.org/officeDocument/2006/relationships/slide" Target="slides/slide11.xml"/><Relationship Id="rId13" Type="http://schemas.openxmlformats.org/officeDocument/2006/relationships/slide" Target="slides/slide23.xml"/><Relationship Id="rId3" Type="http://schemas.openxmlformats.org/officeDocument/2006/relationships/slide" Target="slides/slide5.xml"/><Relationship Id="rId7" Type="http://schemas.openxmlformats.org/officeDocument/2006/relationships/slide" Target="slides/slide10.xml"/><Relationship Id="rId12" Type="http://schemas.openxmlformats.org/officeDocument/2006/relationships/slide" Target="slides/slide22.xml"/><Relationship Id="rId2" Type="http://schemas.openxmlformats.org/officeDocument/2006/relationships/slide" Target="slides/slide4.xml"/><Relationship Id="rId1" Type="http://schemas.openxmlformats.org/officeDocument/2006/relationships/slide" Target="slides/slide3.xml"/><Relationship Id="rId6" Type="http://schemas.openxmlformats.org/officeDocument/2006/relationships/slide" Target="slides/slide9.xml"/><Relationship Id="rId11" Type="http://schemas.openxmlformats.org/officeDocument/2006/relationships/slide" Target="slides/slide21.xml"/><Relationship Id="rId5" Type="http://schemas.openxmlformats.org/officeDocument/2006/relationships/slide" Target="slides/slide7.xml"/><Relationship Id="rId10" Type="http://schemas.openxmlformats.org/officeDocument/2006/relationships/slide" Target="slides/slide14.xml"/><Relationship Id="rId4" Type="http://schemas.openxmlformats.org/officeDocument/2006/relationships/slide" Target="slides/slide6.xml"/><Relationship Id="rId9"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sakirah Ab Rahman Muton" userId="f84698cea26ccaf4" providerId="LiveId" clId="{6E071153-FEB8-45E8-936A-B2A6B75D037B}"/>
    <pc:docChg chg="delSld">
      <pc:chgData name="Nursakirah Ab Rahman Muton" userId="f84698cea26ccaf4" providerId="LiveId" clId="{6E071153-FEB8-45E8-936A-B2A6B75D037B}" dt="2025-10-04T14:27:45.788" v="2" actId="47"/>
      <pc:docMkLst>
        <pc:docMk/>
      </pc:docMkLst>
      <pc:sldChg chg="del">
        <pc:chgData name="Nursakirah Ab Rahman Muton" userId="f84698cea26ccaf4" providerId="LiveId" clId="{6E071153-FEB8-45E8-936A-B2A6B75D037B}" dt="2025-10-04T14:27:45.788" v="2" actId="47"/>
        <pc:sldMkLst>
          <pc:docMk/>
          <pc:sldMk cId="0" sldId="481"/>
        </pc:sldMkLst>
      </pc:sldChg>
      <pc:sldChg chg="del">
        <pc:chgData name="Nursakirah Ab Rahman Muton" userId="f84698cea26ccaf4" providerId="LiveId" clId="{6E071153-FEB8-45E8-936A-B2A6B75D037B}" dt="2025-10-04T14:27:42.309" v="1" actId="47"/>
        <pc:sldMkLst>
          <pc:docMk/>
          <pc:sldMk cId="0" sldId="498"/>
        </pc:sldMkLst>
      </pc:sldChg>
      <pc:sldChg chg="del">
        <pc:chgData name="Nursakirah Ab Rahman Muton" userId="f84698cea26ccaf4" providerId="LiveId" clId="{6E071153-FEB8-45E8-936A-B2A6B75D037B}" dt="2025-10-04T07:05:44.002" v="0" actId="47"/>
        <pc:sldMkLst>
          <pc:docMk/>
          <pc:sldMk cId="4149803138" sldId="504"/>
        </pc:sldMkLst>
      </pc:sldChg>
    </pc:docChg>
  </pc:docChgLst>
  <pc:docChgLst>
    <pc:chgData name="Nursakirah Ab Rahman Muton" userId="f84698cea26ccaf4" providerId="LiveId" clId="{B3A7C629-B47A-44A4-9F8E-2ED9B3E2296B}"/>
    <pc:docChg chg="undo custSel delSld modSld modMainMaster modNotesMaster">
      <pc:chgData name="Nursakirah Ab Rahman Muton" userId="f84698cea26ccaf4" providerId="LiveId" clId="{B3A7C629-B47A-44A4-9F8E-2ED9B3E2296B}" dt="2024-10-17T12:28:43.305" v="221" actId="12"/>
      <pc:docMkLst>
        <pc:docMk/>
      </pc:docMkLst>
      <pc:sldChg chg="modSp modNotes">
        <pc:chgData name="Nursakirah Ab Rahman Muton" userId="f84698cea26ccaf4" providerId="LiveId" clId="{B3A7C629-B47A-44A4-9F8E-2ED9B3E2296B}" dt="2024-10-08T13:47:08.896" v="12"/>
        <pc:sldMkLst>
          <pc:docMk/>
          <pc:sldMk cId="0" sldId="256"/>
        </pc:sldMkLst>
      </pc:sldChg>
      <pc:sldChg chg="modSp">
        <pc:chgData name="Nursakirah Ab Rahman Muton" userId="f84698cea26ccaf4" providerId="LiveId" clId="{B3A7C629-B47A-44A4-9F8E-2ED9B3E2296B}" dt="2024-10-08T13:47:08.896" v="12"/>
        <pc:sldMkLst>
          <pc:docMk/>
          <pc:sldMk cId="0" sldId="302"/>
        </pc:sldMkLst>
      </pc:sldChg>
      <pc:sldChg chg="modSp mod modNotes modNotesTx">
        <pc:chgData name="Nursakirah Ab Rahman Muton" userId="f84698cea26ccaf4" providerId="LiveId" clId="{B3A7C629-B47A-44A4-9F8E-2ED9B3E2296B}" dt="2024-10-08T14:15:15.687" v="115" actId="20577"/>
        <pc:sldMkLst>
          <pc:docMk/>
          <pc:sldMk cId="0" sldId="388"/>
        </pc:sldMkLst>
      </pc:sldChg>
      <pc:sldChg chg="addSp modSp mod modNotes">
        <pc:chgData name="Nursakirah Ab Rahman Muton" userId="f84698cea26ccaf4" providerId="LiveId" clId="{B3A7C629-B47A-44A4-9F8E-2ED9B3E2296B}" dt="2024-10-09T12:11:52.696" v="137" actId="20577"/>
        <pc:sldMkLst>
          <pc:docMk/>
          <pc:sldMk cId="0" sldId="389"/>
        </pc:sldMkLst>
      </pc:sldChg>
      <pc:sldChg chg="modSp modNotes modNotesTx">
        <pc:chgData name="Nursakirah Ab Rahman Muton" userId="f84698cea26ccaf4" providerId="LiveId" clId="{B3A7C629-B47A-44A4-9F8E-2ED9B3E2296B}" dt="2024-10-17T12:23:08.263" v="208" actId="20577"/>
        <pc:sldMkLst>
          <pc:docMk/>
          <pc:sldMk cId="0" sldId="391"/>
        </pc:sldMkLst>
      </pc:sldChg>
      <pc:sldChg chg="addSp delSp modSp delDesignElem modNotes">
        <pc:chgData name="Nursakirah Ab Rahman Muton" userId="f84698cea26ccaf4" providerId="LiveId" clId="{B3A7C629-B47A-44A4-9F8E-2ED9B3E2296B}" dt="2024-10-08T13:47:08.896" v="12"/>
        <pc:sldMkLst>
          <pc:docMk/>
          <pc:sldMk cId="0" sldId="392"/>
        </pc:sldMkLst>
      </pc:sldChg>
      <pc:sldChg chg="modSp mod modNotes">
        <pc:chgData name="Nursakirah Ab Rahman Muton" userId="f84698cea26ccaf4" providerId="LiveId" clId="{B3A7C629-B47A-44A4-9F8E-2ED9B3E2296B}" dt="2024-10-08T13:47:08.896" v="12"/>
        <pc:sldMkLst>
          <pc:docMk/>
          <pc:sldMk cId="0" sldId="393"/>
        </pc:sldMkLst>
      </pc:sldChg>
      <pc:sldChg chg="modSp modNotes">
        <pc:chgData name="Nursakirah Ab Rahman Muton" userId="f84698cea26ccaf4" providerId="LiveId" clId="{B3A7C629-B47A-44A4-9F8E-2ED9B3E2296B}" dt="2024-10-08T13:47:08.896" v="12"/>
        <pc:sldMkLst>
          <pc:docMk/>
          <pc:sldMk cId="0" sldId="394"/>
        </pc:sldMkLst>
      </pc:sldChg>
      <pc:sldChg chg="modSp mod modNotes">
        <pc:chgData name="Nursakirah Ab Rahman Muton" userId="f84698cea26ccaf4" providerId="LiveId" clId="{B3A7C629-B47A-44A4-9F8E-2ED9B3E2296B}" dt="2024-10-08T13:47:08.896" v="12"/>
        <pc:sldMkLst>
          <pc:docMk/>
          <pc:sldMk cId="0" sldId="395"/>
        </pc:sldMkLst>
      </pc:sldChg>
      <pc:sldChg chg="modSp modNotes">
        <pc:chgData name="Nursakirah Ab Rahman Muton" userId="f84698cea26ccaf4" providerId="LiveId" clId="{B3A7C629-B47A-44A4-9F8E-2ED9B3E2296B}" dt="2024-10-08T13:47:08.896" v="12"/>
        <pc:sldMkLst>
          <pc:docMk/>
          <pc:sldMk cId="0" sldId="396"/>
        </pc:sldMkLst>
      </pc:sldChg>
      <pc:sldChg chg="modSp modNotes">
        <pc:chgData name="Nursakirah Ab Rahman Muton" userId="f84698cea26ccaf4" providerId="LiveId" clId="{B3A7C629-B47A-44A4-9F8E-2ED9B3E2296B}" dt="2024-10-08T13:47:08.896" v="12"/>
        <pc:sldMkLst>
          <pc:docMk/>
          <pc:sldMk cId="0" sldId="397"/>
        </pc:sldMkLst>
      </pc:sldChg>
      <pc:sldChg chg="modSp modNotes">
        <pc:chgData name="Nursakirah Ab Rahman Muton" userId="f84698cea26ccaf4" providerId="LiveId" clId="{B3A7C629-B47A-44A4-9F8E-2ED9B3E2296B}" dt="2024-10-08T13:47:08.896" v="12"/>
        <pc:sldMkLst>
          <pc:docMk/>
          <pc:sldMk cId="0" sldId="398"/>
        </pc:sldMkLst>
      </pc:sldChg>
      <pc:sldChg chg="modSp modNotes">
        <pc:chgData name="Nursakirah Ab Rahman Muton" userId="f84698cea26ccaf4" providerId="LiveId" clId="{B3A7C629-B47A-44A4-9F8E-2ED9B3E2296B}" dt="2024-10-08T13:47:08.896" v="12"/>
        <pc:sldMkLst>
          <pc:docMk/>
          <pc:sldMk cId="0" sldId="399"/>
        </pc:sldMkLst>
      </pc:sldChg>
      <pc:sldChg chg="modSp modNotes modNotesTx">
        <pc:chgData name="Nursakirah Ab Rahman Muton" userId="f84698cea26ccaf4" providerId="LiveId" clId="{B3A7C629-B47A-44A4-9F8E-2ED9B3E2296B}" dt="2024-10-17T12:15:31.824" v="201" actId="20577"/>
        <pc:sldMkLst>
          <pc:docMk/>
          <pc:sldMk cId="0" sldId="405"/>
        </pc:sldMkLst>
      </pc:sldChg>
      <pc:sldChg chg="modSp">
        <pc:chgData name="Nursakirah Ab Rahman Muton" userId="f84698cea26ccaf4" providerId="LiveId" clId="{B3A7C629-B47A-44A4-9F8E-2ED9B3E2296B}" dt="2024-10-08T13:47:08.896" v="12"/>
        <pc:sldMkLst>
          <pc:docMk/>
          <pc:sldMk cId="0" sldId="406"/>
        </pc:sldMkLst>
      </pc:sldChg>
      <pc:sldChg chg="modSp mod modNotes">
        <pc:chgData name="Nursakirah Ab Rahman Muton" userId="f84698cea26ccaf4" providerId="LiveId" clId="{B3A7C629-B47A-44A4-9F8E-2ED9B3E2296B}" dt="2024-10-08T13:47:08.896" v="12"/>
        <pc:sldMkLst>
          <pc:docMk/>
          <pc:sldMk cId="0" sldId="408"/>
        </pc:sldMkLst>
      </pc:sldChg>
      <pc:sldChg chg="modSp">
        <pc:chgData name="Nursakirah Ab Rahman Muton" userId="f84698cea26ccaf4" providerId="LiveId" clId="{B3A7C629-B47A-44A4-9F8E-2ED9B3E2296B}" dt="2024-10-08T13:47:08.896" v="12"/>
        <pc:sldMkLst>
          <pc:docMk/>
          <pc:sldMk cId="0" sldId="478"/>
        </pc:sldMkLst>
      </pc:sldChg>
      <pc:sldChg chg="modSp">
        <pc:chgData name="Nursakirah Ab Rahman Muton" userId="f84698cea26ccaf4" providerId="LiveId" clId="{B3A7C629-B47A-44A4-9F8E-2ED9B3E2296B}" dt="2024-10-08T13:47:08.896" v="12"/>
        <pc:sldMkLst>
          <pc:docMk/>
          <pc:sldMk cId="0" sldId="479"/>
        </pc:sldMkLst>
      </pc:sldChg>
      <pc:sldChg chg="addSp delSp modSp delDesignElem">
        <pc:chgData name="Nursakirah Ab Rahman Muton" userId="f84698cea26ccaf4" providerId="LiveId" clId="{B3A7C629-B47A-44A4-9F8E-2ED9B3E2296B}" dt="2024-10-08T13:47:08.896" v="12"/>
        <pc:sldMkLst>
          <pc:docMk/>
          <pc:sldMk cId="0" sldId="480"/>
        </pc:sldMkLst>
      </pc:sldChg>
      <pc:sldChg chg="modSp modNotes">
        <pc:chgData name="Nursakirah Ab Rahman Muton" userId="f84698cea26ccaf4" providerId="LiveId" clId="{B3A7C629-B47A-44A4-9F8E-2ED9B3E2296B}" dt="2024-10-08T13:47:08.896" v="12"/>
        <pc:sldMkLst>
          <pc:docMk/>
          <pc:sldMk cId="0" sldId="481"/>
        </pc:sldMkLst>
      </pc:sldChg>
      <pc:sldChg chg="modSp del modNotes">
        <pc:chgData name="Nursakirah Ab Rahman Muton" userId="f84698cea26ccaf4" providerId="LiveId" clId="{B3A7C629-B47A-44A4-9F8E-2ED9B3E2296B}" dt="2024-10-08T14:53:26.132" v="116" actId="2696"/>
        <pc:sldMkLst>
          <pc:docMk/>
          <pc:sldMk cId="0" sldId="482"/>
        </pc:sldMkLst>
      </pc:sldChg>
      <pc:sldChg chg="modSp modNotes">
        <pc:chgData name="Nursakirah Ab Rahman Muton" userId="f84698cea26ccaf4" providerId="LiveId" clId="{B3A7C629-B47A-44A4-9F8E-2ED9B3E2296B}" dt="2024-10-08T13:47:08.896" v="12"/>
        <pc:sldMkLst>
          <pc:docMk/>
          <pc:sldMk cId="0" sldId="483"/>
        </pc:sldMkLst>
      </pc:sldChg>
      <pc:sldChg chg="modSp modNotes">
        <pc:chgData name="Nursakirah Ab Rahman Muton" userId="f84698cea26ccaf4" providerId="LiveId" clId="{B3A7C629-B47A-44A4-9F8E-2ED9B3E2296B}" dt="2024-10-08T13:47:08.896" v="12"/>
        <pc:sldMkLst>
          <pc:docMk/>
          <pc:sldMk cId="0" sldId="484"/>
        </pc:sldMkLst>
      </pc:sldChg>
      <pc:sldChg chg="modSp modNotes">
        <pc:chgData name="Nursakirah Ab Rahman Muton" userId="f84698cea26ccaf4" providerId="LiveId" clId="{B3A7C629-B47A-44A4-9F8E-2ED9B3E2296B}" dt="2024-10-08T13:47:08.896" v="12"/>
        <pc:sldMkLst>
          <pc:docMk/>
          <pc:sldMk cId="0" sldId="485"/>
        </pc:sldMkLst>
      </pc:sldChg>
      <pc:sldChg chg="modSp mod">
        <pc:chgData name="Nursakirah Ab Rahman Muton" userId="f84698cea26ccaf4" providerId="LiveId" clId="{B3A7C629-B47A-44A4-9F8E-2ED9B3E2296B}" dt="2024-10-08T13:47:08.896" v="12"/>
        <pc:sldMkLst>
          <pc:docMk/>
          <pc:sldMk cId="0" sldId="486"/>
        </pc:sldMkLst>
      </pc:sldChg>
      <pc:sldChg chg="modSp">
        <pc:chgData name="Nursakirah Ab Rahman Muton" userId="f84698cea26ccaf4" providerId="LiveId" clId="{B3A7C629-B47A-44A4-9F8E-2ED9B3E2296B}" dt="2024-10-08T13:47:08.896" v="12"/>
        <pc:sldMkLst>
          <pc:docMk/>
          <pc:sldMk cId="0" sldId="488"/>
        </pc:sldMkLst>
      </pc:sldChg>
      <pc:sldChg chg="addSp delSp modSp delDesignElem">
        <pc:chgData name="Nursakirah Ab Rahman Muton" userId="f84698cea26ccaf4" providerId="LiveId" clId="{B3A7C629-B47A-44A4-9F8E-2ED9B3E2296B}" dt="2024-10-08T13:47:08.896" v="12"/>
        <pc:sldMkLst>
          <pc:docMk/>
          <pc:sldMk cId="0" sldId="489"/>
        </pc:sldMkLst>
      </pc:sldChg>
      <pc:sldChg chg="modSp">
        <pc:chgData name="Nursakirah Ab Rahman Muton" userId="f84698cea26ccaf4" providerId="LiveId" clId="{B3A7C629-B47A-44A4-9F8E-2ED9B3E2296B}" dt="2024-10-08T13:47:08.896" v="12"/>
        <pc:sldMkLst>
          <pc:docMk/>
          <pc:sldMk cId="0" sldId="490"/>
        </pc:sldMkLst>
      </pc:sldChg>
      <pc:sldChg chg="modSp">
        <pc:chgData name="Nursakirah Ab Rahman Muton" userId="f84698cea26ccaf4" providerId="LiveId" clId="{B3A7C629-B47A-44A4-9F8E-2ED9B3E2296B}" dt="2024-10-08T13:47:08.896" v="12"/>
        <pc:sldMkLst>
          <pc:docMk/>
          <pc:sldMk cId="0" sldId="491"/>
        </pc:sldMkLst>
      </pc:sldChg>
      <pc:sldChg chg="modSp mod modNotes">
        <pc:chgData name="Nursakirah Ab Rahman Muton" userId="f84698cea26ccaf4" providerId="LiveId" clId="{B3A7C629-B47A-44A4-9F8E-2ED9B3E2296B}" dt="2024-10-08T13:47:08.896" v="12"/>
        <pc:sldMkLst>
          <pc:docMk/>
          <pc:sldMk cId="0" sldId="492"/>
        </pc:sldMkLst>
      </pc:sldChg>
      <pc:sldChg chg="addSp delSp modSp mod modAnim modNotes modNotesTx">
        <pc:chgData name="Nursakirah Ab Rahman Muton" userId="f84698cea26ccaf4" providerId="LiveId" clId="{B3A7C629-B47A-44A4-9F8E-2ED9B3E2296B}" dt="2024-10-17T11:45:02.056" v="174"/>
        <pc:sldMkLst>
          <pc:docMk/>
          <pc:sldMk cId="0" sldId="493"/>
        </pc:sldMkLst>
      </pc:sldChg>
      <pc:sldChg chg="modSp modNotes modNotesTx">
        <pc:chgData name="Nursakirah Ab Rahman Muton" userId="f84698cea26ccaf4" providerId="LiveId" clId="{B3A7C629-B47A-44A4-9F8E-2ED9B3E2296B}" dt="2024-10-08T14:05:08.602" v="47"/>
        <pc:sldMkLst>
          <pc:docMk/>
          <pc:sldMk cId="0" sldId="494"/>
        </pc:sldMkLst>
      </pc:sldChg>
      <pc:sldChg chg="modSp modNotes">
        <pc:chgData name="Nursakirah Ab Rahman Muton" userId="f84698cea26ccaf4" providerId="LiveId" clId="{B3A7C629-B47A-44A4-9F8E-2ED9B3E2296B}" dt="2024-10-08T13:47:08.896" v="12"/>
        <pc:sldMkLst>
          <pc:docMk/>
          <pc:sldMk cId="0" sldId="495"/>
        </pc:sldMkLst>
      </pc:sldChg>
      <pc:sldChg chg="modSp modNotes">
        <pc:chgData name="Nursakirah Ab Rahman Muton" userId="f84698cea26ccaf4" providerId="LiveId" clId="{B3A7C629-B47A-44A4-9F8E-2ED9B3E2296B}" dt="2024-10-08T13:47:08.896" v="12"/>
        <pc:sldMkLst>
          <pc:docMk/>
          <pc:sldMk cId="0" sldId="496"/>
        </pc:sldMkLst>
      </pc:sldChg>
      <pc:sldChg chg="modSp modNotes">
        <pc:chgData name="Nursakirah Ab Rahman Muton" userId="f84698cea26ccaf4" providerId="LiveId" clId="{B3A7C629-B47A-44A4-9F8E-2ED9B3E2296B}" dt="2024-10-08T13:47:08.896" v="12"/>
        <pc:sldMkLst>
          <pc:docMk/>
          <pc:sldMk cId="0" sldId="497"/>
        </pc:sldMkLst>
      </pc:sldChg>
      <pc:sldChg chg="modSp modNotes">
        <pc:chgData name="Nursakirah Ab Rahman Muton" userId="f84698cea26ccaf4" providerId="LiveId" clId="{B3A7C629-B47A-44A4-9F8E-2ED9B3E2296B}" dt="2024-10-08T13:47:08.896" v="12"/>
        <pc:sldMkLst>
          <pc:docMk/>
          <pc:sldMk cId="0" sldId="498"/>
        </pc:sldMkLst>
      </pc:sldChg>
      <pc:sldChg chg="modSp">
        <pc:chgData name="Nursakirah Ab Rahman Muton" userId="f84698cea26ccaf4" providerId="LiveId" clId="{B3A7C629-B47A-44A4-9F8E-2ED9B3E2296B}" dt="2024-10-08T13:47:08.896" v="12"/>
        <pc:sldMkLst>
          <pc:docMk/>
          <pc:sldMk cId="0" sldId="499"/>
        </pc:sldMkLst>
      </pc:sldChg>
      <pc:sldChg chg="modSp modNotes modNotesTx">
        <pc:chgData name="Nursakirah Ab Rahman Muton" userId="f84698cea26ccaf4" providerId="LiveId" clId="{B3A7C629-B47A-44A4-9F8E-2ED9B3E2296B}" dt="2024-10-17T12:28:43.305" v="221" actId="12"/>
        <pc:sldMkLst>
          <pc:docMk/>
          <pc:sldMk cId="320271581" sldId="500"/>
        </pc:sldMkLst>
      </pc:sldChg>
      <pc:sldChg chg="addSp delSp modSp delDesignElem modNotes">
        <pc:chgData name="Nursakirah Ab Rahman Muton" userId="f84698cea26ccaf4" providerId="LiveId" clId="{B3A7C629-B47A-44A4-9F8E-2ED9B3E2296B}" dt="2024-10-08T13:47:08.896" v="12"/>
        <pc:sldMkLst>
          <pc:docMk/>
          <pc:sldMk cId="2090188639" sldId="501"/>
        </pc:sldMkLst>
      </pc:sldChg>
      <pc:sldChg chg="modSp">
        <pc:chgData name="Nursakirah Ab Rahman Muton" userId="f84698cea26ccaf4" providerId="LiveId" clId="{B3A7C629-B47A-44A4-9F8E-2ED9B3E2296B}" dt="2024-10-08T13:47:08.896" v="12"/>
        <pc:sldMkLst>
          <pc:docMk/>
          <pc:sldMk cId="388212509" sldId="502"/>
        </pc:sldMkLst>
      </pc:sldChg>
      <pc:sldChg chg="delSp mod">
        <pc:chgData name="Nursakirah Ab Rahman Muton" userId="f84698cea26ccaf4" providerId="LiveId" clId="{B3A7C629-B47A-44A4-9F8E-2ED9B3E2296B}" dt="2024-10-08T13:40:30.787" v="0" actId="478"/>
        <pc:sldMkLst>
          <pc:docMk/>
          <pc:sldMk cId="4149803138" sldId="504"/>
        </pc:sldMkLst>
      </pc:sldChg>
      <pc:sldMasterChg chg="modSp modSldLayout">
        <pc:chgData name="Nursakirah Ab Rahman Muton" userId="f84698cea26ccaf4" providerId="LiveId" clId="{B3A7C629-B47A-44A4-9F8E-2ED9B3E2296B}" dt="2024-10-08T13:47:08.896" v="12"/>
        <pc:sldMasterMkLst>
          <pc:docMk/>
          <pc:sldMasterMk cId="3352262166" sldId="2147483893"/>
        </pc:sldMasterMkLst>
        <pc:sldLayoutChg chg="modSp">
          <pc:chgData name="Nursakirah Ab Rahman Muton" userId="f84698cea26ccaf4" providerId="LiveId" clId="{B3A7C629-B47A-44A4-9F8E-2ED9B3E2296B}" dt="2024-10-08T13:47:08.896" v="12"/>
          <pc:sldLayoutMkLst>
            <pc:docMk/>
            <pc:sldMasterMk cId="3352262166" sldId="2147483893"/>
            <pc:sldLayoutMk cId="2594506555" sldId="2147483894"/>
          </pc:sldLayoutMkLst>
        </pc:sldLayoutChg>
        <pc:sldLayoutChg chg="modSp">
          <pc:chgData name="Nursakirah Ab Rahman Muton" userId="f84698cea26ccaf4" providerId="LiveId" clId="{B3A7C629-B47A-44A4-9F8E-2ED9B3E2296B}" dt="2024-10-08T13:47:08.896" v="12"/>
          <pc:sldLayoutMkLst>
            <pc:docMk/>
            <pc:sldMasterMk cId="3352262166" sldId="2147483893"/>
            <pc:sldLayoutMk cId="1744177204" sldId="2147483896"/>
          </pc:sldLayoutMkLst>
        </pc:sldLayoutChg>
        <pc:sldLayoutChg chg="modSp">
          <pc:chgData name="Nursakirah Ab Rahman Muton" userId="f84698cea26ccaf4" providerId="LiveId" clId="{B3A7C629-B47A-44A4-9F8E-2ED9B3E2296B}" dt="2024-10-08T13:47:08.896" v="12"/>
          <pc:sldLayoutMkLst>
            <pc:docMk/>
            <pc:sldMasterMk cId="3352262166" sldId="2147483893"/>
            <pc:sldLayoutMk cId="2846189910" sldId="2147483897"/>
          </pc:sldLayoutMkLst>
        </pc:sldLayoutChg>
        <pc:sldLayoutChg chg="modSp">
          <pc:chgData name="Nursakirah Ab Rahman Muton" userId="f84698cea26ccaf4" providerId="LiveId" clId="{B3A7C629-B47A-44A4-9F8E-2ED9B3E2296B}" dt="2024-10-08T13:47:08.896" v="12"/>
          <pc:sldLayoutMkLst>
            <pc:docMk/>
            <pc:sldMasterMk cId="3352262166" sldId="2147483893"/>
            <pc:sldLayoutMk cId="2461121396" sldId="2147483898"/>
          </pc:sldLayoutMkLst>
        </pc:sldLayoutChg>
        <pc:sldLayoutChg chg="modSp">
          <pc:chgData name="Nursakirah Ab Rahman Muton" userId="f84698cea26ccaf4" providerId="LiveId" clId="{B3A7C629-B47A-44A4-9F8E-2ED9B3E2296B}" dt="2024-10-08T13:47:08.896" v="12"/>
          <pc:sldLayoutMkLst>
            <pc:docMk/>
            <pc:sldMasterMk cId="3352262166" sldId="2147483893"/>
            <pc:sldLayoutMk cId="3087691836" sldId="2147483901"/>
          </pc:sldLayoutMkLst>
        </pc:sldLayoutChg>
        <pc:sldLayoutChg chg="modSp">
          <pc:chgData name="Nursakirah Ab Rahman Muton" userId="f84698cea26ccaf4" providerId="LiveId" clId="{B3A7C629-B47A-44A4-9F8E-2ED9B3E2296B}" dt="2024-10-08T13:47:08.896" v="12"/>
          <pc:sldLayoutMkLst>
            <pc:docMk/>
            <pc:sldMasterMk cId="3352262166" sldId="2147483893"/>
            <pc:sldLayoutMk cId="2130507878" sldId="2147483902"/>
          </pc:sldLayoutMkLst>
        </pc:sldLayoutChg>
        <pc:sldLayoutChg chg="modSp">
          <pc:chgData name="Nursakirah Ab Rahman Muton" userId="f84698cea26ccaf4" providerId="LiveId" clId="{B3A7C629-B47A-44A4-9F8E-2ED9B3E2296B}" dt="2024-10-08T13:47:08.896" v="12"/>
          <pc:sldLayoutMkLst>
            <pc:docMk/>
            <pc:sldMasterMk cId="3352262166" sldId="2147483893"/>
            <pc:sldLayoutMk cId="3987515221" sldId="2147483904"/>
          </pc:sldLayoutMkLst>
        </pc:sldLayoutChg>
      </pc:sldMasterChg>
    </pc:docChg>
  </pc:docChgLst>
  <pc:docChgLst>
    <pc:chgData name="Nursakirah Ab Rahman Muton" userId="423efa6d-ee54-4a96-bb69-a7d6dc1d7e38" providerId="ADAL" clId="{4B124E59-87CB-4901-AE68-FCC497F01095}"/>
    <pc:docChg chg="undo custSel addSld delSld modSld sldOrd modMainMaster">
      <pc:chgData name="Nursakirah Ab Rahman Muton" userId="423efa6d-ee54-4a96-bb69-a7d6dc1d7e38" providerId="ADAL" clId="{4B124E59-87CB-4901-AE68-FCC497F01095}" dt="2023-10-19T06:05:55.148" v="2101" actId="1076"/>
      <pc:docMkLst>
        <pc:docMk/>
      </pc:docMkLst>
      <pc:sldChg chg="modSp mod">
        <pc:chgData name="Nursakirah Ab Rahman Muton" userId="423efa6d-ee54-4a96-bb69-a7d6dc1d7e38" providerId="ADAL" clId="{4B124E59-87CB-4901-AE68-FCC497F01095}" dt="2023-10-02T08:44:46.430" v="2011" actId="403"/>
        <pc:sldMkLst>
          <pc:docMk/>
          <pc:sldMk cId="0" sldId="256"/>
        </pc:sldMkLst>
      </pc:sldChg>
      <pc:sldChg chg="modSp add del mod">
        <pc:chgData name="Nursakirah Ab Rahman Muton" userId="423efa6d-ee54-4a96-bb69-a7d6dc1d7e38" providerId="ADAL" clId="{4B124E59-87CB-4901-AE68-FCC497F01095}" dt="2023-10-16T06:13:14.095" v="2012" actId="47"/>
        <pc:sldMkLst>
          <pc:docMk/>
          <pc:sldMk cId="121472943" sldId="280"/>
        </pc:sldMkLst>
      </pc:sldChg>
      <pc:sldChg chg="add del">
        <pc:chgData name="Nursakirah Ab Rahman Muton" userId="423efa6d-ee54-4a96-bb69-a7d6dc1d7e38" providerId="ADAL" clId="{4B124E59-87CB-4901-AE68-FCC497F01095}" dt="2023-10-16T06:13:15.301" v="2013" actId="47"/>
        <pc:sldMkLst>
          <pc:docMk/>
          <pc:sldMk cId="725097930" sldId="281"/>
        </pc:sldMkLst>
      </pc:sldChg>
      <pc:sldChg chg="add del">
        <pc:chgData name="Nursakirah Ab Rahman Muton" userId="423efa6d-ee54-4a96-bb69-a7d6dc1d7e38" providerId="ADAL" clId="{4B124E59-87CB-4901-AE68-FCC497F01095}" dt="2023-10-16T06:13:16.782" v="2014" actId="47"/>
        <pc:sldMkLst>
          <pc:docMk/>
          <pc:sldMk cId="864578170" sldId="282"/>
        </pc:sldMkLst>
      </pc:sldChg>
      <pc:sldChg chg="addSp delSp modSp mod setBg">
        <pc:chgData name="Nursakirah Ab Rahman Muton" userId="423efa6d-ee54-4a96-bb69-a7d6dc1d7e38" providerId="ADAL" clId="{4B124E59-87CB-4901-AE68-FCC497F01095}" dt="2023-10-16T06:34:06.949" v="2050" actId="1076"/>
        <pc:sldMkLst>
          <pc:docMk/>
          <pc:sldMk cId="0" sldId="302"/>
        </pc:sldMkLst>
      </pc:sldChg>
      <pc:sldChg chg="modSp mod modNotesTx">
        <pc:chgData name="Nursakirah Ab Rahman Muton" userId="423efa6d-ee54-4a96-bb69-a7d6dc1d7e38" providerId="ADAL" clId="{4B124E59-87CB-4901-AE68-FCC497F01095}" dt="2023-09-27T05:19:26.941" v="790" actId="20577"/>
        <pc:sldMkLst>
          <pc:docMk/>
          <pc:sldMk cId="0" sldId="388"/>
        </pc:sldMkLst>
      </pc:sldChg>
      <pc:sldChg chg="modSp mod">
        <pc:chgData name="Nursakirah Ab Rahman Muton" userId="423efa6d-ee54-4a96-bb69-a7d6dc1d7e38" providerId="ADAL" clId="{4B124E59-87CB-4901-AE68-FCC497F01095}" dt="2023-09-27T05:09:49.623" v="593" actId="20577"/>
        <pc:sldMkLst>
          <pc:docMk/>
          <pc:sldMk cId="0" sldId="389"/>
        </pc:sldMkLst>
      </pc:sldChg>
      <pc:sldChg chg="addSp delSp modSp mod">
        <pc:chgData name="Nursakirah Ab Rahman Muton" userId="423efa6d-ee54-4a96-bb69-a7d6dc1d7e38" providerId="ADAL" clId="{4B124E59-87CB-4901-AE68-FCC497F01095}" dt="2023-10-02T05:51:16.985" v="1194" actId="1076"/>
        <pc:sldMkLst>
          <pc:docMk/>
          <pc:sldMk cId="0" sldId="391"/>
        </pc:sldMkLst>
      </pc:sldChg>
      <pc:sldChg chg="addSp delSp modSp mod setBg">
        <pc:chgData name="Nursakirah Ab Rahman Muton" userId="423efa6d-ee54-4a96-bb69-a7d6dc1d7e38" providerId="ADAL" clId="{4B124E59-87CB-4901-AE68-FCC497F01095}" dt="2023-10-02T06:36:36.289" v="1601" actId="1076"/>
        <pc:sldMkLst>
          <pc:docMk/>
          <pc:sldMk cId="0" sldId="392"/>
        </pc:sldMkLst>
      </pc:sldChg>
      <pc:sldChg chg="modSp mod modNotesTx">
        <pc:chgData name="Nursakirah Ab Rahman Muton" userId="423efa6d-ee54-4a96-bb69-a7d6dc1d7e38" providerId="ADAL" clId="{4B124E59-87CB-4901-AE68-FCC497F01095}" dt="2023-10-02T06:48:07.941" v="1636"/>
        <pc:sldMkLst>
          <pc:docMk/>
          <pc:sldMk cId="0" sldId="393"/>
        </pc:sldMkLst>
      </pc:sldChg>
      <pc:sldChg chg="modSp mod modNotesTx">
        <pc:chgData name="Nursakirah Ab Rahman Muton" userId="423efa6d-ee54-4a96-bb69-a7d6dc1d7e38" providerId="ADAL" clId="{4B124E59-87CB-4901-AE68-FCC497F01095}" dt="2023-10-02T06:48:29.035" v="1639" actId="20577"/>
        <pc:sldMkLst>
          <pc:docMk/>
          <pc:sldMk cId="0" sldId="394"/>
        </pc:sldMkLst>
      </pc:sldChg>
      <pc:sldChg chg="modSp mod modNotesTx">
        <pc:chgData name="Nursakirah Ab Rahman Muton" userId="423efa6d-ee54-4a96-bb69-a7d6dc1d7e38" providerId="ADAL" clId="{4B124E59-87CB-4901-AE68-FCC497F01095}" dt="2023-10-02T06:49:14.981" v="1645" actId="6549"/>
        <pc:sldMkLst>
          <pc:docMk/>
          <pc:sldMk cId="0" sldId="395"/>
        </pc:sldMkLst>
      </pc:sldChg>
      <pc:sldChg chg="modSp mod modNotesTx">
        <pc:chgData name="Nursakirah Ab Rahman Muton" userId="423efa6d-ee54-4a96-bb69-a7d6dc1d7e38" providerId="ADAL" clId="{4B124E59-87CB-4901-AE68-FCC497F01095}" dt="2023-10-02T06:50:28.396" v="1647" actId="20577"/>
        <pc:sldMkLst>
          <pc:docMk/>
          <pc:sldMk cId="0" sldId="396"/>
        </pc:sldMkLst>
      </pc:sldChg>
      <pc:sldChg chg="addSp modSp modAnim modNotesTx">
        <pc:chgData name="Nursakirah Ab Rahman Muton" userId="423efa6d-ee54-4a96-bb69-a7d6dc1d7e38" providerId="ADAL" clId="{4B124E59-87CB-4901-AE68-FCC497F01095}" dt="2023-10-02T06:55:24.296" v="1767" actId="12"/>
        <pc:sldMkLst>
          <pc:docMk/>
          <pc:sldMk cId="0" sldId="397"/>
        </pc:sldMkLst>
      </pc:sldChg>
      <pc:sldChg chg="modTransition">
        <pc:chgData name="Nursakirah Ab Rahman Muton" userId="423efa6d-ee54-4a96-bb69-a7d6dc1d7e38" providerId="ADAL" clId="{4B124E59-87CB-4901-AE68-FCC497F01095}" dt="2023-10-02T06:56:28.733" v="1774"/>
        <pc:sldMkLst>
          <pc:docMk/>
          <pc:sldMk cId="0" sldId="398"/>
        </pc:sldMkLst>
      </pc:sldChg>
      <pc:sldChg chg="modTransition">
        <pc:chgData name="Nursakirah Ab Rahman Muton" userId="423efa6d-ee54-4a96-bb69-a7d6dc1d7e38" providerId="ADAL" clId="{4B124E59-87CB-4901-AE68-FCC497F01095}" dt="2023-10-02T06:56:37.427" v="1775"/>
        <pc:sldMkLst>
          <pc:docMk/>
          <pc:sldMk cId="0" sldId="399"/>
        </pc:sldMkLst>
      </pc:sldChg>
      <pc:sldChg chg="modSp mod modNotesTx">
        <pc:chgData name="Nursakirah Ab Rahman Muton" userId="423efa6d-ee54-4a96-bb69-a7d6dc1d7e38" providerId="ADAL" clId="{4B124E59-87CB-4901-AE68-FCC497F01095}" dt="2023-10-19T06:04:07.295" v="2098" actId="403"/>
        <pc:sldMkLst>
          <pc:docMk/>
          <pc:sldMk cId="0" sldId="405"/>
        </pc:sldMkLst>
      </pc:sldChg>
      <pc:sldChg chg="modSp mod modNotesTx">
        <pc:chgData name="Nursakirah Ab Rahman Muton" userId="423efa6d-ee54-4a96-bb69-a7d6dc1d7e38" providerId="ADAL" clId="{4B124E59-87CB-4901-AE68-FCC497F01095}" dt="2023-10-16T06:37:04.886" v="2064" actId="14100"/>
        <pc:sldMkLst>
          <pc:docMk/>
          <pc:sldMk cId="0" sldId="408"/>
        </pc:sldMkLst>
      </pc:sldChg>
      <pc:sldChg chg="addSp modSp mod setBg">
        <pc:chgData name="Nursakirah Ab Rahman Muton" userId="423efa6d-ee54-4a96-bb69-a7d6dc1d7e38" providerId="ADAL" clId="{4B124E59-87CB-4901-AE68-FCC497F01095}" dt="2023-10-02T06:56:07.226" v="1773" actId="1076"/>
        <pc:sldMkLst>
          <pc:docMk/>
          <pc:sldMk cId="0" sldId="480"/>
        </pc:sldMkLst>
      </pc:sldChg>
      <pc:sldChg chg="addSp delSp modSp mod">
        <pc:chgData name="Nursakirah Ab Rahman Muton" userId="423efa6d-ee54-4a96-bb69-a7d6dc1d7e38" providerId="ADAL" clId="{4B124E59-87CB-4901-AE68-FCC497F01095}" dt="2023-10-16T06:28:35.590" v="2043" actId="1076"/>
        <pc:sldMkLst>
          <pc:docMk/>
          <pc:sldMk cId="0" sldId="481"/>
        </pc:sldMkLst>
      </pc:sldChg>
      <pc:sldChg chg="addSp delSp modSp mod">
        <pc:chgData name="Nursakirah Ab Rahman Muton" userId="423efa6d-ee54-4a96-bb69-a7d6dc1d7e38" providerId="ADAL" clId="{4B124E59-87CB-4901-AE68-FCC497F01095}" dt="2023-10-19T06:05:55.148" v="2101" actId="1076"/>
        <pc:sldMkLst>
          <pc:docMk/>
          <pc:sldMk cId="0" sldId="482"/>
        </pc:sldMkLst>
      </pc:sldChg>
      <pc:sldChg chg="addSp delSp modSp mod modAnim">
        <pc:chgData name="Nursakirah Ab Rahman Muton" userId="423efa6d-ee54-4a96-bb69-a7d6dc1d7e38" providerId="ADAL" clId="{4B124E59-87CB-4901-AE68-FCC497F01095}" dt="2023-10-02T07:08:16.307" v="1920"/>
        <pc:sldMkLst>
          <pc:docMk/>
          <pc:sldMk cId="0" sldId="486"/>
        </pc:sldMkLst>
      </pc:sldChg>
      <pc:sldChg chg="del setBg">
        <pc:chgData name="Nursakirah Ab Rahman Muton" userId="423efa6d-ee54-4a96-bb69-a7d6dc1d7e38" providerId="ADAL" clId="{4B124E59-87CB-4901-AE68-FCC497F01095}" dt="2023-10-16T06:35:29.199" v="2055" actId="47"/>
        <pc:sldMkLst>
          <pc:docMk/>
          <pc:sldMk cId="0" sldId="487"/>
        </pc:sldMkLst>
      </pc:sldChg>
      <pc:sldChg chg="modSp mod">
        <pc:chgData name="Nursakirah Ab Rahman Muton" userId="423efa6d-ee54-4a96-bb69-a7d6dc1d7e38" providerId="ADAL" clId="{4B124E59-87CB-4901-AE68-FCC497F01095}" dt="2023-10-16T06:40:36.721" v="2074" actId="12"/>
        <pc:sldMkLst>
          <pc:docMk/>
          <pc:sldMk cId="0" sldId="488"/>
        </pc:sldMkLst>
      </pc:sldChg>
      <pc:sldChg chg="addSp delSp modSp mod setBg">
        <pc:chgData name="Nursakirah Ab Rahman Muton" userId="423efa6d-ee54-4a96-bb69-a7d6dc1d7e38" providerId="ADAL" clId="{4B124E59-87CB-4901-AE68-FCC497F01095}" dt="2023-10-16T06:37:58.094" v="2071" actId="403"/>
        <pc:sldMkLst>
          <pc:docMk/>
          <pc:sldMk cId="0" sldId="489"/>
        </pc:sldMkLst>
      </pc:sldChg>
      <pc:sldChg chg="addSp delSp modSp mod">
        <pc:chgData name="Nursakirah Ab Rahman Muton" userId="423efa6d-ee54-4a96-bb69-a7d6dc1d7e38" providerId="ADAL" clId="{4B124E59-87CB-4901-AE68-FCC497F01095}" dt="2023-10-02T08:09:51.730" v="2006" actId="403"/>
        <pc:sldMkLst>
          <pc:docMk/>
          <pc:sldMk cId="0" sldId="490"/>
        </pc:sldMkLst>
      </pc:sldChg>
      <pc:sldChg chg="modSp mod">
        <pc:chgData name="Nursakirah Ab Rahman Muton" userId="423efa6d-ee54-4a96-bb69-a7d6dc1d7e38" providerId="ADAL" clId="{4B124E59-87CB-4901-AE68-FCC497F01095}" dt="2023-10-16T06:40:41.672" v="2075" actId="5793"/>
        <pc:sldMkLst>
          <pc:docMk/>
          <pc:sldMk cId="0" sldId="491"/>
        </pc:sldMkLst>
      </pc:sldChg>
      <pc:sldChg chg="modSp mod modNotesTx">
        <pc:chgData name="Nursakirah Ab Rahman Muton" userId="423efa6d-ee54-4a96-bb69-a7d6dc1d7e38" providerId="ADAL" clId="{4B124E59-87CB-4901-AE68-FCC497F01095}" dt="2023-09-27T06:09:41.017" v="791" actId="207"/>
        <pc:sldMkLst>
          <pc:docMk/>
          <pc:sldMk cId="0" sldId="492"/>
        </pc:sldMkLst>
      </pc:sldChg>
      <pc:sldChg chg="modSp mod">
        <pc:chgData name="Nursakirah Ab Rahman Muton" userId="423efa6d-ee54-4a96-bb69-a7d6dc1d7e38" providerId="ADAL" clId="{4B124E59-87CB-4901-AE68-FCC497F01095}" dt="2023-09-27T06:10:59.407" v="792" actId="13900"/>
        <pc:sldMkLst>
          <pc:docMk/>
          <pc:sldMk cId="0" sldId="494"/>
        </pc:sldMkLst>
      </pc:sldChg>
      <pc:sldChg chg="modSp mod">
        <pc:chgData name="Nursakirah Ab Rahman Muton" userId="423efa6d-ee54-4a96-bb69-a7d6dc1d7e38" providerId="ADAL" clId="{4B124E59-87CB-4901-AE68-FCC497F01095}" dt="2023-10-19T06:04:12.544" v="2099" actId="14100"/>
        <pc:sldMkLst>
          <pc:docMk/>
          <pc:sldMk cId="0" sldId="495"/>
        </pc:sldMkLst>
      </pc:sldChg>
      <pc:sldChg chg="addSp modSp mod">
        <pc:chgData name="Nursakirah Ab Rahman Muton" userId="423efa6d-ee54-4a96-bb69-a7d6dc1d7e38" providerId="ADAL" clId="{4B124E59-87CB-4901-AE68-FCC497F01095}" dt="2023-10-02T05:43:13.796" v="1175" actId="207"/>
        <pc:sldMkLst>
          <pc:docMk/>
          <pc:sldMk cId="0" sldId="496"/>
        </pc:sldMkLst>
      </pc:sldChg>
      <pc:sldChg chg="addSp delSp modSp mod modNotesTx">
        <pc:chgData name="Nursakirah Ab Rahman Muton" userId="423efa6d-ee54-4a96-bb69-a7d6dc1d7e38" providerId="ADAL" clId="{4B124E59-87CB-4901-AE68-FCC497F01095}" dt="2023-10-18T03:23:13.212" v="2076" actId="1076"/>
        <pc:sldMkLst>
          <pc:docMk/>
          <pc:sldMk cId="0" sldId="498"/>
        </pc:sldMkLst>
      </pc:sldChg>
      <pc:sldChg chg="modSp add mod modTransition">
        <pc:chgData name="Nursakirah Ab Rahman Muton" userId="423efa6d-ee54-4a96-bb69-a7d6dc1d7e38" providerId="ADAL" clId="{4B124E59-87CB-4901-AE68-FCC497F01095}" dt="2023-10-02T06:34:32.869" v="1596" actId="5793"/>
        <pc:sldMkLst>
          <pc:docMk/>
          <pc:sldMk cId="320271581" sldId="500"/>
        </pc:sldMkLst>
      </pc:sldChg>
      <pc:sldChg chg="modSp add del mod">
        <pc:chgData name="Nursakirah Ab Rahman Muton" userId="423efa6d-ee54-4a96-bb69-a7d6dc1d7e38" providerId="ADAL" clId="{4B124E59-87CB-4901-AE68-FCC497F01095}" dt="2023-09-27T06:21:52.434" v="848" actId="47"/>
        <pc:sldMkLst>
          <pc:docMk/>
          <pc:sldMk cId="3399830029" sldId="500"/>
        </pc:sldMkLst>
      </pc:sldChg>
      <pc:sldChg chg="addSp modSp add mod ord modNotesTx">
        <pc:chgData name="Nursakirah Ab Rahman Muton" userId="423efa6d-ee54-4a96-bb69-a7d6dc1d7e38" providerId="ADAL" clId="{4B124E59-87CB-4901-AE68-FCC497F01095}" dt="2023-10-02T06:53:15.081" v="1693" actId="14100"/>
        <pc:sldMkLst>
          <pc:docMk/>
          <pc:sldMk cId="2090188639" sldId="501"/>
        </pc:sldMkLst>
      </pc:sldChg>
      <pc:sldChg chg="add del">
        <pc:chgData name="Nursakirah Ab Rahman Muton" userId="423efa6d-ee54-4a96-bb69-a7d6dc1d7e38" providerId="ADAL" clId="{4B124E59-87CB-4901-AE68-FCC497F01095}" dt="2023-10-02T06:51:14.665" v="1649" actId="47"/>
        <pc:sldMkLst>
          <pc:docMk/>
          <pc:sldMk cId="2138954779" sldId="501"/>
        </pc:sldMkLst>
      </pc:sldChg>
      <pc:sldChg chg="delSp modSp add ord modAnim">
        <pc:chgData name="Nursakirah Ab Rahman Muton" userId="423efa6d-ee54-4a96-bb69-a7d6dc1d7e38" providerId="ADAL" clId="{4B124E59-87CB-4901-AE68-FCC497F01095}" dt="2023-10-16T06:35:17.002" v="2054"/>
        <pc:sldMkLst>
          <pc:docMk/>
          <pc:sldMk cId="388212509" sldId="502"/>
        </pc:sldMkLst>
      </pc:sldChg>
      <pc:sldChg chg="addSp delSp modSp new mod modClrScheme chgLayout">
        <pc:chgData name="Nursakirah Ab Rahman Muton" userId="423efa6d-ee54-4a96-bb69-a7d6dc1d7e38" providerId="ADAL" clId="{4B124E59-87CB-4901-AE68-FCC497F01095}" dt="2023-10-18T03:25:35.736" v="2088" actId="1076"/>
        <pc:sldMkLst>
          <pc:docMk/>
          <pc:sldMk cId="1378546257" sldId="503"/>
        </pc:sldMkLst>
      </pc:sldChg>
      <pc:sldChg chg="addSp delSp modSp new mod ord setBg modClrScheme setClrOvrMap chgLayout">
        <pc:chgData name="Nursakirah Ab Rahman Muton" userId="423efa6d-ee54-4a96-bb69-a7d6dc1d7e38" providerId="ADAL" clId="{4B124E59-87CB-4901-AE68-FCC497F01095}" dt="2023-10-18T03:26:44.986" v="2097" actId="22"/>
        <pc:sldMkLst>
          <pc:docMk/>
          <pc:sldMk cId="4149803138" sldId="504"/>
        </pc:sldMkLst>
      </pc:sldChg>
      <pc:sldMasterChg chg="setBg modSldLayout">
        <pc:chgData name="Nursakirah Ab Rahman Muton" userId="423efa6d-ee54-4a96-bb69-a7d6dc1d7e38" providerId="ADAL" clId="{4B124E59-87CB-4901-AE68-FCC497F01095}" dt="2023-09-26T07:17:16.927" v="7"/>
        <pc:sldMasterMkLst>
          <pc:docMk/>
          <pc:sldMasterMk cId="3352262166" sldId="2147483893"/>
        </pc:sldMasterMkLst>
        <pc:sldLayoutChg chg="setBg">
          <pc:chgData name="Nursakirah Ab Rahman Muton" userId="423efa6d-ee54-4a96-bb69-a7d6dc1d7e38" providerId="ADAL" clId="{4B124E59-87CB-4901-AE68-FCC497F01095}" dt="2023-09-26T07:17:16.927" v="7"/>
          <pc:sldLayoutMkLst>
            <pc:docMk/>
            <pc:sldMasterMk cId="3352262166" sldId="2147483893"/>
            <pc:sldLayoutMk cId="2594506555" sldId="2147483894"/>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09C23B-2B22-4507-B84E-B884802846F6}" type="doc">
      <dgm:prSet loTypeId="urn:microsoft.com/office/officeart/2005/8/layout/matrix3" loCatId="matrix" qsTypeId="urn:microsoft.com/office/officeart/2005/8/quickstyle/simple1" qsCatId="simple" csTypeId="urn:microsoft.com/office/officeart/2005/8/colors/colorful4" csCatId="colorful"/>
      <dgm:spPr/>
      <dgm:t>
        <a:bodyPr/>
        <a:lstStyle/>
        <a:p>
          <a:endParaRPr lang="en-MY"/>
        </a:p>
      </dgm:t>
    </dgm:pt>
    <dgm:pt modelId="{500039B6-3E46-4AE5-ACE0-18BB05B28AA3}">
      <dgm:prSet/>
      <dgm:spPr/>
      <dgm:t>
        <a:bodyPr/>
        <a:lstStyle/>
        <a:p>
          <a:r>
            <a:rPr lang="en-GB"/>
            <a:t>Data </a:t>
          </a:r>
          <a:r>
            <a:rPr lang="en-GB" b="1"/>
            <a:t>processing</a:t>
          </a:r>
          <a:endParaRPr lang="en-MY"/>
        </a:p>
      </dgm:t>
    </dgm:pt>
    <dgm:pt modelId="{F574C005-ECB1-4FD6-B291-B6DFA519CC7F}" type="parTrans" cxnId="{5AE7A595-25EE-44DB-8323-CF13D4B9CF4D}">
      <dgm:prSet/>
      <dgm:spPr/>
      <dgm:t>
        <a:bodyPr/>
        <a:lstStyle/>
        <a:p>
          <a:endParaRPr lang="en-MY"/>
        </a:p>
      </dgm:t>
    </dgm:pt>
    <dgm:pt modelId="{8A6AE6F7-B59A-454E-8D96-BD3F0222D249}" type="sibTrans" cxnId="{5AE7A595-25EE-44DB-8323-CF13D4B9CF4D}">
      <dgm:prSet/>
      <dgm:spPr/>
      <dgm:t>
        <a:bodyPr/>
        <a:lstStyle/>
        <a:p>
          <a:endParaRPr lang="en-MY"/>
        </a:p>
      </dgm:t>
    </dgm:pt>
    <dgm:pt modelId="{7525EA9A-9228-41B1-98C6-47B8ECC74C51}">
      <dgm:prSet/>
      <dgm:spPr/>
      <dgm:t>
        <a:bodyPr/>
        <a:lstStyle/>
        <a:p>
          <a:r>
            <a:rPr lang="en-GB"/>
            <a:t>Data </a:t>
          </a:r>
          <a:r>
            <a:rPr lang="en-GB" b="1"/>
            <a:t>storage</a:t>
          </a:r>
          <a:endParaRPr lang="en-MY"/>
        </a:p>
      </dgm:t>
    </dgm:pt>
    <dgm:pt modelId="{00B13087-0F45-419E-BFD5-03A91E07DA57}" type="parTrans" cxnId="{75C5B1F8-D19B-420B-AF4A-B38DC1DE7D1C}">
      <dgm:prSet/>
      <dgm:spPr/>
      <dgm:t>
        <a:bodyPr/>
        <a:lstStyle/>
        <a:p>
          <a:endParaRPr lang="en-MY"/>
        </a:p>
      </dgm:t>
    </dgm:pt>
    <dgm:pt modelId="{BCBEE2B1-98DA-45BE-9204-38FFF2CCADDE}" type="sibTrans" cxnId="{75C5B1F8-D19B-420B-AF4A-B38DC1DE7D1C}">
      <dgm:prSet/>
      <dgm:spPr/>
      <dgm:t>
        <a:bodyPr/>
        <a:lstStyle/>
        <a:p>
          <a:endParaRPr lang="en-MY"/>
        </a:p>
      </dgm:t>
    </dgm:pt>
    <dgm:pt modelId="{9CC47995-7997-48FA-A9A7-6F711BF2C1EA}">
      <dgm:prSet/>
      <dgm:spPr/>
      <dgm:t>
        <a:bodyPr/>
        <a:lstStyle/>
        <a:p>
          <a:r>
            <a:rPr lang="en-GB"/>
            <a:t>Data </a:t>
          </a:r>
          <a:r>
            <a:rPr lang="en-GB" b="1"/>
            <a:t>movement</a:t>
          </a:r>
          <a:endParaRPr lang="en-MY"/>
        </a:p>
      </dgm:t>
    </dgm:pt>
    <dgm:pt modelId="{79B5E67F-5080-4FC9-A3DB-6A14F6D3F84B}" type="parTrans" cxnId="{9993D2DE-EEA6-4AA9-ACF1-1E47BA4D4113}">
      <dgm:prSet/>
      <dgm:spPr/>
      <dgm:t>
        <a:bodyPr/>
        <a:lstStyle/>
        <a:p>
          <a:endParaRPr lang="en-MY"/>
        </a:p>
      </dgm:t>
    </dgm:pt>
    <dgm:pt modelId="{55E3CF6A-D2D8-4D49-AC62-EDEDF1CCFADF}" type="sibTrans" cxnId="{9993D2DE-EEA6-4AA9-ACF1-1E47BA4D4113}">
      <dgm:prSet/>
      <dgm:spPr/>
      <dgm:t>
        <a:bodyPr/>
        <a:lstStyle/>
        <a:p>
          <a:endParaRPr lang="en-MY"/>
        </a:p>
      </dgm:t>
    </dgm:pt>
    <dgm:pt modelId="{B2840621-F243-4F64-84CD-BCC358547668}">
      <dgm:prSet/>
      <dgm:spPr/>
      <dgm:t>
        <a:bodyPr/>
        <a:lstStyle/>
        <a:p>
          <a:r>
            <a:rPr lang="en-GB" b="1"/>
            <a:t>Control</a:t>
          </a:r>
          <a:endParaRPr lang="en-MY"/>
        </a:p>
      </dgm:t>
    </dgm:pt>
    <dgm:pt modelId="{F9DE13A0-CC57-4FA3-8287-0FE5DCB134B0}" type="parTrans" cxnId="{D8B1E033-1073-488A-BA4E-A562688ABD27}">
      <dgm:prSet/>
      <dgm:spPr/>
      <dgm:t>
        <a:bodyPr/>
        <a:lstStyle/>
        <a:p>
          <a:endParaRPr lang="en-MY"/>
        </a:p>
      </dgm:t>
    </dgm:pt>
    <dgm:pt modelId="{FD3792F4-B2D1-4338-A2C9-830A778DCC1F}" type="sibTrans" cxnId="{D8B1E033-1073-488A-BA4E-A562688ABD27}">
      <dgm:prSet/>
      <dgm:spPr/>
      <dgm:t>
        <a:bodyPr/>
        <a:lstStyle/>
        <a:p>
          <a:endParaRPr lang="en-MY"/>
        </a:p>
      </dgm:t>
    </dgm:pt>
    <dgm:pt modelId="{1BE03A56-95CB-48A1-8763-CDE7E13539BF}" type="pres">
      <dgm:prSet presAssocID="{FC09C23B-2B22-4507-B84E-B884802846F6}" presName="matrix" presStyleCnt="0">
        <dgm:presLayoutVars>
          <dgm:chMax val="1"/>
          <dgm:dir/>
          <dgm:resizeHandles val="exact"/>
        </dgm:presLayoutVars>
      </dgm:prSet>
      <dgm:spPr/>
    </dgm:pt>
    <dgm:pt modelId="{2C679590-FD5A-4E7D-8D9C-4A89DBBD9D26}" type="pres">
      <dgm:prSet presAssocID="{FC09C23B-2B22-4507-B84E-B884802846F6}" presName="diamond" presStyleLbl="bgShp" presStyleIdx="0" presStyleCnt="1"/>
      <dgm:spPr/>
    </dgm:pt>
    <dgm:pt modelId="{D81A6A25-026A-4F18-8EDD-A165733375A2}" type="pres">
      <dgm:prSet presAssocID="{FC09C23B-2B22-4507-B84E-B884802846F6}" presName="quad1" presStyleLbl="node1" presStyleIdx="0" presStyleCnt="4">
        <dgm:presLayoutVars>
          <dgm:chMax val="0"/>
          <dgm:chPref val="0"/>
          <dgm:bulletEnabled val="1"/>
        </dgm:presLayoutVars>
      </dgm:prSet>
      <dgm:spPr/>
    </dgm:pt>
    <dgm:pt modelId="{13D4C11C-676E-42ED-9C34-79DB5947EB4D}" type="pres">
      <dgm:prSet presAssocID="{FC09C23B-2B22-4507-B84E-B884802846F6}" presName="quad2" presStyleLbl="node1" presStyleIdx="1" presStyleCnt="4">
        <dgm:presLayoutVars>
          <dgm:chMax val="0"/>
          <dgm:chPref val="0"/>
          <dgm:bulletEnabled val="1"/>
        </dgm:presLayoutVars>
      </dgm:prSet>
      <dgm:spPr/>
    </dgm:pt>
    <dgm:pt modelId="{69B09258-79B9-4A56-9830-517F234C2C59}" type="pres">
      <dgm:prSet presAssocID="{FC09C23B-2B22-4507-B84E-B884802846F6}" presName="quad3" presStyleLbl="node1" presStyleIdx="2" presStyleCnt="4">
        <dgm:presLayoutVars>
          <dgm:chMax val="0"/>
          <dgm:chPref val="0"/>
          <dgm:bulletEnabled val="1"/>
        </dgm:presLayoutVars>
      </dgm:prSet>
      <dgm:spPr/>
    </dgm:pt>
    <dgm:pt modelId="{B79DA905-15FB-4D0E-80B1-5073F9E2A437}" type="pres">
      <dgm:prSet presAssocID="{FC09C23B-2B22-4507-B84E-B884802846F6}" presName="quad4" presStyleLbl="node1" presStyleIdx="3" presStyleCnt="4">
        <dgm:presLayoutVars>
          <dgm:chMax val="0"/>
          <dgm:chPref val="0"/>
          <dgm:bulletEnabled val="1"/>
        </dgm:presLayoutVars>
      </dgm:prSet>
      <dgm:spPr/>
    </dgm:pt>
  </dgm:ptLst>
  <dgm:cxnLst>
    <dgm:cxn modelId="{101CF631-ACA6-47F1-849F-97D69A15C363}" type="presOf" srcId="{B2840621-F243-4F64-84CD-BCC358547668}" destId="{B79DA905-15FB-4D0E-80B1-5073F9E2A437}" srcOrd="0" destOrd="0" presId="urn:microsoft.com/office/officeart/2005/8/layout/matrix3"/>
    <dgm:cxn modelId="{D8B1E033-1073-488A-BA4E-A562688ABD27}" srcId="{FC09C23B-2B22-4507-B84E-B884802846F6}" destId="{B2840621-F243-4F64-84CD-BCC358547668}" srcOrd="3" destOrd="0" parTransId="{F9DE13A0-CC57-4FA3-8287-0FE5DCB134B0}" sibTransId="{FD3792F4-B2D1-4338-A2C9-830A778DCC1F}"/>
    <dgm:cxn modelId="{450C1444-6C08-4971-AA52-5CCE8CF2573B}" type="presOf" srcId="{9CC47995-7997-48FA-A9A7-6F711BF2C1EA}" destId="{69B09258-79B9-4A56-9830-517F234C2C59}" srcOrd="0" destOrd="0" presId="urn:microsoft.com/office/officeart/2005/8/layout/matrix3"/>
    <dgm:cxn modelId="{8D94C548-A8C1-42D5-A0A7-D9960BE24E5E}" type="presOf" srcId="{500039B6-3E46-4AE5-ACE0-18BB05B28AA3}" destId="{D81A6A25-026A-4F18-8EDD-A165733375A2}" srcOrd="0" destOrd="0" presId="urn:microsoft.com/office/officeart/2005/8/layout/matrix3"/>
    <dgm:cxn modelId="{D2AB098C-2301-40E4-9CEF-D945C71BF5CC}" type="presOf" srcId="{FC09C23B-2B22-4507-B84E-B884802846F6}" destId="{1BE03A56-95CB-48A1-8763-CDE7E13539BF}" srcOrd="0" destOrd="0" presId="urn:microsoft.com/office/officeart/2005/8/layout/matrix3"/>
    <dgm:cxn modelId="{5AE7A595-25EE-44DB-8323-CF13D4B9CF4D}" srcId="{FC09C23B-2B22-4507-B84E-B884802846F6}" destId="{500039B6-3E46-4AE5-ACE0-18BB05B28AA3}" srcOrd="0" destOrd="0" parTransId="{F574C005-ECB1-4FD6-B291-B6DFA519CC7F}" sibTransId="{8A6AE6F7-B59A-454E-8D96-BD3F0222D249}"/>
    <dgm:cxn modelId="{F33A33CA-2DD0-45FF-906B-FA67D4ABF828}" type="presOf" srcId="{7525EA9A-9228-41B1-98C6-47B8ECC74C51}" destId="{13D4C11C-676E-42ED-9C34-79DB5947EB4D}" srcOrd="0" destOrd="0" presId="urn:microsoft.com/office/officeart/2005/8/layout/matrix3"/>
    <dgm:cxn modelId="{9993D2DE-EEA6-4AA9-ACF1-1E47BA4D4113}" srcId="{FC09C23B-2B22-4507-B84E-B884802846F6}" destId="{9CC47995-7997-48FA-A9A7-6F711BF2C1EA}" srcOrd="2" destOrd="0" parTransId="{79B5E67F-5080-4FC9-A3DB-6A14F6D3F84B}" sibTransId="{55E3CF6A-D2D8-4D49-AC62-EDEDF1CCFADF}"/>
    <dgm:cxn modelId="{75C5B1F8-D19B-420B-AF4A-B38DC1DE7D1C}" srcId="{FC09C23B-2B22-4507-B84E-B884802846F6}" destId="{7525EA9A-9228-41B1-98C6-47B8ECC74C51}" srcOrd="1" destOrd="0" parTransId="{00B13087-0F45-419E-BFD5-03A91E07DA57}" sibTransId="{BCBEE2B1-98DA-45BE-9204-38FFF2CCADDE}"/>
    <dgm:cxn modelId="{02DED6D0-AFD0-413A-87DC-D6819345D313}" type="presParOf" srcId="{1BE03A56-95CB-48A1-8763-CDE7E13539BF}" destId="{2C679590-FD5A-4E7D-8D9C-4A89DBBD9D26}" srcOrd="0" destOrd="0" presId="urn:microsoft.com/office/officeart/2005/8/layout/matrix3"/>
    <dgm:cxn modelId="{2332225D-136C-4C04-9D2B-3AB848CFFDE8}" type="presParOf" srcId="{1BE03A56-95CB-48A1-8763-CDE7E13539BF}" destId="{D81A6A25-026A-4F18-8EDD-A165733375A2}" srcOrd="1" destOrd="0" presId="urn:microsoft.com/office/officeart/2005/8/layout/matrix3"/>
    <dgm:cxn modelId="{1D86C281-41A3-4B92-B4A2-212AFE3610F2}" type="presParOf" srcId="{1BE03A56-95CB-48A1-8763-CDE7E13539BF}" destId="{13D4C11C-676E-42ED-9C34-79DB5947EB4D}" srcOrd="2" destOrd="0" presId="urn:microsoft.com/office/officeart/2005/8/layout/matrix3"/>
    <dgm:cxn modelId="{82F44B4D-CD9B-4C21-9406-A4119E78EED5}" type="presParOf" srcId="{1BE03A56-95CB-48A1-8763-CDE7E13539BF}" destId="{69B09258-79B9-4A56-9830-517F234C2C59}" srcOrd="3" destOrd="0" presId="urn:microsoft.com/office/officeart/2005/8/layout/matrix3"/>
    <dgm:cxn modelId="{98B8AB73-DDD6-42F7-A393-4A6B80F1FE03}" type="presParOf" srcId="{1BE03A56-95CB-48A1-8763-CDE7E13539BF}" destId="{B79DA905-15FB-4D0E-80B1-5073F9E2A437}"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09C23B-2B22-4507-B84E-B884802846F6}" type="doc">
      <dgm:prSet loTypeId="urn:microsoft.com/office/officeart/2005/8/layout/vList5" loCatId="list" qsTypeId="urn:microsoft.com/office/officeart/2005/8/quickstyle/simple1" qsCatId="simple" csTypeId="urn:microsoft.com/office/officeart/2005/8/colors/colorful1" csCatId="colorful" phldr="1"/>
      <dgm:spPr/>
      <dgm:t>
        <a:bodyPr/>
        <a:lstStyle/>
        <a:p>
          <a:endParaRPr lang="en-MY"/>
        </a:p>
      </dgm:t>
    </dgm:pt>
    <dgm:pt modelId="{500039B6-3E46-4AE5-ACE0-18BB05B28AA3}">
      <dgm:prSet custT="1"/>
      <dgm:spPr/>
      <dgm:t>
        <a:bodyPr/>
        <a:lstStyle/>
        <a:p>
          <a:r>
            <a:rPr lang="en-GB" sz="2000"/>
            <a:t>Data </a:t>
          </a:r>
          <a:r>
            <a:rPr lang="en-GB" sz="2000" b="1"/>
            <a:t>processing</a:t>
          </a:r>
          <a:endParaRPr lang="en-MY" sz="2000"/>
        </a:p>
      </dgm:t>
    </dgm:pt>
    <dgm:pt modelId="{F574C005-ECB1-4FD6-B291-B6DFA519CC7F}" type="parTrans" cxnId="{5AE7A595-25EE-44DB-8323-CF13D4B9CF4D}">
      <dgm:prSet/>
      <dgm:spPr/>
      <dgm:t>
        <a:bodyPr/>
        <a:lstStyle/>
        <a:p>
          <a:endParaRPr lang="en-MY"/>
        </a:p>
      </dgm:t>
    </dgm:pt>
    <dgm:pt modelId="{8A6AE6F7-B59A-454E-8D96-BD3F0222D249}" type="sibTrans" cxnId="{5AE7A595-25EE-44DB-8323-CF13D4B9CF4D}">
      <dgm:prSet/>
      <dgm:spPr/>
      <dgm:t>
        <a:bodyPr/>
        <a:lstStyle/>
        <a:p>
          <a:endParaRPr lang="en-MY"/>
        </a:p>
      </dgm:t>
    </dgm:pt>
    <dgm:pt modelId="{7525EA9A-9228-41B1-98C6-47B8ECC74C51}">
      <dgm:prSet custT="1"/>
      <dgm:spPr/>
      <dgm:t>
        <a:bodyPr/>
        <a:lstStyle/>
        <a:p>
          <a:r>
            <a:rPr lang="en-GB" sz="2000"/>
            <a:t>Data </a:t>
          </a:r>
          <a:r>
            <a:rPr lang="en-GB" sz="2000" b="1"/>
            <a:t>storage</a:t>
          </a:r>
          <a:endParaRPr lang="en-MY" sz="2000"/>
        </a:p>
      </dgm:t>
    </dgm:pt>
    <dgm:pt modelId="{00B13087-0F45-419E-BFD5-03A91E07DA57}" type="parTrans" cxnId="{75C5B1F8-D19B-420B-AF4A-B38DC1DE7D1C}">
      <dgm:prSet/>
      <dgm:spPr/>
      <dgm:t>
        <a:bodyPr/>
        <a:lstStyle/>
        <a:p>
          <a:endParaRPr lang="en-MY"/>
        </a:p>
      </dgm:t>
    </dgm:pt>
    <dgm:pt modelId="{BCBEE2B1-98DA-45BE-9204-38FFF2CCADDE}" type="sibTrans" cxnId="{75C5B1F8-D19B-420B-AF4A-B38DC1DE7D1C}">
      <dgm:prSet/>
      <dgm:spPr/>
      <dgm:t>
        <a:bodyPr/>
        <a:lstStyle/>
        <a:p>
          <a:endParaRPr lang="en-MY"/>
        </a:p>
      </dgm:t>
    </dgm:pt>
    <dgm:pt modelId="{9CC47995-7997-48FA-A9A7-6F711BF2C1EA}">
      <dgm:prSet custT="1"/>
      <dgm:spPr/>
      <dgm:t>
        <a:bodyPr/>
        <a:lstStyle/>
        <a:p>
          <a:r>
            <a:rPr lang="en-GB" sz="2000"/>
            <a:t>Data </a:t>
          </a:r>
          <a:r>
            <a:rPr lang="en-GB" sz="2000" b="1"/>
            <a:t>movement</a:t>
          </a:r>
          <a:endParaRPr lang="en-MY" sz="2000"/>
        </a:p>
      </dgm:t>
    </dgm:pt>
    <dgm:pt modelId="{79B5E67F-5080-4FC9-A3DB-6A14F6D3F84B}" type="parTrans" cxnId="{9993D2DE-EEA6-4AA9-ACF1-1E47BA4D4113}">
      <dgm:prSet/>
      <dgm:spPr/>
      <dgm:t>
        <a:bodyPr/>
        <a:lstStyle/>
        <a:p>
          <a:endParaRPr lang="en-MY"/>
        </a:p>
      </dgm:t>
    </dgm:pt>
    <dgm:pt modelId="{55E3CF6A-D2D8-4D49-AC62-EDEDF1CCFADF}" type="sibTrans" cxnId="{9993D2DE-EEA6-4AA9-ACF1-1E47BA4D4113}">
      <dgm:prSet/>
      <dgm:spPr/>
      <dgm:t>
        <a:bodyPr/>
        <a:lstStyle/>
        <a:p>
          <a:endParaRPr lang="en-MY"/>
        </a:p>
      </dgm:t>
    </dgm:pt>
    <dgm:pt modelId="{B2840621-F243-4F64-84CD-BCC358547668}">
      <dgm:prSet custT="1"/>
      <dgm:spPr/>
      <dgm:t>
        <a:bodyPr/>
        <a:lstStyle/>
        <a:p>
          <a:r>
            <a:rPr lang="en-GB" sz="2000" b="1"/>
            <a:t>Control</a:t>
          </a:r>
          <a:endParaRPr lang="en-MY" sz="2000"/>
        </a:p>
      </dgm:t>
    </dgm:pt>
    <dgm:pt modelId="{F9DE13A0-CC57-4FA3-8287-0FE5DCB134B0}" type="parTrans" cxnId="{D8B1E033-1073-488A-BA4E-A562688ABD27}">
      <dgm:prSet/>
      <dgm:spPr/>
      <dgm:t>
        <a:bodyPr/>
        <a:lstStyle/>
        <a:p>
          <a:endParaRPr lang="en-MY"/>
        </a:p>
      </dgm:t>
    </dgm:pt>
    <dgm:pt modelId="{FD3792F4-B2D1-4338-A2C9-830A778DCC1F}" type="sibTrans" cxnId="{D8B1E033-1073-488A-BA4E-A562688ABD27}">
      <dgm:prSet/>
      <dgm:spPr/>
      <dgm:t>
        <a:bodyPr/>
        <a:lstStyle/>
        <a:p>
          <a:endParaRPr lang="en-MY"/>
        </a:p>
      </dgm:t>
    </dgm:pt>
    <dgm:pt modelId="{A5201153-33A1-4496-808B-0B1EA29EB535}">
      <dgm:prSet custT="1"/>
      <dgm:spPr/>
      <dgm:t>
        <a:bodyPr/>
        <a:lstStyle/>
        <a:p>
          <a:r>
            <a:rPr lang="en-MY" sz="1500" dirty="0"/>
            <a:t>Data may  take a wide variety of forms and different processing requirements </a:t>
          </a:r>
        </a:p>
      </dgm:t>
    </dgm:pt>
    <dgm:pt modelId="{F71F1D1B-7EC5-4668-BFBC-6E78A29ACC25}" type="parTrans" cxnId="{9790DD99-6A16-4A9D-8E39-A1164A34CE61}">
      <dgm:prSet/>
      <dgm:spPr/>
      <dgm:t>
        <a:bodyPr/>
        <a:lstStyle/>
        <a:p>
          <a:endParaRPr lang="en-MY"/>
        </a:p>
      </dgm:t>
    </dgm:pt>
    <dgm:pt modelId="{C7BA4786-95A4-4A39-A993-51B955591B48}" type="sibTrans" cxnId="{9790DD99-6A16-4A9D-8E39-A1164A34CE61}">
      <dgm:prSet/>
      <dgm:spPr/>
      <dgm:t>
        <a:bodyPr/>
        <a:lstStyle/>
        <a:p>
          <a:endParaRPr lang="en-MY"/>
        </a:p>
      </dgm:t>
    </dgm:pt>
    <dgm:pt modelId="{52CDD132-09C8-4F81-A73C-E57ABD1F4B21}">
      <dgm:prSet custT="1"/>
      <dgm:spPr/>
      <dgm:t>
        <a:bodyPr/>
        <a:lstStyle/>
        <a:p>
          <a:r>
            <a:rPr lang="en-MY" sz="1500" dirty="0"/>
            <a:t>Even though the computer process the data on the fly, the computer must temporarily store at least those pieces of data </a:t>
          </a:r>
        </a:p>
      </dgm:t>
    </dgm:pt>
    <dgm:pt modelId="{50324F85-989E-4BB7-A67A-A6C0146493A6}" type="parTrans" cxnId="{5F4A1948-66A4-429F-8608-BE0779C40305}">
      <dgm:prSet/>
      <dgm:spPr/>
      <dgm:t>
        <a:bodyPr/>
        <a:lstStyle/>
        <a:p>
          <a:endParaRPr lang="en-MY"/>
        </a:p>
      </dgm:t>
    </dgm:pt>
    <dgm:pt modelId="{9A30C768-AAD2-4CB0-9F59-E952F3F261D7}" type="sibTrans" cxnId="{5F4A1948-66A4-429F-8608-BE0779C40305}">
      <dgm:prSet/>
      <dgm:spPr/>
      <dgm:t>
        <a:bodyPr/>
        <a:lstStyle/>
        <a:p>
          <a:endParaRPr lang="en-MY"/>
        </a:p>
      </dgm:t>
    </dgm:pt>
    <dgm:pt modelId="{13D5A561-226A-4B28-844F-1B7A97F739FF}">
      <dgm:prSet custT="1"/>
      <dgm:spPr/>
      <dgm:t>
        <a:bodyPr/>
        <a:lstStyle/>
        <a:p>
          <a:r>
            <a:rPr lang="en-MY" sz="1500" dirty="0"/>
            <a:t>Short term vs long term data storage</a:t>
          </a:r>
        </a:p>
      </dgm:t>
    </dgm:pt>
    <dgm:pt modelId="{BDD9FFFF-74F9-48CE-982E-54163F04F753}" type="parTrans" cxnId="{41189FF9-3D6D-4974-B126-F916D7DDE07B}">
      <dgm:prSet/>
      <dgm:spPr/>
      <dgm:t>
        <a:bodyPr/>
        <a:lstStyle/>
        <a:p>
          <a:endParaRPr lang="en-MY"/>
        </a:p>
      </dgm:t>
    </dgm:pt>
    <dgm:pt modelId="{658916BC-8CAA-43F8-A4BB-D12A1F0A9804}" type="sibTrans" cxnId="{41189FF9-3D6D-4974-B126-F916D7DDE07B}">
      <dgm:prSet/>
      <dgm:spPr/>
      <dgm:t>
        <a:bodyPr/>
        <a:lstStyle/>
        <a:p>
          <a:endParaRPr lang="en-MY"/>
        </a:p>
      </dgm:t>
    </dgm:pt>
    <dgm:pt modelId="{3DEAAE1D-143D-48F6-8E0E-82B7E8C63E11}">
      <dgm:prSet custT="1"/>
      <dgm:spPr/>
      <dgm:t>
        <a:bodyPr/>
        <a:lstStyle/>
        <a:p>
          <a:r>
            <a:rPr lang="en-MY" sz="1500" dirty="0"/>
            <a:t>Input-output (I/O)</a:t>
          </a:r>
          <a:br>
            <a:rPr lang="en-MY" sz="1500" dirty="0"/>
          </a:br>
          <a:r>
            <a:rPr lang="en-MY" sz="1500" dirty="0"/>
            <a:t>Peripheral </a:t>
          </a:r>
        </a:p>
      </dgm:t>
    </dgm:pt>
    <dgm:pt modelId="{A642DAAB-3D8B-4D09-8D5B-2D19D505FEFC}" type="parTrans" cxnId="{C446651B-0A78-46F0-8F1E-B268AFA26D33}">
      <dgm:prSet/>
      <dgm:spPr/>
      <dgm:t>
        <a:bodyPr/>
        <a:lstStyle/>
        <a:p>
          <a:endParaRPr lang="en-MY"/>
        </a:p>
      </dgm:t>
    </dgm:pt>
    <dgm:pt modelId="{26E5D526-0D12-457B-AEDB-83A71EC813E8}" type="sibTrans" cxnId="{C446651B-0A78-46F0-8F1E-B268AFA26D33}">
      <dgm:prSet/>
      <dgm:spPr/>
      <dgm:t>
        <a:bodyPr/>
        <a:lstStyle/>
        <a:p>
          <a:endParaRPr lang="en-MY"/>
        </a:p>
      </dgm:t>
    </dgm:pt>
    <dgm:pt modelId="{1CC3BDD4-2DFF-4035-BB9F-66FEB2F08A67}">
      <dgm:prSet custT="1"/>
      <dgm:spPr/>
      <dgm:t>
        <a:bodyPr/>
        <a:lstStyle/>
        <a:p>
          <a:r>
            <a:rPr lang="en-MY" sz="1500" dirty="0"/>
            <a:t>Manages the computer resources </a:t>
          </a:r>
        </a:p>
      </dgm:t>
    </dgm:pt>
    <dgm:pt modelId="{F6F2AB12-CC98-4976-82BC-B8B117B824DC}" type="parTrans" cxnId="{FD798448-CC11-458D-95FC-298454E59AFE}">
      <dgm:prSet/>
      <dgm:spPr/>
      <dgm:t>
        <a:bodyPr/>
        <a:lstStyle/>
        <a:p>
          <a:endParaRPr lang="en-MY"/>
        </a:p>
      </dgm:t>
    </dgm:pt>
    <dgm:pt modelId="{975D727B-9024-49B8-8198-7467270ED25C}" type="sibTrans" cxnId="{FD798448-CC11-458D-95FC-298454E59AFE}">
      <dgm:prSet/>
      <dgm:spPr/>
      <dgm:t>
        <a:bodyPr/>
        <a:lstStyle/>
        <a:p>
          <a:endParaRPr lang="en-MY"/>
        </a:p>
      </dgm:t>
    </dgm:pt>
    <dgm:pt modelId="{0CB1E8A5-8198-4F2E-9F5D-D4B253055DDB}" type="pres">
      <dgm:prSet presAssocID="{FC09C23B-2B22-4507-B84E-B884802846F6}" presName="Name0" presStyleCnt="0">
        <dgm:presLayoutVars>
          <dgm:dir/>
          <dgm:animLvl val="lvl"/>
          <dgm:resizeHandles val="exact"/>
        </dgm:presLayoutVars>
      </dgm:prSet>
      <dgm:spPr/>
    </dgm:pt>
    <dgm:pt modelId="{07F3A70E-18AC-42A8-8320-A0534FC6B0F7}" type="pres">
      <dgm:prSet presAssocID="{500039B6-3E46-4AE5-ACE0-18BB05B28AA3}" presName="linNode" presStyleCnt="0"/>
      <dgm:spPr/>
    </dgm:pt>
    <dgm:pt modelId="{35F6DBDD-20C2-4875-B5EF-77C9AFFAB508}" type="pres">
      <dgm:prSet presAssocID="{500039B6-3E46-4AE5-ACE0-18BB05B28AA3}" presName="parentText" presStyleLbl="node1" presStyleIdx="0" presStyleCnt="4" custScaleX="67389">
        <dgm:presLayoutVars>
          <dgm:chMax val="1"/>
          <dgm:bulletEnabled val="1"/>
        </dgm:presLayoutVars>
      </dgm:prSet>
      <dgm:spPr/>
    </dgm:pt>
    <dgm:pt modelId="{E333B205-2B13-4E21-AA01-215391D3E345}" type="pres">
      <dgm:prSet presAssocID="{500039B6-3E46-4AE5-ACE0-18BB05B28AA3}" presName="descendantText" presStyleLbl="alignAccFollowNode1" presStyleIdx="0" presStyleCnt="4" custScaleX="134482">
        <dgm:presLayoutVars>
          <dgm:bulletEnabled val="1"/>
        </dgm:presLayoutVars>
      </dgm:prSet>
      <dgm:spPr/>
    </dgm:pt>
    <dgm:pt modelId="{46E5C217-15AF-442E-B999-4BD18A782176}" type="pres">
      <dgm:prSet presAssocID="{8A6AE6F7-B59A-454E-8D96-BD3F0222D249}" presName="sp" presStyleCnt="0"/>
      <dgm:spPr/>
    </dgm:pt>
    <dgm:pt modelId="{FEBDEAA8-6C8E-4CDD-97BF-339044C5107C}" type="pres">
      <dgm:prSet presAssocID="{7525EA9A-9228-41B1-98C6-47B8ECC74C51}" presName="linNode" presStyleCnt="0"/>
      <dgm:spPr/>
    </dgm:pt>
    <dgm:pt modelId="{8AF44F59-AEB5-4FD9-A37F-8E2DF46E8485}" type="pres">
      <dgm:prSet presAssocID="{7525EA9A-9228-41B1-98C6-47B8ECC74C51}" presName="parentText" presStyleLbl="node1" presStyleIdx="1" presStyleCnt="4" custScaleX="67389">
        <dgm:presLayoutVars>
          <dgm:chMax val="1"/>
          <dgm:bulletEnabled val="1"/>
        </dgm:presLayoutVars>
      </dgm:prSet>
      <dgm:spPr/>
    </dgm:pt>
    <dgm:pt modelId="{3EC91FDB-2C16-4B9F-9BD7-4D8599E6B143}" type="pres">
      <dgm:prSet presAssocID="{7525EA9A-9228-41B1-98C6-47B8ECC74C51}" presName="descendantText" presStyleLbl="alignAccFollowNode1" presStyleIdx="1" presStyleCnt="4" custScaleX="134482">
        <dgm:presLayoutVars>
          <dgm:bulletEnabled val="1"/>
        </dgm:presLayoutVars>
      </dgm:prSet>
      <dgm:spPr/>
    </dgm:pt>
    <dgm:pt modelId="{D8833A33-0DB1-4F4B-961B-8E60D9706516}" type="pres">
      <dgm:prSet presAssocID="{BCBEE2B1-98DA-45BE-9204-38FFF2CCADDE}" presName="sp" presStyleCnt="0"/>
      <dgm:spPr/>
    </dgm:pt>
    <dgm:pt modelId="{716974EE-AB51-4B06-BCEB-4DE1498A1F02}" type="pres">
      <dgm:prSet presAssocID="{9CC47995-7997-48FA-A9A7-6F711BF2C1EA}" presName="linNode" presStyleCnt="0"/>
      <dgm:spPr/>
    </dgm:pt>
    <dgm:pt modelId="{DAE01556-12A1-4F45-85B6-E844F18F7E1A}" type="pres">
      <dgm:prSet presAssocID="{9CC47995-7997-48FA-A9A7-6F711BF2C1EA}" presName="parentText" presStyleLbl="node1" presStyleIdx="2" presStyleCnt="4" custScaleX="67389">
        <dgm:presLayoutVars>
          <dgm:chMax val="1"/>
          <dgm:bulletEnabled val="1"/>
        </dgm:presLayoutVars>
      </dgm:prSet>
      <dgm:spPr/>
    </dgm:pt>
    <dgm:pt modelId="{2F549C59-CA09-4A62-A286-D8C5F3D7A852}" type="pres">
      <dgm:prSet presAssocID="{9CC47995-7997-48FA-A9A7-6F711BF2C1EA}" presName="descendantText" presStyleLbl="alignAccFollowNode1" presStyleIdx="2" presStyleCnt="4" custScaleX="134482">
        <dgm:presLayoutVars>
          <dgm:bulletEnabled val="1"/>
        </dgm:presLayoutVars>
      </dgm:prSet>
      <dgm:spPr/>
    </dgm:pt>
    <dgm:pt modelId="{80C32AEF-CF3A-45AF-AEBB-72CD09C632DD}" type="pres">
      <dgm:prSet presAssocID="{55E3CF6A-D2D8-4D49-AC62-EDEDF1CCFADF}" presName="sp" presStyleCnt="0"/>
      <dgm:spPr/>
    </dgm:pt>
    <dgm:pt modelId="{58DF019D-A86A-422E-96BA-04456B0623A8}" type="pres">
      <dgm:prSet presAssocID="{B2840621-F243-4F64-84CD-BCC358547668}" presName="linNode" presStyleCnt="0"/>
      <dgm:spPr/>
    </dgm:pt>
    <dgm:pt modelId="{ED945515-AF0F-49A6-A2FA-5F0A63D4877A}" type="pres">
      <dgm:prSet presAssocID="{B2840621-F243-4F64-84CD-BCC358547668}" presName="parentText" presStyleLbl="node1" presStyleIdx="3" presStyleCnt="4" custScaleX="67389">
        <dgm:presLayoutVars>
          <dgm:chMax val="1"/>
          <dgm:bulletEnabled val="1"/>
        </dgm:presLayoutVars>
      </dgm:prSet>
      <dgm:spPr/>
    </dgm:pt>
    <dgm:pt modelId="{73DE6D5C-6B26-467B-B5EB-4315324F916C}" type="pres">
      <dgm:prSet presAssocID="{B2840621-F243-4F64-84CD-BCC358547668}" presName="descendantText" presStyleLbl="alignAccFollowNode1" presStyleIdx="3" presStyleCnt="4" custScaleX="134482">
        <dgm:presLayoutVars>
          <dgm:bulletEnabled val="1"/>
        </dgm:presLayoutVars>
      </dgm:prSet>
      <dgm:spPr/>
    </dgm:pt>
  </dgm:ptLst>
  <dgm:cxnLst>
    <dgm:cxn modelId="{C446651B-0A78-46F0-8F1E-B268AFA26D33}" srcId="{9CC47995-7997-48FA-A9A7-6F711BF2C1EA}" destId="{3DEAAE1D-143D-48F6-8E0E-82B7E8C63E11}" srcOrd="0" destOrd="0" parTransId="{A642DAAB-3D8B-4D09-8D5B-2D19D505FEFC}" sibTransId="{26E5D526-0D12-457B-AEDB-83A71EC813E8}"/>
    <dgm:cxn modelId="{D8B1E033-1073-488A-BA4E-A562688ABD27}" srcId="{FC09C23B-2B22-4507-B84E-B884802846F6}" destId="{B2840621-F243-4F64-84CD-BCC358547668}" srcOrd="3" destOrd="0" parTransId="{F9DE13A0-CC57-4FA3-8287-0FE5DCB134B0}" sibTransId="{FD3792F4-B2D1-4338-A2C9-830A778DCC1F}"/>
    <dgm:cxn modelId="{B063F034-E405-46BC-BE8B-E031804C3B70}" type="presOf" srcId="{500039B6-3E46-4AE5-ACE0-18BB05B28AA3}" destId="{35F6DBDD-20C2-4875-B5EF-77C9AFFAB508}" srcOrd="0" destOrd="0" presId="urn:microsoft.com/office/officeart/2005/8/layout/vList5"/>
    <dgm:cxn modelId="{D41F2742-3809-4563-AB1D-FBA7742F3F70}" type="presOf" srcId="{1CC3BDD4-2DFF-4035-BB9F-66FEB2F08A67}" destId="{73DE6D5C-6B26-467B-B5EB-4315324F916C}" srcOrd="0" destOrd="0" presId="urn:microsoft.com/office/officeart/2005/8/layout/vList5"/>
    <dgm:cxn modelId="{BA932546-1905-4664-8536-86F8E3F45651}" type="presOf" srcId="{9CC47995-7997-48FA-A9A7-6F711BF2C1EA}" destId="{DAE01556-12A1-4F45-85B6-E844F18F7E1A}" srcOrd="0" destOrd="0" presId="urn:microsoft.com/office/officeart/2005/8/layout/vList5"/>
    <dgm:cxn modelId="{5F4A1948-66A4-429F-8608-BE0779C40305}" srcId="{7525EA9A-9228-41B1-98C6-47B8ECC74C51}" destId="{52CDD132-09C8-4F81-A73C-E57ABD1F4B21}" srcOrd="0" destOrd="0" parTransId="{50324F85-989E-4BB7-A67A-A6C0146493A6}" sibTransId="{9A30C768-AAD2-4CB0-9F59-E952F3F261D7}"/>
    <dgm:cxn modelId="{FD798448-CC11-458D-95FC-298454E59AFE}" srcId="{B2840621-F243-4F64-84CD-BCC358547668}" destId="{1CC3BDD4-2DFF-4035-BB9F-66FEB2F08A67}" srcOrd="0" destOrd="0" parTransId="{F6F2AB12-CC98-4976-82BC-B8B117B824DC}" sibTransId="{975D727B-9024-49B8-8198-7467270ED25C}"/>
    <dgm:cxn modelId="{5AE7A595-25EE-44DB-8323-CF13D4B9CF4D}" srcId="{FC09C23B-2B22-4507-B84E-B884802846F6}" destId="{500039B6-3E46-4AE5-ACE0-18BB05B28AA3}" srcOrd="0" destOrd="0" parTransId="{F574C005-ECB1-4FD6-B291-B6DFA519CC7F}" sibTransId="{8A6AE6F7-B59A-454E-8D96-BD3F0222D249}"/>
    <dgm:cxn modelId="{CBCB4399-C4FD-4BA7-9751-99FCAA37A88C}" type="presOf" srcId="{52CDD132-09C8-4F81-A73C-E57ABD1F4B21}" destId="{3EC91FDB-2C16-4B9F-9BD7-4D8599E6B143}" srcOrd="0" destOrd="0" presId="urn:microsoft.com/office/officeart/2005/8/layout/vList5"/>
    <dgm:cxn modelId="{9790DD99-6A16-4A9D-8E39-A1164A34CE61}" srcId="{500039B6-3E46-4AE5-ACE0-18BB05B28AA3}" destId="{A5201153-33A1-4496-808B-0B1EA29EB535}" srcOrd="0" destOrd="0" parTransId="{F71F1D1B-7EC5-4668-BFBC-6E78A29ACC25}" sibTransId="{C7BA4786-95A4-4A39-A993-51B955591B48}"/>
    <dgm:cxn modelId="{0357C4A4-5BC3-4171-9F53-D2EC7F3F3013}" type="presOf" srcId="{7525EA9A-9228-41B1-98C6-47B8ECC74C51}" destId="{8AF44F59-AEB5-4FD9-A37F-8E2DF46E8485}" srcOrd="0" destOrd="0" presId="urn:microsoft.com/office/officeart/2005/8/layout/vList5"/>
    <dgm:cxn modelId="{BC574EA5-555C-4F07-A0E7-EF875025274B}" type="presOf" srcId="{B2840621-F243-4F64-84CD-BCC358547668}" destId="{ED945515-AF0F-49A6-A2FA-5F0A63D4877A}" srcOrd="0" destOrd="0" presId="urn:microsoft.com/office/officeart/2005/8/layout/vList5"/>
    <dgm:cxn modelId="{777EBBA6-E629-4FAC-B2BC-117AE6BB7923}" type="presOf" srcId="{13D5A561-226A-4B28-844F-1B7A97F739FF}" destId="{3EC91FDB-2C16-4B9F-9BD7-4D8599E6B143}" srcOrd="0" destOrd="1" presId="urn:microsoft.com/office/officeart/2005/8/layout/vList5"/>
    <dgm:cxn modelId="{A4D7B6AB-A925-4A4A-BEC3-571A6D0CE152}" type="presOf" srcId="{3DEAAE1D-143D-48F6-8E0E-82B7E8C63E11}" destId="{2F549C59-CA09-4A62-A286-D8C5F3D7A852}" srcOrd="0" destOrd="0" presId="urn:microsoft.com/office/officeart/2005/8/layout/vList5"/>
    <dgm:cxn modelId="{AF19E0D2-3356-4F37-AB0C-6CFA4549761A}" type="presOf" srcId="{FC09C23B-2B22-4507-B84E-B884802846F6}" destId="{0CB1E8A5-8198-4F2E-9F5D-D4B253055DDB}" srcOrd="0" destOrd="0" presId="urn:microsoft.com/office/officeart/2005/8/layout/vList5"/>
    <dgm:cxn modelId="{9993D2DE-EEA6-4AA9-ACF1-1E47BA4D4113}" srcId="{FC09C23B-2B22-4507-B84E-B884802846F6}" destId="{9CC47995-7997-48FA-A9A7-6F711BF2C1EA}" srcOrd="2" destOrd="0" parTransId="{79B5E67F-5080-4FC9-A3DB-6A14F6D3F84B}" sibTransId="{55E3CF6A-D2D8-4D49-AC62-EDEDF1CCFADF}"/>
    <dgm:cxn modelId="{4BFAABEA-E8CA-4D0A-82E5-BBA5FA0BBC0F}" type="presOf" srcId="{A5201153-33A1-4496-808B-0B1EA29EB535}" destId="{E333B205-2B13-4E21-AA01-215391D3E345}" srcOrd="0" destOrd="0" presId="urn:microsoft.com/office/officeart/2005/8/layout/vList5"/>
    <dgm:cxn modelId="{75C5B1F8-D19B-420B-AF4A-B38DC1DE7D1C}" srcId="{FC09C23B-2B22-4507-B84E-B884802846F6}" destId="{7525EA9A-9228-41B1-98C6-47B8ECC74C51}" srcOrd="1" destOrd="0" parTransId="{00B13087-0F45-419E-BFD5-03A91E07DA57}" sibTransId="{BCBEE2B1-98DA-45BE-9204-38FFF2CCADDE}"/>
    <dgm:cxn modelId="{41189FF9-3D6D-4974-B126-F916D7DDE07B}" srcId="{7525EA9A-9228-41B1-98C6-47B8ECC74C51}" destId="{13D5A561-226A-4B28-844F-1B7A97F739FF}" srcOrd="1" destOrd="0" parTransId="{BDD9FFFF-74F9-48CE-982E-54163F04F753}" sibTransId="{658916BC-8CAA-43F8-A4BB-D12A1F0A9804}"/>
    <dgm:cxn modelId="{AAFE19E8-9F3D-4FDA-97FF-B8ADAD597D82}" type="presParOf" srcId="{0CB1E8A5-8198-4F2E-9F5D-D4B253055DDB}" destId="{07F3A70E-18AC-42A8-8320-A0534FC6B0F7}" srcOrd="0" destOrd="0" presId="urn:microsoft.com/office/officeart/2005/8/layout/vList5"/>
    <dgm:cxn modelId="{FD0DB32D-00EF-473A-B560-1E2956528BB6}" type="presParOf" srcId="{07F3A70E-18AC-42A8-8320-A0534FC6B0F7}" destId="{35F6DBDD-20C2-4875-B5EF-77C9AFFAB508}" srcOrd="0" destOrd="0" presId="urn:microsoft.com/office/officeart/2005/8/layout/vList5"/>
    <dgm:cxn modelId="{DD66F5CC-23A3-4922-8537-FA06038F88EE}" type="presParOf" srcId="{07F3A70E-18AC-42A8-8320-A0534FC6B0F7}" destId="{E333B205-2B13-4E21-AA01-215391D3E345}" srcOrd="1" destOrd="0" presId="urn:microsoft.com/office/officeart/2005/8/layout/vList5"/>
    <dgm:cxn modelId="{41A3CF18-D504-48D8-8591-75482DB7A18B}" type="presParOf" srcId="{0CB1E8A5-8198-4F2E-9F5D-D4B253055DDB}" destId="{46E5C217-15AF-442E-B999-4BD18A782176}" srcOrd="1" destOrd="0" presId="urn:microsoft.com/office/officeart/2005/8/layout/vList5"/>
    <dgm:cxn modelId="{C0BC8AAD-5623-4E8C-AF6C-36D5AB54B78F}" type="presParOf" srcId="{0CB1E8A5-8198-4F2E-9F5D-D4B253055DDB}" destId="{FEBDEAA8-6C8E-4CDD-97BF-339044C5107C}" srcOrd="2" destOrd="0" presId="urn:microsoft.com/office/officeart/2005/8/layout/vList5"/>
    <dgm:cxn modelId="{67E4E613-565C-4D4E-A044-F1EE1CAFF35F}" type="presParOf" srcId="{FEBDEAA8-6C8E-4CDD-97BF-339044C5107C}" destId="{8AF44F59-AEB5-4FD9-A37F-8E2DF46E8485}" srcOrd="0" destOrd="0" presId="urn:microsoft.com/office/officeart/2005/8/layout/vList5"/>
    <dgm:cxn modelId="{24FAE28E-C43E-45B2-B010-65B0A1C4B47B}" type="presParOf" srcId="{FEBDEAA8-6C8E-4CDD-97BF-339044C5107C}" destId="{3EC91FDB-2C16-4B9F-9BD7-4D8599E6B143}" srcOrd="1" destOrd="0" presId="urn:microsoft.com/office/officeart/2005/8/layout/vList5"/>
    <dgm:cxn modelId="{14CAA322-DC43-43D9-B0D3-1C2517E9CA68}" type="presParOf" srcId="{0CB1E8A5-8198-4F2E-9F5D-D4B253055DDB}" destId="{D8833A33-0DB1-4F4B-961B-8E60D9706516}" srcOrd="3" destOrd="0" presId="urn:microsoft.com/office/officeart/2005/8/layout/vList5"/>
    <dgm:cxn modelId="{841FAA8D-7A36-4D10-86AE-A1C15BD466A9}" type="presParOf" srcId="{0CB1E8A5-8198-4F2E-9F5D-D4B253055DDB}" destId="{716974EE-AB51-4B06-BCEB-4DE1498A1F02}" srcOrd="4" destOrd="0" presId="urn:microsoft.com/office/officeart/2005/8/layout/vList5"/>
    <dgm:cxn modelId="{47E590E5-02F0-4997-94DA-F2D7DA1604E1}" type="presParOf" srcId="{716974EE-AB51-4B06-BCEB-4DE1498A1F02}" destId="{DAE01556-12A1-4F45-85B6-E844F18F7E1A}" srcOrd="0" destOrd="0" presId="urn:microsoft.com/office/officeart/2005/8/layout/vList5"/>
    <dgm:cxn modelId="{327E28B2-8744-4290-9595-87952578BD18}" type="presParOf" srcId="{716974EE-AB51-4B06-BCEB-4DE1498A1F02}" destId="{2F549C59-CA09-4A62-A286-D8C5F3D7A852}" srcOrd="1" destOrd="0" presId="urn:microsoft.com/office/officeart/2005/8/layout/vList5"/>
    <dgm:cxn modelId="{2A1EDD72-DEEA-4FF8-888A-1BDF965E74FA}" type="presParOf" srcId="{0CB1E8A5-8198-4F2E-9F5D-D4B253055DDB}" destId="{80C32AEF-CF3A-45AF-AEBB-72CD09C632DD}" srcOrd="5" destOrd="0" presId="urn:microsoft.com/office/officeart/2005/8/layout/vList5"/>
    <dgm:cxn modelId="{88F2EE46-2A0A-4817-B7E8-E11BA0D8EFBF}" type="presParOf" srcId="{0CB1E8A5-8198-4F2E-9F5D-D4B253055DDB}" destId="{58DF019D-A86A-422E-96BA-04456B0623A8}" srcOrd="6" destOrd="0" presId="urn:microsoft.com/office/officeart/2005/8/layout/vList5"/>
    <dgm:cxn modelId="{A9F1E84A-6B8C-40A5-BDBE-A91DACF7D4E3}" type="presParOf" srcId="{58DF019D-A86A-422E-96BA-04456B0623A8}" destId="{ED945515-AF0F-49A6-A2FA-5F0A63D4877A}" srcOrd="0" destOrd="0" presId="urn:microsoft.com/office/officeart/2005/8/layout/vList5"/>
    <dgm:cxn modelId="{7940F618-D889-4058-8D25-AEEB08DBF0E1}" type="presParOf" srcId="{58DF019D-A86A-422E-96BA-04456B0623A8}" destId="{73DE6D5C-6B26-467B-B5EB-4315324F916C}"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679590-FD5A-4E7D-8D9C-4A89DBBD9D26}">
      <dsp:nvSpPr>
        <dsp:cNvPr id="0" name=""/>
        <dsp:cNvSpPr/>
      </dsp:nvSpPr>
      <dsp:spPr>
        <a:xfrm>
          <a:off x="1767680" y="0"/>
          <a:ext cx="4351338" cy="4351338"/>
        </a:xfrm>
        <a:prstGeom prst="diamond">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1A6A25-026A-4F18-8EDD-A165733375A2}">
      <dsp:nvSpPr>
        <dsp:cNvPr id="0" name=""/>
        <dsp:cNvSpPr/>
      </dsp:nvSpPr>
      <dsp:spPr>
        <a:xfrm>
          <a:off x="2181058" y="413377"/>
          <a:ext cx="1697021" cy="1697021"/>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GB" sz="2100" kern="1200"/>
            <a:t>Data </a:t>
          </a:r>
          <a:r>
            <a:rPr lang="en-GB" sz="2100" b="1" kern="1200"/>
            <a:t>processing</a:t>
          </a:r>
          <a:endParaRPr lang="en-MY" sz="2100" kern="1200"/>
        </a:p>
      </dsp:txBody>
      <dsp:txXfrm>
        <a:off x="2263900" y="496219"/>
        <a:ext cx="1531337" cy="1531337"/>
      </dsp:txXfrm>
    </dsp:sp>
    <dsp:sp modelId="{13D4C11C-676E-42ED-9C34-79DB5947EB4D}">
      <dsp:nvSpPr>
        <dsp:cNvPr id="0" name=""/>
        <dsp:cNvSpPr/>
      </dsp:nvSpPr>
      <dsp:spPr>
        <a:xfrm>
          <a:off x="4008620" y="413377"/>
          <a:ext cx="1697021" cy="1697021"/>
        </a:xfrm>
        <a:prstGeom prst="roundRect">
          <a:avLst/>
        </a:prstGeom>
        <a:solidFill>
          <a:schemeClr val="accent4">
            <a:hueOff val="3266964"/>
            <a:satOff val="-13592"/>
            <a:lumOff val="320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GB" sz="2100" kern="1200"/>
            <a:t>Data </a:t>
          </a:r>
          <a:r>
            <a:rPr lang="en-GB" sz="2100" b="1" kern="1200"/>
            <a:t>storage</a:t>
          </a:r>
          <a:endParaRPr lang="en-MY" sz="2100" kern="1200"/>
        </a:p>
      </dsp:txBody>
      <dsp:txXfrm>
        <a:off x="4091462" y="496219"/>
        <a:ext cx="1531337" cy="1531337"/>
      </dsp:txXfrm>
    </dsp:sp>
    <dsp:sp modelId="{69B09258-79B9-4A56-9830-517F234C2C59}">
      <dsp:nvSpPr>
        <dsp:cNvPr id="0" name=""/>
        <dsp:cNvSpPr/>
      </dsp:nvSpPr>
      <dsp:spPr>
        <a:xfrm>
          <a:off x="2181058" y="2240939"/>
          <a:ext cx="1697021" cy="1697021"/>
        </a:xfrm>
        <a:prstGeom prst="roundRect">
          <a:avLst/>
        </a:prstGeom>
        <a:solidFill>
          <a:schemeClr val="accent4">
            <a:hueOff val="6533927"/>
            <a:satOff val="-27185"/>
            <a:lumOff val="640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GB" sz="2100" kern="1200"/>
            <a:t>Data </a:t>
          </a:r>
          <a:r>
            <a:rPr lang="en-GB" sz="2100" b="1" kern="1200"/>
            <a:t>movement</a:t>
          </a:r>
          <a:endParaRPr lang="en-MY" sz="2100" kern="1200"/>
        </a:p>
      </dsp:txBody>
      <dsp:txXfrm>
        <a:off x="2263900" y="2323781"/>
        <a:ext cx="1531337" cy="1531337"/>
      </dsp:txXfrm>
    </dsp:sp>
    <dsp:sp modelId="{B79DA905-15FB-4D0E-80B1-5073F9E2A437}">
      <dsp:nvSpPr>
        <dsp:cNvPr id="0" name=""/>
        <dsp:cNvSpPr/>
      </dsp:nvSpPr>
      <dsp:spPr>
        <a:xfrm>
          <a:off x="4008620" y="2240939"/>
          <a:ext cx="1697021" cy="1697021"/>
        </a:xfrm>
        <a:prstGeom prst="round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GB" sz="2100" b="1" kern="1200"/>
            <a:t>Control</a:t>
          </a:r>
          <a:endParaRPr lang="en-MY" sz="2100" kern="1200"/>
        </a:p>
      </dsp:txBody>
      <dsp:txXfrm>
        <a:off x="4091462" y="2323781"/>
        <a:ext cx="1531337" cy="15313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33B205-2B13-4E21-AA01-215391D3E345}">
      <dsp:nvSpPr>
        <dsp:cNvPr id="0" name=""/>
        <dsp:cNvSpPr/>
      </dsp:nvSpPr>
      <dsp:spPr>
        <a:xfrm rot="5400000">
          <a:off x="4391335" y="-2549885"/>
          <a:ext cx="837972" cy="6151591"/>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66750">
            <a:lnSpc>
              <a:spcPct val="90000"/>
            </a:lnSpc>
            <a:spcBef>
              <a:spcPct val="0"/>
            </a:spcBef>
            <a:spcAft>
              <a:spcPct val="15000"/>
            </a:spcAft>
            <a:buChar char="•"/>
          </a:pPr>
          <a:r>
            <a:rPr lang="en-MY" sz="1500" kern="1200" dirty="0"/>
            <a:t>Data may  take a wide variety of forms and different processing requirements </a:t>
          </a:r>
        </a:p>
      </dsp:txBody>
      <dsp:txXfrm rot="-5400000">
        <a:off x="1734526" y="147830"/>
        <a:ext cx="6110685" cy="756160"/>
      </dsp:txXfrm>
    </dsp:sp>
    <dsp:sp modelId="{35F6DBDD-20C2-4875-B5EF-77C9AFFAB508}">
      <dsp:nvSpPr>
        <dsp:cNvPr id="0" name=""/>
        <dsp:cNvSpPr/>
      </dsp:nvSpPr>
      <dsp:spPr>
        <a:xfrm>
          <a:off x="582" y="2177"/>
          <a:ext cx="1733943" cy="104746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a:t>Data </a:t>
          </a:r>
          <a:r>
            <a:rPr lang="en-GB" sz="2000" b="1" kern="1200"/>
            <a:t>processing</a:t>
          </a:r>
          <a:endParaRPr lang="en-MY" sz="2000" kern="1200"/>
        </a:p>
      </dsp:txBody>
      <dsp:txXfrm>
        <a:off x="51715" y="53310"/>
        <a:ext cx="1631677" cy="945199"/>
      </dsp:txXfrm>
    </dsp:sp>
    <dsp:sp modelId="{3EC91FDB-2C16-4B9F-9BD7-4D8599E6B143}">
      <dsp:nvSpPr>
        <dsp:cNvPr id="0" name=""/>
        <dsp:cNvSpPr/>
      </dsp:nvSpPr>
      <dsp:spPr>
        <a:xfrm rot="5400000">
          <a:off x="4391335" y="-1450046"/>
          <a:ext cx="837972" cy="6151591"/>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66750">
            <a:lnSpc>
              <a:spcPct val="90000"/>
            </a:lnSpc>
            <a:spcBef>
              <a:spcPct val="0"/>
            </a:spcBef>
            <a:spcAft>
              <a:spcPct val="15000"/>
            </a:spcAft>
            <a:buChar char="•"/>
          </a:pPr>
          <a:r>
            <a:rPr lang="en-MY" sz="1500" kern="1200" dirty="0"/>
            <a:t>Even though the computer process the data on the fly, the computer must temporarily store at least those pieces of data </a:t>
          </a:r>
        </a:p>
        <a:p>
          <a:pPr marL="114300" lvl="1" indent="-114300" algn="l" defTabSz="666750">
            <a:lnSpc>
              <a:spcPct val="90000"/>
            </a:lnSpc>
            <a:spcBef>
              <a:spcPct val="0"/>
            </a:spcBef>
            <a:spcAft>
              <a:spcPct val="15000"/>
            </a:spcAft>
            <a:buChar char="•"/>
          </a:pPr>
          <a:r>
            <a:rPr lang="en-MY" sz="1500" kern="1200" dirty="0"/>
            <a:t>Short term vs long term data storage</a:t>
          </a:r>
        </a:p>
      </dsp:txBody>
      <dsp:txXfrm rot="-5400000">
        <a:off x="1734526" y="1247669"/>
        <a:ext cx="6110685" cy="756160"/>
      </dsp:txXfrm>
    </dsp:sp>
    <dsp:sp modelId="{8AF44F59-AEB5-4FD9-A37F-8E2DF46E8485}">
      <dsp:nvSpPr>
        <dsp:cNvPr id="0" name=""/>
        <dsp:cNvSpPr/>
      </dsp:nvSpPr>
      <dsp:spPr>
        <a:xfrm>
          <a:off x="582" y="1102016"/>
          <a:ext cx="1733943" cy="104746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a:t>Data </a:t>
          </a:r>
          <a:r>
            <a:rPr lang="en-GB" sz="2000" b="1" kern="1200"/>
            <a:t>storage</a:t>
          </a:r>
          <a:endParaRPr lang="en-MY" sz="2000" kern="1200"/>
        </a:p>
      </dsp:txBody>
      <dsp:txXfrm>
        <a:off x="51715" y="1153149"/>
        <a:ext cx="1631677" cy="945199"/>
      </dsp:txXfrm>
    </dsp:sp>
    <dsp:sp modelId="{2F549C59-CA09-4A62-A286-D8C5F3D7A852}">
      <dsp:nvSpPr>
        <dsp:cNvPr id="0" name=""/>
        <dsp:cNvSpPr/>
      </dsp:nvSpPr>
      <dsp:spPr>
        <a:xfrm rot="5400000">
          <a:off x="4391335" y="-350207"/>
          <a:ext cx="837972" cy="6151591"/>
        </a:xfrm>
        <a:prstGeom prst="round2Same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66750">
            <a:lnSpc>
              <a:spcPct val="90000"/>
            </a:lnSpc>
            <a:spcBef>
              <a:spcPct val="0"/>
            </a:spcBef>
            <a:spcAft>
              <a:spcPct val="15000"/>
            </a:spcAft>
            <a:buChar char="•"/>
          </a:pPr>
          <a:r>
            <a:rPr lang="en-MY" sz="1500" kern="1200" dirty="0"/>
            <a:t>Input-output (I/O)</a:t>
          </a:r>
          <a:br>
            <a:rPr lang="en-MY" sz="1500" kern="1200" dirty="0"/>
          </a:br>
          <a:r>
            <a:rPr lang="en-MY" sz="1500" kern="1200" dirty="0"/>
            <a:t>Peripheral </a:t>
          </a:r>
        </a:p>
      </dsp:txBody>
      <dsp:txXfrm rot="-5400000">
        <a:off x="1734526" y="2347508"/>
        <a:ext cx="6110685" cy="756160"/>
      </dsp:txXfrm>
    </dsp:sp>
    <dsp:sp modelId="{DAE01556-12A1-4F45-85B6-E844F18F7E1A}">
      <dsp:nvSpPr>
        <dsp:cNvPr id="0" name=""/>
        <dsp:cNvSpPr/>
      </dsp:nvSpPr>
      <dsp:spPr>
        <a:xfrm>
          <a:off x="582" y="2201855"/>
          <a:ext cx="1733943" cy="104746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kern="1200"/>
            <a:t>Data </a:t>
          </a:r>
          <a:r>
            <a:rPr lang="en-GB" sz="2000" b="1" kern="1200"/>
            <a:t>movement</a:t>
          </a:r>
          <a:endParaRPr lang="en-MY" sz="2000" kern="1200"/>
        </a:p>
      </dsp:txBody>
      <dsp:txXfrm>
        <a:off x="51715" y="2252988"/>
        <a:ext cx="1631677" cy="945199"/>
      </dsp:txXfrm>
    </dsp:sp>
    <dsp:sp modelId="{73DE6D5C-6B26-467B-B5EB-4315324F916C}">
      <dsp:nvSpPr>
        <dsp:cNvPr id="0" name=""/>
        <dsp:cNvSpPr/>
      </dsp:nvSpPr>
      <dsp:spPr>
        <a:xfrm rot="5400000">
          <a:off x="4391335" y="749631"/>
          <a:ext cx="837972" cy="6151591"/>
        </a:xfrm>
        <a:prstGeom prst="round2Same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66750">
            <a:lnSpc>
              <a:spcPct val="90000"/>
            </a:lnSpc>
            <a:spcBef>
              <a:spcPct val="0"/>
            </a:spcBef>
            <a:spcAft>
              <a:spcPct val="15000"/>
            </a:spcAft>
            <a:buChar char="•"/>
          </a:pPr>
          <a:r>
            <a:rPr lang="en-MY" sz="1500" kern="1200" dirty="0"/>
            <a:t>Manages the computer resources </a:t>
          </a:r>
        </a:p>
      </dsp:txBody>
      <dsp:txXfrm rot="-5400000">
        <a:off x="1734526" y="3447346"/>
        <a:ext cx="6110685" cy="756160"/>
      </dsp:txXfrm>
    </dsp:sp>
    <dsp:sp modelId="{ED945515-AF0F-49A6-A2FA-5F0A63D4877A}">
      <dsp:nvSpPr>
        <dsp:cNvPr id="0" name=""/>
        <dsp:cNvSpPr/>
      </dsp:nvSpPr>
      <dsp:spPr>
        <a:xfrm>
          <a:off x="582" y="3301694"/>
          <a:ext cx="1733943" cy="104746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GB" sz="2000" b="1" kern="1200"/>
            <a:t>Control</a:t>
          </a:r>
          <a:endParaRPr lang="en-MY" sz="2000" kern="1200"/>
        </a:p>
      </dsp:txBody>
      <dsp:txXfrm>
        <a:off x="51715" y="3352827"/>
        <a:ext cx="1631677" cy="945199"/>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29D9B675-C908-4EF3-AA91-F7FB904737A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60419" name="Rectangle 3">
            <a:extLst>
              <a:ext uri="{FF2B5EF4-FFF2-40B4-BE49-F238E27FC236}">
                <a16:creationId xmlns:a16="http://schemas.microsoft.com/office/drawing/2014/main" id="{46156764-D514-6CC9-9D7F-ECC13E8FA10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spcBef>
                <a:spcPct val="0"/>
              </a:spcBef>
              <a:buClrTx/>
              <a:buFontTx/>
              <a:buNone/>
              <a:defRPr kumimoji="0" sz="1200">
                <a:latin typeface="Times New Roman" pitchFamily="18" charset="0"/>
              </a:defRPr>
            </a:lvl1pPr>
          </a:lstStyle>
          <a:p>
            <a:pPr>
              <a:defRPr/>
            </a:pPr>
            <a:endParaRPr lang="en-US"/>
          </a:p>
        </p:txBody>
      </p:sp>
      <p:sp>
        <p:nvSpPr>
          <p:cNvPr id="60420" name="Rectangle 4">
            <a:extLst>
              <a:ext uri="{FF2B5EF4-FFF2-40B4-BE49-F238E27FC236}">
                <a16:creationId xmlns:a16="http://schemas.microsoft.com/office/drawing/2014/main" id="{16F2A9AA-7E40-7C5F-25E0-DE9E255F428B}"/>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60421" name="Rectangle 5">
            <a:extLst>
              <a:ext uri="{FF2B5EF4-FFF2-40B4-BE49-F238E27FC236}">
                <a16:creationId xmlns:a16="http://schemas.microsoft.com/office/drawing/2014/main" id="{2FA9CFFE-F03F-1A2F-CD18-B8BE198F890A}"/>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kumimoji="0" sz="1200">
                <a:latin typeface="Times New Roman" panose="02020603050405020304" pitchFamily="18" charset="0"/>
              </a:defRPr>
            </a:lvl1pPr>
          </a:lstStyle>
          <a:p>
            <a:pPr>
              <a:defRPr/>
            </a:pPr>
            <a:fld id="{48A47FB9-7DCB-454A-84B2-535ED3357009}"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CDAC44C-2100-2414-8891-F351F259568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59395" name="Rectangle 3">
            <a:extLst>
              <a:ext uri="{FF2B5EF4-FFF2-40B4-BE49-F238E27FC236}">
                <a16:creationId xmlns:a16="http://schemas.microsoft.com/office/drawing/2014/main" id="{49A9E8D6-36D4-4A45-6A9D-2CB6B8C73AB7}"/>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spcBef>
                <a:spcPct val="0"/>
              </a:spcBef>
              <a:buClrTx/>
              <a:buFontTx/>
              <a:buNone/>
              <a:defRPr kumimoji="0" sz="1200">
                <a:latin typeface="Times New Roman" pitchFamily="18" charset="0"/>
              </a:defRPr>
            </a:lvl1pPr>
          </a:lstStyle>
          <a:p>
            <a:pPr>
              <a:defRPr/>
            </a:pPr>
            <a:endParaRPr lang="en-US"/>
          </a:p>
        </p:txBody>
      </p:sp>
      <p:sp>
        <p:nvSpPr>
          <p:cNvPr id="3076" name="Rectangle 4">
            <a:extLst>
              <a:ext uri="{FF2B5EF4-FFF2-40B4-BE49-F238E27FC236}">
                <a16:creationId xmlns:a16="http://schemas.microsoft.com/office/drawing/2014/main" id="{8199DC31-8F72-6513-816B-8FE2EBD08B0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7" name="Rectangle 5">
            <a:extLst>
              <a:ext uri="{FF2B5EF4-FFF2-40B4-BE49-F238E27FC236}">
                <a16:creationId xmlns:a16="http://schemas.microsoft.com/office/drawing/2014/main" id="{DA3872B9-82B1-58BC-809F-967C05F6553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9398" name="Rectangle 6">
            <a:extLst>
              <a:ext uri="{FF2B5EF4-FFF2-40B4-BE49-F238E27FC236}">
                <a16:creationId xmlns:a16="http://schemas.microsoft.com/office/drawing/2014/main" id="{2512EA4C-ED52-D040-E79F-ADC6F64BB3A5}"/>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59399" name="Rectangle 7">
            <a:extLst>
              <a:ext uri="{FF2B5EF4-FFF2-40B4-BE49-F238E27FC236}">
                <a16:creationId xmlns:a16="http://schemas.microsoft.com/office/drawing/2014/main" id="{4B215607-59A9-B251-ABE8-4C7EC9042821}"/>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kumimoji="0" sz="1200">
                <a:latin typeface="Times New Roman" panose="02020603050405020304" pitchFamily="18" charset="0"/>
              </a:defRPr>
            </a:lvl1pPr>
          </a:lstStyle>
          <a:p>
            <a:pPr>
              <a:defRPr/>
            </a:pPr>
            <a:fld id="{673D6738-8214-493C-8078-FB634C990E7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B4504A08-FC85-7CCA-33B0-53B69379D6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28D7739F-D5FF-4C7D-8647-7006FE91B546}" type="slidenum">
              <a:rPr kumimoji="0" lang="en-US" altLang="en-US" sz="1200" smtClean="0">
                <a:latin typeface="Times New Roman" panose="02020603050405020304" pitchFamily="18" charset="0"/>
              </a:rPr>
              <a:pPr/>
              <a:t>1</a:t>
            </a:fld>
            <a:endParaRPr kumimoji="0" lang="en-US" altLang="en-US" sz="1200">
              <a:latin typeface="Times New Roman" panose="02020603050405020304" pitchFamily="18" charset="0"/>
            </a:endParaRPr>
          </a:p>
        </p:txBody>
      </p:sp>
      <p:sp>
        <p:nvSpPr>
          <p:cNvPr id="6147" name="Rectangle 2">
            <a:extLst>
              <a:ext uri="{FF2B5EF4-FFF2-40B4-BE49-F238E27FC236}">
                <a16:creationId xmlns:a16="http://schemas.microsoft.com/office/drawing/2014/main" id="{75661F6F-214D-2FBB-6CDB-1072B81D7E18}"/>
              </a:ext>
            </a:extLst>
          </p:cNvPr>
          <p:cNvSpPr>
            <a:spLocks noGrp="1" noRot="1" noChangeAspect="1" noChangeArrowheads="1" noTextEdit="1"/>
          </p:cNvSpPr>
          <p:nvPr>
            <p:ph type="sldImg"/>
          </p:nvPr>
        </p:nvSpPr>
        <p:spPr>
          <a:xfrm>
            <a:off x="1143000" y="685800"/>
            <a:ext cx="4572000" cy="3429000"/>
          </a:xfrm>
          <a:ln/>
        </p:spPr>
      </p:sp>
      <p:sp>
        <p:nvSpPr>
          <p:cNvPr id="6148" name="Rectangle 3">
            <a:extLst>
              <a:ext uri="{FF2B5EF4-FFF2-40B4-BE49-F238E27FC236}">
                <a16:creationId xmlns:a16="http://schemas.microsoft.com/office/drawing/2014/main" id="{F3E5222E-B372-4AEF-E679-5D4F8C1C16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B844BD1B-7B60-647F-9FFF-3DCC0E4B95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FA4307DE-E100-496A-9E4C-EBE4738F0EDC}" type="slidenum">
              <a:rPr kumimoji="0" lang="en-US" altLang="en-US" sz="1200" smtClean="0">
                <a:latin typeface="Times New Roman" panose="02020603050405020304" pitchFamily="18" charset="0"/>
              </a:rPr>
              <a:pPr/>
              <a:t>3</a:t>
            </a:fld>
            <a:endParaRPr kumimoji="0" lang="en-US" altLang="en-US" sz="1200">
              <a:latin typeface="Times New Roman" panose="02020603050405020304" pitchFamily="18" charset="0"/>
            </a:endParaRPr>
          </a:p>
        </p:txBody>
      </p:sp>
      <p:sp>
        <p:nvSpPr>
          <p:cNvPr id="12291" name="Rectangle 2">
            <a:extLst>
              <a:ext uri="{FF2B5EF4-FFF2-40B4-BE49-F238E27FC236}">
                <a16:creationId xmlns:a16="http://schemas.microsoft.com/office/drawing/2014/main" id="{FFB757CA-6933-39B9-A501-F56E0A73BADB}"/>
              </a:ext>
            </a:extLst>
          </p:cNvPr>
          <p:cNvSpPr>
            <a:spLocks noGrp="1" noRot="1" noChangeAspect="1" noChangeArrowheads="1" noTextEdit="1"/>
          </p:cNvSpPr>
          <p:nvPr>
            <p:ph type="sldImg"/>
          </p:nvPr>
        </p:nvSpPr>
        <p:spPr>
          <a:xfrm>
            <a:off x="1143000" y="685800"/>
            <a:ext cx="4572000" cy="3429000"/>
          </a:xfrm>
          <a:ln/>
        </p:spPr>
      </p:sp>
      <p:sp>
        <p:nvSpPr>
          <p:cNvPr id="12292" name="Rectangle 3">
            <a:extLst>
              <a:ext uri="{FF2B5EF4-FFF2-40B4-BE49-F238E27FC236}">
                <a16:creationId xmlns:a16="http://schemas.microsoft.com/office/drawing/2014/main" id="{06522873-FFE1-AB8B-620F-A7F79BA77B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buFont typeface="Arial" panose="020B0604020202020204" pitchFamily="34" charset="0"/>
              <a:buChar char="•"/>
            </a:pPr>
            <a:r>
              <a:rPr lang="en-US" sz="1800" b="0" i="0" dirty="0">
                <a:solidFill>
                  <a:srgbClr val="000000"/>
                </a:solidFill>
                <a:effectLst/>
                <a:latin typeface="Sabon-Roman"/>
              </a:rPr>
              <a:t>The first step in understanding computer architecture is learning its language. </a:t>
            </a:r>
          </a:p>
          <a:p>
            <a:pPr marL="285750" indent="-285750">
              <a:buFont typeface="Arial" panose="020B0604020202020204" pitchFamily="34" charset="0"/>
              <a:buChar char="•"/>
            </a:pPr>
            <a:r>
              <a:rPr lang="en-US" sz="1800" b="0" i="0" dirty="0">
                <a:solidFill>
                  <a:srgbClr val="000000"/>
                </a:solidFill>
                <a:effectLst/>
                <a:latin typeface="Sabon-Roman"/>
              </a:rPr>
              <a:t>The words in a computer’s language are called </a:t>
            </a:r>
            <a:r>
              <a:rPr lang="en-US" sz="1800" b="0" i="1" dirty="0">
                <a:solidFill>
                  <a:srgbClr val="000000"/>
                </a:solidFill>
                <a:effectLst/>
                <a:latin typeface="Sabon-Italic"/>
              </a:rPr>
              <a:t>instructions</a:t>
            </a:r>
            <a:r>
              <a:rPr lang="en-US" sz="1800" b="0" i="0" dirty="0">
                <a:solidFill>
                  <a:srgbClr val="000000"/>
                </a:solidFill>
                <a:effectLst/>
                <a:latin typeface="Sabon-Roman"/>
              </a:rPr>
              <a:t>. The computer’s vocabulary is called the instruction set. </a:t>
            </a:r>
          </a:p>
          <a:p>
            <a:pPr marL="285750" indent="-285750">
              <a:buFont typeface="Arial" panose="020B0604020202020204" pitchFamily="34" charset="0"/>
              <a:buChar char="•"/>
            </a:pPr>
            <a:r>
              <a:rPr lang="en-US" sz="1800" b="0" i="0" dirty="0">
                <a:solidFill>
                  <a:srgbClr val="000000"/>
                </a:solidFill>
                <a:effectLst/>
                <a:latin typeface="Sabon-Roman"/>
              </a:rPr>
              <a:t>All programs running on a computer use the same </a:t>
            </a:r>
            <a:r>
              <a:rPr lang="en-US" sz="1800" b="0" i="1" dirty="0">
                <a:solidFill>
                  <a:srgbClr val="000000"/>
                </a:solidFill>
                <a:effectLst/>
                <a:latin typeface="Sabon-Italic"/>
              </a:rPr>
              <a:t>instruction set</a:t>
            </a:r>
            <a:r>
              <a:rPr lang="en-US" sz="1800" b="0" i="0" dirty="0">
                <a:solidFill>
                  <a:srgbClr val="000000"/>
                </a:solidFill>
                <a:effectLst/>
                <a:latin typeface="Sabon-Roman"/>
              </a:rPr>
              <a:t>. </a:t>
            </a:r>
          </a:p>
          <a:p>
            <a:pPr marL="285750" indent="-285750">
              <a:buFont typeface="Arial" panose="020B0604020202020204" pitchFamily="34" charset="0"/>
              <a:buChar char="•"/>
            </a:pPr>
            <a:r>
              <a:rPr lang="en-US" sz="1800" b="0" i="0" dirty="0">
                <a:solidFill>
                  <a:srgbClr val="000000"/>
                </a:solidFill>
                <a:effectLst/>
                <a:latin typeface="Sabon-Roman"/>
              </a:rPr>
              <a:t>Even complex software applications, such as word processing and spreadsheet applications, are eventually compiled into a series of simple instructions such as add, subtract, and jump. </a:t>
            </a:r>
          </a:p>
          <a:p>
            <a:pPr marL="285750" indent="-285750">
              <a:buFont typeface="Arial" panose="020B0604020202020204" pitchFamily="34" charset="0"/>
              <a:buChar char="•"/>
            </a:pPr>
            <a:r>
              <a:rPr lang="en-US" sz="1800" b="0" i="0" dirty="0">
                <a:solidFill>
                  <a:srgbClr val="000000"/>
                </a:solidFill>
                <a:effectLst/>
                <a:latin typeface="Sabon-Roman"/>
              </a:rPr>
              <a:t>Computer instructions indicate both the operation to perform and the operands to use. The operands may come from memory, from registers, or from the instruction itself.</a:t>
            </a:r>
            <a:r>
              <a:rPr lang="en-US" dirty="0"/>
              <a:t> </a:t>
            </a:r>
            <a:br>
              <a:rPr lang="en-US" dirty="0"/>
            </a:br>
            <a:endParaRPr lang="en-GB"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4549A436-E2A2-B70B-0532-C41D5C6815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CD411686-9FB4-46A5-B7A5-041A2641A4DE}" type="slidenum">
              <a:rPr kumimoji="0" lang="en-US" altLang="en-US" sz="1200" smtClean="0">
                <a:latin typeface="Times New Roman" panose="02020603050405020304" pitchFamily="18" charset="0"/>
              </a:rPr>
              <a:pPr/>
              <a:t>4</a:t>
            </a:fld>
            <a:endParaRPr kumimoji="0" lang="en-US" altLang="en-US" sz="1200">
              <a:latin typeface="Times New Roman" panose="02020603050405020304" pitchFamily="18" charset="0"/>
            </a:endParaRPr>
          </a:p>
        </p:txBody>
      </p:sp>
      <p:sp>
        <p:nvSpPr>
          <p:cNvPr id="14339" name="Rectangle 2">
            <a:extLst>
              <a:ext uri="{FF2B5EF4-FFF2-40B4-BE49-F238E27FC236}">
                <a16:creationId xmlns:a16="http://schemas.microsoft.com/office/drawing/2014/main" id="{2240A3BD-6966-CE84-74FD-E87CF7449AE0}"/>
              </a:ext>
            </a:extLst>
          </p:cNvPr>
          <p:cNvSpPr>
            <a:spLocks noGrp="1" noRot="1" noChangeAspect="1" noChangeArrowheads="1" noTextEdit="1"/>
          </p:cNvSpPr>
          <p:nvPr>
            <p:ph type="sldImg"/>
          </p:nvPr>
        </p:nvSpPr>
        <p:spPr>
          <a:xfrm>
            <a:off x="1143000" y="685800"/>
            <a:ext cx="4572000" cy="3429000"/>
          </a:xfrm>
          <a:ln/>
        </p:spPr>
      </p:sp>
      <p:sp>
        <p:nvSpPr>
          <p:cNvPr id="14340" name="Rectangle 3">
            <a:extLst>
              <a:ext uri="{FF2B5EF4-FFF2-40B4-BE49-F238E27FC236}">
                <a16:creationId xmlns:a16="http://schemas.microsoft.com/office/drawing/2014/main" id="{7C23A07D-35CA-2BA7-C04D-4DBAA00D95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AE302BFB-7E0D-1AA2-9CF9-FEB30E3915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49BD759D-F809-4D2C-9CC5-7120C5EFFF24}" type="slidenum">
              <a:rPr kumimoji="0" lang="en-US" altLang="en-US" sz="1200" smtClean="0">
                <a:latin typeface="Times New Roman" panose="02020603050405020304" pitchFamily="18" charset="0"/>
              </a:rPr>
              <a:pPr/>
              <a:t>5</a:t>
            </a:fld>
            <a:endParaRPr kumimoji="0" lang="en-US" altLang="en-US" sz="1200">
              <a:latin typeface="Times New Roman" panose="02020603050405020304" pitchFamily="18" charset="0"/>
            </a:endParaRPr>
          </a:p>
        </p:txBody>
      </p:sp>
      <p:sp>
        <p:nvSpPr>
          <p:cNvPr id="16387" name="Rectangle 2">
            <a:extLst>
              <a:ext uri="{FF2B5EF4-FFF2-40B4-BE49-F238E27FC236}">
                <a16:creationId xmlns:a16="http://schemas.microsoft.com/office/drawing/2014/main" id="{40286B23-3F39-D611-1BFD-14232F47F369}"/>
              </a:ext>
            </a:extLst>
          </p:cNvPr>
          <p:cNvSpPr>
            <a:spLocks noGrp="1" noRot="1" noChangeAspect="1" noChangeArrowheads="1" noTextEdit="1"/>
          </p:cNvSpPr>
          <p:nvPr>
            <p:ph type="sldImg"/>
          </p:nvPr>
        </p:nvSpPr>
        <p:spPr>
          <a:xfrm>
            <a:off x="1143000" y="685800"/>
            <a:ext cx="4572000" cy="3429000"/>
          </a:xfrm>
          <a:ln/>
        </p:spPr>
      </p:sp>
      <p:sp>
        <p:nvSpPr>
          <p:cNvPr id="16388" name="Rectangle 3">
            <a:extLst>
              <a:ext uri="{FF2B5EF4-FFF2-40B4-BE49-F238E27FC236}">
                <a16:creationId xmlns:a16="http://schemas.microsoft.com/office/drawing/2014/main" id="{C7C00A46-A4F6-6D4B-6D55-07FEC8B1D4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A7138D26-3071-ADCA-FC22-18270A39DA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906960B2-3DA6-4560-A266-13AF03A53E35}" type="slidenum">
              <a:rPr kumimoji="0" lang="en-US" altLang="en-US" sz="1200" smtClean="0">
                <a:latin typeface="Times New Roman" panose="02020603050405020304" pitchFamily="18" charset="0"/>
              </a:rPr>
              <a:pPr/>
              <a:t>6</a:t>
            </a:fld>
            <a:endParaRPr kumimoji="0" lang="en-US" altLang="en-US" sz="1200">
              <a:latin typeface="Times New Roman" panose="02020603050405020304" pitchFamily="18" charset="0"/>
            </a:endParaRPr>
          </a:p>
        </p:txBody>
      </p:sp>
      <p:sp>
        <p:nvSpPr>
          <p:cNvPr id="18435" name="Rectangle 2">
            <a:extLst>
              <a:ext uri="{FF2B5EF4-FFF2-40B4-BE49-F238E27FC236}">
                <a16:creationId xmlns:a16="http://schemas.microsoft.com/office/drawing/2014/main" id="{942E1A95-1732-3D47-6A1A-14E5689854FA}"/>
              </a:ext>
            </a:extLst>
          </p:cNvPr>
          <p:cNvSpPr>
            <a:spLocks noGrp="1" noRot="1" noChangeAspect="1" noChangeArrowheads="1" noTextEdit="1"/>
          </p:cNvSpPr>
          <p:nvPr>
            <p:ph type="sldImg"/>
          </p:nvPr>
        </p:nvSpPr>
        <p:spPr>
          <a:xfrm>
            <a:off x="1143000" y="685800"/>
            <a:ext cx="4572000" cy="3429000"/>
          </a:xfrm>
          <a:ln/>
        </p:spPr>
      </p:sp>
      <p:sp>
        <p:nvSpPr>
          <p:cNvPr id="18436" name="Rectangle 3">
            <a:extLst>
              <a:ext uri="{FF2B5EF4-FFF2-40B4-BE49-F238E27FC236}">
                <a16:creationId xmlns:a16="http://schemas.microsoft.com/office/drawing/2014/main" id="{F7EDA380-F8C8-B2F5-861F-F5D38814E2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a:buFont typeface="Arial" panose="020B0604020202020204" pitchFamily="34" charset="0"/>
              <a:buNone/>
            </a:pPr>
            <a:r>
              <a:rPr lang="en-US" b="0" i="0" dirty="0">
                <a:solidFill>
                  <a:srgbClr val="292929"/>
                </a:solidFill>
                <a:effectLst/>
                <a:latin typeface="roboto-flex"/>
              </a:rPr>
              <a:t>X86</a:t>
            </a:r>
          </a:p>
          <a:p>
            <a:pPr marL="171450" indent="-171450">
              <a:buFont typeface="Arial" panose="020B0604020202020204" pitchFamily="34" charset="0"/>
              <a:buChar char="•"/>
            </a:pPr>
            <a:r>
              <a:rPr lang="en-US" b="0" i="0" dirty="0">
                <a:solidFill>
                  <a:srgbClr val="292929"/>
                </a:solidFill>
                <a:effectLst/>
                <a:latin typeface="roboto-flex"/>
              </a:rPr>
              <a:t>The world's predominant hardware platform for laptops, desktops and servers. </a:t>
            </a:r>
          </a:p>
          <a:p>
            <a:pPr marL="171450" indent="-171450">
              <a:buFont typeface="Arial" panose="020B0604020202020204" pitchFamily="34" charset="0"/>
              <a:buChar char="•"/>
            </a:pPr>
            <a:r>
              <a:rPr lang="en-US" b="0" i="0" dirty="0">
                <a:solidFill>
                  <a:srgbClr val="292929"/>
                </a:solidFill>
                <a:effectLst/>
                <a:latin typeface="roboto-flex"/>
              </a:rPr>
              <a:t>The x86 line was developed by Intel and includes the Core, Xeon, Pentium, Atom and original 8086 family (hence the "86"). With an even greater market share than x86</a:t>
            </a:r>
          </a:p>
          <a:p>
            <a:pPr marL="171450" indent="-171450">
              <a:buFont typeface="Arial" panose="020B0604020202020204" pitchFamily="34" charset="0"/>
              <a:buChar char="•"/>
            </a:pPr>
            <a:r>
              <a:rPr lang="en-US" b="0" i="0" dirty="0">
                <a:solidFill>
                  <a:srgbClr val="292929"/>
                </a:solidFill>
                <a:effectLst/>
                <a:latin typeface="roboto-flex"/>
              </a:rPr>
              <a:t>ARM is the hardware platform for mobile devices and appliances </a:t>
            </a:r>
          </a:p>
          <a:p>
            <a:pPr marL="0" indent="0">
              <a:buFont typeface="Arial" panose="020B0604020202020204" pitchFamily="34" charset="0"/>
              <a:buNone/>
            </a:pPr>
            <a:endParaRPr lang="en-US" altLang="en-US" b="0" i="0" dirty="0">
              <a:solidFill>
                <a:srgbClr val="292929"/>
              </a:solidFill>
              <a:effectLst/>
              <a:latin typeface="roboto-flex"/>
            </a:endParaRPr>
          </a:p>
          <a:p>
            <a:pPr marL="0" indent="0">
              <a:buFont typeface="Arial" panose="020B0604020202020204" pitchFamily="34" charset="0"/>
              <a:buNone/>
            </a:pPr>
            <a:r>
              <a:rPr lang="en-US" altLang="en-US" b="0" i="0" dirty="0">
                <a:solidFill>
                  <a:srgbClr val="292929"/>
                </a:solidFill>
                <a:effectLst/>
                <a:latin typeface="roboto-flex"/>
              </a:rPr>
              <a:t>ARM cortex</a:t>
            </a:r>
          </a:p>
          <a:p>
            <a:pPr marL="171450" indent="-171450">
              <a:buFont typeface="Arial" panose="020B0604020202020204" pitchFamily="34" charset="0"/>
              <a:buChar char="•"/>
            </a:pPr>
            <a:r>
              <a:rPr lang="en-US" b="0" i="0" dirty="0">
                <a:solidFill>
                  <a:srgbClr val="3A3A3A"/>
                </a:solidFill>
                <a:effectLst/>
                <a:latin typeface="Open Sans" panose="020B0606030504020204" pitchFamily="34" charset="0"/>
              </a:rPr>
              <a:t>ARM Cortex-M architecture highly efficient, low cost and energy-efficient processor and it has been used in millions of customer devices.</a:t>
            </a:r>
          </a:p>
          <a:p>
            <a:pPr marL="171450" indent="-171450">
              <a:buFont typeface="Arial" panose="020B0604020202020204" pitchFamily="34" charset="0"/>
              <a:buChar char="•"/>
            </a:pPr>
            <a:r>
              <a:rPr lang="en-US" b="0" i="0" dirty="0">
                <a:solidFill>
                  <a:srgbClr val="3A3A3A"/>
                </a:solidFill>
                <a:effectLst/>
                <a:latin typeface="Open Sans" panose="020B0606030504020204" pitchFamily="34" charset="0"/>
              </a:rPr>
              <a:t>Application of cortex-M4 mainly lies in the areas where we need intense digital signal processing or we want to do math related operating in floating point format. </a:t>
            </a:r>
            <a:endParaRPr lang="en-GB"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E6F6057F-6CFB-C793-005F-D3F568258D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487857EB-C60A-453E-A6F1-D038ED67E4A4}" type="slidenum">
              <a:rPr kumimoji="0" lang="en-US" altLang="en-US" sz="1200" smtClean="0">
                <a:latin typeface="Times New Roman" panose="02020603050405020304" pitchFamily="18" charset="0"/>
              </a:rPr>
              <a:pPr/>
              <a:t>7</a:t>
            </a:fld>
            <a:endParaRPr kumimoji="0" lang="en-US" altLang="en-US" sz="1200">
              <a:latin typeface="Times New Roman" panose="02020603050405020304" pitchFamily="18" charset="0"/>
            </a:endParaRPr>
          </a:p>
        </p:txBody>
      </p:sp>
      <p:sp>
        <p:nvSpPr>
          <p:cNvPr id="20483" name="Rectangle 2">
            <a:extLst>
              <a:ext uri="{FF2B5EF4-FFF2-40B4-BE49-F238E27FC236}">
                <a16:creationId xmlns:a16="http://schemas.microsoft.com/office/drawing/2014/main" id="{7C81C526-979B-F7E7-7923-BF514849B6AD}"/>
              </a:ext>
            </a:extLst>
          </p:cNvPr>
          <p:cNvSpPr>
            <a:spLocks noGrp="1" noRot="1" noChangeAspect="1" noChangeArrowheads="1" noTextEdit="1"/>
          </p:cNvSpPr>
          <p:nvPr>
            <p:ph type="sldImg"/>
          </p:nvPr>
        </p:nvSpPr>
        <p:spPr>
          <a:xfrm>
            <a:off x="1143000" y="685800"/>
            <a:ext cx="4572000" cy="3429000"/>
          </a:xfrm>
          <a:ln/>
        </p:spPr>
      </p:sp>
      <p:sp>
        <p:nvSpPr>
          <p:cNvPr id="20484" name="Rectangle 3">
            <a:extLst>
              <a:ext uri="{FF2B5EF4-FFF2-40B4-BE49-F238E27FC236}">
                <a16:creationId xmlns:a16="http://schemas.microsoft.com/office/drawing/2014/main" id="{13AC5A31-C47F-E674-C351-906DA227E8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buFont typeface="Arial" panose="020B0604020202020204" pitchFamily="34" charset="0"/>
              <a:buChar char="•"/>
            </a:pPr>
            <a:r>
              <a:rPr lang="en-US" sz="1800" b="0" i="0" dirty="0">
                <a:solidFill>
                  <a:srgbClr val="242021"/>
                </a:solidFill>
                <a:effectLst/>
                <a:latin typeface="TimesTenLTStd-Roman"/>
              </a:rPr>
              <a:t>A prominent example of both these phenomena is the IBM System/370 architecture. </a:t>
            </a:r>
          </a:p>
          <a:p>
            <a:pPr marL="285750" indent="-285750">
              <a:buFont typeface="Arial" panose="020B0604020202020204" pitchFamily="34" charset="0"/>
              <a:buChar char="•"/>
            </a:pPr>
            <a:r>
              <a:rPr lang="en-US" sz="1800" b="0" i="0" dirty="0">
                <a:solidFill>
                  <a:srgbClr val="242021"/>
                </a:solidFill>
                <a:effectLst/>
                <a:latin typeface="TimesTenLTStd-Roman"/>
              </a:rPr>
              <a:t>This architecture was first introduced in 1970 and included a number of models. </a:t>
            </a:r>
          </a:p>
          <a:p>
            <a:pPr marL="285750" indent="-285750">
              <a:buFont typeface="Arial" panose="020B0604020202020204" pitchFamily="34" charset="0"/>
              <a:buChar char="•"/>
            </a:pPr>
            <a:r>
              <a:rPr lang="en-US" sz="1800" b="0" i="0" dirty="0">
                <a:solidFill>
                  <a:srgbClr val="242021"/>
                </a:solidFill>
                <a:effectLst/>
                <a:latin typeface="TimesTenLTStd-Roman"/>
              </a:rPr>
              <a:t> Customers with modest requirements could buy a cheaper, slower model and, if demand increases, later upgrade to a more expensive, faster model without abandoning software that has already been developed. </a:t>
            </a:r>
          </a:p>
          <a:p>
            <a:pPr marL="285750" indent="-285750">
              <a:buFont typeface="Arial" panose="020B0604020202020204" pitchFamily="34" charset="0"/>
              <a:buChar char="•"/>
            </a:pPr>
            <a:r>
              <a:rPr lang="en-US" sz="1800" b="0" i="0" dirty="0">
                <a:solidFill>
                  <a:srgbClr val="242021"/>
                </a:solidFill>
                <a:effectLst/>
                <a:latin typeface="TimesTenLTStd-Roman"/>
              </a:rPr>
              <a:t>Over the years, IBM has introduced many new models with improved technology to replace older models, offering the customer greater speed, lower cost, or both. </a:t>
            </a:r>
          </a:p>
          <a:p>
            <a:pPr marL="285750" indent="-285750">
              <a:buFont typeface="Arial" panose="020B0604020202020204" pitchFamily="34" charset="0"/>
              <a:buChar char="•"/>
            </a:pPr>
            <a:r>
              <a:rPr lang="en-US" sz="1800" b="0" i="0" dirty="0">
                <a:solidFill>
                  <a:srgbClr val="242021"/>
                </a:solidFill>
                <a:effectLst/>
                <a:latin typeface="TimesTenLTStd-Roman"/>
              </a:rPr>
              <a:t>These newer models retained the same architecture to protect the customer’s software investment. </a:t>
            </a:r>
            <a:br>
              <a:rPr lang="en-US" dirty="0"/>
            </a:br>
            <a:endParaRPr lang="en-GB"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11ACD57F-E922-52F9-A84A-6A5E5D4F1F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D58FDBCF-BE34-4AF7-B086-9C092C2135AA}" type="slidenum">
              <a:rPr kumimoji="0" lang="en-US" altLang="en-US" sz="1200" smtClean="0">
                <a:latin typeface="Times New Roman" panose="02020603050405020304" pitchFamily="18" charset="0"/>
              </a:rPr>
              <a:pPr/>
              <a:t>9</a:t>
            </a:fld>
            <a:endParaRPr kumimoji="0" lang="en-US" altLang="en-US" sz="1200">
              <a:latin typeface="Times New Roman" panose="02020603050405020304" pitchFamily="18" charset="0"/>
            </a:endParaRPr>
          </a:p>
        </p:txBody>
      </p:sp>
      <p:sp>
        <p:nvSpPr>
          <p:cNvPr id="25603" name="Rectangle 7">
            <a:extLst>
              <a:ext uri="{FF2B5EF4-FFF2-40B4-BE49-F238E27FC236}">
                <a16:creationId xmlns:a16="http://schemas.microsoft.com/office/drawing/2014/main" id="{D629023A-44B2-846E-6A64-B73A9211E552}"/>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0E1B69C5-3572-4222-A173-197D00143CC9}" type="slidenum">
              <a:rPr kumimoji="0" lang="en-US" altLang="en-US" sz="1200">
                <a:latin typeface="Arial" panose="020B0604020202020204" pitchFamily="34" charset="0"/>
              </a:rPr>
              <a:pPr algn="r"/>
              <a:t>9</a:t>
            </a:fld>
            <a:endParaRPr kumimoji="0" lang="en-US" altLang="en-US" sz="1200">
              <a:latin typeface="Arial" panose="020B0604020202020204" pitchFamily="34" charset="0"/>
            </a:endParaRPr>
          </a:p>
        </p:txBody>
      </p:sp>
      <p:sp>
        <p:nvSpPr>
          <p:cNvPr id="25604" name="Rectangle 2">
            <a:extLst>
              <a:ext uri="{FF2B5EF4-FFF2-40B4-BE49-F238E27FC236}">
                <a16:creationId xmlns:a16="http://schemas.microsoft.com/office/drawing/2014/main" id="{5209C6DF-1384-811E-49E8-F620B5E76E05}"/>
              </a:ext>
            </a:extLst>
          </p:cNvPr>
          <p:cNvSpPr>
            <a:spLocks noGrp="1" noRot="1" noChangeAspect="1" noChangeArrowheads="1" noTextEdit="1"/>
          </p:cNvSpPr>
          <p:nvPr>
            <p:ph type="sldImg"/>
          </p:nvPr>
        </p:nvSpPr>
        <p:spPr>
          <a:xfrm>
            <a:off x="1143000" y="685800"/>
            <a:ext cx="4572000" cy="3429000"/>
          </a:xfrm>
          <a:ln/>
        </p:spPr>
      </p:sp>
      <p:sp>
        <p:nvSpPr>
          <p:cNvPr id="25605" name="Rectangle 3">
            <a:extLst>
              <a:ext uri="{FF2B5EF4-FFF2-40B4-BE49-F238E27FC236}">
                <a16:creationId xmlns:a16="http://schemas.microsoft.com/office/drawing/2014/main" id="{17352945-E757-4AA7-F2DE-3B190EA9F8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buFont typeface="Arial" panose="020B0604020202020204" pitchFamily="34" charset="0"/>
              <a:buChar char="•"/>
            </a:pPr>
            <a:r>
              <a:rPr lang="en-US" sz="1800" b="0" i="0" dirty="0">
                <a:solidFill>
                  <a:srgbClr val="242021"/>
                </a:solidFill>
                <a:effectLst/>
                <a:latin typeface="TimesTenLTStd-Roman"/>
              </a:rPr>
              <a:t>A computer is complex; contemporary computers contain millions of elementary electronic components. </a:t>
            </a:r>
          </a:p>
          <a:p>
            <a:pPr marL="285750" indent="-285750">
              <a:buFont typeface="Arial" panose="020B0604020202020204" pitchFamily="34" charset="0"/>
              <a:buChar char="•"/>
            </a:pPr>
            <a:r>
              <a:rPr lang="en-US" sz="1800" b="0" i="0" dirty="0">
                <a:solidFill>
                  <a:srgbClr val="242021"/>
                </a:solidFill>
                <a:effectLst/>
                <a:latin typeface="TimesTenLTStd-Roman"/>
              </a:rPr>
              <a:t>How, then, can one clearly describe them? The key is to recognize the hierarchical nature of most complex systems</a:t>
            </a:r>
          </a:p>
          <a:p>
            <a:pPr marL="285750" indent="-285750">
              <a:buFont typeface="Arial" panose="020B0604020202020204" pitchFamily="34" charset="0"/>
              <a:buChar char="•"/>
            </a:pPr>
            <a:r>
              <a:rPr lang="en-US" altLang="en-US" dirty="0"/>
              <a:t>A hierarchical system is a set of interrelated subsystems; each subsystem may, in turn, contain lower-level subsystems, until we reach the lowest level of elementary subsystem</a:t>
            </a:r>
            <a:endParaRPr lang="en-GB"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FCFC87CB-1BF6-9C0F-171A-FA6ED7571B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0C7E4B61-75A5-428E-B329-D9C8BB510069}" type="slidenum">
              <a:rPr kumimoji="0" lang="en-US" altLang="en-US" sz="1200" smtClean="0">
                <a:latin typeface="Times New Roman" panose="02020603050405020304" pitchFamily="18" charset="0"/>
              </a:rPr>
              <a:pPr/>
              <a:t>10</a:t>
            </a:fld>
            <a:endParaRPr kumimoji="0" lang="en-US" altLang="en-US" sz="1200">
              <a:latin typeface="Times New Roman" panose="02020603050405020304" pitchFamily="18" charset="0"/>
            </a:endParaRPr>
          </a:p>
        </p:txBody>
      </p:sp>
      <p:sp>
        <p:nvSpPr>
          <p:cNvPr id="27651" name="Rectangle 7">
            <a:extLst>
              <a:ext uri="{FF2B5EF4-FFF2-40B4-BE49-F238E27FC236}">
                <a16:creationId xmlns:a16="http://schemas.microsoft.com/office/drawing/2014/main" id="{53D0B02A-A518-FBF1-26CA-776C51F8288C}"/>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16D6BCC1-143B-40BA-B86C-2D919CDD47D6}" type="slidenum">
              <a:rPr kumimoji="0" lang="en-US" altLang="en-US" sz="1200">
                <a:latin typeface="Arial" panose="020B0604020202020204" pitchFamily="34" charset="0"/>
              </a:rPr>
              <a:pPr algn="r"/>
              <a:t>10</a:t>
            </a:fld>
            <a:endParaRPr kumimoji="0" lang="en-US" altLang="en-US" sz="1200">
              <a:latin typeface="Arial" panose="020B0604020202020204" pitchFamily="34" charset="0"/>
            </a:endParaRPr>
          </a:p>
        </p:txBody>
      </p:sp>
      <p:sp>
        <p:nvSpPr>
          <p:cNvPr id="27652" name="Rectangle 2">
            <a:extLst>
              <a:ext uri="{FF2B5EF4-FFF2-40B4-BE49-F238E27FC236}">
                <a16:creationId xmlns:a16="http://schemas.microsoft.com/office/drawing/2014/main" id="{A4E03BFE-DE5C-CD80-3288-B2F6038650E1}"/>
              </a:ext>
            </a:extLst>
          </p:cNvPr>
          <p:cNvSpPr>
            <a:spLocks noGrp="1" noRot="1" noChangeAspect="1" noChangeArrowheads="1" noTextEdit="1"/>
          </p:cNvSpPr>
          <p:nvPr>
            <p:ph type="sldImg"/>
          </p:nvPr>
        </p:nvSpPr>
        <p:spPr>
          <a:xfrm>
            <a:off x="1143000" y="685800"/>
            <a:ext cx="4572000" cy="3429000"/>
          </a:xfrm>
          <a:ln/>
        </p:spPr>
      </p:sp>
      <p:sp>
        <p:nvSpPr>
          <p:cNvPr id="27653" name="Rectangle 3">
            <a:extLst>
              <a:ext uri="{FF2B5EF4-FFF2-40B4-BE49-F238E27FC236}">
                <a16:creationId xmlns:a16="http://schemas.microsoft.com/office/drawing/2014/main" id="{D26DD5E7-C048-C12D-0A9B-760CB58E3B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0DEC3568-CD23-910B-53E2-9D6EA9F2FB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5B321C60-D1E2-43EF-9FC2-BE202BFDB62E}" type="slidenum">
              <a:rPr kumimoji="0" lang="en-US" altLang="en-US" sz="1200" smtClean="0">
                <a:latin typeface="Times New Roman" panose="02020603050405020304" pitchFamily="18" charset="0"/>
              </a:rPr>
              <a:pPr/>
              <a:t>11</a:t>
            </a:fld>
            <a:endParaRPr kumimoji="0" lang="en-US" altLang="en-US" sz="1200">
              <a:latin typeface="Times New Roman" panose="02020603050405020304" pitchFamily="18" charset="0"/>
            </a:endParaRPr>
          </a:p>
        </p:txBody>
      </p:sp>
      <p:sp>
        <p:nvSpPr>
          <p:cNvPr id="29699" name="Rectangle 7">
            <a:extLst>
              <a:ext uri="{FF2B5EF4-FFF2-40B4-BE49-F238E27FC236}">
                <a16:creationId xmlns:a16="http://schemas.microsoft.com/office/drawing/2014/main" id="{198AE3B4-784D-2C5E-09E5-5511E18B5029}"/>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BE28CB89-65FE-45A0-A901-CC6CF9B52B47}" type="slidenum">
              <a:rPr kumimoji="0" lang="en-US" altLang="en-US" sz="1200">
                <a:latin typeface="Arial" panose="020B0604020202020204" pitchFamily="34" charset="0"/>
              </a:rPr>
              <a:pPr algn="r"/>
              <a:t>11</a:t>
            </a:fld>
            <a:endParaRPr kumimoji="0" lang="en-US" altLang="en-US" sz="1200">
              <a:latin typeface="Arial" panose="020B0604020202020204" pitchFamily="34" charset="0"/>
            </a:endParaRPr>
          </a:p>
        </p:txBody>
      </p:sp>
      <p:sp>
        <p:nvSpPr>
          <p:cNvPr id="29700" name="Rectangle 2">
            <a:extLst>
              <a:ext uri="{FF2B5EF4-FFF2-40B4-BE49-F238E27FC236}">
                <a16:creationId xmlns:a16="http://schemas.microsoft.com/office/drawing/2014/main" id="{3E36C02C-1489-36FB-3E20-885F32E5E35E}"/>
              </a:ext>
            </a:extLst>
          </p:cNvPr>
          <p:cNvSpPr>
            <a:spLocks noGrp="1" noRot="1" noChangeAspect="1" noChangeArrowheads="1" noTextEdit="1"/>
          </p:cNvSpPr>
          <p:nvPr>
            <p:ph type="sldImg"/>
          </p:nvPr>
        </p:nvSpPr>
        <p:spPr>
          <a:xfrm>
            <a:off x="1143000" y="685800"/>
            <a:ext cx="4572000" cy="3429000"/>
          </a:xfrm>
          <a:ln/>
        </p:spPr>
      </p:sp>
      <p:sp>
        <p:nvSpPr>
          <p:cNvPr id="29701" name="Rectangle 3">
            <a:extLst>
              <a:ext uri="{FF2B5EF4-FFF2-40B4-BE49-F238E27FC236}">
                <a16:creationId xmlns:a16="http://schemas.microsoft.com/office/drawing/2014/main" id="{3157AC22-3B5B-D4B8-3833-79BDDFD272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0CD685D0-03B4-D9BA-95C3-311C9B4D2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4ABEB564-D1E5-45A6-93BA-05021241CC05}" type="slidenum">
              <a:rPr kumimoji="0" lang="en-US" altLang="en-US" sz="1200" smtClean="0">
                <a:latin typeface="Times New Roman" panose="02020603050405020304" pitchFamily="18" charset="0"/>
              </a:rPr>
              <a:pPr/>
              <a:t>13</a:t>
            </a:fld>
            <a:endParaRPr kumimoji="0" lang="en-US" altLang="en-US" sz="1200">
              <a:latin typeface="Times New Roman" panose="02020603050405020304" pitchFamily="18" charset="0"/>
            </a:endParaRPr>
          </a:p>
        </p:txBody>
      </p:sp>
      <p:sp>
        <p:nvSpPr>
          <p:cNvPr id="34819" name="Rectangle 2">
            <a:extLst>
              <a:ext uri="{FF2B5EF4-FFF2-40B4-BE49-F238E27FC236}">
                <a16:creationId xmlns:a16="http://schemas.microsoft.com/office/drawing/2014/main" id="{BAC86557-1B31-24F6-EEF4-B399C4AB4F9F}"/>
              </a:ext>
            </a:extLst>
          </p:cNvPr>
          <p:cNvSpPr>
            <a:spLocks noGrp="1" noRot="1" noChangeAspect="1" noChangeArrowheads="1" noTextEdit="1"/>
          </p:cNvSpPr>
          <p:nvPr>
            <p:ph type="sldImg"/>
          </p:nvPr>
        </p:nvSpPr>
        <p:spPr>
          <a:xfrm>
            <a:off x="1143000" y="685800"/>
            <a:ext cx="4572000" cy="3429000"/>
          </a:xfrm>
          <a:ln/>
        </p:spPr>
      </p:sp>
      <p:sp>
        <p:nvSpPr>
          <p:cNvPr id="34820" name="Rectangle 3">
            <a:extLst>
              <a:ext uri="{FF2B5EF4-FFF2-40B4-BE49-F238E27FC236}">
                <a16:creationId xmlns:a16="http://schemas.microsoft.com/office/drawing/2014/main" id="{432DBE63-8094-9508-0FB1-3A50E35259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altLang="en-US" dirty="0"/>
              <a:t>Both the structure and functioning of a computer are, in essence, simple. </a:t>
            </a:r>
          </a:p>
          <a:p>
            <a:pPr marL="171450" indent="-171450">
              <a:buFont typeface="Arial" panose="020B0604020202020204" pitchFamily="34" charset="0"/>
              <a:buChar char="•"/>
            </a:pPr>
            <a:r>
              <a:rPr lang="en-US" altLang="en-US" dirty="0"/>
              <a:t>In general terms, there are only four basic functions that a computer can perform</a:t>
            </a:r>
            <a:endParaRPr lang="en-GB"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0CD685D0-03B4-D9BA-95C3-311C9B4D2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4ABEB564-D1E5-45A6-93BA-05021241CC05}" type="slidenum">
              <a:rPr kumimoji="0" lang="en-US" altLang="en-US" sz="1200" smtClean="0">
                <a:latin typeface="Times New Roman" panose="02020603050405020304" pitchFamily="18" charset="0"/>
              </a:rPr>
              <a:pPr/>
              <a:t>14</a:t>
            </a:fld>
            <a:endParaRPr kumimoji="0" lang="en-US" altLang="en-US" sz="1200">
              <a:latin typeface="Times New Roman" panose="02020603050405020304" pitchFamily="18" charset="0"/>
            </a:endParaRPr>
          </a:p>
        </p:txBody>
      </p:sp>
      <p:sp>
        <p:nvSpPr>
          <p:cNvPr id="34819" name="Rectangle 2">
            <a:extLst>
              <a:ext uri="{FF2B5EF4-FFF2-40B4-BE49-F238E27FC236}">
                <a16:creationId xmlns:a16="http://schemas.microsoft.com/office/drawing/2014/main" id="{BAC86557-1B31-24F6-EEF4-B399C4AB4F9F}"/>
              </a:ext>
            </a:extLst>
          </p:cNvPr>
          <p:cNvSpPr>
            <a:spLocks noGrp="1" noRot="1" noChangeAspect="1" noChangeArrowheads="1" noTextEdit="1"/>
          </p:cNvSpPr>
          <p:nvPr>
            <p:ph type="sldImg"/>
          </p:nvPr>
        </p:nvSpPr>
        <p:spPr>
          <a:xfrm>
            <a:off x="1143000" y="685800"/>
            <a:ext cx="4572000" cy="3429000"/>
          </a:xfrm>
          <a:ln/>
        </p:spPr>
      </p:sp>
      <p:sp>
        <p:nvSpPr>
          <p:cNvPr id="34820" name="Rectangle 3">
            <a:extLst>
              <a:ext uri="{FF2B5EF4-FFF2-40B4-BE49-F238E27FC236}">
                <a16:creationId xmlns:a16="http://schemas.microsoft.com/office/drawing/2014/main" id="{432DBE63-8094-9508-0FB1-3A50E35259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buFont typeface="Arial" panose="020B0604020202020204" pitchFamily="34" charset="0"/>
              <a:buChar char="•"/>
            </a:pPr>
            <a:r>
              <a:rPr lang="en-US" sz="1800" b="1" i="0" dirty="0">
                <a:solidFill>
                  <a:srgbClr val="242021"/>
                </a:solidFill>
                <a:effectLst/>
                <a:latin typeface="TimesTenLTStd-Bold"/>
              </a:rPr>
              <a:t>Data processing: </a:t>
            </a:r>
            <a:r>
              <a:rPr lang="en-US" sz="1800" b="0" i="0" dirty="0">
                <a:solidFill>
                  <a:srgbClr val="242021"/>
                </a:solidFill>
                <a:effectLst/>
                <a:latin typeface="TimesTenLTStd-Roman"/>
              </a:rPr>
              <a:t>Data may take a wide variety of forms, and the range of processing requirements is broad. However, we shall see that there are only a few fundamental methods or types of data processing.</a:t>
            </a:r>
          </a:p>
          <a:p>
            <a:pPr marL="285750" indent="-285750">
              <a:buFont typeface="Arial" panose="020B0604020202020204" pitchFamily="34" charset="0"/>
              <a:buChar char="•"/>
            </a:pPr>
            <a:r>
              <a:rPr lang="en-US" sz="1800" b="1" i="0" dirty="0">
                <a:solidFill>
                  <a:srgbClr val="242021"/>
                </a:solidFill>
                <a:effectLst/>
                <a:latin typeface="TimesTenLTStd-Bold"/>
              </a:rPr>
              <a:t>Data storage: </a:t>
            </a:r>
            <a:r>
              <a:rPr lang="en-US" sz="1800" b="0" i="0" dirty="0">
                <a:solidFill>
                  <a:srgbClr val="242021"/>
                </a:solidFill>
                <a:effectLst/>
                <a:latin typeface="TimesTenLTStd-Roman"/>
              </a:rPr>
              <a:t>Even if the computer is processing data on the fly (i.e., data come in and get processed, and the results go out immediately), the computer must temporarily store at least those pieces of data that are being worked on at any given moment. Thus, there is at least a short-term data storage function. Equally important, the computer performs a long-term data storage function. Files of data are stored on the computer for subsequent retrieval and update.</a:t>
            </a:r>
          </a:p>
          <a:p>
            <a:pPr marL="285750" indent="-285750">
              <a:buFont typeface="Arial" panose="020B0604020202020204" pitchFamily="34" charset="0"/>
              <a:buChar char="•"/>
            </a:pPr>
            <a:r>
              <a:rPr lang="en-US" sz="1800" b="1" i="0" dirty="0">
                <a:solidFill>
                  <a:srgbClr val="242021"/>
                </a:solidFill>
                <a:effectLst/>
                <a:latin typeface="TimesTenLTStd-Bold"/>
              </a:rPr>
              <a:t>Data movement: </a:t>
            </a:r>
            <a:r>
              <a:rPr lang="en-US" sz="1800" b="0" i="0" dirty="0">
                <a:solidFill>
                  <a:srgbClr val="242021"/>
                </a:solidFill>
                <a:effectLst/>
                <a:latin typeface="TimesTenLTStd-Roman"/>
              </a:rPr>
              <a:t>The computer’s operating environment consists of devices that serve as either sources or destinations of data. When data are received from or delivered to a device that is directly connected to the computer, the process is known as </a:t>
            </a:r>
            <a:r>
              <a:rPr lang="en-US" sz="1800" b="0" i="1" dirty="0">
                <a:solidFill>
                  <a:srgbClr val="242021"/>
                </a:solidFill>
                <a:effectLst/>
                <a:latin typeface="TimesTenLTStd-Italic"/>
              </a:rPr>
              <a:t>input–output </a:t>
            </a:r>
            <a:r>
              <a:rPr lang="en-US" sz="1800" b="0" i="0" dirty="0">
                <a:solidFill>
                  <a:srgbClr val="242021"/>
                </a:solidFill>
                <a:effectLst/>
                <a:latin typeface="TimesTenLTStd-Roman"/>
              </a:rPr>
              <a:t>(</a:t>
            </a:r>
            <a:r>
              <a:rPr lang="en-US" sz="1800" b="0" i="1" dirty="0">
                <a:solidFill>
                  <a:srgbClr val="242021"/>
                </a:solidFill>
                <a:effectLst/>
                <a:latin typeface="TimesTenLTStd-Italic"/>
              </a:rPr>
              <a:t>I</a:t>
            </a:r>
            <a:r>
              <a:rPr lang="en-US" sz="1800" b="0" i="0" dirty="0">
                <a:solidFill>
                  <a:srgbClr val="242021"/>
                </a:solidFill>
                <a:effectLst/>
                <a:latin typeface="TimesTenLTStd-Roman"/>
              </a:rPr>
              <a:t>/</a:t>
            </a:r>
            <a:r>
              <a:rPr lang="en-US" sz="1800" b="0" i="1" dirty="0">
                <a:solidFill>
                  <a:srgbClr val="242021"/>
                </a:solidFill>
                <a:effectLst/>
                <a:latin typeface="TimesTenLTStd-Italic"/>
              </a:rPr>
              <a:t>O</a:t>
            </a:r>
            <a:r>
              <a:rPr lang="en-US" sz="1800" b="0" i="0" dirty="0">
                <a:solidFill>
                  <a:srgbClr val="242021"/>
                </a:solidFill>
                <a:effectLst/>
                <a:latin typeface="TimesTenLTStd-Roman"/>
              </a:rPr>
              <a:t>), and the device is referred to as a </a:t>
            </a:r>
            <a:r>
              <a:rPr lang="en-US" sz="1800" b="0" i="1" dirty="0">
                <a:solidFill>
                  <a:srgbClr val="242021"/>
                </a:solidFill>
                <a:effectLst/>
                <a:latin typeface="TimesTenLTStd-Italic"/>
              </a:rPr>
              <a:t>peripheral</a:t>
            </a:r>
            <a:r>
              <a:rPr lang="en-US" sz="1800" b="0" i="0" dirty="0">
                <a:solidFill>
                  <a:srgbClr val="242021"/>
                </a:solidFill>
                <a:effectLst/>
                <a:latin typeface="TimesTenLTStd-Roman"/>
              </a:rPr>
              <a:t>. When data are moved over longer distances, to or from a remote device, the process is known as </a:t>
            </a:r>
            <a:r>
              <a:rPr lang="en-US" sz="1800" b="0" i="1" dirty="0">
                <a:solidFill>
                  <a:srgbClr val="242021"/>
                </a:solidFill>
                <a:effectLst/>
                <a:latin typeface="TimesTenLTStd-Italic"/>
              </a:rPr>
              <a:t>data communications</a:t>
            </a:r>
            <a:r>
              <a:rPr lang="en-US" sz="1800" b="0" i="0" dirty="0">
                <a:solidFill>
                  <a:srgbClr val="242021"/>
                </a:solidFill>
                <a:effectLst/>
                <a:latin typeface="TimesTenLTStd-Roman"/>
              </a:rPr>
              <a:t>.</a:t>
            </a:r>
          </a:p>
          <a:p>
            <a:pPr marL="285750" indent="-285750">
              <a:buFont typeface="Arial" panose="020B0604020202020204" pitchFamily="34" charset="0"/>
              <a:buChar char="•"/>
            </a:pPr>
            <a:r>
              <a:rPr lang="en-US" sz="1800" b="1" i="0" dirty="0">
                <a:solidFill>
                  <a:srgbClr val="242021"/>
                </a:solidFill>
                <a:effectLst/>
                <a:latin typeface="TimesTenLTStd-Bold"/>
              </a:rPr>
              <a:t>Control: </a:t>
            </a:r>
            <a:r>
              <a:rPr lang="en-US" sz="1800" b="0" i="0" dirty="0">
                <a:solidFill>
                  <a:srgbClr val="242021"/>
                </a:solidFill>
                <a:effectLst/>
                <a:latin typeface="TimesTenLTStd-Roman"/>
              </a:rPr>
              <a:t>Within the computer, a control unit manages the computer’s resources and orchestrates the performance of its functional parts in response to instructions.</a:t>
            </a:r>
            <a:r>
              <a:rPr lang="en-US" dirty="0"/>
              <a:t> </a:t>
            </a:r>
            <a:br>
              <a:rPr lang="en-US" dirty="0"/>
            </a:br>
            <a:endParaRPr lang="en-GB" altLang="en-US" dirty="0"/>
          </a:p>
        </p:txBody>
      </p:sp>
    </p:spTree>
    <p:extLst>
      <p:ext uri="{BB962C8B-B14F-4D97-AF65-F5344CB8AC3E}">
        <p14:creationId xmlns:p14="http://schemas.microsoft.com/office/powerpoint/2010/main" val="8913483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C22B3078-9732-F307-94CB-609D1A0B14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39205105-E2F4-4209-8965-C144FCC6606A}" type="slidenum">
              <a:rPr kumimoji="0" lang="en-US" altLang="en-US" sz="1200" smtClean="0">
                <a:latin typeface="Times New Roman" panose="02020603050405020304" pitchFamily="18" charset="0"/>
              </a:rPr>
              <a:pPr/>
              <a:t>15</a:t>
            </a:fld>
            <a:endParaRPr kumimoji="0" lang="en-US" altLang="en-US" sz="1200">
              <a:latin typeface="Times New Roman" panose="02020603050405020304" pitchFamily="18" charset="0"/>
            </a:endParaRPr>
          </a:p>
        </p:txBody>
      </p:sp>
      <p:sp>
        <p:nvSpPr>
          <p:cNvPr id="36867" name="Rectangle 2">
            <a:extLst>
              <a:ext uri="{FF2B5EF4-FFF2-40B4-BE49-F238E27FC236}">
                <a16:creationId xmlns:a16="http://schemas.microsoft.com/office/drawing/2014/main" id="{1C0AB799-5E7A-8FFB-CCA8-3207BB7681AC}"/>
              </a:ext>
            </a:extLst>
          </p:cNvPr>
          <p:cNvSpPr>
            <a:spLocks noGrp="1" noRot="1" noChangeAspect="1" noChangeArrowheads="1" noTextEdit="1"/>
          </p:cNvSpPr>
          <p:nvPr>
            <p:ph type="sldImg"/>
          </p:nvPr>
        </p:nvSpPr>
        <p:spPr>
          <a:xfrm>
            <a:off x="1143000" y="685800"/>
            <a:ext cx="4572000" cy="3429000"/>
          </a:xfrm>
          <a:ln/>
        </p:spPr>
      </p:sp>
      <p:sp>
        <p:nvSpPr>
          <p:cNvPr id="36868" name="Rectangle 3">
            <a:extLst>
              <a:ext uri="{FF2B5EF4-FFF2-40B4-BE49-F238E27FC236}">
                <a16:creationId xmlns:a16="http://schemas.microsoft.com/office/drawing/2014/main" id="{467BF990-2EC5-8359-CCFC-CD79EA1508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00EA98CF-547C-A172-2952-A3D0A2B4BA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00551E31-7A67-485F-967C-EDE70AB9FB96}" type="slidenum">
              <a:rPr kumimoji="0" lang="en-US" altLang="en-US" sz="1200" smtClean="0">
                <a:latin typeface="Times New Roman" panose="02020603050405020304" pitchFamily="18" charset="0"/>
              </a:rPr>
              <a:pPr/>
              <a:t>16</a:t>
            </a:fld>
            <a:endParaRPr kumimoji="0" lang="en-US" altLang="en-US" sz="1200">
              <a:latin typeface="Times New Roman" panose="02020603050405020304" pitchFamily="18" charset="0"/>
            </a:endParaRPr>
          </a:p>
        </p:txBody>
      </p:sp>
      <p:sp>
        <p:nvSpPr>
          <p:cNvPr id="38915" name="Rectangle 2">
            <a:extLst>
              <a:ext uri="{FF2B5EF4-FFF2-40B4-BE49-F238E27FC236}">
                <a16:creationId xmlns:a16="http://schemas.microsoft.com/office/drawing/2014/main" id="{44089B28-7597-1A80-203F-8DC026CAF8B6}"/>
              </a:ext>
            </a:extLst>
          </p:cNvPr>
          <p:cNvSpPr>
            <a:spLocks noGrp="1" noRot="1" noChangeAspect="1" noChangeArrowheads="1" noTextEdit="1"/>
          </p:cNvSpPr>
          <p:nvPr>
            <p:ph type="sldImg"/>
          </p:nvPr>
        </p:nvSpPr>
        <p:spPr>
          <a:xfrm>
            <a:off x="1143000" y="685800"/>
            <a:ext cx="4572000" cy="3429000"/>
          </a:xfrm>
          <a:ln/>
        </p:spPr>
      </p:sp>
      <p:sp>
        <p:nvSpPr>
          <p:cNvPr id="38916" name="Rectangle 3">
            <a:extLst>
              <a:ext uri="{FF2B5EF4-FFF2-40B4-BE49-F238E27FC236}">
                <a16:creationId xmlns:a16="http://schemas.microsoft.com/office/drawing/2014/main" id="{72E88D6E-A84B-4F46-CDDD-C8F246E254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a:solidFill>
                  <a:srgbClr val="222222"/>
                </a:solidFill>
                <a:effectLst/>
                <a:latin typeface="Lato" panose="020F0502020204030203" pitchFamily="34" charset="0"/>
              </a:rPr>
              <a:t>Every computer has an input and output device that makes the computer move data between itself and outside the world</a:t>
            </a:r>
          </a:p>
          <a:p>
            <a:r>
              <a:rPr lang="en-US" b="0" i="0" dirty="0">
                <a:solidFill>
                  <a:srgbClr val="222222"/>
                </a:solidFill>
                <a:effectLst/>
                <a:latin typeface="Lato" panose="020F0502020204030203" pitchFamily="34" charset="0"/>
              </a:rPr>
              <a:t>The input devices are meant for entering the data into the computer. It is the data that we need to process. The output devices are where the computer displays the produced result or the output data.</a:t>
            </a:r>
            <a:endParaRPr lang="en-GB"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9B208502-CC80-FD5E-4613-7F41A525C0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05C95DFD-F961-41D6-9857-9DD01E68C77A}" type="slidenum">
              <a:rPr kumimoji="0" lang="en-US" altLang="en-US" sz="1200" smtClean="0">
                <a:latin typeface="Times New Roman" panose="02020603050405020304" pitchFamily="18" charset="0"/>
              </a:rPr>
              <a:pPr/>
              <a:t>17</a:t>
            </a:fld>
            <a:endParaRPr kumimoji="0" lang="en-US" altLang="en-US" sz="1200">
              <a:latin typeface="Times New Roman" panose="02020603050405020304" pitchFamily="18" charset="0"/>
            </a:endParaRPr>
          </a:p>
        </p:txBody>
      </p:sp>
      <p:sp>
        <p:nvSpPr>
          <p:cNvPr id="40963" name="Rectangle 2">
            <a:extLst>
              <a:ext uri="{FF2B5EF4-FFF2-40B4-BE49-F238E27FC236}">
                <a16:creationId xmlns:a16="http://schemas.microsoft.com/office/drawing/2014/main" id="{F2A15307-3F30-C7DE-1401-0990615CFFFE}"/>
              </a:ext>
            </a:extLst>
          </p:cNvPr>
          <p:cNvSpPr>
            <a:spLocks noGrp="1" noRot="1" noChangeAspect="1" noChangeArrowheads="1" noTextEdit="1"/>
          </p:cNvSpPr>
          <p:nvPr>
            <p:ph type="sldImg"/>
          </p:nvPr>
        </p:nvSpPr>
        <p:spPr>
          <a:xfrm>
            <a:off x="1143000" y="685800"/>
            <a:ext cx="4572000" cy="3429000"/>
          </a:xfrm>
          <a:ln/>
        </p:spPr>
      </p:sp>
      <p:sp>
        <p:nvSpPr>
          <p:cNvPr id="40964" name="Rectangle 3">
            <a:extLst>
              <a:ext uri="{FF2B5EF4-FFF2-40B4-BE49-F238E27FC236}">
                <a16:creationId xmlns:a16="http://schemas.microsoft.com/office/drawing/2014/main" id="{06AE59AB-2D3C-E84B-1D22-0DF9477D02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a:solidFill>
                  <a:srgbClr val="222222"/>
                </a:solidFill>
                <a:effectLst/>
                <a:latin typeface="Lato" panose="020F0502020204030203" pitchFamily="34" charset="0"/>
              </a:rPr>
              <a:t>Once the processing has been done there must be some means to store the final and intermediate results. </a:t>
            </a:r>
          </a:p>
          <a:p>
            <a:r>
              <a:rPr lang="en-US" b="0" i="0" dirty="0">
                <a:solidFill>
                  <a:srgbClr val="222222"/>
                </a:solidFill>
                <a:effectLst/>
                <a:latin typeface="Lato" panose="020F0502020204030203" pitchFamily="34" charset="0"/>
              </a:rPr>
              <a:t>Even though it seems that we enter the data into the computer, it processes that data and immediately produces the result. </a:t>
            </a:r>
          </a:p>
          <a:p>
            <a:r>
              <a:rPr lang="en-US" b="0" i="0" dirty="0">
                <a:solidFill>
                  <a:srgbClr val="222222"/>
                </a:solidFill>
                <a:effectLst/>
                <a:latin typeface="Lato" panose="020F0502020204030203" pitchFamily="34" charset="0"/>
              </a:rPr>
              <a:t>But still, the computer needs to store those pieces of data that are being worked on at the current moment.</a:t>
            </a:r>
            <a:endParaRPr lang="en-GB"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C6301E3C-DD45-0A57-5F60-02048945AF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4E131A7B-4A01-4350-8EC0-C194CD1E66B6}" type="slidenum">
              <a:rPr kumimoji="0" lang="en-US" altLang="en-US" sz="1200" smtClean="0">
                <a:latin typeface="Times New Roman" panose="02020603050405020304" pitchFamily="18" charset="0"/>
              </a:rPr>
              <a:pPr/>
              <a:t>18</a:t>
            </a:fld>
            <a:endParaRPr kumimoji="0" lang="en-US" altLang="en-US" sz="1200">
              <a:latin typeface="Times New Roman" panose="02020603050405020304" pitchFamily="18" charset="0"/>
            </a:endParaRPr>
          </a:p>
        </p:txBody>
      </p:sp>
      <p:sp>
        <p:nvSpPr>
          <p:cNvPr id="43011" name="Rectangle 2">
            <a:extLst>
              <a:ext uri="{FF2B5EF4-FFF2-40B4-BE49-F238E27FC236}">
                <a16:creationId xmlns:a16="http://schemas.microsoft.com/office/drawing/2014/main" id="{F60B0955-24AB-EDD6-BA16-5105DC1EAAF3}"/>
              </a:ext>
            </a:extLst>
          </p:cNvPr>
          <p:cNvSpPr>
            <a:spLocks noGrp="1" noRot="1" noChangeAspect="1" noChangeArrowheads="1" noTextEdit="1"/>
          </p:cNvSpPr>
          <p:nvPr>
            <p:ph type="sldImg"/>
          </p:nvPr>
        </p:nvSpPr>
        <p:spPr>
          <a:xfrm>
            <a:off x="1143000" y="685800"/>
            <a:ext cx="4572000" cy="3429000"/>
          </a:xfrm>
          <a:ln/>
        </p:spPr>
      </p:sp>
      <p:sp>
        <p:nvSpPr>
          <p:cNvPr id="43012" name="Rectangle 3">
            <a:extLst>
              <a:ext uri="{FF2B5EF4-FFF2-40B4-BE49-F238E27FC236}">
                <a16:creationId xmlns:a16="http://schemas.microsoft.com/office/drawing/2014/main" id="{84A6625A-9F10-D9E1-16D1-6F7ADD4455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a:solidFill>
                  <a:srgbClr val="222222"/>
                </a:solidFill>
                <a:effectLst/>
                <a:latin typeface="Lato" panose="020F0502020204030203" pitchFamily="34" charset="0"/>
              </a:rPr>
              <a:t>If we talk of the computer, basically we consider it for performing computation. So, there must be a unit in the computer that would perform computation. </a:t>
            </a:r>
          </a:p>
          <a:p>
            <a:r>
              <a:rPr lang="en-US" b="0" i="0" dirty="0">
                <a:solidFill>
                  <a:srgbClr val="222222"/>
                </a:solidFill>
                <a:effectLst/>
                <a:latin typeface="Lato" panose="020F0502020204030203" pitchFamily="34" charset="0"/>
              </a:rPr>
              <a:t>For performing computation this unit must be capable of processing data.</a:t>
            </a:r>
          </a:p>
          <a:p>
            <a:r>
              <a:rPr lang="en-US" b="0" i="0" dirty="0">
                <a:solidFill>
                  <a:srgbClr val="222222"/>
                </a:solidFill>
                <a:effectLst/>
                <a:latin typeface="Lato" panose="020F0502020204030203" pitchFamily="34" charset="0"/>
              </a:rPr>
              <a:t>It is the data processing unit that processes the data.</a:t>
            </a:r>
          </a:p>
          <a:p>
            <a:r>
              <a:rPr lang="en-US" b="0" i="0" dirty="0">
                <a:solidFill>
                  <a:srgbClr val="222222"/>
                </a:solidFill>
                <a:effectLst/>
                <a:latin typeface="Lato" panose="020F0502020204030203" pitchFamily="34" charset="0"/>
              </a:rPr>
              <a:t>It must also be able to process data in a wide variety of forms. </a:t>
            </a:r>
            <a:endParaRPr lang="en-GB"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90AF093C-DFA5-2DEC-0EDD-CB5FE99816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F6B6F8D2-C165-4ED6-B810-17A449BDFEE1}" type="slidenum">
              <a:rPr kumimoji="0" lang="en-US" altLang="en-US" sz="1200" smtClean="0">
                <a:latin typeface="Times New Roman" panose="02020603050405020304" pitchFamily="18" charset="0"/>
              </a:rPr>
              <a:pPr/>
              <a:t>19</a:t>
            </a:fld>
            <a:endParaRPr kumimoji="0" lang="en-US" altLang="en-US" sz="1200">
              <a:latin typeface="Times New Roman" panose="02020603050405020304" pitchFamily="18" charset="0"/>
            </a:endParaRPr>
          </a:p>
        </p:txBody>
      </p:sp>
      <p:sp>
        <p:nvSpPr>
          <p:cNvPr id="45059" name="Rectangle 2">
            <a:extLst>
              <a:ext uri="{FF2B5EF4-FFF2-40B4-BE49-F238E27FC236}">
                <a16:creationId xmlns:a16="http://schemas.microsoft.com/office/drawing/2014/main" id="{E77668CF-9D23-E1A0-239E-48CBC1A617CD}"/>
              </a:ext>
            </a:extLst>
          </p:cNvPr>
          <p:cNvSpPr>
            <a:spLocks noGrp="1" noRot="1" noChangeAspect="1" noChangeArrowheads="1" noTextEdit="1"/>
          </p:cNvSpPr>
          <p:nvPr>
            <p:ph type="sldImg"/>
          </p:nvPr>
        </p:nvSpPr>
        <p:spPr>
          <a:xfrm>
            <a:off x="1143000" y="685800"/>
            <a:ext cx="4572000" cy="3429000"/>
          </a:xfrm>
          <a:ln/>
        </p:spPr>
      </p:sp>
      <p:sp>
        <p:nvSpPr>
          <p:cNvPr id="45060" name="Rectangle 3">
            <a:extLst>
              <a:ext uri="{FF2B5EF4-FFF2-40B4-BE49-F238E27FC236}">
                <a16:creationId xmlns:a16="http://schemas.microsoft.com/office/drawing/2014/main" id="{180B5B78-48E2-95E5-98B9-C0A93568A1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a:solidFill>
                  <a:srgbClr val="222222"/>
                </a:solidFill>
                <a:effectLst/>
                <a:latin typeface="Lato" panose="020F0502020204030203" pitchFamily="34" charset="0"/>
              </a:rPr>
              <a:t>The computers are also capable of moving data over a longer distance i.e., to or from a remote device. </a:t>
            </a:r>
          </a:p>
          <a:p>
            <a:r>
              <a:rPr lang="en-US" b="0" i="0" dirty="0">
                <a:solidFill>
                  <a:srgbClr val="222222"/>
                </a:solidFill>
                <a:effectLst/>
                <a:latin typeface="Lato" panose="020F0502020204030203" pitchFamily="34" charset="0"/>
              </a:rPr>
              <a:t>We refer to this moving of data between the remote devices as data communication.</a:t>
            </a:r>
            <a:endParaRPr lang="en-GB"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C22B3078-9732-F307-94CB-609D1A0B14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39205105-E2F4-4209-8965-C144FCC6606A}" type="slidenum">
              <a:rPr kumimoji="0" lang="en-US" altLang="en-US" sz="1200" smtClean="0">
                <a:latin typeface="Times New Roman" panose="02020603050405020304" pitchFamily="18" charset="0"/>
              </a:rPr>
              <a:pPr/>
              <a:t>20</a:t>
            </a:fld>
            <a:endParaRPr kumimoji="0" lang="en-US" altLang="en-US" sz="1200">
              <a:latin typeface="Times New Roman" panose="02020603050405020304" pitchFamily="18" charset="0"/>
            </a:endParaRPr>
          </a:p>
        </p:txBody>
      </p:sp>
      <p:sp>
        <p:nvSpPr>
          <p:cNvPr id="36867" name="Rectangle 2">
            <a:extLst>
              <a:ext uri="{FF2B5EF4-FFF2-40B4-BE49-F238E27FC236}">
                <a16:creationId xmlns:a16="http://schemas.microsoft.com/office/drawing/2014/main" id="{1C0AB799-5E7A-8FFB-CCA8-3207BB7681AC}"/>
              </a:ext>
            </a:extLst>
          </p:cNvPr>
          <p:cNvSpPr>
            <a:spLocks noGrp="1" noRot="1" noChangeAspect="1" noChangeArrowheads="1" noTextEdit="1"/>
          </p:cNvSpPr>
          <p:nvPr>
            <p:ph type="sldImg"/>
          </p:nvPr>
        </p:nvSpPr>
        <p:spPr>
          <a:xfrm>
            <a:off x="1143000" y="685800"/>
            <a:ext cx="4572000" cy="3429000"/>
          </a:xfrm>
          <a:ln/>
        </p:spPr>
      </p:sp>
      <p:sp>
        <p:nvSpPr>
          <p:cNvPr id="36868" name="Rectangle 3">
            <a:extLst>
              <a:ext uri="{FF2B5EF4-FFF2-40B4-BE49-F238E27FC236}">
                <a16:creationId xmlns:a16="http://schemas.microsoft.com/office/drawing/2014/main" id="{467BF990-2EC5-8359-CCFC-CD79EA1508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a:solidFill>
                  <a:srgbClr val="222222"/>
                </a:solidFill>
                <a:effectLst/>
                <a:latin typeface="Lato" panose="020F0502020204030203" pitchFamily="34" charset="0"/>
              </a:rPr>
              <a:t>However, controlling of these three units is regulated by the individual who provides the instruction to the computer. In response to these instructions the control unit manages the resources of the computer and controls the performance of the functional units.</a:t>
            </a:r>
            <a:endParaRPr lang="en-GB" altLang="en-US" dirty="0"/>
          </a:p>
        </p:txBody>
      </p:sp>
    </p:spTree>
    <p:extLst>
      <p:ext uri="{BB962C8B-B14F-4D97-AF65-F5344CB8AC3E}">
        <p14:creationId xmlns:p14="http://schemas.microsoft.com/office/powerpoint/2010/main" val="8531844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991E4821-7246-556A-BF38-F960BDFC4F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2001D681-D4A9-44D7-AFAC-365DB3FE2E0D}" type="slidenum">
              <a:rPr kumimoji="0" lang="en-US" altLang="en-US" sz="1200" smtClean="0">
                <a:latin typeface="Times New Roman" panose="02020603050405020304" pitchFamily="18" charset="0"/>
              </a:rPr>
              <a:pPr/>
              <a:t>21</a:t>
            </a:fld>
            <a:endParaRPr kumimoji="0" lang="en-US" altLang="en-US" sz="1200">
              <a:latin typeface="Times New Roman" panose="02020603050405020304" pitchFamily="18" charset="0"/>
            </a:endParaRPr>
          </a:p>
        </p:txBody>
      </p:sp>
      <p:sp>
        <p:nvSpPr>
          <p:cNvPr id="47107" name="Rectangle 2">
            <a:extLst>
              <a:ext uri="{FF2B5EF4-FFF2-40B4-BE49-F238E27FC236}">
                <a16:creationId xmlns:a16="http://schemas.microsoft.com/office/drawing/2014/main" id="{9E5730BC-D907-DF96-040D-DA21EEA06BB0}"/>
              </a:ext>
            </a:extLst>
          </p:cNvPr>
          <p:cNvSpPr>
            <a:spLocks noGrp="1" noRot="1" noChangeAspect="1" noChangeArrowheads="1" noTextEdit="1"/>
          </p:cNvSpPr>
          <p:nvPr>
            <p:ph type="sldImg"/>
          </p:nvPr>
        </p:nvSpPr>
        <p:spPr>
          <a:xfrm>
            <a:off x="1143000" y="685800"/>
            <a:ext cx="4572000" cy="3429000"/>
          </a:xfrm>
          <a:ln/>
        </p:spPr>
      </p:sp>
      <p:sp>
        <p:nvSpPr>
          <p:cNvPr id="47108" name="Rectangle 3">
            <a:extLst>
              <a:ext uri="{FF2B5EF4-FFF2-40B4-BE49-F238E27FC236}">
                <a16:creationId xmlns:a16="http://schemas.microsoft.com/office/drawing/2014/main" id="{15D65C24-B3B2-B52C-CBD3-F67BFF780C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C05F8BD7-887F-FB36-C05D-49EC9C8526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A3F5C318-7FAD-4CEA-B1D2-078592FFA28C}" type="slidenum">
              <a:rPr kumimoji="0" lang="en-US" altLang="en-US" sz="1200" smtClean="0">
                <a:latin typeface="Times New Roman" panose="02020603050405020304" pitchFamily="18" charset="0"/>
              </a:rPr>
              <a:pPr/>
              <a:t>22</a:t>
            </a:fld>
            <a:endParaRPr kumimoji="0" lang="en-US" altLang="en-US" sz="1200">
              <a:latin typeface="Times New Roman" panose="02020603050405020304" pitchFamily="18" charset="0"/>
            </a:endParaRPr>
          </a:p>
        </p:txBody>
      </p:sp>
      <p:sp>
        <p:nvSpPr>
          <p:cNvPr id="49155" name="Rectangle 2">
            <a:extLst>
              <a:ext uri="{FF2B5EF4-FFF2-40B4-BE49-F238E27FC236}">
                <a16:creationId xmlns:a16="http://schemas.microsoft.com/office/drawing/2014/main" id="{B0D3EAA9-E09E-8E58-7676-75DD72211777}"/>
              </a:ext>
            </a:extLst>
          </p:cNvPr>
          <p:cNvSpPr>
            <a:spLocks noGrp="1" noRot="1" noChangeAspect="1" noChangeArrowheads="1" noTextEdit="1"/>
          </p:cNvSpPr>
          <p:nvPr>
            <p:ph type="sldImg"/>
          </p:nvPr>
        </p:nvSpPr>
        <p:spPr>
          <a:xfrm>
            <a:off x="1143000" y="685800"/>
            <a:ext cx="4572000" cy="3429000"/>
          </a:xfrm>
          <a:ln/>
        </p:spPr>
      </p:sp>
      <p:sp>
        <p:nvSpPr>
          <p:cNvPr id="49156" name="Rectangle 3">
            <a:extLst>
              <a:ext uri="{FF2B5EF4-FFF2-40B4-BE49-F238E27FC236}">
                <a16:creationId xmlns:a16="http://schemas.microsoft.com/office/drawing/2014/main" id="{854F2E04-6EB8-4160-10A9-3A96866653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DD5BB7C5-20B5-C4CD-FBEF-CA5DB62701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CF3CEE93-C45D-40AF-A732-CB77E2535090}" type="slidenum">
              <a:rPr kumimoji="0" lang="en-US" altLang="en-US" sz="1200" smtClean="0">
                <a:latin typeface="Times New Roman" panose="02020603050405020304" pitchFamily="18" charset="0"/>
              </a:rPr>
              <a:pPr/>
              <a:t>23</a:t>
            </a:fld>
            <a:endParaRPr kumimoji="0" lang="en-US" altLang="en-US" sz="1200">
              <a:latin typeface="Times New Roman" panose="02020603050405020304" pitchFamily="18" charset="0"/>
            </a:endParaRPr>
          </a:p>
        </p:txBody>
      </p:sp>
      <p:sp>
        <p:nvSpPr>
          <p:cNvPr id="51203" name="Rectangle 2">
            <a:extLst>
              <a:ext uri="{FF2B5EF4-FFF2-40B4-BE49-F238E27FC236}">
                <a16:creationId xmlns:a16="http://schemas.microsoft.com/office/drawing/2014/main" id="{2454CB9D-5A9D-90D3-20C1-35B9AB84A8A5}"/>
              </a:ext>
            </a:extLst>
          </p:cNvPr>
          <p:cNvSpPr>
            <a:spLocks noGrp="1" noRot="1" noChangeAspect="1" noChangeArrowheads="1" noTextEdit="1"/>
          </p:cNvSpPr>
          <p:nvPr>
            <p:ph type="sldImg"/>
          </p:nvPr>
        </p:nvSpPr>
        <p:spPr>
          <a:xfrm>
            <a:off x="1143000" y="685800"/>
            <a:ext cx="4572000" cy="3429000"/>
          </a:xfrm>
          <a:ln/>
        </p:spPr>
      </p:sp>
      <p:sp>
        <p:nvSpPr>
          <p:cNvPr id="51204" name="Rectangle 3">
            <a:extLst>
              <a:ext uri="{FF2B5EF4-FFF2-40B4-BE49-F238E27FC236}">
                <a16:creationId xmlns:a16="http://schemas.microsoft.com/office/drawing/2014/main" id="{37544D42-5A4D-84D1-386E-D72C86E2A6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sz="1800" b="0" i="0" dirty="0">
                <a:solidFill>
                  <a:srgbClr val="242021"/>
                </a:solidFill>
                <a:effectLst/>
                <a:latin typeface="TimesTenLTStd-Roman"/>
              </a:rPr>
              <a:t>We begin with a traditional computer with a single processor that employs a microprogrammed control unit, then examine a typical multicore structure.</a:t>
            </a:r>
            <a:r>
              <a:rPr lang="en-US" dirty="0"/>
              <a:t> </a:t>
            </a:r>
            <a:br>
              <a:rPr lang="en-US" dirty="0"/>
            </a:br>
            <a:endParaRPr lang="en-MY" dirty="0"/>
          </a:p>
        </p:txBody>
      </p:sp>
      <p:sp>
        <p:nvSpPr>
          <p:cNvPr id="4" name="Slide Number Placeholder 3"/>
          <p:cNvSpPr>
            <a:spLocks noGrp="1"/>
          </p:cNvSpPr>
          <p:nvPr>
            <p:ph type="sldNum" sz="quarter" idx="5"/>
          </p:nvPr>
        </p:nvSpPr>
        <p:spPr/>
        <p:txBody>
          <a:bodyPr/>
          <a:lstStyle/>
          <a:p>
            <a:pPr>
              <a:defRPr/>
            </a:pPr>
            <a:fld id="{673D6738-8214-493C-8078-FB634C990E7F}" type="slidenum">
              <a:rPr lang="en-US" altLang="en-US" smtClean="0"/>
              <a:pPr>
                <a:defRPr/>
              </a:pPr>
              <a:t>24</a:t>
            </a:fld>
            <a:endParaRPr lang="en-US" altLang="en-US"/>
          </a:p>
        </p:txBody>
      </p:sp>
    </p:spTree>
    <p:extLst>
      <p:ext uri="{BB962C8B-B14F-4D97-AF65-F5344CB8AC3E}">
        <p14:creationId xmlns:p14="http://schemas.microsoft.com/office/powerpoint/2010/main" val="21753663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4BE27FCB-B7C7-E74B-ADCF-5E870218AB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AA7E79EB-38F6-4388-8C34-ADBAB99F7916}" type="slidenum">
              <a:rPr kumimoji="0" lang="en-US" altLang="en-US" sz="1200" smtClean="0">
                <a:latin typeface="Times New Roman" panose="02020603050405020304" pitchFamily="18" charset="0"/>
              </a:rPr>
              <a:pPr/>
              <a:t>25</a:t>
            </a:fld>
            <a:endParaRPr kumimoji="0" lang="en-US" altLang="en-US" sz="1200">
              <a:latin typeface="Times New Roman" panose="02020603050405020304" pitchFamily="18" charset="0"/>
            </a:endParaRPr>
          </a:p>
        </p:txBody>
      </p:sp>
      <p:sp>
        <p:nvSpPr>
          <p:cNvPr id="54275" name="Rectangle 2">
            <a:extLst>
              <a:ext uri="{FF2B5EF4-FFF2-40B4-BE49-F238E27FC236}">
                <a16:creationId xmlns:a16="http://schemas.microsoft.com/office/drawing/2014/main" id="{23AEDD4A-A51C-3AAE-3332-E3A7F7EE9DFE}"/>
              </a:ext>
            </a:extLst>
          </p:cNvPr>
          <p:cNvSpPr>
            <a:spLocks noGrp="1" noRot="1" noChangeAspect="1" noChangeArrowheads="1" noTextEdit="1"/>
          </p:cNvSpPr>
          <p:nvPr>
            <p:ph type="sldImg"/>
          </p:nvPr>
        </p:nvSpPr>
        <p:spPr>
          <a:xfrm>
            <a:off x="1143000" y="685800"/>
            <a:ext cx="4572000" cy="3429000"/>
          </a:xfrm>
          <a:ln/>
        </p:spPr>
      </p:sp>
      <p:sp>
        <p:nvSpPr>
          <p:cNvPr id="54276" name="Rectangle 3">
            <a:extLst>
              <a:ext uri="{FF2B5EF4-FFF2-40B4-BE49-F238E27FC236}">
                <a16:creationId xmlns:a16="http://schemas.microsoft.com/office/drawing/2014/main" id="{77F5D5C4-0C36-C669-1FC4-5D7EBA0CE2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buFont typeface="+mj-lt"/>
              <a:buAutoNum type="arabicPeriod"/>
            </a:pPr>
            <a:r>
              <a:rPr lang="en-US" sz="1800" b="1" i="0" dirty="0">
                <a:solidFill>
                  <a:srgbClr val="242021"/>
                </a:solidFill>
                <a:effectLst/>
                <a:latin typeface="TimesTenLTStd-Bold"/>
              </a:rPr>
              <a:t>Central processing unit (CPU): </a:t>
            </a:r>
            <a:r>
              <a:rPr lang="en-US" sz="1800" b="0" i="0" dirty="0">
                <a:solidFill>
                  <a:srgbClr val="242021"/>
                </a:solidFill>
                <a:effectLst/>
                <a:latin typeface="TimesTenLTStd-Roman"/>
              </a:rPr>
              <a:t>Controls the operation of the computer and performs its data processing functions; often simply referred to as </a:t>
            </a:r>
            <a:r>
              <a:rPr lang="en-US" sz="1800" b="1" i="0" dirty="0">
                <a:solidFill>
                  <a:srgbClr val="242021"/>
                </a:solidFill>
                <a:effectLst/>
                <a:latin typeface="TimesTenLTStd-Bold"/>
              </a:rPr>
              <a:t>processor</a:t>
            </a:r>
            <a:r>
              <a:rPr lang="en-US" sz="1800" b="0" i="0" dirty="0">
                <a:solidFill>
                  <a:srgbClr val="242021"/>
                </a:solidFill>
                <a:effectLst/>
                <a:latin typeface="TimesTenLTStd-Roman"/>
              </a:rPr>
              <a:t>.</a:t>
            </a:r>
          </a:p>
          <a:p>
            <a:pPr marL="342900" indent="-342900">
              <a:buFont typeface="+mj-lt"/>
              <a:buAutoNum type="arabicPeriod"/>
            </a:pPr>
            <a:r>
              <a:rPr lang="en-US" sz="1800" b="1" i="0" dirty="0">
                <a:solidFill>
                  <a:srgbClr val="242021"/>
                </a:solidFill>
                <a:effectLst/>
                <a:latin typeface="TimesTenLTStd-Bold"/>
              </a:rPr>
              <a:t>Main memory: </a:t>
            </a:r>
            <a:r>
              <a:rPr lang="en-US" sz="1800" b="0" i="0" dirty="0">
                <a:solidFill>
                  <a:srgbClr val="242021"/>
                </a:solidFill>
                <a:effectLst/>
                <a:latin typeface="TimesTenLTStd-Roman"/>
              </a:rPr>
              <a:t>Stores data.</a:t>
            </a:r>
          </a:p>
          <a:p>
            <a:pPr marL="342900" indent="-342900">
              <a:buFont typeface="+mj-lt"/>
              <a:buAutoNum type="arabicPeriod"/>
            </a:pPr>
            <a:r>
              <a:rPr lang="en-US" sz="1800" b="1" i="0" dirty="0">
                <a:solidFill>
                  <a:srgbClr val="242021"/>
                </a:solidFill>
                <a:effectLst/>
                <a:latin typeface="TimesTenLTStd-Bold"/>
              </a:rPr>
              <a:t>I/O: </a:t>
            </a:r>
            <a:r>
              <a:rPr lang="en-US" sz="1800" b="0" i="0" dirty="0">
                <a:solidFill>
                  <a:srgbClr val="242021"/>
                </a:solidFill>
                <a:effectLst/>
                <a:latin typeface="TimesTenLTStd-Roman"/>
              </a:rPr>
              <a:t>Moves data between the computer and its external environment.</a:t>
            </a:r>
          </a:p>
          <a:p>
            <a:pPr marL="342900" indent="-342900">
              <a:buFont typeface="+mj-lt"/>
              <a:buAutoNum type="arabicPeriod"/>
            </a:pPr>
            <a:r>
              <a:rPr lang="en-US" sz="1800" b="1" i="0" dirty="0">
                <a:solidFill>
                  <a:srgbClr val="242021"/>
                </a:solidFill>
                <a:effectLst/>
                <a:latin typeface="TimesTenLTStd-Bold"/>
              </a:rPr>
              <a:t>System interconnection: </a:t>
            </a:r>
            <a:r>
              <a:rPr lang="en-US" sz="1800" b="0" i="0" dirty="0">
                <a:solidFill>
                  <a:srgbClr val="242021"/>
                </a:solidFill>
                <a:effectLst/>
                <a:latin typeface="TimesTenLTStd-Roman"/>
              </a:rPr>
              <a:t>Some mechanism that provides for communication among CPU, main memory, and I/O. </a:t>
            </a:r>
            <a:br>
              <a:rPr lang="en-US" dirty="0"/>
            </a:br>
            <a:endParaRPr lang="en-GB"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A1996391-CB0C-4027-7232-1EC61BF811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6FC00F1E-8686-4266-9B20-7EAE200395EF}" type="slidenum">
              <a:rPr kumimoji="0" lang="en-US" altLang="en-US" sz="1200" smtClean="0">
                <a:latin typeface="Times New Roman" panose="02020603050405020304" pitchFamily="18" charset="0"/>
              </a:rPr>
              <a:pPr/>
              <a:t>29</a:t>
            </a:fld>
            <a:endParaRPr kumimoji="0" lang="en-US" altLang="en-US" sz="1200">
              <a:latin typeface="Times New Roman" panose="02020603050405020304" pitchFamily="18" charset="0"/>
            </a:endParaRPr>
          </a:p>
        </p:txBody>
      </p:sp>
      <p:sp>
        <p:nvSpPr>
          <p:cNvPr id="59395" name="Rectangle 2">
            <a:extLst>
              <a:ext uri="{FF2B5EF4-FFF2-40B4-BE49-F238E27FC236}">
                <a16:creationId xmlns:a16="http://schemas.microsoft.com/office/drawing/2014/main" id="{63AB09C6-6BE0-3E80-6CE9-7CA7B186CBAD}"/>
              </a:ext>
            </a:extLst>
          </p:cNvPr>
          <p:cNvSpPr>
            <a:spLocks noGrp="1" noRot="1" noChangeAspect="1" noChangeArrowheads="1" noTextEdit="1"/>
          </p:cNvSpPr>
          <p:nvPr>
            <p:ph type="sldImg"/>
          </p:nvPr>
        </p:nvSpPr>
        <p:spPr>
          <a:xfrm>
            <a:off x="1143000" y="685800"/>
            <a:ext cx="4572000" cy="3429000"/>
          </a:xfrm>
          <a:ln/>
        </p:spPr>
      </p:sp>
      <p:sp>
        <p:nvSpPr>
          <p:cNvPr id="59396" name="Rectangle 3">
            <a:extLst>
              <a:ext uri="{FF2B5EF4-FFF2-40B4-BE49-F238E27FC236}">
                <a16:creationId xmlns:a16="http://schemas.microsoft.com/office/drawing/2014/main" id="{F44ACAFA-F29C-44F4-06FF-632E3597D9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41B7B502-2346-2B43-0529-1C27D31C3D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B425056B-39DF-4FD8-8307-8FA022515828}" type="slidenum">
              <a:rPr kumimoji="0" lang="en-US" altLang="en-US" sz="1200" smtClean="0">
                <a:latin typeface="Times New Roman" panose="02020603050405020304" pitchFamily="18" charset="0"/>
              </a:rPr>
              <a:pPr/>
              <a:t>30</a:t>
            </a:fld>
            <a:endParaRPr kumimoji="0" lang="en-US" altLang="en-US" sz="1200">
              <a:latin typeface="Times New Roman" panose="02020603050405020304" pitchFamily="18" charset="0"/>
            </a:endParaRPr>
          </a:p>
        </p:txBody>
      </p:sp>
      <p:sp>
        <p:nvSpPr>
          <p:cNvPr id="61443" name="Rectangle 2">
            <a:extLst>
              <a:ext uri="{FF2B5EF4-FFF2-40B4-BE49-F238E27FC236}">
                <a16:creationId xmlns:a16="http://schemas.microsoft.com/office/drawing/2014/main" id="{5AA27BE7-F172-1ECE-1D30-9E41FD163743}"/>
              </a:ext>
            </a:extLst>
          </p:cNvPr>
          <p:cNvSpPr>
            <a:spLocks noGrp="1" noRot="1" noChangeAspect="1" noChangeArrowheads="1" noTextEdit="1"/>
          </p:cNvSpPr>
          <p:nvPr>
            <p:ph type="sldImg"/>
          </p:nvPr>
        </p:nvSpPr>
        <p:spPr>
          <a:xfrm>
            <a:off x="1143000" y="685800"/>
            <a:ext cx="4572000" cy="3429000"/>
          </a:xfrm>
          <a:ln/>
        </p:spPr>
      </p:sp>
      <p:sp>
        <p:nvSpPr>
          <p:cNvPr id="61444" name="Rectangle 3">
            <a:extLst>
              <a:ext uri="{FF2B5EF4-FFF2-40B4-BE49-F238E27FC236}">
                <a16:creationId xmlns:a16="http://schemas.microsoft.com/office/drawing/2014/main" id="{5E913967-A015-6A45-EB12-F80FC90643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5022CDFE-E45E-CFF4-A21F-B20648E998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95FB1FDE-9156-4D3B-8B93-8240FF5B434C}" type="slidenum">
              <a:rPr kumimoji="0" lang="en-US" altLang="en-US" sz="1200" smtClean="0">
                <a:latin typeface="Times New Roman" panose="02020603050405020304" pitchFamily="18" charset="0"/>
              </a:rPr>
              <a:pPr/>
              <a:t>31</a:t>
            </a:fld>
            <a:endParaRPr kumimoji="0" lang="en-US" altLang="en-US" sz="1200">
              <a:latin typeface="Times New Roman" panose="02020603050405020304" pitchFamily="18" charset="0"/>
            </a:endParaRPr>
          </a:p>
        </p:txBody>
      </p:sp>
      <p:sp>
        <p:nvSpPr>
          <p:cNvPr id="63491" name="Rectangle 2">
            <a:extLst>
              <a:ext uri="{FF2B5EF4-FFF2-40B4-BE49-F238E27FC236}">
                <a16:creationId xmlns:a16="http://schemas.microsoft.com/office/drawing/2014/main" id="{C9A5508A-219E-89CC-CC23-1F6B7DA953D7}"/>
              </a:ext>
            </a:extLst>
          </p:cNvPr>
          <p:cNvSpPr>
            <a:spLocks noGrp="1" noRot="1" noChangeAspect="1" noChangeArrowheads="1" noTextEdit="1"/>
          </p:cNvSpPr>
          <p:nvPr>
            <p:ph type="sldImg"/>
          </p:nvPr>
        </p:nvSpPr>
        <p:spPr>
          <a:xfrm>
            <a:off x="1143000" y="685800"/>
            <a:ext cx="4572000" cy="3429000"/>
          </a:xfrm>
          <a:ln/>
        </p:spPr>
      </p:sp>
      <p:sp>
        <p:nvSpPr>
          <p:cNvPr id="63492" name="Rectangle 3">
            <a:extLst>
              <a:ext uri="{FF2B5EF4-FFF2-40B4-BE49-F238E27FC236}">
                <a16:creationId xmlns:a16="http://schemas.microsoft.com/office/drawing/2014/main" id="{1C8348C1-BFCD-E138-86F5-7F2E407146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8D30B-254C-7F64-F678-80DF97183DE8}"/>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MY"/>
          </a:p>
        </p:txBody>
      </p:sp>
      <p:sp>
        <p:nvSpPr>
          <p:cNvPr id="3" name="Subtitle 2">
            <a:extLst>
              <a:ext uri="{FF2B5EF4-FFF2-40B4-BE49-F238E27FC236}">
                <a16:creationId xmlns:a16="http://schemas.microsoft.com/office/drawing/2014/main" id="{A9970EBD-D68E-27E6-25AA-2F268B470DB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D472850B-B16A-53EF-24D0-2D2CBDF01DCF}"/>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735B3BC1-7995-3402-DB6A-17535B326369}"/>
              </a:ext>
            </a:extLst>
          </p:cNvPr>
          <p:cNvSpPr>
            <a:spLocks noGrp="1"/>
          </p:cNvSpPr>
          <p:nvPr>
            <p:ph type="ftr" sz="quarter" idx="11"/>
          </p:nvPr>
        </p:nvSpPr>
        <p:spPr/>
        <p:txBody>
          <a:bodyPr/>
          <a:lstStyle/>
          <a:p>
            <a:pPr>
              <a:defRPr/>
            </a:pPr>
            <a:endParaRPr lang="en-GB"/>
          </a:p>
        </p:txBody>
      </p:sp>
      <p:sp>
        <p:nvSpPr>
          <p:cNvPr id="6" name="Slide Number Placeholder 5">
            <a:extLst>
              <a:ext uri="{FF2B5EF4-FFF2-40B4-BE49-F238E27FC236}">
                <a16:creationId xmlns:a16="http://schemas.microsoft.com/office/drawing/2014/main" id="{C8737141-532F-804D-7AF1-03462AEF1188}"/>
              </a:ext>
            </a:extLst>
          </p:cNvPr>
          <p:cNvSpPr>
            <a:spLocks noGrp="1"/>
          </p:cNvSpPr>
          <p:nvPr>
            <p:ph type="sldNum" sz="quarter" idx="12"/>
          </p:nvPr>
        </p:nvSpPr>
        <p:spPr/>
        <p:txBody>
          <a:bodyPr/>
          <a:lstStyle/>
          <a:p>
            <a:pPr>
              <a:defRPr/>
            </a:pPr>
            <a:fld id="{B117D4E6-6A1A-4D69-9A17-75E505305FB4}" type="slidenum">
              <a:rPr lang="en-US" altLang="en-US" smtClean="0"/>
              <a:pPr>
                <a:defRPr/>
              </a:pPr>
              <a:t>‹#›</a:t>
            </a:fld>
            <a:endParaRPr lang="en-US" altLang="en-US"/>
          </a:p>
        </p:txBody>
      </p:sp>
    </p:spTree>
    <p:extLst>
      <p:ext uri="{BB962C8B-B14F-4D97-AF65-F5344CB8AC3E}">
        <p14:creationId xmlns:p14="http://schemas.microsoft.com/office/powerpoint/2010/main" val="259450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E6158-B533-C609-B8EB-FED926F09183}"/>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6BE487A2-388B-74DB-145E-C498EDE33C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22EF680E-7955-4255-7255-376EE9709CF0}"/>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AD1D16D-28B7-99C5-7E4D-48A5B4F4B7A9}"/>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0EF481B4-A896-1DD2-DA43-684AC1BD3484}"/>
              </a:ext>
            </a:extLst>
          </p:cNvPr>
          <p:cNvSpPr>
            <a:spLocks noGrp="1"/>
          </p:cNvSpPr>
          <p:nvPr>
            <p:ph type="sldNum" sz="quarter" idx="12"/>
          </p:nvPr>
        </p:nvSpPr>
        <p:spPr/>
        <p:txBody>
          <a:bodyPr/>
          <a:lstStyle/>
          <a:p>
            <a:pPr>
              <a:defRPr/>
            </a:pPr>
            <a:fld id="{782950A2-93C7-4AC6-8009-1B01A808DEC2}" type="slidenum">
              <a:rPr lang="en-US" altLang="en-US" smtClean="0"/>
              <a:pPr>
                <a:defRPr/>
              </a:pPr>
              <a:t>‹#›</a:t>
            </a:fld>
            <a:endParaRPr lang="en-US" altLang="en-US"/>
          </a:p>
        </p:txBody>
      </p:sp>
    </p:spTree>
    <p:extLst>
      <p:ext uri="{BB962C8B-B14F-4D97-AF65-F5344CB8AC3E}">
        <p14:creationId xmlns:p14="http://schemas.microsoft.com/office/powerpoint/2010/main" val="618637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F583-34C0-AAB6-2D15-ACBF790F7DFD}"/>
              </a:ext>
            </a:extLst>
          </p:cNvPr>
          <p:cNvSpPr>
            <a:spLocks noGrp="1"/>
          </p:cNvSpPr>
          <p:nvPr>
            <p:ph type="title"/>
          </p:nvPr>
        </p:nvSpPr>
        <p:spPr>
          <a:xfrm>
            <a:off x="623888" y="1709741"/>
            <a:ext cx="7886700" cy="2852737"/>
          </a:xfrm>
        </p:spPr>
        <p:txBody>
          <a:bodyPr anchor="b"/>
          <a:lstStyle>
            <a:lvl1pPr>
              <a:defRPr sz="45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FD13C971-8615-C48D-BB28-8537657257A8}"/>
              </a:ext>
            </a:extLst>
          </p:cNvPr>
          <p:cNvSpPr>
            <a:spLocks noGrp="1"/>
          </p:cNvSpPr>
          <p:nvPr>
            <p:ph type="body" idx="1"/>
          </p:nvPr>
        </p:nvSpPr>
        <p:spPr>
          <a:xfrm>
            <a:off x="623888" y="4589466"/>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36D025-FD5F-21D9-D939-9155A9163692}"/>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7108100D-30EA-0A7A-D044-F1E5D858290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251CAEA-D9C9-594F-3C2D-EA06168A3C63}"/>
              </a:ext>
            </a:extLst>
          </p:cNvPr>
          <p:cNvSpPr>
            <a:spLocks noGrp="1"/>
          </p:cNvSpPr>
          <p:nvPr>
            <p:ph type="sldNum" sz="quarter" idx="12"/>
          </p:nvPr>
        </p:nvSpPr>
        <p:spPr/>
        <p:txBody>
          <a:bodyPr/>
          <a:lstStyle/>
          <a:p>
            <a:pPr>
              <a:defRPr/>
            </a:pPr>
            <a:fld id="{AC4C04F2-7D3B-44D4-BF32-FDA9B2087195}" type="slidenum">
              <a:rPr lang="en-US" altLang="en-US" smtClean="0"/>
              <a:pPr>
                <a:defRPr/>
              </a:pPr>
              <a:t>‹#›</a:t>
            </a:fld>
            <a:endParaRPr lang="en-US" altLang="en-US"/>
          </a:p>
        </p:txBody>
      </p:sp>
    </p:spTree>
    <p:extLst>
      <p:ext uri="{BB962C8B-B14F-4D97-AF65-F5344CB8AC3E}">
        <p14:creationId xmlns:p14="http://schemas.microsoft.com/office/powerpoint/2010/main" val="1744177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7C3F5-47E6-6A03-A407-C98F1E551E74}"/>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6E245B59-04A5-7D47-F887-3557699F620E}"/>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61A845AC-121F-EADC-FDAA-C0D426C5D965}"/>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E7A81B6C-F504-9B7D-5885-723E4FF4D28B}"/>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0DE3DDC6-C5AD-654D-89BB-4925A110C5EE}"/>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918D32A0-4971-0AAD-8F5B-6D2F93E6F401}"/>
              </a:ext>
            </a:extLst>
          </p:cNvPr>
          <p:cNvSpPr>
            <a:spLocks noGrp="1"/>
          </p:cNvSpPr>
          <p:nvPr>
            <p:ph type="sldNum" sz="quarter" idx="12"/>
          </p:nvPr>
        </p:nvSpPr>
        <p:spPr/>
        <p:txBody>
          <a:bodyPr/>
          <a:lstStyle/>
          <a:p>
            <a:pPr>
              <a:defRPr/>
            </a:pPr>
            <a:fld id="{2C15AD2E-ABE0-451A-826C-DED81E38BE87}" type="slidenum">
              <a:rPr lang="en-US" altLang="en-US" smtClean="0"/>
              <a:pPr>
                <a:defRPr/>
              </a:pPr>
              <a:t>‹#›</a:t>
            </a:fld>
            <a:endParaRPr lang="en-US" altLang="en-US"/>
          </a:p>
        </p:txBody>
      </p:sp>
    </p:spTree>
    <p:extLst>
      <p:ext uri="{BB962C8B-B14F-4D97-AF65-F5344CB8AC3E}">
        <p14:creationId xmlns:p14="http://schemas.microsoft.com/office/powerpoint/2010/main" val="2846189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A74A7-6AD3-E9F0-F9EA-206763A4C93F}"/>
              </a:ext>
            </a:extLst>
          </p:cNvPr>
          <p:cNvSpPr>
            <a:spLocks noGrp="1"/>
          </p:cNvSpPr>
          <p:nvPr>
            <p:ph type="title"/>
          </p:nvPr>
        </p:nvSpPr>
        <p:spPr>
          <a:xfrm>
            <a:off x="629841" y="365128"/>
            <a:ext cx="78867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949164B0-5A6F-7C51-6B71-4D9F08711D17}"/>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EE73256-5E07-2387-83F7-B2AE55E4D6E7}"/>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E5DFB999-C964-2972-AEE1-1C3E03C4AE02}"/>
              </a:ext>
            </a:extLst>
          </p:cNvPr>
          <p:cNvSpPr>
            <a:spLocks noGrp="1"/>
          </p:cNvSpPr>
          <p:nvPr>
            <p:ph type="body" sz="quarter" idx="3"/>
          </p:nvPr>
        </p:nvSpPr>
        <p:spPr>
          <a:xfrm>
            <a:off x="4629151"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81C33-93B7-66D5-F6A2-230833D8FC9C}"/>
              </a:ext>
            </a:extLst>
          </p:cNvPr>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971D3FA3-3B69-C035-33BC-4D1D45E4D2F0}"/>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1EBB97B7-2AE3-4060-E524-CDACF5BCCEAB}"/>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4436103D-D62D-99D5-48BD-FD1B9E25758A}"/>
              </a:ext>
            </a:extLst>
          </p:cNvPr>
          <p:cNvSpPr>
            <a:spLocks noGrp="1"/>
          </p:cNvSpPr>
          <p:nvPr>
            <p:ph type="sldNum" sz="quarter" idx="12"/>
          </p:nvPr>
        </p:nvSpPr>
        <p:spPr/>
        <p:txBody>
          <a:bodyPr/>
          <a:lstStyle/>
          <a:p>
            <a:pPr>
              <a:defRPr/>
            </a:pPr>
            <a:fld id="{134E4E87-24FD-4D9C-99A7-7B71B4E99B94}" type="slidenum">
              <a:rPr lang="en-US" altLang="en-US" smtClean="0"/>
              <a:pPr>
                <a:defRPr/>
              </a:pPr>
              <a:t>‹#›</a:t>
            </a:fld>
            <a:endParaRPr lang="en-US" altLang="en-US"/>
          </a:p>
        </p:txBody>
      </p:sp>
    </p:spTree>
    <p:extLst>
      <p:ext uri="{BB962C8B-B14F-4D97-AF65-F5344CB8AC3E}">
        <p14:creationId xmlns:p14="http://schemas.microsoft.com/office/powerpoint/2010/main" val="2461121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7CEF2-A0CF-27B0-4336-0BDB5AEE76F4}"/>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896DFB42-E12C-416B-E832-33598FFB4AEB}"/>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90F86C75-91A7-D409-59A1-57F0D719239D}"/>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3953CA6A-63EE-551C-E785-87BE54292927}"/>
              </a:ext>
            </a:extLst>
          </p:cNvPr>
          <p:cNvSpPr>
            <a:spLocks noGrp="1"/>
          </p:cNvSpPr>
          <p:nvPr>
            <p:ph type="sldNum" sz="quarter" idx="12"/>
          </p:nvPr>
        </p:nvSpPr>
        <p:spPr/>
        <p:txBody>
          <a:bodyPr/>
          <a:lstStyle/>
          <a:p>
            <a:pPr>
              <a:defRPr/>
            </a:pPr>
            <a:fld id="{F8F93829-56DF-45A7-97C0-D3D96B69DEEC}" type="slidenum">
              <a:rPr lang="en-US" altLang="en-US" smtClean="0"/>
              <a:pPr>
                <a:defRPr/>
              </a:pPr>
              <a:t>‹#›</a:t>
            </a:fld>
            <a:endParaRPr lang="en-US" altLang="en-US"/>
          </a:p>
        </p:txBody>
      </p:sp>
    </p:spTree>
    <p:extLst>
      <p:ext uri="{BB962C8B-B14F-4D97-AF65-F5344CB8AC3E}">
        <p14:creationId xmlns:p14="http://schemas.microsoft.com/office/powerpoint/2010/main" val="3935643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0E7D82-CCC7-CC69-0FEC-2552356B9A85}"/>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3B220D9E-93A5-F282-8043-18C34C716BB7}"/>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3F72997A-7527-8AB1-6989-832294A9294E}"/>
              </a:ext>
            </a:extLst>
          </p:cNvPr>
          <p:cNvSpPr>
            <a:spLocks noGrp="1"/>
          </p:cNvSpPr>
          <p:nvPr>
            <p:ph type="sldNum" sz="quarter" idx="12"/>
          </p:nvPr>
        </p:nvSpPr>
        <p:spPr/>
        <p:txBody>
          <a:bodyPr/>
          <a:lstStyle/>
          <a:p>
            <a:pPr>
              <a:defRPr/>
            </a:pPr>
            <a:fld id="{79DE7DB4-6681-4666-BEE2-EC7CA480F9BB}" type="slidenum">
              <a:rPr lang="en-US" altLang="en-US" smtClean="0"/>
              <a:pPr>
                <a:defRPr/>
              </a:pPr>
              <a:t>‹#›</a:t>
            </a:fld>
            <a:endParaRPr lang="en-US" altLang="en-US"/>
          </a:p>
        </p:txBody>
      </p:sp>
    </p:spTree>
    <p:extLst>
      <p:ext uri="{BB962C8B-B14F-4D97-AF65-F5344CB8AC3E}">
        <p14:creationId xmlns:p14="http://schemas.microsoft.com/office/powerpoint/2010/main" val="3102258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2F80B-FFBF-AFE2-27E8-A5B5A936FF0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ECC7B57B-522C-56A9-3D22-C930924D6A5E}"/>
              </a:ext>
            </a:extLst>
          </p:cNvPr>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57587B0E-92A8-DDAB-8C45-F4A4AC8D045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9EEA35C-1B32-A03A-E532-5F88A2CC495F}"/>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1FB754C2-2675-72B3-48A6-2A3A65E2293E}"/>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01EB3C72-8649-10D5-D21E-30E87F48F106}"/>
              </a:ext>
            </a:extLst>
          </p:cNvPr>
          <p:cNvSpPr>
            <a:spLocks noGrp="1"/>
          </p:cNvSpPr>
          <p:nvPr>
            <p:ph type="sldNum" sz="quarter" idx="12"/>
          </p:nvPr>
        </p:nvSpPr>
        <p:spPr/>
        <p:txBody>
          <a:bodyPr/>
          <a:lstStyle/>
          <a:p>
            <a:pPr>
              <a:defRPr/>
            </a:pPr>
            <a:fld id="{7E425C18-AF60-4F63-8AD2-312103A99408}" type="slidenum">
              <a:rPr lang="en-US" altLang="en-US" smtClean="0"/>
              <a:pPr>
                <a:defRPr/>
              </a:pPr>
              <a:t>‹#›</a:t>
            </a:fld>
            <a:endParaRPr lang="en-US" altLang="en-US"/>
          </a:p>
        </p:txBody>
      </p:sp>
    </p:spTree>
    <p:extLst>
      <p:ext uri="{BB962C8B-B14F-4D97-AF65-F5344CB8AC3E}">
        <p14:creationId xmlns:p14="http://schemas.microsoft.com/office/powerpoint/2010/main" val="3087691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64927-4320-695D-3A10-C8AA8FBBBB7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ADD87E60-2240-E914-8F1D-A04EBACD26D2}"/>
              </a:ext>
            </a:extLst>
          </p:cNvPr>
          <p:cNvSpPr>
            <a:spLocks noGrp="1"/>
          </p:cNvSpPr>
          <p:nvPr>
            <p:ph type="pic" idx="1"/>
          </p:nvPr>
        </p:nvSpPr>
        <p:spPr>
          <a:xfrm>
            <a:off x="3887391" y="987428"/>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MY"/>
          </a:p>
        </p:txBody>
      </p:sp>
      <p:sp>
        <p:nvSpPr>
          <p:cNvPr id="4" name="Text Placeholder 3">
            <a:extLst>
              <a:ext uri="{FF2B5EF4-FFF2-40B4-BE49-F238E27FC236}">
                <a16:creationId xmlns:a16="http://schemas.microsoft.com/office/drawing/2014/main" id="{EAB6C18B-9B90-22D3-E0C1-B13A4743BF6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8EB6C0C-A08F-486D-411B-697972600105}"/>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9699FFA-0E13-4A28-7422-433C8165ED6F}"/>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FF288104-4D2A-74C2-EA00-6587AFAE494D}"/>
              </a:ext>
            </a:extLst>
          </p:cNvPr>
          <p:cNvSpPr>
            <a:spLocks noGrp="1"/>
          </p:cNvSpPr>
          <p:nvPr>
            <p:ph type="sldNum" sz="quarter" idx="12"/>
          </p:nvPr>
        </p:nvSpPr>
        <p:spPr/>
        <p:txBody>
          <a:bodyPr/>
          <a:lstStyle/>
          <a:p>
            <a:pPr>
              <a:defRPr/>
            </a:pPr>
            <a:fld id="{42EEF40D-9EDC-4260-BD32-AD6547CB3A66}" type="slidenum">
              <a:rPr lang="en-US" altLang="en-US" smtClean="0"/>
              <a:pPr>
                <a:defRPr/>
              </a:pPr>
              <a:t>‹#›</a:t>
            </a:fld>
            <a:endParaRPr lang="en-US" altLang="en-US"/>
          </a:p>
        </p:txBody>
      </p:sp>
    </p:spTree>
    <p:extLst>
      <p:ext uri="{BB962C8B-B14F-4D97-AF65-F5344CB8AC3E}">
        <p14:creationId xmlns:p14="http://schemas.microsoft.com/office/powerpoint/2010/main" val="2130507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600C0-F5F8-87DE-23BC-59E308C99F92}"/>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BBE35E8E-1D6C-39A1-D34C-2E7DD77940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A659374A-C99C-D1A3-46C8-62CC96E1DF38}"/>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F30D1E09-665E-E62B-FE29-1B8EC77CBE71}"/>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D2BBEDCE-02C3-4CAE-4766-3B311887942C}"/>
              </a:ext>
            </a:extLst>
          </p:cNvPr>
          <p:cNvSpPr>
            <a:spLocks noGrp="1"/>
          </p:cNvSpPr>
          <p:nvPr>
            <p:ph type="sldNum" sz="quarter" idx="12"/>
          </p:nvPr>
        </p:nvSpPr>
        <p:spPr/>
        <p:txBody>
          <a:bodyPr/>
          <a:lstStyle/>
          <a:p>
            <a:pPr>
              <a:defRPr/>
            </a:pPr>
            <a:fld id="{4A7E56FD-A066-4F0C-BDDA-BF6E8871492F}" type="slidenum">
              <a:rPr lang="en-US" altLang="en-US" smtClean="0"/>
              <a:pPr>
                <a:defRPr/>
              </a:pPr>
              <a:t>‹#›</a:t>
            </a:fld>
            <a:endParaRPr lang="en-US" altLang="en-US"/>
          </a:p>
        </p:txBody>
      </p:sp>
    </p:spTree>
    <p:extLst>
      <p:ext uri="{BB962C8B-B14F-4D97-AF65-F5344CB8AC3E}">
        <p14:creationId xmlns:p14="http://schemas.microsoft.com/office/powerpoint/2010/main" val="4062678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6C48CF-14AF-F463-06C7-83085E27C67E}"/>
              </a:ext>
            </a:extLst>
          </p:cNvPr>
          <p:cNvSpPr>
            <a:spLocks noGrp="1"/>
          </p:cNvSpPr>
          <p:nvPr>
            <p:ph type="title" orient="vert"/>
          </p:nvPr>
        </p:nvSpPr>
        <p:spPr>
          <a:xfrm>
            <a:off x="6543676" y="365125"/>
            <a:ext cx="1971675"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48597C03-3BE3-F2AD-30A0-534353202EED}"/>
              </a:ext>
            </a:extLst>
          </p:cNvPr>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7A298E93-EBBB-A233-FD76-AAACCD74A577}"/>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D0065791-1CB6-B061-7BCA-BBCB4623C340}"/>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5F974489-A39F-5D8B-28E2-AC38179B5BAC}"/>
              </a:ext>
            </a:extLst>
          </p:cNvPr>
          <p:cNvSpPr>
            <a:spLocks noGrp="1"/>
          </p:cNvSpPr>
          <p:nvPr>
            <p:ph type="sldNum" sz="quarter" idx="12"/>
          </p:nvPr>
        </p:nvSpPr>
        <p:spPr/>
        <p:txBody>
          <a:bodyPr/>
          <a:lstStyle/>
          <a:p>
            <a:pPr>
              <a:defRPr/>
            </a:pPr>
            <a:fld id="{3B456580-EC89-4803-BFFE-D4590FC6BFEE}" type="slidenum">
              <a:rPr lang="en-US" altLang="en-US" smtClean="0"/>
              <a:pPr>
                <a:defRPr/>
              </a:pPr>
              <a:t>‹#›</a:t>
            </a:fld>
            <a:endParaRPr lang="en-US" altLang="en-US"/>
          </a:p>
        </p:txBody>
      </p:sp>
    </p:spTree>
    <p:extLst>
      <p:ext uri="{BB962C8B-B14F-4D97-AF65-F5344CB8AC3E}">
        <p14:creationId xmlns:p14="http://schemas.microsoft.com/office/powerpoint/2010/main" val="3987515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38F2E-5DCF-FDE8-3423-0F4FEA8D97B4}"/>
              </a:ext>
            </a:extLst>
          </p:cNvPr>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65E96BC0-5C07-5EBA-82DB-0E7F7664036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7389CCC5-E275-D017-9071-4EB8D40E7D2F}"/>
              </a:ext>
            </a:extLst>
          </p:cNvPr>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6246EC85-DD30-57AF-F0AD-5007AE0BBB4A}"/>
              </a:ext>
            </a:extLst>
          </p:cNvPr>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7FCB3C10-AA3A-8D99-90FB-D86CC5F29166}"/>
              </a:ext>
            </a:extLst>
          </p:cNvPr>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41C05903-07CC-4CDA-8C61-A11FF386FBED}" type="slidenum">
              <a:rPr lang="en-US" altLang="en-US" smtClean="0"/>
              <a:pPr>
                <a:defRPr/>
              </a:pPr>
              <a:t>‹#›</a:t>
            </a:fld>
            <a:endParaRPr lang="en-US" altLang="en-US"/>
          </a:p>
        </p:txBody>
      </p:sp>
    </p:spTree>
    <p:extLst>
      <p:ext uri="{BB962C8B-B14F-4D97-AF65-F5344CB8AC3E}">
        <p14:creationId xmlns:p14="http://schemas.microsoft.com/office/powerpoint/2010/main" val="3352262166"/>
      </p:ext>
    </p:extLst>
  </p:cSld>
  <p:clrMap bg1="dk1" tx1="lt1" bg2="dk2" tx2="lt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4BEAC03A-5C94-0A87-3881-DAF971D77A33}"/>
              </a:ext>
            </a:extLst>
          </p:cNvPr>
          <p:cNvSpPr>
            <a:spLocks noGrp="1" noChangeArrowheads="1"/>
          </p:cNvSpPr>
          <p:nvPr>
            <p:ph type="ctrTitle"/>
          </p:nvPr>
        </p:nvSpPr>
        <p:spPr/>
        <p:txBody>
          <a:bodyPr>
            <a:normAutofit/>
          </a:bodyPr>
          <a:lstStyle/>
          <a:p>
            <a:r>
              <a:rPr lang="en-GB" altLang="en-US" sz="6600" dirty="0"/>
              <a:t>Computer Organisation</a:t>
            </a:r>
          </a:p>
        </p:txBody>
      </p:sp>
      <p:sp>
        <p:nvSpPr>
          <p:cNvPr id="5123" name="Rectangle 3">
            <a:extLst>
              <a:ext uri="{FF2B5EF4-FFF2-40B4-BE49-F238E27FC236}">
                <a16:creationId xmlns:a16="http://schemas.microsoft.com/office/drawing/2014/main" id="{31D739F8-9619-A61D-258B-87EF7879E395}"/>
              </a:ext>
            </a:extLst>
          </p:cNvPr>
          <p:cNvSpPr>
            <a:spLocks noGrp="1" noChangeArrowheads="1"/>
          </p:cNvSpPr>
          <p:nvPr>
            <p:ph type="subTitle" idx="1"/>
          </p:nvPr>
        </p:nvSpPr>
        <p:spPr>
          <a:xfrm>
            <a:off x="799306" y="3406707"/>
            <a:ext cx="7545388" cy="1771650"/>
          </a:xfrm>
        </p:spPr>
        <p:txBody>
          <a:bodyPr>
            <a:normAutofit/>
          </a:bodyPr>
          <a:lstStyle/>
          <a:p>
            <a:r>
              <a:rPr lang="en-GB" altLang="en-US" sz="3200" dirty="0"/>
              <a:t>Topic 1</a:t>
            </a:r>
          </a:p>
          <a:p>
            <a:r>
              <a:rPr lang="en-GB" altLang="en-US" sz="3200" dirty="0"/>
              <a:t>Introduction </a:t>
            </a:r>
          </a:p>
          <a:p>
            <a:r>
              <a:rPr lang="en-GB" altLang="en-US" sz="3200" dirty="0"/>
              <a:t>(Part 1)</a:t>
            </a:r>
          </a:p>
        </p:txBody>
      </p:sp>
      <p:sp>
        <p:nvSpPr>
          <p:cNvPr id="5124" name="Text Box 4">
            <a:extLst>
              <a:ext uri="{FF2B5EF4-FFF2-40B4-BE49-F238E27FC236}">
                <a16:creationId xmlns:a16="http://schemas.microsoft.com/office/drawing/2014/main" id="{067B7E53-AC7B-FEE7-EB93-EB668BD2633E}"/>
              </a:ext>
            </a:extLst>
          </p:cNvPr>
          <p:cNvSpPr txBox="1">
            <a:spLocks noChangeArrowheads="1"/>
          </p:cNvSpPr>
          <p:nvPr/>
        </p:nvSpPr>
        <p:spPr bwMode="auto">
          <a:xfrm>
            <a:off x="107952" y="6257925"/>
            <a:ext cx="7343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eaLnBrk="1" hangingPunct="1">
              <a:spcBef>
                <a:spcPct val="100000"/>
              </a:spcBef>
              <a:buClrTx/>
              <a:buFontTx/>
              <a:buNone/>
            </a:pPr>
            <a:r>
              <a:rPr kumimoji="0" lang="en-US" altLang="en-US" sz="1600"/>
              <a:t>Stallings, Computer Organization &amp; Architecture (9th Ed.), Chap.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708BDED-F569-51AF-DCDB-39ECCDF91226}"/>
              </a:ext>
            </a:extLst>
          </p:cNvPr>
          <p:cNvSpPr>
            <a:spLocks noGrp="1" noChangeArrowheads="1"/>
          </p:cNvSpPr>
          <p:nvPr>
            <p:ph type="title"/>
          </p:nvPr>
        </p:nvSpPr>
        <p:spPr/>
        <p:txBody>
          <a:bodyPr/>
          <a:lstStyle/>
          <a:p>
            <a:r>
              <a:rPr lang="en-US" altLang="en-US" dirty="0"/>
              <a:t>Outline</a:t>
            </a:r>
          </a:p>
        </p:txBody>
      </p:sp>
      <p:sp>
        <p:nvSpPr>
          <p:cNvPr id="6" name="Freeform: Shape 5">
            <a:extLst>
              <a:ext uri="{FF2B5EF4-FFF2-40B4-BE49-F238E27FC236}">
                <a16:creationId xmlns:a16="http://schemas.microsoft.com/office/drawing/2014/main" id="{0B209CC5-AD04-D67D-2187-94409B4525EA}"/>
              </a:ext>
            </a:extLst>
          </p:cNvPr>
          <p:cNvSpPr/>
          <p:nvPr/>
        </p:nvSpPr>
        <p:spPr>
          <a:xfrm>
            <a:off x="388631"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0490" tIns="110490" rIns="110490" bIns="110490" numCol="1" spcCol="1270" anchor="ctr" anchorCtr="0">
            <a:noAutofit/>
          </a:bodyPr>
          <a:lstStyle/>
          <a:p>
            <a:pPr algn="ctr" defTabSz="1289050">
              <a:lnSpc>
                <a:spcPct val="90000"/>
              </a:lnSpc>
              <a:spcBef>
                <a:spcPct val="0"/>
              </a:spcBef>
              <a:spcAft>
                <a:spcPct val="35000"/>
              </a:spcAft>
            </a:pPr>
            <a:r>
              <a:rPr lang="en-US" sz="2900" dirty="0" err="1"/>
              <a:t>Organisation</a:t>
            </a:r>
            <a:r>
              <a:rPr lang="en-US" sz="2900" dirty="0"/>
              <a:t> and architecture</a:t>
            </a:r>
            <a:endParaRPr lang="en-MY" sz="2900" dirty="0"/>
          </a:p>
        </p:txBody>
      </p:sp>
      <p:sp>
        <p:nvSpPr>
          <p:cNvPr id="7" name="Freeform: Shape 6">
            <a:extLst>
              <a:ext uri="{FF2B5EF4-FFF2-40B4-BE49-F238E27FC236}">
                <a16:creationId xmlns:a16="http://schemas.microsoft.com/office/drawing/2014/main" id="{9977E4AE-40C1-B102-A235-C518545F4AB8}"/>
              </a:ext>
            </a:extLst>
          </p:cNvPr>
          <p:cNvSpPr/>
          <p:nvPr/>
        </p:nvSpPr>
        <p:spPr>
          <a:xfrm>
            <a:off x="3191308"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1689636"/>
              <a:satOff val="-4355"/>
              <a:lumOff val="-2941"/>
              <a:alphaOff val="0"/>
            </a:schemeClr>
          </a:fillRef>
          <a:effectRef idx="0">
            <a:schemeClr val="accent5">
              <a:hueOff val="-1689636"/>
              <a:satOff val="-4355"/>
              <a:lumOff val="-2941"/>
              <a:alphaOff val="0"/>
            </a:schemeClr>
          </a:effectRef>
          <a:fontRef idx="minor">
            <a:schemeClr val="lt1"/>
          </a:fontRef>
        </p:style>
        <p:txBody>
          <a:bodyPr spcFirstLastPara="0" vert="horz" wrap="square" lIns="110490" tIns="110490" rIns="110490" bIns="110490" numCol="1" spcCol="1270" anchor="ctr" anchorCtr="0">
            <a:noAutofit/>
          </a:bodyPr>
          <a:lstStyle/>
          <a:p>
            <a:pPr algn="ctr" defTabSz="1289050">
              <a:lnSpc>
                <a:spcPct val="90000"/>
              </a:lnSpc>
              <a:spcBef>
                <a:spcPct val="0"/>
              </a:spcBef>
              <a:spcAft>
                <a:spcPct val="35000"/>
              </a:spcAft>
            </a:pPr>
            <a:r>
              <a:rPr lang="en-US" sz="2900"/>
              <a:t>Structure and function</a:t>
            </a:r>
            <a:endParaRPr lang="en-MY" sz="2900"/>
          </a:p>
        </p:txBody>
      </p:sp>
      <p:sp>
        <p:nvSpPr>
          <p:cNvPr id="8" name="Freeform: Shape 7">
            <a:extLst>
              <a:ext uri="{FF2B5EF4-FFF2-40B4-BE49-F238E27FC236}">
                <a16:creationId xmlns:a16="http://schemas.microsoft.com/office/drawing/2014/main" id="{FEFDD1BC-A78F-129E-C6F3-C4E91EE1C9AA}"/>
              </a:ext>
            </a:extLst>
          </p:cNvPr>
          <p:cNvSpPr/>
          <p:nvPr/>
        </p:nvSpPr>
        <p:spPr>
          <a:xfrm>
            <a:off x="5993984"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spcFirstLastPara="0" vert="horz" wrap="square" lIns="110490" tIns="110490" rIns="110490" bIns="110490" numCol="1" spcCol="1270" anchor="ctr" anchorCtr="0">
            <a:noAutofit/>
          </a:bodyPr>
          <a:lstStyle/>
          <a:p>
            <a:pPr algn="ctr" defTabSz="1289050">
              <a:lnSpc>
                <a:spcPct val="90000"/>
              </a:lnSpc>
              <a:spcBef>
                <a:spcPct val="0"/>
              </a:spcBef>
              <a:spcAft>
                <a:spcPct val="35000"/>
              </a:spcAft>
            </a:pPr>
            <a:r>
              <a:rPr lang="en-US" sz="2900"/>
              <a:t>Computer evolution and performance</a:t>
            </a:r>
            <a:endParaRPr lang="en-MY" sz="2900"/>
          </a:p>
        </p:txBody>
      </p:sp>
      <p:sp>
        <p:nvSpPr>
          <p:cNvPr id="9" name="Freeform: Shape 8">
            <a:extLst>
              <a:ext uri="{FF2B5EF4-FFF2-40B4-BE49-F238E27FC236}">
                <a16:creationId xmlns:a16="http://schemas.microsoft.com/office/drawing/2014/main" id="{B1BCAC25-C085-9552-93E3-9CBA40B5DCED}"/>
              </a:ext>
            </a:extLst>
          </p:cNvPr>
          <p:cNvSpPr/>
          <p:nvPr/>
        </p:nvSpPr>
        <p:spPr>
          <a:xfrm>
            <a:off x="1789969" y="4221088"/>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5068907"/>
              <a:satOff val="-13064"/>
              <a:lumOff val="-8824"/>
              <a:alphaOff val="0"/>
            </a:schemeClr>
          </a:fillRef>
          <a:effectRef idx="0">
            <a:schemeClr val="accent5">
              <a:hueOff val="-5068907"/>
              <a:satOff val="-13064"/>
              <a:lumOff val="-8824"/>
              <a:alphaOff val="0"/>
            </a:schemeClr>
          </a:effectRef>
          <a:fontRef idx="minor">
            <a:schemeClr val="lt1"/>
          </a:fontRef>
        </p:style>
        <p:txBody>
          <a:bodyPr spcFirstLastPara="0" vert="horz" wrap="square" lIns="110490" tIns="110490" rIns="110490" bIns="110490" numCol="1" spcCol="1270" anchor="ctr" anchorCtr="0">
            <a:noAutofit/>
          </a:bodyPr>
          <a:lstStyle/>
          <a:p>
            <a:pPr algn="ctr" defTabSz="1289050">
              <a:lnSpc>
                <a:spcPct val="90000"/>
              </a:lnSpc>
              <a:spcBef>
                <a:spcPct val="0"/>
              </a:spcBef>
              <a:spcAft>
                <a:spcPct val="35000"/>
              </a:spcAft>
            </a:pPr>
            <a:r>
              <a:rPr lang="en-US" sz="2900"/>
              <a:t>Cloud Computing</a:t>
            </a:r>
            <a:endParaRPr lang="en-MY" sz="2900"/>
          </a:p>
        </p:txBody>
      </p:sp>
      <p:sp>
        <p:nvSpPr>
          <p:cNvPr id="10" name="Freeform: Shape 9">
            <a:extLst>
              <a:ext uri="{FF2B5EF4-FFF2-40B4-BE49-F238E27FC236}">
                <a16:creationId xmlns:a16="http://schemas.microsoft.com/office/drawing/2014/main" id="{65989F70-D366-0175-FB01-04CD9A90457D}"/>
              </a:ext>
            </a:extLst>
          </p:cNvPr>
          <p:cNvSpPr/>
          <p:nvPr/>
        </p:nvSpPr>
        <p:spPr>
          <a:xfrm>
            <a:off x="4592646" y="4221088"/>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spcFirstLastPara="0" vert="horz" wrap="square" lIns="110490" tIns="110490" rIns="110490" bIns="110490" numCol="1" spcCol="1270" anchor="ctr" anchorCtr="0">
            <a:noAutofit/>
          </a:bodyPr>
          <a:lstStyle/>
          <a:p>
            <a:pPr algn="ctr" defTabSz="1289050">
              <a:lnSpc>
                <a:spcPct val="90000"/>
              </a:lnSpc>
              <a:spcBef>
                <a:spcPct val="0"/>
              </a:spcBef>
              <a:spcAft>
                <a:spcPct val="35000"/>
              </a:spcAft>
            </a:pPr>
            <a:r>
              <a:rPr lang="en-US" sz="2900"/>
              <a:t>Performance Issues</a:t>
            </a:r>
            <a:endParaRPr lang="en-MY" sz="2900"/>
          </a:p>
        </p:txBody>
      </p:sp>
      <p:sp>
        <p:nvSpPr>
          <p:cNvPr id="4" name="TextBox 3">
            <a:extLst>
              <a:ext uri="{FF2B5EF4-FFF2-40B4-BE49-F238E27FC236}">
                <a16:creationId xmlns:a16="http://schemas.microsoft.com/office/drawing/2014/main" id="{1055F6A5-41D8-8D08-3FAF-F4BAE80924B3}"/>
              </a:ext>
            </a:extLst>
          </p:cNvPr>
          <p:cNvSpPr txBox="1"/>
          <p:nvPr/>
        </p:nvSpPr>
        <p:spPr>
          <a:xfrm>
            <a:off x="5500293" y="1571507"/>
            <a:ext cx="3059832" cy="738664"/>
          </a:xfrm>
          <a:prstGeom prst="rect">
            <a:avLst/>
          </a:prstGeom>
          <a:noFill/>
        </p:spPr>
        <p:txBody>
          <a:bodyPr wrap="square">
            <a:spAutoFit/>
          </a:bodyPr>
          <a:lstStyle/>
          <a:p>
            <a:pPr marL="742950" lvl="1" indent="-285750">
              <a:buFont typeface="Arial" panose="020B0604020202020204" pitchFamily="34" charset="0"/>
              <a:buChar char="•"/>
            </a:pPr>
            <a:r>
              <a:rPr lang="en-US" altLang="en-US" sz="1400" dirty="0"/>
              <a:t>History of computers</a:t>
            </a:r>
          </a:p>
          <a:p>
            <a:pPr marL="742950" lvl="1" indent="-285750">
              <a:buFont typeface="Arial" panose="020B0604020202020204" pitchFamily="34" charset="0"/>
              <a:buChar char="•"/>
            </a:pPr>
            <a:r>
              <a:rPr lang="en-US" altLang="en-US" sz="1400" dirty="0"/>
              <a:t>X86, PowerPC and ARM evolution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2E6C21EC-8388-65B3-19BE-9A34002AD5FD}"/>
              </a:ext>
            </a:extLst>
          </p:cNvPr>
          <p:cNvSpPr>
            <a:spLocks noGrp="1" noChangeArrowheads="1"/>
          </p:cNvSpPr>
          <p:nvPr>
            <p:ph type="title"/>
          </p:nvPr>
        </p:nvSpPr>
        <p:spPr/>
        <p:txBody>
          <a:bodyPr/>
          <a:lstStyle/>
          <a:p>
            <a:r>
              <a:rPr lang="en-GB" altLang="en-US" dirty="0"/>
              <a:t>Architecture &amp; Organisation</a:t>
            </a:r>
          </a:p>
        </p:txBody>
      </p:sp>
      <p:sp>
        <p:nvSpPr>
          <p:cNvPr id="11267" name="Rectangle 3">
            <a:extLst>
              <a:ext uri="{FF2B5EF4-FFF2-40B4-BE49-F238E27FC236}">
                <a16:creationId xmlns:a16="http://schemas.microsoft.com/office/drawing/2014/main" id="{E1010D31-6F9A-15D4-90D6-0DDD4C9A3E11}"/>
              </a:ext>
            </a:extLst>
          </p:cNvPr>
          <p:cNvSpPr>
            <a:spLocks noGrp="1" noChangeArrowheads="1"/>
          </p:cNvSpPr>
          <p:nvPr>
            <p:ph idx="1"/>
          </p:nvPr>
        </p:nvSpPr>
        <p:spPr>
          <a:xfrm>
            <a:off x="467544" y="1825626"/>
            <a:ext cx="8280920" cy="4483695"/>
          </a:xfrm>
        </p:spPr>
        <p:txBody>
          <a:bodyPr>
            <a:normAutofit fontScale="92500" lnSpcReduction="10000"/>
          </a:bodyPr>
          <a:lstStyle/>
          <a:p>
            <a:r>
              <a:rPr lang="en-GB" altLang="en-US" sz="4000" b="1" dirty="0">
                <a:solidFill>
                  <a:srgbClr val="92D050"/>
                </a:solidFill>
              </a:rPr>
              <a:t>Architecture</a:t>
            </a:r>
            <a:r>
              <a:rPr lang="en-GB" altLang="en-US" sz="2400" dirty="0"/>
              <a:t> is those attributes </a:t>
            </a:r>
            <a:r>
              <a:rPr lang="en-GB" altLang="en-US" sz="4000" b="1" dirty="0">
                <a:solidFill>
                  <a:srgbClr val="00B0F0"/>
                </a:solidFill>
              </a:rPr>
              <a:t>visible</a:t>
            </a:r>
            <a:r>
              <a:rPr lang="en-GB" altLang="en-US" sz="2400" dirty="0"/>
              <a:t> to the programmer (</a:t>
            </a:r>
            <a:r>
              <a:rPr lang="en-US" altLang="en-US" sz="2400" dirty="0"/>
              <a:t>programmer’s view of a computer)</a:t>
            </a:r>
          </a:p>
          <a:p>
            <a:r>
              <a:rPr lang="en-US" altLang="en-US" sz="2400" dirty="0"/>
              <a:t>It is defined by the instruction set</a:t>
            </a:r>
          </a:p>
          <a:p>
            <a:r>
              <a:rPr lang="en-US" altLang="en-US" sz="2400" dirty="0"/>
              <a:t>(language), and operand locations (registers and memory). </a:t>
            </a:r>
            <a:endParaRPr lang="en-GB" altLang="en-US" sz="2400" dirty="0"/>
          </a:p>
          <a:p>
            <a:pPr marL="0" indent="0">
              <a:buNone/>
            </a:pPr>
            <a:endParaRPr lang="en-GB" altLang="en-US" sz="2400" dirty="0"/>
          </a:p>
          <a:p>
            <a:pPr lvl="1" algn="just"/>
            <a:r>
              <a:rPr lang="en-GB" altLang="en-US" sz="2000" dirty="0"/>
              <a:t>Deals with the functional behaviour of a computer system </a:t>
            </a:r>
          </a:p>
          <a:p>
            <a:pPr lvl="1" algn="just"/>
            <a:r>
              <a:rPr lang="en-GB" altLang="en-US" sz="2000" dirty="0"/>
              <a:t>Attributes: a system that has a direct impact on the </a:t>
            </a:r>
            <a:r>
              <a:rPr lang="en-GB" altLang="en-US" sz="2000" dirty="0">
                <a:solidFill>
                  <a:srgbClr val="FFFF00"/>
                </a:solidFill>
              </a:rPr>
              <a:t>logical execution of a program</a:t>
            </a:r>
          </a:p>
          <a:p>
            <a:pPr lvl="1" algn="just"/>
            <a:r>
              <a:rPr lang="en-US" altLang="en-US" sz="2000" dirty="0"/>
              <a:t>It defines the system in an abstract manner</a:t>
            </a:r>
          </a:p>
          <a:p>
            <a:pPr lvl="1" algn="just"/>
            <a:r>
              <a:rPr lang="en-US" altLang="en-US" sz="2000" dirty="0"/>
              <a:t>It deals with </a:t>
            </a:r>
            <a:r>
              <a:rPr lang="en-US" altLang="en-US" sz="2000" u="sng" dirty="0"/>
              <a:t>What does the system do</a:t>
            </a:r>
          </a:p>
          <a:p>
            <a:pPr lvl="1" algn="just"/>
            <a:r>
              <a:rPr lang="en-GB" altLang="en-US" sz="2000" dirty="0"/>
              <a:t>Instruction set, number of bits used for data representation, I/O mechanisms, addressing techniques</a:t>
            </a:r>
          </a:p>
          <a:p>
            <a:pPr lvl="1"/>
            <a:r>
              <a:rPr lang="en-GB" altLang="en-US" sz="2000" dirty="0"/>
              <a:t>e.g. Is there a multiply instruction?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F61AC20F-DED5-06B5-28C0-B9AF32544E8F}"/>
              </a:ext>
            </a:extLst>
          </p:cNvPr>
          <p:cNvSpPr>
            <a:spLocks noGrp="1" noChangeArrowheads="1"/>
          </p:cNvSpPr>
          <p:nvPr>
            <p:ph type="title"/>
          </p:nvPr>
        </p:nvSpPr>
        <p:spPr/>
        <p:txBody>
          <a:bodyPr/>
          <a:lstStyle/>
          <a:p>
            <a:r>
              <a:rPr lang="en-GB" altLang="en-US"/>
              <a:t>Architecture &amp; Organisation</a:t>
            </a:r>
          </a:p>
        </p:txBody>
      </p:sp>
      <p:sp>
        <p:nvSpPr>
          <p:cNvPr id="13315" name="Rectangle 3">
            <a:extLst>
              <a:ext uri="{FF2B5EF4-FFF2-40B4-BE49-F238E27FC236}">
                <a16:creationId xmlns:a16="http://schemas.microsoft.com/office/drawing/2014/main" id="{09E0DD9D-6089-737C-A874-4D5F522B5DB4}"/>
              </a:ext>
            </a:extLst>
          </p:cNvPr>
          <p:cNvSpPr>
            <a:spLocks noGrp="1" noChangeArrowheads="1"/>
          </p:cNvSpPr>
          <p:nvPr>
            <p:ph idx="1"/>
          </p:nvPr>
        </p:nvSpPr>
        <p:spPr>
          <a:xfrm>
            <a:off x="179512" y="1825625"/>
            <a:ext cx="8640960" cy="4351338"/>
          </a:xfrm>
        </p:spPr>
        <p:txBody>
          <a:bodyPr/>
          <a:lstStyle/>
          <a:p>
            <a:r>
              <a:rPr lang="en-GB" altLang="en-US" sz="3600" b="1" dirty="0">
                <a:solidFill>
                  <a:srgbClr val="FF0000"/>
                </a:solidFill>
              </a:rPr>
              <a:t>Organization</a:t>
            </a:r>
            <a:r>
              <a:rPr lang="en-GB" altLang="en-US" dirty="0"/>
              <a:t> is how features are </a:t>
            </a:r>
            <a:r>
              <a:rPr lang="en-GB" altLang="en-US" sz="3600" b="1" dirty="0">
                <a:solidFill>
                  <a:srgbClr val="FFC000"/>
                </a:solidFill>
              </a:rPr>
              <a:t>implemented</a:t>
            </a:r>
            <a:endParaRPr lang="en-GB" altLang="en-US" b="1" dirty="0">
              <a:solidFill>
                <a:srgbClr val="FFC000"/>
              </a:solidFill>
            </a:endParaRPr>
          </a:p>
          <a:p>
            <a:pPr lvl="1"/>
            <a:endParaRPr lang="en-US" altLang="en-US" dirty="0"/>
          </a:p>
          <a:p>
            <a:pPr lvl="1"/>
            <a:r>
              <a:rPr lang="en-US" altLang="en-US" dirty="0"/>
              <a:t>Deals with structural relationship</a:t>
            </a:r>
          </a:p>
          <a:p>
            <a:pPr lvl="1"/>
            <a:r>
              <a:rPr lang="en-US" altLang="en-US" dirty="0"/>
              <a:t>Attributes: </a:t>
            </a:r>
            <a:r>
              <a:rPr lang="en-US" altLang="en-US" dirty="0">
                <a:solidFill>
                  <a:srgbClr val="FFFF00"/>
                </a:solidFill>
              </a:rPr>
              <a:t>hardware details </a:t>
            </a:r>
            <a:r>
              <a:rPr lang="en-US" altLang="en-US" dirty="0"/>
              <a:t>transparent to the programmer</a:t>
            </a:r>
          </a:p>
          <a:p>
            <a:pPr lvl="1"/>
            <a:r>
              <a:rPr lang="en-US" altLang="en-US" dirty="0"/>
              <a:t>Is the way in which a system must structure and It is operational units and the interconnections between them that achieve the architectural specifications</a:t>
            </a:r>
          </a:p>
          <a:p>
            <a:pPr lvl="1"/>
            <a:r>
              <a:rPr lang="en-US" altLang="en-US" dirty="0"/>
              <a:t>It is the realization of the abstract model</a:t>
            </a:r>
          </a:p>
          <a:p>
            <a:pPr lvl="1"/>
            <a:r>
              <a:rPr lang="en-US" altLang="en-US" dirty="0"/>
              <a:t>It deals with </a:t>
            </a:r>
            <a:r>
              <a:rPr lang="en-US" altLang="en-US" u="sng" dirty="0"/>
              <a:t>How to implement the system</a:t>
            </a:r>
          </a:p>
          <a:p>
            <a:pPr lvl="1"/>
            <a:r>
              <a:rPr lang="en-GB" altLang="en-US" dirty="0"/>
              <a:t>Control signals, interfaces between the computer and peripherals, memory technology</a:t>
            </a:r>
          </a:p>
          <a:p>
            <a:pPr lvl="1"/>
            <a:r>
              <a:rPr lang="en-GB" altLang="en-US" dirty="0"/>
              <a:t>e.g. Is there a hardware multiply unit or is it done by repeated addition?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5">
            <a:extLst>
              <a:ext uri="{FF2B5EF4-FFF2-40B4-BE49-F238E27FC236}">
                <a16:creationId xmlns:a16="http://schemas.microsoft.com/office/drawing/2014/main" id="{DBE00A05-DB41-7E42-AD23-16A0D267FEDD}"/>
              </a:ext>
            </a:extLst>
          </p:cNvPr>
          <p:cNvSpPr>
            <a:spLocks noGrp="1" noChangeArrowheads="1"/>
          </p:cNvSpPr>
          <p:nvPr>
            <p:ph type="title"/>
          </p:nvPr>
        </p:nvSpPr>
        <p:spPr/>
        <p:txBody>
          <a:bodyPr/>
          <a:lstStyle/>
          <a:p>
            <a:r>
              <a:rPr lang="en-GB" altLang="en-US"/>
              <a:t>Architecture &amp; Organisation</a:t>
            </a:r>
          </a:p>
        </p:txBody>
      </p:sp>
      <p:sp>
        <p:nvSpPr>
          <p:cNvPr id="15362" name="Rectangle 3">
            <a:extLst>
              <a:ext uri="{FF2B5EF4-FFF2-40B4-BE49-F238E27FC236}">
                <a16:creationId xmlns:a16="http://schemas.microsoft.com/office/drawing/2014/main" id="{2F15D9DA-CB21-3B0B-F567-E56B7EEE6DB3}"/>
              </a:ext>
            </a:extLst>
          </p:cNvPr>
          <p:cNvSpPr>
            <a:spLocks noGrp="1" noChangeArrowheads="1"/>
          </p:cNvSpPr>
          <p:nvPr>
            <p:ph idx="1"/>
          </p:nvPr>
        </p:nvSpPr>
        <p:spPr>
          <a:xfrm>
            <a:off x="457200" y="3861048"/>
            <a:ext cx="8362950" cy="2736602"/>
          </a:xfrm>
        </p:spPr>
        <p:txBody>
          <a:bodyPr/>
          <a:lstStyle/>
          <a:p>
            <a:r>
              <a:rPr lang="en-GB" altLang="en-US" sz="2400" dirty="0"/>
              <a:t>A systematic approach of deriving the solution of any problem </a:t>
            </a:r>
          </a:p>
          <a:p>
            <a:r>
              <a:rPr lang="en-GB" altLang="en-US" sz="2400" dirty="0"/>
              <a:t>Manufacturers produce </a:t>
            </a:r>
            <a:r>
              <a:rPr lang="en-GB" altLang="en-US" sz="3200" b="1" dirty="0">
                <a:solidFill>
                  <a:srgbClr val="FFFF00"/>
                </a:solidFill>
              </a:rPr>
              <a:t>family</a:t>
            </a:r>
            <a:r>
              <a:rPr lang="en-GB" altLang="en-US" sz="2400" dirty="0"/>
              <a:t> of computer models</a:t>
            </a:r>
          </a:p>
          <a:p>
            <a:pPr lvl="1"/>
            <a:r>
              <a:rPr lang="en-GB" altLang="en-US" sz="2800" b="1" dirty="0">
                <a:solidFill>
                  <a:srgbClr val="92D050"/>
                </a:solidFill>
              </a:rPr>
              <a:t>Same architecture</a:t>
            </a:r>
            <a:r>
              <a:rPr lang="en-GB" altLang="en-US" sz="2800" b="1" dirty="0"/>
              <a:t>, </a:t>
            </a:r>
            <a:r>
              <a:rPr lang="en-GB" altLang="en-US" sz="2800" b="1" dirty="0">
                <a:solidFill>
                  <a:srgbClr val="FF0000"/>
                </a:solidFill>
              </a:rPr>
              <a:t>different organisation</a:t>
            </a:r>
            <a:endParaRPr lang="en-GB" altLang="en-US" sz="2000" b="1" dirty="0">
              <a:solidFill>
                <a:srgbClr val="FF0000"/>
              </a:solidFill>
            </a:endParaRPr>
          </a:p>
          <a:p>
            <a:pPr lvl="1"/>
            <a:r>
              <a:rPr lang="en-GB" altLang="en-US" sz="2000" dirty="0"/>
              <a:t>Different models = different price and performance</a:t>
            </a:r>
          </a:p>
        </p:txBody>
      </p:sp>
      <p:sp>
        <p:nvSpPr>
          <p:cNvPr id="3" name="TextBox 2">
            <a:extLst>
              <a:ext uri="{FF2B5EF4-FFF2-40B4-BE49-F238E27FC236}">
                <a16:creationId xmlns:a16="http://schemas.microsoft.com/office/drawing/2014/main" id="{ACA6BFD2-6B85-D70A-A909-2BB888457DAF}"/>
              </a:ext>
            </a:extLst>
          </p:cNvPr>
          <p:cNvSpPr txBox="1"/>
          <p:nvPr/>
        </p:nvSpPr>
        <p:spPr>
          <a:xfrm>
            <a:off x="459854" y="1716240"/>
            <a:ext cx="7931224" cy="1631216"/>
          </a:xfrm>
          <a:prstGeom prst="rect">
            <a:avLst/>
          </a:prstGeom>
          <a:noFill/>
        </p:spPr>
        <p:txBody>
          <a:bodyPr wrap="square">
            <a:spAutoFit/>
          </a:bodyPr>
          <a:lstStyle/>
          <a:p>
            <a:pPr algn="just"/>
            <a:r>
              <a:rPr lang="en-US" sz="2000" b="1"/>
              <a:t>Computer </a:t>
            </a:r>
            <a:r>
              <a:rPr lang="en-US" sz="2000" b="1" dirty="0"/>
              <a:t>architecture is about "</a:t>
            </a:r>
            <a:r>
              <a:rPr lang="en-US" sz="2000" b="1" dirty="0">
                <a:solidFill>
                  <a:schemeClr val="accent4"/>
                </a:solidFill>
              </a:rPr>
              <a:t>what</a:t>
            </a:r>
            <a:r>
              <a:rPr lang="en-US" sz="2000" b="1" dirty="0"/>
              <a:t>" a computer system does, while computer organization is about "</a:t>
            </a:r>
            <a:r>
              <a:rPr lang="en-US" sz="2000" b="1" dirty="0">
                <a:solidFill>
                  <a:srgbClr val="92D050"/>
                </a:solidFill>
              </a:rPr>
              <a:t>how</a:t>
            </a:r>
            <a:r>
              <a:rPr lang="en-US" sz="2000" b="1" dirty="0"/>
              <a:t>" it does it. Architecture defines the capabilities and features, while organization determines how those features are implemented in hardware.</a:t>
            </a:r>
            <a:endParaRPr lang="en-MY" sz="20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5">
            <a:extLst>
              <a:ext uri="{FF2B5EF4-FFF2-40B4-BE49-F238E27FC236}">
                <a16:creationId xmlns:a16="http://schemas.microsoft.com/office/drawing/2014/main" id="{AF380297-E0CC-2575-BFE9-21BF0ECD9848}"/>
              </a:ext>
            </a:extLst>
          </p:cNvPr>
          <p:cNvSpPr>
            <a:spLocks noGrp="1" noChangeArrowheads="1"/>
          </p:cNvSpPr>
          <p:nvPr>
            <p:ph type="title"/>
          </p:nvPr>
        </p:nvSpPr>
        <p:spPr/>
        <p:txBody>
          <a:bodyPr/>
          <a:lstStyle/>
          <a:p>
            <a:r>
              <a:rPr lang="en-GB" altLang="en-US"/>
              <a:t>Architecture &amp; Organisation</a:t>
            </a:r>
          </a:p>
        </p:txBody>
      </p:sp>
      <p:sp>
        <p:nvSpPr>
          <p:cNvPr id="17410" name="Rectangle 3">
            <a:extLst>
              <a:ext uri="{FF2B5EF4-FFF2-40B4-BE49-F238E27FC236}">
                <a16:creationId xmlns:a16="http://schemas.microsoft.com/office/drawing/2014/main" id="{975FE54E-A67E-6380-47CD-2DC16419A086}"/>
              </a:ext>
            </a:extLst>
          </p:cNvPr>
          <p:cNvSpPr>
            <a:spLocks noGrp="1" noChangeArrowheads="1"/>
          </p:cNvSpPr>
          <p:nvPr>
            <p:ph idx="1"/>
          </p:nvPr>
        </p:nvSpPr>
        <p:spPr>
          <a:xfrm>
            <a:off x="457200" y="1885950"/>
            <a:ext cx="8362950" cy="4711700"/>
          </a:xfrm>
        </p:spPr>
        <p:txBody>
          <a:bodyPr/>
          <a:lstStyle/>
          <a:p>
            <a:pPr algn="just"/>
            <a:r>
              <a:rPr lang="en-GB" altLang="en-US" sz="2400" dirty="0"/>
              <a:t>All </a:t>
            </a:r>
            <a:r>
              <a:rPr lang="en-GB" altLang="en-US" sz="3200" b="1" dirty="0">
                <a:solidFill>
                  <a:srgbClr val="92D050"/>
                </a:solidFill>
              </a:rPr>
              <a:t>Intel x86 family </a:t>
            </a:r>
            <a:r>
              <a:rPr lang="en-GB" altLang="en-US" sz="2400" dirty="0"/>
              <a:t>share the same basic architecture</a:t>
            </a:r>
          </a:p>
          <a:p>
            <a:pPr algn="just"/>
            <a:r>
              <a:rPr lang="en-GB" altLang="en-US" sz="2400" dirty="0"/>
              <a:t>Similarly </a:t>
            </a:r>
            <a:r>
              <a:rPr lang="en-GB" altLang="en-US" sz="3200" b="1" dirty="0">
                <a:solidFill>
                  <a:srgbClr val="FFC000"/>
                </a:solidFill>
              </a:rPr>
              <a:t>ARM Cortex-M, R and A families</a:t>
            </a:r>
            <a:r>
              <a:rPr lang="en-GB" altLang="en-US" sz="3200" b="1" dirty="0">
                <a:solidFill>
                  <a:srgbClr val="00B0F0"/>
                </a:solidFill>
              </a:rPr>
              <a:t> </a:t>
            </a:r>
            <a:r>
              <a:rPr lang="en-GB" altLang="en-US" sz="2400" dirty="0"/>
              <a:t>have the same respective ARMv7-M, R and A architectures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5">
            <a:extLst>
              <a:ext uri="{FF2B5EF4-FFF2-40B4-BE49-F238E27FC236}">
                <a16:creationId xmlns:a16="http://schemas.microsoft.com/office/drawing/2014/main" id="{3051511F-7AB7-F3D4-FE9C-1630DA3B6715}"/>
              </a:ext>
            </a:extLst>
          </p:cNvPr>
          <p:cNvSpPr>
            <a:spLocks noGrp="1" noChangeArrowheads="1"/>
          </p:cNvSpPr>
          <p:nvPr>
            <p:ph type="title"/>
          </p:nvPr>
        </p:nvSpPr>
        <p:spPr/>
        <p:txBody>
          <a:bodyPr/>
          <a:lstStyle/>
          <a:p>
            <a:r>
              <a:rPr lang="en-GB" altLang="en-US"/>
              <a:t>Architecture &amp; Organisation</a:t>
            </a:r>
          </a:p>
        </p:txBody>
      </p:sp>
      <p:sp>
        <p:nvSpPr>
          <p:cNvPr id="19458" name="Rectangle 3">
            <a:extLst>
              <a:ext uri="{FF2B5EF4-FFF2-40B4-BE49-F238E27FC236}">
                <a16:creationId xmlns:a16="http://schemas.microsoft.com/office/drawing/2014/main" id="{C27221B3-244D-F7FB-ADEE-0F5A0FBC3E90}"/>
              </a:ext>
            </a:extLst>
          </p:cNvPr>
          <p:cNvSpPr>
            <a:spLocks noGrp="1" noChangeArrowheads="1"/>
          </p:cNvSpPr>
          <p:nvPr>
            <p:ph idx="1"/>
          </p:nvPr>
        </p:nvSpPr>
        <p:spPr>
          <a:xfrm>
            <a:off x="457200" y="1885950"/>
            <a:ext cx="8178800" cy="4711700"/>
          </a:xfrm>
        </p:spPr>
        <p:txBody>
          <a:bodyPr/>
          <a:lstStyle/>
          <a:p>
            <a:r>
              <a:rPr lang="en-GB" altLang="en-US" sz="2400"/>
              <a:t>Family concept allows </a:t>
            </a:r>
            <a:r>
              <a:rPr lang="en-GB" altLang="en-US" sz="3200" b="1">
                <a:solidFill>
                  <a:srgbClr val="00B0F0"/>
                </a:solidFill>
              </a:rPr>
              <a:t>code compatibility</a:t>
            </a:r>
            <a:endParaRPr lang="en-GB" altLang="en-US" sz="2400" b="1">
              <a:solidFill>
                <a:srgbClr val="00B0F0"/>
              </a:solidFill>
            </a:endParaRPr>
          </a:p>
          <a:p>
            <a:pPr lvl="1"/>
            <a:r>
              <a:rPr lang="en-GB" altLang="en-US" sz="2000"/>
              <a:t>At least backwards</a:t>
            </a:r>
          </a:p>
          <a:p>
            <a:pPr lvl="1"/>
            <a:r>
              <a:rPr lang="en-GB" altLang="en-US" sz="2000"/>
              <a:t>Because same architecture, but organisation differs between different versions</a:t>
            </a:r>
          </a:p>
          <a:p>
            <a:pPr lvl="1"/>
            <a:r>
              <a:rPr lang="en-GB" altLang="en-US" sz="2000"/>
              <a:t>Customer’s software investment protected</a:t>
            </a:r>
          </a:p>
          <a:p>
            <a:pPr lvl="1"/>
            <a:endParaRPr lang="en-GB" altLang="en-US" sz="2000"/>
          </a:p>
        </p:txBody>
      </p:sp>
      <p:pic>
        <p:nvPicPr>
          <p:cNvPr id="1026" name="Picture 2">
            <a:extLst>
              <a:ext uri="{FF2B5EF4-FFF2-40B4-BE49-F238E27FC236}">
                <a16:creationId xmlns:a16="http://schemas.microsoft.com/office/drawing/2014/main" id="{AF1654DD-A891-39E4-6FBB-04398E1660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99" y="206794"/>
            <a:ext cx="4834083" cy="628607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E6BCA62-FAB9-49F6-143E-4FFFC4518AB7}"/>
              </a:ext>
            </a:extLst>
          </p:cNvPr>
          <p:cNvPicPr>
            <a:picLocks noChangeAspect="1"/>
          </p:cNvPicPr>
          <p:nvPr/>
        </p:nvPicPr>
        <p:blipFill>
          <a:blip r:embed="rId4"/>
          <a:stretch>
            <a:fillRect/>
          </a:stretch>
        </p:blipFill>
        <p:spPr>
          <a:xfrm>
            <a:off x="5013595" y="1754848"/>
            <a:ext cx="3982006" cy="486795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0-#ppt_w/2"/>
                                          </p:val>
                                        </p:tav>
                                        <p:tav tm="100000">
                                          <p:val>
                                            <p:strVal val="#ppt_x"/>
                                          </p:val>
                                        </p:tav>
                                      </p:tavLst>
                                    </p:anim>
                                    <p:anim calcmode="lin" valueType="num">
                                      <p:cBhvr additive="base">
                                        <p:cTn id="8" dur="500" fill="hold"/>
                                        <p:tgtEl>
                                          <p:spTgt spid="102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708BDED-F569-51AF-DCDB-39ECCDF91226}"/>
              </a:ext>
            </a:extLst>
          </p:cNvPr>
          <p:cNvSpPr>
            <a:spLocks noGrp="1" noChangeArrowheads="1"/>
          </p:cNvSpPr>
          <p:nvPr>
            <p:ph type="title"/>
          </p:nvPr>
        </p:nvSpPr>
        <p:spPr/>
        <p:txBody>
          <a:bodyPr/>
          <a:lstStyle/>
          <a:p>
            <a:r>
              <a:rPr lang="en-US" altLang="en-US" dirty="0"/>
              <a:t>Outline</a:t>
            </a:r>
          </a:p>
        </p:txBody>
      </p:sp>
      <p:sp>
        <p:nvSpPr>
          <p:cNvPr id="5" name="Freeform: Shape 4">
            <a:extLst>
              <a:ext uri="{FF2B5EF4-FFF2-40B4-BE49-F238E27FC236}">
                <a16:creationId xmlns:a16="http://schemas.microsoft.com/office/drawing/2014/main" id="{EC4811E0-77FC-B033-C8C1-EEFA25918D4C}"/>
              </a:ext>
            </a:extLst>
          </p:cNvPr>
          <p:cNvSpPr/>
          <p:nvPr/>
        </p:nvSpPr>
        <p:spPr>
          <a:xfrm>
            <a:off x="469981" y="1556848"/>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0490" tIns="110490" rIns="110490" bIns="110490" numCol="1" spcCol="1270" anchor="ctr" anchorCtr="0">
            <a:noAutofit/>
          </a:bodyPr>
          <a:lstStyle/>
          <a:p>
            <a:pPr algn="ctr" defTabSz="1289050">
              <a:lnSpc>
                <a:spcPct val="90000"/>
              </a:lnSpc>
              <a:spcBef>
                <a:spcPct val="0"/>
              </a:spcBef>
              <a:spcAft>
                <a:spcPct val="35000"/>
              </a:spcAft>
            </a:pPr>
            <a:r>
              <a:rPr lang="en-US" sz="2900"/>
              <a:t>Organisation and architecture</a:t>
            </a:r>
            <a:endParaRPr lang="en-MY" sz="2900"/>
          </a:p>
        </p:txBody>
      </p:sp>
      <p:sp>
        <p:nvSpPr>
          <p:cNvPr id="6" name="Freeform: Shape 5">
            <a:extLst>
              <a:ext uri="{FF2B5EF4-FFF2-40B4-BE49-F238E27FC236}">
                <a16:creationId xmlns:a16="http://schemas.microsoft.com/office/drawing/2014/main" id="{D3EB4509-7B0E-D5F0-5864-EE203CCD8F11}"/>
              </a:ext>
            </a:extLst>
          </p:cNvPr>
          <p:cNvSpPr/>
          <p:nvPr/>
        </p:nvSpPr>
        <p:spPr>
          <a:xfrm>
            <a:off x="3272658" y="1556848"/>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1689636"/>
              <a:satOff val="-4355"/>
              <a:lumOff val="-2941"/>
              <a:alphaOff val="0"/>
            </a:schemeClr>
          </a:fillRef>
          <a:effectRef idx="0">
            <a:schemeClr val="accent5">
              <a:hueOff val="-1689636"/>
              <a:satOff val="-4355"/>
              <a:lumOff val="-2941"/>
              <a:alphaOff val="0"/>
            </a:schemeClr>
          </a:effectRef>
          <a:fontRef idx="minor">
            <a:schemeClr val="lt1"/>
          </a:fontRef>
        </p:style>
        <p:txBody>
          <a:bodyPr spcFirstLastPara="0" vert="horz" wrap="square" lIns="110490" tIns="110490" rIns="110490" bIns="110490" numCol="1" spcCol="1270" anchor="ctr" anchorCtr="0">
            <a:noAutofit/>
          </a:bodyPr>
          <a:lstStyle/>
          <a:p>
            <a:pPr algn="ctr" defTabSz="1289050">
              <a:lnSpc>
                <a:spcPct val="90000"/>
              </a:lnSpc>
              <a:spcBef>
                <a:spcPct val="0"/>
              </a:spcBef>
              <a:spcAft>
                <a:spcPct val="35000"/>
              </a:spcAft>
            </a:pPr>
            <a:r>
              <a:rPr lang="en-US" sz="2900"/>
              <a:t>Structure and function</a:t>
            </a:r>
            <a:endParaRPr lang="en-MY" sz="2900"/>
          </a:p>
        </p:txBody>
      </p:sp>
      <p:sp>
        <p:nvSpPr>
          <p:cNvPr id="7" name="Freeform: Shape 6">
            <a:extLst>
              <a:ext uri="{FF2B5EF4-FFF2-40B4-BE49-F238E27FC236}">
                <a16:creationId xmlns:a16="http://schemas.microsoft.com/office/drawing/2014/main" id="{EAD8AA46-AAF8-E857-63A1-31362D643CCD}"/>
              </a:ext>
            </a:extLst>
          </p:cNvPr>
          <p:cNvSpPr/>
          <p:nvPr/>
        </p:nvSpPr>
        <p:spPr>
          <a:xfrm>
            <a:off x="6075334" y="1556848"/>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spcFirstLastPara="0" vert="horz" wrap="square" lIns="110490" tIns="110490" rIns="110490" bIns="110490" numCol="1" spcCol="1270" anchor="ctr" anchorCtr="0">
            <a:noAutofit/>
          </a:bodyPr>
          <a:lstStyle/>
          <a:p>
            <a:pPr algn="ctr" defTabSz="1289050">
              <a:lnSpc>
                <a:spcPct val="90000"/>
              </a:lnSpc>
              <a:spcBef>
                <a:spcPct val="0"/>
              </a:spcBef>
              <a:spcAft>
                <a:spcPct val="35000"/>
              </a:spcAft>
            </a:pPr>
            <a:r>
              <a:rPr lang="en-US" sz="2900"/>
              <a:t>Computer evolution and performance</a:t>
            </a:r>
            <a:endParaRPr lang="en-MY" sz="2900"/>
          </a:p>
        </p:txBody>
      </p:sp>
      <p:sp>
        <p:nvSpPr>
          <p:cNvPr id="8" name="Freeform: Shape 7">
            <a:extLst>
              <a:ext uri="{FF2B5EF4-FFF2-40B4-BE49-F238E27FC236}">
                <a16:creationId xmlns:a16="http://schemas.microsoft.com/office/drawing/2014/main" id="{E409B8BA-0D50-D6ED-26C9-AF4C1CCD15C3}"/>
              </a:ext>
            </a:extLst>
          </p:cNvPr>
          <p:cNvSpPr/>
          <p:nvPr/>
        </p:nvSpPr>
        <p:spPr>
          <a:xfrm>
            <a:off x="1871319" y="3340370"/>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5068907"/>
              <a:satOff val="-13064"/>
              <a:lumOff val="-8824"/>
              <a:alphaOff val="0"/>
            </a:schemeClr>
          </a:fillRef>
          <a:effectRef idx="0">
            <a:schemeClr val="accent5">
              <a:hueOff val="-5068907"/>
              <a:satOff val="-13064"/>
              <a:lumOff val="-8824"/>
              <a:alphaOff val="0"/>
            </a:schemeClr>
          </a:effectRef>
          <a:fontRef idx="minor">
            <a:schemeClr val="lt1"/>
          </a:fontRef>
        </p:style>
        <p:txBody>
          <a:bodyPr spcFirstLastPara="0" vert="horz" wrap="square" lIns="110490" tIns="110490" rIns="110490" bIns="110490" numCol="1" spcCol="1270" anchor="ctr" anchorCtr="0">
            <a:noAutofit/>
          </a:bodyPr>
          <a:lstStyle/>
          <a:p>
            <a:pPr algn="ctr" defTabSz="1289050">
              <a:lnSpc>
                <a:spcPct val="90000"/>
              </a:lnSpc>
              <a:spcBef>
                <a:spcPct val="0"/>
              </a:spcBef>
              <a:spcAft>
                <a:spcPct val="35000"/>
              </a:spcAft>
            </a:pPr>
            <a:r>
              <a:rPr lang="en-US" sz="2900"/>
              <a:t>Cloud Computing</a:t>
            </a:r>
            <a:endParaRPr lang="en-MY" sz="2900"/>
          </a:p>
        </p:txBody>
      </p:sp>
      <p:sp>
        <p:nvSpPr>
          <p:cNvPr id="9" name="Freeform: Shape 8">
            <a:extLst>
              <a:ext uri="{FF2B5EF4-FFF2-40B4-BE49-F238E27FC236}">
                <a16:creationId xmlns:a16="http://schemas.microsoft.com/office/drawing/2014/main" id="{F269C317-10CA-FA82-8D3A-D8A8BE6BE180}"/>
              </a:ext>
            </a:extLst>
          </p:cNvPr>
          <p:cNvSpPr/>
          <p:nvPr/>
        </p:nvSpPr>
        <p:spPr>
          <a:xfrm>
            <a:off x="4673996" y="3340370"/>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spcFirstLastPara="0" vert="horz" wrap="square" lIns="110490" tIns="110490" rIns="110490" bIns="110490" numCol="1" spcCol="1270" anchor="ctr" anchorCtr="0">
            <a:noAutofit/>
          </a:bodyPr>
          <a:lstStyle/>
          <a:p>
            <a:pPr algn="ctr" defTabSz="1289050">
              <a:lnSpc>
                <a:spcPct val="90000"/>
              </a:lnSpc>
              <a:spcBef>
                <a:spcPct val="0"/>
              </a:spcBef>
              <a:spcAft>
                <a:spcPct val="35000"/>
              </a:spcAft>
            </a:pPr>
            <a:r>
              <a:rPr lang="en-US" sz="2900"/>
              <a:t>Performance Issues</a:t>
            </a:r>
            <a:endParaRPr lang="en-MY" sz="2900"/>
          </a:p>
        </p:txBody>
      </p:sp>
      <p:sp>
        <p:nvSpPr>
          <p:cNvPr id="4" name="TextBox 3">
            <a:extLst>
              <a:ext uri="{FF2B5EF4-FFF2-40B4-BE49-F238E27FC236}">
                <a16:creationId xmlns:a16="http://schemas.microsoft.com/office/drawing/2014/main" id="{1055F6A5-41D8-8D08-3FAF-F4BAE80924B3}"/>
              </a:ext>
            </a:extLst>
          </p:cNvPr>
          <p:cNvSpPr txBox="1"/>
          <p:nvPr/>
        </p:nvSpPr>
        <p:spPr>
          <a:xfrm>
            <a:off x="5610994" y="658575"/>
            <a:ext cx="3059832" cy="738664"/>
          </a:xfrm>
          <a:prstGeom prst="rect">
            <a:avLst/>
          </a:prstGeom>
          <a:noFill/>
        </p:spPr>
        <p:txBody>
          <a:bodyPr wrap="square">
            <a:spAutoFit/>
          </a:bodyPr>
          <a:lstStyle/>
          <a:p>
            <a:pPr marL="742950" lvl="1" indent="-285750">
              <a:buFont typeface="Arial" panose="020B0604020202020204" pitchFamily="34" charset="0"/>
              <a:buChar char="•"/>
            </a:pPr>
            <a:r>
              <a:rPr lang="en-US" altLang="en-US" sz="1400" dirty="0"/>
              <a:t>History of computers</a:t>
            </a:r>
          </a:p>
          <a:p>
            <a:pPr marL="742950" lvl="1" indent="-285750">
              <a:buFont typeface="Arial" panose="020B0604020202020204" pitchFamily="34" charset="0"/>
              <a:buChar char="•"/>
            </a:pPr>
            <a:r>
              <a:rPr lang="en-US" altLang="en-US" sz="1400" dirty="0"/>
              <a:t>X86, PowerPC and ARM evolution</a:t>
            </a:r>
          </a:p>
        </p:txBody>
      </p:sp>
    </p:spTree>
    <p:extLst>
      <p:ext uri="{BB962C8B-B14F-4D97-AF65-F5344CB8AC3E}">
        <p14:creationId xmlns:p14="http://schemas.microsoft.com/office/powerpoint/2010/main" val="388212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xit" presetSubtype="4" fill="hold" grpId="0" nodeType="with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4"/>
                                        </p:tgtEl>
                                        <p:attrNameLst>
                                          <p:attrName>ppt_x</p:attrName>
                                        </p:attrNameLst>
                                      </p:cBhvr>
                                      <p:tavLst>
                                        <p:tav tm="0">
                                          <p:val>
                                            <p:strVal val="ppt_x"/>
                                          </p:val>
                                        </p:tav>
                                        <p:tav tm="100000">
                                          <p:val>
                                            <p:strVal val="ppt_x"/>
                                          </p:val>
                                        </p:tav>
                                      </p:tavLst>
                                    </p:anim>
                                    <p:anim calcmode="lin" valueType="num">
                                      <p:cBhvr additive="base">
                                        <p:cTn id="11" dur="500"/>
                                        <p:tgtEl>
                                          <p:spTgt spid="4"/>
                                        </p:tgtEl>
                                        <p:attrNameLst>
                                          <p:attrName>ppt_y</p:attrName>
                                        </p:attrNameLst>
                                      </p:cBhvr>
                                      <p:tavLst>
                                        <p:tav tm="0">
                                          <p:val>
                                            <p:strVal val="ppt_y"/>
                                          </p:val>
                                        </p:tav>
                                        <p:tav tm="100000">
                                          <p:val>
                                            <p:strVal val="1+ppt_h/2"/>
                                          </p:val>
                                        </p:tav>
                                      </p:tavLst>
                                    </p:anim>
                                    <p:set>
                                      <p:cBhvr>
                                        <p:cTn id="12" dur="1" fill="hold">
                                          <p:stCondLst>
                                            <p:cond delay="499"/>
                                          </p:stCondLst>
                                        </p:cTn>
                                        <p:tgtEl>
                                          <p:spTgt spid="4"/>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7"/>
                                        </p:tgtEl>
                                        <p:attrNameLst>
                                          <p:attrName>ppt_x</p:attrName>
                                        </p:attrNameLst>
                                      </p:cBhvr>
                                      <p:tavLst>
                                        <p:tav tm="0">
                                          <p:val>
                                            <p:strVal val="ppt_x"/>
                                          </p:val>
                                        </p:tav>
                                        <p:tav tm="100000">
                                          <p:val>
                                            <p:strVal val="ppt_x"/>
                                          </p:val>
                                        </p:tav>
                                      </p:tavLst>
                                    </p:anim>
                                    <p:anim calcmode="lin" valueType="num">
                                      <p:cBhvr additive="base">
                                        <p:cTn id="15" dur="500"/>
                                        <p:tgtEl>
                                          <p:spTgt spid="7"/>
                                        </p:tgtEl>
                                        <p:attrNameLst>
                                          <p:attrName>ppt_y</p:attrName>
                                        </p:attrNameLst>
                                      </p:cBhvr>
                                      <p:tavLst>
                                        <p:tav tm="0">
                                          <p:val>
                                            <p:strVal val="ppt_y"/>
                                          </p:val>
                                        </p:tav>
                                        <p:tav tm="100000">
                                          <p:val>
                                            <p:strVal val="1+ppt_h/2"/>
                                          </p:val>
                                        </p:tav>
                                      </p:tavLst>
                                    </p:anim>
                                    <p:set>
                                      <p:cBhvr>
                                        <p:cTn id="16" dur="1" fill="hold">
                                          <p:stCondLst>
                                            <p:cond delay="499"/>
                                          </p:stCondLst>
                                        </p:cTn>
                                        <p:tgtEl>
                                          <p:spTgt spid="7"/>
                                        </p:tgtEl>
                                        <p:attrNameLst>
                                          <p:attrName>style.visibility</p:attrName>
                                        </p:attrNameLst>
                                      </p:cBhvr>
                                      <p:to>
                                        <p:strVal val="hidden"/>
                                      </p:to>
                                    </p:set>
                                  </p:childTnLst>
                                </p:cTn>
                              </p:par>
                              <p:par>
                                <p:cTn id="17" presetID="2" presetClass="exit" presetSubtype="4" fill="hold" grpId="0" nodeType="withEffect">
                                  <p:stCondLst>
                                    <p:cond delay="0"/>
                                  </p:stCondLst>
                                  <p:childTnLst>
                                    <p:anim calcmode="lin" valueType="num">
                                      <p:cBhvr additive="base">
                                        <p:cTn id="18" dur="500"/>
                                        <p:tgtEl>
                                          <p:spTgt spid="8"/>
                                        </p:tgtEl>
                                        <p:attrNameLst>
                                          <p:attrName>ppt_x</p:attrName>
                                        </p:attrNameLst>
                                      </p:cBhvr>
                                      <p:tavLst>
                                        <p:tav tm="0">
                                          <p:val>
                                            <p:strVal val="ppt_x"/>
                                          </p:val>
                                        </p:tav>
                                        <p:tav tm="100000">
                                          <p:val>
                                            <p:strVal val="ppt_x"/>
                                          </p:val>
                                        </p:tav>
                                      </p:tavLst>
                                    </p:anim>
                                    <p:anim calcmode="lin" valueType="num">
                                      <p:cBhvr additive="base">
                                        <p:cTn id="19" dur="500"/>
                                        <p:tgtEl>
                                          <p:spTgt spid="8"/>
                                        </p:tgtEl>
                                        <p:attrNameLst>
                                          <p:attrName>ppt_y</p:attrName>
                                        </p:attrNameLst>
                                      </p:cBhvr>
                                      <p:tavLst>
                                        <p:tav tm="0">
                                          <p:val>
                                            <p:strVal val="ppt_y"/>
                                          </p:val>
                                        </p:tav>
                                        <p:tav tm="100000">
                                          <p:val>
                                            <p:strVal val="1+ppt_h/2"/>
                                          </p:val>
                                        </p:tav>
                                      </p:tavLst>
                                    </p:anim>
                                    <p:set>
                                      <p:cBhvr>
                                        <p:cTn id="20" dur="1" fill="hold">
                                          <p:stCondLst>
                                            <p:cond delay="499"/>
                                          </p:stCondLst>
                                        </p:cTn>
                                        <p:tgtEl>
                                          <p:spTgt spid="8"/>
                                        </p:tgtEl>
                                        <p:attrNameLst>
                                          <p:attrName>style.visibility</p:attrName>
                                        </p:attrNameLst>
                                      </p:cBhvr>
                                      <p:to>
                                        <p:strVal val="hidden"/>
                                      </p:to>
                                    </p:set>
                                  </p:childTnLst>
                                </p:cTn>
                              </p:par>
                              <p:par>
                                <p:cTn id="21" presetID="2" presetClass="exit" presetSubtype="4" fill="hold" grpId="0" nodeType="withEffect">
                                  <p:stCondLst>
                                    <p:cond delay="0"/>
                                  </p:stCondLst>
                                  <p:childTnLst>
                                    <p:anim calcmode="lin" valueType="num">
                                      <p:cBhvr additive="base">
                                        <p:cTn id="22" dur="500"/>
                                        <p:tgtEl>
                                          <p:spTgt spid="9"/>
                                        </p:tgtEl>
                                        <p:attrNameLst>
                                          <p:attrName>ppt_x</p:attrName>
                                        </p:attrNameLst>
                                      </p:cBhvr>
                                      <p:tavLst>
                                        <p:tav tm="0">
                                          <p:val>
                                            <p:strVal val="ppt_x"/>
                                          </p:val>
                                        </p:tav>
                                        <p:tav tm="100000">
                                          <p:val>
                                            <p:strVal val="ppt_x"/>
                                          </p:val>
                                        </p:tav>
                                      </p:tavLst>
                                    </p:anim>
                                    <p:anim calcmode="lin" valueType="num">
                                      <p:cBhvr additive="base">
                                        <p:cTn id="23" dur="500"/>
                                        <p:tgtEl>
                                          <p:spTgt spid="9"/>
                                        </p:tgtEl>
                                        <p:attrNameLst>
                                          <p:attrName>ppt_y</p:attrName>
                                        </p:attrNameLst>
                                      </p:cBhvr>
                                      <p:tavLst>
                                        <p:tav tm="0">
                                          <p:val>
                                            <p:strVal val="ppt_y"/>
                                          </p:val>
                                        </p:tav>
                                        <p:tav tm="100000">
                                          <p:val>
                                            <p:strVal val="1+ppt_h/2"/>
                                          </p:val>
                                        </p:tav>
                                      </p:tavLst>
                                    </p:anim>
                                    <p:set>
                                      <p:cBhvr>
                                        <p:cTn id="24"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D15507F-EE0F-EB04-9586-A260C1D9821D}"/>
              </a:ext>
            </a:extLst>
          </p:cNvPr>
          <p:cNvSpPr>
            <a:spLocks noGrp="1" noChangeArrowheads="1"/>
          </p:cNvSpPr>
          <p:nvPr>
            <p:ph type="title" idx="4294967295"/>
          </p:nvPr>
        </p:nvSpPr>
        <p:spPr>
          <a:xfrm>
            <a:off x="467544" y="228600"/>
            <a:ext cx="7736656" cy="1143000"/>
          </a:xfrm>
        </p:spPr>
        <p:txBody>
          <a:bodyPr/>
          <a:lstStyle/>
          <a:p>
            <a:r>
              <a:rPr lang="en-GB" altLang="en-US" dirty="0"/>
              <a:t>Structure &amp; Function</a:t>
            </a:r>
          </a:p>
        </p:txBody>
      </p:sp>
      <p:sp>
        <p:nvSpPr>
          <p:cNvPr id="24579" name="Rectangle 3">
            <a:extLst>
              <a:ext uri="{FF2B5EF4-FFF2-40B4-BE49-F238E27FC236}">
                <a16:creationId xmlns:a16="http://schemas.microsoft.com/office/drawing/2014/main" id="{B16A7995-4C20-8FEE-84F3-F20B1F27483C}"/>
              </a:ext>
            </a:extLst>
          </p:cNvPr>
          <p:cNvSpPr>
            <a:spLocks noGrp="1" noChangeArrowheads="1"/>
          </p:cNvSpPr>
          <p:nvPr>
            <p:ph type="body" idx="4294967295"/>
          </p:nvPr>
        </p:nvSpPr>
        <p:spPr>
          <a:xfrm>
            <a:off x="442144" y="1885950"/>
            <a:ext cx="8378328" cy="4171950"/>
          </a:xfrm>
        </p:spPr>
        <p:txBody>
          <a:bodyPr>
            <a:normAutofit/>
          </a:bodyPr>
          <a:lstStyle/>
          <a:p>
            <a:r>
              <a:rPr lang="en-GB" altLang="en-US" sz="2400" dirty="0"/>
              <a:t>A computer is a </a:t>
            </a:r>
            <a:r>
              <a:rPr lang="en-GB" altLang="en-US" sz="4000" b="1" dirty="0">
                <a:solidFill>
                  <a:srgbClr val="92D050"/>
                </a:solidFill>
              </a:rPr>
              <a:t>complex</a:t>
            </a:r>
            <a:r>
              <a:rPr lang="en-GB" altLang="en-US" sz="2400" dirty="0"/>
              <a:t> system</a:t>
            </a:r>
          </a:p>
          <a:p>
            <a:pPr lvl="1"/>
            <a:r>
              <a:rPr lang="en-GB" altLang="en-US" sz="2000" dirty="0"/>
              <a:t>A </a:t>
            </a:r>
            <a:r>
              <a:rPr lang="en-GB" altLang="en-US" sz="3600" b="1" dirty="0">
                <a:solidFill>
                  <a:srgbClr val="FF0000"/>
                </a:solidFill>
              </a:rPr>
              <a:t>hierarchical</a:t>
            </a:r>
            <a:r>
              <a:rPr lang="en-GB" altLang="en-US" sz="2000" dirty="0"/>
              <a:t> system is a set of interrelated </a:t>
            </a:r>
            <a:r>
              <a:rPr lang="en-GB" altLang="en-US" sz="3600" b="1" dirty="0">
                <a:solidFill>
                  <a:srgbClr val="00B0F0"/>
                </a:solidFill>
              </a:rPr>
              <a:t>subsystems</a:t>
            </a:r>
            <a:endParaRPr lang="en-GB" altLang="en-US" sz="2000" b="1" dirty="0">
              <a:solidFill>
                <a:srgbClr val="00B0F0"/>
              </a:solidFill>
            </a:endParaRPr>
          </a:p>
          <a:p>
            <a:pPr lvl="1"/>
            <a:r>
              <a:rPr lang="en-GB" altLang="en-US" sz="2000" dirty="0"/>
              <a:t>At each level, look into the components and their </a:t>
            </a:r>
            <a:r>
              <a:rPr lang="en-GB" altLang="en-US" sz="3600" b="1" dirty="0">
                <a:solidFill>
                  <a:srgbClr val="FFC000"/>
                </a:solidFill>
              </a:rPr>
              <a:t>interrelationships</a:t>
            </a:r>
            <a:endParaRPr lang="en-GB" altLang="en-US" sz="2000" b="1" dirty="0">
              <a:solidFill>
                <a:srgbClr val="FFC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F5231452-4408-E5AA-F866-67A7AFD0C19B}"/>
              </a:ext>
            </a:extLst>
          </p:cNvPr>
          <p:cNvSpPr>
            <a:spLocks noGrp="1" noChangeArrowheads="1"/>
          </p:cNvSpPr>
          <p:nvPr>
            <p:ph type="title" idx="4294967295"/>
          </p:nvPr>
        </p:nvSpPr>
        <p:spPr>
          <a:xfrm>
            <a:off x="323528" y="228600"/>
            <a:ext cx="7880672" cy="1143000"/>
          </a:xfrm>
        </p:spPr>
        <p:txBody>
          <a:bodyPr/>
          <a:lstStyle/>
          <a:p>
            <a:r>
              <a:rPr lang="en-GB" altLang="en-US" dirty="0"/>
              <a:t>Structure &amp; Function</a:t>
            </a:r>
          </a:p>
        </p:txBody>
      </p:sp>
      <p:sp>
        <p:nvSpPr>
          <p:cNvPr id="26627" name="Rectangle 3">
            <a:extLst>
              <a:ext uri="{FF2B5EF4-FFF2-40B4-BE49-F238E27FC236}">
                <a16:creationId xmlns:a16="http://schemas.microsoft.com/office/drawing/2014/main" id="{BD196111-6A19-FF66-4E7A-010CE3469AFC}"/>
              </a:ext>
            </a:extLst>
          </p:cNvPr>
          <p:cNvSpPr>
            <a:spLocks noGrp="1" noChangeArrowheads="1"/>
          </p:cNvSpPr>
          <p:nvPr>
            <p:ph type="body" idx="4294967295"/>
          </p:nvPr>
        </p:nvSpPr>
        <p:spPr>
          <a:xfrm>
            <a:off x="323528" y="1885950"/>
            <a:ext cx="8064896" cy="4171950"/>
          </a:xfrm>
        </p:spPr>
        <p:txBody>
          <a:bodyPr/>
          <a:lstStyle/>
          <a:p>
            <a:r>
              <a:rPr lang="en-GB" altLang="en-US" sz="3600" b="1" dirty="0">
                <a:solidFill>
                  <a:srgbClr val="92D050"/>
                </a:solidFill>
              </a:rPr>
              <a:t>Structure</a:t>
            </a:r>
            <a:r>
              <a:rPr lang="en-GB" altLang="en-US" dirty="0"/>
              <a:t> is the way in which </a:t>
            </a:r>
            <a:r>
              <a:rPr lang="en-GB" altLang="en-US" sz="3600" b="1" dirty="0">
                <a:solidFill>
                  <a:srgbClr val="00B0F0"/>
                </a:solidFill>
              </a:rPr>
              <a:t>components relate</a:t>
            </a:r>
            <a:r>
              <a:rPr lang="en-GB" altLang="en-US" dirty="0"/>
              <a:t> to each other</a:t>
            </a:r>
          </a:p>
          <a:p>
            <a:r>
              <a:rPr lang="en-GB" altLang="en-US" sz="3600" b="1" dirty="0">
                <a:solidFill>
                  <a:srgbClr val="FF0000"/>
                </a:solidFill>
              </a:rPr>
              <a:t>Function</a:t>
            </a:r>
            <a:r>
              <a:rPr lang="en-GB" altLang="en-US" dirty="0"/>
              <a:t> is the </a:t>
            </a:r>
            <a:r>
              <a:rPr lang="en-GB" altLang="en-US" sz="3600" b="1" dirty="0">
                <a:solidFill>
                  <a:srgbClr val="FFC000"/>
                </a:solidFill>
              </a:rPr>
              <a:t>operation</a:t>
            </a:r>
            <a:r>
              <a:rPr lang="en-GB" altLang="en-US" dirty="0"/>
              <a:t> of the individual component as part of the structure</a:t>
            </a:r>
          </a:p>
          <a:p>
            <a:endParaRPr lang="en-GB"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46855337-4C2B-661E-4572-BDEE2799A90A}"/>
              </a:ext>
            </a:extLst>
          </p:cNvPr>
          <p:cNvSpPr>
            <a:spLocks noGrp="1" noChangeArrowheads="1"/>
          </p:cNvSpPr>
          <p:nvPr>
            <p:ph type="title" idx="4294967295"/>
          </p:nvPr>
        </p:nvSpPr>
        <p:spPr>
          <a:xfrm>
            <a:off x="0" y="228600"/>
            <a:ext cx="8204200" cy="1143000"/>
          </a:xfrm>
        </p:spPr>
        <p:txBody>
          <a:bodyPr/>
          <a:lstStyle/>
          <a:p>
            <a:r>
              <a:rPr lang="en-GB" altLang="en-US" dirty="0"/>
              <a:t>Structure &amp; Function</a:t>
            </a:r>
          </a:p>
        </p:txBody>
      </p:sp>
      <p:sp>
        <p:nvSpPr>
          <p:cNvPr id="28675" name="Rectangle 3">
            <a:extLst>
              <a:ext uri="{FF2B5EF4-FFF2-40B4-BE49-F238E27FC236}">
                <a16:creationId xmlns:a16="http://schemas.microsoft.com/office/drawing/2014/main" id="{8F37BA03-1DE6-0146-5EFF-FEB36F521C37}"/>
              </a:ext>
            </a:extLst>
          </p:cNvPr>
          <p:cNvSpPr>
            <a:spLocks noGrp="1" noChangeArrowheads="1"/>
          </p:cNvSpPr>
          <p:nvPr>
            <p:ph type="body" idx="4294967295"/>
          </p:nvPr>
        </p:nvSpPr>
        <p:spPr>
          <a:xfrm>
            <a:off x="395536" y="1844824"/>
            <a:ext cx="8178800" cy="4171950"/>
          </a:xfrm>
        </p:spPr>
        <p:txBody>
          <a:bodyPr/>
          <a:lstStyle/>
          <a:p>
            <a:r>
              <a:rPr lang="en-US" altLang="en-US" dirty="0"/>
              <a:t>In terms of description, we have two choices:</a:t>
            </a:r>
          </a:p>
        </p:txBody>
      </p:sp>
      <p:sp>
        <p:nvSpPr>
          <p:cNvPr id="2" name="Rectangle 1">
            <a:extLst>
              <a:ext uri="{FF2B5EF4-FFF2-40B4-BE49-F238E27FC236}">
                <a16:creationId xmlns:a16="http://schemas.microsoft.com/office/drawing/2014/main" id="{67465C9F-670A-5AC4-1497-AC9056B42523}"/>
              </a:ext>
            </a:extLst>
          </p:cNvPr>
          <p:cNvSpPr/>
          <p:nvPr/>
        </p:nvSpPr>
        <p:spPr>
          <a:xfrm>
            <a:off x="755576" y="3429000"/>
            <a:ext cx="2808312" cy="2880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Starting at the bottom and building up to a complete description </a:t>
            </a:r>
          </a:p>
        </p:txBody>
      </p:sp>
      <p:sp>
        <p:nvSpPr>
          <p:cNvPr id="3" name="Rectangle 2">
            <a:extLst>
              <a:ext uri="{FF2B5EF4-FFF2-40B4-BE49-F238E27FC236}">
                <a16:creationId xmlns:a16="http://schemas.microsoft.com/office/drawing/2014/main" id="{FAA4E5F1-053F-9DC9-2EFC-FA9BACE7391A}"/>
              </a:ext>
            </a:extLst>
          </p:cNvPr>
          <p:cNvSpPr/>
          <p:nvPr/>
        </p:nvSpPr>
        <p:spPr>
          <a:xfrm>
            <a:off x="5148064" y="3429000"/>
            <a:ext cx="2808312" cy="288032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a:t>Beginning with a top view and decomposing the system into its subparts</a:t>
            </a:r>
            <a:endParaRPr lang="en-MY"/>
          </a:p>
        </p:txBody>
      </p:sp>
      <p:sp>
        <p:nvSpPr>
          <p:cNvPr id="4" name="Rectangle 3">
            <a:extLst>
              <a:ext uri="{FF2B5EF4-FFF2-40B4-BE49-F238E27FC236}">
                <a16:creationId xmlns:a16="http://schemas.microsoft.com/office/drawing/2014/main" id="{CD0388DC-AEE4-2DE8-4510-077682E8E4C3}"/>
              </a:ext>
            </a:extLst>
          </p:cNvPr>
          <p:cNvSpPr/>
          <p:nvPr/>
        </p:nvSpPr>
        <p:spPr>
          <a:xfrm>
            <a:off x="755576" y="2636912"/>
            <a:ext cx="2808312" cy="4995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Bottom-up</a:t>
            </a:r>
          </a:p>
        </p:txBody>
      </p:sp>
      <p:sp>
        <p:nvSpPr>
          <p:cNvPr id="5" name="Rectangle 4">
            <a:extLst>
              <a:ext uri="{FF2B5EF4-FFF2-40B4-BE49-F238E27FC236}">
                <a16:creationId xmlns:a16="http://schemas.microsoft.com/office/drawing/2014/main" id="{621D7C6B-C860-DA09-DD82-A6DACA573956}"/>
              </a:ext>
            </a:extLst>
          </p:cNvPr>
          <p:cNvSpPr/>
          <p:nvPr/>
        </p:nvSpPr>
        <p:spPr>
          <a:xfrm>
            <a:off x="5148064" y="2670502"/>
            <a:ext cx="2808312" cy="499542"/>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Top-down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F4A4551-5665-8B87-A7A0-2DC47BF878A0}"/>
              </a:ext>
            </a:extLst>
          </p:cNvPr>
          <p:cNvSpPr>
            <a:spLocks noGrp="1" noChangeArrowheads="1"/>
          </p:cNvSpPr>
          <p:nvPr>
            <p:ph type="title"/>
          </p:nvPr>
        </p:nvSpPr>
        <p:spPr/>
        <p:txBody>
          <a:bodyPr/>
          <a:lstStyle/>
          <a:p>
            <a:r>
              <a:rPr lang="en-GB" altLang="en-US"/>
              <a:t>Structure &amp; Function</a:t>
            </a:r>
            <a:endParaRPr lang="en-US" altLang="en-US"/>
          </a:p>
        </p:txBody>
      </p:sp>
      <p:sp>
        <p:nvSpPr>
          <p:cNvPr id="30723" name="Rectangle 3">
            <a:extLst>
              <a:ext uri="{FF2B5EF4-FFF2-40B4-BE49-F238E27FC236}">
                <a16:creationId xmlns:a16="http://schemas.microsoft.com/office/drawing/2014/main" id="{9B0841C3-C710-3902-ED4F-131C6B40C3CC}"/>
              </a:ext>
            </a:extLst>
          </p:cNvPr>
          <p:cNvSpPr>
            <a:spLocks noGrp="1" noChangeArrowheads="1"/>
          </p:cNvSpPr>
          <p:nvPr>
            <p:ph idx="1"/>
          </p:nvPr>
        </p:nvSpPr>
        <p:spPr/>
        <p:txBody>
          <a:bodyPr/>
          <a:lstStyle/>
          <a:p>
            <a:r>
              <a:rPr lang="en-GB" altLang="en-US" dirty="0"/>
              <a:t>Clearer to describe computer system using </a:t>
            </a:r>
            <a:r>
              <a:rPr lang="en-GB" altLang="en-US" sz="3600" b="1" dirty="0">
                <a:solidFill>
                  <a:srgbClr val="92D050"/>
                </a:solidFill>
              </a:rPr>
              <a:t>top-down</a:t>
            </a:r>
            <a:r>
              <a:rPr lang="en-GB" altLang="en-US" dirty="0"/>
              <a:t> approach</a:t>
            </a:r>
          </a:p>
          <a:p>
            <a:pPr lvl="1"/>
            <a:r>
              <a:rPr lang="en-GB" altLang="en-US" dirty="0"/>
              <a:t>start with major components (their structure &amp; function)</a:t>
            </a:r>
          </a:p>
          <a:p>
            <a:pPr lvl="1"/>
            <a:r>
              <a:rPr lang="en-GB" altLang="en-US" dirty="0"/>
              <a:t>proceed to the lower layer</a:t>
            </a:r>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0167F00-A8C2-2A70-15E0-1236B63F5F50}"/>
              </a:ext>
            </a:extLst>
          </p:cNvPr>
          <p:cNvSpPr>
            <a:spLocks noGrp="1" noChangeArrowheads="1"/>
          </p:cNvSpPr>
          <p:nvPr>
            <p:ph type="title"/>
          </p:nvPr>
        </p:nvSpPr>
        <p:spPr/>
        <p:txBody>
          <a:bodyPr/>
          <a:lstStyle/>
          <a:p>
            <a:r>
              <a:rPr lang="en-GB" altLang="en-US"/>
              <a:t>Function</a:t>
            </a:r>
          </a:p>
        </p:txBody>
      </p:sp>
      <p:graphicFrame>
        <p:nvGraphicFramePr>
          <p:cNvPr id="2" name="Content Placeholder 1">
            <a:extLst>
              <a:ext uri="{FF2B5EF4-FFF2-40B4-BE49-F238E27FC236}">
                <a16:creationId xmlns:a16="http://schemas.microsoft.com/office/drawing/2014/main" id="{9CFD8E2F-F479-4E9E-44D4-45EAF8E5409B}"/>
              </a:ext>
            </a:extLst>
          </p:cNvPr>
          <p:cNvGraphicFramePr>
            <a:graphicFrameLocks noGrp="1"/>
          </p:cNvGraphicFramePr>
          <p:nvPr>
            <p:ph idx="1"/>
            <p:extLst>
              <p:ext uri="{D42A27DB-BD31-4B8C-83A1-F6EECF244321}">
                <p14:modId xmlns:p14="http://schemas.microsoft.com/office/powerpoint/2010/main" val="166848003"/>
              </p:ext>
            </p:extLst>
          </p:nvPr>
        </p:nvGraphicFramePr>
        <p:xfrm>
          <a:off x="2267744" y="1543935"/>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203CB035-B9BB-D4EE-03AF-5AD5FCECB50F}"/>
              </a:ext>
            </a:extLst>
          </p:cNvPr>
          <p:cNvSpPr txBox="1"/>
          <p:nvPr/>
        </p:nvSpPr>
        <p:spPr>
          <a:xfrm>
            <a:off x="539552" y="1543935"/>
            <a:ext cx="4572000" cy="369332"/>
          </a:xfrm>
          <a:prstGeom prst="rect">
            <a:avLst/>
          </a:prstGeom>
          <a:noFill/>
        </p:spPr>
        <p:txBody>
          <a:bodyPr wrap="square">
            <a:spAutoFit/>
          </a:bodyPr>
          <a:lstStyle/>
          <a:p>
            <a:r>
              <a:rPr lang="en-GB" altLang="en-US" dirty="0"/>
              <a:t>All computer functions are: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0167F00-A8C2-2A70-15E0-1236B63F5F50}"/>
              </a:ext>
            </a:extLst>
          </p:cNvPr>
          <p:cNvSpPr>
            <a:spLocks noGrp="1" noChangeArrowheads="1"/>
          </p:cNvSpPr>
          <p:nvPr>
            <p:ph type="title"/>
          </p:nvPr>
        </p:nvSpPr>
        <p:spPr/>
        <p:txBody>
          <a:bodyPr/>
          <a:lstStyle/>
          <a:p>
            <a:r>
              <a:rPr lang="en-GB" altLang="en-US"/>
              <a:t>Function</a:t>
            </a:r>
          </a:p>
        </p:txBody>
      </p:sp>
      <p:graphicFrame>
        <p:nvGraphicFramePr>
          <p:cNvPr id="2" name="Content Placeholder 1">
            <a:extLst>
              <a:ext uri="{FF2B5EF4-FFF2-40B4-BE49-F238E27FC236}">
                <a16:creationId xmlns:a16="http://schemas.microsoft.com/office/drawing/2014/main" id="{9CFD8E2F-F479-4E9E-44D4-45EAF8E5409B}"/>
              </a:ext>
            </a:extLst>
          </p:cNvPr>
          <p:cNvGraphicFramePr>
            <a:graphicFrameLocks noGrp="1"/>
          </p:cNvGraphicFramePr>
          <p:nvPr>
            <p:ph idx="1"/>
            <p:extLst>
              <p:ext uri="{D42A27DB-BD31-4B8C-83A1-F6EECF244321}">
                <p14:modId xmlns:p14="http://schemas.microsoft.com/office/powerpoint/2010/main" val="497187261"/>
              </p:ext>
            </p:extLst>
          </p:nvPr>
        </p:nvGraphicFramePr>
        <p:xfrm>
          <a:off x="539552" y="2141536"/>
          <a:ext cx="78867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203CB035-B9BB-D4EE-03AF-5AD5FCECB50F}"/>
              </a:ext>
            </a:extLst>
          </p:cNvPr>
          <p:cNvSpPr txBox="1"/>
          <p:nvPr/>
        </p:nvSpPr>
        <p:spPr>
          <a:xfrm>
            <a:off x="539552" y="1543935"/>
            <a:ext cx="4572000" cy="369332"/>
          </a:xfrm>
          <a:prstGeom prst="rect">
            <a:avLst/>
          </a:prstGeom>
          <a:noFill/>
        </p:spPr>
        <p:txBody>
          <a:bodyPr wrap="square">
            <a:spAutoFit/>
          </a:bodyPr>
          <a:lstStyle/>
          <a:p>
            <a:r>
              <a:rPr lang="en-GB" altLang="en-US" dirty="0"/>
              <a:t>All computer functions are:</a:t>
            </a:r>
          </a:p>
        </p:txBody>
      </p:sp>
    </p:spTree>
    <p:extLst>
      <p:ext uri="{BB962C8B-B14F-4D97-AF65-F5344CB8AC3E}">
        <p14:creationId xmlns:p14="http://schemas.microsoft.com/office/powerpoint/2010/main" val="3202715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847" name="Rectangle 35846">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49" name="Freeform: Shape 35848">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351564"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842" name="Rectangle 2">
            <a:extLst>
              <a:ext uri="{FF2B5EF4-FFF2-40B4-BE49-F238E27FC236}">
                <a16:creationId xmlns:a16="http://schemas.microsoft.com/office/drawing/2014/main" id="{412DA053-4C64-8361-FB9D-D117C8255092}"/>
              </a:ext>
            </a:extLst>
          </p:cNvPr>
          <p:cNvSpPr>
            <a:spLocks noGrp="1" noChangeArrowheads="1"/>
          </p:cNvSpPr>
          <p:nvPr>
            <p:ph type="title"/>
          </p:nvPr>
        </p:nvSpPr>
        <p:spPr>
          <a:xfrm>
            <a:off x="580056" y="992094"/>
            <a:ext cx="2712684" cy="2795160"/>
          </a:xfrm>
        </p:spPr>
        <p:txBody>
          <a:bodyPr vert="horz" lIns="91440" tIns="45720" rIns="91440" bIns="45720" rtlCol="0" anchor="b">
            <a:normAutofit/>
          </a:bodyPr>
          <a:lstStyle/>
          <a:p>
            <a:pPr algn="ctr" defTabSz="914400"/>
            <a:r>
              <a:rPr lang="en-US" altLang="en-US" sz="3800"/>
              <a:t>Functional View</a:t>
            </a:r>
          </a:p>
        </p:txBody>
      </p:sp>
      <p:pic>
        <p:nvPicPr>
          <p:cNvPr id="1026" name="Picture 2" descr="Structure and Function of Computer">
            <a:extLst>
              <a:ext uri="{FF2B5EF4-FFF2-40B4-BE49-F238E27FC236}">
                <a16:creationId xmlns:a16="http://schemas.microsoft.com/office/drawing/2014/main" id="{9B934E37-4272-2233-6DFE-54B440F55A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561"/>
          <a:stretch/>
        </p:blipFill>
        <p:spPr bwMode="auto">
          <a:xfrm>
            <a:off x="4380494" y="779733"/>
            <a:ext cx="3840371" cy="52985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8132056A-FF89-6DEF-6A25-EF8FE6581CDB}"/>
              </a:ext>
            </a:extLst>
          </p:cNvPr>
          <p:cNvSpPr>
            <a:spLocks noGrp="1" noChangeArrowheads="1"/>
          </p:cNvSpPr>
          <p:nvPr>
            <p:ph type="title"/>
          </p:nvPr>
        </p:nvSpPr>
        <p:spPr>
          <a:xfrm>
            <a:off x="393966" y="926308"/>
            <a:ext cx="4178034" cy="1325563"/>
          </a:xfrm>
        </p:spPr>
        <p:txBody>
          <a:bodyPr>
            <a:normAutofit/>
          </a:bodyPr>
          <a:lstStyle/>
          <a:p>
            <a:r>
              <a:rPr lang="en-GB" altLang="en-US" dirty="0"/>
              <a:t>Operations</a:t>
            </a:r>
            <a:br>
              <a:rPr lang="en-GB" altLang="en-US" dirty="0"/>
            </a:br>
            <a:r>
              <a:rPr lang="en-GB" altLang="en-US" dirty="0"/>
              <a:t>(a) Data </a:t>
            </a:r>
            <a:r>
              <a:rPr lang="en-GB" altLang="en-US" dirty="0">
                <a:solidFill>
                  <a:srgbClr val="00B0F0"/>
                </a:solidFill>
              </a:rPr>
              <a:t>movement</a:t>
            </a:r>
          </a:p>
        </p:txBody>
      </p:sp>
      <p:pic>
        <p:nvPicPr>
          <p:cNvPr id="37891" name="Picture 3">
            <a:extLst>
              <a:ext uri="{FF2B5EF4-FFF2-40B4-BE49-F238E27FC236}">
                <a16:creationId xmlns:a16="http://schemas.microsoft.com/office/drawing/2014/main" id="{7E518923-0F52-623E-4CE2-4019445D21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835" t="6470" r="54846" b="58243"/>
          <a:stretch>
            <a:fillRect/>
          </a:stretch>
        </p:blipFill>
        <p:spPr bwMode="auto">
          <a:xfrm>
            <a:off x="4759650" y="926306"/>
            <a:ext cx="3976688" cy="500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C55685B-1D1B-A449-4946-AC206EFE1C52}"/>
              </a:ext>
            </a:extLst>
          </p:cNvPr>
          <p:cNvSpPr>
            <a:spLocks noGrp="1" noChangeArrowheads="1"/>
          </p:cNvSpPr>
          <p:nvPr>
            <p:ph type="title"/>
          </p:nvPr>
        </p:nvSpPr>
        <p:spPr>
          <a:xfrm>
            <a:off x="467544" y="620690"/>
            <a:ext cx="3930650" cy="1325563"/>
          </a:xfrm>
        </p:spPr>
        <p:txBody>
          <a:bodyPr/>
          <a:lstStyle/>
          <a:p>
            <a:r>
              <a:rPr lang="en-GB" altLang="en-US"/>
              <a:t>Operations</a:t>
            </a:r>
            <a:br>
              <a:rPr lang="en-GB" altLang="en-US"/>
            </a:br>
            <a:r>
              <a:rPr lang="en-GB" altLang="en-US"/>
              <a:t>(b) </a:t>
            </a:r>
            <a:r>
              <a:rPr lang="en-GB" altLang="en-US">
                <a:solidFill>
                  <a:srgbClr val="FF0000"/>
                </a:solidFill>
              </a:rPr>
              <a:t>Storage</a:t>
            </a:r>
            <a:r>
              <a:rPr lang="en-GB" altLang="en-US"/>
              <a:t> </a:t>
            </a:r>
          </a:p>
        </p:txBody>
      </p:sp>
      <p:pic>
        <p:nvPicPr>
          <p:cNvPr id="39939" name="Picture 3">
            <a:extLst>
              <a:ext uri="{FF2B5EF4-FFF2-40B4-BE49-F238E27FC236}">
                <a16:creationId xmlns:a16="http://schemas.microsoft.com/office/drawing/2014/main" id="{54781FC7-FE53-F7E1-4E1E-942688C809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4970" t="6207" r="9694" b="58510"/>
          <a:stretch>
            <a:fillRect/>
          </a:stretch>
        </p:blipFill>
        <p:spPr bwMode="auto">
          <a:xfrm>
            <a:off x="4572000" y="620688"/>
            <a:ext cx="3930650" cy="508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A2294025-D85B-A75C-AB3E-CE017301825B}"/>
              </a:ext>
            </a:extLst>
          </p:cNvPr>
          <p:cNvSpPr>
            <a:spLocks noGrp="1" noChangeArrowheads="1"/>
          </p:cNvSpPr>
          <p:nvPr>
            <p:ph type="title"/>
          </p:nvPr>
        </p:nvSpPr>
        <p:spPr>
          <a:xfrm>
            <a:off x="411253" y="886621"/>
            <a:ext cx="3943350" cy="1822301"/>
          </a:xfrm>
        </p:spPr>
        <p:txBody>
          <a:bodyPr>
            <a:normAutofit/>
          </a:bodyPr>
          <a:lstStyle/>
          <a:p>
            <a:r>
              <a:rPr lang="en-GB" altLang="en-US" dirty="0"/>
              <a:t>Operation </a:t>
            </a:r>
            <a:br>
              <a:rPr lang="en-GB" altLang="en-US" dirty="0"/>
            </a:br>
            <a:r>
              <a:rPr lang="en-GB" altLang="en-US" dirty="0"/>
              <a:t>(c) </a:t>
            </a:r>
            <a:r>
              <a:rPr lang="en-GB" altLang="en-US" dirty="0">
                <a:solidFill>
                  <a:srgbClr val="92D050"/>
                </a:solidFill>
              </a:rPr>
              <a:t>Processing</a:t>
            </a:r>
            <a:r>
              <a:rPr lang="en-GB" altLang="en-US" dirty="0"/>
              <a:t> from/to storage </a:t>
            </a:r>
          </a:p>
        </p:txBody>
      </p:sp>
      <p:pic>
        <p:nvPicPr>
          <p:cNvPr id="41987" name="Picture 3">
            <a:extLst>
              <a:ext uri="{FF2B5EF4-FFF2-40B4-BE49-F238E27FC236}">
                <a16:creationId xmlns:a16="http://schemas.microsoft.com/office/drawing/2014/main" id="{F5D0DEA8-2195-591D-E018-94FE1D89F6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772" t="50000" r="52945" b="13637"/>
          <a:stretch>
            <a:fillRect/>
          </a:stretch>
        </p:blipFill>
        <p:spPr bwMode="auto">
          <a:xfrm>
            <a:off x="4572002" y="886619"/>
            <a:ext cx="4130675" cy="508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58AF633-47DA-CA66-5AE6-F1B7943CBE27}"/>
              </a:ext>
            </a:extLst>
          </p:cNvPr>
          <p:cNvSpPr>
            <a:spLocks noGrp="1" noChangeArrowheads="1"/>
          </p:cNvSpPr>
          <p:nvPr>
            <p:ph type="title"/>
          </p:nvPr>
        </p:nvSpPr>
        <p:spPr>
          <a:xfrm>
            <a:off x="280197" y="885827"/>
            <a:ext cx="4169916" cy="1751087"/>
          </a:xfrm>
        </p:spPr>
        <p:txBody>
          <a:bodyPr>
            <a:normAutofit/>
          </a:bodyPr>
          <a:lstStyle/>
          <a:p>
            <a:r>
              <a:rPr lang="en-GB" altLang="en-US" sz="3200" dirty="0"/>
              <a:t>Operation</a:t>
            </a:r>
            <a:br>
              <a:rPr lang="en-GB" altLang="en-US" sz="3200" dirty="0"/>
            </a:br>
            <a:r>
              <a:rPr lang="en-GB" altLang="en-US" sz="3200" dirty="0"/>
              <a:t>(d) </a:t>
            </a:r>
            <a:r>
              <a:rPr lang="en-GB" altLang="en-US" sz="3200" dirty="0">
                <a:solidFill>
                  <a:srgbClr val="92D050"/>
                </a:solidFill>
              </a:rPr>
              <a:t>Processing</a:t>
            </a:r>
            <a:r>
              <a:rPr lang="en-GB" altLang="en-US" sz="3200" dirty="0"/>
              <a:t> from storage to I/O</a:t>
            </a:r>
          </a:p>
        </p:txBody>
      </p:sp>
      <p:pic>
        <p:nvPicPr>
          <p:cNvPr id="44035" name="Picture 3">
            <a:extLst>
              <a:ext uri="{FF2B5EF4-FFF2-40B4-BE49-F238E27FC236}">
                <a16:creationId xmlns:a16="http://schemas.microsoft.com/office/drawing/2014/main" id="{F1B19021-359A-BC79-F1B1-80FAFA9BE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4907" t="50000" r="7791" b="13637"/>
          <a:stretch>
            <a:fillRect/>
          </a:stretch>
        </p:blipFill>
        <p:spPr bwMode="auto">
          <a:xfrm>
            <a:off x="4716016" y="885825"/>
            <a:ext cx="4025900" cy="508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847" name="Rectangle 35846">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49" name="Freeform: Shape 35848">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351564"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842" name="Rectangle 2">
            <a:extLst>
              <a:ext uri="{FF2B5EF4-FFF2-40B4-BE49-F238E27FC236}">
                <a16:creationId xmlns:a16="http://schemas.microsoft.com/office/drawing/2014/main" id="{412DA053-4C64-8361-FB9D-D117C8255092}"/>
              </a:ext>
            </a:extLst>
          </p:cNvPr>
          <p:cNvSpPr>
            <a:spLocks noGrp="1" noChangeArrowheads="1"/>
          </p:cNvSpPr>
          <p:nvPr>
            <p:ph type="title"/>
          </p:nvPr>
        </p:nvSpPr>
        <p:spPr>
          <a:xfrm>
            <a:off x="290028" y="779734"/>
            <a:ext cx="3921932" cy="2289226"/>
          </a:xfrm>
        </p:spPr>
        <p:txBody>
          <a:bodyPr vert="horz" lIns="91440" tIns="45720" rIns="91440" bIns="45720" rtlCol="0" anchor="b">
            <a:normAutofit fontScale="90000"/>
          </a:bodyPr>
          <a:lstStyle/>
          <a:p>
            <a:pPr defTabSz="914400"/>
            <a:r>
              <a:rPr lang="en-US" altLang="en-US" sz="3800" dirty="0"/>
              <a:t>Control</a:t>
            </a:r>
            <a:br>
              <a:rPr lang="en-US" altLang="en-US" sz="3800" dirty="0"/>
            </a:br>
            <a:br>
              <a:rPr lang="en-US" altLang="en-US" sz="3800" dirty="0"/>
            </a:br>
            <a:r>
              <a:rPr lang="en-US" altLang="en-US" sz="2200" dirty="0"/>
              <a:t>a unit that would control and synchronize the function of these units</a:t>
            </a:r>
            <a:br>
              <a:rPr lang="en-US" altLang="en-US" sz="2200" dirty="0"/>
            </a:br>
            <a:endParaRPr lang="en-US" altLang="en-US" sz="2200" dirty="0"/>
          </a:p>
        </p:txBody>
      </p:sp>
      <p:pic>
        <p:nvPicPr>
          <p:cNvPr id="1026" name="Picture 2" descr="Structure and Function of Computer">
            <a:extLst>
              <a:ext uri="{FF2B5EF4-FFF2-40B4-BE49-F238E27FC236}">
                <a16:creationId xmlns:a16="http://schemas.microsoft.com/office/drawing/2014/main" id="{9B934E37-4272-2233-6DFE-54B440F55A3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561"/>
          <a:stretch/>
        </p:blipFill>
        <p:spPr bwMode="auto">
          <a:xfrm>
            <a:off x="4380494" y="779733"/>
            <a:ext cx="3840371" cy="529853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69B6EC32-07BE-F84B-8469-48D9C2F267F2}"/>
              </a:ext>
            </a:extLst>
          </p:cNvPr>
          <p:cNvSpPr/>
          <p:nvPr/>
        </p:nvSpPr>
        <p:spPr>
          <a:xfrm>
            <a:off x="5148064" y="3212976"/>
            <a:ext cx="2448272" cy="144016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090188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D81E1C0-5891-77E2-5245-9647FA74D7A7}"/>
              </a:ext>
            </a:extLst>
          </p:cNvPr>
          <p:cNvSpPr>
            <a:spLocks noGrp="1" noChangeArrowheads="1"/>
          </p:cNvSpPr>
          <p:nvPr>
            <p:ph type="title"/>
          </p:nvPr>
        </p:nvSpPr>
        <p:spPr/>
        <p:txBody>
          <a:bodyPr/>
          <a:lstStyle/>
          <a:p>
            <a:r>
              <a:rPr lang="en-GB" altLang="en-US" dirty="0">
                <a:solidFill>
                  <a:srgbClr val="000000"/>
                </a:solidFill>
              </a:rPr>
              <a:t>Function</a:t>
            </a:r>
          </a:p>
        </p:txBody>
      </p:sp>
      <p:sp>
        <p:nvSpPr>
          <p:cNvPr id="46083" name="Rectangle 3">
            <a:extLst>
              <a:ext uri="{FF2B5EF4-FFF2-40B4-BE49-F238E27FC236}">
                <a16:creationId xmlns:a16="http://schemas.microsoft.com/office/drawing/2014/main" id="{DDB158D4-FB43-0A76-613C-903B6ED5A38F}"/>
              </a:ext>
            </a:extLst>
          </p:cNvPr>
          <p:cNvSpPr>
            <a:spLocks noGrp="1" noChangeArrowheads="1"/>
          </p:cNvSpPr>
          <p:nvPr>
            <p:ph idx="1"/>
          </p:nvPr>
        </p:nvSpPr>
        <p:spPr/>
        <p:txBody>
          <a:bodyPr/>
          <a:lstStyle/>
          <a:p>
            <a:r>
              <a:rPr lang="en-GB" altLang="en-US" dirty="0">
                <a:solidFill>
                  <a:srgbClr val="000000"/>
                </a:solidFill>
              </a:rPr>
              <a:t>Data processing</a:t>
            </a:r>
          </a:p>
          <a:p>
            <a:r>
              <a:rPr lang="en-GB" altLang="en-US" dirty="0">
                <a:solidFill>
                  <a:srgbClr val="000000"/>
                </a:solidFill>
              </a:rPr>
              <a:t>Data storage</a:t>
            </a:r>
          </a:p>
          <a:p>
            <a:r>
              <a:rPr lang="en-GB" altLang="en-US" dirty="0">
                <a:solidFill>
                  <a:srgbClr val="000000"/>
                </a:solidFill>
              </a:rPr>
              <a:t>Data movement</a:t>
            </a:r>
          </a:p>
          <a:p>
            <a:r>
              <a:rPr lang="en-GB" altLang="en-US" dirty="0">
                <a:solidFill>
                  <a:srgbClr val="000000"/>
                </a:solidFill>
              </a:rPr>
              <a:t>Control</a:t>
            </a:r>
          </a:p>
          <a:p>
            <a:endParaRPr lang="en-GB" altLang="en-US" dirty="0">
              <a:solidFill>
                <a:srgbClr val="000000"/>
              </a:solidFill>
            </a:endParaRPr>
          </a:p>
          <a:p>
            <a:r>
              <a:rPr lang="en-GB" altLang="en-US" sz="5400" dirty="0">
                <a:solidFill>
                  <a:srgbClr val="000000"/>
                </a:solidFill>
              </a:rPr>
              <a:t>Which is the most important?</a:t>
            </a:r>
            <a:endParaRPr lang="en-GB" altLang="en-US" dirty="0">
              <a:solidFill>
                <a:srgbClr val="000000"/>
              </a:solidFill>
            </a:endParaRPr>
          </a:p>
        </p:txBody>
      </p:sp>
      <p:sp>
        <p:nvSpPr>
          <p:cNvPr id="46084" name="TextBox 3">
            <a:extLst>
              <a:ext uri="{FF2B5EF4-FFF2-40B4-BE49-F238E27FC236}">
                <a16:creationId xmlns:a16="http://schemas.microsoft.com/office/drawing/2014/main" id="{C3EF3442-121F-91E3-C82F-E0B868A26869}"/>
              </a:ext>
            </a:extLst>
          </p:cNvPr>
          <p:cNvSpPr txBox="1">
            <a:spLocks noChangeArrowheads="1"/>
          </p:cNvSpPr>
          <p:nvPr/>
        </p:nvSpPr>
        <p:spPr bwMode="auto">
          <a:xfrm>
            <a:off x="7566027" y="1196977"/>
            <a:ext cx="157797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US" altLang="en-US" sz="19900" b="1">
                <a:solidFill>
                  <a:srgbClr val="FF0000"/>
                </a:solidFill>
              </a:rPr>
              <a:t>?</a:t>
            </a:r>
            <a:endParaRPr lang="en-MY" altLang="en-US" sz="19900" b="1">
              <a:solidFill>
                <a:srgbClr val="FF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9C4C2E0E-53FF-D7C8-E0A4-27A58B4F0157}"/>
              </a:ext>
            </a:extLst>
          </p:cNvPr>
          <p:cNvSpPr>
            <a:spLocks noGrp="1" noChangeArrowheads="1"/>
          </p:cNvSpPr>
          <p:nvPr>
            <p:ph type="title"/>
          </p:nvPr>
        </p:nvSpPr>
        <p:spPr/>
        <p:txBody>
          <a:bodyPr/>
          <a:lstStyle/>
          <a:p>
            <a:r>
              <a:rPr lang="en-GB" altLang="en-US">
                <a:solidFill>
                  <a:srgbClr val="000000"/>
                </a:solidFill>
              </a:rPr>
              <a:t>Function</a:t>
            </a:r>
          </a:p>
        </p:txBody>
      </p:sp>
      <p:sp>
        <p:nvSpPr>
          <p:cNvPr id="48131" name="Rectangle 3">
            <a:extLst>
              <a:ext uri="{FF2B5EF4-FFF2-40B4-BE49-F238E27FC236}">
                <a16:creationId xmlns:a16="http://schemas.microsoft.com/office/drawing/2014/main" id="{2C485D7D-FD6A-67E8-7827-C638FEF91BC9}"/>
              </a:ext>
            </a:extLst>
          </p:cNvPr>
          <p:cNvSpPr>
            <a:spLocks noGrp="1" noChangeArrowheads="1"/>
          </p:cNvSpPr>
          <p:nvPr>
            <p:ph idx="1"/>
          </p:nvPr>
        </p:nvSpPr>
        <p:spPr/>
        <p:txBody>
          <a:bodyPr/>
          <a:lstStyle/>
          <a:p>
            <a:r>
              <a:rPr lang="en-GB" altLang="en-US">
                <a:solidFill>
                  <a:srgbClr val="000000"/>
                </a:solidFill>
              </a:rPr>
              <a:t>Data processing</a:t>
            </a:r>
          </a:p>
          <a:p>
            <a:r>
              <a:rPr lang="en-GB" altLang="en-US">
                <a:solidFill>
                  <a:srgbClr val="000000"/>
                </a:solidFill>
              </a:rPr>
              <a:t>Data storage</a:t>
            </a:r>
          </a:p>
          <a:p>
            <a:r>
              <a:rPr lang="en-GB" altLang="en-US">
                <a:solidFill>
                  <a:srgbClr val="000000"/>
                </a:solidFill>
              </a:rPr>
              <a:t>Data movement</a:t>
            </a:r>
          </a:p>
          <a:p>
            <a:r>
              <a:rPr lang="en-GB" altLang="en-US">
                <a:solidFill>
                  <a:srgbClr val="000000"/>
                </a:solidFill>
              </a:rPr>
              <a:t>Control</a:t>
            </a:r>
          </a:p>
          <a:p>
            <a:endParaRPr lang="en-GB" altLang="en-US">
              <a:solidFill>
                <a:srgbClr val="000000"/>
              </a:solidFill>
            </a:endParaRPr>
          </a:p>
          <a:p>
            <a:r>
              <a:rPr lang="en-GB" altLang="en-US" sz="5400">
                <a:solidFill>
                  <a:srgbClr val="000000"/>
                </a:solidFill>
              </a:rPr>
              <a:t>Which is the “busiest”?</a:t>
            </a:r>
            <a:endParaRPr lang="en-GB" altLang="en-US">
              <a:solidFill>
                <a:srgbClr val="000000"/>
              </a:solidFill>
            </a:endParaRPr>
          </a:p>
        </p:txBody>
      </p:sp>
      <p:sp>
        <p:nvSpPr>
          <p:cNvPr id="48132" name="TextBox 3">
            <a:extLst>
              <a:ext uri="{FF2B5EF4-FFF2-40B4-BE49-F238E27FC236}">
                <a16:creationId xmlns:a16="http://schemas.microsoft.com/office/drawing/2014/main" id="{9E635D4D-AEFE-2FCA-F390-3FEFA939BDCC}"/>
              </a:ext>
            </a:extLst>
          </p:cNvPr>
          <p:cNvSpPr txBox="1">
            <a:spLocks noChangeArrowheads="1"/>
          </p:cNvSpPr>
          <p:nvPr/>
        </p:nvSpPr>
        <p:spPr bwMode="auto">
          <a:xfrm>
            <a:off x="7566027" y="1196977"/>
            <a:ext cx="1577975" cy="315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US" altLang="en-US" sz="19900" b="1">
                <a:solidFill>
                  <a:srgbClr val="FF0000"/>
                </a:solidFill>
              </a:rPr>
              <a:t>?</a:t>
            </a:r>
            <a:endParaRPr lang="en-MY" altLang="en-US" sz="19900" b="1">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0B3AA64-157B-7D14-FD59-AD1AE22C5246}"/>
              </a:ext>
            </a:extLst>
          </p:cNvPr>
          <p:cNvSpPr>
            <a:spLocks noGrp="1" noChangeArrowheads="1"/>
          </p:cNvSpPr>
          <p:nvPr>
            <p:ph type="title"/>
          </p:nvPr>
        </p:nvSpPr>
        <p:spPr/>
        <p:txBody>
          <a:bodyPr/>
          <a:lstStyle/>
          <a:p>
            <a:r>
              <a:rPr lang="en-GB" altLang="en-US">
                <a:solidFill>
                  <a:srgbClr val="000000"/>
                </a:solidFill>
              </a:rPr>
              <a:t>Function</a:t>
            </a:r>
          </a:p>
        </p:txBody>
      </p:sp>
      <p:sp>
        <p:nvSpPr>
          <p:cNvPr id="50179" name="Rectangle 3">
            <a:extLst>
              <a:ext uri="{FF2B5EF4-FFF2-40B4-BE49-F238E27FC236}">
                <a16:creationId xmlns:a16="http://schemas.microsoft.com/office/drawing/2014/main" id="{421ACA69-8792-892B-52DC-B0E2D25C9546}"/>
              </a:ext>
            </a:extLst>
          </p:cNvPr>
          <p:cNvSpPr>
            <a:spLocks noGrp="1" noChangeArrowheads="1"/>
          </p:cNvSpPr>
          <p:nvPr>
            <p:ph idx="1"/>
          </p:nvPr>
        </p:nvSpPr>
        <p:spPr/>
        <p:txBody>
          <a:bodyPr/>
          <a:lstStyle/>
          <a:p>
            <a:r>
              <a:rPr lang="en-GB" altLang="en-US">
                <a:solidFill>
                  <a:srgbClr val="000000"/>
                </a:solidFill>
              </a:rPr>
              <a:t>Data processing</a:t>
            </a:r>
          </a:p>
          <a:p>
            <a:r>
              <a:rPr lang="en-GB" altLang="en-US">
                <a:solidFill>
                  <a:srgbClr val="000000"/>
                </a:solidFill>
              </a:rPr>
              <a:t>Data storage</a:t>
            </a:r>
          </a:p>
          <a:p>
            <a:r>
              <a:rPr lang="en-GB" altLang="en-US">
                <a:solidFill>
                  <a:srgbClr val="000000"/>
                </a:solidFill>
              </a:rPr>
              <a:t>Data movement</a:t>
            </a:r>
          </a:p>
          <a:p>
            <a:r>
              <a:rPr lang="en-GB" altLang="en-US">
                <a:solidFill>
                  <a:srgbClr val="000000"/>
                </a:solidFill>
              </a:rPr>
              <a:t>Control</a:t>
            </a:r>
          </a:p>
          <a:p>
            <a:endParaRPr lang="en-GB" altLang="en-US">
              <a:solidFill>
                <a:srgbClr val="000000"/>
              </a:solidFill>
            </a:endParaRPr>
          </a:p>
          <a:p>
            <a:r>
              <a:rPr lang="en-GB" altLang="en-US" sz="5400">
                <a:solidFill>
                  <a:srgbClr val="000000"/>
                </a:solidFill>
              </a:rPr>
              <a:t>So, which is the most important? </a:t>
            </a:r>
            <a:r>
              <a:rPr lang="en-GB" altLang="en-US" sz="5400" b="1">
                <a:solidFill>
                  <a:srgbClr val="FF0000"/>
                </a:solidFill>
                <a:sym typeface="Wingdings" panose="05000000000000000000" pitchFamily="2" charset="2"/>
              </a:rPr>
              <a:t></a:t>
            </a:r>
            <a:endParaRPr lang="en-GB" altLang="en-US" b="1">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ED64F889-8194-255F-C17C-585E0FABB43D}"/>
              </a:ext>
            </a:extLst>
          </p:cNvPr>
          <p:cNvSpPr>
            <a:spLocks noGrp="1" noChangeArrowheads="1"/>
          </p:cNvSpPr>
          <p:nvPr>
            <p:ph type="title" idx="4294967295"/>
          </p:nvPr>
        </p:nvSpPr>
        <p:spPr>
          <a:xfrm>
            <a:off x="565150" y="228600"/>
            <a:ext cx="7639050" cy="1143000"/>
          </a:xfrm>
        </p:spPr>
        <p:txBody>
          <a:bodyPr/>
          <a:lstStyle/>
          <a:p>
            <a:r>
              <a:rPr lang="en-US" altLang="en-US" dirty="0"/>
              <a:t>Structure</a:t>
            </a:r>
            <a:endParaRPr lang="en-MY" altLang="en-US" dirty="0"/>
          </a:p>
        </p:txBody>
      </p:sp>
      <p:sp>
        <p:nvSpPr>
          <p:cNvPr id="52227" name="Content Placeholder 2">
            <a:extLst>
              <a:ext uri="{FF2B5EF4-FFF2-40B4-BE49-F238E27FC236}">
                <a16:creationId xmlns:a16="http://schemas.microsoft.com/office/drawing/2014/main" id="{E82C2D8D-2197-4E53-FF57-87A1302D457E}"/>
              </a:ext>
            </a:extLst>
          </p:cNvPr>
          <p:cNvSpPr>
            <a:spLocks noGrp="1" noChangeArrowheads="1"/>
          </p:cNvSpPr>
          <p:nvPr>
            <p:ph idx="4294967295"/>
          </p:nvPr>
        </p:nvSpPr>
        <p:spPr>
          <a:xfrm>
            <a:off x="565150" y="1885950"/>
            <a:ext cx="8578850" cy="4171950"/>
          </a:xfrm>
        </p:spPr>
        <p:txBody>
          <a:bodyPr/>
          <a:lstStyle/>
          <a:p>
            <a:r>
              <a:rPr lang="en-US" altLang="en-US" dirty="0"/>
              <a:t>Internal structure of a computer: </a:t>
            </a:r>
          </a:p>
          <a:p>
            <a:r>
              <a:rPr lang="en-US" altLang="en-US" dirty="0"/>
              <a:t>4 main components</a:t>
            </a:r>
          </a:p>
          <a:p>
            <a:pPr lvl="1"/>
            <a:r>
              <a:rPr lang="en-US" altLang="en-US" sz="3200" b="1" dirty="0">
                <a:solidFill>
                  <a:srgbClr val="92D050"/>
                </a:solidFill>
              </a:rPr>
              <a:t>Central processing unit </a:t>
            </a:r>
            <a:r>
              <a:rPr lang="en-US" altLang="en-US" dirty="0"/>
              <a:t>(or processor)</a:t>
            </a:r>
          </a:p>
          <a:p>
            <a:pPr lvl="2"/>
            <a:r>
              <a:rPr lang="en-US" altLang="en-US" dirty="0"/>
              <a:t>controls the operation and performs data processing</a:t>
            </a:r>
          </a:p>
          <a:p>
            <a:pPr lvl="1"/>
            <a:r>
              <a:rPr lang="en-US" altLang="en-US" sz="3200" b="1" dirty="0">
                <a:solidFill>
                  <a:srgbClr val="FF0000"/>
                </a:solidFill>
              </a:rPr>
              <a:t>Main memory</a:t>
            </a:r>
          </a:p>
          <a:p>
            <a:pPr lvl="2"/>
            <a:r>
              <a:rPr lang="en-US" altLang="en-US" dirty="0"/>
              <a:t>stores data</a:t>
            </a:r>
          </a:p>
          <a:p>
            <a:pPr lvl="1"/>
            <a:r>
              <a:rPr lang="en-US" altLang="en-US" sz="3200" b="1" dirty="0">
                <a:solidFill>
                  <a:srgbClr val="0099FF"/>
                </a:solidFill>
              </a:rPr>
              <a:t>I/O</a:t>
            </a:r>
          </a:p>
          <a:p>
            <a:pPr lvl="2"/>
            <a:r>
              <a:rPr lang="en-US" altLang="en-US" dirty="0"/>
              <a:t>moves data between the computer and its external environment</a:t>
            </a:r>
          </a:p>
          <a:p>
            <a:pPr lvl="1"/>
            <a:r>
              <a:rPr lang="en-US" altLang="en-US" sz="3200" b="1" dirty="0">
                <a:solidFill>
                  <a:srgbClr val="FFC000"/>
                </a:solidFill>
              </a:rPr>
              <a:t>System interconnection</a:t>
            </a:r>
          </a:p>
          <a:p>
            <a:pPr lvl="2"/>
            <a:r>
              <a:rPr lang="en-US" altLang="en-US" dirty="0"/>
              <a:t>mechanism for communication among CPU, main memory and I/O</a:t>
            </a:r>
            <a:endParaRPr lang="en-MY"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5">
            <a:extLst>
              <a:ext uri="{FF2B5EF4-FFF2-40B4-BE49-F238E27FC236}">
                <a16:creationId xmlns:a16="http://schemas.microsoft.com/office/drawing/2014/main" id="{E0958F88-74AF-9E41-D1D4-E19B0B22FEF8}"/>
              </a:ext>
            </a:extLst>
          </p:cNvPr>
          <p:cNvSpPr>
            <a:spLocks noGrp="1" noChangeArrowheads="1"/>
          </p:cNvSpPr>
          <p:nvPr>
            <p:ph type="title"/>
          </p:nvPr>
        </p:nvSpPr>
        <p:spPr/>
        <p:txBody>
          <a:bodyPr vert="horz" lIns="90000" tIns="46800" rIns="90000" bIns="46800" rtlCol="0" anchor="ctr">
            <a:normAutofit/>
          </a:bodyPr>
          <a:lstStyle/>
          <a:p>
            <a:r>
              <a:rPr lang="en-GB" altLang="en-US" dirty="0"/>
              <a:t>Structure</a:t>
            </a:r>
            <a:br>
              <a:rPr lang="en-GB" altLang="en-US" dirty="0"/>
            </a:br>
            <a:r>
              <a:rPr lang="en-GB" altLang="en-US" dirty="0"/>
              <a:t>Top Level</a:t>
            </a:r>
          </a:p>
        </p:txBody>
      </p:sp>
      <p:grpSp>
        <p:nvGrpSpPr>
          <p:cNvPr id="3" name="Group 2">
            <a:extLst>
              <a:ext uri="{FF2B5EF4-FFF2-40B4-BE49-F238E27FC236}">
                <a16:creationId xmlns:a16="http://schemas.microsoft.com/office/drawing/2014/main" id="{0625B2E6-2BE3-FA4C-BE36-EC3BC506BD28}"/>
              </a:ext>
            </a:extLst>
          </p:cNvPr>
          <p:cNvGrpSpPr/>
          <p:nvPr/>
        </p:nvGrpSpPr>
        <p:grpSpPr>
          <a:xfrm>
            <a:off x="151500" y="1690689"/>
            <a:ext cx="8375650" cy="4648200"/>
            <a:chOff x="234950" y="2057400"/>
            <a:chExt cx="8375650" cy="4648200"/>
          </a:xfrm>
        </p:grpSpPr>
        <p:sp>
          <p:nvSpPr>
            <p:cNvPr id="53251" name="Oval 6">
              <a:extLst>
                <a:ext uri="{FF2B5EF4-FFF2-40B4-BE49-F238E27FC236}">
                  <a16:creationId xmlns:a16="http://schemas.microsoft.com/office/drawing/2014/main" id="{80EAFB77-5922-BD08-3D71-02761243F7ED}"/>
                </a:ext>
              </a:extLst>
            </p:cNvPr>
            <p:cNvSpPr>
              <a:spLocks noChangeArrowheads="1"/>
            </p:cNvSpPr>
            <p:nvPr/>
          </p:nvSpPr>
          <p:spPr bwMode="auto">
            <a:xfrm>
              <a:off x="533400" y="3657600"/>
              <a:ext cx="1066800" cy="1066800"/>
            </a:xfrm>
            <a:prstGeom prst="ellipse">
              <a:avLst/>
            </a:prstGeom>
            <a:solidFill>
              <a:srgbClr val="CC0099"/>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53252" name="Text Box 9">
              <a:extLst>
                <a:ext uri="{FF2B5EF4-FFF2-40B4-BE49-F238E27FC236}">
                  <a16:creationId xmlns:a16="http://schemas.microsoft.com/office/drawing/2014/main" id="{FD944187-C0CD-FF3D-E544-B38ED5F9F17B}"/>
                </a:ext>
              </a:extLst>
            </p:cNvPr>
            <p:cNvSpPr txBox="1">
              <a:spLocks noChangeArrowheads="1"/>
            </p:cNvSpPr>
            <p:nvPr/>
          </p:nvSpPr>
          <p:spPr bwMode="auto">
            <a:xfrm>
              <a:off x="519113" y="4005263"/>
              <a:ext cx="108264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kumimoji="0" lang="en-GB" altLang="en-US" sz="1600" dirty="0">
                  <a:latin typeface="Arial" panose="020B0604020202020204" pitchFamily="34" charset="0"/>
                </a:rPr>
                <a:t>Computer</a:t>
              </a:r>
              <a:endParaRPr kumimoji="0" lang="en-GB" altLang="en-US" sz="2400" dirty="0">
                <a:latin typeface="Times New Roman" panose="02020603050405020304" pitchFamily="18" charset="0"/>
              </a:endParaRPr>
            </a:p>
          </p:txBody>
        </p:sp>
        <p:sp>
          <p:nvSpPr>
            <p:cNvPr id="53253" name="Text Box 15">
              <a:extLst>
                <a:ext uri="{FF2B5EF4-FFF2-40B4-BE49-F238E27FC236}">
                  <a16:creationId xmlns:a16="http://schemas.microsoft.com/office/drawing/2014/main" id="{D1729368-F3AE-5915-D416-84A706AB1806}"/>
                </a:ext>
              </a:extLst>
            </p:cNvPr>
            <p:cNvSpPr txBox="1">
              <a:spLocks noChangeArrowheads="1"/>
            </p:cNvSpPr>
            <p:nvPr/>
          </p:nvSpPr>
          <p:spPr bwMode="auto">
            <a:xfrm>
              <a:off x="425450" y="2346325"/>
              <a:ext cx="121761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Peripherals</a:t>
              </a:r>
            </a:p>
          </p:txBody>
        </p:sp>
        <p:sp>
          <p:nvSpPr>
            <p:cNvPr id="53254" name="Text Box 16">
              <a:extLst>
                <a:ext uri="{FF2B5EF4-FFF2-40B4-BE49-F238E27FC236}">
                  <a16:creationId xmlns:a16="http://schemas.microsoft.com/office/drawing/2014/main" id="{614ADE4C-77AF-F981-6310-7E163B26EAFF}"/>
                </a:ext>
              </a:extLst>
            </p:cNvPr>
            <p:cNvSpPr txBox="1">
              <a:spLocks noChangeArrowheads="1"/>
            </p:cNvSpPr>
            <p:nvPr/>
          </p:nvSpPr>
          <p:spPr bwMode="auto">
            <a:xfrm>
              <a:off x="234950" y="5622925"/>
              <a:ext cx="160496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Communication</a:t>
              </a:r>
            </a:p>
            <a:p>
              <a:pPr algn="ctr">
                <a:spcBef>
                  <a:spcPct val="0"/>
                </a:spcBef>
                <a:buClrTx/>
                <a:buFontTx/>
                <a:buNone/>
              </a:pPr>
              <a:r>
                <a:rPr kumimoji="0" lang="en-GB" altLang="en-US" sz="1600">
                  <a:latin typeface="Arial" panose="020B0604020202020204" pitchFamily="34" charset="0"/>
                </a:rPr>
                <a:t>lines</a:t>
              </a:r>
            </a:p>
          </p:txBody>
        </p:sp>
        <p:sp>
          <p:nvSpPr>
            <p:cNvPr id="53255" name="Line 18">
              <a:extLst>
                <a:ext uri="{FF2B5EF4-FFF2-40B4-BE49-F238E27FC236}">
                  <a16:creationId xmlns:a16="http://schemas.microsoft.com/office/drawing/2014/main" id="{49E0C2AF-2320-901D-0B11-86A8A569C916}"/>
                </a:ext>
              </a:extLst>
            </p:cNvPr>
            <p:cNvSpPr>
              <a:spLocks noChangeShapeType="1"/>
            </p:cNvSpPr>
            <p:nvPr/>
          </p:nvSpPr>
          <p:spPr bwMode="auto">
            <a:xfrm>
              <a:off x="1027113" y="2743200"/>
              <a:ext cx="0" cy="914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53256" name="Line 19">
              <a:extLst>
                <a:ext uri="{FF2B5EF4-FFF2-40B4-BE49-F238E27FC236}">
                  <a16:creationId xmlns:a16="http://schemas.microsoft.com/office/drawing/2014/main" id="{426237B3-41C7-8EC4-250E-819D9A3D2BFD}"/>
                </a:ext>
              </a:extLst>
            </p:cNvPr>
            <p:cNvSpPr>
              <a:spLocks noChangeShapeType="1"/>
            </p:cNvSpPr>
            <p:nvPr/>
          </p:nvSpPr>
          <p:spPr bwMode="auto">
            <a:xfrm>
              <a:off x="1027113" y="4724400"/>
              <a:ext cx="0" cy="914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grpSp>
          <p:nvGrpSpPr>
            <p:cNvPr id="2" name="Group 1">
              <a:extLst>
                <a:ext uri="{FF2B5EF4-FFF2-40B4-BE49-F238E27FC236}">
                  <a16:creationId xmlns:a16="http://schemas.microsoft.com/office/drawing/2014/main" id="{99CBA02F-242F-C204-2DAF-1C33C3358FC3}"/>
                </a:ext>
              </a:extLst>
            </p:cNvPr>
            <p:cNvGrpSpPr>
              <a:grpSpLocks/>
            </p:cNvGrpSpPr>
            <p:nvPr/>
          </p:nvGrpSpPr>
          <p:grpSpPr bwMode="auto">
            <a:xfrm>
              <a:off x="1066800" y="2057400"/>
              <a:ext cx="7543800" cy="4648200"/>
              <a:chOff x="1066800" y="2057400"/>
              <a:chExt cx="7543800" cy="4648200"/>
            </a:xfrm>
          </p:grpSpPr>
          <p:sp>
            <p:nvSpPr>
              <p:cNvPr id="53258" name="Oval 2" descr="50%">
                <a:extLst>
                  <a:ext uri="{FF2B5EF4-FFF2-40B4-BE49-F238E27FC236}">
                    <a16:creationId xmlns:a16="http://schemas.microsoft.com/office/drawing/2014/main" id="{B24BA99A-981E-0CDB-3092-175BFDAE71C8}"/>
                  </a:ext>
                </a:extLst>
              </p:cNvPr>
              <p:cNvSpPr>
                <a:spLocks noChangeArrowheads="1"/>
              </p:cNvSpPr>
              <p:nvPr/>
            </p:nvSpPr>
            <p:spPr bwMode="auto">
              <a:xfrm>
                <a:off x="3886200" y="2057400"/>
                <a:ext cx="4724400" cy="4648200"/>
              </a:xfrm>
              <a:prstGeom prst="ellipse">
                <a:avLst/>
              </a:prstGeom>
              <a:solidFill>
                <a:srgbClr val="CC0099"/>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endParaRPr kumimoji="0" lang="en-GB" altLang="en-US" sz="1600">
                  <a:latin typeface="Arial" panose="020B0604020202020204" pitchFamily="34" charset="0"/>
                </a:endParaRPr>
              </a:p>
            </p:txBody>
          </p:sp>
          <p:sp>
            <p:nvSpPr>
              <p:cNvPr id="53259" name="Oval 3">
                <a:extLst>
                  <a:ext uri="{FF2B5EF4-FFF2-40B4-BE49-F238E27FC236}">
                    <a16:creationId xmlns:a16="http://schemas.microsoft.com/office/drawing/2014/main" id="{4456EB1B-657B-B028-DA77-E237EFC412A1}"/>
                  </a:ext>
                </a:extLst>
              </p:cNvPr>
              <p:cNvSpPr>
                <a:spLocks noChangeArrowheads="1"/>
              </p:cNvSpPr>
              <p:nvPr/>
            </p:nvSpPr>
            <p:spPr bwMode="auto">
              <a:xfrm>
                <a:off x="5410200" y="3581400"/>
                <a:ext cx="1524000" cy="15240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53260" name="Oval 4">
                <a:extLst>
                  <a:ext uri="{FF2B5EF4-FFF2-40B4-BE49-F238E27FC236}">
                    <a16:creationId xmlns:a16="http://schemas.microsoft.com/office/drawing/2014/main" id="{3DF8CF08-5631-A082-84DD-27FA6C5A917E}"/>
                  </a:ext>
                </a:extLst>
              </p:cNvPr>
              <p:cNvSpPr>
                <a:spLocks noChangeArrowheads="1"/>
              </p:cNvSpPr>
              <p:nvPr/>
            </p:nvSpPr>
            <p:spPr bwMode="auto">
              <a:xfrm>
                <a:off x="4648200" y="2743200"/>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53261" name="Oval 7">
                <a:extLst>
                  <a:ext uri="{FF2B5EF4-FFF2-40B4-BE49-F238E27FC236}">
                    <a16:creationId xmlns:a16="http://schemas.microsoft.com/office/drawing/2014/main" id="{E7AE6B6E-EB13-A0FB-6AC7-799960FF9845}"/>
                  </a:ext>
                </a:extLst>
              </p:cNvPr>
              <p:cNvSpPr>
                <a:spLocks noChangeArrowheads="1"/>
              </p:cNvSpPr>
              <p:nvPr/>
            </p:nvSpPr>
            <p:spPr bwMode="auto">
              <a:xfrm>
                <a:off x="6400800" y="2743200"/>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53262" name="Oval 8">
                <a:extLst>
                  <a:ext uri="{FF2B5EF4-FFF2-40B4-BE49-F238E27FC236}">
                    <a16:creationId xmlns:a16="http://schemas.microsoft.com/office/drawing/2014/main" id="{0FA107C4-9631-E04B-CB45-D7C8976CC6AD}"/>
                  </a:ext>
                </a:extLst>
              </p:cNvPr>
              <p:cNvSpPr>
                <a:spLocks noChangeArrowheads="1"/>
              </p:cNvSpPr>
              <p:nvPr/>
            </p:nvSpPr>
            <p:spPr bwMode="auto">
              <a:xfrm>
                <a:off x="5486400" y="4800600"/>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53263" name="Text Box 10">
                <a:extLst>
                  <a:ext uri="{FF2B5EF4-FFF2-40B4-BE49-F238E27FC236}">
                    <a16:creationId xmlns:a16="http://schemas.microsoft.com/office/drawing/2014/main" id="{D87B209E-B101-3BBC-CBAE-31BE9F4E9D1B}"/>
                  </a:ext>
                </a:extLst>
              </p:cNvPr>
              <p:cNvSpPr txBox="1">
                <a:spLocks noChangeArrowheads="1"/>
              </p:cNvSpPr>
              <p:nvPr/>
            </p:nvSpPr>
            <p:spPr bwMode="auto">
              <a:xfrm>
                <a:off x="6625420" y="3130075"/>
                <a:ext cx="923949"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Main </a:t>
                </a:r>
              </a:p>
              <a:p>
                <a:pPr algn="ctr">
                  <a:spcBef>
                    <a:spcPct val="0"/>
                  </a:spcBef>
                  <a:buClrTx/>
                  <a:buFontTx/>
                  <a:buNone/>
                </a:pPr>
                <a:r>
                  <a:rPr kumimoji="0" lang="en-GB" altLang="en-US" sz="1600">
                    <a:latin typeface="Arial" panose="020B0604020202020204" pitchFamily="34" charset="0"/>
                  </a:rPr>
                  <a:t>Memory</a:t>
                </a:r>
              </a:p>
            </p:txBody>
          </p:sp>
          <p:sp>
            <p:nvSpPr>
              <p:cNvPr id="53264" name="Text Box 11">
                <a:extLst>
                  <a:ext uri="{FF2B5EF4-FFF2-40B4-BE49-F238E27FC236}">
                    <a16:creationId xmlns:a16="http://schemas.microsoft.com/office/drawing/2014/main" id="{747A7B27-590C-B658-0B67-21033C52E885}"/>
                  </a:ext>
                </a:extLst>
              </p:cNvPr>
              <p:cNvSpPr txBox="1">
                <a:spLocks noChangeArrowheads="1"/>
              </p:cNvSpPr>
              <p:nvPr/>
            </p:nvSpPr>
            <p:spPr bwMode="auto">
              <a:xfrm>
                <a:off x="5787825" y="5201582"/>
                <a:ext cx="798914"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Input</a:t>
                </a:r>
              </a:p>
              <a:p>
                <a:pPr algn="ctr">
                  <a:spcBef>
                    <a:spcPct val="0"/>
                  </a:spcBef>
                  <a:buClrTx/>
                  <a:buFontTx/>
                  <a:buNone/>
                </a:pPr>
                <a:r>
                  <a:rPr kumimoji="0" lang="en-GB" altLang="en-US" sz="1600">
                    <a:latin typeface="Arial" panose="020B0604020202020204" pitchFamily="34" charset="0"/>
                  </a:rPr>
                  <a:t>Output</a:t>
                </a:r>
              </a:p>
            </p:txBody>
          </p:sp>
          <p:sp>
            <p:nvSpPr>
              <p:cNvPr id="53265" name="Text Box 12">
                <a:extLst>
                  <a:ext uri="{FF2B5EF4-FFF2-40B4-BE49-F238E27FC236}">
                    <a16:creationId xmlns:a16="http://schemas.microsoft.com/office/drawing/2014/main" id="{46205113-2287-D04E-2D8A-0E73FC3ABA48}"/>
                  </a:ext>
                </a:extLst>
              </p:cNvPr>
              <p:cNvSpPr txBox="1">
                <a:spLocks noChangeArrowheads="1"/>
              </p:cNvSpPr>
              <p:nvPr/>
            </p:nvSpPr>
            <p:spPr bwMode="auto">
              <a:xfrm>
                <a:off x="5403026" y="4005064"/>
                <a:ext cx="1584386"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Systems</a:t>
                </a:r>
              </a:p>
              <a:p>
                <a:pPr algn="ctr">
                  <a:spcBef>
                    <a:spcPct val="0"/>
                  </a:spcBef>
                  <a:buClrTx/>
                  <a:buFontTx/>
                  <a:buNone/>
                </a:pPr>
                <a:r>
                  <a:rPr kumimoji="0" lang="en-GB" altLang="en-US" sz="1600">
                    <a:latin typeface="Arial" panose="020B0604020202020204" pitchFamily="34" charset="0"/>
                  </a:rPr>
                  <a:t>Interconnection</a:t>
                </a:r>
              </a:p>
            </p:txBody>
          </p:sp>
          <p:sp>
            <p:nvSpPr>
              <p:cNvPr id="53266" name="Line 13">
                <a:extLst>
                  <a:ext uri="{FF2B5EF4-FFF2-40B4-BE49-F238E27FC236}">
                    <a16:creationId xmlns:a16="http://schemas.microsoft.com/office/drawing/2014/main" id="{34BB0AEA-548B-DBC7-FD44-91388132E952}"/>
                  </a:ext>
                </a:extLst>
              </p:cNvPr>
              <p:cNvSpPr>
                <a:spLocks noChangeShapeType="1"/>
              </p:cNvSpPr>
              <p:nvPr/>
            </p:nvSpPr>
            <p:spPr bwMode="auto">
              <a:xfrm flipV="1">
                <a:off x="1066800" y="2209800"/>
                <a:ext cx="4343400" cy="1447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53267" name="Line 14">
                <a:extLst>
                  <a:ext uri="{FF2B5EF4-FFF2-40B4-BE49-F238E27FC236}">
                    <a16:creationId xmlns:a16="http://schemas.microsoft.com/office/drawing/2014/main" id="{2A993A9E-F005-41B9-2048-56D7BABC09BA}"/>
                  </a:ext>
                </a:extLst>
              </p:cNvPr>
              <p:cNvSpPr>
                <a:spLocks noChangeShapeType="1"/>
              </p:cNvSpPr>
              <p:nvPr/>
            </p:nvSpPr>
            <p:spPr bwMode="auto">
              <a:xfrm>
                <a:off x="1066800" y="4724400"/>
                <a:ext cx="4191000" cy="1752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53268" name="Text Box 17">
                <a:extLst>
                  <a:ext uri="{FF2B5EF4-FFF2-40B4-BE49-F238E27FC236}">
                    <a16:creationId xmlns:a16="http://schemas.microsoft.com/office/drawing/2014/main" id="{422FEE4B-67A2-DCBC-7EED-5AC6C323235D}"/>
                  </a:ext>
                </a:extLst>
              </p:cNvPr>
              <p:cNvSpPr txBox="1">
                <a:spLocks noChangeArrowheads="1"/>
              </p:cNvSpPr>
              <p:nvPr/>
            </p:nvSpPr>
            <p:spPr bwMode="auto">
              <a:xfrm>
                <a:off x="4698727" y="3035548"/>
                <a:ext cx="12414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dirty="0">
                    <a:latin typeface="Arial" panose="020B0604020202020204" pitchFamily="34" charset="0"/>
                  </a:rPr>
                  <a:t>Central</a:t>
                </a:r>
              </a:p>
              <a:p>
                <a:pPr algn="ctr">
                  <a:spcBef>
                    <a:spcPct val="0"/>
                  </a:spcBef>
                  <a:buClrTx/>
                  <a:buFontTx/>
                  <a:buNone/>
                </a:pPr>
                <a:r>
                  <a:rPr kumimoji="0" lang="en-GB" altLang="en-US" sz="1600" dirty="0">
                    <a:latin typeface="Arial" panose="020B0604020202020204" pitchFamily="34" charset="0"/>
                  </a:rPr>
                  <a:t>Processing </a:t>
                </a:r>
              </a:p>
              <a:p>
                <a:pPr algn="ctr">
                  <a:spcBef>
                    <a:spcPct val="0"/>
                  </a:spcBef>
                  <a:buClrTx/>
                  <a:buFontTx/>
                  <a:buNone/>
                </a:pPr>
                <a:r>
                  <a:rPr kumimoji="0" lang="en-GB" altLang="en-US" sz="1600" dirty="0">
                    <a:latin typeface="Arial" panose="020B0604020202020204" pitchFamily="34" charset="0"/>
                  </a:rPr>
                  <a:t>Unit</a:t>
                </a:r>
              </a:p>
            </p:txBody>
          </p:sp>
          <p:sp>
            <p:nvSpPr>
              <p:cNvPr id="53269" name="Text Box 20">
                <a:extLst>
                  <a:ext uri="{FF2B5EF4-FFF2-40B4-BE49-F238E27FC236}">
                    <a16:creationId xmlns:a16="http://schemas.microsoft.com/office/drawing/2014/main" id="{A21ACB98-5282-7107-5518-AE8855FDD71F}"/>
                  </a:ext>
                </a:extLst>
              </p:cNvPr>
              <p:cNvSpPr txBox="1">
                <a:spLocks noChangeArrowheads="1"/>
              </p:cNvSpPr>
              <p:nvPr/>
            </p:nvSpPr>
            <p:spPr bwMode="auto">
              <a:xfrm>
                <a:off x="5574279" y="2309337"/>
                <a:ext cx="1307066"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US" altLang="en-US" sz="2000">
                    <a:latin typeface="Arial" panose="020B0604020202020204" pitchFamily="34" charset="0"/>
                  </a:rPr>
                  <a:t>Computer</a:t>
                </a:r>
                <a:endParaRPr kumimoji="0" lang="en-US" altLang="en-US" sz="1600">
                  <a:latin typeface="Arial" panose="020B0604020202020204" pitchFamily="34" charset="0"/>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5">
            <a:extLst>
              <a:ext uri="{FF2B5EF4-FFF2-40B4-BE49-F238E27FC236}">
                <a16:creationId xmlns:a16="http://schemas.microsoft.com/office/drawing/2014/main" id="{1078346B-EFF8-1A69-81F8-0A5940C55D2A}"/>
              </a:ext>
            </a:extLst>
          </p:cNvPr>
          <p:cNvSpPr>
            <a:spLocks noGrp="1" noChangeArrowheads="1"/>
          </p:cNvSpPr>
          <p:nvPr>
            <p:ph type="title"/>
          </p:nvPr>
        </p:nvSpPr>
        <p:spPr/>
        <p:txBody>
          <a:bodyPr vert="horz" lIns="90000" tIns="46800" rIns="90000" bIns="46800" rtlCol="0" anchor="ctr">
            <a:normAutofit/>
          </a:bodyPr>
          <a:lstStyle/>
          <a:p>
            <a:r>
              <a:rPr lang="en-GB" altLang="en-US"/>
              <a:t>Structure</a:t>
            </a:r>
            <a:br>
              <a:rPr lang="en-GB" altLang="en-US"/>
            </a:br>
            <a:r>
              <a:rPr lang="en-GB" altLang="en-US"/>
              <a:t>Top Level (Hardware)</a:t>
            </a:r>
          </a:p>
        </p:txBody>
      </p:sp>
      <p:pic>
        <p:nvPicPr>
          <p:cNvPr id="18436" name="Picture 10" descr="http://t0.gstatic.com/images?q=tbn:ANd9GcSJMPOaD86kocdpxs27E3uTUDo72qATyJ-37Yz5e-dKL-uIwSA6">
            <a:extLst>
              <a:ext uri="{FF2B5EF4-FFF2-40B4-BE49-F238E27FC236}">
                <a16:creationId xmlns:a16="http://schemas.microsoft.com/office/drawing/2014/main" id="{C380452C-F52A-52E3-0B01-C2592DEF9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6463" y="2511425"/>
            <a:ext cx="4349750" cy="325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5300" name="Group 7">
            <a:extLst>
              <a:ext uri="{FF2B5EF4-FFF2-40B4-BE49-F238E27FC236}">
                <a16:creationId xmlns:a16="http://schemas.microsoft.com/office/drawing/2014/main" id="{8738F44A-B56A-FA60-9FBF-669C947D432D}"/>
              </a:ext>
            </a:extLst>
          </p:cNvPr>
          <p:cNvGrpSpPr>
            <a:grpSpLocks/>
          </p:cNvGrpSpPr>
          <p:nvPr/>
        </p:nvGrpSpPr>
        <p:grpSpPr bwMode="auto">
          <a:xfrm>
            <a:off x="106363" y="2511425"/>
            <a:ext cx="4610100" cy="3721100"/>
            <a:chOff x="105701" y="2511424"/>
            <a:chExt cx="4610315" cy="3720803"/>
          </a:xfrm>
        </p:grpSpPr>
        <p:pic>
          <p:nvPicPr>
            <p:cNvPr id="55304" name="Picture 2" descr="A desktop computer monitor sitting on top of a desk&#10;&#10;Description automatically generated">
              <a:extLst>
                <a:ext uri="{FF2B5EF4-FFF2-40B4-BE49-F238E27FC236}">
                  <a16:creationId xmlns:a16="http://schemas.microsoft.com/office/drawing/2014/main" id="{A7125467-CFAC-DBBB-03B5-A31694AECE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701" y="2511424"/>
              <a:ext cx="4610315" cy="325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5" name="TextBox 5">
              <a:extLst>
                <a:ext uri="{FF2B5EF4-FFF2-40B4-BE49-F238E27FC236}">
                  <a16:creationId xmlns:a16="http://schemas.microsoft.com/office/drawing/2014/main" id="{EB3EC7B0-BD1D-5923-6E33-B2F2E3E83345}"/>
                </a:ext>
              </a:extLst>
            </p:cNvPr>
            <p:cNvSpPr txBox="1">
              <a:spLocks noChangeArrowheads="1"/>
            </p:cNvSpPr>
            <p:nvPr/>
          </p:nvSpPr>
          <p:spPr bwMode="auto">
            <a:xfrm>
              <a:off x="105701" y="5770562"/>
              <a:ext cx="45383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MY" altLang="en-US" sz="1200"/>
                <a:t>Source: https://www.123rf.com/photo_9645973_black-stylish-desktop-pc-isolated-on-white-background.html</a:t>
              </a:r>
            </a:p>
          </p:txBody>
        </p:sp>
      </p:grpSp>
      <p:grpSp>
        <p:nvGrpSpPr>
          <p:cNvPr id="9" name="Group 8">
            <a:extLst>
              <a:ext uri="{FF2B5EF4-FFF2-40B4-BE49-F238E27FC236}">
                <a16:creationId xmlns:a16="http://schemas.microsoft.com/office/drawing/2014/main" id="{51FE5283-06DC-C565-6F6E-460AFBA4C53A}"/>
              </a:ext>
            </a:extLst>
          </p:cNvPr>
          <p:cNvGrpSpPr>
            <a:grpSpLocks/>
          </p:cNvGrpSpPr>
          <p:nvPr/>
        </p:nvGrpSpPr>
        <p:grpSpPr bwMode="auto">
          <a:xfrm>
            <a:off x="4714875" y="2511427"/>
            <a:ext cx="4351338" cy="3725863"/>
            <a:chOff x="4714214" y="2510652"/>
            <a:chExt cx="4351553" cy="3726660"/>
          </a:xfrm>
        </p:grpSpPr>
        <p:pic>
          <p:nvPicPr>
            <p:cNvPr id="55302" name="Picture 4" descr="A circuit board&#10;&#10;Description automatically generated">
              <a:extLst>
                <a:ext uri="{FF2B5EF4-FFF2-40B4-BE49-F238E27FC236}">
                  <a16:creationId xmlns:a16="http://schemas.microsoft.com/office/drawing/2014/main" id="{DCEE918D-C50F-C999-43D2-A9EA0215C5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016" y="2510652"/>
              <a:ext cx="4349751" cy="326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3" name="TextBox 6">
              <a:extLst>
                <a:ext uri="{FF2B5EF4-FFF2-40B4-BE49-F238E27FC236}">
                  <a16:creationId xmlns:a16="http://schemas.microsoft.com/office/drawing/2014/main" id="{CE70DB8D-FF21-F392-1A3D-1796F516BC51}"/>
                </a:ext>
              </a:extLst>
            </p:cNvPr>
            <p:cNvSpPr txBox="1">
              <a:spLocks noChangeArrowheads="1"/>
            </p:cNvSpPr>
            <p:nvPr/>
          </p:nvSpPr>
          <p:spPr bwMode="auto">
            <a:xfrm>
              <a:off x="4714214" y="5775647"/>
              <a:ext cx="43240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MY" altLang="en-US" sz="1200"/>
                <a:t>Source: https://www.legitreviews.com/gigabyte-ga-965p-ds3-motherboard-review_418</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fade">
                                      <p:cBhvr>
                                        <p:cTn id="7" dur="500"/>
                                        <p:tgtEl>
                                          <p:spTgt spid="184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330" name="Rectangle 56329">
            <a:extLst>
              <a:ext uri="{FF2B5EF4-FFF2-40B4-BE49-F238E27FC236}">
                <a16:creationId xmlns:a16="http://schemas.microsoft.com/office/drawing/2014/main" id="{275D6C10-B5A7-4715-803E-0501C9C2C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22" name="Rectangle 5">
            <a:extLst>
              <a:ext uri="{FF2B5EF4-FFF2-40B4-BE49-F238E27FC236}">
                <a16:creationId xmlns:a16="http://schemas.microsoft.com/office/drawing/2014/main" id="{1D949173-B49E-0FDC-92D4-BE2C62A566DD}"/>
              </a:ext>
            </a:extLst>
          </p:cNvPr>
          <p:cNvSpPr>
            <a:spLocks noGrp="1" noChangeArrowheads="1"/>
          </p:cNvSpPr>
          <p:nvPr>
            <p:ph type="title"/>
          </p:nvPr>
        </p:nvSpPr>
        <p:spPr>
          <a:xfrm>
            <a:off x="278895" y="1318913"/>
            <a:ext cx="2982372" cy="3900326"/>
          </a:xfrm>
        </p:spPr>
        <p:txBody>
          <a:bodyPr vert="horz" lIns="91440" tIns="45720" rIns="91440" bIns="45720" rtlCol="0" anchor="b">
            <a:normAutofit/>
          </a:bodyPr>
          <a:lstStyle/>
          <a:p>
            <a:pPr defTabSz="914400"/>
            <a:r>
              <a:rPr lang="en-US" altLang="en-US" sz="4200" dirty="0"/>
              <a:t>Structure</a:t>
            </a:r>
            <a:br>
              <a:rPr lang="en-US" altLang="en-US" sz="4200" dirty="0"/>
            </a:br>
            <a:r>
              <a:rPr lang="en-US" altLang="en-US" sz="4200" dirty="0"/>
              <a:t>Top Level (Hardware)</a:t>
            </a:r>
          </a:p>
        </p:txBody>
      </p:sp>
      <p:pic>
        <p:nvPicPr>
          <p:cNvPr id="56323" name="Picture 2" descr="A circuit board&#10;&#10;Description automatically generated">
            <a:extLst>
              <a:ext uri="{FF2B5EF4-FFF2-40B4-BE49-F238E27FC236}">
                <a16:creationId xmlns:a16="http://schemas.microsoft.com/office/drawing/2014/main" id="{9C5A50A3-79F2-7AF4-754F-41245B1FAF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7099" y="1124746"/>
            <a:ext cx="5418006" cy="4878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Box 3">
            <a:extLst>
              <a:ext uri="{FF2B5EF4-FFF2-40B4-BE49-F238E27FC236}">
                <a16:creationId xmlns:a16="http://schemas.microsoft.com/office/drawing/2014/main" id="{8AF7ECED-AEB1-2546-E884-365818325478}"/>
              </a:ext>
            </a:extLst>
          </p:cNvPr>
          <p:cNvSpPr txBox="1">
            <a:spLocks noChangeArrowheads="1"/>
          </p:cNvSpPr>
          <p:nvPr/>
        </p:nvSpPr>
        <p:spPr bwMode="auto">
          <a:xfrm>
            <a:off x="6780659" y="5098409"/>
            <a:ext cx="173240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defTabSz="731520">
              <a:buNone/>
            </a:pPr>
            <a:r>
              <a:rPr lang="en-US" altLang="en-US" sz="720">
                <a:solidFill>
                  <a:srgbClr val="000000"/>
                </a:solidFill>
              </a:rPr>
              <a:t>Source: https://kb.stonegroup.co.uk/ index.php?CategoryID=7#f543</a:t>
            </a:r>
            <a:endParaRPr lang="en-MY" altLang="en-US" sz="900">
              <a:solidFill>
                <a:srgbClr val="000000"/>
              </a:solidFill>
            </a:endParaRPr>
          </a:p>
        </p:txBody>
      </p:sp>
      <p:sp>
        <p:nvSpPr>
          <p:cNvPr id="56325" name="TextBox 3">
            <a:extLst>
              <a:ext uri="{FF2B5EF4-FFF2-40B4-BE49-F238E27FC236}">
                <a16:creationId xmlns:a16="http://schemas.microsoft.com/office/drawing/2014/main" id="{51EDD029-ACF4-B1B0-B9E1-B2496936D573}"/>
              </a:ext>
            </a:extLst>
          </p:cNvPr>
          <p:cNvSpPr txBox="1">
            <a:spLocks noChangeArrowheads="1"/>
          </p:cNvSpPr>
          <p:nvPr/>
        </p:nvSpPr>
        <p:spPr bwMode="auto">
          <a:xfrm>
            <a:off x="7477141" y="1196212"/>
            <a:ext cx="1387964"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defTabSz="731520">
              <a:buNone/>
            </a:pPr>
            <a:r>
              <a:rPr lang="en-US" altLang="en-US" sz="1440" dirty="0">
                <a:solidFill>
                  <a:srgbClr val="000000"/>
                </a:solidFill>
              </a:rPr>
              <a:t>Asus H110M-A</a:t>
            </a:r>
            <a:endParaRPr lang="en-MY" altLang="en-US" sz="1800" dirty="0">
              <a:solidFill>
                <a:srgbClr val="00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5">
            <a:extLst>
              <a:ext uri="{FF2B5EF4-FFF2-40B4-BE49-F238E27FC236}">
                <a16:creationId xmlns:a16="http://schemas.microsoft.com/office/drawing/2014/main" id="{C4B5F1D8-6AC3-D9B0-462E-05F9F133D075}"/>
              </a:ext>
            </a:extLst>
          </p:cNvPr>
          <p:cNvSpPr>
            <a:spLocks noGrp="1" noChangeArrowheads="1"/>
          </p:cNvSpPr>
          <p:nvPr>
            <p:ph type="title"/>
          </p:nvPr>
        </p:nvSpPr>
        <p:spPr/>
        <p:txBody>
          <a:bodyPr vert="horz" lIns="90000" tIns="46800" rIns="90000" bIns="46800" rtlCol="0" anchor="ctr">
            <a:normAutofit/>
          </a:bodyPr>
          <a:lstStyle/>
          <a:p>
            <a:r>
              <a:rPr lang="en-GB" altLang="en-US"/>
              <a:t>Structure</a:t>
            </a:r>
            <a:br>
              <a:rPr lang="en-GB" altLang="en-US"/>
            </a:br>
            <a:r>
              <a:rPr lang="en-GB" altLang="en-US"/>
              <a:t>Top Level (Hardware)</a:t>
            </a:r>
          </a:p>
        </p:txBody>
      </p:sp>
      <p:pic>
        <p:nvPicPr>
          <p:cNvPr id="57347" name="Picture 16" descr="http://www.laptopparts101.com/wp-content/uploads/2008/12/laptop-main-board-560x420.jpg">
            <a:extLst>
              <a:ext uri="{FF2B5EF4-FFF2-40B4-BE49-F238E27FC236}">
                <a16:creationId xmlns:a16="http://schemas.microsoft.com/office/drawing/2014/main" id="{1535A7C8-79C2-AA2C-1007-3C6A697F7D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138" y="2024065"/>
            <a:ext cx="5903912"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48" name="Picture 18" descr="http://s2.hubimg.com/u/3857257_f260.jpg">
            <a:extLst>
              <a:ext uri="{FF2B5EF4-FFF2-40B4-BE49-F238E27FC236}">
                <a16:creationId xmlns:a16="http://schemas.microsoft.com/office/drawing/2014/main" id="{16CDBBD6-02B3-E77F-DCFD-83C164563A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2032000"/>
            <a:ext cx="24765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5">
            <a:extLst>
              <a:ext uri="{FF2B5EF4-FFF2-40B4-BE49-F238E27FC236}">
                <a16:creationId xmlns:a16="http://schemas.microsoft.com/office/drawing/2014/main" id="{8C2C7D21-C6F9-A6D5-095A-821A352D312E}"/>
              </a:ext>
            </a:extLst>
          </p:cNvPr>
          <p:cNvSpPr>
            <a:spLocks noGrp="1" noChangeArrowheads="1"/>
          </p:cNvSpPr>
          <p:nvPr>
            <p:ph type="title"/>
          </p:nvPr>
        </p:nvSpPr>
        <p:spPr/>
        <p:txBody>
          <a:bodyPr vert="horz" lIns="90000" tIns="46800" rIns="90000" bIns="46800" rtlCol="0" anchor="ctr">
            <a:normAutofit/>
          </a:bodyPr>
          <a:lstStyle/>
          <a:p>
            <a:r>
              <a:rPr lang="en-GB" altLang="en-US"/>
              <a:t>Structure</a:t>
            </a:r>
            <a:br>
              <a:rPr lang="en-GB" altLang="en-US"/>
            </a:br>
            <a:r>
              <a:rPr lang="en-GB" altLang="en-US"/>
              <a:t>Top Level</a:t>
            </a:r>
          </a:p>
        </p:txBody>
      </p:sp>
      <p:sp>
        <p:nvSpPr>
          <p:cNvPr id="58371" name="Oval 6">
            <a:extLst>
              <a:ext uri="{FF2B5EF4-FFF2-40B4-BE49-F238E27FC236}">
                <a16:creationId xmlns:a16="http://schemas.microsoft.com/office/drawing/2014/main" id="{307D6BA3-CAAE-7D1D-F61B-60F12A14837E}"/>
              </a:ext>
            </a:extLst>
          </p:cNvPr>
          <p:cNvSpPr>
            <a:spLocks noChangeArrowheads="1"/>
          </p:cNvSpPr>
          <p:nvPr/>
        </p:nvSpPr>
        <p:spPr bwMode="auto">
          <a:xfrm>
            <a:off x="533400" y="3657600"/>
            <a:ext cx="1066800" cy="1066800"/>
          </a:xfrm>
          <a:prstGeom prst="ellipse">
            <a:avLst/>
          </a:prstGeom>
          <a:solidFill>
            <a:srgbClr val="CC0099"/>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58372" name="Text Box 9">
            <a:extLst>
              <a:ext uri="{FF2B5EF4-FFF2-40B4-BE49-F238E27FC236}">
                <a16:creationId xmlns:a16="http://schemas.microsoft.com/office/drawing/2014/main" id="{093F95DD-1D7D-3513-9205-B9CACFF6D28C}"/>
              </a:ext>
            </a:extLst>
          </p:cNvPr>
          <p:cNvSpPr txBox="1">
            <a:spLocks noChangeArrowheads="1"/>
          </p:cNvSpPr>
          <p:nvPr/>
        </p:nvSpPr>
        <p:spPr bwMode="auto">
          <a:xfrm>
            <a:off x="519115" y="4005265"/>
            <a:ext cx="108264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kumimoji="0" lang="en-GB" altLang="en-US" sz="1600">
                <a:latin typeface="Arial" panose="020B0604020202020204" pitchFamily="34" charset="0"/>
              </a:rPr>
              <a:t>Computer</a:t>
            </a:r>
            <a:endParaRPr kumimoji="0" lang="en-GB" altLang="en-US" sz="2400">
              <a:latin typeface="Times New Roman" panose="02020603050405020304" pitchFamily="18" charset="0"/>
            </a:endParaRPr>
          </a:p>
        </p:txBody>
      </p:sp>
      <p:sp>
        <p:nvSpPr>
          <p:cNvPr id="58373" name="Text Box 15">
            <a:extLst>
              <a:ext uri="{FF2B5EF4-FFF2-40B4-BE49-F238E27FC236}">
                <a16:creationId xmlns:a16="http://schemas.microsoft.com/office/drawing/2014/main" id="{6EFBBF77-DC16-F9AF-7BAC-1EA50FA4A4B3}"/>
              </a:ext>
            </a:extLst>
          </p:cNvPr>
          <p:cNvSpPr txBox="1">
            <a:spLocks noChangeArrowheads="1"/>
          </p:cNvSpPr>
          <p:nvPr/>
        </p:nvSpPr>
        <p:spPr bwMode="auto">
          <a:xfrm>
            <a:off x="425452" y="2346327"/>
            <a:ext cx="121761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Peripherals</a:t>
            </a:r>
          </a:p>
        </p:txBody>
      </p:sp>
      <p:sp>
        <p:nvSpPr>
          <p:cNvPr id="58374" name="Text Box 16">
            <a:extLst>
              <a:ext uri="{FF2B5EF4-FFF2-40B4-BE49-F238E27FC236}">
                <a16:creationId xmlns:a16="http://schemas.microsoft.com/office/drawing/2014/main" id="{01FC1AD0-E7FE-0A02-6383-23CDC3B3D626}"/>
              </a:ext>
            </a:extLst>
          </p:cNvPr>
          <p:cNvSpPr txBox="1">
            <a:spLocks noChangeArrowheads="1"/>
          </p:cNvSpPr>
          <p:nvPr/>
        </p:nvSpPr>
        <p:spPr bwMode="auto">
          <a:xfrm>
            <a:off x="234952" y="5622927"/>
            <a:ext cx="1604963"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Communication</a:t>
            </a:r>
          </a:p>
          <a:p>
            <a:pPr algn="ctr">
              <a:spcBef>
                <a:spcPct val="0"/>
              </a:spcBef>
              <a:buClrTx/>
              <a:buFontTx/>
              <a:buNone/>
            </a:pPr>
            <a:r>
              <a:rPr kumimoji="0" lang="en-GB" altLang="en-US" sz="1600">
                <a:latin typeface="Arial" panose="020B0604020202020204" pitchFamily="34" charset="0"/>
              </a:rPr>
              <a:t>lines</a:t>
            </a:r>
          </a:p>
        </p:txBody>
      </p:sp>
      <p:sp>
        <p:nvSpPr>
          <p:cNvPr id="58375" name="Line 18">
            <a:extLst>
              <a:ext uri="{FF2B5EF4-FFF2-40B4-BE49-F238E27FC236}">
                <a16:creationId xmlns:a16="http://schemas.microsoft.com/office/drawing/2014/main" id="{3E665A03-6C56-92C2-8296-38C7D9C6827F}"/>
              </a:ext>
            </a:extLst>
          </p:cNvPr>
          <p:cNvSpPr>
            <a:spLocks noChangeShapeType="1"/>
          </p:cNvSpPr>
          <p:nvPr/>
        </p:nvSpPr>
        <p:spPr bwMode="auto">
          <a:xfrm>
            <a:off x="1027113" y="2743200"/>
            <a:ext cx="0" cy="914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58376" name="Line 19">
            <a:extLst>
              <a:ext uri="{FF2B5EF4-FFF2-40B4-BE49-F238E27FC236}">
                <a16:creationId xmlns:a16="http://schemas.microsoft.com/office/drawing/2014/main" id="{E7C9624D-DEBF-CE02-44AA-B32C7AB8A618}"/>
              </a:ext>
            </a:extLst>
          </p:cNvPr>
          <p:cNvSpPr>
            <a:spLocks noChangeShapeType="1"/>
          </p:cNvSpPr>
          <p:nvPr/>
        </p:nvSpPr>
        <p:spPr bwMode="auto">
          <a:xfrm>
            <a:off x="1027113" y="4724400"/>
            <a:ext cx="0" cy="914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grpSp>
        <p:nvGrpSpPr>
          <p:cNvPr id="2" name="Group 1">
            <a:extLst>
              <a:ext uri="{FF2B5EF4-FFF2-40B4-BE49-F238E27FC236}">
                <a16:creationId xmlns:a16="http://schemas.microsoft.com/office/drawing/2014/main" id="{7E3450C3-7E76-690D-0A38-5DA940717E20}"/>
              </a:ext>
            </a:extLst>
          </p:cNvPr>
          <p:cNvGrpSpPr>
            <a:grpSpLocks/>
          </p:cNvGrpSpPr>
          <p:nvPr/>
        </p:nvGrpSpPr>
        <p:grpSpPr bwMode="auto">
          <a:xfrm>
            <a:off x="1066800" y="2057400"/>
            <a:ext cx="7543800" cy="4648200"/>
            <a:chOff x="1066800" y="2057400"/>
            <a:chExt cx="7543800" cy="4648200"/>
          </a:xfrm>
        </p:grpSpPr>
        <p:sp>
          <p:nvSpPr>
            <p:cNvPr id="58378" name="Oval 2" descr="50%">
              <a:extLst>
                <a:ext uri="{FF2B5EF4-FFF2-40B4-BE49-F238E27FC236}">
                  <a16:creationId xmlns:a16="http://schemas.microsoft.com/office/drawing/2014/main" id="{54264F67-F35E-C883-BD5F-5EF1AF0BAF6C}"/>
                </a:ext>
              </a:extLst>
            </p:cNvPr>
            <p:cNvSpPr>
              <a:spLocks noChangeArrowheads="1"/>
            </p:cNvSpPr>
            <p:nvPr/>
          </p:nvSpPr>
          <p:spPr bwMode="auto">
            <a:xfrm>
              <a:off x="3886200" y="2057400"/>
              <a:ext cx="4724400" cy="4648200"/>
            </a:xfrm>
            <a:prstGeom prst="ellipse">
              <a:avLst/>
            </a:prstGeom>
            <a:solidFill>
              <a:srgbClr val="CC0099"/>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endParaRPr kumimoji="0" lang="en-GB" altLang="en-US" sz="1600">
                <a:latin typeface="Arial" panose="020B0604020202020204" pitchFamily="34" charset="0"/>
              </a:endParaRPr>
            </a:p>
          </p:txBody>
        </p:sp>
        <p:sp>
          <p:nvSpPr>
            <p:cNvPr id="58379" name="Oval 3">
              <a:extLst>
                <a:ext uri="{FF2B5EF4-FFF2-40B4-BE49-F238E27FC236}">
                  <a16:creationId xmlns:a16="http://schemas.microsoft.com/office/drawing/2014/main" id="{CDAA25CE-25A0-8121-FDEB-0627CD019379}"/>
                </a:ext>
              </a:extLst>
            </p:cNvPr>
            <p:cNvSpPr>
              <a:spLocks noChangeArrowheads="1"/>
            </p:cNvSpPr>
            <p:nvPr/>
          </p:nvSpPr>
          <p:spPr bwMode="auto">
            <a:xfrm>
              <a:off x="5450160" y="3646512"/>
              <a:ext cx="1524000" cy="15240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58380" name="Oval 4">
              <a:extLst>
                <a:ext uri="{FF2B5EF4-FFF2-40B4-BE49-F238E27FC236}">
                  <a16:creationId xmlns:a16="http://schemas.microsoft.com/office/drawing/2014/main" id="{5FB93D91-CD2A-D8E2-11D1-E5F51E2EF078}"/>
                </a:ext>
              </a:extLst>
            </p:cNvPr>
            <p:cNvSpPr>
              <a:spLocks noChangeArrowheads="1"/>
            </p:cNvSpPr>
            <p:nvPr/>
          </p:nvSpPr>
          <p:spPr bwMode="auto">
            <a:xfrm>
              <a:off x="4688160" y="2808312"/>
              <a:ext cx="1371600" cy="1371600"/>
            </a:xfrm>
            <a:prstGeom prst="ellipse">
              <a:avLst/>
            </a:prstGeom>
            <a:solidFill>
              <a:srgbClr val="006600"/>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58381" name="Oval 7">
              <a:extLst>
                <a:ext uri="{FF2B5EF4-FFF2-40B4-BE49-F238E27FC236}">
                  <a16:creationId xmlns:a16="http://schemas.microsoft.com/office/drawing/2014/main" id="{ECCC5FA7-1A87-EDFB-8D8A-255104B57440}"/>
                </a:ext>
              </a:extLst>
            </p:cNvPr>
            <p:cNvSpPr>
              <a:spLocks noChangeArrowheads="1"/>
            </p:cNvSpPr>
            <p:nvPr/>
          </p:nvSpPr>
          <p:spPr bwMode="auto">
            <a:xfrm>
              <a:off x="6440760" y="2808312"/>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58382" name="Oval 8">
              <a:extLst>
                <a:ext uri="{FF2B5EF4-FFF2-40B4-BE49-F238E27FC236}">
                  <a16:creationId xmlns:a16="http://schemas.microsoft.com/office/drawing/2014/main" id="{BD84E7C9-5A6B-56EB-13F7-DAE7B345F46D}"/>
                </a:ext>
              </a:extLst>
            </p:cNvPr>
            <p:cNvSpPr>
              <a:spLocks noChangeArrowheads="1"/>
            </p:cNvSpPr>
            <p:nvPr/>
          </p:nvSpPr>
          <p:spPr bwMode="auto">
            <a:xfrm>
              <a:off x="5526360" y="4865712"/>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58383" name="Text Box 10">
              <a:extLst>
                <a:ext uri="{FF2B5EF4-FFF2-40B4-BE49-F238E27FC236}">
                  <a16:creationId xmlns:a16="http://schemas.microsoft.com/office/drawing/2014/main" id="{37BC13B0-A501-0531-43FF-841249F07A03}"/>
                </a:ext>
              </a:extLst>
            </p:cNvPr>
            <p:cNvSpPr txBox="1">
              <a:spLocks noChangeArrowheads="1"/>
            </p:cNvSpPr>
            <p:nvPr/>
          </p:nvSpPr>
          <p:spPr bwMode="auto">
            <a:xfrm>
              <a:off x="6665380" y="3195187"/>
              <a:ext cx="923949"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Main </a:t>
              </a:r>
            </a:p>
            <a:p>
              <a:pPr algn="ctr">
                <a:spcBef>
                  <a:spcPct val="0"/>
                </a:spcBef>
                <a:buClrTx/>
                <a:buFontTx/>
                <a:buNone/>
              </a:pPr>
              <a:r>
                <a:rPr kumimoji="0" lang="en-GB" altLang="en-US" sz="1600">
                  <a:latin typeface="Arial" panose="020B0604020202020204" pitchFamily="34" charset="0"/>
                </a:rPr>
                <a:t>Memory</a:t>
              </a:r>
            </a:p>
          </p:txBody>
        </p:sp>
        <p:sp>
          <p:nvSpPr>
            <p:cNvPr id="58384" name="Text Box 11">
              <a:extLst>
                <a:ext uri="{FF2B5EF4-FFF2-40B4-BE49-F238E27FC236}">
                  <a16:creationId xmlns:a16="http://schemas.microsoft.com/office/drawing/2014/main" id="{EA11DD7C-6320-4902-269F-CEC66A72727D}"/>
                </a:ext>
              </a:extLst>
            </p:cNvPr>
            <p:cNvSpPr txBox="1">
              <a:spLocks noChangeArrowheads="1"/>
            </p:cNvSpPr>
            <p:nvPr/>
          </p:nvSpPr>
          <p:spPr bwMode="auto">
            <a:xfrm>
              <a:off x="5827785" y="5266694"/>
              <a:ext cx="798914"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Input</a:t>
              </a:r>
            </a:p>
            <a:p>
              <a:pPr algn="ctr">
                <a:spcBef>
                  <a:spcPct val="0"/>
                </a:spcBef>
                <a:buClrTx/>
                <a:buFontTx/>
                <a:buNone/>
              </a:pPr>
              <a:r>
                <a:rPr kumimoji="0" lang="en-GB" altLang="en-US" sz="1600">
                  <a:latin typeface="Arial" panose="020B0604020202020204" pitchFamily="34" charset="0"/>
                </a:rPr>
                <a:t>Output</a:t>
              </a:r>
            </a:p>
          </p:txBody>
        </p:sp>
        <p:sp>
          <p:nvSpPr>
            <p:cNvPr id="58385" name="Text Box 12">
              <a:extLst>
                <a:ext uri="{FF2B5EF4-FFF2-40B4-BE49-F238E27FC236}">
                  <a16:creationId xmlns:a16="http://schemas.microsoft.com/office/drawing/2014/main" id="{B4FECCBE-9670-EF79-BD9E-38FE105157D7}"/>
                </a:ext>
              </a:extLst>
            </p:cNvPr>
            <p:cNvSpPr txBox="1">
              <a:spLocks noChangeArrowheads="1"/>
            </p:cNvSpPr>
            <p:nvPr/>
          </p:nvSpPr>
          <p:spPr bwMode="auto">
            <a:xfrm>
              <a:off x="5442986" y="4070176"/>
              <a:ext cx="1584386"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Systems</a:t>
              </a:r>
            </a:p>
            <a:p>
              <a:pPr algn="ctr">
                <a:spcBef>
                  <a:spcPct val="0"/>
                </a:spcBef>
                <a:buClrTx/>
                <a:buFontTx/>
                <a:buNone/>
              </a:pPr>
              <a:r>
                <a:rPr kumimoji="0" lang="en-GB" altLang="en-US" sz="1600">
                  <a:latin typeface="Arial" panose="020B0604020202020204" pitchFamily="34" charset="0"/>
                </a:rPr>
                <a:t>Interconnection</a:t>
              </a:r>
            </a:p>
          </p:txBody>
        </p:sp>
        <p:sp>
          <p:nvSpPr>
            <p:cNvPr id="58386" name="Line 13">
              <a:extLst>
                <a:ext uri="{FF2B5EF4-FFF2-40B4-BE49-F238E27FC236}">
                  <a16:creationId xmlns:a16="http://schemas.microsoft.com/office/drawing/2014/main" id="{5BA0EB91-4158-A036-FDE9-A94E1CF4DD1B}"/>
                </a:ext>
              </a:extLst>
            </p:cNvPr>
            <p:cNvSpPr>
              <a:spLocks noChangeShapeType="1"/>
            </p:cNvSpPr>
            <p:nvPr/>
          </p:nvSpPr>
          <p:spPr bwMode="auto">
            <a:xfrm flipV="1">
              <a:off x="1066800" y="2209800"/>
              <a:ext cx="4343400" cy="1447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58387" name="Line 14">
              <a:extLst>
                <a:ext uri="{FF2B5EF4-FFF2-40B4-BE49-F238E27FC236}">
                  <a16:creationId xmlns:a16="http://schemas.microsoft.com/office/drawing/2014/main" id="{F64F404F-B5EF-6806-B577-7C6BEE4DA215}"/>
                </a:ext>
              </a:extLst>
            </p:cNvPr>
            <p:cNvSpPr>
              <a:spLocks noChangeShapeType="1"/>
            </p:cNvSpPr>
            <p:nvPr/>
          </p:nvSpPr>
          <p:spPr bwMode="auto">
            <a:xfrm>
              <a:off x="1066800" y="4724400"/>
              <a:ext cx="4191000" cy="1752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58388" name="Text Box 17">
              <a:extLst>
                <a:ext uri="{FF2B5EF4-FFF2-40B4-BE49-F238E27FC236}">
                  <a16:creationId xmlns:a16="http://schemas.microsoft.com/office/drawing/2014/main" id="{F7BFB901-38F0-4320-BDFD-A3362A99C9A8}"/>
                </a:ext>
              </a:extLst>
            </p:cNvPr>
            <p:cNvSpPr txBox="1">
              <a:spLocks noChangeArrowheads="1"/>
            </p:cNvSpPr>
            <p:nvPr/>
          </p:nvSpPr>
          <p:spPr bwMode="auto">
            <a:xfrm>
              <a:off x="4738687" y="3100660"/>
              <a:ext cx="12414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Central</a:t>
              </a:r>
            </a:p>
            <a:p>
              <a:pPr algn="ctr">
                <a:spcBef>
                  <a:spcPct val="0"/>
                </a:spcBef>
                <a:buClrTx/>
                <a:buFontTx/>
                <a:buNone/>
              </a:pPr>
              <a:r>
                <a:rPr kumimoji="0" lang="en-GB" altLang="en-US" sz="1600">
                  <a:latin typeface="Arial" panose="020B0604020202020204" pitchFamily="34" charset="0"/>
                </a:rPr>
                <a:t>Processing </a:t>
              </a:r>
            </a:p>
            <a:p>
              <a:pPr algn="ctr">
                <a:spcBef>
                  <a:spcPct val="0"/>
                </a:spcBef>
                <a:buClrTx/>
                <a:buFontTx/>
                <a:buNone/>
              </a:pPr>
              <a:r>
                <a:rPr kumimoji="0" lang="en-GB" altLang="en-US" sz="1600">
                  <a:latin typeface="Arial" panose="020B0604020202020204" pitchFamily="34" charset="0"/>
                </a:rPr>
                <a:t>Unit</a:t>
              </a:r>
            </a:p>
          </p:txBody>
        </p:sp>
        <p:sp>
          <p:nvSpPr>
            <p:cNvPr id="58389" name="Text Box 20">
              <a:extLst>
                <a:ext uri="{FF2B5EF4-FFF2-40B4-BE49-F238E27FC236}">
                  <a16:creationId xmlns:a16="http://schemas.microsoft.com/office/drawing/2014/main" id="{76D833C7-280F-0491-92CB-E049AB7029B0}"/>
                </a:ext>
              </a:extLst>
            </p:cNvPr>
            <p:cNvSpPr txBox="1">
              <a:spLocks noChangeArrowheads="1"/>
            </p:cNvSpPr>
            <p:nvPr/>
          </p:nvSpPr>
          <p:spPr bwMode="auto">
            <a:xfrm>
              <a:off x="5574279" y="2309337"/>
              <a:ext cx="1307066"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US" altLang="en-US" sz="2000">
                  <a:latin typeface="Arial" panose="020B0604020202020204" pitchFamily="34" charset="0"/>
                </a:rPr>
                <a:t>Computer</a:t>
              </a:r>
              <a:endParaRPr kumimoji="0" lang="en-US" altLang="en-US" sz="160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a:extLst>
              <a:ext uri="{FF2B5EF4-FFF2-40B4-BE49-F238E27FC236}">
                <a16:creationId xmlns:a16="http://schemas.microsoft.com/office/drawing/2014/main" id="{3C171E70-2FE5-FF34-AC6A-58CD80E0DFB2}"/>
              </a:ext>
            </a:extLst>
          </p:cNvPr>
          <p:cNvSpPr>
            <a:spLocks noGrp="1" noChangeArrowheads="1"/>
          </p:cNvSpPr>
          <p:nvPr>
            <p:ph type="title"/>
          </p:nvPr>
        </p:nvSpPr>
        <p:spPr/>
        <p:txBody>
          <a:bodyPr vert="horz" lIns="90000" tIns="46800" rIns="90000" bIns="46800" rtlCol="0" anchor="ctr">
            <a:normAutofit/>
          </a:bodyPr>
          <a:lstStyle/>
          <a:p>
            <a:r>
              <a:rPr lang="en-GB" altLang="en-US"/>
              <a:t>Structure</a:t>
            </a:r>
            <a:br>
              <a:rPr lang="en-GB" altLang="en-US"/>
            </a:br>
            <a:r>
              <a:rPr lang="en-GB" altLang="en-US"/>
              <a:t>The CPU</a:t>
            </a:r>
          </a:p>
        </p:txBody>
      </p:sp>
      <p:sp>
        <p:nvSpPr>
          <p:cNvPr id="60419" name="Oval 6">
            <a:extLst>
              <a:ext uri="{FF2B5EF4-FFF2-40B4-BE49-F238E27FC236}">
                <a16:creationId xmlns:a16="http://schemas.microsoft.com/office/drawing/2014/main" id="{FDDD09A8-FD1F-3E12-B65A-2EC6B550E456}"/>
              </a:ext>
            </a:extLst>
          </p:cNvPr>
          <p:cNvSpPr>
            <a:spLocks noChangeArrowheads="1"/>
          </p:cNvSpPr>
          <p:nvPr/>
        </p:nvSpPr>
        <p:spPr bwMode="auto">
          <a:xfrm>
            <a:off x="76200" y="2971800"/>
            <a:ext cx="1981200" cy="2057400"/>
          </a:xfrm>
          <a:prstGeom prst="ellipse">
            <a:avLst/>
          </a:prstGeom>
          <a:solidFill>
            <a:srgbClr val="CC0099"/>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60420" name="Text Box 9">
            <a:extLst>
              <a:ext uri="{FF2B5EF4-FFF2-40B4-BE49-F238E27FC236}">
                <a16:creationId xmlns:a16="http://schemas.microsoft.com/office/drawing/2014/main" id="{2C840E4B-3017-B015-8ECD-A9422829B45D}"/>
              </a:ext>
            </a:extLst>
          </p:cNvPr>
          <p:cNvSpPr txBox="1">
            <a:spLocks noChangeArrowheads="1"/>
          </p:cNvSpPr>
          <p:nvPr/>
        </p:nvSpPr>
        <p:spPr bwMode="auto">
          <a:xfrm>
            <a:off x="603252" y="3016252"/>
            <a:ext cx="108264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kumimoji="0" lang="en-GB" altLang="en-US" sz="1600">
                <a:latin typeface="Arial" panose="020B0604020202020204" pitchFamily="34" charset="0"/>
              </a:rPr>
              <a:t>Computer</a:t>
            </a:r>
            <a:endParaRPr kumimoji="0" lang="en-GB" altLang="en-US" sz="2400">
              <a:latin typeface="Times New Roman" panose="02020603050405020304" pitchFamily="18" charset="0"/>
            </a:endParaRPr>
          </a:p>
        </p:txBody>
      </p:sp>
      <p:sp>
        <p:nvSpPr>
          <p:cNvPr id="60421" name="Oval 20">
            <a:extLst>
              <a:ext uri="{FF2B5EF4-FFF2-40B4-BE49-F238E27FC236}">
                <a16:creationId xmlns:a16="http://schemas.microsoft.com/office/drawing/2014/main" id="{DCAC4D54-48EE-B9D4-0872-6C83DE83E91C}"/>
              </a:ext>
            </a:extLst>
          </p:cNvPr>
          <p:cNvSpPr>
            <a:spLocks noChangeArrowheads="1"/>
          </p:cNvSpPr>
          <p:nvPr/>
        </p:nvSpPr>
        <p:spPr bwMode="auto">
          <a:xfrm>
            <a:off x="609600" y="3581400"/>
            <a:ext cx="685800" cy="7620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60422" name="Oval 19">
            <a:extLst>
              <a:ext uri="{FF2B5EF4-FFF2-40B4-BE49-F238E27FC236}">
                <a16:creationId xmlns:a16="http://schemas.microsoft.com/office/drawing/2014/main" id="{B246822E-6345-BB57-8301-9FD3B279E540}"/>
              </a:ext>
            </a:extLst>
          </p:cNvPr>
          <p:cNvSpPr>
            <a:spLocks noChangeArrowheads="1"/>
          </p:cNvSpPr>
          <p:nvPr/>
        </p:nvSpPr>
        <p:spPr bwMode="auto">
          <a:xfrm>
            <a:off x="549275" y="4217988"/>
            <a:ext cx="685800" cy="6858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60423" name="Text Box 21">
            <a:extLst>
              <a:ext uri="{FF2B5EF4-FFF2-40B4-BE49-F238E27FC236}">
                <a16:creationId xmlns:a16="http://schemas.microsoft.com/office/drawing/2014/main" id="{D7D4BA41-E908-4996-3E89-EB54C3431CF1}"/>
              </a:ext>
            </a:extLst>
          </p:cNvPr>
          <p:cNvSpPr txBox="1">
            <a:spLocks noChangeArrowheads="1"/>
          </p:cNvSpPr>
          <p:nvPr/>
        </p:nvSpPr>
        <p:spPr bwMode="auto">
          <a:xfrm>
            <a:off x="546204" y="4398279"/>
            <a:ext cx="736397"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Memory</a:t>
            </a:r>
            <a:endParaRPr kumimoji="0" lang="en-US" altLang="en-US" sz="1600">
              <a:latin typeface="Arial" panose="020B0604020202020204" pitchFamily="34" charset="0"/>
            </a:endParaRPr>
          </a:p>
        </p:txBody>
      </p:sp>
      <p:sp>
        <p:nvSpPr>
          <p:cNvPr id="60424" name="Text Box 22">
            <a:extLst>
              <a:ext uri="{FF2B5EF4-FFF2-40B4-BE49-F238E27FC236}">
                <a16:creationId xmlns:a16="http://schemas.microsoft.com/office/drawing/2014/main" id="{B9CD103D-ACE9-4ACC-9B39-686AE611ED76}"/>
              </a:ext>
            </a:extLst>
          </p:cNvPr>
          <p:cNvSpPr txBox="1">
            <a:spLocks noChangeArrowheads="1"/>
          </p:cNvSpPr>
          <p:nvPr/>
        </p:nvSpPr>
        <p:spPr bwMode="auto">
          <a:xfrm>
            <a:off x="603555" y="3806677"/>
            <a:ext cx="694719"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System</a:t>
            </a:r>
          </a:p>
          <a:p>
            <a:pPr algn="ctr">
              <a:spcBef>
                <a:spcPct val="0"/>
              </a:spcBef>
              <a:buClrTx/>
              <a:buFontTx/>
              <a:buNone/>
            </a:pPr>
            <a:r>
              <a:rPr kumimoji="0" lang="en-US" altLang="en-US" sz="1200">
                <a:latin typeface="Arial" panose="020B0604020202020204" pitchFamily="34" charset="0"/>
              </a:rPr>
              <a:t>Bus</a:t>
            </a:r>
          </a:p>
        </p:txBody>
      </p:sp>
      <p:grpSp>
        <p:nvGrpSpPr>
          <p:cNvPr id="2" name="Group 1">
            <a:extLst>
              <a:ext uri="{FF2B5EF4-FFF2-40B4-BE49-F238E27FC236}">
                <a16:creationId xmlns:a16="http://schemas.microsoft.com/office/drawing/2014/main" id="{D62A9E8F-4353-0A2E-228A-885A660E312A}"/>
              </a:ext>
            </a:extLst>
          </p:cNvPr>
          <p:cNvGrpSpPr>
            <a:grpSpLocks/>
          </p:cNvGrpSpPr>
          <p:nvPr/>
        </p:nvGrpSpPr>
        <p:grpSpPr bwMode="auto">
          <a:xfrm>
            <a:off x="1524000" y="2057400"/>
            <a:ext cx="7086600" cy="4648200"/>
            <a:chOff x="1524000" y="2057400"/>
            <a:chExt cx="7086600" cy="4648200"/>
          </a:xfrm>
        </p:grpSpPr>
        <p:sp>
          <p:nvSpPr>
            <p:cNvPr id="60429" name="Oval 2" descr="50%">
              <a:extLst>
                <a:ext uri="{FF2B5EF4-FFF2-40B4-BE49-F238E27FC236}">
                  <a16:creationId xmlns:a16="http://schemas.microsoft.com/office/drawing/2014/main" id="{A34514DE-98A9-3E69-5DD9-BAFB96FC744C}"/>
                </a:ext>
              </a:extLst>
            </p:cNvPr>
            <p:cNvSpPr>
              <a:spLocks noChangeArrowheads="1"/>
            </p:cNvSpPr>
            <p:nvPr/>
          </p:nvSpPr>
          <p:spPr bwMode="auto">
            <a:xfrm>
              <a:off x="3886200" y="2057400"/>
              <a:ext cx="4724400" cy="4648200"/>
            </a:xfrm>
            <a:prstGeom prst="ellipse">
              <a:avLst/>
            </a:prstGeom>
            <a:solidFill>
              <a:srgbClr val="006600"/>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endParaRPr kumimoji="0" lang="en-GB" altLang="en-US" sz="1600">
                <a:latin typeface="Arial" panose="020B0604020202020204" pitchFamily="34" charset="0"/>
              </a:endParaRPr>
            </a:p>
          </p:txBody>
        </p:sp>
        <p:sp>
          <p:nvSpPr>
            <p:cNvPr id="60430" name="Oval 3">
              <a:extLst>
                <a:ext uri="{FF2B5EF4-FFF2-40B4-BE49-F238E27FC236}">
                  <a16:creationId xmlns:a16="http://schemas.microsoft.com/office/drawing/2014/main" id="{F71733BB-866A-782E-0F52-C25702CA048C}"/>
                </a:ext>
              </a:extLst>
            </p:cNvPr>
            <p:cNvSpPr>
              <a:spLocks noChangeArrowheads="1"/>
            </p:cNvSpPr>
            <p:nvPr/>
          </p:nvSpPr>
          <p:spPr bwMode="auto">
            <a:xfrm>
              <a:off x="5450160" y="3646512"/>
              <a:ext cx="1524000" cy="15240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60431" name="Oval 5">
              <a:extLst>
                <a:ext uri="{FF2B5EF4-FFF2-40B4-BE49-F238E27FC236}">
                  <a16:creationId xmlns:a16="http://schemas.microsoft.com/office/drawing/2014/main" id="{56813FDD-2B18-B7BB-81DC-54DED9E95D47}"/>
                </a:ext>
              </a:extLst>
            </p:cNvPr>
            <p:cNvSpPr>
              <a:spLocks noChangeArrowheads="1"/>
            </p:cNvSpPr>
            <p:nvPr/>
          </p:nvSpPr>
          <p:spPr bwMode="auto">
            <a:xfrm>
              <a:off x="4688160" y="2808312"/>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60432" name="Oval 7">
              <a:extLst>
                <a:ext uri="{FF2B5EF4-FFF2-40B4-BE49-F238E27FC236}">
                  <a16:creationId xmlns:a16="http://schemas.microsoft.com/office/drawing/2014/main" id="{93D26C2B-086D-7DC8-966C-EE266E23FF38}"/>
                </a:ext>
              </a:extLst>
            </p:cNvPr>
            <p:cNvSpPr>
              <a:spLocks noChangeArrowheads="1"/>
            </p:cNvSpPr>
            <p:nvPr/>
          </p:nvSpPr>
          <p:spPr bwMode="auto">
            <a:xfrm>
              <a:off x="6440760" y="2808312"/>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45064" name="Oval 8">
              <a:extLst>
                <a:ext uri="{FF2B5EF4-FFF2-40B4-BE49-F238E27FC236}">
                  <a16:creationId xmlns:a16="http://schemas.microsoft.com/office/drawing/2014/main" id="{22BD5928-8323-1CE7-5596-5A34FD0AFCC2}"/>
                </a:ext>
              </a:extLst>
            </p:cNvPr>
            <p:cNvSpPr>
              <a:spLocks noChangeArrowheads="1"/>
            </p:cNvSpPr>
            <p:nvPr/>
          </p:nvSpPr>
          <p:spPr bwMode="auto">
            <a:xfrm>
              <a:off x="5526088" y="4865688"/>
              <a:ext cx="1371600" cy="1371600"/>
            </a:xfrm>
            <a:prstGeom prst="ellipse">
              <a:avLst/>
            </a:prstGeom>
            <a:solidFill>
              <a:schemeClr val="accent6">
                <a:lumMod val="50000"/>
              </a:schemeClr>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defRPr/>
              </a:pPr>
              <a:endParaRPr lang="en-MY" altLang="en-US" sz="2000"/>
            </a:p>
          </p:txBody>
        </p:sp>
        <p:sp>
          <p:nvSpPr>
            <p:cNvPr id="60434" name="Text Box 10">
              <a:extLst>
                <a:ext uri="{FF2B5EF4-FFF2-40B4-BE49-F238E27FC236}">
                  <a16:creationId xmlns:a16="http://schemas.microsoft.com/office/drawing/2014/main" id="{3D244FEC-AA6E-B3D2-996C-E750955996C9}"/>
                </a:ext>
              </a:extLst>
            </p:cNvPr>
            <p:cNvSpPr txBox="1">
              <a:spLocks noChangeArrowheads="1"/>
            </p:cNvSpPr>
            <p:nvPr/>
          </p:nvSpPr>
          <p:spPr bwMode="auto">
            <a:xfrm>
              <a:off x="6593160" y="3100660"/>
              <a:ext cx="109378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Arithmetic</a:t>
              </a:r>
            </a:p>
            <a:p>
              <a:pPr algn="ctr">
                <a:spcBef>
                  <a:spcPct val="0"/>
                </a:spcBef>
                <a:buClrTx/>
                <a:buFontTx/>
                <a:buNone/>
              </a:pPr>
              <a:r>
                <a:rPr kumimoji="0" lang="en-GB" altLang="en-US" sz="1600">
                  <a:latin typeface="Arial" panose="020B0604020202020204" pitchFamily="34" charset="0"/>
                </a:rPr>
                <a:t>and </a:t>
              </a:r>
            </a:p>
            <a:p>
              <a:pPr algn="ctr">
                <a:spcBef>
                  <a:spcPct val="0"/>
                </a:spcBef>
                <a:buClrTx/>
                <a:buFontTx/>
                <a:buNone/>
              </a:pPr>
              <a:r>
                <a:rPr kumimoji="0" lang="en-GB" altLang="en-US" sz="1600">
                  <a:latin typeface="Arial" panose="020B0604020202020204" pitchFamily="34" charset="0"/>
                </a:rPr>
                <a:t>Logic Unit</a:t>
              </a:r>
            </a:p>
          </p:txBody>
        </p:sp>
        <p:sp>
          <p:nvSpPr>
            <p:cNvPr id="60435" name="Text Box 11">
              <a:extLst>
                <a:ext uri="{FF2B5EF4-FFF2-40B4-BE49-F238E27FC236}">
                  <a16:creationId xmlns:a16="http://schemas.microsoft.com/office/drawing/2014/main" id="{BAA5C2D7-DBE6-C2D5-A774-7EDDD03936C1}"/>
                </a:ext>
              </a:extLst>
            </p:cNvPr>
            <p:cNvSpPr txBox="1">
              <a:spLocks noChangeArrowheads="1"/>
            </p:cNvSpPr>
            <p:nvPr/>
          </p:nvSpPr>
          <p:spPr bwMode="auto">
            <a:xfrm>
              <a:off x="5785989" y="5283419"/>
              <a:ext cx="842195"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Control</a:t>
              </a:r>
            </a:p>
            <a:p>
              <a:pPr algn="ctr">
                <a:spcBef>
                  <a:spcPct val="0"/>
                </a:spcBef>
                <a:buClrTx/>
                <a:buFontTx/>
                <a:buNone/>
              </a:pPr>
              <a:r>
                <a:rPr kumimoji="0" lang="en-GB" altLang="en-US" sz="1600">
                  <a:latin typeface="Arial" panose="020B0604020202020204" pitchFamily="34" charset="0"/>
                </a:rPr>
                <a:t>Unit</a:t>
              </a:r>
            </a:p>
          </p:txBody>
        </p:sp>
        <p:sp>
          <p:nvSpPr>
            <p:cNvPr id="60436" name="Text Box 12">
              <a:extLst>
                <a:ext uri="{FF2B5EF4-FFF2-40B4-BE49-F238E27FC236}">
                  <a16:creationId xmlns:a16="http://schemas.microsoft.com/office/drawing/2014/main" id="{7C890881-BF16-A2B1-8070-6BA62FD3DC86}"/>
                </a:ext>
              </a:extLst>
            </p:cNvPr>
            <p:cNvSpPr txBox="1">
              <a:spLocks noChangeArrowheads="1"/>
            </p:cNvSpPr>
            <p:nvPr/>
          </p:nvSpPr>
          <p:spPr bwMode="auto">
            <a:xfrm>
              <a:off x="5442986" y="4132287"/>
              <a:ext cx="1584386"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Internal CPU</a:t>
              </a:r>
            </a:p>
            <a:p>
              <a:pPr algn="ctr">
                <a:spcBef>
                  <a:spcPct val="0"/>
                </a:spcBef>
                <a:buClrTx/>
                <a:buFontTx/>
                <a:buNone/>
              </a:pPr>
              <a:r>
                <a:rPr kumimoji="0" lang="en-GB" altLang="en-US" sz="1600">
                  <a:latin typeface="Arial" panose="020B0604020202020204" pitchFamily="34" charset="0"/>
                </a:rPr>
                <a:t>Interconnection</a:t>
              </a:r>
            </a:p>
          </p:txBody>
        </p:sp>
        <p:sp>
          <p:nvSpPr>
            <p:cNvPr id="60437" name="Line 13">
              <a:extLst>
                <a:ext uri="{FF2B5EF4-FFF2-40B4-BE49-F238E27FC236}">
                  <a16:creationId xmlns:a16="http://schemas.microsoft.com/office/drawing/2014/main" id="{14175F0E-2DE8-94EA-3B62-971A7E594309}"/>
                </a:ext>
              </a:extLst>
            </p:cNvPr>
            <p:cNvSpPr>
              <a:spLocks noChangeShapeType="1"/>
            </p:cNvSpPr>
            <p:nvPr/>
          </p:nvSpPr>
          <p:spPr bwMode="auto">
            <a:xfrm flipV="1">
              <a:off x="1524000" y="2209800"/>
              <a:ext cx="388620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60438" name="Line 14">
              <a:extLst>
                <a:ext uri="{FF2B5EF4-FFF2-40B4-BE49-F238E27FC236}">
                  <a16:creationId xmlns:a16="http://schemas.microsoft.com/office/drawing/2014/main" id="{C8A29E44-A53F-3907-9C30-F2DBE040F148}"/>
                </a:ext>
              </a:extLst>
            </p:cNvPr>
            <p:cNvSpPr>
              <a:spLocks noChangeShapeType="1"/>
            </p:cNvSpPr>
            <p:nvPr/>
          </p:nvSpPr>
          <p:spPr bwMode="auto">
            <a:xfrm>
              <a:off x="1524000" y="4343400"/>
              <a:ext cx="373380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60439" name="Text Box 15">
              <a:extLst>
                <a:ext uri="{FF2B5EF4-FFF2-40B4-BE49-F238E27FC236}">
                  <a16:creationId xmlns:a16="http://schemas.microsoft.com/office/drawing/2014/main" id="{C094DA0E-B630-C91D-FE5C-F1FE45F55238}"/>
                </a:ext>
              </a:extLst>
            </p:cNvPr>
            <p:cNvSpPr txBox="1">
              <a:spLocks noChangeArrowheads="1"/>
            </p:cNvSpPr>
            <p:nvPr/>
          </p:nvSpPr>
          <p:spPr bwMode="auto">
            <a:xfrm>
              <a:off x="4864558" y="3297393"/>
              <a:ext cx="1047379"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Registers</a:t>
              </a:r>
            </a:p>
          </p:txBody>
        </p:sp>
        <p:sp>
          <p:nvSpPr>
            <p:cNvPr id="60440" name="Text Box 23">
              <a:extLst>
                <a:ext uri="{FF2B5EF4-FFF2-40B4-BE49-F238E27FC236}">
                  <a16:creationId xmlns:a16="http://schemas.microsoft.com/office/drawing/2014/main" id="{213A4C21-F637-9923-1B2C-7D51AF9D85D3}"/>
                </a:ext>
              </a:extLst>
            </p:cNvPr>
            <p:cNvSpPr txBox="1">
              <a:spLocks noChangeArrowheads="1"/>
            </p:cNvSpPr>
            <p:nvPr/>
          </p:nvSpPr>
          <p:spPr bwMode="auto">
            <a:xfrm>
              <a:off x="5883824" y="2315042"/>
              <a:ext cx="725176"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US" altLang="en-US" sz="2000">
                  <a:latin typeface="Arial" panose="020B0604020202020204" pitchFamily="34" charset="0"/>
                </a:rPr>
                <a:t>CPU</a:t>
              </a:r>
              <a:endParaRPr kumimoji="0" lang="en-US" altLang="en-US" sz="1600">
                <a:latin typeface="Arial" panose="020B0604020202020204" pitchFamily="34" charset="0"/>
              </a:endParaRPr>
            </a:p>
          </p:txBody>
        </p:sp>
      </p:grpSp>
      <p:sp>
        <p:nvSpPr>
          <p:cNvPr id="60426" name="Oval 18">
            <a:extLst>
              <a:ext uri="{FF2B5EF4-FFF2-40B4-BE49-F238E27FC236}">
                <a16:creationId xmlns:a16="http://schemas.microsoft.com/office/drawing/2014/main" id="{66C3D1AF-9B9D-B7BD-A305-0F3B343989F5}"/>
              </a:ext>
            </a:extLst>
          </p:cNvPr>
          <p:cNvSpPr>
            <a:spLocks noChangeArrowheads="1"/>
          </p:cNvSpPr>
          <p:nvPr/>
        </p:nvSpPr>
        <p:spPr bwMode="auto">
          <a:xfrm>
            <a:off x="304800" y="3276600"/>
            <a:ext cx="609600" cy="609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I/O</a:t>
            </a:r>
            <a:endParaRPr kumimoji="0" lang="en-US" altLang="en-US" sz="1600">
              <a:latin typeface="Arial" panose="020B0604020202020204" pitchFamily="34" charset="0"/>
            </a:endParaRPr>
          </a:p>
        </p:txBody>
      </p:sp>
      <p:sp>
        <p:nvSpPr>
          <p:cNvPr id="60427" name="Oval 16">
            <a:extLst>
              <a:ext uri="{FF2B5EF4-FFF2-40B4-BE49-F238E27FC236}">
                <a16:creationId xmlns:a16="http://schemas.microsoft.com/office/drawing/2014/main" id="{1EDCA2A2-AB03-AC4F-63B9-C46B9F0FEEA0}"/>
              </a:ext>
            </a:extLst>
          </p:cNvPr>
          <p:cNvSpPr>
            <a:spLocks noChangeArrowheads="1"/>
          </p:cNvSpPr>
          <p:nvPr/>
        </p:nvSpPr>
        <p:spPr bwMode="auto">
          <a:xfrm>
            <a:off x="1219200" y="3581400"/>
            <a:ext cx="685800" cy="762000"/>
          </a:xfrm>
          <a:prstGeom prst="ellipse">
            <a:avLst/>
          </a:prstGeom>
          <a:solidFill>
            <a:srgbClr val="006600"/>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60428" name="Text Box 17">
            <a:extLst>
              <a:ext uri="{FF2B5EF4-FFF2-40B4-BE49-F238E27FC236}">
                <a16:creationId xmlns:a16="http://schemas.microsoft.com/office/drawing/2014/main" id="{1C93BB06-3718-51A3-CF9A-37D1A479B31B}"/>
              </a:ext>
            </a:extLst>
          </p:cNvPr>
          <p:cNvSpPr txBox="1">
            <a:spLocks noChangeArrowheads="1"/>
          </p:cNvSpPr>
          <p:nvPr/>
        </p:nvSpPr>
        <p:spPr bwMode="auto">
          <a:xfrm>
            <a:off x="1325193" y="3807729"/>
            <a:ext cx="505564"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CPU</a:t>
            </a:r>
            <a:endParaRPr kumimoji="0" lang="en-US" altLang="en-US" sz="1600">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4">
            <a:extLst>
              <a:ext uri="{FF2B5EF4-FFF2-40B4-BE49-F238E27FC236}">
                <a16:creationId xmlns:a16="http://schemas.microsoft.com/office/drawing/2014/main" id="{248F555E-6965-F73A-E2EF-3E56EC9E8251}"/>
              </a:ext>
            </a:extLst>
          </p:cNvPr>
          <p:cNvSpPr>
            <a:spLocks noGrp="1" noChangeArrowheads="1"/>
          </p:cNvSpPr>
          <p:nvPr>
            <p:ph type="title"/>
          </p:nvPr>
        </p:nvSpPr>
        <p:spPr/>
        <p:txBody>
          <a:bodyPr vert="horz" lIns="90000" tIns="46800" rIns="90000" bIns="46800" rtlCol="0" anchor="ctr">
            <a:normAutofit/>
          </a:bodyPr>
          <a:lstStyle/>
          <a:p>
            <a:r>
              <a:rPr lang="en-GB" altLang="en-US"/>
              <a:t>Structure</a:t>
            </a:r>
            <a:br>
              <a:rPr lang="en-GB" altLang="en-US"/>
            </a:br>
            <a:r>
              <a:rPr lang="en-GB" altLang="en-US"/>
              <a:t>The Control Unit</a:t>
            </a:r>
          </a:p>
        </p:txBody>
      </p:sp>
      <p:sp>
        <p:nvSpPr>
          <p:cNvPr id="62467" name="Oval 6">
            <a:extLst>
              <a:ext uri="{FF2B5EF4-FFF2-40B4-BE49-F238E27FC236}">
                <a16:creationId xmlns:a16="http://schemas.microsoft.com/office/drawing/2014/main" id="{3B11117F-BFA2-8522-EAEE-E29DCB7BD013}"/>
              </a:ext>
            </a:extLst>
          </p:cNvPr>
          <p:cNvSpPr>
            <a:spLocks noChangeArrowheads="1"/>
          </p:cNvSpPr>
          <p:nvPr/>
        </p:nvSpPr>
        <p:spPr bwMode="auto">
          <a:xfrm>
            <a:off x="76200" y="2971800"/>
            <a:ext cx="1981200" cy="2057400"/>
          </a:xfrm>
          <a:prstGeom prst="ellipse">
            <a:avLst/>
          </a:prstGeom>
          <a:solidFill>
            <a:srgbClr val="006600"/>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62468" name="Text Box 8">
            <a:extLst>
              <a:ext uri="{FF2B5EF4-FFF2-40B4-BE49-F238E27FC236}">
                <a16:creationId xmlns:a16="http://schemas.microsoft.com/office/drawing/2014/main" id="{B7D94F2B-9609-48D2-7821-487B0050A5BB}"/>
              </a:ext>
            </a:extLst>
          </p:cNvPr>
          <p:cNvSpPr txBox="1">
            <a:spLocks noChangeArrowheads="1"/>
          </p:cNvSpPr>
          <p:nvPr/>
        </p:nvSpPr>
        <p:spPr bwMode="auto">
          <a:xfrm>
            <a:off x="763588" y="3016252"/>
            <a:ext cx="612966"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kumimoji="0" lang="en-GB" altLang="en-US" sz="1600">
                <a:latin typeface="Arial" panose="020B0604020202020204" pitchFamily="34" charset="0"/>
              </a:rPr>
              <a:t>CPU</a:t>
            </a:r>
            <a:endParaRPr kumimoji="0" lang="en-GB" altLang="en-US" sz="2400">
              <a:latin typeface="Times New Roman" panose="02020603050405020304" pitchFamily="18" charset="0"/>
            </a:endParaRPr>
          </a:p>
        </p:txBody>
      </p:sp>
      <p:sp>
        <p:nvSpPr>
          <p:cNvPr id="62469" name="Oval 18">
            <a:extLst>
              <a:ext uri="{FF2B5EF4-FFF2-40B4-BE49-F238E27FC236}">
                <a16:creationId xmlns:a16="http://schemas.microsoft.com/office/drawing/2014/main" id="{A6C82980-FED8-02A4-6EB8-B064B9D85A7C}"/>
              </a:ext>
            </a:extLst>
          </p:cNvPr>
          <p:cNvSpPr>
            <a:spLocks noChangeArrowheads="1"/>
          </p:cNvSpPr>
          <p:nvPr/>
        </p:nvSpPr>
        <p:spPr bwMode="auto">
          <a:xfrm>
            <a:off x="609600" y="3581400"/>
            <a:ext cx="685800" cy="7620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62470" name="Oval 17">
            <a:extLst>
              <a:ext uri="{FF2B5EF4-FFF2-40B4-BE49-F238E27FC236}">
                <a16:creationId xmlns:a16="http://schemas.microsoft.com/office/drawing/2014/main" id="{419A4117-12F3-3BD2-9C35-0C8B8A3EAB32}"/>
              </a:ext>
            </a:extLst>
          </p:cNvPr>
          <p:cNvSpPr>
            <a:spLocks noChangeArrowheads="1"/>
          </p:cNvSpPr>
          <p:nvPr/>
        </p:nvSpPr>
        <p:spPr bwMode="auto">
          <a:xfrm>
            <a:off x="569913" y="4256088"/>
            <a:ext cx="685800" cy="6858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62471" name="Text Box 19">
            <a:extLst>
              <a:ext uri="{FF2B5EF4-FFF2-40B4-BE49-F238E27FC236}">
                <a16:creationId xmlns:a16="http://schemas.microsoft.com/office/drawing/2014/main" id="{D1D30F62-AB6B-8B88-71D6-36D9656F9B4C}"/>
              </a:ext>
            </a:extLst>
          </p:cNvPr>
          <p:cNvSpPr txBox="1">
            <a:spLocks noChangeArrowheads="1"/>
          </p:cNvSpPr>
          <p:nvPr/>
        </p:nvSpPr>
        <p:spPr bwMode="auto">
          <a:xfrm>
            <a:off x="506067" y="4444317"/>
            <a:ext cx="829371"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Registers</a:t>
            </a:r>
            <a:endParaRPr kumimoji="0" lang="en-US" altLang="en-US" sz="1600">
              <a:latin typeface="Arial" panose="020B0604020202020204" pitchFamily="34" charset="0"/>
            </a:endParaRPr>
          </a:p>
        </p:txBody>
      </p:sp>
      <p:sp>
        <p:nvSpPr>
          <p:cNvPr id="62472" name="Text Box 20">
            <a:extLst>
              <a:ext uri="{FF2B5EF4-FFF2-40B4-BE49-F238E27FC236}">
                <a16:creationId xmlns:a16="http://schemas.microsoft.com/office/drawing/2014/main" id="{A99FAEC2-DC44-6D4B-AB63-C15C80EFF0C7}"/>
              </a:ext>
            </a:extLst>
          </p:cNvPr>
          <p:cNvSpPr txBox="1">
            <a:spLocks noChangeArrowheads="1"/>
          </p:cNvSpPr>
          <p:nvPr/>
        </p:nvSpPr>
        <p:spPr bwMode="auto">
          <a:xfrm>
            <a:off x="606736" y="3806677"/>
            <a:ext cx="693116"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Internal</a:t>
            </a:r>
          </a:p>
          <a:p>
            <a:pPr algn="ctr">
              <a:spcBef>
                <a:spcPct val="0"/>
              </a:spcBef>
              <a:buClrTx/>
              <a:buFontTx/>
              <a:buNone/>
            </a:pPr>
            <a:r>
              <a:rPr kumimoji="0" lang="en-US" altLang="en-US" sz="1200">
                <a:latin typeface="Arial" panose="020B0604020202020204" pitchFamily="34" charset="0"/>
              </a:rPr>
              <a:t>Bus</a:t>
            </a:r>
          </a:p>
        </p:txBody>
      </p:sp>
      <p:grpSp>
        <p:nvGrpSpPr>
          <p:cNvPr id="2" name="Group 1">
            <a:extLst>
              <a:ext uri="{FF2B5EF4-FFF2-40B4-BE49-F238E27FC236}">
                <a16:creationId xmlns:a16="http://schemas.microsoft.com/office/drawing/2014/main" id="{4655B8F0-4E48-05AD-040A-B2CA0472857E}"/>
              </a:ext>
            </a:extLst>
          </p:cNvPr>
          <p:cNvGrpSpPr>
            <a:grpSpLocks/>
          </p:cNvGrpSpPr>
          <p:nvPr/>
        </p:nvGrpSpPr>
        <p:grpSpPr bwMode="auto">
          <a:xfrm>
            <a:off x="1524000" y="2057400"/>
            <a:ext cx="7086600" cy="4648200"/>
            <a:chOff x="1524000" y="2057400"/>
            <a:chExt cx="7086600" cy="4648200"/>
          </a:xfrm>
        </p:grpSpPr>
        <p:sp>
          <p:nvSpPr>
            <p:cNvPr id="47106" name="Oval 2" descr="50%">
              <a:extLst>
                <a:ext uri="{FF2B5EF4-FFF2-40B4-BE49-F238E27FC236}">
                  <a16:creationId xmlns:a16="http://schemas.microsoft.com/office/drawing/2014/main" id="{D94070F4-15BF-C8C7-61A5-2F1E2DE0EAD8}"/>
                </a:ext>
              </a:extLst>
            </p:cNvPr>
            <p:cNvSpPr>
              <a:spLocks noChangeArrowheads="1"/>
            </p:cNvSpPr>
            <p:nvPr/>
          </p:nvSpPr>
          <p:spPr bwMode="auto">
            <a:xfrm>
              <a:off x="3886200" y="2057400"/>
              <a:ext cx="4724400" cy="4648200"/>
            </a:xfrm>
            <a:prstGeom prst="ellipse">
              <a:avLst/>
            </a:prstGeom>
            <a:solidFill>
              <a:schemeClr val="accent6">
                <a:lumMod val="50000"/>
              </a:schemeClr>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defRPr/>
              </a:pPr>
              <a:endParaRPr lang="en-MY" altLang="en-US" sz="2000"/>
            </a:p>
          </p:txBody>
        </p:sp>
        <p:sp>
          <p:nvSpPr>
            <p:cNvPr id="62478" name="Oval 3">
              <a:extLst>
                <a:ext uri="{FF2B5EF4-FFF2-40B4-BE49-F238E27FC236}">
                  <a16:creationId xmlns:a16="http://schemas.microsoft.com/office/drawing/2014/main" id="{9AC17C22-E889-AF15-C62C-7B88EEA25B8C}"/>
                </a:ext>
              </a:extLst>
            </p:cNvPr>
            <p:cNvSpPr>
              <a:spLocks noChangeArrowheads="1"/>
            </p:cNvSpPr>
            <p:nvPr/>
          </p:nvSpPr>
          <p:spPr bwMode="auto">
            <a:xfrm>
              <a:off x="5410200" y="3581400"/>
              <a:ext cx="1828800" cy="18288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62479" name="Oval 5">
              <a:extLst>
                <a:ext uri="{FF2B5EF4-FFF2-40B4-BE49-F238E27FC236}">
                  <a16:creationId xmlns:a16="http://schemas.microsoft.com/office/drawing/2014/main" id="{9D69D1C5-E40D-180C-5E58-B902B4122747}"/>
                </a:ext>
              </a:extLst>
            </p:cNvPr>
            <p:cNvSpPr>
              <a:spLocks noChangeArrowheads="1"/>
            </p:cNvSpPr>
            <p:nvPr/>
          </p:nvSpPr>
          <p:spPr bwMode="auto">
            <a:xfrm>
              <a:off x="4784576" y="2743200"/>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62480" name="Oval 7">
              <a:extLst>
                <a:ext uri="{FF2B5EF4-FFF2-40B4-BE49-F238E27FC236}">
                  <a16:creationId xmlns:a16="http://schemas.microsoft.com/office/drawing/2014/main" id="{9D03A80B-4B2D-5448-322B-76A7D146B93D}"/>
                </a:ext>
              </a:extLst>
            </p:cNvPr>
            <p:cNvSpPr>
              <a:spLocks noChangeArrowheads="1"/>
            </p:cNvSpPr>
            <p:nvPr/>
          </p:nvSpPr>
          <p:spPr bwMode="auto">
            <a:xfrm>
              <a:off x="6248400" y="5029200"/>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endParaRPr lang="en-MY" altLang="en-US" sz="2000"/>
            </a:p>
          </p:txBody>
        </p:sp>
        <p:sp>
          <p:nvSpPr>
            <p:cNvPr id="62481" name="Text Box 9">
              <a:extLst>
                <a:ext uri="{FF2B5EF4-FFF2-40B4-BE49-F238E27FC236}">
                  <a16:creationId xmlns:a16="http://schemas.microsoft.com/office/drawing/2014/main" id="{951D4D8F-81BD-9BB1-2AB1-DBE60C244FBE}"/>
                </a:ext>
              </a:extLst>
            </p:cNvPr>
            <p:cNvSpPr txBox="1">
              <a:spLocks noChangeArrowheads="1"/>
            </p:cNvSpPr>
            <p:nvPr/>
          </p:nvSpPr>
          <p:spPr bwMode="auto">
            <a:xfrm>
              <a:off x="6471432" y="5434331"/>
              <a:ext cx="923949"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Control</a:t>
              </a:r>
            </a:p>
            <a:p>
              <a:pPr algn="ctr">
                <a:spcBef>
                  <a:spcPct val="0"/>
                </a:spcBef>
                <a:buClrTx/>
                <a:buFontTx/>
                <a:buNone/>
              </a:pPr>
              <a:r>
                <a:rPr kumimoji="0" lang="en-GB" altLang="en-US" sz="1600">
                  <a:latin typeface="Arial" panose="020B0604020202020204" pitchFamily="34" charset="0"/>
                </a:rPr>
                <a:t>Memory</a:t>
              </a:r>
            </a:p>
          </p:txBody>
        </p:sp>
        <p:sp>
          <p:nvSpPr>
            <p:cNvPr id="62482" name="Text Box 10">
              <a:extLst>
                <a:ext uri="{FF2B5EF4-FFF2-40B4-BE49-F238E27FC236}">
                  <a16:creationId xmlns:a16="http://schemas.microsoft.com/office/drawing/2014/main" id="{A2055AB7-C4BE-7863-3838-3CA0549EDF29}"/>
                </a:ext>
              </a:extLst>
            </p:cNvPr>
            <p:cNvSpPr txBox="1">
              <a:spLocks noChangeArrowheads="1"/>
            </p:cNvSpPr>
            <p:nvPr/>
          </p:nvSpPr>
          <p:spPr bwMode="auto">
            <a:xfrm>
              <a:off x="5580112" y="4115668"/>
              <a:ext cx="149066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Control Unit </a:t>
              </a:r>
            </a:p>
            <a:p>
              <a:pPr algn="ctr">
                <a:spcBef>
                  <a:spcPct val="0"/>
                </a:spcBef>
                <a:buClrTx/>
                <a:buFontTx/>
                <a:buNone/>
              </a:pPr>
              <a:r>
                <a:rPr kumimoji="0" lang="en-GB" altLang="en-US" sz="1600">
                  <a:latin typeface="Arial" panose="020B0604020202020204" pitchFamily="34" charset="0"/>
                </a:rPr>
                <a:t>Registers and </a:t>
              </a:r>
            </a:p>
            <a:p>
              <a:pPr algn="ctr">
                <a:spcBef>
                  <a:spcPct val="0"/>
                </a:spcBef>
                <a:buClrTx/>
                <a:buFontTx/>
                <a:buNone/>
              </a:pPr>
              <a:r>
                <a:rPr kumimoji="0" lang="en-GB" altLang="en-US" sz="1600">
                  <a:latin typeface="Arial" panose="020B0604020202020204" pitchFamily="34" charset="0"/>
                </a:rPr>
                <a:t>Decoders</a:t>
              </a:r>
            </a:p>
          </p:txBody>
        </p:sp>
        <p:sp>
          <p:nvSpPr>
            <p:cNvPr id="62483" name="Line 11">
              <a:extLst>
                <a:ext uri="{FF2B5EF4-FFF2-40B4-BE49-F238E27FC236}">
                  <a16:creationId xmlns:a16="http://schemas.microsoft.com/office/drawing/2014/main" id="{15C148E1-CF21-1425-8654-3CD5FB1C2448}"/>
                </a:ext>
              </a:extLst>
            </p:cNvPr>
            <p:cNvSpPr>
              <a:spLocks noChangeShapeType="1"/>
            </p:cNvSpPr>
            <p:nvPr/>
          </p:nvSpPr>
          <p:spPr bwMode="auto">
            <a:xfrm flipV="1">
              <a:off x="1524000" y="2209800"/>
              <a:ext cx="388620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62484" name="Line 12">
              <a:extLst>
                <a:ext uri="{FF2B5EF4-FFF2-40B4-BE49-F238E27FC236}">
                  <a16:creationId xmlns:a16="http://schemas.microsoft.com/office/drawing/2014/main" id="{36AB03DF-1274-8209-FF51-B87A1FC0C0D2}"/>
                </a:ext>
              </a:extLst>
            </p:cNvPr>
            <p:cNvSpPr>
              <a:spLocks noChangeShapeType="1"/>
            </p:cNvSpPr>
            <p:nvPr/>
          </p:nvSpPr>
          <p:spPr bwMode="auto">
            <a:xfrm>
              <a:off x="1524000" y="4343400"/>
              <a:ext cx="373380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62485" name="Text Box 13">
              <a:extLst>
                <a:ext uri="{FF2B5EF4-FFF2-40B4-BE49-F238E27FC236}">
                  <a16:creationId xmlns:a16="http://schemas.microsoft.com/office/drawing/2014/main" id="{0EEE01D9-8C7C-5215-0E6C-BCB01F8AE4FA}"/>
                </a:ext>
              </a:extLst>
            </p:cNvPr>
            <p:cNvSpPr txBox="1">
              <a:spLocks noChangeArrowheads="1"/>
            </p:cNvSpPr>
            <p:nvPr/>
          </p:nvSpPr>
          <p:spPr bwMode="auto">
            <a:xfrm>
              <a:off x="4852392" y="3140968"/>
              <a:ext cx="1262182"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GB" altLang="en-US" sz="1600">
                  <a:latin typeface="Arial" panose="020B0604020202020204" pitchFamily="34" charset="0"/>
                </a:rPr>
                <a:t>Sequencing</a:t>
              </a:r>
            </a:p>
            <a:p>
              <a:pPr algn="ctr">
                <a:spcBef>
                  <a:spcPct val="0"/>
                </a:spcBef>
                <a:buClrTx/>
                <a:buFontTx/>
                <a:buNone/>
              </a:pPr>
              <a:r>
                <a:rPr kumimoji="0" lang="en-GB" altLang="en-US" sz="1600">
                  <a:latin typeface="Arial" panose="020B0604020202020204" pitchFamily="34" charset="0"/>
                </a:rPr>
                <a:t>Logic</a:t>
              </a:r>
            </a:p>
          </p:txBody>
        </p:sp>
        <p:sp>
          <p:nvSpPr>
            <p:cNvPr id="62486" name="Text Box 21">
              <a:extLst>
                <a:ext uri="{FF2B5EF4-FFF2-40B4-BE49-F238E27FC236}">
                  <a16:creationId xmlns:a16="http://schemas.microsoft.com/office/drawing/2014/main" id="{ADBFDF74-6CAA-4360-1B7D-6F7CA987EDBA}"/>
                </a:ext>
              </a:extLst>
            </p:cNvPr>
            <p:cNvSpPr txBox="1">
              <a:spLocks noChangeArrowheads="1"/>
            </p:cNvSpPr>
            <p:nvPr/>
          </p:nvSpPr>
          <p:spPr bwMode="auto">
            <a:xfrm>
              <a:off x="5404846" y="2283292"/>
              <a:ext cx="1536296"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50000"/>
                </a:spcBef>
                <a:buClrTx/>
                <a:buFontTx/>
                <a:buNone/>
              </a:pPr>
              <a:r>
                <a:rPr kumimoji="0" lang="en-US" altLang="en-US" sz="2000">
                  <a:latin typeface="Arial" panose="020B0604020202020204" pitchFamily="34" charset="0"/>
                </a:rPr>
                <a:t>Control Unit</a:t>
              </a:r>
              <a:endParaRPr kumimoji="0" lang="en-US" altLang="en-US" sz="1600">
                <a:latin typeface="Arial" panose="020B0604020202020204" pitchFamily="34" charset="0"/>
              </a:endParaRPr>
            </a:p>
          </p:txBody>
        </p:sp>
      </p:grpSp>
      <p:sp>
        <p:nvSpPr>
          <p:cNvPr id="62474" name="Oval 16">
            <a:extLst>
              <a:ext uri="{FF2B5EF4-FFF2-40B4-BE49-F238E27FC236}">
                <a16:creationId xmlns:a16="http://schemas.microsoft.com/office/drawing/2014/main" id="{88C16CD1-D436-2E09-51D0-CEB143184769}"/>
              </a:ext>
            </a:extLst>
          </p:cNvPr>
          <p:cNvSpPr>
            <a:spLocks noChangeArrowheads="1"/>
          </p:cNvSpPr>
          <p:nvPr/>
        </p:nvSpPr>
        <p:spPr bwMode="auto">
          <a:xfrm>
            <a:off x="290513" y="3276600"/>
            <a:ext cx="609600" cy="609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ALU</a:t>
            </a:r>
            <a:endParaRPr kumimoji="0" lang="en-US" altLang="en-US" sz="1600">
              <a:latin typeface="Arial" panose="020B0604020202020204" pitchFamily="34" charset="0"/>
            </a:endParaRPr>
          </a:p>
        </p:txBody>
      </p:sp>
      <p:sp>
        <p:nvSpPr>
          <p:cNvPr id="47118" name="Oval 14">
            <a:extLst>
              <a:ext uri="{FF2B5EF4-FFF2-40B4-BE49-F238E27FC236}">
                <a16:creationId xmlns:a16="http://schemas.microsoft.com/office/drawing/2014/main" id="{E317A6E7-4645-E2D8-5DD3-E62A6AE01999}"/>
              </a:ext>
            </a:extLst>
          </p:cNvPr>
          <p:cNvSpPr>
            <a:spLocks noChangeArrowheads="1"/>
          </p:cNvSpPr>
          <p:nvPr/>
        </p:nvSpPr>
        <p:spPr bwMode="auto">
          <a:xfrm>
            <a:off x="1219200" y="3581400"/>
            <a:ext cx="685800" cy="762000"/>
          </a:xfrm>
          <a:prstGeom prst="ellipse">
            <a:avLst/>
          </a:prstGeom>
          <a:solidFill>
            <a:schemeClr val="accent6">
              <a:lumMod val="50000"/>
            </a:schemeClr>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defRPr/>
            </a:pPr>
            <a:endParaRPr lang="en-MY" altLang="en-US" sz="2000"/>
          </a:p>
        </p:txBody>
      </p:sp>
      <p:sp>
        <p:nvSpPr>
          <p:cNvPr id="62476" name="Text Box 15">
            <a:extLst>
              <a:ext uri="{FF2B5EF4-FFF2-40B4-BE49-F238E27FC236}">
                <a16:creationId xmlns:a16="http://schemas.microsoft.com/office/drawing/2014/main" id="{6B599BDF-B21D-0964-8E40-2B3401058F85}"/>
              </a:ext>
            </a:extLst>
          </p:cNvPr>
          <p:cNvSpPr txBox="1">
            <a:spLocks noChangeArrowheads="1"/>
          </p:cNvSpPr>
          <p:nvPr/>
        </p:nvSpPr>
        <p:spPr bwMode="auto">
          <a:xfrm>
            <a:off x="1235473" y="3760640"/>
            <a:ext cx="675483"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Control</a:t>
            </a:r>
          </a:p>
          <a:p>
            <a:pPr algn="ctr">
              <a:spcBef>
                <a:spcPct val="0"/>
              </a:spcBef>
              <a:buClrTx/>
              <a:buFontTx/>
              <a:buNone/>
            </a:pPr>
            <a:r>
              <a:rPr kumimoji="0" lang="en-US" altLang="en-US" sz="1200">
                <a:latin typeface="Arial" panose="020B0604020202020204" pitchFamily="34" charset="0"/>
              </a:rPr>
              <a:t>Unit</a:t>
            </a:r>
            <a:endParaRPr kumimoji="0" lang="en-US" altLang="en-US" sz="1600">
              <a:latin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D5AF18A0-9F7F-5090-DD44-5183280EEECF}"/>
              </a:ext>
            </a:extLst>
          </p:cNvPr>
          <p:cNvSpPr>
            <a:spLocks noGrp="1" noChangeArrowheads="1"/>
          </p:cNvSpPr>
          <p:nvPr>
            <p:ph type="title" idx="4294967295"/>
          </p:nvPr>
        </p:nvSpPr>
        <p:spPr>
          <a:xfrm>
            <a:off x="177176" y="192040"/>
            <a:ext cx="4043363" cy="1143000"/>
          </a:xfrm>
        </p:spPr>
        <p:txBody>
          <a:bodyPr/>
          <a:lstStyle/>
          <a:p>
            <a:r>
              <a:rPr lang="en-US" altLang="en-US" dirty="0">
                <a:solidFill>
                  <a:srgbClr val="000000"/>
                </a:solidFill>
              </a:rPr>
              <a:t>Structure</a:t>
            </a:r>
            <a:endParaRPr lang="en-MY" altLang="en-US" dirty="0">
              <a:solidFill>
                <a:srgbClr val="000000"/>
              </a:solidFill>
            </a:endParaRPr>
          </a:p>
        </p:txBody>
      </p:sp>
      <p:sp>
        <p:nvSpPr>
          <p:cNvPr id="64515" name="Content Placeholder 2">
            <a:extLst>
              <a:ext uri="{FF2B5EF4-FFF2-40B4-BE49-F238E27FC236}">
                <a16:creationId xmlns:a16="http://schemas.microsoft.com/office/drawing/2014/main" id="{F52A6127-8C7E-6AFA-9FEB-741639F5E7D2}"/>
              </a:ext>
            </a:extLst>
          </p:cNvPr>
          <p:cNvSpPr>
            <a:spLocks noGrp="1" noChangeArrowheads="1"/>
          </p:cNvSpPr>
          <p:nvPr>
            <p:ph idx="4294967295"/>
          </p:nvPr>
        </p:nvSpPr>
        <p:spPr>
          <a:xfrm>
            <a:off x="4720650" y="458175"/>
            <a:ext cx="4043363" cy="2023966"/>
          </a:xfrm>
        </p:spPr>
        <p:txBody>
          <a:bodyPr/>
          <a:lstStyle/>
          <a:p>
            <a:r>
              <a:rPr lang="en-US" altLang="en-US" dirty="0">
                <a:solidFill>
                  <a:srgbClr val="000000"/>
                </a:solidFill>
              </a:rPr>
              <a:t>Computer</a:t>
            </a:r>
          </a:p>
          <a:p>
            <a:pPr lvl="1"/>
            <a:r>
              <a:rPr lang="en-US" altLang="en-US" dirty="0">
                <a:solidFill>
                  <a:srgbClr val="000000"/>
                </a:solidFill>
              </a:rPr>
              <a:t>Central processing unit (or CPU or processor)</a:t>
            </a:r>
          </a:p>
          <a:p>
            <a:pPr lvl="1"/>
            <a:r>
              <a:rPr lang="en-US" altLang="en-US" dirty="0">
                <a:solidFill>
                  <a:srgbClr val="000000"/>
                </a:solidFill>
              </a:rPr>
              <a:t>Main memory</a:t>
            </a:r>
          </a:p>
          <a:p>
            <a:pPr lvl="1"/>
            <a:r>
              <a:rPr lang="en-US" altLang="en-US" dirty="0">
                <a:solidFill>
                  <a:srgbClr val="000000"/>
                </a:solidFill>
              </a:rPr>
              <a:t>I/O</a:t>
            </a:r>
          </a:p>
          <a:p>
            <a:pPr lvl="1"/>
            <a:r>
              <a:rPr lang="en-US" altLang="en-US" dirty="0">
                <a:solidFill>
                  <a:srgbClr val="000000"/>
                </a:solidFill>
              </a:rPr>
              <a:t>System interconnection</a:t>
            </a:r>
          </a:p>
        </p:txBody>
      </p:sp>
      <p:sp>
        <p:nvSpPr>
          <p:cNvPr id="4" name="Content Placeholder 2">
            <a:extLst>
              <a:ext uri="{FF2B5EF4-FFF2-40B4-BE49-F238E27FC236}">
                <a16:creationId xmlns:a16="http://schemas.microsoft.com/office/drawing/2014/main" id="{8DEA79F7-DA15-D756-2707-02531EBB0E72}"/>
              </a:ext>
            </a:extLst>
          </p:cNvPr>
          <p:cNvSpPr txBox="1">
            <a:spLocks/>
          </p:cNvSpPr>
          <p:nvPr/>
        </p:nvSpPr>
        <p:spPr bwMode="auto">
          <a:xfrm>
            <a:off x="4606544" y="2835496"/>
            <a:ext cx="4290816" cy="3037262"/>
          </a:xfrm>
          <a:prstGeom prst="rect">
            <a:avLst/>
          </a:prstGeom>
          <a:noFill/>
          <a:ln>
            <a:noFill/>
          </a:ln>
        </p:spPr>
        <p:txBody>
          <a:bodyPr/>
          <a:lst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Char char="o"/>
              <a:defRPr kumimoji="1" sz="2400">
                <a:solidFill>
                  <a:schemeClr val="tx1"/>
                </a:solidFill>
                <a:latin typeface="+mn-lt"/>
              </a:defRPr>
            </a:lvl2pPr>
            <a:lvl3pPr marL="1143000" indent="-228600" algn="l" rtl="0" eaLnBrk="0" fontAlgn="base" hangingPunct="0">
              <a:spcBef>
                <a:spcPct val="20000"/>
              </a:spcBef>
              <a:spcAft>
                <a:spcPct val="0"/>
              </a:spcAft>
              <a:buClr>
                <a:srgbClr val="FF0000"/>
              </a:buClr>
              <a:buFont typeface="Times New Roman" panose="02020603050405020304" pitchFamily="18" charset="0"/>
              <a:buChar char="–"/>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tx1"/>
                </a:solidFill>
                <a:latin typeface="+mn-lt"/>
              </a:defRPr>
            </a:lvl4pPr>
            <a:lvl5pPr marL="2057400" indent="-228600" algn="l" rtl="0" eaLnBrk="0" fontAlgn="base" hangingPunct="0">
              <a:spcBef>
                <a:spcPct val="20000"/>
              </a:spcBef>
              <a:spcAft>
                <a:spcPct val="0"/>
              </a:spcAft>
              <a:buClr>
                <a:srgbClr val="FF0000"/>
              </a:buClr>
              <a:buChar char="–"/>
              <a:defRPr kumimoji="1">
                <a:solidFill>
                  <a:schemeClr val="tx1"/>
                </a:solidFill>
                <a:latin typeface="+mn-lt"/>
              </a:defRPr>
            </a:lvl5pPr>
            <a:lvl6pPr marL="2514600" indent="-228600" algn="l" rtl="0" eaLnBrk="0" fontAlgn="base" hangingPunct="0">
              <a:spcBef>
                <a:spcPct val="20000"/>
              </a:spcBef>
              <a:spcAft>
                <a:spcPct val="0"/>
              </a:spcAft>
              <a:buClr>
                <a:srgbClr val="FF0000"/>
              </a:buClr>
              <a:buChar char="–"/>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
              <a:defRPr kumimoji="1">
                <a:solidFill>
                  <a:schemeClr val="tx1"/>
                </a:solidFill>
                <a:latin typeface="+mn-lt"/>
              </a:defRPr>
            </a:lvl9pPr>
          </a:lstStyle>
          <a:p>
            <a:pPr>
              <a:defRPr/>
            </a:pPr>
            <a:r>
              <a:rPr lang="en-US" altLang="en-US" sz="1800" kern="0" dirty="0">
                <a:solidFill>
                  <a:srgbClr val="000000"/>
                </a:solidFill>
              </a:rPr>
              <a:t>Central processing unit</a:t>
            </a:r>
          </a:p>
          <a:p>
            <a:pPr lvl="1">
              <a:defRPr/>
            </a:pPr>
            <a:r>
              <a:rPr lang="en-US" altLang="en-US" sz="1800" kern="0" dirty="0">
                <a:solidFill>
                  <a:srgbClr val="000000"/>
                </a:solidFill>
              </a:rPr>
              <a:t>Arithmetic and logic unit (or ALU)</a:t>
            </a:r>
          </a:p>
          <a:p>
            <a:pPr lvl="1">
              <a:defRPr/>
            </a:pPr>
            <a:r>
              <a:rPr lang="en-US" altLang="en-US" sz="1800" kern="0" dirty="0">
                <a:solidFill>
                  <a:srgbClr val="000000"/>
                </a:solidFill>
              </a:rPr>
              <a:t>Registers</a:t>
            </a:r>
          </a:p>
          <a:p>
            <a:pPr lvl="1">
              <a:defRPr/>
            </a:pPr>
            <a:r>
              <a:rPr lang="en-US" altLang="en-US" sz="1800" kern="0" dirty="0">
                <a:solidFill>
                  <a:srgbClr val="000000"/>
                </a:solidFill>
              </a:rPr>
              <a:t>Control unit</a:t>
            </a:r>
          </a:p>
          <a:p>
            <a:pPr lvl="1">
              <a:defRPr/>
            </a:pPr>
            <a:r>
              <a:rPr lang="en-US" altLang="en-US" sz="1800" kern="0" dirty="0">
                <a:solidFill>
                  <a:srgbClr val="000000"/>
                </a:solidFill>
              </a:rPr>
              <a:t>Internal CPU interconnection</a:t>
            </a:r>
          </a:p>
        </p:txBody>
      </p:sp>
      <p:sp>
        <p:nvSpPr>
          <p:cNvPr id="6" name="Content Placeholder 2">
            <a:extLst>
              <a:ext uri="{FF2B5EF4-FFF2-40B4-BE49-F238E27FC236}">
                <a16:creationId xmlns:a16="http://schemas.microsoft.com/office/drawing/2014/main" id="{4F32C5CF-736A-7EE1-1BAB-F8918F858E51}"/>
              </a:ext>
            </a:extLst>
          </p:cNvPr>
          <p:cNvSpPr txBox="1">
            <a:spLocks/>
          </p:cNvSpPr>
          <p:nvPr/>
        </p:nvSpPr>
        <p:spPr bwMode="auto">
          <a:xfrm>
            <a:off x="160763" y="5533695"/>
            <a:ext cx="7019318" cy="1132267"/>
          </a:xfrm>
          <a:prstGeom prst="rect">
            <a:avLst/>
          </a:prstGeom>
          <a:noFill/>
          <a:ln>
            <a:noFill/>
          </a:ln>
        </p:spPr>
        <p:txBody>
          <a:bodyPr/>
          <a:lst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Char char="o"/>
              <a:defRPr kumimoji="1" sz="2400">
                <a:solidFill>
                  <a:schemeClr val="tx1"/>
                </a:solidFill>
                <a:latin typeface="+mn-lt"/>
              </a:defRPr>
            </a:lvl2pPr>
            <a:lvl3pPr marL="1143000" indent="-228600" algn="l" rtl="0" eaLnBrk="0" fontAlgn="base" hangingPunct="0">
              <a:spcBef>
                <a:spcPct val="20000"/>
              </a:spcBef>
              <a:spcAft>
                <a:spcPct val="0"/>
              </a:spcAft>
              <a:buClr>
                <a:srgbClr val="FF0000"/>
              </a:buClr>
              <a:buFont typeface="Times New Roman" panose="02020603050405020304" pitchFamily="18" charset="0"/>
              <a:buChar char="–"/>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tx1"/>
                </a:solidFill>
                <a:latin typeface="+mn-lt"/>
              </a:defRPr>
            </a:lvl4pPr>
            <a:lvl5pPr marL="2057400" indent="-228600" algn="l" rtl="0" eaLnBrk="0" fontAlgn="base" hangingPunct="0">
              <a:spcBef>
                <a:spcPct val="20000"/>
              </a:spcBef>
              <a:spcAft>
                <a:spcPct val="0"/>
              </a:spcAft>
              <a:buClr>
                <a:srgbClr val="FF0000"/>
              </a:buClr>
              <a:buChar char="–"/>
              <a:defRPr kumimoji="1">
                <a:solidFill>
                  <a:schemeClr val="tx1"/>
                </a:solidFill>
                <a:latin typeface="+mn-lt"/>
              </a:defRPr>
            </a:lvl5pPr>
            <a:lvl6pPr marL="2514600" indent="-228600" algn="l" rtl="0" eaLnBrk="0" fontAlgn="base" hangingPunct="0">
              <a:spcBef>
                <a:spcPct val="20000"/>
              </a:spcBef>
              <a:spcAft>
                <a:spcPct val="0"/>
              </a:spcAft>
              <a:buClr>
                <a:srgbClr val="FF0000"/>
              </a:buClr>
              <a:buChar char="–"/>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
              <a:defRPr kumimoji="1">
                <a:solidFill>
                  <a:schemeClr val="tx1"/>
                </a:solidFill>
                <a:latin typeface="+mn-lt"/>
              </a:defRPr>
            </a:lvl9pPr>
          </a:lstStyle>
          <a:p>
            <a:pPr marL="0" indent="0">
              <a:buNone/>
              <a:defRPr/>
            </a:pPr>
            <a:r>
              <a:rPr lang="en-US" altLang="en-US" sz="5400" kern="0" dirty="0">
                <a:solidFill>
                  <a:srgbClr val="000000"/>
                </a:solidFill>
              </a:rPr>
              <a:t>What can you notice?</a:t>
            </a:r>
          </a:p>
        </p:txBody>
      </p:sp>
      <p:pic>
        <p:nvPicPr>
          <p:cNvPr id="3" name="Graphic 2" descr="Lightbulb and gear outline">
            <a:extLst>
              <a:ext uri="{FF2B5EF4-FFF2-40B4-BE49-F238E27FC236}">
                <a16:creationId xmlns:a16="http://schemas.microsoft.com/office/drawing/2014/main" id="{E190DE14-33BC-CC04-52FD-CBE97300689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06918" y="5068146"/>
            <a:ext cx="1590442" cy="1590442"/>
          </a:xfrm>
          <a:prstGeom prst="rect">
            <a:avLst/>
          </a:prstGeom>
        </p:spPr>
      </p:pic>
      <p:grpSp>
        <p:nvGrpSpPr>
          <p:cNvPr id="11" name="Group 10">
            <a:extLst>
              <a:ext uri="{FF2B5EF4-FFF2-40B4-BE49-F238E27FC236}">
                <a16:creationId xmlns:a16="http://schemas.microsoft.com/office/drawing/2014/main" id="{609D7E7D-36B0-61DF-1847-6C95F78AB45E}"/>
              </a:ext>
            </a:extLst>
          </p:cNvPr>
          <p:cNvGrpSpPr/>
          <p:nvPr/>
        </p:nvGrpSpPr>
        <p:grpSpPr>
          <a:xfrm>
            <a:off x="3275856" y="680189"/>
            <a:ext cx="1432784" cy="4264021"/>
            <a:chOff x="3275856" y="680187"/>
            <a:chExt cx="1432784" cy="4264021"/>
          </a:xfrm>
        </p:grpSpPr>
        <p:sp>
          <p:nvSpPr>
            <p:cNvPr id="7" name="Arrow: Down 6">
              <a:extLst>
                <a:ext uri="{FF2B5EF4-FFF2-40B4-BE49-F238E27FC236}">
                  <a16:creationId xmlns:a16="http://schemas.microsoft.com/office/drawing/2014/main" id="{B3C7C034-1F59-3B57-C041-6D631076B1AF}"/>
                </a:ext>
              </a:extLst>
            </p:cNvPr>
            <p:cNvSpPr/>
            <p:nvPr/>
          </p:nvSpPr>
          <p:spPr>
            <a:xfrm>
              <a:off x="3988560" y="680187"/>
              <a:ext cx="720080" cy="42640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TextBox 8">
              <a:extLst>
                <a:ext uri="{FF2B5EF4-FFF2-40B4-BE49-F238E27FC236}">
                  <a16:creationId xmlns:a16="http://schemas.microsoft.com/office/drawing/2014/main" id="{994994CB-75BD-CE50-24EF-B609321423D9}"/>
                </a:ext>
              </a:extLst>
            </p:cNvPr>
            <p:cNvSpPr txBox="1"/>
            <p:nvPr/>
          </p:nvSpPr>
          <p:spPr>
            <a:xfrm>
              <a:off x="3511433" y="687848"/>
              <a:ext cx="590290" cy="369332"/>
            </a:xfrm>
            <a:prstGeom prst="rect">
              <a:avLst/>
            </a:prstGeom>
            <a:noFill/>
          </p:spPr>
          <p:txBody>
            <a:bodyPr wrap="none" rtlCol="0">
              <a:spAutoFit/>
            </a:bodyPr>
            <a:lstStyle/>
            <a:p>
              <a:r>
                <a:rPr lang="en-MY" dirty="0">
                  <a:solidFill>
                    <a:srgbClr val="FF0000"/>
                  </a:solidFill>
                </a:rPr>
                <a:t>TOP</a:t>
              </a:r>
            </a:p>
          </p:txBody>
        </p:sp>
        <p:sp>
          <p:nvSpPr>
            <p:cNvPr id="10" name="TextBox 9">
              <a:extLst>
                <a:ext uri="{FF2B5EF4-FFF2-40B4-BE49-F238E27FC236}">
                  <a16:creationId xmlns:a16="http://schemas.microsoft.com/office/drawing/2014/main" id="{25CEC972-3518-DE20-C15F-3DE362E81C5C}"/>
                </a:ext>
              </a:extLst>
            </p:cNvPr>
            <p:cNvSpPr txBox="1"/>
            <p:nvPr/>
          </p:nvSpPr>
          <p:spPr>
            <a:xfrm>
              <a:off x="3275856" y="2928761"/>
              <a:ext cx="825867" cy="369332"/>
            </a:xfrm>
            <a:prstGeom prst="rect">
              <a:avLst/>
            </a:prstGeom>
            <a:noFill/>
          </p:spPr>
          <p:txBody>
            <a:bodyPr wrap="none" rtlCol="0">
              <a:spAutoFit/>
            </a:bodyPr>
            <a:lstStyle/>
            <a:p>
              <a:r>
                <a:rPr lang="en-MY" dirty="0">
                  <a:solidFill>
                    <a:srgbClr val="FF0000"/>
                  </a:solidFill>
                </a:rPr>
                <a:t>DOWN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65E98468-8D0F-7C56-2336-C1A79B82B5DA}"/>
              </a:ext>
            </a:extLst>
          </p:cNvPr>
          <p:cNvSpPr>
            <a:spLocks noGrp="1" noChangeArrowheads="1"/>
          </p:cNvSpPr>
          <p:nvPr>
            <p:ph type="title"/>
          </p:nvPr>
        </p:nvSpPr>
        <p:spPr>
          <a:xfrm>
            <a:off x="179514" y="172661"/>
            <a:ext cx="6408711" cy="1312125"/>
          </a:xfrm>
        </p:spPr>
        <p:txBody>
          <a:bodyPr anchor="b">
            <a:normAutofit/>
          </a:bodyPr>
          <a:lstStyle/>
          <a:p>
            <a:r>
              <a:rPr lang="en-US" altLang="en-US" sz="3200" dirty="0"/>
              <a:t>Multicore Computer Structure</a:t>
            </a:r>
            <a:endParaRPr lang="en-MY" altLang="en-US" sz="3200" dirty="0"/>
          </a:p>
        </p:txBody>
      </p:sp>
      <p:sp>
        <p:nvSpPr>
          <p:cNvPr id="65539" name="Content Placeholder 2">
            <a:extLst>
              <a:ext uri="{FF2B5EF4-FFF2-40B4-BE49-F238E27FC236}">
                <a16:creationId xmlns:a16="http://schemas.microsoft.com/office/drawing/2014/main" id="{03FE0C8D-6AE3-7214-A1D7-DFDB6EE18CD9}"/>
              </a:ext>
            </a:extLst>
          </p:cNvPr>
          <p:cNvSpPr>
            <a:spLocks noGrp="1" noChangeArrowheads="1"/>
          </p:cNvSpPr>
          <p:nvPr>
            <p:ph idx="1"/>
          </p:nvPr>
        </p:nvSpPr>
        <p:spPr>
          <a:xfrm>
            <a:off x="179515" y="1873778"/>
            <a:ext cx="3926317" cy="4363502"/>
          </a:xfrm>
        </p:spPr>
        <p:txBody>
          <a:bodyPr anchor="t">
            <a:normAutofit/>
          </a:bodyPr>
          <a:lstStyle/>
          <a:p>
            <a:r>
              <a:rPr lang="en-US" altLang="en-US" sz="2000" dirty="0"/>
              <a:t>Contemporary computers generally have multiple processors</a:t>
            </a:r>
          </a:p>
          <a:p>
            <a:r>
              <a:rPr lang="en-US" altLang="en-US" sz="2000" dirty="0"/>
              <a:t>When these processors all reside on a single chip, the term multicore computer is used, and each processing unit (consisting of a control unit, ALU, registers, and perhaps cache) is called a core</a:t>
            </a:r>
          </a:p>
        </p:txBody>
      </p:sp>
      <p:pic>
        <p:nvPicPr>
          <p:cNvPr id="2054" name="Picture 6" descr="What is a multicore processor and how does it work?">
            <a:extLst>
              <a:ext uri="{FF2B5EF4-FFF2-40B4-BE49-F238E27FC236}">
                <a16:creationId xmlns:a16="http://schemas.microsoft.com/office/drawing/2014/main" id="{7C42F71E-8071-2A2A-E351-59960CCA3FF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951" t="21701" r="18951" b="7552"/>
          <a:stretch/>
        </p:blipFill>
        <p:spPr bwMode="auto">
          <a:xfrm>
            <a:off x="4123308" y="1632743"/>
            <a:ext cx="4721553" cy="3592517"/>
          </a:xfrm>
          <a:prstGeom prst="rect">
            <a:avLst/>
          </a:prstGeom>
          <a:noFill/>
          <a:extLst>
            <a:ext uri="{909E8E84-426E-40DD-AFC4-6F175D3DCCD1}">
              <a14:hiddenFill xmlns:a14="http://schemas.microsoft.com/office/drawing/2010/main">
                <a:solidFill>
                  <a:srgbClr val="FFFFFF"/>
                </a:solidFill>
              </a14:hiddenFill>
            </a:ext>
          </a:extLst>
        </p:spPr>
      </p:pic>
      <p:grpSp>
        <p:nvGrpSpPr>
          <p:cNvPr id="65544" name="Group 65543">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7" y="6737720"/>
            <a:ext cx="9155399" cy="123363"/>
            <a:chOff x="-5025" y="6737718"/>
            <a:chExt cx="12207200" cy="123363"/>
          </a:xfrm>
        </p:grpSpPr>
        <p:sp>
          <p:nvSpPr>
            <p:cNvPr id="65545" name="Rectangle 65544">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46" name="Rectangle 65545">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CD9CB914-F291-A6EC-B6C6-6A716405C9D3}"/>
              </a:ext>
            </a:extLst>
          </p:cNvPr>
          <p:cNvSpPr>
            <a:spLocks noGrp="1" noChangeArrowheads="1"/>
          </p:cNvSpPr>
          <p:nvPr>
            <p:ph type="title"/>
          </p:nvPr>
        </p:nvSpPr>
        <p:spPr/>
        <p:txBody>
          <a:bodyPr/>
          <a:lstStyle/>
          <a:p>
            <a:r>
              <a:rPr lang="en-US" altLang="en-US"/>
              <a:t>Multicore Computer Structure</a:t>
            </a:r>
            <a:endParaRPr lang="en-MY" altLang="en-US"/>
          </a:p>
        </p:txBody>
      </p:sp>
      <p:sp>
        <p:nvSpPr>
          <p:cNvPr id="66563" name="Content Placeholder 2">
            <a:extLst>
              <a:ext uri="{FF2B5EF4-FFF2-40B4-BE49-F238E27FC236}">
                <a16:creationId xmlns:a16="http://schemas.microsoft.com/office/drawing/2014/main" id="{60F38F05-1ABB-E650-A99C-50EA6E9B3ED4}"/>
              </a:ext>
            </a:extLst>
          </p:cNvPr>
          <p:cNvSpPr>
            <a:spLocks noGrp="1" noChangeArrowheads="1"/>
          </p:cNvSpPr>
          <p:nvPr>
            <p:ph idx="1"/>
          </p:nvPr>
        </p:nvSpPr>
        <p:spPr/>
        <p:txBody>
          <a:bodyPr>
            <a:normAutofit/>
          </a:bodyPr>
          <a:lstStyle/>
          <a:p>
            <a:pPr marL="0" indent="0">
              <a:buNone/>
            </a:pPr>
            <a:r>
              <a:rPr lang="en-US" altLang="en-US" sz="2800" dirty="0"/>
              <a:t>Terminology</a:t>
            </a:r>
          </a:p>
          <a:p>
            <a:pPr lvl="1"/>
            <a:r>
              <a:rPr lang="en-MY" altLang="en-US" sz="2400" dirty="0"/>
              <a:t>Central processing unit (CPU)</a:t>
            </a:r>
          </a:p>
          <a:p>
            <a:pPr lvl="2"/>
            <a:r>
              <a:rPr lang="en-MY" altLang="en-US" sz="2800" dirty="0">
                <a:solidFill>
                  <a:srgbClr val="FFFF00"/>
                </a:solidFill>
              </a:rPr>
              <a:t>Fetches and executes instructions</a:t>
            </a:r>
          </a:p>
          <a:p>
            <a:pPr lvl="2"/>
            <a:r>
              <a:rPr lang="en-MY" altLang="en-US" sz="1800" dirty="0"/>
              <a:t>Consists of an ALU, a control unit, and registers</a:t>
            </a:r>
          </a:p>
          <a:p>
            <a:pPr lvl="2"/>
            <a:r>
              <a:rPr lang="en-MY" altLang="en-US" sz="1800" dirty="0"/>
              <a:t>Referred to as a </a:t>
            </a:r>
            <a:r>
              <a:rPr lang="en-MY" altLang="en-US" sz="1800" u="sng" dirty="0"/>
              <a:t>processor</a:t>
            </a:r>
            <a:r>
              <a:rPr lang="en-MY" altLang="en-US" sz="1800" dirty="0"/>
              <a:t> in a system with a </a:t>
            </a:r>
            <a:r>
              <a:rPr lang="en-MY" altLang="en-US" sz="1800" u="sng" dirty="0"/>
              <a:t>single</a:t>
            </a:r>
            <a:r>
              <a:rPr lang="en-MY" altLang="en-US" sz="1800" dirty="0"/>
              <a:t> processing unit</a:t>
            </a:r>
          </a:p>
          <a:p>
            <a:pPr lvl="1"/>
            <a:r>
              <a:rPr lang="en-MY" altLang="en-US" sz="2400" dirty="0"/>
              <a:t>Core</a:t>
            </a:r>
          </a:p>
          <a:p>
            <a:pPr lvl="2"/>
            <a:r>
              <a:rPr lang="en-MY" altLang="en-US" sz="1800" dirty="0"/>
              <a:t>An </a:t>
            </a:r>
            <a:r>
              <a:rPr lang="en-MY" altLang="en-US" sz="3600" b="1" dirty="0">
                <a:solidFill>
                  <a:srgbClr val="92D050"/>
                </a:solidFill>
              </a:rPr>
              <a:t>individual processing unit </a:t>
            </a:r>
            <a:r>
              <a:rPr lang="en-MY" altLang="en-US" sz="1800" dirty="0"/>
              <a:t>on a processor chip</a:t>
            </a:r>
          </a:p>
          <a:p>
            <a:pPr lvl="2"/>
            <a:r>
              <a:rPr lang="en-MY" altLang="en-US" sz="1800" dirty="0"/>
              <a:t>May be equivalent in functionality to a </a:t>
            </a:r>
            <a:r>
              <a:rPr lang="en-MY" altLang="en-US" sz="1800" u="sng" dirty="0"/>
              <a:t>CPU</a:t>
            </a:r>
            <a:r>
              <a:rPr lang="en-MY" altLang="en-US" sz="1800" dirty="0"/>
              <a:t> on a </a:t>
            </a:r>
            <a:r>
              <a:rPr lang="en-MY" altLang="en-US" sz="1800" u="sng" dirty="0"/>
              <a:t>single</a:t>
            </a:r>
            <a:r>
              <a:rPr lang="en-MY" altLang="en-US" sz="1800" dirty="0"/>
              <a:t>-CPU system</a:t>
            </a:r>
          </a:p>
          <a:p>
            <a:pPr lvl="2"/>
            <a:r>
              <a:rPr lang="en-MY" altLang="en-US" sz="1800" dirty="0"/>
              <a:t>Specialized processing units are also referred to as cores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FB79972D-845F-9959-188F-AAF6D7E259B8}"/>
              </a:ext>
            </a:extLst>
          </p:cNvPr>
          <p:cNvSpPr>
            <a:spLocks noGrp="1" noChangeArrowheads="1"/>
          </p:cNvSpPr>
          <p:nvPr>
            <p:ph type="title"/>
          </p:nvPr>
        </p:nvSpPr>
        <p:spPr/>
        <p:txBody>
          <a:bodyPr/>
          <a:lstStyle/>
          <a:p>
            <a:r>
              <a:rPr lang="en-US" altLang="en-US"/>
              <a:t>Multicore Computer Structure</a:t>
            </a:r>
            <a:endParaRPr lang="en-MY" altLang="en-US"/>
          </a:p>
        </p:txBody>
      </p:sp>
      <p:sp>
        <p:nvSpPr>
          <p:cNvPr id="67587" name="Content Placeholder 2">
            <a:extLst>
              <a:ext uri="{FF2B5EF4-FFF2-40B4-BE49-F238E27FC236}">
                <a16:creationId xmlns:a16="http://schemas.microsoft.com/office/drawing/2014/main" id="{AF5674F9-1DF8-DB7B-A36C-A99F2841823D}"/>
              </a:ext>
            </a:extLst>
          </p:cNvPr>
          <p:cNvSpPr>
            <a:spLocks noGrp="1" noChangeArrowheads="1"/>
          </p:cNvSpPr>
          <p:nvPr>
            <p:ph idx="1"/>
          </p:nvPr>
        </p:nvSpPr>
        <p:spPr>
          <a:xfrm>
            <a:off x="628650" y="1825625"/>
            <a:ext cx="8119814" cy="4351338"/>
          </a:xfrm>
        </p:spPr>
        <p:txBody>
          <a:bodyPr>
            <a:normAutofit/>
          </a:bodyPr>
          <a:lstStyle/>
          <a:p>
            <a:pPr marL="0" indent="0">
              <a:buNone/>
            </a:pPr>
            <a:r>
              <a:rPr lang="en-US" altLang="en-US" sz="2800" dirty="0"/>
              <a:t>Terminology</a:t>
            </a:r>
          </a:p>
          <a:p>
            <a:pPr lvl="1"/>
            <a:r>
              <a:rPr lang="en-MY" altLang="en-US" sz="2400" dirty="0"/>
              <a:t>Processor </a:t>
            </a:r>
          </a:p>
          <a:p>
            <a:pPr lvl="2"/>
            <a:r>
              <a:rPr lang="en-MY" altLang="en-US" sz="1800" dirty="0"/>
              <a:t>Containing </a:t>
            </a:r>
            <a:r>
              <a:rPr lang="en-MY" altLang="en-US" sz="3600" b="1" dirty="0">
                <a:solidFill>
                  <a:srgbClr val="FF0000"/>
                </a:solidFill>
              </a:rPr>
              <a:t>one or more cores</a:t>
            </a:r>
            <a:endParaRPr lang="en-MY" altLang="en-US" sz="1800" b="1" dirty="0">
              <a:solidFill>
                <a:srgbClr val="FF0000"/>
              </a:solidFill>
            </a:endParaRPr>
          </a:p>
          <a:p>
            <a:pPr lvl="2"/>
            <a:r>
              <a:rPr lang="en-MY" altLang="en-US" sz="1800" dirty="0"/>
              <a:t>Interprets and executes instructions</a:t>
            </a:r>
          </a:p>
          <a:p>
            <a:pPr lvl="2"/>
            <a:r>
              <a:rPr lang="en-MY" altLang="en-US" sz="1800" dirty="0"/>
              <a:t>Referred to as a multicore processor if it contains multiple cores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Title 1">
            <a:extLst>
              <a:ext uri="{FF2B5EF4-FFF2-40B4-BE49-F238E27FC236}">
                <a16:creationId xmlns:a16="http://schemas.microsoft.com/office/drawing/2014/main" id="{46784ABE-1450-4183-F997-EFEE3CCB6082}"/>
              </a:ext>
            </a:extLst>
          </p:cNvPr>
          <p:cNvSpPr>
            <a:spLocks noGrp="1" noChangeArrowheads="1"/>
          </p:cNvSpPr>
          <p:nvPr>
            <p:ph type="title"/>
          </p:nvPr>
        </p:nvSpPr>
        <p:spPr>
          <a:xfrm>
            <a:off x="395536" y="2766220"/>
            <a:ext cx="3024336" cy="1325563"/>
          </a:xfrm>
        </p:spPr>
        <p:txBody>
          <a:bodyPr>
            <a:noAutofit/>
          </a:bodyPr>
          <a:lstStyle/>
          <a:p>
            <a:r>
              <a:rPr lang="en-US" altLang="en-US" sz="4400" dirty="0"/>
              <a:t>Multicore Computer Structure</a:t>
            </a:r>
            <a:endParaRPr lang="en-MY" altLang="en-US" sz="4400" dirty="0"/>
          </a:p>
        </p:txBody>
      </p:sp>
      <p:pic>
        <p:nvPicPr>
          <p:cNvPr id="3" name="Picture 2">
            <a:extLst>
              <a:ext uri="{FF2B5EF4-FFF2-40B4-BE49-F238E27FC236}">
                <a16:creationId xmlns:a16="http://schemas.microsoft.com/office/drawing/2014/main" id="{9931024E-AB8C-E942-52D5-7FAFB6349DEB}"/>
              </a:ext>
            </a:extLst>
          </p:cNvPr>
          <p:cNvPicPr>
            <a:picLocks noChangeAspect="1"/>
          </p:cNvPicPr>
          <p:nvPr/>
        </p:nvPicPr>
        <p:blipFill rotWithShape="1">
          <a:blip r:embed="rId2"/>
          <a:srcRect l="6038" t="2750" r="8218"/>
          <a:stretch/>
        </p:blipFill>
        <p:spPr>
          <a:xfrm>
            <a:off x="3779912" y="548682"/>
            <a:ext cx="5112568" cy="592831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A person sitting on top of a grass covered field&#10;&#10;Description automatically generated">
            <a:extLst>
              <a:ext uri="{FF2B5EF4-FFF2-40B4-BE49-F238E27FC236}">
                <a16:creationId xmlns:a16="http://schemas.microsoft.com/office/drawing/2014/main" id="{D055253B-AB4F-6513-183B-1574BEF581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0699"/>
          <a:stretch>
            <a:fillRect/>
          </a:stretch>
        </p:blipFill>
        <p:spPr bwMode="auto">
          <a:xfrm>
            <a:off x="-36512" y="0"/>
            <a:ext cx="91805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Text Box 4">
            <a:extLst>
              <a:ext uri="{FF2B5EF4-FFF2-40B4-BE49-F238E27FC236}">
                <a16:creationId xmlns:a16="http://schemas.microsoft.com/office/drawing/2014/main" id="{7569BB11-A3A7-ACEB-0B17-6D31624B2D96}"/>
              </a:ext>
            </a:extLst>
          </p:cNvPr>
          <p:cNvSpPr txBox="1">
            <a:spLocks noChangeArrowheads="1"/>
          </p:cNvSpPr>
          <p:nvPr/>
        </p:nvSpPr>
        <p:spPr bwMode="auto">
          <a:xfrm>
            <a:off x="-36513" y="6477002"/>
            <a:ext cx="6264276"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eaLnBrk="1" hangingPunct="1">
              <a:spcBef>
                <a:spcPct val="100000"/>
              </a:spcBef>
              <a:buClrTx/>
              <a:buFontTx/>
              <a:buNone/>
            </a:pPr>
            <a:r>
              <a:rPr kumimoji="0" lang="en-US" altLang="en-US" sz="1400"/>
              <a:t>Image source: https://www.flickr.com/photos/29143375@N05/4582236533</a:t>
            </a:r>
          </a:p>
        </p:txBody>
      </p:sp>
      <p:sp>
        <p:nvSpPr>
          <p:cNvPr id="6" name="Title 1">
            <a:extLst>
              <a:ext uri="{FF2B5EF4-FFF2-40B4-BE49-F238E27FC236}">
                <a16:creationId xmlns:a16="http://schemas.microsoft.com/office/drawing/2014/main" id="{622FB465-AEDA-A24A-C874-0E26CCB7221B}"/>
              </a:ext>
            </a:extLst>
          </p:cNvPr>
          <p:cNvSpPr txBox="1">
            <a:spLocks noChangeArrowheads="1"/>
          </p:cNvSpPr>
          <p:nvPr/>
        </p:nvSpPr>
        <p:spPr bwMode="auto">
          <a:xfrm>
            <a:off x="406400" y="228600"/>
            <a:ext cx="8204200" cy="1143000"/>
          </a:xfrm>
          <a:prstGeom prst="rect">
            <a:avLst/>
          </a:prstGeom>
          <a:noFill/>
          <a:ln>
            <a:noFill/>
          </a:ln>
        </p:spPr>
        <p:txBody>
          <a:bodyPr anchor="b"/>
          <a:lst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Arial Black" pitchFamily="34" charset="0"/>
              </a:defRPr>
            </a:lvl2pPr>
            <a:lvl3pPr algn="l" rtl="0" eaLnBrk="0" fontAlgn="base" hangingPunct="0">
              <a:spcBef>
                <a:spcPct val="0"/>
              </a:spcBef>
              <a:spcAft>
                <a:spcPct val="0"/>
              </a:spcAft>
              <a:defRPr kumimoji="1" sz="3600">
                <a:solidFill>
                  <a:schemeClr val="tx2"/>
                </a:solidFill>
                <a:latin typeface="Arial Black" pitchFamily="34" charset="0"/>
              </a:defRPr>
            </a:lvl3pPr>
            <a:lvl4pPr algn="l" rtl="0" eaLnBrk="0" fontAlgn="base" hangingPunct="0">
              <a:spcBef>
                <a:spcPct val="0"/>
              </a:spcBef>
              <a:spcAft>
                <a:spcPct val="0"/>
              </a:spcAft>
              <a:defRPr kumimoji="1" sz="3600">
                <a:solidFill>
                  <a:schemeClr val="tx2"/>
                </a:solidFill>
                <a:latin typeface="Arial Black" pitchFamily="34" charset="0"/>
              </a:defRPr>
            </a:lvl4pPr>
            <a:lvl5pPr algn="l" rtl="0" eaLnBrk="0" fontAlgn="base" hangingPunct="0">
              <a:spcBef>
                <a:spcPct val="0"/>
              </a:spcBef>
              <a:spcAft>
                <a:spcPct val="0"/>
              </a:spcAft>
              <a:defRPr kumimoji="1" sz="3600">
                <a:solidFill>
                  <a:schemeClr val="tx2"/>
                </a:solidFill>
                <a:latin typeface="Arial Black" pitchFamily="34" charset="0"/>
              </a:defRPr>
            </a:lvl5pPr>
            <a:lvl6pPr marL="457200" algn="l" rtl="0" eaLnBrk="0" fontAlgn="base" hangingPunct="0">
              <a:spcBef>
                <a:spcPct val="0"/>
              </a:spcBef>
              <a:spcAft>
                <a:spcPct val="0"/>
              </a:spcAft>
              <a:defRPr kumimoji="1" sz="3600">
                <a:solidFill>
                  <a:schemeClr val="tx2"/>
                </a:solidFill>
                <a:latin typeface="Arial Black" pitchFamily="34" charset="0"/>
              </a:defRPr>
            </a:lvl6pPr>
            <a:lvl7pPr marL="914400" algn="l" rtl="0" eaLnBrk="0" fontAlgn="base" hangingPunct="0">
              <a:spcBef>
                <a:spcPct val="0"/>
              </a:spcBef>
              <a:spcAft>
                <a:spcPct val="0"/>
              </a:spcAft>
              <a:defRPr kumimoji="1" sz="3600">
                <a:solidFill>
                  <a:schemeClr val="tx2"/>
                </a:solidFill>
                <a:latin typeface="Arial Black" pitchFamily="34" charset="0"/>
              </a:defRPr>
            </a:lvl7pPr>
            <a:lvl8pPr marL="1371600" algn="l" rtl="0" eaLnBrk="0" fontAlgn="base" hangingPunct="0">
              <a:spcBef>
                <a:spcPct val="0"/>
              </a:spcBef>
              <a:spcAft>
                <a:spcPct val="0"/>
              </a:spcAft>
              <a:defRPr kumimoji="1" sz="3600">
                <a:solidFill>
                  <a:schemeClr val="tx2"/>
                </a:solidFill>
                <a:latin typeface="Arial Black" pitchFamily="34" charset="0"/>
              </a:defRPr>
            </a:lvl8pPr>
            <a:lvl9pPr marL="1828800" algn="l" rtl="0" eaLnBrk="0" fontAlgn="base" hangingPunct="0">
              <a:spcBef>
                <a:spcPct val="0"/>
              </a:spcBef>
              <a:spcAft>
                <a:spcPct val="0"/>
              </a:spcAft>
              <a:defRPr kumimoji="1" sz="3600">
                <a:solidFill>
                  <a:schemeClr val="tx2"/>
                </a:solidFill>
                <a:latin typeface="Arial Black" pitchFamily="34" charset="0"/>
              </a:defRPr>
            </a:lvl9pPr>
          </a:lstStyle>
          <a:p>
            <a:pPr>
              <a:defRPr/>
            </a:pPr>
            <a:r>
              <a:rPr lang="en-US" altLang="en-US" kern="0" dirty="0">
                <a:solidFill>
                  <a:srgbClr val="000000"/>
                </a:solidFill>
              </a:rPr>
              <a:t>Reflection…</a:t>
            </a:r>
            <a:endParaRPr lang="en-MY" altLang="en-US" kern="0" dirty="0">
              <a:solidFill>
                <a:srgbClr val="000000"/>
              </a:solidFill>
            </a:endParaRPr>
          </a:p>
        </p:txBody>
      </p:sp>
      <p:sp>
        <p:nvSpPr>
          <p:cNvPr id="69637" name="TextBox 6">
            <a:extLst>
              <a:ext uri="{FF2B5EF4-FFF2-40B4-BE49-F238E27FC236}">
                <a16:creationId xmlns:a16="http://schemas.microsoft.com/office/drawing/2014/main" id="{161644A2-DE3E-734B-EDE0-FF14DBA1B4D5}"/>
              </a:ext>
            </a:extLst>
          </p:cNvPr>
          <p:cNvSpPr txBox="1">
            <a:spLocks noChangeArrowheads="1"/>
          </p:cNvSpPr>
          <p:nvPr/>
        </p:nvSpPr>
        <p:spPr bwMode="auto">
          <a:xfrm>
            <a:off x="2411415" y="3725865"/>
            <a:ext cx="6264275"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r">
              <a:spcBef>
                <a:spcPct val="0"/>
              </a:spcBef>
              <a:buClrTx/>
              <a:buFontTx/>
              <a:buNone/>
            </a:pPr>
            <a:r>
              <a:rPr lang="en-MY" altLang="en-US" sz="4400"/>
              <a:t>From the lecture today,</a:t>
            </a:r>
          </a:p>
          <a:p>
            <a:pPr algn="r">
              <a:spcBef>
                <a:spcPct val="0"/>
              </a:spcBef>
              <a:buClrTx/>
              <a:buFontTx/>
              <a:buNone/>
            </a:pPr>
            <a:r>
              <a:rPr lang="en-MY" altLang="en-US" sz="4400"/>
              <a:t>I learnt…</a:t>
            </a:r>
          </a:p>
          <a:p>
            <a:pPr algn="r">
              <a:spcBef>
                <a:spcPct val="0"/>
              </a:spcBef>
              <a:buClrTx/>
              <a:buFontTx/>
              <a:buNone/>
            </a:pPr>
            <a:endParaRPr lang="en-MY" altLang="en-US" sz="3600"/>
          </a:p>
          <a:p>
            <a:pPr algn="r">
              <a:spcBef>
                <a:spcPct val="0"/>
              </a:spcBef>
              <a:buClrTx/>
              <a:buFontTx/>
              <a:buNone/>
            </a:pPr>
            <a:r>
              <a:rPr lang="en-MY" altLang="en-US" sz="3600">
                <a:solidFill>
                  <a:srgbClr val="FFFF00"/>
                </a:solidFill>
              </a:rPr>
              <a:t>Link on eLearn / Chat</a:t>
            </a:r>
            <a:endParaRPr lang="en-MY" altLang="en-US" sz="4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5591</TotalTime>
  <Words>2176</Words>
  <Application>Microsoft Office PowerPoint</Application>
  <PresentationFormat>On-screen Show (4:3)</PresentationFormat>
  <Paragraphs>311</Paragraphs>
  <Slides>37</Slides>
  <Notes>25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37</vt:i4>
      </vt:variant>
    </vt:vector>
  </HeadingPairs>
  <TitlesOfParts>
    <vt:vector size="50" baseType="lpstr">
      <vt:lpstr>roboto-flex</vt:lpstr>
      <vt:lpstr>Sabon-Italic</vt:lpstr>
      <vt:lpstr>Sabon-Roman</vt:lpstr>
      <vt:lpstr>TimesTenLTStd-Bold</vt:lpstr>
      <vt:lpstr>TimesTenLTStd-Italic</vt:lpstr>
      <vt:lpstr>TimesTenLTStd-Roman</vt:lpstr>
      <vt:lpstr>Arial</vt:lpstr>
      <vt:lpstr>Lato</vt:lpstr>
      <vt:lpstr>Open Sans</vt:lpstr>
      <vt:lpstr>Times New Roman</vt:lpstr>
      <vt:lpstr>Trebuchet MS</vt:lpstr>
      <vt:lpstr>Wingdings</vt:lpstr>
      <vt:lpstr>Office Theme</vt:lpstr>
      <vt:lpstr>Computer Organisation</vt:lpstr>
      <vt:lpstr>Outline</vt:lpstr>
      <vt:lpstr>Architecture &amp; Organisation</vt:lpstr>
      <vt:lpstr>Architecture &amp; Organisation</vt:lpstr>
      <vt:lpstr>Architecture &amp; Organisation</vt:lpstr>
      <vt:lpstr>Architecture &amp; Organisation</vt:lpstr>
      <vt:lpstr>Architecture &amp; Organisation</vt:lpstr>
      <vt:lpstr>Outline</vt:lpstr>
      <vt:lpstr>Structure &amp; Function</vt:lpstr>
      <vt:lpstr>Structure &amp; Function</vt:lpstr>
      <vt:lpstr>Structure &amp; Function</vt:lpstr>
      <vt:lpstr>Structure &amp; Function</vt:lpstr>
      <vt:lpstr>Function</vt:lpstr>
      <vt:lpstr>Function</vt:lpstr>
      <vt:lpstr>Functional View</vt:lpstr>
      <vt:lpstr>Operations (a) Data movement</vt:lpstr>
      <vt:lpstr>Operations (b) Storage </vt:lpstr>
      <vt:lpstr>Operation  (c) Processing from/to storage </vt:lpstr>
      <vt:lpstr>Operation (d) Processing from storage to I/O</vt:lpstr>
      <vt:lpstr>Control  a unit that would control and synchronize the function of these units </vt:lpstr>
      <vt:lpstr>Function</vt:lpstr>
      <vt:lpstr>Function</vt:lpstr>
      <vt:lpstr>Function</vt:lpstr>
      <vt:lpstr>Structure</vt:lpstr>
      <vt:lpstr>Structure Top Level</vt:lpstr>
      <vt:lpstr>Structure Top Level (Hardware)</vt:lpstr>
      <vt:lpstr>Structure Top Level (Hardware)</vt:lpstr>
      <vt:lpstr>Structure Top Level (Hardware)</vt:lpstr>
      <vt:lpstr>Structure Top Level</vt:lpstr>
      <vt:lpstr>Structure The CPU</vt:lpstr>
      <vt:lpstr>Structure The Control Unit</vt:lpstr>
      <vt:lpstr>Structure</vt:lpstr>
      <vt:lpstr>Multicore Computer Structure</vt:lpstr>
      <vt:lpstr>Multicore Computer Structure</vt:lpstr>
      <vt:lpstr>Multicore Computer Structure</vt:lpstr>
      <vt:lpstr>Multicore Computer Structure</vt:lpstr>
      <vt:lpstr>PowerPoint Presentation</vt:lpstr>
    </vt:vector>
  </TitlesOfParts>
  <Company>NEWI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Unit</dc:title>
  <dc:creator>Adrian J Pullin</dc:creator>
  <cp:lastModifiedBy>Nursakirah Ab Rahman Muton</cp:lastModifiedBy>
  <cp:revision>243</cp:revision>
  <dcterms:created xsi:type="dcterms:W3CDTF">1998-11-24T13:30:26Z</dcterms:created>
  <dcterms:modified xsi:type="dcterms:W3CDTF">2025-10-04T14:27:52Z</dcterms:modified>
</cp:coreProperties>
</file>