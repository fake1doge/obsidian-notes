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9" r:id="rId1"/>
    <p:sldMasterId id="2147483707" r:id="rId2"/>
    <p:sldMasterId id="2147483980" r:id="rId3"/>
  </p:sldMasterIdLst>
  <p:notesMasterIdLst>
    <p:notesMasterId r:id="rId112"/>
  </p:notesMasterIdLst>
  <p:handoutMasterIdLst>
    <p:handoutMasterId r:id="rId113"/>
  </p:handoutMasterIdLst>
  <p:sldIdLst>
    <p:sldId id="501" r:id="rId4"/>
    <p:sldId id="256" r:id="rId5"/>
    <p:sldId id="302" r:id="rId6"/>
    <p:sldId id="259" r:id="rId7"/>
    <p:sldId id="405" r:id="rId8"/>
    <p:sldId id="303" r:id="rId9"/>
    <p:sldId id="304" r:id="rId10"/>
    <p:sldId id="406" r:id="rId11"/>
    <p:sldId id="305" r:id="rId12"/>
    <p:sldId id="311" r:id="rId13"/>
    <p:sldId id="306" r:id="rId14"/>
    <p:sldId id="307" r:id="rId15"/>
    <p:sldId id="407" r:id="rId16"/>
    <p:sldId id="507" r:id="rId17"/>
    <p:sldId id="367" r:id="rId18"/>
    <p:sldId id="308" r:id="rId19"/>
    <p:sldId id="309" r:id="rId20"/>
    <p:sldId id="369" r:id="rId21"/>
    <p:sldId id="368" r:id="rId22"/>
    <p:sldId id="312" r:id="rId23"/>
    <p:sldId id="399" r:id="rId24"/>
    <p:sldId id="394" r:id="rId25"/>
    <p:sldId id="313" r:id="rId26"/>
    <p:sldId id="409" r:id="rId27"/>
    <p:sldId id="314" r:id="rId28"/>
    <p:sldId id="410" r:id="rId29"/>
    <p:sldId id="315" r:id="rId30"/>
    <p:sldId id="411" r:id="rId31"/>
    <p:sldId id="370" r:id="rId32"/>
    <p:sldId id="371" r:id="rId33"/>
    <p:sldId id="412" r:id="rId34"/>
    <p:sldId id="395" r:id="rId35"/>
    <p:sldId id="316" r:id="rId36"/>
    <p:sldId id="317" r:id="rId37"/>
    <p:sldId id="413" r:id="rId38"/>
    <p:sldId id="396" r:id="rId39"/>
    <p:sldId id="400" r:id="rId40"/>
    <p:sldId id="372" r:id="rId41"/>
    <p:sldId id="414" r:id="rId42"/>
    <p:sldId id="415" r:id="rId43"/>
    <p:sldId id="373" r:id="rId44"/>
    <p:sldId id="416" r:id="rId45"/>
    <p:sldId id="511" r:id="rId46"/>
    <p:sldId id="318" r:id="rId47"/>
    <p:sldId id="417" r:id="rId48"/>
    <p:sldId id="319" r:id="rId49"/>
    <p:sldId id="419" r:id="rId50"/>
    <p:sldId id="402" r:id="rId51"/>
    <p:sldId id="508" r:id="rId52"/>
    <p:sldId id="320" r:id="rId53"/>
    <p:sldId id="420" r:id="rId54"/>
    <p:sldId id="509" r:id="rId55"/>
    <p:sldId id="321" r:id="rId56"/>
    <p:sldId id="421" r:id="rId57"/>
    <p:sldId id="403" r:id="rId58"/>
    <p:sldId id="322" r:id="rId59"/>
    <p:sldId id="333" r:id="rId60"/>
    <p:sldId id="423" r:id="rId61"/>
    <p:sldId id="331" r:id="rId62"/>
    <p:sldId id="332" r:id="rId63"/>
    <p:sldId id="334" r:id="rId64"/>
    <p:sldId id="329" r:id="rId65"/>
    <p:sldId id="330" r:id="rId66"/>
    <p:sldId id="336" r:id="rId67"/>
    <p:sldId id="510" r:id="rId68"/>
    <p:sldId id="335" r:id="rId69"/>
    <p:sldId id="425" r:id="rId70"/>
    <p:sldId id="404" r:id="rId71"/>
    <p:sldId id="375" r:id="rId72"/>
    <p:sldId id="426" r:id="rId73"/>
    <p:sldId id="376" r:id="rId74"/>
    <p:sldId id="377" r:id="rId75"/>
    <p:sldId id="397" r:id="rId76"/>
    <p:sldId id="374" r:id="rId77"/>
    <p:sldId id="427" r:id="rId78"/>
    <p:sldId id="378" r:id="rId79"/>
    <p:sldId id="428" r:id="rId80"/>
    <p:sldId id="398" r:id="rId81"/>
    <p:sldId id="380" r:id="rId82"/>
    <p:sldId id="381" r:id="rId83"/>
    <p:sldId id="429" r:id="rId84"/>
    <p:sldId id="382" r:id="rId85"/>
    <p:sldId id="430" r:id="rId86"/>
    <p:sldId id="383" r:id="rId87"/>
    <p:sldId id="384" r:id="rId88"/>
    <p:sldId id="385" r:id="rId89"/>
    <p:sldId id="386" r:id="rId90"/>
    <p:sldId id="436" r:id="rId91"/>
    <p:sldId id="387" r:id="rId92"/>
    <p:sldId id="388" r:id="rId93"/>
    <p:sldId id="389" r:id="rId94"/>
    <p:sldId id="390" r:id="rId95"/>
    <p:sldId id="391" r:id="rId96"/>
    <p:sldId id="431" r:id="rId97"/>
    <p:sldId id="392" r:id="rId98"/>
    <p:sldId id="506" r:id="rId99"/>
    <p:sldId id="393" r:id="rId100"/>
    <p:sldId id="324" r:id="rId101"/>
    <p:sldId id="432" r:id="rId102"/>
    <p:sldId id="323" r:id="rId103"/>
    <p:sldId id="325" r:id="rId104"/>
    <p:sldId id="433" r:id="rId105"/>
    <p:sldId id="326" r:id="rId106"/>
    <p:sldId id="327" r:id="rId107"/>
    <p:sldId id="505" r:id="rId108"/>
    <p:sldId id="328" r:id="rId109"/>
    <p:sldId id="434" r:id="rId110"/>
    <p:sldId id="499" r:id="rId111"/>
  </p:sldIdLst>
  <p:sldSz cx="9144000" cy="6858000" type="screen4x3"/>
  <p:notesSz cx="6858000" cy="9144000"/>
  <p:defaultTextStyle>
    <a:defPPr>
      <a:defRPr lang="en-US"/>
    </a:defPPr>
    <a:lvl1pPr algn="l" rtl="0" eaLnBrk="0" fontAlgn="base" hangingPunct="0">
      <a:spcBef>
        <a:spcPct val="0"/>
      </a:spcBef>
      <a:spcAft>
        <a:spcPct val="0"/>
      </a:spcAft>
      <a:defRPr sz="2000" kern="1200">
        <a:solidFill>
          <a:srgbClr val="000000"/>
        </a:solidFill>
        <a:latin typeface="Nimbus Roman No9 L" charset="0"/>
        <a:ea typeface="+mn-ea"/>
        <a:cs typeface="+mn-cs"/>
      </a:defRPr>
    </a:lvl1pPr>
    <a:lvl2pPr marL="457200" algn="l" rtl="0" eaLnBrk="0" fontAlgn="base" hangingPunct="0">
      <a:spcBef>
        <a:spcPct val="0"/>
      </a:spcBef>
      <a:spcAft>
        <a:spcPct val="0"/>
      </a:spcAft>
      <a:defRPr sz="2000" kern="1200">
        <a:solidFill>
          <a:srgbClr val="000000"/>
        </a:solidFill>
        <a:latin typeface="Nimbus Roman No9 L" charset="0"/>
        <a:ea typeface="+mn-ea"/>
        <a:cs typeface="+mn-cs"/>
      </a:defRPr>
    </a:lvl2pPr>
    <a:lvl3pPr marL="914400" algn="l" rtl="0" eaLnBrk="0" fontAlgn="base" hangingPunct="0">
      <a:spcBef>
        <a:spcPct val="0"/>
      </a:spcBef>
      <a:spcAft>
        <a:spcPct val="0"/>
      </a:spcAft>
      <a:defRPr sz="2000" kern="1200">
        <a:solidFill>
          <a:srgbClr val="000000"/>
        </a:solidFill>
        <a:latin typeface="Nimbus Roman No9 L" charset="0"/>
        <a:ea typeface="+mn-ea"/>
        <a:cs typeface="+mn-cs"/>
      </a:defRPr>
    </a:lvl3pPr>
    <a:lvl4pPr marL="1371600" algn="l" rtl="0" eaLnBrk="0" fontAlgn="base" hangingPunct="0">
      <a:spcBef>
        <a:spcPct val="0"/>
      </a:spcBef>
      <a:spcAft>
        <a:spcPct val="0"/>
      </a:spcAft>
      <a:defRPr sz="2000" kern="1200">
        <a:solidFill>
          <a:srgbClr val="000000"/>
        </a:solidFill>
        <a:latin typeface="Nimbus Roman No9 L" charset="0"/>
        <a:ea typeface="+mn-ea"/>
        <a:cs typeface="+mn-cs"/>
      </a:defRPr>
    </a:lvl4pPr>
    <a:lvl5pPr marL="1828800" algn="l" rtl="0" eaLnBrk="0" fontAlgn="base" hangingPunct="0">
      <a:spcBef>
        <a:spcPct val="0"/>
      </a:spcBef>
      <a:spcAft>
        <a:spcPct val="0"/>
      </a:spcAft>
      <a:defRPr sz="2000" kern="1200">
        <a:solidFill>
          <a:srgbClr val="000000"/>
        </a:solidFill>
        <a:latin typeface="Nimbus Roman No9 L" charset="0"/>
        <a:ea typeface="+mn-ea"/>
        <a:cs typeface="+mn-cs"/>
      </a:defRPr>
    </a:lvl5pPr>
    <a:lvl6pPr marL="2286000" algn="l" defTabSz="914400" rtl="0" eaLnBrk="1" latinLnBrk="0" hangingPunct="1">
      <a:defRPr sz="2000" kern="1200">
        <a:solidFill>
          <a:srgbClr val="000000"/>
        </a:solidFill>
        <a:latin typeface="Nimbus Roman No9 L" charset="0"/>
        <a:ea typeface="+mn-ea"/>
        <a:cs typeface="+mn-cs"/>
      </a:defRPr>
    </a:lvl6pPr>
    <a:lvl7pPr marL="2743200" algn="l" defTabSz="914400" rtl="0" eaLnBrk="1" latinLnBrk="0" hangingPunct="1">
      <a:defRPr sz="2000" kern="1200">
        <a:solidFill>
          <a:srgbClr val="000000"/>
        </a:solidFill>
        <a:latin typeface="Nimbus Roman No9 L" charset="0"/>
        <a:ea typeface="+mn-ea"/>
        <a:cs typeface="+mn-cs"/>
      </a:defRPr>
    </a:lvl7pPr>
    <a:lvl8pPr marL="3200400" algn="l" defTabSz="914400" rtl="0" eaLnBrk="1" latinLnBrk="0" hangingPunct="1">
      <a:defRPr sz="2000" kern="1200">
        <a:solidFill>
          <a:srgbClr val="000000"/>
        </a:solidFill>
        <a:latin typeface="Nimbus Roman No9 L" charset="0"/>
        <a:ea typeface="+mn-ea"/>
        <a:cs typeface="+mn-cs"/>
      </a:defRPr>
    </a:lvl8pPr>
    <a:lvl9pPr marL="3657600" algn="l" defTabSz="914400" rtl="0" eaLnBrk="1" latinLnBrk="0" hangingPunct="1">
      <a:defRPr sz="2000" kern="1200">
        <a:solidFill>
          <a:srgbClr val="000000"/>
        </a:solidFill>
        <a:latin typeface="Nimbus Roman No9 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FFCCCC"/>
    <a:srgbClr val="FFCCFF"/>
    <a:srgbClr val="08070C"/>
    <a:srgbClr val="000000"/>
    <a:srgbClr val="006600"/>
    <a:srgbClr val="808080"/>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8D85F5-36B5-4C98-A07C-926EACC4B4B7}" v="10" dt="2023-12-11T09:53:20.6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80145" autoAdjust="0"/>
  </p:normalViewPr>
  <p:slideViewPr>
    <p:cSldViewPr>
      <p:cViewPr varScale="1">
        <p:scale>
          <a:sx n="88" d="100"/>
          <a:sy n="88" d="100"/>
        </p:scale>
        <p:origin x="2346" y="96"/>
      </p:cViewPr>
      <p:guideLst>
        <p:guide orient="horz" pos="2160"/>
        <p:guide pos="2880"/>
      </p:guideLst>
    </p:cSldViewPr>
  </p:slideViewPr>
  <p:outlineViewPr>
    <p:cViewPr>
      <p:scale>
        <a:sx n="33" d="100"/>
        <a:sy n="33" d="100"/>
      </p:scale>
      <p:origin x="0" y="-62554"/>
    </p:cViewPr>
    <p:sldLst>
      <p:sld r:id="rId1" collapse="1"/>
    </p:sldLst>
  </p:outlineViewPr>
  <p:notesTextViewPr>
    <p:cViewPr>
      <p:scale>
        <a:sx n="100" d="100"/>
        <a:sy n="100" d="100"/>
      </p:scale>
      <p:origin x="0" y="0"/>
    </p:cViewPr>
  </p:notesTextViewPr>
  <p:sorterViewPr>
    <p:cViewPr>
      <p:scale>
        <a:sx n="150" d="100"/>
        <a:sy n="150" d="100"/>
      </p:scale>
      <p:origin x="0" y="-6182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tableStyles" Target="tableStyles.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notesMaster" Target="notesMasters/notesMaster1.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handoutMaster" Target="handoutMasters/handoutMaster1.xml"/><Relationship Id="rId118" Type="http://schemas.microsoft.com/office/2016/11/relationships/changesInfo" Target="changesInfos/changesInfo1.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presProps" Target="presProps.xml"/><Relationship Id="rId119" Type="http://schemas.microsoft.com/office/2015/10/relationships/revisionInfo" Target="revisionInfo.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s>
</file>

<file path=ppt/_rels/viewProps.xml.rels><?xml version="1.0" encoding="UTF-8" standalone="yes"?>
<Relationships xmlns="http://schemas.openxmlformats.org/package/2006/relationships"><Relationship Id="rId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sakirah Ab Rahman Muton" userId="423efa6d-ee54-4a96-bb69-a7d6dc1d7e38" providerId="ADAL" clId="{F68D85F5-36B5-4C98-A07C-926EACC4B4B7}"/>
    <pc:docChg chg="undo redo custSel modSld">
      <pc:chgData name="Nursakirah Ab Rahman Muton" userId="423efa6d-ee54-4a96-bb69-a7d6dc1d7e38" providerId="ADAL" clId="{F68D85F5-36B5-4C98-A07C-926EACC4B4B7}" dt="2023-12-11T09:53:29.004" v="68" actId="14734"/>
      <pc:docMkLst>
        <pc:docMk/>
      </pc:docMkLst>
      <pc:sldChg chg="modSp mod">
        <pc:chgData name="Nursakirah Ab Rahman Muton" userId="423efa6d-ee54-4a96-bb69-a7d6dc1d7e38" providerId="ADAL" clId="{F68D85F5-36B5-4C98-A07C-926EACC4B4B7}" dt="2023-12-11T09:53:29.004" v="68" actId="14734"/>
        <pc:sldMkLst>
          <pc:docMk/>
          <pc:sldMk cId="0" sldId="330"/>
        </pc:sldMkLst>
        <pc:spChg chg="mod">
          <ac:chgData name="Nursakirah Ab Rahman Muton" userId="423efa6d-ee54-4a96-bb69-a7d6dc1d7e38" providerId="ADAL" clId="{F68D85F5-36B5-4C98-A07C-926EACC4B4B7}" dt="2023-12-11T09:51:06.521" v="9" actId="1076"/>
          <ac:spMkLst>
            <pc:docMk/>
            <pc:sldMk cId="0" sldId="330"/>
            <ac:spMk id="100408" creationId="{FF048AFE-36BC-554D-D6FB-93723590444B}"/>
          </ac:spMkLst>
        </pc:spChg>
        <pc:graphicFrameChg chg="mod modGraphic">
          <ac:chgData name="Nursakirah Ab Rahman Muton" userId="423efa6d-ee54-4a96-bb69-a7d6dc1d7e38" providerId="ADAL" clId="{F68D85F5-36B5-4C98-A07C-926EACC4B4B7}" dt="2023-12-11T09:53:29.004" v="68" actId="14734"/>
          <ac:graphicFrameMkLst>
            <pc:docMk/>
            <pc:sldMk cId="0" sldId="330"/>
            <ac:graphicFrameMk id="134238" creationId="{FCA290C0-5F54-7285-33AD-27F5CC31EC08}"/>
          </ac:graphicFrameMkLst>
        </pc:graphicFrameChg>
      </pc:sldChg>
      <pc:sldChg chg="modSp mod">
        <pc:chgData name="Nursakirah Ab Rahman Muton" userId="423efa6d-ee54-4a96-bb69-a7d6dc1d7e38" providerId="ADAL" clId="{F68D85F5-36B5-4C98-A07C-926EACC4B4B7}" dt="2023-12-11T09:34:53.872" v="4" actId="20577"/>
        <pc:sldMkLst>
          <pc:docMk/>
          <pc:sldMk cId="0" sldId="420"/>
        </pc:sldMkLst>
        <pc:spChg chg="mod">
          <ac:chgData name="Nursakirah Ab Rahman Muton" userId="423efa6d-ee54-4a96-bb69-a7d6dc1d7e38" providerId="ADAL" clId="{F68D85F5-36B5-4C98-A07C-926EACC4B4B7}" dt="2023-12-11T09:34:28.695" v="1" actId="20577"/>
          <ac:spMkLst>
            <pc:docMk/>
            <pc:sldMk cId="0" sldId="420"/>
            <ac:spMk id="2" creationId="{F33EDF4F-98B5-E35A-5F6C-0EA4A7550625}"/>
          </ac:spMkLst>
        </pc:spChg>
        <pc:spChg chg="mod">
          <ac:chgData name="Nursakirah Ab Rahman Muton" userId="423efa6d-ee54-4a96-bb69-a7d6dc1d7e38" providerId="ADAL" clId="{F68D85F5-36B5-4C98-A07C-926EACC4B4B7}" dt="2023-12-11T09:34:35.806" v="3" actId="20577"/>
          <ac:spMkLst>
            <pc:docMk/>
            <pc:sldMk cId="0" sldId="420"/>
            <ac:spMk id="3" creationId="{6612A010-606C-1B5D-0705-ECFF13A6CBA6}"/>
          </ac:spMkLst>
        </pc:spChg>
        <pc:spChg chg="mod">
          <ac:chgData name="Nursakirah Ab Rahman Muton" userId="423efa6d-ee54-4a96-bb69-a7d6dc1d7e38" providerId="ADAL" clId="{F68D85F5-36B5-4C98-A07C-926EACC4B4B7}" dt="2023-12-11T09:34:53.872" v="4" actId="20577"/>
          <ac:spMkLst>
            <pc:docMk/>
            <pc:sldMk cId="0" sldId="420"/>
            <ac:spMk id="89091" creationId="{BFC442A6-DB0F-07F1-48D1-E3D064D2C6D8}"/>
          </ac:spMkLst>
        </pc:spChg>
      </pc:sldChg>
      <pc:sldChg chg="modSp mod">
        <pc:chgData name="Nursakirah Ab Rahman Muton" userId="423efa6d-ee54-4a96-bb69-a7d6dc1d7e38" providerId="ADAL" clId="{F68D85F5-36B5-4C98-A07C-926EACC4B4B7}" dt="2023-12-11T09:38:22.032" v="6" actId="20577"/>
        <pc:sldMkLst>
          <pc:docMk/>
          <pc:sldMk cId="1158942190" sldId="509"/>
        </pc:sldMkLst>
        <pc:spChg chg="mod">
          <ac:chgData name="Nursakirah Ab Rahman Muton" userId="423efa6d-ee54-4a96-bb69-a7d6dc1d7e38" providerId="ADAL" clId="{F68D85F5-36B5-4C98-A07C-926EACC4B4B7}" dt="2023-12-11T09:38:22.032" v="6" actId="20577"/>
          <ac:spMkLst>
            <pc:docMk/>
            <pc:sldMk cId="1158942190" sldId="509"/>
            <ac:spMk id="6" creationId="{E83EBF24-71F6-FB92-206D-8F878C624EF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1CF2AA7B-2BBD-4F9E-5933-CE32561C0D7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eaLnBrk="0" hangingPunct="0">
              <a:lnSpc>
                <a:spcPct val="100000"/>
              </a:lnSpc>
              <a:spcBef>
                <a:spcPct val="0"/>
              </a:spcBef>
              <a:defRPr sz="1200">
                <a:solidFill>
                  <a:schemeClr val="tx1"/>
                </a:solidFill>
                <a:latin typeface="Times New Roman" pitchFamily="18" charset="0"/>
              </a:defRPr>
            </a:lvl1pPr>
          </a:lstStyle>
          <a:p>
            <a:pPr>
              <a:defRPr/>
            </a:pPr>
            <a:endParaRPr lang="en-US"/>
          </a:p>
        </p:txBody>
      </p:sp>
      <p:sp>
        <p:nvSpPr>
          <p:cNvPr id="60419" name="Rectangle 3">
            <a:extLst>
              <a:ext uri="{FF2B5EF4-FFF2-40B4-BE49-F238E27FC236}">
                <a16:creationId xmlns:a16="http://schemas.microsoft.com/office/drawing/2014/main" id="{4D08531C-61DC-E951-85E9-58EECAF59227}"/>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eaLnBrk="0" hangingPunct="0">
              <a:lnSpc>
                <a:spcPct val="100000"/>
              </a:lnSpc>
              <a:spcBef>
                <a:spcPct val="0"/>
              </a:spcBef>
              <a:defRPr sz="1200">
                <a:solidFill>
                  <a:schemeClr val="tx1"/>
                </a:solidFill>
                <a:latin typeface="Times New Roman" pitchFamily="18" charset="0"/>
              </a:defRPr>
            </a:lvl1pPr>
          </a:lstStyle>
          <a:p>
            <a:pPr>
              <a:defRPr/>
            </a:pPr>
            <a:endParaRPr lang="en-US"/>
          </a:p>
        </p:txBody>
      </p:sp>
      <p:sp>
        <p:nvSpPr>
          <p:cNvPr id="60420" name="Rectangle 4">
            <a:extLst>
              <a:ext uri="{FF2B5EF4-FFF2-40B4-BE49-F238E27FC236}">
                <a16:creationId xmlns:a16="http://schemas.microsoft.com/office/drawing/2014/main" id="{A79CE010-BD79-BFF5-73CD-2F75E9986337}"/>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eaLnBrk="0" hangingPunct="0">
              <a:lnSpc>
                <a:spcPct val="100000"/>
              </a:lnSpc>
              <a:spcBef>
                <a:spcPct val="0"/>
              </a:spcBef>
              <a:defRPr sz="1200">
                <a:solidFill>
                  <a:schemeClr val="tx1"/>
                </a:solidFill>
                <a:latin typeface="Times New Roman" pitchFamily="18" charset="0"/>
              </a:defRPr>
            </a:lvl1pPr>
          </a:lstStyle>
          <a:p>
            <a:pPr>
              <a:defRPr/>
            </a:pPr>
            <a:endParaRPr lang="en-US"/>
          </a:p>
        </p:txBody>
      </p:sp>
      <p:sp>
        <p:nvSpPr>
          <p:cNvPr id="60421" name="Rectangle 5">
            <a:extLst>
              <a:ext uri="{FF2B5EF4-FFF2-40B4-BE49-F238E27FC236}">
                <a16:creationId xmlns:a16="http://schemas.microsoft.com/office/drawing/2014/main" id="{B8355A64-6702-499E-F4FB-ABD6D567148D}"/>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solidFill>
                  <a:schemeClr val="tx1"/>
                </a:solidFill>
                <a:latin typeface="Times New Roman" panose="02020603050405020304" pitchFamily="18" charset="0"/>
              </a:defRPr>
            </a:lvl1pPr>
          </a:lstStyle>
          <a:p>
            <a:pPr>
              <a:defRPr/>
            </a:pPr>
            <a:fld id="{63E5908D-939E-4F51-BC26-DCA2D53279FB}"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E5F234C-EE38-083D-E7C8-629DD51D10E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eaLnBrk="0" hangingPunct="0">
              <a:lnSpc>
                <a:spcPct val="100000"/>
              </a:lnSpc>
              <a:spcBef>
                <a:spcPct val="0"/>
              </a:spcBef>
              <a:defRPr sz="1200">
                <a:solidFill>
                  <a:schemeClr val="tx1"/>
                </a:solidFill>
                <a:latin typeface="Times New Roman" pitchFamily="18" charset="0"/>
              </a:defRPr>
            </a:lvl1pPr>
          </a:lstStyle>
          <a:p>
            <a:pPr>
              <a:defRPr/>
            </a:pPr>
            <a:endParaRPr lang="en-US"/>
          </a:p>
        </p:txBody>
      </p:sp>
      <p:sp>
        <p:nvSpPr>
          <p:cNvPr id="59395" name="Rectangle 3">
            <a:extLst>
              <a:ext uri="{FF2B5EF4-FFF2-40B4-BE49-F238E27FC236}">
                <a16:creationId xmlns:a16="http://schemas.microsoft.com/office/drawing/2014/main" id="{55F21CDC-8374-1AA0-0644-DE8B29471291}"/>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eaLnBrk="0" hangingPunct="0">
              <a:lnSpc>
                <a:spcPct val="100000"/>
              </a:lnSpc>
              <a:spcBef>
                <a:spcPct val="0"/>
              </a:spcBef>
              <a:defRPr sz="1200">
                <a:solidFill>
                  <a:schemeClr val="tx1"/>
                </a:solidFill>
                <a:latin typeface="Times New Roman" pitchFamily="18" charset="0"/>
              </a:defRPr>
            </a:lvl1pPr>
          </a:lstStyle>
          <a:p>
            <a:pPr>
              <a:defRPr/>
            </a:pPr>
            <a:endParaRPr lang="en-US"/>
          </a:p>
        </p:txBody>
      </p:sp>
      <p:sp>
        <p:nvSpPr>
          <p:cNvPr id="16388" name="Rectangle 4">
            <a:extLst>
              <a:ext uri="{FF2B5EF4-FFF2-40B4-BE49-F238E27FC236}">
                <a16:creationId xmlns:a16="http://schemas.microsoft.com/office/drawing/2014/main" id="{3D57A735-ED29-9481-1229-F88485EF7C9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a:extLst>
              <a:ext uri="{FF2B5EF4-FFF2-40B4-BE49-F238E27FC236}">
                <a16:creationId xmlns:a16="http://schemas.microsoft.com/office/drawing/2014/main" id="{CC7E7747-DE2A-62B0-FED4-5DD6BE83C6BC}"/>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398" name="Rectangle 6">
            <a:extLst>
              <a:ext uri="{FF2B5EF4-FFF2-40B4-BE49-F238E27FC236}">
                <a16:creationId xmlns:a16="http://schemas.microsoft.com/office/drawing/2014/main" id="{905DEAB8-69D3-992F-4191-ABF1F42EFF68}"/>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eaLnBrk="0" hangingPunct="0">
              <a:lnSpc>
                <a:spcPct val="100000"/>
              </a:lnSpc>
              <a:spcBef>
                <a:spcPct val="0"/>
              </a:spcBef>
              <a:defRPr sz="1200">
                <a:solidFill>
                  <a:schemeClr val="tx1"/>
                </a:solidFill>
                <a:latin typeface="Times New Roman" pitchFamily="18" charset="0"/>
              </a:defRPr>
            </a:lvl1pPr>
          </a:lstStyle>
          <a:p>
            <a:pPr>
              <a:defRPr/>
            </a:pPr>
            <a:endParaRPr lang="en-US"/>
          </a:p>
        </p:txBody>
      </p:sp>
      <p:sp>
        <p:nvSpPr>
          <p:cNvPr id="59399" name="Rectangle 7">
            <a:extLst>
              <a:ext uri="{FF2B5EF4-FFF2-40B4-BE49-F238E27FC236}">
                <a16:creationId xmlns:a16="http://schemas.microsoft.com/office/drawing/2014/main" id="{3449C3B2-01EA-6F36-940B-244656F656A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solidFill>
                  <a:schemeClr val="tx1"/>
                </a:solidFill>
                <a:latin typeface="Times New Roman" panose="02020603050405020304" pitchFamily="18" charset="0"/>
              </a:defRPr>
            </a:lvl1pPr>
          </a:lstStyle>
          <a:p>
            <a:pPr>
              <a:defRPr/>
            </a:pPr>
            <a:fld id="{C48FCC9E-5A8A-4E85-A11B-094D54A864B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405A8DA-3C6E-915D-DD20-ABA4961F4C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1634E75-F700-4FE5-998A-F5FE7D85ED34}" type="slidenum">
              <a:rPr kumimoji="0" lang="en-US" altLang="en-US" smtClean="0"/>
              <a:pPr>
                <a:spcBef>
                  <a:spcPct val="0"/>
                </a:spcBef>
              </a:pPr>
              <a:t>2</a:t>
            </a:fld>
            <a:endParaRPr kumimoji="0" lang="en-US" altLang="en-US"/>
          </a:p>
        </p:txBody>
      </p:sp>
      <p:sp>
        <p:nvSpPr>
          <p:cNvPr id="20483" name="Rectangle 2">
            <a:extLst>
              <a:ext uri="{FF2B5EF4-FFF2-40B4-BE49-F238E27FC236}">
                <a16:creationId xmlns:a16="http://schemas.microsoft.com/office/drawing/2014/main" id="{517F70A1-B536-96CD-AF84-050E8C11EA12}"/>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26E8F32B-AEDD-F9BC-B05B-CA5B342E3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We will be covering addressing, how the memories are being addressed,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D4E53C65-E3C2-6989-93A5-031864CDFD7F}"/>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E2BE9004-5404-5F1F-809F-7F5BED9E90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We will look into how memory locations and addresses are being addressed, then how do we label the addresses, </a:t>
            </a:r>
          </a:p>
          <a:p>
            <a:endParaRPr lang="en-MY" altLang="en-US"/>
          </a:p>
          <a:p>
            <a:r>
              <a:rPr lang="en-MY" altLang="en-US"/>
              <a:t>Then we look at various memory locations, what kind of instructions associated with memories….</a:t>
            </a:r>
          </a:p>
          <a:p>
            <a:endParaRPr lang="en-MY" altLang="en-US"/>
          </a:p>
          <a:p>
            <a:r>
              <a:rPr lang="en-MY" altLang="en-US"/>
              <a:t>Then we look at instructions, how the instructions are being carried out especially in terms of the type of instructions the type of operand they use </a:t>
            </a:r>
          </a:p>
        </p:txBody>
      </p:sp>
      <p:sp>
        <p:nvSpPr>
          <p:cNvPr id="22532" name="Slide Number Placeholder 3">
            <a:extLst>
              <a:ext uri="{FF2B5EF4-FFF2-40B4-BE49-F238E27FC236}">
                <a16:creationId xmlns:a16="http://schemas.microsoft.com/office/drawing/2014/main" id="{22536E66-68EC-4F5F-2EEC-43A92AEDEA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72CE4425-B05D-4E2B-8F83-4485FCAB6F17}" type="slidenum">
              <a:rPr lang="en-US" altLang="en-US" sz="1200" smtClean="0">
                <a:solidFill>
                  <a:schemeClr val="tx1"/>
                </a:solidFill>
                <a:latin typeface="Times New Roman" panose="02020603050405020304" pitchFamily="18" charset="0"/>
              </a:rPr>
              <a:pPr/>
              <a:t>3</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F0E72D6C-4425-CE5C-F3DF-8C43A6EFF9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9F51B13-EFF0-4107-A59E-8ED3334328BB}" type="slidenum">
              <a:rPr kumimoji="0" lang="en-US" altLang="en-US" smtClean="0"/>
              <a:pPr>
                <a:spcBef>
                  <a:spcPct val="0"/>
                </a:spcBef>
              </a:pPr>
              <a:t>4</a:t>
            </a:fld>
            <a:endParaRPr kumimoji="0" lang="en-US" altLang="en-US"/>
          </a:p>
        </p:txBody>
      </p:sp>
      <p:sp>
        <p:nvSpPr>
          <p:cNvPr id="24579" name="Rectangle 2">
            <a:extLst>
              <a:ext uri="{FF2B5EF4-FFF2-40B4-BE49-F238E27FC236}">
                <a16:creationId xmlns:a16="http://schemas.microsoft.com/office/drawing/2014/main" id="{47E2165A-60BC-A6AF-F310-9789743A7C70}"/>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9F511DB-01D0-802A-A745-3D0639FD60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Ok just like in your apartment or hostel, when you want to find somebody or go to a room, it has an address</a:t>
            </a:r>
          </a:p>
          <a:p>
            <a:endParaRPr lang="en-GB" altLang="en-US"/>
          </a:p>
          <a:p>
            <a:r>
              <a:rPr lang="en-GB" altLang="en-US"/>
              <a:t>Let say that you say I want to go to C-4-3, than you know, that you plan to go to block C, level 4 and unit 3….that’s how the apartment or hostel addressed….</a:t>
            </a:r>
          </a:p>
          <a:p>
            <a:endParaRPr lang="en-GB" altLang="en-US"/>
          </a:p>
          <a:p>
            <a:endParaRPr lang="en-GB" altLang="en-US"/>
          </a:p>
          <a:p>
            <a:r>
              <a:rPr lang="en-GB" altLang="en-US"/>
              <a:t>So it similar to the address in memories but not physical labelled, but there is a memory assigned to each location </a:t>
            </a:r>
          </a:p>
          <a:p>
            <a:endParaRPr lang="en-GB" altLang="en-US"/>
          </a:p>
          <a:p>
            <a:r>
              <a:rPr lang="en-GB" altLang="en-US"/>
              <a:t>So basically this memory store the operand that are being used for the calculation, like all your variables, for example, like you say add A and B, so A and B are your operand.</a:t>
            </a:r>
          </a:p>
          <a:p>
            <a:endParaRPr lang="en-GB" altLang="en-US"/>
          </a:p>
          <a:p>
            <a:r>
              <a:rPr lang="en-GB" altLang="en-US"/>
              <a:t>This is actually store in memory first…besides operand, the memory also stored instructions </a:t>
            </a:r>
          </a:p>
          <a:p>
            <a:endParaRPr lang="en-GB" altLang="en-US"/>
          </a:p>
          <a:p>
            <a:r>
              <a:rPr lang="en-GB" altLang="en-US"/>
              <a:t>So whatever the processor needs to do, especially in terms of the processing and execution, all these materials comes from the memories </a:t>
            </a:r>
          </a:p>
          <a:p>
            <a:endParaRPr lang="en-GB" altLang="en-US"/>
          </a:p>
          <a:p>
            <a:r>
              <a:rPr lang="en-GB" altLang="en-US"/>
              <a:t>The processor is just like the oven, when you are baking, or when you cook, the processor is like the kuali, it act like a cooking device because in order for you to cook or in order for you to be able to use the cooking device, you need to get the materials from somewhere</a:t>
            </a:r>
          </a:p>
          <a:p>
            <a:endParaRPr lang="en-GB" altLang="en-US"/>
          </a:p>
          <a:p>
            <a:endParaRPr lang="en-GB" altLang="en-US"/>
          </a:p>
          <a:p>
            <a:r>
              <a:rPr lang="en-GB" altLang="en-US"/>
              <a:t>Similary to processor, it takes the material from the memories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88687116-89E7-E82F-8BCD-D3BD4C8192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0D29D53-833D-43F7-B79F-D1C1BE84F417}" type="slidenum">
              <a:rPr kumimoji="0" lang="en-US" altLang="en-US" smtClean="0"/>
              <a:pPr>
                <a:spcBef>
                  <a:spcPct val="0"/>
                </a:spcBef>
              </a:pPr>
              <a:t>5</a:t>
            </a:fld>
            <a:endParaRPr kumimoji="0" lang="en-US" altLang="en-US"/>
          </a:p>
        </p:txBody>
      </p:sp>
      <p:sp>
        <p:nvSpPr>
          <p:cNvPr id="26627" name="Rectangle 2">
            <a:extLst>
              <a:ext uri="{FF2B5EF4-FFF2-40B4-BE49-F238E27FC236}">
                <a16:creationId xmlns:a16="http://schemas.microsoft.com/office/drawing/2014/main" id="{9A4D5875-4D78-D12C-62CC-BF36B5B4AB25}"/>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95E62C2E-E086-6209-D91F-ED4FBC3550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In memory it contains milliions of billions of storage cells</a:t>
            </a:r>
          </a:p>
          <a:p>
            <a:endParaRPr lang="en-GB" altLang="en-US"/>
          </a:p>
          <a:p>
            <a:r>
              <a:rPr lang="en-GB" altLang="en-US"/>
              <a:t>Storage cells means, just 1 bit, where it can be 0 or 1. </a:t>
            </a:r>
          </a:p>
          <a:p>
            <a:endParaRPr lang="en-GB" altLang="en-US"/>
          </a:p>
          <a:p>
            <a:r>
              <a:rPr lang="en-GB" altLang="en-US"/>
              <a:t>And a group of bit especially for example, in one memory location, the entire group of bits that is associated with that particular location is called a word….a memory word </a:t>
            </a:r>
          </a:p>
          <a:p>
            <a:endParaRPr lang="en-GB" altLang="en-US"/>
          </a:p>
          <a:p>
            <a:endParaRPr lang="en-GB" altLang="en-US"/>
          </a:p>
          <a:p>
            <a:r>
              <a:rPr lang="en-GB" altLang="en-US"/>
              <a:t>Let say your memory has 2Gb location, and the architecture requires you to think in tems of 32 bits, so that 32 bits will be your word size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D82DE7C8-9413-5611-36F6-E049D3570572}"/>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BC37DB8C-1453-76F1-96AF-9125422767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Roughly it looks like this…you have different locations…you see the first word, second word, </a:t>
            </a:r>
          </a:p>
          <a:p>
            <a:endParaRPr lang="en-MY" altLang="en-US"/>
          </a:p>
          <a:p>
            <a:r>
              <a:rPr lang="en-MY" altLang="en-US"/>
              <a:t>In this particular example, this word contain n bits </a:t>
            </a:r>
          </a:p>
          <a:p>
            <a:endParaRPr lang="en-MY" altLang="en-US"/>
          </a:p>
          <a:p>
            <a:endParaRPr lang="en-MY" altLang="en-US"/>
          </a:p>
          <a:p>
            <a:r>
              <a:rPr lang="en-MY" altLang="en-US"/>
              <a:t>One thing to take note, when we draw this little diagram, we arranging the word on top of the other, this is just so that we human can visualize how the memory looks like </a:t>
            </a:r>
          </a:p>
          <a:p>
            <a:endParaRPr lang="en-MY" altLang="en-US"/>
          </a:p>
          <a:p>
            <a:r>
              <a:rPr lang="en-MY" altLang="en-US"/>
              <a:t>But in reality, it doesn’t look like this…so basically this is just a graphical representation so that we can imagine what goes on</a:t>
            </a:r>
          </a:p>
        </p:txBody>
      </p:sp>
      <p:sp>
        <p:nvSpPr>
          <p:cNvPr id="28676" name="Slide Number Placeholder 3">
            <a:extLst>
              <a:ext uri="{FF2B5EF4-FFF2-40B4-BE49-F238E27FC236}">
                <a16:creationId xmlns:a16="http://schemas.microsoft.com/office/drawing/2014/main" id="{003C8947-C2A7-BDDC-622D-2A77962074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0DF42EA9-55C2-4165-A5B6-08BBC68FC4AB}" type="slidenum">
              <a:rPr lang="en-US" altLang="en-US" sz="1200" smtClean="0">
                <a:solidFill>
                  <a:schemeClr val="tx1"/>
                </a:solidFill>
                <a:latin typeface="Times New Roman" panose="02020603050405020304" pitchFamily="18" charset="0"/>
              </a:rPr>
              <a:pPr/>
              <a:t>6</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62218A8E-5F15-53A7-849E-B8F4B297BFFE}"/>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A89AD35E-0512-2A3B-C7FF-7FA2AA9F89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Let say if your word length is 16 bits, so how many bytes? So it means 2 byes </a:t>
            </a:r>
          </a:p>
          <a:p>
            <a:endParaRPr lang="en-MY" altLang="en-US"/>
          </a:p>
          <a:p>
            <a:r>
              <a:rPr lang="en-MY" altLang="en-US"/>
              <a:t>So for the newer or modern computer architecture, they use 64 bits, so how many byte?</a:t>
            </a:r>
          </a:p>
          <a:p>
            <a:endParaRPr lang="en-MY" altLang="en-US"/>
          </a:p>
          <a:p>
            <a:r>
              <a:rPr lang="en-MY" altLang="en-US"/>
              <a:t>So 64 bits = 8 bytes </a:t>
            </a:r>
          </a:p>
          <a:p>
            <a:endParaRPr lang="en-MY" altLang="en-US"/>
          </a:p>
          <a:p>
            <a:r>
              <a:rPr lang="en-MY" altLang="en-US"/>
              <a:t>So don’t get confused yourself with the word, the bit and the bytes because these three are 3 different units use to quantify the number of bits </a:t>
            </a:r>
          </a:p>
        </p:txBody>
      </p:sp>
      <p:sp>
        <p:nvSpPr>
          <p:cNvPr id="30724" name="Slide Number Placeholder 3">
            <a:extLst>
              <a:ext uri="{FF2B5EF4-FFF2-40B4-BE49-F238E27FC236}">
                <a16:creationId xmlns:a16="http://schemas.microsoft.com/office/drawing/2014/main" id="{B77DD9EF-CA57-3737-9799-EF2291EE4F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4DD528E7-CB3E-4A8A-A4DB-138B99372D3E}" type="slidenum">
              <a:rPr lang="en-US" altLang="en-US" sz="1200" smtClean="0">
                <a:solidFill>
                  <a:schemeClr val="tx1"/>
                </a:solidFill>
                <a:latin typeface="Times New Roman" panose="02020603050405020304" pitchFamily="18" charset="0"/>
              </a:rPr>
              <a:pPr/>
              <a:t>7</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8E52B263-01A3-A45F-BBBD-C23D15477156}"/>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5A7C55D6-2FB3-397F-88D7-CF83D2E242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The other issue with memory location is that every location which mean every word will contain either instructions or operand, </a:t>
            </a:r>
          </a:p>
          <a:p>
            <a:endParaRPr lang="en-MY" altLang="en-US"/>
          </a:p>
          <a:p>
            <a:r>
              <a:rPr lang="en-MY" altLang="en-US"/>
              <a:t>So what can be an operand? Read slide </a:t>
            </a:r>
          </a:p>
        </p:txBody>
      </p:sp>
      <p:sp>
        <p:nvSpPr>
          <p:cNvPr id="32772" name="Slide Number Placeholder 3">
            <a:extLst>
              <a:ext uri="{FF2B5EF4-FFF2-40B4-BE49-F238E27FC236}">
                <a16:creationId xmlns:a16="http://schemas.microsoft.com/office/drawing/2014/main" id="{0989B43B-713E-1DC8-9ECA-C563CDB2A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C1E5095C-114B-4527-A62C-ED6439C1845D}" type="slidenum">
              <a:rPr lang="en-US" altLang="en-US" sz="1200" smtClean="0">
                <a:solidFill>
                  <a:schemeClr val="tx1"/>
                </a:solidFill>
                <a:latin typeface="Times New Roman" panose="02020603050405020304" pitchFamily="18" charset="0"/>
              </a:rPr>
              <a:pPr/>
              <a:t>8</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82C73926-8E4D-6DE9-2DFB-2D87346A1D0B}"/>
              </a:ext>
            </a:extLst>
          </p:cNvPr>
          <p:cNvSpPr>
            <a:spLocks noGrp="1" noRot="1" noChangeAspect="1" noChangeArrowheads="1" noTextEdit="1"/>
          </p:cNvSpPr>
          <p:nvPr>
            <p:ph type="sldImg"/>
          </p:nvPr>
        </p:nvSpPr>
        <p:spPr>
          <a:ln/>
        </p:spPr>
      </p:sp>
      <p:sp>
        <p:nvSpPr>
          <p:cNvPr id="34819" name="Notes Placeholder 2">
            <a:extLst>
              <a:ext uri="{FF2B5EF4-FFF2-40B4-BE49-F238E27FC236}">
                <a16:creationId xmlns:a16="http://schemas.microsoft.com/office/drawing/2014/main" id="{04155A9E-A328-A796-19A7-0BD0589246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And there are also other kinds of things can be stored..and when it is stored, when this things are stored, they will be stored in different format </a:t>
            </a:r>
          </a:p>
          <a:p>
            <a:endParaRPr lang="en-MY" altLang="en-US"/>
          </a:p>
          <a:p>
            <a:r>
              <a:rPr lang="en-MY" altLang="en-US"/>
              <a:t>For example, if your memory word is storing an integer, and if you are using a 32-bit architecture, 32 bits words, so therefore your entire 32 bits will be used to stored that number </a:t>
            </a:r>
          </a:p>
          <a:p>
            <a:endParaRPr lang="en-MY" altLang="en-US"/>
          </a:p>
          <a:p>
            <a:r>
              <a:rPr lang="en-MY" altLang="en-US"/>
              <a:t>You can also imagine the magnitude of the number that you can stored </a:t>
            </a:r>
          </a:p>
          <a:p>
            <a:endParaRPr lang="en-MY" altLang="en-US"/>
          </a:p>
          <a:p>
            <a:r>
              <a:rPr lang="en-MY" altLang="en-US"/>
              <a:t>If it is a signed magnitude number, out of these 32 bits, the first bit will most likely be the sign bit and therefore you have 31 bits to express the magnitude </a:t>
            </a:r>
          </a:p>
          <a:p>
            <a:endParaRPr lang="en-MY" altLang="en-US"/>
          </a:p>
          <a:p>
            <a:r>
              <a:rPr lang="en-MY" altLang="en-US"/>
              <a:t>So what will be the largest number you can store? It will be 2 to the power of????? That one is for you to figure out </a:t>
            </a:r>
          </a:p>
          <a:p>
            <a:endParaRPr lang="en-MY" altLang="en-US"/>
          </a:p>
          <a:p>
            <a:endParaRPr lang="en-MY" altLang="en-US"/>
          </a:p>
          <a:p>
            <a:r>
              <a:rPr lang="en-MY" altLang="en-US"/>
              <a:t>Ok that is for the integers…</a:t>
            </a:r>
          </a:p>
          <a:p>
            <a:endParaRPr lang="en-MY" altLang="en-US"/>
          </a:p>
          <a:p>
            <a:endParaRPr lang="en-MY" altLang="en-US"/>
          </a:p>
          <a:p>
            <a:r>
              <a:rPr lang="en-MY" altLang="en-US"/>
              <a:t>So what if you want to store characters? Char you can stored in chunk of 8 bits </a:t>
            </a:r>
          </a:p>
          <a:p>
            <a:endParaRPr lang="en-MY" altLang="en-US"/>
          </a:p>
          <a:p>
            <a:r>
              <a:rPr lang="en-MY" altLang="en-US"/>
              <a:t>If you have 32 bit architecture, you can store 4 characters </a:t>
            </a:r>
          </a:p>
        </p:txBody>
      </p:sp>
      <p:sp>
        <p:nvSpPr>
          <p:cNvPr id="34820" name="Slide Number Placeholder 3">
            <a:extLst>
              <a:ext uri="{FF2B5EF4-FFF2-40B4-BE49-F238E27FC236}">
                <a16:creationId xmlns:a16="http://schemas.microsoft.com/office/drawing/2014/main" id="{EC7E8492-5572-6E58-2157-97A7221E18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AFAD2887-94A6-424B-8C07-A39AEABBD902}" type="slidenum">
              <a:rPr lang="en-US" altLang="en-US" sz="1200" smtClean="0">
                <a:solidFill>
                  <a:schemeClr val="tx1"/>
                </a:solidFill>
                <a:latin typeface="Times New Roman" panose="02020603050405020304" pitchFamily="18" charset="0"/>
              </a:rPr>
              <a:pPr/>
              <a:t>9</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88B60B46-812F-07BF-40A1-DEC25A95E912}"/>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a16="http://schemas.microsoft.com/office/drawing/2014/main" id="{46ACF2B6-A52D-7D90-FAC3-832A1059AB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The memory locations also stored instructions. </a:t>
            </a:r>
          </a:p>
          <a:p>
            <a:endParaRPr lang="en-MY" altLang="en-US"/>
          </a:p>
          <a:p>
            <a:r>
              <a:rPr lang="en-MY" altLang="en-US"/>
              <a:t>For instructions, each word, each memory word will have a number of fields </a:t>
            </a:r>
          </a:p>
          <a:p>
            <a:r>
              <a:rPr lang="en-MY" altLang="en-US"/>
              <a:t>One very obvious field will be the operation because it is instruction, right? </a:t>
            </a:r>
          </a:p>
          <a:p>
            <a:endParaRPr lang="en-MY" altLang="en-US"/>
          </a:p>
          <a:p>
            <a:r>
              <a:rPr lang="en-MY" altLang="en-US"/>
              <a:t>And this word is basically the operation. So what is the most important? The operation field and this example uses 8 bits which also indirectly means it can potentially 2 to the power of 8 operations that can be expressed. </a:t>
            </a:r>
          </a:p>
          <a:p>
            <a:endParaRPr lang="en-MY" altLang="en-US"/>
          </a:p>
          <a:p>
            <a:endParaRPr lang="en-MY" altLang="en-US"/>
          </a:p>
          <a:p>
            <a:r>
              <a:rPr lang="en-MY" altLang="en-US"/>
              <a:t>For example, 0000000000 – can be mean add, 0000000001 can be mean write…..</a:t>
            </a:r>
          </a:p>
          <a:p>
            <a:endParaRPr lang="en-MY" altLang="en-US"/>
          </a:p>
          <a:p>
            <a:r>
              <a:rPr lang="en-MY" altLang="en-US"/>
              <a:t>Then, next remaining 24 bits will be the operand….if 8 bits has been used for the operation, 24 bits will be used for the operand….</a:t>
            </a:r>
          </a:p>
        </p:txBody>
      </p:sp>
      <p:sp>
        <p:nvSpPr>
          <p:cNvPr id="36868" name="Slide Number Placeholder 3">
            <a:extLst>
              <a:ext uri="{FF2B5EF4-FFF2-40B4-BE49-F238E27FC236}">
                <a16:creationId xmlns:a16="http://schemas.microsoft.com/office/drawing/2014/main" id="{ADD4F6C6-71EC-1D38-B27B-DCC96374D7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C16FC078-B101-4846-A424-0C0F4174BEBB}" type="slidenum">
              <a:rPr lang="en-US" altLang="en-US" sz="1200" smtClean="0">
                <a:solidFill>
                  <a:schemeClr val="tx1"/>
                </a:solidFill>
                <a:latin typeface="Times New Roman" panose="02020603050405020304" pitchFamily="18" charset="0"/>
              </a:rPr>
              <a:pPr/>
              <a:t>10</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59F2D93E-052A-62FA-BBF6-F6609E5F3E97}"/>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a16="http://schemas.microsoft.com/office/drawing/2014/main" id="{CFA72767-ECCA-4BBC-A4B5-6BEBF56EB3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What about knowing what is where? </a:t>
            </a:r>
          </a:p>
          <a:p>
            <a:r>
              <a:rPr lang="en-MY" altLang="en-US"/>
              <a:t>In order to access the memory to store materials or to retrieve materials, you need an address….. Just like for example, I want to find you, I need to know your address….and the addresses are expressed through the bit patterns…..from 0 to the 2k-1</a:t>
            </a:r>
          </a:p>
          <a:p>
            <a:endParaRPr lang="en-MY" altLang="en-US"/>
          </a:p>
          <a:p>
            <a:r>
              <a:rPr lang="en-MY" altLang="en-US"/>
              <a:t>The K here refers to the number of bits in your address….</a:t>
            </a:r>
          </a:p>
          <a:p>
            <a:endParaRPr lang="en-MY" altLang="en-US"/>
          </a:p>
          <a:p>
            <a:r>
              <a:rPr lang="en-MY" altLang="en-US"/>
              <a:t>In this case, you will have 2k addresses which then constitute the address space….that means when you want to locate something, you only have 2k unique identifier to pinpoint a location</a:t>
            </a:r>
          </a:p>
        </p:txBody>
      </p:sp>
      <p:sp>
        <p:nvSpPr>
          <p:cNvPr id="38916" name="Slide Number Placeholder 3">
            <a:extLst>
              <a:ext uri="{FF2B5EF4-FFF2-40B4-BE49-F238E27FC236}">
                <a16:creationId xmlns:a16="http://schemas.microsoft.com/office/drawing/2014/main" id="{EDFF898E-D425-CFEE-F614-2E63DA69CC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0E736420-B523-4B7C-A8EB-235440250C7F}" type="slidenum">
              <a:rPr lang="en-US" altLang="en-US" sz="1200" smtClean="0">
                <a:solidFill>
                  <a:schemeClr val="tx1"/>
                </a:solidFill>
                <a:latin typeface="Times New Roman" panose="02020603050405020304" pitchFamily="18" charset="0"/>
              </a:rPr>
              <a:pPr/>
              <a:t>11</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6BFC683C-8170-1DD7-FADB-A2C2BEC99CFC}"/>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7799BFCC-16D0-EA71-C3D7-66FDA2D25D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Okay let’s look at byte addressability…this is where the concept of 8 bit 1 byte that kind of things….</a:t>
            </a:r>
          </a:p>
          <a:p>
            <a:endParaRPr lang="en-MY" altLang="en-US"/>
          </a:p>
          <a:p>
            <a:r>
              <a:rPr lang="en-MY" altLang="en-US"/>
              <a:t>It is not practical for every room in an apartment having an identifier. So in the computer memory perspective, it is not practical to have each bit to have an address….it will be too many</a:t>
            </a:r>
          </a:p>
          <a:p>
            <a:endParaRPr lang="en-MY" altLang="en-US"/>
          </a:p>
          <a:p>
            <a:r>
              <a:rPr lang="en-MY" altLang="en-US"/>
              <a:t>SO the memory bits are organized in chunk….so in this case, every byes has an address, not every bit  </a:t>
            </a:r>
          </a:p>
        </p:txBody>
      </p:sp>
      <p:sp>
        <p:nvSpPr>
          <p:cNvPr id="40964" name="Slide Number Placeholder 3">
            <a:extLst>
              <a:ext uri="{FF2B5EF4-FFF2-40B4-BE49-F238E27FC236}">
                <a16:creationId xmlns:a16="http://schemas.microsoft.com/office/drawing/2014/main" id="{C4F99C79-C277-72DE-8BC4-B61AC0B451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F0F9717D-E753-4BE7-B4AA-A99E8F1A6846}" type="slidenum">
              <a:rPr lang="en-US" altLang="en-US" sz="1200" smtClean="0">
                <a:solidFill>
                  <a:schemeClr val="tx1"/>
                </a:solidFill>
                <a:latin typeface="Times New Roman" panose="02020603050405020304" pitchFamily="18" charset="0"/>
              </a:rPr>
              <a:pPr/>
              <a:t>12</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18779F65-95FA-BB7A-7CC0-46BBB4F1ADA4}"/>
              </a:ext>
            </a:extLst>
          </p:cNvPr>
          <p:cNvSpPr>
            <a:spLocks noGrp="1" noRot="1" noChangeAspect="1" noChangeArrowheads="1" noTextEdit="1"/>
          </p:cNvSpPr>
          <p:nvPr>
            <p:ph type="sldImg"/>
          </p:nvPr>
        </p:nvSpPr>
        <p:spPr>
          <a:ln/>
        </p:spPr>
      </p:sp>
      <p:sp>
        <p:nvSpPr>
          <p:cNvPr id="43011" name="Notes Placeholder 2">
            <a:extLst>
              <a:ext uri="{FF2B5EF4-FFF2-40B4-BE49-F238E27FC236}">
                <a16:creationId xmlns:a16="http://schemas.microsoft.com/office/drawing/2014/main" id="{FF3B2381-EEFA-E539-7E1B-6D5D355A3C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32 bits = 4 bytes </a:t>
            </a:r>
          </a:p>
          <a:p>
            <a:endParaRPr lang="en-MY" altLang="en-US"/>
          </a:p>
          <a:p>
            <a:r>
              <a:rPr lang="en-MY" altLang="en-US"/>
              <a:t>So, the 0, 4, 8, 12, 16 are the address of the words </a:t>
            </a:r>
          </a:p>
          <a:p>
            <a:endParaRPr lang="en-MY" altLang="en-US"/>
          </a:p>
          <a:p>
            <a:r>
              <a:rPr lang="en-MY" altLang="en-US"/>
              <a:t>Assuming every word is 32 bits long, that mean every word is 4 bytes, that would also mean that the addresses of each word are in 4s. </a:t>
            </a:r>
          </a:p>
          <a:p>
            <a:endParaRPr lang="en-MY" altLang="en-US"/>
          </a:p>
          <a:p>
            <a:r>
              <a:rPr lang="en-MY" altLang="en-US"/>
              <a:t>Every word is 4 bytes </a:t>
            </a:r>
          </a:p>
        </p:txBody>
      </p:sp>
      <p:sp>
        <p:nvSpPr>
          <p:cNvPr id="43012" name="Slide Number Placeholder 3">
            <a:extLst>
              <a:ext uri="{FF2B5EF4-FFF2-40B4-BE49-F238E27FC236}">
                <a16:creationId xmlns:a16="http://schemas.microsoft.com/office/drawing/2014/main" id="{44C7D7CA-8011-25E0-3161-C718F74A02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5DDB023F-3FDE-4B11-8895-51CC17EE2C0E}" type="slidenum">
              <a:rPr lang="en-US" altLang="en-US" sz="1200" smtClean="0">
                <a:solidFill>
                  <a:schemeClr val="tx1"/>
                </a:solidFill>
                <a:latin typeface="Times New Roman" panose="02020603050405020304" pitchFamily="18" charset="0"/>
              </a:rPr>
              <a:pPr/>
              <a:t>13</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9D18A84C-46E6-44ED-089B-523720FC769F}"/>
              </a:ext>
            </a:extLst>
          </p:cNvPr>
          <p:cNvSpPr>
            <a:spLocks noGrp="1" noRot="1" noChangeAspect="1" noChangeArrowheads="1" noTextEdit="1"/>
          </p:cNvSpPr>
          <p:nvPr>
            <p:ph type="sldImg"/>
          </p:nvPr>
        </p:nvSpPr>
        <p:spPr>
          <a:ln/>
        </p:spPr>
      </p:sp>
      <p:sp>
        <p:nvSpPr>
          <p:cNvPr id="45059" name="Notes Placeholder 2">
            <a:extLst>
              <a:ext uri="{FF2B5EF4-FFF2-40B4-BE49-F238E27FC236}">
                <a16:creationId xmlns:a16="http://schemas.microsoft.com/office/drawing/2014/main" id="{E369D9C5-3064-E460-58D2-0E361022CA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a:p>
        </p:txBody>
      </p:sp>
      <p:sp>
        <p:nvSpPr>
          <p:cNvPr id="45060" name="Slide Number Placeholder 3">
            <a:extLst>
              <a:ext uri="{FF2B5EF4-FFF2-40B4-BE49-F238E27FC236}">
                <a16:creationId xmlns:a16="http://schemas.microsoft.com/office/drawing/2014/main" id="{D129A210-6718-F1AD-7CC7-D874585C8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E8967AE7-8093-434B-A392-60789E82C79B}" type="slidenum">
              <a:rPr lang="en-US" altLang="en-US" sz="1200" smtClean="0">
                <a:solidFill>
                  <a:schemeClr val="tx1"/>
                </a:solidFill>
                <a:latin typeface="Times New Roman" panose="02020603050405020304" pitchFamily="18" charset="0"/>
              </a:rPr>
              <a:pPr/>
              <a:t>14</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00A65BC1-1304-A550-3FFB-FC920D5F6E90}"/>
              </a:ext>
            </a:extLst>
          </p:cNvPr>
          <p:cNvSpPr>
            <a:spLocks noGrp="1" noRot="1" noChangeAspect="1" noChangeArrowheads="1" noTextEdit="1"/>
          </p:cNvSpPr>
          <p:nvPr>
            <p:ph type="sldImg"/>
          </p:nvPr>
        </p:nvSpPr>
        <p:spPr>
          <a:ln/>
        </p:spPr>
      </p:sp>
      <p:sp>
        <p:nvSpPr>
          <p:cNvPr id="47107" name="Notes Placeholder 2">
            <a:extLst>
              <a:ext uri="{FF2B5EF4-FFF2-40B4-BE49-F238E27FC236}">
                <a16:creationId xmlns:a16="http://schemas.microsoft.com/office/drawing/2014/main" id="{B0038CC7-4A48-2355-56A9-3CB29D63E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4 bytes per word and every byte have an address…the address of each word will be multiply by 4 </a:t>
            </a:r>
          </a:p>
          <a:p>
            <a:endParaRPr lang="en-MY" altLang="en-US"/>
          </a:p>
          <a:p>
            <a:r>
              <a:rPr lang="en-MY" altLang="en-US"/>
              <a:t>Notice the difference between the address of each byte and the address of each word </a:t>
            </a:r>
          </a:p>
          <a:p>
            <a:endParaRPr lang="en-MY" altLang="en-US"/>
          </a:p>
          <a:p>
            <a:r>
              <a:rPr lang="en-MY" altLang="en-US"/>
              <a:t>Every byte has an address and every word address is the multiple of the number of byte in that word</a:t>
            </a:r>
          </a:p>
        </p:txBody>
      </p:sp>
      <p:sp>
        <p:nvSpPr>
          <p:cNvPr id="47108" name="Slide Number Placeholder 3">
            <a:extLst>
              <a:ext uri="{FF2B5EF4-FFF2-40B4-BE49-F238E27FC236}">
                <a16:creationId xmlns:a16="http://schemas.microsoft.com/office/drawing/2014/main" id="{DA010790-73A3-A681-EF67-3098D27602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60ABB1EB-76BA-4B10-B026-F9F9836B94A2}" type="slidenum">
              <a:rPr lang="en-US" altLang="en-US" sz="1200" smtClean="0">
                <a:solidFill>
                  <a:schemeClr val="tx1"/>
                </a:solidFill>
                <a:latin typeface="Times New Roman" panose="02020603050405020304" pitchFamily="18" charset="0"/>
              </a:rPr>
              <a:pPr/>
              <a:t>15</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3E8207C9-0EE7-2061-D40F-C0E5FC65D01E}"/>
              </a:ext>
            </a:extLst>
          </p:cNvPr>
          <p:cNvSpPr>
            <a:spLocks noGrp="1" noRot="1" noChangeAspect="1" noChangeArrowheads="1" noTextEdit="1"/>
          </p:cNvSpPr>
          <p:nvPr>
            <p:ph type="sldImg"/>
          </p:nvPr>
        </p:nvSpPr>
        <p:spPr>
          <a:ln/>
        </p:spPr>
      </p:sp>
      <p:sp>
        <p:nvSpPr>
          <p:cNvPr id="49155" name="Notes Placeholder 2">
            <a:extLst>
              <a:ext uri="{FF2B5EF4-FFF2-40B4-BE49-F238E27FC236}">
                <a16:creationId xmlns:a16="http://schemas.microsoft.com/office/drawing/2014/main" id="{7ED97645-F49D-717F-D1B9-F9B885D7D7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The previous example of address labelling is what we called big-endian because the lower byte addresses are used for the more significant bytes (or the leftmost bytes) </a:t>
            </a:r>
          </a:p>
          <a:p>
            <a:endParaRPr lang="en-MY" altLang="en-US"/>
          </a:p>
          <a:p>
            <a:r>
              <a:rPr lang="en-MY" altLang="en-US"/>
              <a:t>Big-endian = smaller address for the lefter byte </a:t>
            </a:r>
          </a:p>
          <a:p>
            <a:endParaRPr lang="en-MY" altLang="en-US"/>
          </a:p>
          <a:p>
            <a:r>
              <a:rPr lang="en-MY" altLang="en-US"/>
              <a:t>BIG-ENDian = the bigger address at the end (at the end means on the right)</a:t>
            </a:r>
          </a:p>
          <a:p>
            <a:endParaRPr lang="en-MY" altLang="en-US"/>
          </a:p>
          <a:p>
            <a:r>
              <a:rPr lang="en-MY" altLang="en-US"/>
              <a:t>The reverse of that is little-endian, that’s mean the smaller byte address is at the end </a:t>
            </a:r>
          </a:p>
          <a:p>
            <a:endParaRPr lang="en-MY" altLang="en-US"/>
          </a:p>
          <a:p>
            <a:r>
              <a:rPr lang="en-MY" altLang="en-US"/>
              <a:t>Okay, which one used most often? Okay, most commercial machines used either one,  there’s no real pros and cons or whatsoever </a:t>
            </a:r>
          </a:p>
        </p:txBody>
      </p:sp>
      <p:sp>
        <p:nvSpPr>
          <p:cNvPr id="49156" name="Slide Number Placeholder 3">
            <a:extLst>
              <a:ext uri="{FF2B5EF4-FFF2-40B4-BE49-F238E27FC236}">
                <a16:creationId xmlns:a16="http://schemas.microsoft.com/office/drawing/2014/main" id="{AC7CA5B0-E8E6-799B-75EE-FC4D8A240B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47764B77-897A-459D-95D9-448352F408A0}" type="slidenum">
              <a:rPr lang="en-US" altLang="en-US" sz="1200" smtClean="0">
                <a:solidFill>
                  <a:schemeClr val="tx1"/>
                </a:solidFill>
                <a:latin typeface="Times New Roman" panose="02020603050405020304" pitchFamily="18" charset="0"/>
              </a:rPr>
              <a:pPr/>
              <a:t>16</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A21F2CE0-7B10-4C56-0A81-AB4FBE643E58}"/>
              </a:ext>
            </a:extLst>
          </p:cNvPr>
          <p:cNvSpPr>
            <a:spLocks noGrp="1" noRot="1" noChangeAspect="1" noChangeArrowheads="1" noTextEdit="1"/>
          </p:cNvSpPr>
          <p:nvPr>
            <p:ph type="sldImg"/>
          </p:nvPr>
        </p:nvSpPr>
        <p:spPr>
          <a:ln/>
        </p:spPr>
      </p:sp>
      <p:sp>
        <p:nvSpPr>
          <p:cNvPr id="51203" name="Notes Placeholder 2">
            <a:extLst>
              <a:ext uri="{FF2B5EF4-FFF2-40B4-BE49-F238E27FC236}">
                <a16:creationId xmlns:a16="http://schemas.microsoft.com/office/drawing/2014/main" id="{D4C8DD21-8121-5DBE-75C3-BE3E47B507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a:t>The BIG-endian is most appeal to English or Malay reader because we read from left to right </a:t>
            </a:r>
          </a:p>
          <a:p>
            <a:endParaRPr lang="en-MY" altLang="en-US"/>
          </a:p>
          <a:p>
            <a:r>
              <a:rPr lang="en-MY" altLang="en-US"/>
              <a:t>The LITTLE-endian is more appeal to the traditional Chinese writing, Arabic writing or Jawi writing, it’s from left to right </a:t>
            </a:r>
          </a:p>
          <a:p>
            <a:endParaRPr lang="en-MY" altLang="en-US"/>
          </a:p>
          <a:p>
            <a:r>
              <a:rPr lang="en-MY" altLang="en-US"/>
              <a:t>But the addressing of each word is the same the address of each word is the same </a:t>
            </a:r>
          </a:p>
          <a:p>
            <a:endParaRPr lang="en-MY" altLang="en-US"/>
          </a:p>
          <a:p>
            <a:r>
              <a:rPr lang="en-MY" altLang="en-US"/>
              <a:t>The for LITTLE-endian, the individual bytes are label the other way </a:t>
            </a:r>
          </a:p>
        </p:txBody>
      </p:sp>
      <p:sp>
        <p:nvSpPr>
          <p:cNvPr id="51204" name="Slide Number Placeholder 3">
            <a:extLst>
              <a:ext uri="{FF2B5EF4-FFF2-40B4-BE49-F238E27FC236}">
                <a16:creationId xmlns:a16="http://schemas.microsoft.com/office/drawing/2014/main" id="{7160E560-602C-E1C4-EB8E-8005D249C3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D2BC5A3C-8F69-4944-895A-CEFAFE625F8D}" type="slidenum">
              <a:rPr lang="en-US" altLang="en-US" sz="1200" smtClean="0">
                <a:solidFill>
                  <a:schemeClr val="tx1"/>
                </a:solidFill>
                <a:latin typeface="Times New Roman" panose="02020603050405020304" pitchFamily="18" charset="0"/>
              </a:rPr>
              <a:pPr/>
              <a:t>17</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727594C2-8525-A3E5-2FBF-434B45C1C10D}"/>
              </a:ext>
            </a:extLst>
          </p:cNvPr>
          <p:cNvSpPr>
            <a:spLocks noGrp="1" noRot="1" noChangeAspect="1" noChangeArrowheads="1" noTextEdit="1"/>
          </p:cNvSpPr>
          <p:nvPr>
            <p:ph type="sldImg"/>
          </p:nvPr>
        </p:nvSpPr>
        <p:spPr>
          <a:ln/>
        </p:spPr>
      </p:sp>
      <p:sp>
        <p:nvSpPr>
          <p:cNvPr id="53251" name="Notes Placeholder 2">
            <a:extLst>
              <a:ext uri="{FF2B5EF4-FFF2-40B4-BE49-F238E27FC236}">
                <a16:creationId xmlns:a16="http://schemas.microsoft.com/office/drawing/2014/main" id="{AAACFFC8-7BCB-C576-1C61-51B902111C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dirty="0"/>
              <a:t>Let’s look at how Big-Endian and Little-Endian affect the storage. This is a simple and primitive program no worries whether its correct or not, the focus is the content we want to put in</a:t>
            </a:r>
          </a:p>
          <a:p>
            <a:endParaRPr lang="en-MY" altLang="en-US" dirty="0"/>
          </a:p>
          <a:p>
            <a:r>
              <a:rPr lang="en-MY" altLang="en-US" dirty="0"/>
              <a:t>For example</a:t>
            </a:r>
          </a:p>
          <a:p>
            <a:endParaRPr lang="en-MY" altLang="en-US" dirty="0"/>
          </a:p>
          <a:p>
            <a:r>
              <a:rPr lang="en-MY" altLang="en-US" dirty="0"/>
              <a:t>Variable a is an integer….it is a 4 byte integers </a:t>
            </a:r>
          </a:p>
          <a:p>
            <a:endParaRPr lang="en-MY" altLang="en-US" dirty="0"/>
          </a:p>
          <a:p>
            <a:r>
              <a:rPr lang="en-MY" altLang="en-US" dirty="0"/>
              <a:t>Then we have pad, pad is basically a blank storage, </a:t>
            </a:r>
          </a:p>
          <a:p>
            <a:endParaRPr lang="en-MY" altLang="en-US" dirty="0"/>
          </a:p>
          <a:p>
            <a:r>
              <a:rPr lang="en-MY" altLang="en-US" dirty="0"/>
              <a:t>Next we have double integer </a:t>
            </a:r>
          </a:p>
        </p:txBody>
      </p:sp>
      <p:sp>
        <p:nvSpPr>
          <p:cNvPr id="53252" name="Slide Number Placeholder 3">
            <a:extLst>
              <a:ext uri="{FF2B5EF4-FFF2-40B4-BE49-F238E27FC236}">
                <a16:creationId xmlns:a16="http://schemas.microsoft.com/office/drawing/2014/main" id="{690A90DF-0C7A-BF77-DC2D-903B4D8D7F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69625CEA-CB49-4403-84F6-5723E3FA8B06}" type="slidenum">
              <a:rPr lang="en-US" altLang="en-US" sz="1200" smtClean="0">
                <a:solidFill>
                  <a:schemeClr val="tx1"/>
                </a:solidFill>
                <a:latin typeface="Times New Roman" panose="02020603050405020304" pitchFamily="18" charset="0"/>
              </a:rPr>
              <a:pPr/>
              <a:t>18</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B2259812-CAE2-5725-E96A-7F8C61F4E9DB}"/>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a16="http://schemas.microsoft.com/office/drawing/2014/main" id="{E303AB9C-1B47-A8A0-3168-29B86D2372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dirty="0"/>
              <a:t>How those variable is stored…</a:t>
            </a:r>
          </a:p>
          <a:p>
            <a:r>
              <a:rPr lang="en-MY" altLang="en-US" dirty="0"/>
              <a:t>Based on Big-endian address mapping, the integer a start storing from the lower addresses (it starts storing from the left), but for Little-endian it start storing from the right</a:t>
            </a:r>
          </a:p>
          <a:p>
            <a:endParaRPr lang="en-MY" altLang="en-US" dirty="0"/>
          </a:p>
          <a:p>
            <a:r>
              <a:rPr lang="en-MY" altLang="en-US" dirty="0"/>
              <a:t>Byte address 08 – double integer </a:t>
            </a:r>
          </a:p>
          <a:p>
            <a:endParaRPr lang="en-MY" altLang="en-US" dirty="0"/>
          </a:p>
          <a:p>
            <a:r>
              <a:rPr lang="en-MY" altLang="en-US" dirty="0"/>
              <a:t>Byte address 10 – storing char, (byte address 10 – 13 = storing the character) (byte address 14 – 17, storing character array – as individual element in the array </a:t>
            </a:r>
          </a:p>
        </p:txBody>
      </p:sp>
      <p:sp>
        <p:nvSpPr>
          <p:cNvPr id="55300" name="Slide Number Placeholder 3">
            <a:extLst>
              <a:ext uri="{FF2B5EF4-FFF2-40B4-BE49-F238E27FC236}">
                <a16:creationId xmlns:a16="http://schemas.microsoft.com/office/drawing/2014/main" id="{FB529D8B-8F8D-20B0-A51F-61E1F43333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A7D1CE58-F6A8-47C2-B3B9-B59118402ECB}" type="slidenum">
              <a:rPr lang="en-US" altLang="en-US" sz="1200" smtClean="0">
                <a:solidFill>
                  <a:schemeClr val="tx1"/>
                </a:solidFill>
                <a:latin typeface="Times New Roman" panose="02020603050405020304" pitchFamily="18" charset="0"/>
              </a:rPr>
              <a:pPr/>
              <a:t>19</a:t>
            </a:fld>
            <a:endParaRPr lang="en-US" altLang="en-US" sz="1200">
              <a:solidFill>
                <a:schemeClr val="tx1"/>
              </a:solidFill>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Word alignment correspond to how we label the addresses or rather how we label the words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20</a:t>
            </a:fld>
            <a:endParaRPr lang="en-US" altLang="en-US"/>
          </a:p>
        </p:txBody>
      </p:sp>
    </p:spTree>
    <p:extLst>
      <p:ext uri="{BB962C8B-B14F-4D97-AF65-F5344CB8AC3E}">
        <p14:creationId xmlns:p14="http://schemas.microsoft.com/office/powerpoint/2010/main" val="8621392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Just remember that your memory has location/address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22</a:t>
            </a:fld>
            <a:endParaRPr lang="en-US" altLang="en-US"/>
          </a:p>
        </p:txBody>
      </p:sp>
    </p:spTree>
    <p:extLst>
      <p:ext uri="{BB962C8B-B14F-4D97-AF65-F5344CB8AC3E}">
        <p14:creationId xmlns:p14="http://schemas.microsoft.com/office/powerpoint/2010/main" val="2973621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 when you access memory, usually the word contain either number of character,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23</a:t>
            </a:fld>
            <a:endParaRPr lang="en-US" altLang="en-US"/>
          </a:p>
        </p:txBody>
      </p:sp>
    </p:spTree>
    <p:extLst>
      <p:ext uri="{BB962C8B-B14F-4D97-AF65-F5344CB8AC3E}">
        <p14:creationId xmlns:p14="http://schemas.microsoft.com/office/powerpoint/2010/main" val="2662395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And how do we access those content? </a:t>
            </a:r>
          </a:p>
          <a:p>
            <a:endParaRPr lang="en-MY" dirty="0"/>
          </a:p>
          <a:p>
            <a:r>
              <a:rPr lang="en-MY" dirty="0"/>
              <a:t>In terms of char strings, for example KIRAH, we need to know the address of the first character, which is K, and then, subsequently, successive byte locations that contain those character will then be read as well. </a:t>
            </a:r>
          </a:p>
          <a:p>
            <a:endParaRPr lang="en-MY" dirty="0"/>
          </a:p>
          <a:p>
            <a:r>
              <a:rPr lang="en-MY" dirty="0"/>
              <a:t>As for the end of string, it is a unique identifier to indicate the end of string…so when the computer read the string of character and encounter the unique identifier of end of string, it knows that it is the end of the string and will stop reading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24</a:t>
            </a:fld>
            <a:endParaRPr lang="en-US" altLang="en-US"/>
          </a:p>
        </p:txBody>
      </p:sp>
    </p:spTree>
    <p:extLst>
      <p:ext uri="{BB962C8B-B14F-4D97-AF65-F5344CB8AC3E}">
        <p14:creationId xmlns:p14="http://schemas.microsoft.com/office/powerpoint/2010/main" val="27818964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From the memory also, the processor will then know what instructions to execute. It means there are different things come from the memory….like numbers, characters and instructions </a:t>
            </a:r>
          </a:p>
          <a:p>
            <a:endParaRPr lang="en-MY" dirty="0"/>
          </a:p>
          <a:p>
            <a:r>
              <a:rPr lang="en-MY" dirty="0"/>
              <a:t>So in order to execute instructions, the word that contain instructions is taken from the memory to the processor. </a:t>
            </a:r>
          </a:p>
          <a:p>
            <a:endParaRPr lang="en-MY" dirty="0"/>
          </a:p>
          <a:p>
            <a:r>
              <a:rPr lang="en-MY" dirty="0"/>
              <a:t>Its like when you want to cook something, all the things will come from the fridge to the </a:t>
            </a:r>
            <a:r>
              <a:rPr lang="en-MY" dirty="0" err="1"/>
              <a:t>kuali</a:t>
            </a:r>
            <a:r>
              <a:rPr lang="en-MY" dirty="0"/>
              <a:t>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25</a:t>
            </a:fld>
            <a:endParaRPr lang="en-US" altLang="en-US"/>
          </a:p>
        </p:txBody>
      </p:sp>
    </p:spTree>
    <p:extLst>
      <p:ext uri="{BB962C8B-B14F-4D97-AF65-F5344CB8AC3E}">
        <p14:creationId xmlns:p14="http://schemas.microsoft.com/office/powerpoint/2010/main" val="1915024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And there are 2 basic operations in terms of what the memory does, it is load and storing </a:t>
            </a:r>
          </a:p>
          <a:p>
            <a:endParaRPr lang="en-MY" dirty="0"/>
          </a:p>
          <a:p>
            <a:r>
              <a:rPr lang="en-MY" dirty="0"/>
              <a:t>When load means that you are reading the operand, or your fetching operand from memory </a:t>
            </a:r>
          </a:p>
          <a:p>
            <a:endParaRPr lang="en-MY" dirty="0"/>
          </a:p>
          <a:p>
            <a:r>
              <a:rPr lang="en-MY" dirty="0" err="1"/>
              <a:t>Similary</a:t>
            </a:r>
            <a:r>
              <a:rPr lang="en-MY" dirty="0"/>
              <a:t>, you might reading or fetching instructions </a:t>
            </a:r>
          </a:p>
          <a:p>
            <a:endParaRPr lang="en-MY" dirty="0"/>
          </a:p>
          <a:p>
            <a:r>
              <a:rPr lang="en-MY" dirty="0"/>
              <a:t>The second one is storing, that means that after the processor have done the processing, we then store or your write the results back to memory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26</a:t>
            </a:fld>
            <a:endParaRPr lang="en-US" altLang="en-US"/>
          </a:p>
        </p:txBody>
      </p:sp>
    </p:spTree>
    <p:extLst>
      <p:ext uri="{BB962C8B-B14F-4D97-AF65-F5344CB8AC3E}">
        <p14:creationId xmlns:p14="http://schemas.microsoft.com/office/powerpoint/2010/main" val="3155407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 what happens during loading? Loading means we take something from memory and load it to the processor, but how do we know what to do? Or rather where to get that materials from the memory? </a:t>
            </a:r>
          </a:p>
          <a:p>
            <a:endParaRPr lang="en-MY" dirty="0"/>
          </a:p>
          <a:p>
            <a:r>
              <a:rPr lang="en-MY" dirty="0"/>
              <a:t>So the processor actually need to send an address of the memory location and request the content.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27</a:t>
            </a:fld>
            <a:endParaRPr lang="en-US" altLang="en-US"/>
          </a:p>
        </p:txBody>
      </p:sp>
    </p:spTree>
    <p:extLst>
      <p:ext uri="{BB962C8B-B14F-4D97-AF65-F5344CB8AC3E}">
        <p14:creationId xmlns:p14="http://schemas.microsoft.com/office/powerpoint/2010/main" val="33845837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same process as previous operation, the processor needs to send an  address of memory location but now together with the materials that need to be stored. </a:t>
            </a:r>
          </a:p>
          <a:p>
            <a:endParaRPr lang="en-MY" dirty="0"/>
          </a:p>
          <a:p>
            <a:r>
              <a:rPr lang="en-MY" dirty="0"/>
              <a:t>The address is very important so that the memory know where to fetch from and where to store to.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28</a:t>
            </a:fld>
            <a:endParaRPr lang="en-US" altLang="en-US"/>
          </a:p>
        </p:txBody>
      </p:sp>
    </p:spTree>
    <p:extLst>
      <p:ext uri="{BB962C8B-B14F-4D97-AF65-F5344CB8AC3E}">
        <p14:creationId xmlns:p14="http://schemas.microsoft.com/office/powerpoint/2010/main" val="17167139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 in terms of loading, it will looks like this, processor will send a read request and address of the materials, the memory will look for the data and return it to the processor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29</a:t>
            </a:fld>
            <a:endParaRPr lang="en-US" altLang="en-US"/>
          </a:p>
        </p:txBody>
      </p:sp>
    </p:spTree>
    <p:extLst>
      <p:ext uri="{BB962C8B-B14F-4D97-AF65-F5344CB8AC3E}">
        <p14:creationId xmlns:p14="http://schemas.microsoft.com/office/powerpoint/2010/main" val="11959046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In terms of storing, again the processor will send a data together with the address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30</a:t>
            </a:fld>
            <a:endParaRPr lang="en-US" altLang="en-US"/>
          </a:p>
        </p:txBody>
      </p:sp>
    </p:spTree>
    <p:extLst>
      <p:ext uri="{BB962C8B-B14F-4D97-AF65-F5344CB8AC3E}">
        <p14:creationId xmlns:p14="http://schemas.microsoft.com/office/powerpoint/2010/main" val="171624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Can you also name other operations aside from loading and storing?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31</a:t>
            </a:fld>
            <a:endParaRPr lang="en-US" altLang="en-US"/>
          </a:p>
        </p:txBody>
      </p:sp>
    </p:spTree>
    <p:extLst>
      <p:ext uri="{BB962C8B-B14F-4D97-AF65-F5344CB8AC3E}">
        <p14:creationId xmlns:p14="http://schemas.microsoft.com/office/powerpoint/2010/main" val="26819299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Aside from memory operations, now let’s talk about instructions and instructions sequencing. So this is where some of the materials from the instructions </a:t>
            </a:r>
          </a:p>
          <a:p>
            <a:endParaRPr lang="en-MY" dirty="0"/>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32</a:t>
            </a:fld>
            <a:endParaRPr lang="en-US" altLang="en-US"/>
          </a:p>
        </p:txBody>
      </p:sp>
    </p:spTree>
    <p:extLst>
      <p:ext uri="{BB962C8B-B14F-4D97-AF65-F5344CB8AC3E}">
        <p14:creationId xmlns:p14="http://schemas.microsoft.com/office/powerpoint/2010/main" val="16157816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 let’s talk about instructions and what they are capable of doing </a:t>
            </a:r>
          </a:p>
          <a:p>
            <a:endParaRPr lang="en-MY" dirty="0"/>
          </a:p>
          <a:p>
            <a:r>
              <a:rPr lang="en-MY" dirty="0"/>
              <a:t>SO computer in order to do its work, has to do 4 main things; </a:t>
            </a:r>
          </a:p>
          <a:p>
            <a:endParaRPr lang="en-MY" dirty="0"/>
          </a:p>
          <a:p>
            <a:endParaRPr lang="en-MY" dirty="0"/>
          </a:p>
          <a:p>
            <a:r>
              <a:rPr lang="en-MY" dirty="0"/>
              <a:t>Data transfer -  involve the transfer to and from memory/processor </a:t>
            </a:r>
          </a:p>
          <a:p>
            <a:endParaRPr lang="en-MY" dirty="0"/>
          </a:p>
          <a:p>
            <a:r>
              <a:rPr lang="en-MY" dirty="0"/>
              <a:t>Arithmetic – read slide </a:t>
            </a:r>
          </a:p>
          <a:p>
            <a:endParaRPr lang="en-MY" dirty="0"/>
          </a:p>
          <a:p>
            <a:r>
              <a:rPr lang="en-MY" dirty="0"/>
              <a:t>Sequencing and control – when a computer execute a program and then there is an IF statement, then you might need to do branching. </a:t>
            </a:r>
          </a:p>
          <a:p>
            <a:endParaRPr lang="en-MY" dirty="0"/>
          </a:p>
          <a:p>
            <a:r>
              <a:rPr lang="en-MY" dirty="0"/>
              <a:t>For IO transfers -  the condition statement that need to be handled.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33</a:t>
            </a:fld>
            <a:endParaRPr lang="en-US" altLang="en-US"/>
          </a:p>
        </p:txBody>
      </p:sp>
    </p:spTree>
    <p:extLst>
      <p:ext uri="{BB962C8B-B14F-4D97-AF65-F5344CB8AC3E}">
        <p14:creationId xmlns:p14="http://schemas.microsoft.com/office/powerpoint/2010/main" val="37142940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We look into some notation first…. </a:t>
            </a:r>
          </a:p>
          <a:p>
            <a:endParaRPr lang="en-MY" dirty="0"/>
          </a:p>
          <a:p>
            <a:pPr marL="228600" indent="-228600">
              <a:buAutoNum type="arabicParenR"/>
            </a:pPr>
            <a:r>
              <a:rPr lang="en-MY" dirty="0"/>
              <a:t>Addresses of memory, we can use LOC,VAR2, A…if you notice when you declaring a variable in programming, basically you are declaring an address </a:t>
            </a:r>
          </a:p>
          <a:p>
            <a:pPr marL="228600" indent="-228600">
              <a:buAutoNum type="arabicParenR"/>
            </a:pPr>
            <a:r>
              <a:rPr lang="en-MY" dirty="0"/>
              <a:t>Processor register – when you want to specify a </a:t>
            </a:r>
            <a:r>
              <a:rPr lang="en-MY" dirty="0" err="1"/>
              <a:t>register,you</a:t>
            </a:r>
            <a:r>
              <a:rPr lang="en-MY" dirty="0"/>
              <a:t> also will specify an address </a:t>
            </a:r>
          </a:p>
          <a:p>
            <a:pPr marL="228600" indent="-228600">
              <a:buAutoNum type="arabicParenR"/>
            </a:pPr>
            <a:r>
              <a:rPr lang="en-MY" dirty="0"/>
              <a:t>IO – read slides</a:t>
            </a:r>
          </a:p>
          <a:p>
            <a:pPr marL="228600" indent="-228600">
              <a:buAutoNum type="arabicParenR"/>
            </a:pPr>
            <a:r>
              <a:rPr lang="en-MY" dirty="0"/>
              <a:t>Content of location </a:t>
            </a:r>
          </a:p>
          <a:p>
            <a:pPr marL="685800" lvl="1" indent="-228600">
              <a:buAutoNum type="arabicParenR"/>
            </a:pPr>
            <a:r>
              <a:rPr lang="en-MY" dirty="0"/>
              <a:t>If you have a variable, you have a location, that is specified by the address, but when you refer to the content, the content of that address we usually put a bracket around it. </a:t>
            </a:r>
          </a:p>
          <a:p>
            <a:pPr marL="685800" lvl="1" indent="-228600">
              <a:buAutoNum type="arabicParenR"/>
            </a:pPr>
            <a:r>
              <a:rPr lang="en-MY" dirty="0"/>
              <a:t>Without the bracket, we are referring to the address, with the bracket, we are referring to the content </a:t>
            </a:r>
          </a:p>
          <a:p>
            <a:pPr marL="685800" lvl="1" indent="-228600">
              <a:buAutoNum type="arabicParenR"/>
            </a:pPr>
            <a:r>
              <a:rPr lang="en-MY" dirty="0"/>
              <a:t>For </a:t>
            </a:r>
            <a:r>
              <a:rPr lang="en-MY" dirty="0" err="1"/>
              <a:t>example,e</a:t>
            </a:r>
            <a:r>
              <a:rPr lang="en-MY" dirty="0"/>
              <a:t> for R1 and R2, we don’t want to add the address, but we want to add the content of that particular address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34</a:t>
            </a:fld>
            <a:endParaRPr lang="en-US" altLang="en-US"/>
          </a:p>
        </p:txBody>
      </p:sp>
    </p:spTree>
    <p:extLst>
      <p:ext uri="{BB962C8B-B14F-4D97-AF65-F5344CB8AC3E}">
        <p14:creationId xmlns:p14="http://schemas.microsoft.com/office/powerpoint/2010/main" val="18772751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8740E01B-CE9D-200B-B17A-6854F2C8D0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fld id="{8560F474-1D3E-4C8C-B85A-5717BE0736FD}" type="slidenum">
              <a:rPr lang="en-US" altLang="en-US" sz="1200" smtClean="0">
                <a:solidFill>
                  <a:schemeClr val="tx1"/>
                </a:solidFill>
                <a:latin typeface="Times New Roman" panose="02020603050405020304" pitchFamily="18" charset="0"/>
              </a:rPr>
              <a:pPr/>
              <a:t>37</a:t>
            </a:fld>
            <a:endParaRPr lang="en-US" altLang="en-US" sz="1200">
              <a:solidFill>
                <a:schemeClr val="tx1"/>
              </a:solidFill>
              <a:latin typeface="Times New Roman" panose="02020603050405020304" pitchFamily="18" charset="0"/>
            </a:endParaRPr>
          </a:p>
        </p:txBody>
      </p:sp>
      <p:sp>
        <p:nvSpPr>
          <p:cNvPr id="74755" name="Rectangle 2">
            <a:extLst>
              <a:ext uri="{FF2B5EF4-FFF2-40B4-BE49-F238E27FC236}">
                <a16:creationId xmlns:a16="http://schemas.microsoft.com/office/drawing/2014/main" id="{4379B377-21D7-7592-F49A-90FE82D396EA}"/>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CFFE200E-F2E6-9FF0-F19A-FC4511CF3A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t>Lets rewind back the slides during our first lecture, we talk about the various functions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There are various different type of instructions that are required to support your programming</a:t>
            </a:r>
          </a:p>
          <a:p>
            <a:r>
              <a:rPr lang="en-MY" dirty="0"/>
              <a:t>The code that you write is the high level PL…</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38</a:t>
            </a:fld>
            <a:endParaRPr lang="en-US" altLang="en-US"/>
          </a:p>
        </p:txBody>
      </p:sp>
    </p:spTree>
    <p:extLst>
      <p:ext uri="{BB962C8B-B14F-4D97-AF65-F5344CB8AC3E}">
        <p14:creationId xmlns:p14="http://schemas.microsoft.com/office/powerpoint/2010/main" val="20381923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Data processing is always arithmetic instructions that process numerical data and some of if will be logical to process the bits </a:t>
            </a:r>
          </a:p>
          <a:p>
            <a:endParaRPr lang="en-MY" dirty="0"/>
          </a:p>
          <a:p>
            <a:r>
              <a:rPr lang="en-MY" dirty="0"/>
              <a:t>For the arithmetic data, all those bits and byte you see represent numbers, floating points, integers, </a:t>
            </a:r>
          </a:p>
          <a:p>
            <a:endParaRPr lang="en-MY" dirty="0"/>
          </a:p>
          <a:p>
            <a:r>
              <a:rPr lang="en-MY" dirty="0"/>
              <a:t>All these numbers are important for you to do your addition, multiplication etc </a:t>
            </a:r>
          </a:p>
          <a:p>
            <a:endParaRPr lang="en-MY" dirty="0"/>
          </a:p>
          <a:p>
            <a:r>
              <a:rPr lang="en-MY" dirty="0"/>
              <a:t>But the computer not necessarily do numbers, it can also do logical operations…so the bit patterns is important, because when you do 1 and 1, it will be a 1, if you do 1 and 0, it will be a 0. So those are operating at the bit level, not necessarily at the numerical level.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39</a:t>
            </a:fld>
            <a:endParaRPr lang="en-US" altLang="en-US"/>
          </a:p>
        </p:txBody>
      </p:sp>
    </p:spTree>
    <p:extLst>
      <p:ext uri="{BB962C8B-B14F-4D97-AF65-F5344CB8AC3E}">
        <p14:creationId xmlns:p14="http://schemas.microsoft.com/office/powerpoint/2010/main" val="11033510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For data storage, it is basically moving data around especially between the memory and registers and the processor.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40</a:t>
            </a:fld>
            <a:endParaRPr lang="en-US" altLang="en-US"/>
          </a:p>
        </p:txBody>
      </p:sp>
    </p:spTree>
    <p:extLst>
      <p:ext uri="{BB962C8B-B14F-4D97-AF65-F5344CB8AC3E}">
        <p14:creationId xmlns:p14="http://schemas.microsoft.com/office/powerpoint/2010/main" val="12158803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This is actually more for IO, how does the processor communicate with other devices such as display devices or other input devices. w</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41</a:t>
            </a:fld>
            <a:endParaRPr lang="en-US" altLang="en-US"/>
          </a:p>
        </p:txBody>
      </p:sp>
    </p:spTree>
    <p:extLst>
      <p:ext uri="{BB962C8B-B14F-4D97-AF65-F5344CB8AC3E}">
        <p14:creationId xmlns:p14="http://schemas.microsoft.com/office/powerpoint/2010/main" val="14634780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Sometimes in the process of executing the programs, something happens. </a:t>
            </a:r>
          </a:p>
          <a:p>
            <a:r>
              <a:rPr lang="en-MY" dirty="0"/>
              <a:t>Sometimes there might be a conditional statement, if statement, function call…. Or maybe sometimes the arithmetic operations will cause error, so the program flow control will handle those error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42</a:t>
            </a:fld>
            <a:endParaRPr lang="en-US" altLang="en-US"/>
          </a:p>
        </p:txBody>
      </p:sp>
    </p:spTree>
    <p:extLst>
      <p:ext uri="{BB962C8B-B14F-4D97-AF65-F5344CB8AC3E}">
        <p14:creationId xmlns:p14="http://schemas.microsoft.com/office/powerpoint/2010/main" val="2152056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In terms of instructions type, there are also different ways in which each instructions can be expressed based on the numbers of addresses in the instructions. </a:t>
            </a:r>
          </a:p>
          <a:p>
            <a:endParaRPr lang="en-MY" dirty="0"/>
          </a:p>
          <a:p>
            <a:r>
              <a:rPr lang="en-MY" dirty="0"/>
              <a:t>Remember, in previous example, one field is reserved for the operation, and the remaining is the operand….. </a:t>
            </a:r>
          </a:p>
          <a:p>
            <a:endParaRPr lang="en-MY" dirty="0"/>
          </a:p>
          <a:p>
            <a:r>
              <a:rPr lang="en-MY" dirty="0"/>
              <a:t>How the 24 bits is organized? </a:t>
            </a:r>
          </a:p>
          <a:p>
            <a:endParaRPr lang="en-MY" dirty="0"/>
          </a:p>
          <a:p>
            <a:r>
              <a:rPr lang="en-MY" dirty="0"/>
              <a:t>SO based on instruction types, there are different ways of you to specify address in the instructions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44</a:t>
            </a:fld>
            <a:endParaRPr lang="en-US" altLang="en-US"/>
          </a:p>
        </p:txBody>
      </p:sp>
    </p:spTree>
    <p:extLst>
      <p:ext uri="{BB962C8B-B14F-4D97-AF65-F5344CB8AC3E}">
        <p14:creationId xmlns:p14="http://schemas.microsoft.com/office/powerpoint/2010/main" val="39965434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 + B stored into C </a:t>
            </a:r>
          </a:p>
          <a:p>
            <a:endParaRPr lang="en-MY" dirty="0"/>
          </a:p>
          <a:p>
            <a:r>
              <a:rPr lang="en-MY" dirty="0"/>
              <a:t>How you read this instructions – we want to add the content of A and B and store it in the memory C location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45</a:t>
            </a:fld>
            <a:endParaRPr lang="en-US" altLang="en-US"/>
          </a:p>
        </p:txBody>
      </p:sp>
    </p:spTree>
    <p:extLst>
      <p:ext uri="{BB962C8B-B14F-4D97-AF65-F5344CB8AC3E}">
        <p14:creationId xmlns:p14="http://schemas.microsoft.com/office/powerpoint/2010/main" val="36080055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 your 24 bits is organized into 3 different field </a:t>
            </a:r>
          </a:p>
          <a:p>
            <a:endParaRPr lang="en-MY" dirty="0"/>
          </a:p>
          <a:p>
            <a:r>
              <a:rPr lang="en-MY" dirty="0"/>
              <a:t>Aside from the operation, there are 3 fields which contain 3 addresses</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46</a:t>
            </a:fld>
            <a:endParaRPr lang="en-US" altLang="en-US"/>
          </a:p>
        </p:txBody>
      </p:sp>
    </p:spTree>
    <p:extLst>
      <p:ext uri="{BB962C8B-B14F-4D97-AF65-F5344CB8AC3E}">
        <p14:creationId xmlns:p14="http://schemas.microsoft.com/office/powerpoint/2010/main" val="21143635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However, 3-address instructions is considered too large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47</a:t>
            </a:fld>
            <a:endParaRPr lang="en-US" altLang="en-US"/>
          </a:p>
        </p:txBody>
      </p:sp>
    </p:spTree>
    <p:extLst>
      <p:ext uri="{BB962C8B-B14F-4D97-AF65-F5344CB8AC3E}">
        <p14:creationId xmlns:p14="http://schemas.microsoft.com/office/powerpoint/2010/main" val="31981011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MY" dirty="0"/>
              <a:t>The processor will be a little slower…because processor need to look at 3 addresses </a:t>
            </a:r>
          </a:p>
          <a:p>
            <a:pPr marL="228600" indent="-228600">
              <a:buAutoNum type="arabicPeriod"/>
            </a:pPr>
            <a:r>
              <a:rPr lang="en-MY" dirty="0"/>
              <a:t>The number of memory…if you notice, for 32 bits memory, 8 has been used for operation, you left with only 24 bits which then need to be divided with 3 addresses, so the maximum address length is 8…so it cant accommodate any operand with more than 8 bit length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48</a:t>
            </a:fld>
            <a:endParaRPr lang="en-US" altLang="en-US"/>
          </a:p>
        </p:txBody>
      </p:sp>
    </p:spTree>
    <p:extLst>
      <p:ext uri="{BB962C8B-B14F-4D97-AF65-F5344CB8AC3E}">
        <p14:creationId xmlns:p14="http://schemas.microsoft.com/office/powerpoint/2010/main" val="9114445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How to overcome the 3-address issue, we have two-address instruction.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50</a:t>
            </a:fld>
            <a:endParaRPr lang="en-US" altLang="en-US"/>
          </a:p>
        </p:txBody>
      </p:sp>
    </p:spTree>
    <p:extLst>
      <p:ext uri="{BB962C8B-B14F-4D97-AF65-F5344CB8AC3E}">
        <p14:creationId xmlns:p14="http://schemas.microsoft.com/office/powerpoint/2010/main" val="15801884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Processor register called accumulator and stores the sum back into the accumulator destroying the previous content of the accumulator </a:t>
            </a:r>
            <a:endParaRPr lang="en-MY" dirty="0"/>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53</a:t>
            </a:fld>
            <a:endParaRPr lang="en-US" altLang="en-US"/>
          </a:p>
        </p:txBody>
      </p:sp>
    </p:spTree>
    <p:extLst>
      <p:ext uri="{BB962C8B-B14F-4D97-AF65-F5344CB8AC3E}">
        <p14:creationId xmlns:p14="http://schemas.microsoft.com/office/powerpoint/2010/main" val="12779363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LOAD A – you just need the address of A only </a:t>
            </a:r>
          </a:p>
          <a:p>
            <a:endParaRPr lang="en-MY" dirty="0"/>
          </a:p>
          <a:p>
            <a:r>
              <a:rPr lang="en-MY" dirty="0"/>
              <a:t>Next instruction is to ADD B to A (which the value of A has been stored in A)</a:t>
            </a:r>
          </a:p>
          <a:p>
            <a:endParaRPr lang="en-MY" dirty="0"/>
          </a:p>
          <a:p>
            <a:r>
              <a:rPr lang="en-MY" dirty="0"/>
              <a:t>Next, to store C – which mean you need to store whatever value in the Accumulator in C </a:t>
            </a:r>
          </a:p>
          <a:p>
            <a:endParaRPr lang="en-MY" dirty="0"/>
          </a:p>
          <a:p>
            <a:r>
              <a:rPr lang="en-MY" dirty="0"/>
              <a:t>So for 1-address instruction, you just need to call one address because the other address are already in the </a:t>
            </a:r>
            <a:r>
              <a:rPr lang="en-MY" dirty="0" err="1"/>
              <a:t>acummulator</a:t>
            </a:r>
            <a:r>
              <a:rPr lang="en-MY" dirty="0"/>
              <a:t>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54</a:t>
            </a:fld>
            <a:endParaRPr lang="en-US" altLang="en-US"/>
          </a:p>
        </p:txBody>
      </p:sp>
    </p:spTree>
    <p:extLst>
      <p:ext uri="{BB962C8B-B14F-4D97-AF65-F5344CB8AC3E}">
        <p14:creationId xmlns:p14="http://schemas.microsoft.com/office/powerpoint/2010/main" val="10835967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If 1 address is considered too long, now let’s look at 0 address instructions </a:t>
            </a:r>
          </a:p>
          <a:p>
            <a:endParaRPr lang="en-MY" dirty="0"/>
          </a:p>
          <a:p>
            <a:r>
              <a:rPr lang="en-MY" dirty="0"/>
              <a:t>It involve data structure which called a stack </a:t>
            </a:r>
          </a:p>
          <a:p>
            <a:endParaRPr lang="en-MY" dirty="0"/>
          </a:p>
          <a:p>
            <a:r>
              <a:rPr lang="en-MY" dirty="0"/>
              <a:t>Stack in data structure is that you stack things…which means when you have new things, it will goes on top </a:t>
            </a:r>
          </a:p>
          <a:p>
            <a:endParaRPr lang="en-MY" dirty="0"/>
          </a:p>
          <a:p>
            <a:r>
              <a:rPr lang="en-MY" dirty="0"/>
              <a:t>If you want to remove, you will remove from the top also </a:t>
            </a:r>
          </a:p>
          <a:p>
            <a:endParaRPr lang="en-MY" dirty="0"/>
          </a:p>
          <a:p>
            <a:r>
              <a:rPr lang="en-US" dirty="0"/>
              <a:t>Imagine a pile of trays at Ikea, customers pick up new trays from the top of the pile, and clean trays are added to the pile by placing them onto the top of the pile </a:t>
            </a:r>
            <a:endParaRPr lang="en-MY" dirty="0"/>
          </a:p>
          <a:p>
            <a:endParaRPr lang="en-MY" dirty="0"/>
          </a:p>
          <a:p>
            <a:endParaRPr lang="en-MY" dirty="0"/>
          </a:p>
          <a:p>
            <a:endParaRPr lang="en-MY"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For stack, the address is implied…just now in 1-address instruction, you have accumulator, right? The accumulator is implied, but you still need to specify the address, what to do with the accumulator.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MY"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In this case, even the address is implied because the address of those operand, the address of those A B and C, are automatically maintained by a stack pointer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MY"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For example, if we have a new data to be put in, the stack pointer will point to the one that you put on the top…stack pointer is move by itself and that is why it always implied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MY"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The good thing is that you don’t have to know the exact address </a:t>
            </a:r>
          </a:p>
          <a:p>
            <a:endParaRPr lang="en-MY" dirty="0"/>
          </a:p>
          <a:p>
            <a:endParaRPr lang="en-MY" dirty="0"/>
          </a:p>
          <a:p>
            <a:endParaRPr lang="en-MY" dirty="0"/>
          </a:p>
          <a:p>
            <a:endParaRPr lang="en-MY" dirty="0"/>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56</a:t>
            </a:fld>
            <a:endParaRPr lang="en-US" altLang="en-US"/>
          </a:p>
        </p:txBody>
      </p:sp>
    </p:spTree>
    <p:extLst>
      <p:ext uri="{BB962C8B-B14F-4D97-AF65-F5344CB8AC3E}">
        <p14:creationId xmlns:p14="http://schemas.microsoft.com/office/powerpoint/2010/main" val="14482828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57</a:t>
            </a:fld>
            <a:endParaRPr lang="en-US" altLang="en-US"/>
          </a:p>
        </p:txBody>
      </p:sp>
    </p:spTree>
    <p:extLst>
      <p:ext uri="{BB962C8B-B14F-4D97-AF65-F5344CB8AC3E}">
        <p14:creationId xmlns:p14="http://schemas.microsoft.com/office/powerpoint/2010/main" val="10416162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These are the two instructions on how we operate the stack </a:t>
            </a:r>
          </a:p>
          <a:p>
            <a:endParaRPr lang="en-MY" dirty="0"/>
          </a:p>
          <a:p>
            <a:r>
              <a:rPr lang="en-MY" dirty="0"/>
              <a:t>PUSH  - place new item on the stack – so the stack pointer will be pointing to the new item </a:t>
            </a:r>
          </a:p>
          <a:p>
            <a:endParaRPr lang="en-MY" dirty="0"/>
          </a:p>
          <a:p>
            <a:r>
              <a:rPr lang="en-MY" dirty="0"/>
              <a:t>POP – remove top item from the stack – remove whatever that is pointed by the stack pointer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58</a:t>
            </a:fld>
            <a:endParaRPr lang="en-US" altLang="en-US"/>
          </a:p>
        </p:txBody>
      </p:sp>
    </p:spTree>
    <p:extLst>
      <p:ext uri="{BB962C8B-B14F-4D97-AF65-F5344CB8AC3E}">
        <p14:creationId xmlns:p14="http://schemas.microsoft.com/office/powerpoint/2010/main" val="39727694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one at the bottom is always at the bottom and the bottom is actually the address </a:t>
            </a:r>
          </a:p>
          <a:p>
            <a:endParaRPr lang="en-MY" dirty="0"/>
          </a:p>
          <a:p>
            <a:r>
              <a:rPr lang="en-MY" dirty="0"/>
              <a:t>In earlier slide,  the address start with the lowest bit ; 0, 4, 8 and so on……That is what it means by new elements pushed onto successively lower addresses </a:t>
            </a:r>
          </a:p>
          <a:p>
            <a:endParaRPr lang="en-MY" dirty="0"/>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59</a:t>
            </a:fld>
            <a:endParaRPr lang="en-US" altLang="en-US"/>
          </a:p>
        </p:txBody>
      </p:sp>
    </p:spTree>
    <p:extLst>
      <p:ext uri="{BB962C8B-B14F-4D97-AF65-F5344CB8AC3E}">
        <p14:creationId xmlns:p14="http://schemas.microsoft.com/office/powerpoint/2010/main" val="42403306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PUSH </a:t>
            </a:r>
          </a:p>
          <a:p>
            <a:endParaRPr lang="en-MY" dirty="0"/>
          </a:p>
          <a:p>
            <a:r>
              <a:rPr lang="en-MY" dirty="0"/>
              <a:t>You subtract 4 from the stack pointer and you the new item to the stack pointer </a:t>
            </a:r>
          </a:p>
          <a:p>
            <a:br>
              <a:rPr lang="en-MY" dirty="0"/>
            </a:br>
            <a:r>
              <a:rPr lang="en-MY" dirty="0"/>
              <a:t>When you push, the stack pointer will move up and point to the top of the item</a:t>
            </a:r>
          </a:p>
          <a:p>
            <a:endParaRPr lang="en-MY" dirty="0"/>
          </a:p>
          <a:p>
            <a:r>
              <a:rPr lang="en-MY" dirty="0"/>
              <a:t>POP</a:t>
            </a:r>
          </a:p>
          <a:p>
            <a:endParaRPr lang="en-MY" dirty="0"/>
          </a:p>
          <a:p>
            <a:r>
              <a:rPr lang="en-MY" dirty="0"/>
              <a:t>When you pop. You will see that the stack pointer move down…which mean the SP address will get larger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61</a:t>
            </a:fld>
            <a:endParaRPr lang="en-US" altLang="en-US"/>
          </a:p>
        </p:txBody>
      </p:sp>
    </p:spTree>
    <p:extLst>
      <p:ext uri="{BB962C8B-B14F-4D97-AF65-F5344CB8AC3E}">
        <p14:creationId xmlns:p14="http://schemas.microsoft.com/office/powerpoint/2010/main" val="3435657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63</a:t>
            </a:fld>
            <a:endParaRPr lang="en-US" altLang="en-US"/>
          </a:p>
        </p:txBody>
      </p:sp>
    </p:spTree>
    <p:extLst>
      <p:ext uri="{BB962C8B-B14F-4D97-AF65-F5344CB8AC3E}">
        <p14:creationId xmlns:p14="http://schemas.microsoft.com/office/powerpoint/2010/main" val="4193376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Parentheses</a:t>
            </a:r>
          </a:p>
          <a:p>
            <a:r>
              <a:rPr lang="en-MY" dirty="0"/>
              <a:t>Exponent</a:t>
            </a:r>
          </a:p>
          <a:p>
            <a:r>
              <a:rPr lang="en-MY" dirty="0"/>
              <a:t>Multiplication</a:t>
            </a:r>
          </a:p>
          <a:p>
            <a:r>
              <a:rPr lang="en-MY" dirty="0"/>
              <a:t>Division</a:t>
            </a:r>
          </a:p>
          <a:p>
            <a:r>
              <a:rPr lang="en-MY" dirty="0"/>
              <a:t>Addition </a:t>
            </a:r>
          </a:p>
          <a:p>
            <a:r>
              <a:rPr lang="en-MY" dirty="0"/>
              <a:t>Subtraction</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64</a:t>
            </a:fld>
            <a:endParaRPr lang="en-US" altLang="en-US"/>
          </a:p>
        </p:txBody>
      </p:sp>
    </p:spTree>
    <p:extLst>
      <p:ext uri="{BB962C8B-B14F-4D97-AF65-F5344CB8AC3E}">
        <p14:creationId xmlns:p14="http://schemas.microsoft.com/office/powerpoint/2010/main" val="39991052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Transfer of control is basically your condition processing…when you write your program, sometimes you have if statement, else statement, so certain decision has to be made a certain point in your program….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93</a:t>
            </a:fld>
            <a:endParaRPr lang="en-US" altLang="en-US"/>
          </a:p>
        </p:txBody>
      </p:sp>
    </p:spTree>
    <p:extLst>
      <p:ext uri="{BB962C8B-B14F-4D97-AF65-F5344CB8AC3E}">
        <p14:creationId xmlns:p14="http://schemas.microsoft.com/office/powerpoint/2010/main" val="35690876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97</a:t>
            </a:fld>
            <a:endParaRPr lang="en-US" altLang="en-US"/>
          </a:p>
        </p:txBody>
      </p:sp>
    </p:spTree>
    <p:extLst>
      <p:ext uri="{BB962C8B-B14F-4D97-AF65-F5344CB8AC3E}">
        <p14:creationId xmlns:p14="http://schemas.microsoft.com/office/powerpoint/2010/main" val="5990709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When you do straight line sequencing, it probably involve 2 steps….</a:t>
            </a:r>
          </a:p>
          <a:p>
            <a:endParaRPr lang="en-MY" dirty="0"/>
          </a:p>
          <a:p>
            <a:r>
              <a:rPr lang="en-MY" dirty="0"/>
              <a:t>Phase 1:FETCH</a:t>
            </a:r>
          </a:p>
          <a:p>
            <a:endParaRPr lang="en-MY" dirty="0"/>
          </a:p>
          <a:p>
            <a:r>
              <a:rPr lang="en-MY" dirty="0"/>
              <a:t>fetch the instructions pointed by the program counter because PC is a special register in the CPU and PC always contain the address of next instructions. So we see that address in the </a:t>
            </a:r>
            <a:r>
              <a:rPr lang="en-MY" dirty="0" err="1"/>
              <a:t>pC</a:t>
            </a:r>
            <a:r>
              <a:rPr lang="en-MY" dirty="0"/>
              <a:t>, and then we fetch that address from memory. </a:t>
            </a:r>
          </a:p>
          <a:p>
            <a:endParaRPr lang="en-MY" dirty="0"/>
          </a:p>
          <a:p>
            <a:r>
              <a:rPr lang="en-MY" dirty="0"/>
              <a:t>When we look on the address, we look at the CONTENT of an address</a:t>
            </a:r>
          </a:p>
          <a:p>
            <a:endParaRPr lang="en-MY" dirty="0"/>
          </a:p>
          <a:p>
            <a:r>
              <a:rPr lang="en-MY" dirty="0"/>
              <a:t>PC – contain an address</a:t>
            </a:r>
          </a:p>
          <a:p>
            <a:endParaRPr lang="en-MY" dirty="0"/>
          </a:p>
          <a:p>
            <a:r>
              <a:rPr lang="en-MY" dirty="0"/>
              <a:t>IR – contain an instruction that has been fetched </a:t>
            </a:r>
          </a:p>
          <a:p>
            <a:endParaRPr lang="en-MY" dirty="0"/>
          </a:p>
          <a:p>
            <a:r>
              <a:rPr lang="en-MY" dirty="0"/>
              <a:t>After instruction has been fetched, been stored in the IR, then comes the execution </a:t>
            </a:r>
          </a:p>
          <a:p>
            <a:endParaRPr lang="en-MY" dirty="0"/>
          </a:p>
          <a:p>
            <a:r>
              <a:rPr lang="en-MY" dirty="0"/>
              <a:t>Content of IR will be examined to determine the operation – where is the opcode and where is the operand </a:t>
            </a:r>
          </a:p>
          <a:p>
            <a:endParaRPr lang="en-MY" dirty="0"/>
          </a:p>
          <a:p>
            <a:endParaRPr lang="en-MY" dirty="0"/>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99</a:t>
            </a:fld>
            <a:endParaRPr lang="en-US" altLang="en-US"/>
          </a:p>
        </p:txBody>
      </p:sp>
    </p:spTree>
    <p:extLst>
      <p:ext uri="{BB962C8B-B14F-4D97-AF65-F5344CB8AC3E}">
        <p14:creationId xmlns:p14="http://schemas.microsoft.com/office/powerpoint/2010/main" val="20968394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What happens in branching? Like I mentioned to you, sometimes when you execute your instructions, it is not in sequential manner….</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101</a:t>
            </a:fld>
            <a:endParaRPr lang="en-US" altLang="en-US"/>
          </a:p>
        </p:txBody>
      </p:sp>
    </p:spTree>
    <p:extLst>
      <p:ext uri="{BB962C8B-B14F-4D97-AF65-F5344CB8AC3E}">
        <p14:creationId xmlns:p14="http://schemas.microsoft.com/office/powerpoint/2010/main" val="6277027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One example is conditional branching and you only do the branching only when certain condition of branching are met.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102</a:t>
            </a:fld>
            <a:endParaRPr lang="en-US" altLang="en-US"/>
          </a:p>
        </p:txBody>
      </p:sp>
    </p:spTree>
    <p:extLst>
      <p:ext uri="{BB962C8B-B14F-4D97-AF65-F5344CB8AC3E}">
        <p14:creationId xmlns:p14="http://schemas.microsoft.com/office/powerpoint/2010/main" val="32608266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R1 will  be collector of all number </a:t>
            </a:r>
          </a:p>
          <a:p>
            <a:endParaRPr lang="en-MY" dirty="0"/>
          </a:p>
          <a:p>
            <a:r>
              <a:rPr lang="en-MY" dirty="0"/>
              <a:t>R1 is also act as your counter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104</a:t>
            </a:fld>
            <a:endParaRPr lang="en-US" altLang="en-US"/>
          </a:p>
        </p:txBody>
      </p:sp>
    </p:spTree>
    <p:extLst>
      <p:ext uri="{BB962C8B-B14F-4D97-AF65-F5344CB8AC3E}">
        <p14:creationId xmlns:p14="http://schemas.microsoft.com/office/powerpoint/2010/main" val="25981660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What is the difference ?</a:t>
            </a:r>
          </a:p>
          <a:p>
            <a:endParaRPr lang="en-MY" dirty="0"/>
          </a:p>
          <a:p>
            <a:r>
              <a:rPr lang="en-MY" dirty="0"/>
              <a:t>Main difference is the program </a:t>
            </a:r>
          </a:p>
        </p:txBody>
      </p:sp>
      <p:sp>
        <p:nvSpPr>
          <p:cNvPr id="4" name="Slide Number Placeholder 3"/>
          <p:cNvSpPr>
            <a:spLocks noGrp="1"/>
          </p:cNvSpPr>
          <p:nvPr>
            <p:ph type="sldNum" sz="quarter" idx="5"/>
          </p:nvPr>
        </p:nvSpPr>
        <p:spPr/>
        <p:txBody>
          <a:bodyPr/>
          <a:lstStyle/>
          <a:p>
            <a:pPr>
              <a:defRPr/>
            </a:pPr>
            <a:fld id="{C48FCC9E-5A8A-4E85-A11B-094D54A864B5}" type="slidenum">
              <a:rPr lang="en-US" altLang="en-US" smtClean="0"/>
              <a:pPr>
                <a:defRPr/>
              </a:pPr>
              <a:t>105</a:t>
            </a:fld>
            <a:endParaRPr lang="en-US" altLang="en-US"/>
          </a:p>
        </p:txBody>
      </p:sp>
    </p:spTree>
    <p:extLst>
      <p:ext uri="{BB962C8B-B14F-4D97-AF65-F5344CB8AC3E}">
        <p14:creationId xmlns:p14="http://schemas.microsoft.com/office/powerpoint/2010/main" val="1877234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7">
            <a:extLst>
              <a:ext uri="{FF2B5EF4-FFF2-40B4-BE49-F238E27FC236}">
                <a16:creationId xmlns:a16="http://schemas.microsoft.com/office/drawing/2014/main" id="{20C75802-38E2-AE28-4C26-73118D5CF39E}"/>
              </a:ext>
            </a:extLst>
          </p:cNvPr>
          <p:cNvSpPr>
            <a:spLocks noChangeShapeType="1"/>
          </p:cNvSpPr>
          <p:nvPr/>
        </p:nvSpPr>
        <p:spPr bwMode="auto">
          <a:xfrm>
            <a:off x="457200" y="2514600"/>
            <a:ext cx="81534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0178" name="Rectangle 2"/>
          <p:cNvSpPr>
            <a:spLocks noGrp="1" noChangeArrowheads="1"/>
          </p:cNvSpPr>
          <p:nvPr>
            <p:ph type="ctrTitle"/>
          </p:nvPr>
        </p:nvSpPr>
        <p:spPr>
          <a:xfrm>
            <a:off x="914400" y="533400"/>
            <a:ext cx="7721600" cy="1905000"/>
          </a:xfrm>
        </p:spPr>
        <p:txBody>
          <a:bodyPr/>
          <a:lstStyle>
            <a:lvl1pPr>
              <a:defRPr/>
            </a:lvl1pPr>
          </a:lstStyle>
          <a:p>
            <a:r>
              <a:rPr lang="en-US"/>
              <a:t>Click to edit Master title style</a:t>
            </a:r>
          </a:p>
        </p:txBody>
      </p:sp>
      <p:sp>
        <p:nvSpPr>
          <p:cNvPr id="50179" name="Rectangle 3"/>
          <p:cNvSpPr>
            <a:spLocks noGrp="1" noChangeArrowheads="1"/>
          </p:cNvSpPr>
          <p:nvPr>
            <p:ph type="subTitle" idx="1"/>
          </p:nvPr>
        </p:nvSpPr>
        <p:spPr>
          <a:xfrm>
            <a:off x="914400" y="3028950"/>
            <a:ext cx="6400800" cy="1771650"/>
          </a:xfrm>
        </p:spPr>
        <p:txBody>
          <a:bodyPr/>
          <a:lstStyle>
            <a:lvl1pPr marL="0" indent="0">
              <a:buFontTx/>
              <a:buNone/>
              <a:defRPr>
                <a:latin typeface="Arial Black" pitchFamily="34" charset="0"/>
              </a:defRPr>
            </a:lvl1pPr>
          </a:lstStyle>
          <a:p>
            <a:r>
              <a:rPr lang="en-US"/>
              <a:t>Click to edit Master subtitle style</a:t>
            </a:r>
          </a:p>
        </p:txBody>
      </p:sp>
      <p:sp>
        <p:nvSpPr>
          <p:cNvPr id="3" name="Date Placeholder 4">
            <a:extLst>
              <a:ext uri="{FF2B5EF4-FFF2-40B4-BE49-F238E27FC236}">
                <a16:creationId xmlns:a16="http://schemas.microsoft.com/office/drawing/2014/main" id="{4356787E-5783-43AE-476B-AC64C5A951DD}"/>
              </a:ext>
            </a:extLst>
          </p:cNvPr>
          <p:cNvSpPr>
            <a:spLocks noGrp="1" noChangeArrowheads="1"/>
          </p:cNvSpPr>
          <p:nvPr>
            <p:ph type="dt" sz="half" idx="10"/>
          </p:nvPr>
        </p:nvSpPr>
        <p:spPr>
          <a:xfrm>
            <a:off x="711200" y="6229350"/>
            <a:ext cx="1930400" cy="514350"/>
          </a:xfrm>
        </p:spPr>
        <p:txBody>
          <a:bodyPr/>
          <a:lstStyle>
            <a:lvl1pPr>
              <a:defRPr>
                <a:solidFill>
                  <a:srgbClr val="5E574E"/>
                </a:solidFill>
              </a:defRPr>
            </a:lvl1pPr>
          </a:lstStyle>
          <a:p>
            <a:pPr>
              <a:defRPr/>
            </a:pPr>
            <a:endParaRPr lang="en-US"/>
          </a:p>
        </p:txBody>
      </p:sp>
      <p:sp>
        <p:nvSpPr>
          <p:cNvPr id="4" name="Footer Placeholder 5">
            <a:extLst>
              <a:ext uri="{FF2B5EF4-FFF2-40B4-BE49-F238E27FC236}">
                <a16:creationId xmlns:a16="http://schemas.microsoft.com/office/drawing/2014/main" id="{86C9E91A-2D9C-8DF6-D233-0BE1A1C25D9E}"/>
              </a:ext>
            </a:extLst>
          </p:cNvPr>
          <p:cNvSpPr>
            <a:spLocks noGrp="1" noChangeArrowheads="1"/>
          </p:cNvSpPr>
          <p:nvPr>
            <p:ph type="ftr" sz="quarter" idx="11"/>
          </p:nvPr>
        </p:nvSpPr>
        <p:spPr>
          <a:xfrm>
            <a:off x="3149600" y="6229350"/>
            <a:ext cx="2844800" cy="514350"/>
          </a:xfrm>
        </p:spPr>
        <p:txBody>
          <a:bodyPr/>
          <a:lstStyle>
            <a:lvl1pPr algn="l">
              <a:spcBef>
                <a:spcPct val="0"/>
              </a:spcBef>
              <a:defRPr>
                <a:solidFill>
                  <a:srgbClr val="5E574E"/>
                </a:solidFill>
              </a:defRPr>
            </a:lvl1pPr>
          </a:lstStyle>
          <a:p>
            <a:pPr>
              <a:defRPr/>
            </a:pPr>
            <a:endParaRPr lang="en-GB"/>
          </a:p>
        </p:txBody>
      </p:sp>
      <p:sp>
        <p:nvSpPr>
          <p:cNvPr id="5" name="Slide Number Placeholder 6">
            <a:extLst>
              <a:ext uri="{FF2B5EF4-FFF2-40B4-BE49-F238E27FC236}">
                <a16:creationId xmlns:a16="http://schemas.microsoft.com/office/drawing/2014/main" id="{0977BDE0-CC4A-CE92-7CA1-52BDCB9C49C2}"/>
              </a:ext>
            </a:extLst>
          </p:cNvPr>
          <p:cNvSpPr>
            <a:spLocks noGrp="1" noChangeArrowheads="1"/>
          </p:cNvSpPr>
          <p:nvPr>
            <p:ph type="sldNum" sz="quarter" idx="12"/>
          </p:nvPr>
        </p:nvSpPr>
        <p:spPr>
          <a:xfrm>
            <a:off x="6604000" y="6229350"/>
            <a:ext cx="1828800" cy="514350"/>
          </a:xfrm>
        </p:spPr>
        <p:txBody>
          <a:bodyPr/>
          <a:lstStyle>
            <a:lvl1pPr>
              <a:defRPr>
                <a:solidFill>
                  <a:srgbClr val="5E574E"/>
                </a:solidFill>
              </a:defRPr>
            </a:lvl1pPr>
          </a:lstStyle>
          <a:p>
            <a:pPr>
              <a:defRPr/>
            </a:pPr>
            <a:fld id="{2E6E155E-FFA8-42D8-A0E4-F16B422480DD}" type="slidenum">
              <a:rPr lang="en-US" altLang="en-US"/>
              <a:pPr>
                <a:defRPr/>
              </a:pPr>
              <a:t>‹#›</a:t>
            </a:fld>
            <a:endParaRPr lang="en-US" altLang="en-US"/>
          </a:p>
        </p:txBody>
      </p:sp>
    </p:spTree>
    <p:extLst>
      <p:ext uri="{BB962C8B-B14F-4D97-AF65-F5344CB8AC3E}">
        <p14:creationId xmlns:p14="http://schemas.microsoft.com/office/powerpoint/2010/main" val="437757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6FA2B06F-AD07-7C34-DAE8-351793F8752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34FA67E-0878-B509-3CCA-3656E2C7C99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D40D4A3-4833-4C80-C3CB-F857D7CF70A9}"/>
              </a:ext>
            </a:extLst>
          </p:cNvPr>
          <p:cNvSpPr>
            <a:spLocks noGrp="1" noChangeArrowheads="1"/>
          </p:cNvSpPr>
          <p:nvPr>
            <p:ph type="sldNum" sz="quarter" idx="12"/>
          </p:nvPr>
        </p:nvSpPr>
        <p:spPr>
          <a:ln/>
        </p:spPr>
        <p:txBody>
          <a:bodyPr/>
          <a:lstStyle>
            <a:lvl1pPr>
              <a:defRPr/>
            </a:lvl1pPr>
          </a:lstStyle>
          <a:p>
            <a:pPr>
              <a:defRPr/>
            </a:pPr>
            <a:fld id="{66B381A6-D4F7-4423-BE51-47587B6600F2}" type="slidenum">
              <a:rPr lang="en-US" altLang="en-US"/>
              <a:pPr>
                <a:defRPr/>
              </a:pPr>
              <a:t>‹#›</a:t>
            </a:fld>
            <a:endParaRPr lang="en-US" altLang="en-US"/>
          </a:p>
        </p:txBody>
      </p:sp>
    </p:spTree>
    <p:extLst>
      <p:ext uri="{BB962C8B-B14F-4D97-AF65-F5344CB8AC3E}">
        <p14:creationId xmlns:p14="http://schemas.microsoft.com/office/powerpoint/2010/main" val="3611211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EA03509-8521-773E-F5AF-D4CE1E6DDC5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5ED082D-F390-D00B-A4A7-CCC504869AC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4B44E97-CD9E-B2DE-07C8-30CB865FA5AF}"/>
              </a:ext>
            </a:extLst>
          </p:cNvPr>
          <p:cNvSpPr>
            <a:spLocks noGrp="1" noChangeArrowheads="1"/>
          </p:cNvSpPr>
          <p:nvPr>
            <p:ph type="sldNum" sz="quarter" idx="12"/>
          </p:nvPr>
        </p:nvSpPr>
        <p:spPr>
          <a:ln/>
        </p:spPr>
        <p:txBody>
          <a:bodyPr/>
          <a:lstStyle>
            <a:lvl1pPr>
              <a:defRPr/>
            </a:lvl1pPr>
          </a:lstStyle>
          <a:p>
            <a:pPr>
              <a:defRPr/>
            </a:pPr>
            <a:fld id="{8334DCB9-093D-47E1-9F4A-30EC3E0137F5}" type="slidenum">
              <a:rPr lang="en-US" altLang="en-US"/>
              <a:pPr>
                <a:defRPr/>
              </a:pPr>
              <a:t>‹#›</a:t>
            </a:fld>
            <a:endParaRPr lang="en-US" altLang="en-US"/>
          </a:p>
        </p:txBody>
      </p:sp>
    </p:spTree>
    <p:extLst>
      <p:ext uri="{BB962C8B-B14F-4D97-AF65-F5344CB8AC3E}">
        <p14:creationId xmlns:p14="http://schemas.microsoft.com/office/powerpoint/2010/main" val="3920182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457200" y="1885950"/>
            <a:ext cx="4013200"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622800" y="1885950"/>
            <a:ext cx="4013200"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Rectangle 4">
            <a:extLst>
              <a:ext uri="{FF2B5EF4-FFF2-40B4-BE49-F238E27FC236}">
                <a16:creationId xmlns:a16="http://schemas.microsoft.com/office/drawing/2014/main" id="{48E19F44-CFFB-0854-0409-38889901460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E282E3D-E341-63AE-6EEE-F77B7513659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28FA030-2C46-562B-EED4-CE8C192A8A4C}"/>
              </a:ext>
            </a:extLst>
          </p:cNvPr>
          <p:cNvSpPr>
            <a:spLocks noGrp="1" noChangeArrowheads="1"/>
          </p:cNvSpPr>
          <p:nvPr>
            <p:ph type="sldNum" sz="quarter" idx="12"/>
          </p:nvPr>
        </p:nvSpPr>
        <p:spPr>
          <a:ln/>
        </p:spPr>
        <p:txBody>
          <a:bodyPr/>
          <a:lstStyle>
            <a:lvl1pPr>
              <a:defRPr/>
            </a:lvl1pPr>
          </a:lstStyle>
          <a:p>
            <a:pPr>
              <a:defRPr/>
            </a:pPr>
            <a:fld id="{54292D7D-CD7C-4BEC-B08D-75D4178F1D7F}" type="slidenum">
              <a:rPr lang="en-US" altLang="en-US"/>
              <a:pPr>
                <a:defRPr/>
              </a:pPr>
              <a:t>‹#›</a:t>
            </a:fld>
            <a:endParaRPr lang="en-US" altLang="en-US"/>
          </a:p>
        </p:txBody>
      </p:sp>
    </p:spTree>
    <p:extLst>
      <p:ext uri="{BB962C8B-B14F-4D97-AF65-F5344CB8AC3E}">
        <p14:creationId xmlns:p14="http://schemas.microsoft.com/office/powerpoint/2010/main" val="3674177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Rectangle 4">
            <a:extLst>
              <a:ext uri="{FF2B5EF4-FFF2-40B4-BE49-F238E27FC236}">
                <a16:creationId xmlns:a16="http://schemas.microsoft.com/office/drawing/2014/main" id="{5E671A85-D68E-CB64-EDCD-596D78B7B08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2E9CE974-A80B-54E7-5EE8-5868D6F0759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8B9E3BD2-357E-769E-C570-E1431129B6A7}"/>
              </a:ext>
            </a:extLst>
          </p:cNvPr>
          <p:cNvSpPr>
            <a:spLocks noGrp="1" noChangeArrowheads="1"/>
          </p:cNvSpPr>
          <p:nvPr>
            <p:ph type="sldNum" sz="quarter" idx="12"/>
          </p:nvPr>
        </p:nvSpPr>
        <p:spPr>
          <a:ln/>
        </p:spPr>
        <p:txBody>
          <a:bodyPr/>
          <a:lstStyle>
            <a:lvl1pPr>
              <a:defRPr/>
            </a:lvl1pPr>
          </a:lstStyle>
          <a:p>
            <a:pPr>
              <a:defRPr/>
            </a:pPr>
            <a:fld id="{629587A7-F13B-4131-BD88-72193CFCC0DD}" type="slidenum">
              <a:rPr lang="en-US" altLang="en-US"/>
              <a:pPr>
                <a:defRPr/>
              </a:pPr>
              <a:t>‹#›</a:t>
            </a:fld>
            <a:endParaRPr lang="en-US" altLang="en-US"/>
          </a:p>
        </p:txBody>
      </p:sp>
    </p:spTree>
    <p:extLst>
      <p:ext uri="{BB962C8B-B14F-4D97-AF65-F5344CB8AC3E}">
        <p14:creationId xmlns:p14="http://schemas.microsoft.com/office/powerpoint/2010/main" val="3433439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Rectangle 4">
            <a:extLst>
              <a:ext uri="{FF2B5EF4-FFF2-40B4-BE49-F238E27FC236}">
                <a16:creationId xmlns:a16="http://schemas.microsoft.com/office/drawing/2014/main" id="{7144A524-A47F-25A6-DA45-D869C15583A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B31D16E-48BF-FBD9-785C-5FD08FD1740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364A12C-9383-1482-0C49-40A0FA9A925D}"/>
              </a:ext>
            </a:extLst>
          </p:cNvPr>
          <p:cNvSpPr>
            <a:spLocks noGrp="1" noChangeArrowheads="1"/>
          </p:cNvSpPr>
          <p:nvPr>
            <p:ph type="sldNum" sz="quarter" idx="12"/>
          </p:nvPr>
        </p:nvSpPr>
        <p:spPr>
          <a:ln/>
        </p:spPr>
        <p:txBody>
          <a:bodyPr/>
          <a:lstStyle>
            <a:lvl1pPr>
              <a:defRPr/>
            </a:lvl1pPr>
          </a:lstStyle>
          <a:p>
            <a:pPr>
              <a:defRPr/>
            </a:pPr>
            <a:fld id="{263E6A20-EF0E-47AC-8E95-A7C5B0A8107E}" type="slidenum">
              <a:rPr lang="en-US" altLang="en-US"/>
              <a:pPr>
                <a:defRPr/>
              </a:pPr>
              <a:t>‹#›</a:t>
            </a:fld>
            <a:endParaRPr lang="en-US" altLang="en-US"/>
          </a:p>
        </p:txBody>
      </p:sp>
    </p:spTree>
    <p:extLst>
      <p:ext uri="{BB962C8B-B14F-4D97-AF65-F5344CB8AC3E}">
        <p14:creationId xmlns:p14="http://schemas.microsoft.com/office/powerpoint/2010/main" val="591968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1F74F1D-EA95-FC34-E51E-215288CD3311}"/>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1DA673E0-6B53-C5B4-2CFF-87D179F7CF4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3B99928-4D6B-DBEF-3B2B-383BE6713785}"/>
              </a:ext>
            </a:extLst>
          </p:cNvPr>
          <p:cNvSpPr>
            <a:spLocks noGrp="1" noChangeArrowheads="1"/>
          </p:cNvSpPr>
          <p:nvPr>
            <p:ph type="sldNum" sz="quarter" idx="12"/>
          </p:nvPr>
        </p:nvSpPr>
        <p:spPr>
          <a:ln/>
        </p:spPr>
        <p:txBody>
          <a:bodyPr/>
          <a:lstStyle>
            <a:lvl1pPr>
              <a:defRPr/>
            </a:lvl1pPr>
          </a:lstStyle>
          <a:p>
            <a:pPr>
              <a:defRPr/>
            </a:pPr>
            <a:fld id="{A008DA6D-7AAF-4298-9B9D-977F55FFEF0C}" type="slidenum">
              <a:rPr lang="en-US" altLang="en-US"/>
              <a:pPr>
                <a:defRPr/>
              </a:pPr>
              <a:t>‹#›</a:t>
            </a:fld>
            <a:endParaRPr lang="en-US" altLang="en-US"/>
          </a:p>
        </p:txBody>
      </p:sp>
    </p:spTree>
    <p:extLst>
      <p:ext uri="{BB962C8B-B14F-4D97-AF65-F5344CB8AC3E}">
        <p14:creationId xmlns:p14="http://schemas.microsoft.com/office/powerpoint/2010/main" val="3623848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B4735C3-5A57-DAE1-E66B-CEA456F87BD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F3DE67F-1C06-288D-7E06-70C024EA17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5F42FB6-0622-CA81-A6D0-281D43977720}"/>
              </a:ext>
            </a:extLst>
          </p:cNvPr>
          <p:cNvSpPr>
            <a:spLocks noGrp="1" noChangeArrowheads="1"/>
          </p:cNvSpPr>
          <p:nvPr>
            <p:ph type="sldNum" sz="quarter" idx="12"/>
          </p:nvPr>
        </p:nvSpPr>
        <p:spPr>
          <a:ln/>
        </p:spPr>
        <p:txBody>
          <a:bodyPr/>
          <a:lstStyle>
            <a:lvl1pPr>
              <a:defRPr/>
            </a:lvl1pPr>
          </a:lstStyle>
          <a:p>
            <a:pPr>
              <a:defRPr/>
            </a:pPr>
            <a:fld id="{D6791450-DC77-405B-89BA-F03BC8D6602E}" type="slidenum">
              <a:rPr lang="en-US" altLang="en-US"/>
              <a:pPr>
                <a:defRPr/>
              </a:pPr>
              <a:t>‹#›</a:t>
            </a:fld>
            <a:endParaRPr lang="en-US" altLang="en-US"/>
          </a:p>
        </p:txBody>
      </p:sp>
    </p:spTree>
    <p:extLst>
      <p:ext uri="{BB962C8B-B14F-4D97-AF65-F5344CB8AC3E}">
        <p14:creationId xmlns:p14="http://schemas.microsoft.com/office/powerpoint/2010/main" val="2083034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AE24E54-BCC0-011A-816E-3B1EBD0F0EB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966A058-90E6-B0F8-30F3-C381F9FC70E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2EE5FCA-34A2-7715-CF79-DC8CE7786EF3}"/>
              </a:ext>
            </a:extLst>
          </p:cNvPr>
          <p:cNvSpPr>
            <a:spLocks noGrp="1" noChangeArrowheads="1"/>
          </p:cNvSpPr>
          <p:nvPr>
            <p:ph type="sldNum" sz="quarter" idx="12"/>
          </p:nvPr>
        </p:nvSpPr>
        <p:spPr>
          <a:ln/>
        </p:spPr>
        <p:txBody>
          <a:bodyPr/>
          <a:lstStyle>
            <a:lvl1pPr>
              <a:defRPr/>
            </a:lvl1pPr>
          </a:lstStyle>
          <a:p>
            <a:pPr>
              <a:defRPr/>
            </a:pPr>
            <a:fld id="{AB806279-4BD7-420E-BDE2-B45D06F3E892}" type="slidenum">
              <a:rPr lang="en-US" altLang="en-US"/>
              <a:pPr>
                <a:defRPr/>
              </a:pPr>
              <a:t>‹#›</a:t>
            </a:fld>
            <a:endParaRPr lang="en-US" altLang="en-US"/>
          </a:p>
        </p:txBody>
      </p:sp>
    </p:spTree>
    <p:extLst>
      <p:ext uri="{BB962C8B-B14F-4D97-AF65-F5344CB8AC3E}">
        <p14:creationId xmlns:p14="http://schemas.microsoft.com/office/powerpoint/2010/main" val="138320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0FAA6838-1220-4389-ECF8-EEDA220DC8C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266780F-EE4F-DA9B-DA92-E911A1971BD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2B56010-A1CD-3222-C2D2-47D4C1A9F688}"/>
              </a:ext>
            </a:extLst>
          </p:cNvPr>
          <p:cNvSpPr>
            <a:spLocks noGrp="1" noChangeArrowheads="1"/>
          </p:cNvSpPr>
          <p:nvPr>
            <p:ph type="sldNum" sz="quarter" idx="12"/>
          </p:nvPr>
        </p:nvSpPr>
        <p:spPr>
          <a:ln/>
        </p:spPr>
        <p:txBody>
          <a:bodyPr/>
          <a:lstStyle>
            <a:lvl1pPr>
              <a:defRPr/>
            </a:lvl1pPr>
          </a:lstStyle>
          <a:p>
            <a:pPr>
              <a:defRPr/>
            </a:pPr>
            <a:fld id="{D75B9818-0E61-429D-A301-76096C819A6D}" type="slidenum">
              <a:rPr lang="en-US" altLang="en-US"/>
              <a:pPr>
                <a:defRPr/>
              </a:pPr>
              <a:t>‹#›</a:t>
            </a:fld>
            <a:endParaRPr lang="en-US" altLang="en-US"/>
          </a:p>
        </p:txBody>
      </p:sp>
    </p:spTree>
    <p:extLst>
      <p:ext uri="{BB962C8B-B14F-4D97-AF65-F5344CB8AC3E}">
        <p14:creationId xmlns:p14="http://schemas.microsoft.com/office/powerpoint/2010/main" val="4078681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8600" y="228600"/>
            <a:ext cx="2057400" cy="5829300"/>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406400" y="228600"/>
            <a:ext cx="6019800" cy="582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3D95D777-14D5-ACDC-E84E-596A34A67B2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F57D1FA-1C6D-686F-A161-0A0A41D13F8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77651CF-8784-951C-7C2E-07C528408B34}"/>
              </a:ext>
            </a:extLst>
          </p:cNvPr>
          <p:cNvSpPr>
            <a:spLocks noGrp="1" noChangeArrowheads="1"/>
          </p:cNvSpPr>
          <p:nvPr>
            <p:ph type="sldNum" sz="quarter" idx="12"/>
          </p:nvPr>
        </p:nvSpPr>
        <p:spPr>
          <a:ln/>
        </p:spPr>
        <p:txBody>
          <a:bodyPr/>
          <a:lstStyle>
            <a:lvl1pPr>
              <a:defRPr/>
            </a:lvl1pPr>
          </a:lstStyle>
          <a:p>
            <a:pPr>
              <a:defRPr/>
            </a:pPr>
            <a:fld id="{C0399C96-D213-49E8-A77C-DDA5079B90EF}" type="slidenum">
              <a:rPr lang="en-US" altLang="en-US"/>
              <a:pPr>
                <a:defRPr/>
              </a:pPr>
              <a:t>‹#›</a:t>
            </a:fld>
            <a:endParaRPr lang="en-US" altLang="en-US"/>
          </a:p>
        </p:txBody>
      </p:sp>
    </p:spTree>
    <p:extLst>
      <p:ext uri="{BB962C8B-B14F-4D97-AF65-F5344CB8AC3E}">
        <p14:creationId xmlns:p14="http://schemas.microsoft.com/office/powerpoint/2010/main" val="513169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7">
            <a:extLst>
              <a:ext uri="{FF2B5EF4-FFF2-40B4-BE49-F238E27FC236}">
                <a16:creationId xmlns:a16="http://schemas.microsoft.com/office/drawing/2014/main" id="{C3CCE01D-1DED-F752-0BBE-899034948855}"/>
              </a:ext>
            </a:extLst>
          </p:cNvPr>
          <p:cNvSpPr>
            <a:spLocks noChangeShapeType="1"/>
          </p:cNvSpPr>
          <p:nvPr/>
        </p:nvSpPr>
        <p:spPr bwMode="auto">
          <a:xfrm>
            <a:off x="457200" y="2514600"/>
            <a:ext cx="81534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0178" name="Rectangle 2"/>
          <p:cNvSpPr>
            <a:spLocks noGrp="1" noChangeArrowheads="1"/>
          </p:cNvSpPr>
          <p:nvPr>
            <p:ph type="ctrTitle"/>
          </p:nvPr>
        </p:nvSpPr>
        <p:spPr>
          <a:xfrm>
            <a:off x="914400" y="533400"/>
            <a:ext cx="7721600" cy="1905000"/>
          </a:xfrm>
        </p:spPr>
        <p:txBody>
          <a:bodyPr/>
          <a:lstStyle>
            <a:lvl1pPr>
              <a:defRPr/>
            </a:lvl1pPr>
          </a:lstStyle>
          <a:p>
            <a:r>
              <a:rPr lang="en-US"/>
              <a:t>Click to edit Master title style</a:t>
            </a:r>
          </a:p>
        </p:txBody>
      </p:sp>
      <p:sp>
        <p:nvSpPr>
          <p:cNvPr id="50179" name="Rectangle 3"/>
          <p:cNvSpPr>
            <a:spLocks noGrp="1" noChangeArrowheads="1"/>
          </p:cNvSpPr>
          <p:nvPr>
            <p:ph type="subTitle" idx="1"/>
          </p:nvPr>
        </p:nvSpPr>
        <p:spPr>
          <a:xfrm>
            <a:off x="914400" y="3028950"/>
            <a:ext cx="6400800" cy="1771650"/>
          </a:xfrm>
        </p:spPr>
        <p:txBody>
          <a:bodyPr/>
          <a:lstStyle>
            <a:lvl1pPr marL="0" indent="0">
              <a:buFontTx/>
              <a:buNone/>
              <a:defRPr>
                <a:latin typeface="Arial Black" pitchFamily="34" charset="0"/>
              </a:defRPr>
            </a:lvl1pPr>
          </a:lstStyle>
          <a:p>
            <a:r>
              <a:rPr lang="en-US"/>
              <a:t>Click to edit Master subtitle style</a:t>
            </a:r>
          </a:p>
        </p:txBody>
      </p:sp>
      <p:sp>
        <p:nvSpPr>
          <p:cNvPr id="3" name="Date Placeholder 4">
            <a:extLst>
              <a:ext uri="{FF2B5EF4-FFF2-40B4-BE49-F238E27FC236}">
                <a16:creationId xmlns:a16="http://schemas.microsoft.com/office/drawing/2014/main" id="{A7E72915-6205-3403-5CCF-357C0E428412}"/>
              </a:ext>
            </a:extLst>
          </p:cNvPr>
          <p:cNvSpPr>
            <a:spLocks noGrp="1" noChangeArrowheads="1"/>
          </p:cNvSpPr>
          <p:nvPr>
            <p:ph type="dt" sz="half" idx="10"/>
          </p:nvPr>
        </p:nvSpPr>
        <p:spPr>
          <a:xfrm>
            <a:off x="711200" y="6229350"/>
            <a:ext cx="1930400" cy="514350"/>
          </a:xfrm>
        </p:spPr>
        <p:txBody>
          <a:bodyPr/>
          <a:lstStyle>
            <a:lvl1pPr defTabSz="457200" eaLnBrk="1" hangingPunct="1">
              <a:lnSpc>
                <a:spcPct val="20000"/>
              </a:lnSpc>
              <a:buSzPct val="100000"/>
              <a:defRPr>
                <a:solidFill>
                  <a:srgbClr val="5E574E"/>
                </a:solidFill>
              </a:defRPr>
            </a:lvl1pPr>
          </a:lstStyle>
          <a:p>
            <a:pPr>
              <a:defRPr/>
            </a:pPr>
            <a:endParaRPr lang="en-US"/>
          </a:p>
        </p:txBody>
      </p:sp>
      <p:sp>
        <p:nvSpPr>
          <p:cNvPr id="4" name="Footer Placeholder 5">
            <a:extLst>
              <a:ext uri="{FF2B5EF4-FFF2-40B4-BE49-F238E27FC236}">
                <a16:creationId xmlns:a16="http://schemas.microsoft.com/office/drawing/2014/main" id="{4E4B53B5-2232-3F90-7574-3D18DBEF0230}"/>
              </a:ext>
            </a:extLst>
          </p:cNvPr>
          <p:cNvSpPr>
            <a:spLocks noGrp="1" noChangeArrowheads="1"/>
          </p:cNvSpPr>
          <p:nvPr>
            <p:ph type="ftr" sz="quarter" idx="11"/>
          </p:nvPr>
        </p:nvSpPr>
        <p:spPr>
          <a:xfrm>
            <a:off x="3149600" y="6229350"/>
            <a:ext cx="2844800" cy="514350"/>
          </a:xfrm>
        </p:spPr>
        <p:txBody>
          <a:bodyPr/>
          <a:lstStyle>
            <a:lvl1pPr algn="l" defTabSz="457200" eaLnBrk="1" hangingPunct="1">
              <a:lnSpc>
                <a:spcPct val="20000"/>
              </a:lnSpc>
              <a:spcBef>
                <a:spcPct val="0"/>
              </a:spcBef>
              <a:buSzPct val="100000"/>
              <a:defRPr>
                <a:solidFill>
                  <a:srgbClr val="5E574E"/>
                </a:solidFill>
              </a:defRPr>
            </a:lvl1pPr>
          </a:lstStyle>
          <a:p>
            <a:pPr>
              <a:defRPr/>
            </a:pPr>
            <a:endParaRPr lang="en-GB"/>
          </a:p>
        </p:txBody>
      </p:sp>
      <p:sp>
        <p:nvSpPr>
          <p:cNvPr id="5" name="Slide Number Placeholder 6">
            <a:extLst>
              <a:ext uri="{FF2B5EF4-FFF2-40B4-BE49-F238E27FC236}">
                <a16:creationId xmlns:a16="http://schemas.microsoft.com/office/drawing/2014/main" id="{FFAEAB9F-476E-F8EF-D72F-542B221B799F}"/>
              </a:ext>
            </a:extLst>
          </p:cNvPr>
          <p:cNvSpPr>
            <a:spLocks noGrp="1" noChangeArrowheads="1"/>
          </p:cNvSpPr>
          <p:nvPr>
            <p:ph type="sldNum" sz="quarter" idx="12"/>
          </p:nvPr>
        </p:nvSpPr>
        <p:spPr>
          <a:xfrm>
            <a:off x="6604000" y="6229350"/>
            <a:ext cx="1828800" cy="514350"/>
          </a:xfrm>
        </p:spPr>
        <p:txBody>
          <a:bodyPr/>
          <a:lstStyle>
            <a:lvl1pPr defTabSz="457200" eaLnBrk="1" hangingPunct="1">
              <a:lnSpc>
                <a:spcPct val="20000"/>
              </a:lnSpc>
              <a:buSzPct val="100000"/>
              <a:defRPr/>
            </a:lvl1pPr>
          </a:lstStyle>
          <a:p>
            <a:pPr>
              <a:defRPr/>
            </a:pPr>
            <a:fld id="{FEBA95C9-438F-49FC-A78B-5BA80994BA42}" type="slidenum">
              <a:rPr lang="en-US" altLang="en-US"/>
              <a:pPr>
                <a:defRPr/>
              </a:pPr>
              <a:t>‹#›</a:t>
            </a:fld>
            <a:endParaRPr lang="en-US" altLang="en-US"/>
          </a:p>
        </p:txBody>
      </p:sp>
    </p:spTree>
    <p:extLst>
      <p:ext uri="{BB962C8B-B14F-4D97-AF65-F5344CB8AC3E}">
        <p14:creationId xmlns:p14="http://schemas.microsoft.com/office/powerpoint/2010/main" val="309098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16AA2777-9FD9-F129-B4DD-4AF4A3F2A114}"/>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5" name="Rectangle 5">
            <a:extLst>
              <a:ext uri="{FF2B5EF4-FFF2-40B4-BE49-F238E27FC236}">
                <a16:creationId xmlns:a16="http://schemas.microsoft.com/office/drawing/2014/main" id="{2A575642-5F1F-1387-5E99-2A1B24774A5F}"/>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6" name="Rectangle 6">
            <a:extLst>
              <a:ext uri="{FF2B5EF4-FFF2-40B4-BE49-F238E27FC236}">
                <a16:creationId xmlns:a16="http://schemas.microsoft.com/office/drawing/2014/main" id="{8540B2A6-6503-6BB1-562D-FBE28EF60C4B}"/>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2A228A30-216E-4177-BCCF-47C6214475F1}" type="slidenum">
              <a:rPr lang="en-US" altLang="en-US"/>
              <a:pPr>
                <a:defRPr/>
              </a:pPr>
              <a:t>‹#›</a:t>
            </a:fld>
            <a:endParaRPr lang="en-US" altLang="en-US"/>
          </a:p>
        </p:txBody>
      </p:sp>
    </p:spTree>
    <p:extLst>
      <p:ext uri="{BB962C8B-B14F-4D97-AF65-F5344CB8AC3E}">
        <p14:creationId xmlns:p14="http://schemas.microsoft.com/office/powerpoint/2010/main" val="968985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0A21ED9E-A672-A33D-B5AD-F3496ECBAC0D}"/>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5" name="Rectangle 5">
            <a:extLst>
              <a:ext uri="{FF2B5EF4-FFF2-40B4-BE49-F238E27FC236}">
                <a16:creationId xmlns:a16="http://schemas.microsoft.com/office/drawing/2014/main" id="{EB28C3DF-6276-A8F0-4A0E-AEC858C3D741}"/>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6" name="Rectangle 6">
            <a:extLst>
              <a:ext uri="{FF2B5EF4-FFF2-40B4-BE49-F238E27FC236}">
                <a16:creationId xmlns:a16="http://schemas.microsoft.com/office/drawing/2014/main" id="{29710CE6-767B-9373-11AD-3BE027CAB00F}"/>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6175251B-B60F-4C05-AAC9-B68B421165CE}" type="slidenum">
              <a:rPr lang="en-US" altLang="en-US"/>
              <a:pPr>
                <a:defRPr/>
              </a:pPr>
              <a:t>‹#›</a:t>
            </a:fld>
            <a:endParaRPr lang="en-US" altLang="en-US"/>
          </a:p>
        </p:txBody>
      </p:sp>
    </p:spTree>
    <p:extLst>
      <p:ext uri="{BB962C8B-B14F-4D97-AF65-F5344CB8AC3E}">
        <p14:creationId xmlns:p14="http://schemas.microsoft.com/office/powerpoint/2010/main" val="1528475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457200" y="1885950"/>
            <a:ext cx="4013200"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622800" y="1885950"/>
            <a:ext cx="4013200"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1CF76689-DF7B-9610-89F8-724D41C56059}"/>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6" name="Footer Placeholder 5">
            <a:extLst>
              <a:ext uri="{FF2B5EF4-FFF2-40B4-BE49-F238E27FC236}">
                <a16:creationId xmlns:a16="http://schemas.microsoft.com/office/drawing/2014/main" id="{70ECA0DB-E9C9-EFB0-71F1-E5E62651633A}"/>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7" name="Slide Number Placeholder 6">
            <a:extLst>
              <a:ext uri="{FF2B5EF4-FFF2-40B4-BE49-F238E27FC236}">
                <a16:creationId xmlns:a16="http://schemas.microsoft.com/office/drawing/2014/main" id="{0E558399-7B49-E91E-813E-C0F449F78001}"/>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FB689818-5743-4446-9D48-31A888C1F949}" type="slidenum">
              <a:rPr lang="en-US" altLang="en-US"/>
              <a:pPr>
                <a:defRPr/>
              </a:pPr>
              <a:t>‹#›</a:t>
            </a:fld>
            <a:endParaRPr lang="en-US" altLang="en-US"/>
          </a:p>
        </p:txBody>
      </p:sp>
    </p:spTree>
    <p:extLst>
      <p:ext uri="{BB962C8B-B14F-4D97-AF65-F5344CB8AC3E}">
        <p14:creationId xmlns:p14="http://schemas.microsoft.com/office/powerpoint/2010/main" val="28696966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Rectangle 4">
            <a:extLst>
              <a:ext uri="{FF2B5EF4-FFF2-40B4-BE49-F238E27FC236}">
                <a16:creationId xmlns:a16="http://schemas.microsoft.com/office/drawing/2014/main" id="{3311F3E9-B1CB-B4CC-113E-50EBD6455302}"/>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8" name="Rectangle 5">
            <a:extLst>
              <a:ext uri="{FF2B5EF4-FFF2-40B4-BE49-F238E27FC236}">
                <a16:creationId xmlns:a16="http://schemas.microsoft.com/office/drawing/2014/main" id="{AC321570-1055-D997-6528-75BE93610A60}"/>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9" name="Rectangle 6">
            <a:extLst>
              <a:ext uri="{FF2B5EF4-FFF2-40B4-BE49-F238E27FC236}">
                <a16:creationId xmlns:a16="http://schemas.microsoft.com/office/drawing/2014/main" id="{FF999E47-EBBF-DC3F-37E4-A1564B050D21}"/>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3109BF06-3745-4262-933D-BFA9444E0D11}" type="slidenum">
              <a:rPr lang="en-US" altLang="en-US"/>
              <a:pPr>
                <a:defRPr/>
              </a:pPr>
              <a:t>‹#›</a:t>
            </a:fld>
            <a:endParaRPr lang="en-US" altLang="en-US"/>
          </a:p>
        </p:txBody>
      </p:sp>
    </p:spTree>
    <p:extLst>
      <p:ext uri="{BB962C8B-B14F-4D97-AF65-F5344CB8AC3E}">
        <p14:creationId xmlns:p14="http://schemas.microsoft.com/office/powerpoint/2010/main" val="36078191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Rectangle 4">
            <a:extLst>
              <a:ext uri="{FF2B5EF4-FFF2-40B4-BE49-F238E27FC236}">
                <a16:creationId xmlns:a16="http://schemas.microsoft.com/office/drawing/2014/main" id="{CF712BBD-F4C1-3631-3444-3980A749B8E0}"/>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4" name="Rectangle 5">
            <a:extLst>
              <a:ext uri="{FF2B5EF4-FFF2-40B4-BE49-F238E27FC236}">
                <a16:creationId xmlns:a16="http://schemas.microsoft.com/office/drawing/2014/main" id="{20198583-6713-C11D-FDA2-16FD7A818456}"/>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5" name="Rectangle 6">
            <a:extLst>
              <a:ext uri="{FF2B5EF4-FFF2-40B4-BE49-F238E27FC236}">
                <a16:creationId xmlns:a16="http://schemas.microsoft.com/office/drawing/2014/main" id="{B8DA4E0D-AD48-6B25-5377-ECCF184E3058}"/>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AB376B47-1FA5-4F8C-A793-DEBF996E91AD}" type="slidenum">
              <a:rPr lang="en-US" altLang="en-US"/>
              <a:pPr>
                <a:defRPr/>
              </a:pPr>
              <a:t>‹#›</a:t>
            </a:fld>
            <a:endParaRPr lang="en-US" altLang="en-US"/>
          </a:p>
        </p:txBody>
      </p:sp>
    </p:spTree>
    <p:extLst>
      <p:ext uri="{BB962C8B-B14F-4D97-AF65-F5344CB8AC3E}">
        <p14:creationId xmlns:p14="http://schemas.microsoft.com/office/powerpoint/2010/main" val="16131067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6C50F8C-1CC1-2896-A4B4-8C83DD01C184}"/>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3" name="Rectangle 5">
            <a:extLst>
              <a:ext uri="{FF2B5EF4-FFF2-40B4-BE49-F238E27FC236}">
                <a16:creationId xmlns:a16="http://schemas.microsoft.com/office/drawing/2014/main" id="{E2829FE0-2E84-929C-4797-F292493BA771}"/>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4" name="Rectangle 6">
            <a:extLst>
              <a:ext uri="{FF2B5EF4-FFF2-40B4-BE49-F238E27FC236}">
                <a16:creationId xmlns:a16="http://schemas.microsoft.com/office/drawing/2014/main" id="{A1301E4A-D82D-AEE1-989B-E2DE3115E058}"/>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1F333C33-1E73-4606-8ED9-ED9158AFE082}" type="slidenum">
              <a:rPr lang="en-US" altLang="en-US"/>
              <a:pPr>
                <a:defRPr/>
              </a:pPr>
              <a:t>‹#›</a:t>
            </a:fld>
            <a:endParaRPr lang="en-US" altLang="en-US"/>
          </a:p>
        </p:txBody>
      </p:sp>
    </p:spTree>
    <p:extLst>
      <p:ext uri="{BB962C8B-B14F-4D97-AF65-F5344CB8AC3E}">
        <p14:creationId xmlns:p14="http://schemas.microsoft.com/office/powerpoint/2010/main" val="1083125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840860B1-A00F-AAD2-6BDF-028FA6B2216B}"/>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6" name="Footer Placeholder 5">
            <a:extLst>
              <a:ext uri="{FF2B5EF4-FFF2-40B4-BE49-F238E27FC236}">
                <a16:creationId xmlns:a16="http://schemas.microsoft.com/office/drawing/2014/main" id="{BAE9E17E-F366-2649-1100-826849493E47}"/>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7" name="Slide Number Placeholder 6">
            <a:extLst>
              <a:ext uri="{FF2B5EF4-FFF2-40B4-BE49-F238E27FC236}">
                <a16:creationId xmlns:a16="http://schemas.microsoft.com/office/drawing/2014/main" id="{8480A56C-AFE0-31BA-5FF9-F36962B4006D}"/>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3E43E74B-FA6E-41F1-9AD2-79F1E0348CE7}" type="slidenum">
              <a:rPr lang="en-US" altLang="en-US"/>
              <a:pPr>
                <a:defRPr/>
              </a:pPr>
              <a:t>‹#›</a:t>
            </a:fld>
            <a:endParaRPr lang="en-US" altLang="en-US"/>
          </a:p>
        </p:txBody>
      </p:sp>
    </p:spTree>
    <p:extLst>
      <p:ext uri="{BB962C8B-B14F-4D97-AF65-F5344CB8AC3E}">
        <p14:creationId xmlns:p14="http://schemas.microsoft.com/office/powerpoint/2010/main" val="14980461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4F260061-1F2B-21B9-2C73-2BBF813B090D}"/>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6" name="Footer Placeholder 5">
            <a:extLst>
              <a:ext uri="{FF2B5EF4-FFF2-40B4-BE49-F238E27FC236}">
                <a16:creationId xmlns:a16="http://schemas.microsoft.com/office/drawing/2014/main" id="{1CB87551-F213-E4AA-5970-A1C36272F729}"/>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7" name="Slide Number Placeholder 6">
            <a:extLst>
              <a:ext uri="{FF2B5EF4-FFF2-40B4-BE49-F238E27FC236}">
                <a16:creationId xmlns:a16="http://schemas.microsoft.com/office/drawing/2014/main" id="{EF7463C8-B542-F1E4-B229-F68B4DDEFCA8}"/>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92197717-EF94-48CE-8B70-4443A2EB6276}" type="slidenum">
              <a:rPr lang="en-US" altLang="en-US"/>
              <a:pPr>
                <a:defRPr/>
              </a:pPr>
              <a:t>‹#›</a:t>
            </a:fld>
            <a:endParaRPr lang="en-US" altLang="en-US"/>
          </a:p>
        </p:txBody>
      </p:sp>
    </p:spTree>
    <p:extLst>
      <p:ext uri="{BB962C8B-B14F-4D97-AF65-F5344CB8AC3E}">
        <p14:creationId xmlns:p14="http://schemas.microsoft.com/office/powerpoint/2010/main" val="4561069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B9391E0D-BBE8-2549-8A98-0B2795643FA2}"/>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5" name="Rectangle 5">
            <a:extLst>
              <a:ext uri="{FF2B5EF4-FFF2-40B4-BE49-F238E27FC236}">
                <a16:creationId xmlns:a16="http://schemas.microsoft.com/office/drawing/2014/main" id="{80996ABC-19EF-9EF6-ED5E-69313DBB29D9}"/>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6" name="Rectangle 6">
            <a:extLst>
              <a:ext uri="{FF2B5EF4-FFF2-40B4-BE49-F238E27FC236}">
                <a16:creationId xmlns:a16="http://schemas.microsoft.com/office/drawing/2014/main" id="{A714C640-CA47-45DE-098D-FEEB24731EA2}"/>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9E7CCB3C-B719-4BA8-B2DF-B5CBF30FC953}" type="slidenum">
              <a:rPr lang="en-US" altLang="en-US"/>
              <a:pPr>
                <a:defRPr/>
              </a:pPr>
              <a:t>‹#›</a:t>
            </a:fld>
            <a:endParaRPr lang="en-US" altLang="en-US"/>
          </a:p>
        </p:txBody>
      </p:sp>
    </p:spTree>
    <p:extLst>
      <p:ext uri="{BB962C8B-B14F-4D97-AF65-F5344CB8AC3E}">
        <p14:creationId xmlns:p14="http://schemas.microsoft.com/office/powerpoint/2010/main" val="39578720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8600" y="228600"/>
            <a:ext cx="2057400" cy="5829300"/>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406400" y="228600"/>
            <a:ext cx="6019800" cy="582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9AE80ED6-ACA5-E00C-0207-1C5A5B773CFD}"/>
              </a:ext>
            </a:extLst>
          </p:cNvPr>
          <p:cNvSpPr>
            <a:spLocks noGrp="1" noChangeArrowheads="1"/>
          </p:cNvSpPr>
          <p:nvPr>
            <p:ph type="dt" sz="half" idx="10"/>
          </p:nvPr>
        </p:nvSpPr>
        <p:spPr/>
        <p:txBody>
          <a:bodyPr/>
          <a:lstStyle>
            <a:lvl1pPr defTabSz="457200" eaLnBrk="1" hangingPunct="1">
              <a:lnSpc>
                <a:spcPct val="20000"/>
              </a:lnSpc>
              <a:buSzPct val="100000"/>
              <a:defRPr/>
            </a:lvl1pPr>
          </a:lstStyle>
          <a:p>
            <a:pPr>
              <a:defRPr/>
            </a:pPr>
            <a:endParaRPr lang="en-US"/>
          </a:p>
        </p:txBody>
      </p:sp>
      <p:sp>
        <p:nvSpPr>
          <p:cNvPr id="5" name="Rectangle 5">
            <a:extLst>
              <a:ext uri="{FF2B5EF4-FFF2-40B4-BE49-F238E27FC236}">
                <a16:creationId xmlns:a16="http://schemas.microsoft.com/office/drawing/2014/main" id="{3651F4B7-6C81-05B3-ABDE-5569C3AF43C4}"/>
              </a:ext>
            </a:extLst>
          </p:cNvPr>
          <p:cNvSpPr>
            <a:spLocks noGrp="1" noChangeArrowheads="1"/>
          </p:cNvSpPr>
          <p:nvPr>
            <p:ph type="ftr" sz="quarter" idx="11"/>
          </p:nvPr>
        </p:nvSpPr>
        <p:spPr/>
        <p:txBody>
          <a:bodyPr/>
          <a:lstStyle>
            <a:lvl1pPr defTabSz="457200" eaLnBrk="1" hangingPunct="1">
              <a:lnSpc>
                <a:spcPct val="20000"/>
              </a:lnSpc>
              <a:buSzPct val="100000"/>
              <a:defRPr/>
            </a:lvl1pPr>
          </a:lstStyle>
          <a:p>
            <a:pPr>
              <a:defRPr/>
            </a:pPr>
            <a:endParaRPr lang="en-US"/>
          </a:p>
        </p:txBody>
      </p:sp>
      <p:sp>
        <p:nvSpPr>
          <p:cNvPr id="6" name="Rectangle 6">
            <a:extLst>
              <a:ext uri="{FF2B5EF4-FFF2-40B4-BE49-F238E27FC236}">
                <a16:creationId xmlns:a16="http://schemas.microsoft.com/office/drawing/2014/main" id="{B19728C6-1187-87B9-4999-66493A7F403B}"/>
              </a:ext>
            </a:extLst>
          </p:cNvPr>
          <p:cNvSpPr>
            <a:spLocks noGrp="1" noChangeArrowheads="1"/>
          </p:cNvSpPr>
          <p:nvPr>
            <p:ph type="sldNum" sz="quarter" idx="12"/>
          </p:nvPr>
        </p:nvSpPr>
        <p:spPr/>
        <p:txBody>
          <a:bodyPr/>
          <a:lstStyle>
            <a:lvl1pPr defTabSz="457200" eaLnBrk="1" hangingPunct="1">
              <a:lnSpc>
                <a:spcPct val="20000"/>
              </a:lnSpc>
              <a:buSzPct val="100000"/>
              <a:defRPr/>
            </a:lvl1pPr>
          </a:lstStyle>
          <a:p>
            <a:pPr>
              <a:defRPr/>
            </a:pPr>
            <a:fld id="{2E4AB256-441C-4D47-B059-8122DE1102D1}" type="slidenum">
              <a:rPr lang="en-US" altLang="en-US"/>
              <a:pPr>
                <a:defRPr/>
              </a:pPr>
              <a:t>‹#›</a:t>
            </a:fld>
            <a:endParaRPr lang="en-US" altLang="en-US"/>
          </a:p>
        </p:txBody>
      </p:sp>
    </p:spTree>
    <p:extLst>
      <p:ext uri="{BB962C8B-B14F-4D97-AF65-F5344CB8AC3E}">
        <p14:creationId xmlns:p14="http://schemas.microsoft.com/office/powerpoint/2010/main" val="4189812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MY"/>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Rectangle 6">
            <a:extLst>
              <a:ext uri="{FF2B5EF4-FFF2-40B4-BE49-F238E27FC236}">
                <a16:creationId xmlns:a16="http://schemas.microsoft.com/office/drawing/2014/main" id="{9B94D442-A86D-225F-1B3E-5F61CE5D1826}"/>
              </a:ext>
            </a:extLst>
          </p:cNvPr>
          <p:cNvSpPr>
            <a:spLocks noGrp="1" noChangeArrowheads="1"/>
          </p:cNvSpPr>
          <p:nvPr>
            <p:ph type="sldNum" idx="10"/>
          </p:nvPr>
        </p:nvSpPr>
        <p:spPr>
          <a:ln/>
        </p:spPr>
        <p:txBody>
          <a:bodyPr/>
          <a:lstStyle>
            <a:lvl1pPr>
              <a:defRPr/>
            </a:lvl1pPr>
          </a:lstStyle>
          <a:p>
            <a:pPr>
              <a:defRPr/>
            </a:pPr>
            <a:fld id="{7E33E8A8-900F-4FCD-9CE5-2CB436CF7BBF}" type="slidenum">
              <a:rPr lang="en-US" altLang="en-US"/>
              <a:pPr>
                <a:defRPr/>
              </a:pPr>
              <a:t>‹#›</a:t>
            </a:fld>
            <a:endParaRPr lang="en-US" altLang="en-US"/>
          </a:p>
        </p:txBody>
      </p:sp>
    </p:spTree>
    <p:extLst>
      <p:ext uri="{BB962C8B-B14F-4D97-AF65-F5344CB8AC3E}">
        <p14:creationId xmlns:p14="http://schemas.microsoft.com/office/powerpoint/2010/main" val="41361421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6">
            <a:extLst>
              <a:ext uri="{FF2B5EF4-FFF2-40B4-BE49-F238E27FC236}">
                <a16:creationId xmlns:a16="http://schemas.microsoft.com/office/drawing/2014/main" id="{A8DB8163-5D3A-6153-155B-3C6BE1AA3FA3}"/>
              </a:ext>
            </a:extLst>
          </p:cNvPr>
          <p:cNvSpPr>
            <a:spLocks noGrp="1" noChangeArrowheads="1"/>
          </p:cNvSpPr>
          <p:nvPr>
            <p:ph type="sldNum" idx="10"/>
          </p:nvPr>
        </p:nvSpPr>
        <p:spPr>
          <a:ln/>
        </p:spPr>
        <p:txBody>
          <a:bodyPr/>
          <a:lstStyle>
            <a:lvl1pPr>
              <a:defRPr/>
            </a:lvl1pPr>
          </a:lstStyle>
          <a:p>
            <a:pPr>
              <a:defRPr/>
            </a:pPr>
            <a:fld id="{088439B5-05B4-4E9B-B76F-8A855FB54998}" type="slidenum">
              <a:rPr lang="en-US" altLang="en-US"/>
              <a:pPr>
                <a:defRPr/>
              </a:pPr>
              <a:t>‹#›</a:t>
            </a:fld>
            <a:endParaRPr lang="en-US" altLang="en-US"/>
          </a:p>
        </p:txBody>
      </p:sp>
    </p:spTree>
    <p:extLst>
      <p:ext uri="{BB962C8B-B14F-4D97-AF65-F5344CB8AC3E}">
        <p14:creationId xmlns:p14="http://schemas.microsoft.com/office/powerpoint/2010/main" val="20749905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MY"/>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E8E59E49-F518-1E2D-6CD7-F8119375B477}"/>
              </a:ext>
            </a:extLst>
          </p:cNvPr>
          <p:cNvSpPr>
            <a:spLocks noGrp="1" noChangeArrowheads="1"/>
          </p:cNvSpPr>
          <p:nvPr>
            <p:ph type="sldNum" idx="10"/>
          </p:nvPr>
        </p:nvSpPr>
        <p:spPr>
          <a:ln/>
        </p:spPr>
        <p:txBody>
          <a:bodyPr/>
          <a:lstStyle>
            <a:lvl1pPr>
              <a:defRPr/>
            </a:lvl1pPr>
          </a:lstStyle>
          <a:p>
            <a:pPr>
              <a:defRPr/>
            </a:pPr>
            <a:fld id="{2B86A293-2E26-4F8C-A533-F71E25DDD95E}" type="slidenum">
              <a:rPr lang="en-US" altLang="en-US"/>
              <a:pPr>
                <a:defRPr/>
              </a:pPr>
              <a:t>‹#›</a:t>
            </a:fld>
            <a:endParaRPr lang="en-US" altLang="en-US"/>
          </a:p>
        </p:txBody>
      </p:sp>
    </p:spTree>
    <p:extLst>
      <p:ext uri="{BB962C8B-B14F-4D97-AF65-F5344CB8AC3E}">
        <p14:creationId xmlns:p14="http://schemas.microsoft.com/office/powerpoint/2010/main" val="14498834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457200" y="1885950"/>
            <a:ext cx="4011613" cy="4170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621213" y="1885950"/>
            <a:ext cx="4013200" cy="4170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Rectangle 6">
            <a:extLst>
              <a:ext uri="{FF2B5EF4-FFF2-40B4-BE49-F238E27FC236}">
                <a16:creationId xmlns:a16="http://schemas.microsoft.com/office/drawing/2014/main" id="{7105144C-521B-4F69-EACA-3C72717796B8}"/>
              </a:ext>
            </a:extLst>
          </p:cNvPr>
          <p:cNvSpPr>
            <a:spLocks noGrp="1" noChangeArrowheads="1"/>
          </p:cNvSpPr>
          <p:nvPr>
            <p:ph type="sldNum" idx="10"/>
          </p:nvPr>
        </p:nvSpPr>
        <p:spPr>
          <a:ln/>
        </p:spPr>
        <p:txBody>
          <a:bodyPr/>
          <a:lstStyle>
            <a:lvl1pPr>
              <a:defRPr/>
            </a:lvl1pPr>
          </a:lstStyle>
          <a:p>
            <a:pPr>
              <a:defRPr/>
            </a:pPr>
            <a:fld id="{2DA79253-B1C2-46CC-BBE1-55FDF403FA7B}" type="slidenum">
              <a:rPr lang="en-US" altLang="en-US"/>
              <a:pPr>
                <a:defRPr/>
              </a:pPr>
              <a:t>‹#›</a:t>
            </a:fld>
            <a:endParaRPr lang="en-US" altLang="en-US"/>
          </a:p>
        </p:txBody>
      </p:sp>
    </p:spTree>
    <p:extLst>
      <p:ext uri="{BB962C8B-B14F-4D97-AF65-F5344CB8AC3E}">
        <p14:creationId xmlns:p14="http://schemas.microsoft.com/office/powerpoint/2010/main" val="22133598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MY"/>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Rectangle 6">
            <a:extLst>
              <a:ext uri="{FF2B5EF4-FFF2-40B4-BE49-F238E27FC236}">
                <a16:creationId xmlns:a16="http://schemas.microsoft.com/office/drawing/2014/main" id="{F638EDBC-FE29-2EED-E6F8-21D70096F46B}"/>
              </a:ext>
            </a:extLst>
          </p:cNvPr>
          <p:cNvSpPr>
            <a:spLocks noGrp="1" noChangeArrowheads="1"/>
          </p:cNvSpPr>
          <p:nvPr>
            <p:ph type="sldNum" idx="10"/>
          </p:nvPr>
        </p:nvSpPr>
        <p:spPr>
          <a:ln/>
        </p:spPr>
        <p:txBody>
          <a:bodyPr/>
          <a:lstStyle>
            <a:lvl1pPr>
              <a:defRPr/>
            </a:lvl1pPr>
          </a:lstStyle>
          <a:p>
            <a:pPr>
              <a:defRPr/>
            </a:pPr>
            <a:fld id="{57BC1C38-820C-4022-9F99-34140C6881CE}" type="slidenum">
              <a:rPr lang="en-US" altLang="en-US"/>
              <a:pPr>
                <a:defRPr/>
              </a:pPr>
              <a:t>‹#›</a:t>
            </a:fld>
            <a:endParaRPr lang="en-US" altLang="en-US"/>
          </a:p>
        </p:txBody>
      </p:sp>
    </p:spTree>
    <p:extLst>
      <p:ext uri="{BB962C8B-B14F-4D97-AF65-F5344CB8AC3E}">
        <p14:creationId xmlns:p14="http://schemas.microsoft.com/office/powerpoint/2010/main" val="24714802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Rectangle 6">
            <a:extLst>
              <a:ext uri="{FF2B5EF4-FFF2-40B4-BE49-F238E27FC236}">
                <a16:creationId xmlns:a16="http://schemas.microsoft.com/office/drawing/2014/main" id="{5BF5A7E7-5D8B-BC7E-19C5-75D08F2F2801}"/>
              </a:ext>
            </a:extLst>
          </p:cNvPr>
          <p:cNvSpPr>
            <a:spLocks noGrp="1" noChangeArrowheads="1"/>
          </p:cNvSpPr>
          <p:nvPr>
            <p:ph type="sldNum" idx="10"/>
          </p:nvPr>
        </p:nvSpPr>
        <p:spPr>
          <a:ln/>
        </p:spPr>
        <p:txBody>
          <a:bodyPr/>
          <a:lstStyle>
            <a:lvl1pPr>
              <a:defRPr/>
            </a:lvl1pPr>
          </a:lstStyle>
          <a:p>
            <a:pPr>
              <a:defRPr/>
            </a:pPr>
            <a:fld id="{1D74C246-6634-48C6-896C-BA7FA7582B83}" type="slidenum">
              <a:rPr lang="en-US" altLang="en-US"/>
              <a:pPr>
                <a:defRPr/>
              </a:pPr>
              <a:t>‹#›</a:t>
            </a:fld>
            <a:endParaRPr lang="en-US" altLang="en-US"/>
          </a:p>
        </p:txBody>
      </p:sp>
    </p:spTree>
    <p:extLst>
      <p:ext uri="{BB962C8B-B14F-4D97-AF65-F5344CB8AC3E}">
        <p14:creationId xmlns:p14="http://schemas.microsoft.com/office/powerpoint/2010/main" val="24596726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16B821D1-B98E-1C12-8637-99371FE77B67}"/>
              </a:ext>
            </a:extLst>
          </p:cNvPr>
          <p:cNvSpPr>
            <a:spLocks noGrp="1" noChangeArrowheads="1"/>
          </p:cNvSpPr>
          <p:nvPr>
            <p:ph type="sldNum" idx="10"/>
          </p:nvPr>
        </p:nvSpPr>
        <p:spPr>
          <a:ln/>
        </p:spPr>
        <p:txBody>
          <a:bodyPr/>
          <a:lstStyle>
            <a:lvl1pPr>
              <a:defRPr/>
            </a:lvl1pPr>
          </a:lstStyle>
          <a:p>
            <a:pPr>
              <a:defRPr/>
            </a:pPr>
            <a:fld id="{2E3F2218-5C67-4B08-8226-40591020DBB3}" type="slidenum">
              <a:rPr lang="en-US" altLang="en-US"/>
              <a:pPr>
                <a:defRPr/>
              </a:pPr>
              <a:t>‹#›</a:t>
            </a:fld>
            <a:endParaRPr lang="en-US" altLang="en-US"/>
          </a:p>
        </p:txBody>
      </p:sp>
    </p:spTree>
    <p:extLst>
      <p:ext uri="{BB962C8B-B14F-4D97-AF65-F5344CB8AC3E}">
        <p14:creationId xmlns:p14="http://schemas.microsoft.com/office/powerpoint/2010/main" val="6209804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MY"/>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5B7946A5-CA4C-513C-C06C-09E6E9910BB2}"/>
              </a:ext>
            </a:extLst>
          </p:cNvPr>
          <p:cNvSpPr>
            <a:spLocks noGrp="1" noChangeArrowheads="1"/>
          </p:cNvSpPr>
          <p:nvPr>
            <p:ph type="sldNum" idx="10"/>
          </p:nvPr>
        </p:nvSpPr>
        <p:spPr>
          <a:ln/>
        </p:spPr>
        <p:txBody>
          <a:bodyPr/>
          <a:lstStyle>
            <a:lvl1pPr>
              <a:defRPr/>
            </a:lvl1pPr>
          </a:lstStyle>
          <a:p>
            <a:pPr>
              <a:defRPr/>
            </a:pPr>
            <a:fld id="{7094FB07-7E4B-4338-86BE-D639536843CD}" type="slidenum">
              <a:rPr lang="en-US" altLang="en-US"/>
              <a:pPr>
                <a:defRPr/>
              </a:pPr>
              <a:t>‹#›</a:t>
            </a:fld>
            <a:endParaRPr lang="en-US" altLang="en-US"/>
          </a:p>
        </p:txBody>
      </p:sp>
    </p:spTree>
    <p:extLst>
      <p:ext uri="{BB962C8B-B14F-4D97-AF65-F5344CB8AC3E}">
        <p14:creationId xmlns:p14="http://schemas.microsoft.com/office/powerpoint/2010/main" val="2411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MY"/>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83C987B1-DC6A-A340-4B24-18B971533B85}"/>
              </a:ext>
            </a:extLst>
          </p:cNvPr>
          <p:cNvSpPr>
            <a:spLocks noGrp="1" noChangeArrowheads="1"/>
          </p:cNvSpPr>
          <p:nvPr>
            <p:ph type="sldNum" idx="10"/>
          </p:nvPr>
        </p:nvSpPr>
        <p:spPr>
          <a:ln/>
        </p:spPr>
        <p:txBody>
          <a:bodyPr/>
          <a:lstStyle>
            <a:lvl1pPr>
              <a:defRPr/>
            </a:lvl1pPr>
          </a:lstStyle>
          <a:p>
            <a:pPr>
              <a:defRPr/>
            </a:pPr>
            <a:fld id="{3D3EDD59-C6D6-43C4-B266-5E3807B59728}" type="slidenum">
              <a:rPr lang="en-US" altLang="en-US"/>
              <a:pPr>
                <a:defRPr/>
              </a:pPr>
              <a:t>‹#›</a:t>
            </a:fld>
            <a:endParaRPr lang="en-US" altLang="en-US"/>
          </a:p>
        </p:txBody>
      </p:sp>
    </p:spTree>
    <p:extLst>
      <p:ext uri="{BB962C8B-B14F-4D97-AF65-F5344CB8AC3E}">
        <p14:creationId xmlns:p14="http://schemas.microsoft.com/office/powerpoint/2010/main" val="3822940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6">
            <a:extLst>
              <a:ext uri="{FF2B5EF4-FFF2-40B4-BE49-F238E27FC236}">
                <a16:creationId xmlns:a16="http://schemas.microsoft.com/office/drawing/2014/main" id="{B2C4BFF6-6D99-BB5A-C471-6F56975AF963}"/>
              </a:ext>
            </a:extLst>
          </p:cNvPr>
          <p:cNvSpPr>
            <a:spLocks noGrp="1" noChangeArrowheads="1"/>
          </p:cNvSpPr>
          <p:nvPr>
            <p:ph type="sldNum" idx="10"/>
          </p:nvPr>
        </p:nvSpPr>
        <p:spPr>
          <a:ln/>
        </p:spPr>
        <p:txBody>
          <a:bodyPr/>
          <a:lstStyle>
            <a:lvl1pPr>
              <a:defRPr/>
            </a:lvl1pPr>
          </a:lstStyle>
          <a:p>
            <a:pPr>
              <a:defRPr/>
            </a:pPr>
            <a:fld id="{E33A6E7A-FB07-4A94-92DB-ACA321200067}" type="slidenum">
              <a:rPr lang="en-US" altLang="en-US"/>
              <a:pPr>
                <a:defRPr/>
              </a:pPr>
              <a:t>‹#›</a:t>
            </a:fld>
            <a:endParaRPr lang="en-US" altLang="en-US"/>
          </a:p>
        </p:txBody>
      </p:sp>
    </p:spTree>
    <p:extLst>
      <p:ext uri="{BB962C8B-B14F-4D97-AF65-F5344CB8AC3E}">
        <p14:creationId xmlns:p14="http://schemas.microsoft.com/office/powerpoint/2010/main" val="38427601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8600" y="228600"/>
            <a:ext cx="2055813" cy="5827713"/>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406400" y="228600"/>
            <a:ext cx="6019800" cy="58277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6">
            <a:extLst>
              <a:ext uri="{FF2B5EF4-FFF2-40B4-BE49-F238E27FC236}">
                <a16:creationId xmlns:a16="http://schemas.microsoft.com/office/drawing/2014/main" id="{CAFBB50C-D986-3A47-87F7-FEE6DB96A09B}"/>
              </a:ext>
            </a:extLst>
          </p:cNvPr>
          <p:cNvSpPr>
            <a:spLocks noGrp="1" noChangeArrowheads="1"/>
          </p:cNvSpPr>
          <p:nvPr>
            <p:ph type="sldNum" idx="10"/>
          </p:nvPr>
        </p:nvSpPr>
        <p:spPr>
          <a:ln/>
        </p:spPr>
        <p:txBody>
          <a:bodyPr/>
          <a:lstStyle>
            <a:lvl1pPr>
              <a:defRPr/>
            </a:lvl1pPr>
          </a:lstStyle>
          <a:p>
            <a:pPr>
              <a:defRPr/>
            </a:pPr>
            <a:fld id="{3A2FBDDD-8186-4482-A034-A3729CE924DA}" type="slidenum">
              <a:rPr lang="en-US" altLang="en-US"/>
              <a:pPr>
                <a:defRPr/>
              </a:pPr>
              <a:t>‹#›</a:t>
            </a:fld>
            <a:endParaRPr lang="en-US" altLang="en-US"/>
          </a:p>
        </p:txBody>
      </p:sp>
    </p:spTree>
    <p:extLst>
      <p:ext uri="{BB962C8B-B14F-4D97-AF65-F5344CB8AC3E}">
        <p14:creationId xmlns:p14="http://schemas.microsoft.com/office/powerpoint/2010/main" val="3859627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A51EC2B-BC49-1069-1409-5FE38E17B4BF}"/>
              </a:ext>
            </a:extLst>
          </p:cNvPr>
          <p:cNvSpPr>
            <a:spLocks noGrp="1" noChangeArrowheads="1"/>
          </p:cNvSpPr>
          <p:nvPr>
            <p:ph type="title"/>
          </p:nvPr>
        </p:nvSpPr>
        <p:spPr bwMode="auto">
          <a:xfrm>
            <a:off x="406400" y="228600"/>
            <a:ext cx="8204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487C76A-85FA-B617-1726-DDB21649ED16}"/>
              </a:ext>
            </a:extLst>
          </p:cNvPr>
          <p:cNvSpPr>
            <a:spLocks noGrp="1" noChangeArrowheads="1"/>
          </p:cNvSpPr>
          <p:nvPr>
            <p:ph type="body" idx="1"/>
          </p:nvPr>
        </p:nvSpPr>
        <p:spPr bwMode="auto">
          <a:xfrm>
            <a:off x="457200" y="1885950"/>
            <a:ext cx="81788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9156" name="Rectangle 4">
            <a:extLst>
              <a:ext uri="{FF2B5EF4-FFF2-40B4-BE49-F238E27FC236}">
                <a16:creationId xmlns:a16="http://schemas.microsoft.com/office/drawing/2014/main" id="{5197FD12-6506-CFC4-269B-B40463ADDED6}"/>
              </a:ext>
            </a:extLst>
          </p:cNvPr>
          <p:cNvSpPr>
            <a:spLocks noGrp="1" noChangeArrowheads="1"/>
          </p:cNvSpPr>
          <p:nvPr>
            <p:ph type="dt" sz="half" idx="2"/>
          </p:nvPr>
        </p:nvSpPr>
        <p:spPr bwMode="auto">
          <a:xfrm>
            <a:off x="431800" y="6229350"/>
            <a:ext cx="19050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lnSpc>
                <a:spcPct val="100000"/>
              </a:lnSpc>
              <a:spcBef>
                <a:spcPct val="50000"/>
              </a:spcBef>
              <a:defRPr sz="1400">
                <a:solidFill>
                  <a:schemeClr val="bg2"/>
                </a:solidFill>
                <a:latin typeface="Arial" pitchFamily="34" charset="0"/>
              </a:defRPr>
            </a:lvl1pPr>
          </a:lstStyle>
          <a:p>
            <a:pPr>
              <a:defRPr/>
            </a:pPr>
            <a:endParaRPr lang="en-US"/>
          </a:p>
        </p:txBody>
      </p:sp>
      <p:sp>
        <p:nvSpPr>
          <p:cNvPr id="49157" name="Rectangle 5">
            <a:extLst>
              <a:ext uri="{FF2B5EF4-FFF2-40B4-BE49-F238E27FC236}">
                <a16:creationId xmlns:a16="http://schemas.microsoft.com/office/drawing/2014/main" id="{7581DB13-77C2-4AC5-C370-905720D478F5}"/>
              </a:ext>
            </a:extLst>
          </p:cNvPr>
          <p:cNvSpPr>
            <a:spLocks noGrp="1" noChangeArrowheads="1"/>
          </p:cNvSpPr>
          <p:nvPr>
            <p:ph type="ftr" sz="quarter" idx="3"/>
          </p:nvPr>
        </p:nvSpPr>
        <p:spPr bwMode="auto">
          <a:xfrm>
            <a:off x="3124200" y="6229350"/>
            <a:ext cx="28956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eaLnBrk="0" hangingPunct="0">
              <a:lnSpc>
                <a:spcPct val="100000"/>
              </a:lnSpc>
              <a:spcBef>
                <a:spcPct val="50000"/>
              </a:spcBef>
              <a:defRPr sz="1400">
                <a:solidFill>
                  <a:schemeClr val="bg2"/>
                </a:solidFill>
                <a:latin typeface="Arial" pitchFamily="34" charset="0"/>
              </a:defRPr>
            </a:lvl1pPr>
          </a:lstStyle>
          <a:p>
            <a:pPr>
              <a:defRPr/>
            </a:pPr>
            <a:endParaRPr lang="en-US"/>
          </a:p>
        </p:txBody>
      </p:sp>
      <p:sp>
        <p:nvSpPr>
          <p:cNvPr id="49158" name="Rectangle 6">
            <a:extLst>
              <a:ext uri="{FF2B5EF4-FFF2-40B4-BE49-F238E27FC236}">
                <a16:creationId xmlns:a16="http://schemas.microsoft.com/office/drawing/2014/main" id="{18B795D5-A5ED-35E4-D2B3-C97A4278CCB0}"/>
              </a:ext>
            </a:extLst>
          </p:cNvPr>
          <p:cNvSpPr>
            <a:spLocks noGrp="1" noChangeArrowheads="1"/>
          </p:cNvSpPr>
          <p:nvPr>
            <p:ph type="sldNum" sz="quarter" idx="4"/>
          </p:nvPr>
        </p:nvSpPr>
        <p:spPr bwMode="auto">
          <a:xfrm>
            <a:off x="6731000" y="6229350"/>
            <a:ext cx="19050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1400">
                <a:solidFill>
                  <a:schemeClr val="bg2"/>
                </a:solidFill>
                <a:latin typeface="Arial" panose="020B0604020202020204" pitchFamily="34" charset="0"/>
              </a:defRPr>
            </a:lvl1pPr>
          </a:lstStyle>
          <a:p>
            <a:pPr>
              <a:defRPr/>
            </a:pPr>
            <a:fld id="{58977CE0-B3C2-4E2C-BADA-EBB287EFDDDD}" type="slidenum">
              <a:rPr lang="en-US" altLang="en-US"/>
              <a:pPr>
                <a:defRPr/>
              </a:pPr>
              <a:t>‹#›</a:t>
            </a:fld>
            <a:endParaRPr lang="en-US" altLang="en-US"/>
          </a:p>
        </p:txBody>
      </p:sp>
      <p:sp>
        <p:nvSpPr>
          <p:cNvPr id="1031" name="Line 7">
            <a:extLst>
              <a:ext uri="{FF2B5EF4-FFF2-40B4-BE49-F238E27FC236}">
                <a16:creationId xmlns:a16="http://schemas.microsoft.com/office/drawing/2014/main" id="{4596711B-1BA4-6948-4A26-576BF2DF761D}"/>
              </a:ext>
            </a:extLst>
          </p:cNvPr>
          <p:cNvSpPr>
            <a:spLocks noChangeShapeType="1"/>
          </p:cNvSpPr>
          <p:nvPr/>
        </p:nvSpPr>
        <p:spPr bwMode="auto">
          <a:xfrm>
            <a:off x="431800" y="1371600"/>
            <a:ext cx="81534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Tree>
  </p:cSld>
  <p:clrMap bg1="lt1" tx1="dk1" bg2="lt2" tx2="dk2" accent1="accent1" accent2="accent2" accent3="accent3" accent4="accent4" accent5="accent5" accent6="accent6" hlink="hlink" folHlink="folHlink"/>
  <p:sldLayoutIdLst>
    <p:sldLayoutId id="2147484250" r:id="rId1"/>
    <p:sldLayoutId id="2147484229" r:id="rId2"/>
    <p:sldLayoutId id="2147484230" r:id="rId3"/>
    <p:sldLayoutId id="2147484231" r:id="rId4"/>
    <p:sldLayoutId id="2147484232" r:id="rId5"/>
    <p:sldLayoutId id="2147484233" r:id="rId6"/>
    <p:sldLayoutId id="2147484234" r:id="rId7"/>
    <p:sldLayoutId id="2147484235" r:id="rId8"/>
    <p:sldLayoutId id="2147484236" r:id="rId9"/>
    <p:sldLayoutId id="2147484237" r:id="rId10"/>
    <p:sldLayoutId id="2147484238" r:id="rId11"/>
  </p:sldLayoutIdLst>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panose="020B0604020202020204" pitchFamily="34" charset="0"/>
        </a:defRPr>
      </a:lvl2pPr>
      <a:lvl3pPr algn="l" rtl="0" eaLnBrk="0" fontAlgn="base" hangingPunct="0">
        <a:spcBef>
          <a:spcPct val="0"/>
        </a:spcBef>
        <a:spcAft>
          <a:spcPct val="0"/>
        </a:spcAft>
        <a:defRPr kumimoji="1" sz="3600">
          <a:solidFill>
            <a:schemeClr val="tx2"/>
          </a:solidFill>
          <a:latin typeface="Arial" panose="020B0604020202020204" pitchFamily="34" charset="0"/>
        </a:defRPr>
      </a:lvl3pPr>
      <a:lvl4pPr algn="l" rtl="0" eaLnBrk="0" fontAlgn="base" hangingPunct="0">
        <a:spcBef>
          <a:spcPct val="0"/>
        </a:spcBef>
        <a:spcAft>
          <a:spcPct val="0"/>
        </a:spcAft>
        <a:defRPr kumimoji="1" sz="3600">
          <a:solidFill>
            <a:schemeClr val="tx2"/>
          </a:solidFill>
          <a:latin typeface="Arial" panose="020B0604020202020204" pitchFamily="34" charset="0"/>
        </a:defRPr>
      </a:lvl4pPr>
      <a:lvl5pPr algn="l" rtl="0" eaLnBrk="0" fontAlgn="base" hangingPunct="0">
        <a:spcBef>
          <a:spcPct val="0"/>
        </a:spcBef>
        <a:spcAft>
          <a:spcPct val="0"/>
        </a:spcAft>
        <a:defRPr kumimoji="1" sz="3600">
          <a:solidFill>
            <a:schemeClr val="tx2"/>
          </a:solidFill>
          <a:latin typeface="Arial" panose="020B0604020202020204" pitchFamily="34" charset="0"/>
        </a:defRPr>
      </a:lvl5pPr>
      <a:lvl6pPr marL="457200" algn="l" rtl="0" eaLnBrk="0" fontAlgn="base" hangingPunct="0">
        <a:spcBef>
          <a:spcPct val="0"/>
        </a:spcBef>
        <a:spcAft>
          <a:spcPct val="0"/>
        </a:spcAft>
        <a:defRPr kumimoji="1" sz="3600">
          <a:solidFill>
            <a:schemeClr val="tx2"/>
          </a:solidFill>
          <a:latin typeface="Arial Black" pitchFamily="34" charset="0"/>
        </a:defRPr>
      </a:lvl6pPr>
      <a:lvl7pPr marL="914400" algn="l" rtl="0" eaLnBrk="0" fontAlgn="base" hangingPunct="0">
        <a:spcBef>
          <a:spcPct val="0"/>
        </a:spcBef>
        <a:spcAft>
          <a:spcPct val="0"/>
        </a:spcAft>
        <a:defRPr kumimoji="1" sz="3600">
          <a:solidFill>
            <a:schemeClr val="tx2"/>
          </a:solidFill>
          <a:latin typeface="Arial Black" pitchFamily="34" charset="0"/>
        </a:defRPr>
      </a:lvl7pPr>
      <a:lvl8pPr marL="1371600" algn="l" rtl="0" eaLnBrk="0" fontAlgn="base" hangingPunct="0">
        <a:spcBef>
          <a:spcPct val="0"/>
        </a:spcBef>
        <a:spcAft>
          <a:spcPct val="0"/>
        </a:spcAft>
        <a:defRPr kumimoji="1" sz="3600">
          <a:solidFill>
            <a:schemeClr val="tx2"/>
          </a:solidFill>
          <a:latin typeface="Arial Black" pitchFamily="34" charset="0"/>
        </a:defRPr>
      </a:lvl8pPr>
      <a:lvl9pPr marL="1828800" algn="l" rtl="0" eaLnBrk="0" fontAlgn="base" hangingPunct="0">
        <a:spcBef>
          <a:spcPct val="0"/>
        </a:spcBef>
        <a:spcAft>
          <a:spcPct val="0"/>
        </a:spcAft>
        <a:defRPr kumimoji="1" sz="3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o"/>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Font typeface="Times New Roman" panose="02020603050405020304" pitchFamily="18" charset="0"/>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DD65917-4D39-EF4F-EF68-ABB951C70A1D}"/>
              </a:ext>
            </a:extLst>
          </p:cNvPr>
          <p:cNvSpPr>
            <a:spLocks noGrp="1" noChangeArrowheads="1"/>
          </p:cNvSpPr>
          <p:nvPr>
            <p:ph type="title"/>
          </p:nvPr>
        </p:nvSpPr>
        <p:spPr bwMode="auto">
          <a:xfrm>
            <a:off x="406400" y="228600"/>
            <a:ext cx="8204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1" name="Rectangle 3">
            <a:extLst>
              <a:ext uri="{FF2B5EF4-FFF2-40B4-BE49-F238E27FC236}">
                <a16:creationId xmlns:a16="http://schemas.microsoft.com/office/drawing/2014/main" id="{05B1C49C-9C46-E5EE-CCE8-DC9E219B0E75}"/>
              </a:ext>
            </a:extLst>
          </p:cNvPr>
          <p:cNvSpPr>
            <a:spLocks noGrp="1" noChangeArrowheads="1"/>
          </p:cNvSpPr>
          <p:nvPr>
            <p:ph type="body" idx="1"/>
          </p:nvPr>
        </p:nvSpPr>
        <p:spPr bwMode="auto">
          <a:xfrm>
            <a:off x="457200" y="1885950"/>
            <a:ext cx="81788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9156" name="Rectangle 4">
            <a:extLst>
              <a:ext uri="{FF2B5EF4-FFF2-40B4-BE49-F238E27FC236}">
                <a16:creationId xmlns:a16="http://schemas.microsoft.com/office/drawing/2014/main" id="{F7D8166D-7215-592D-8C36-E390B032E9C9}"/>
              </a:ext>
            </a:extLst>
          </p:cNvPr>
          <p:cNvSpPr>
            <a:spLocks noGrp="1" noChangeArrowheads="1"/>
          </p:cNvSpPr>
          <p:nvPr>
            <p:ph type="dt" sz="half" idx="2"/>
          </p:nvPr>
        </p:nvSpPr>
        <p:spPr bwMode="auto">
          <a:xfrm>
            <a:off x="431800" y="6229350"/>
            <a:ext cx="19050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defTabSz="914400">
              <a:spcBef>
                <a:spcPct val="50000"/>
              </a:spcBef>
              <a:buClrTx/>
              <a:buFontTx/>
              <a:buNone/>
              <a:defRPr kumimoji="0" sz="1400">
                <a:solidFill>
                  <a:srgbClr val="5E574E"/>
                </a:solidFill>
                <a:latin typeface="Arial" charset="0"/>
                <a:ea typeface="+mn-ea"/>
                <a:cs typeface="+mn-cs"/>
              </a:defRPr>
            </a:lvl1pPr>
          </a:lstStyle>
          <a:p>
            <a:pPr>
              <a:defRPr/>
            </a:pPr>
            <a:endParaRPr lang="en-US"/>
          </a:p>
        </p:txBody>
      </p:sp>
      <p:sp>
        <p:nvSpPr>
          <p:cNvPr id="49157" name="Rectangle 5">
            <a:extLst>
              <a:ext uri="{FF2B5EF4-FFF2-40B4-BE49-F238E27FC236}">
                <a16:creationId xmlns:a16="http://schemas.microsoft.com/office/drawing/2014/main" id="{61A10342-073D-213B-EF45-D90D512D8CF6}"/>
              </a:ext>
            </a:extLst>
          </p:cNvPr>
          <p:cNvSpPr>
            <a:spLocks noGrp="1" noChangeArrowheads="1"/>
          </p:cNvSpPr>
          <p:nvPr>
            <p:ph type="ftr" sz="quarter" idx="3"/>
          </p:nvPr>
        </p:nvSpPr>
        <p:spPr bwMode="auto">
          <a:xfrm>
            <a:off x="3124200" y="6229350"/>
            <a:ext cx="28956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defTabSz="914400">
              <a:spcBef>
                <a:spcPct val="50000"/>
              </a:spcBef>
              <a:buClrTx/>
              <a:buFontTx/>
              <a:buNone/>
              <a:defRPr kumimoji="0" sz="1400">
                <a:solidFill>
                  <a:srgbClr val="5E574E"/>
                </a:solidFill>
                <a:latin typeface="Arial" charset="0"/>
                <a:ea typeface="+mn-ea"/>
                <a:cs typeface="+mn-cs"/>
              </a:defRPr>
            </a:lvl1pPr>
          </a:lstStyle>
          <a:p>
            <a:pPr>
              <a:defRPr/>
            </a:pPr>
            <a:endParaRPr lang="en-US"/>
          </a:p>
        </p:txBody>
      </p:sp>
      <p:sp>
        <p:nvSpPr>
          <p:cNvPr id="49158" name="Rectangle 6">
            <a:extLst>
              <a:ext uri="{FF2B5EF4-FFF2-40B4-BE49-F238E27FC236}">
                <a16:creationId xmlns:a16="http://schemas.microsoft.com/office/drawing/2014/main" id="{93EAA78F-B863-05FA-92F1-E700B5A5B11D}"/>
              </a:ext>
            </a:extLst>
          </p:cNvPr>
          <p:cNvSpPr>
            <a:spLocks noGrp="1" noChangeArrowheads="1"/>
          </p:cNvSpPr>
          <p:nvPr>
            <p:ph type="sldNum" sz="quarter" idx="4"/>
          </p:nvPr>
        </p:nvSpPr>
        <p:spPr bwMode="auto">
          <a:xfrm>
            <a:off x="6731000" y="6229350"/>
            <a:ext cx="19050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1400">
                <a:solidFill>
                  <a:srgbClr val="5E574E"/>
                </a:solidFill>
                <a:latin typeface="Arial" panose="020B0604020202020204" pitchFamily="34" charset="0"/>
              </a:defRPr>
            </a:lvl1pPr>
          </a:lstStyle>
          <a:p>
            <a:pPr>
              <a:defRPr/>
            </a:pPr>
            <a:fld id="{8A292C65-EEDE-40D4-826A-F125EE2D09A4}" type="slidenum">
              <a:rPr lang="en-US" altLang="en-US"/>
              <a:pPr>
                <a:defRPr/>
              </a:pPr>
              <a:t>‹#›</a:t>
            </a:fld>
            <a:endParaRPr lang="en-US" altLang="en-US"/>
          </a:p>
        </p:txBody>
      </p:sp>
      <p:sp>
        <p:nvSpPr>
          <p:cNvPr id="2055" name="Line 7">
            <a:extLst>
              <a:ext uri="{FF2B5EF4-FFF2-40B4-BE49-F238E27FC236}">
                <a16:creationId xmlns:a16="http://schemas.microsoft.com/office/drawing/2014/main" id="{7530B442-1254-2B01-4317-FFA427C8F371}"/>
              </a:ext>
            </a:extLst>
          </p:cNvPr>
          <p:cNvSpPr>
            <a:spLocks noChangeShapeType="1"/>
          </p:cNvSpPr>
          <p:nvPr/>
        </p:nvSpPr>
        <p:spPr bwMode="auto">
          <a:xfrm>
            <a:off x="482600" y="1371600"/>
            <a:ext cx="81534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Tree>
  </p:cSld>
  <p:clrMap bg1="lt1" tx1="dk1" bg2="lt2" tx2="dk2" accent1="accent1" accent2="accent2" accent3="accent3" accent4="accent4" accent5="accent5" accent6="accent6" hlink="hlink" folHlink="folHlink"/>
  <p:sldLayoutIdLst>
    <p:sldLayoutId id="2147484251" r:id="rId1"/>
    <p:sldLayoutId id="2147484252" r:id="rId2"/>
    <p:sldLayoutId id="2147484253" r:id="rId3"/>
    <p:sldLayoutId id="2147484254" r:id="rId4"/>
    <p:sldLayoutId id="2147484255" r:id="rId5"/>
    <p:sldLayoutId id="2147484256" r:id="rId6"/>
    <p:sldLayoutId id="2147484257" r:id="rId7"/>
    <p:sldLayoutId id="2147484258" r:id="rId8"/>
    <p:sldLayoutId id="2147484259" r:id="rId9"/>
    <p:sldLayoutId id="2147484260" r:id="rId10"/>
    <p:sldLayoutId id="2147484261" r:id="rId11"/>
  </p:sldLayoutIdLst>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Franklin Gothic Medium" panose="020B0603020102020204" pitchFamily="34" charset="0"/>
        </a:defRPr>
      </a:lvl2pPr>
      <a:lvl3pPr algn="l" rtl="0" eaLnBrk="0" fontAlgn="base" hangingPunct="0">
        <a:spcBef>
          <a:spcPct val="0"/>
        </a:spcBef>
        <a:spcAft>
          <a:spcPct val="0"/>
        </a:spcAft>
        <a:defRPr kumimoji="1" sz="3600">
          <a:solidFill>
            <a:schemeClr val="tx2"/>
          </a:solidFill>
          <a:latin typeface="Franklin Gothic Medium" panose="020B0603020102020204" pitchFamily="34" charset="0"/>
        </a:defRPr>
      </a:lvl3pPr>
      <a:lvl4pPr algn="l" rtl="0" eaLnBrk="0" fontAlgn="base" hangingPunct="0">
        <a:spcBef>
          <a:spcPct val="0"/>
        </a:spcBef>
        <a:spcAft>
          <a:spcPct val="0"/>
        </a:spcAft>
        <a:defRPr kumimoji="1" sz="3600">
          <a:solidFill>
            <a:schemeClr val="tx2"/>
          </a:solidFill>
          <a:latin typeface="Franklin Gothic Medium" panose="020B0603020102020204" pitchFamily="34" charset="0"/>
        </a:defRPr>
      </a:lvl4pPr>
      <a:lvl5pPr algn="l" rtl="0" eaLnBrk="0" fontAlgn="base" hangingPunct="0">
        <a:spcBef>
          <a:spcPct val="0"/>
        </a:spcBef>
        <a:spcAft>
          <a:spcPct val="0"/>
        </a:spcAft>
        <a:defRPr kumimoji="1" sz="3600">
          <a:solidFill>
            <a:schemeClr val="tx2"/>
          </a:solidFill>
          <a:latin typeface="Franklin Gothic Medium" panose="020B0603020102020204" pitchFamily="34" charset="0"/>
        </a:defRPr>
      </a:lvl5pPr>
      <a:lvl6pPr marL="457200" algn="l" rtl="0" eaLnBrk="0" fontAlgn="base" hangingPunct="0">
        <a:spcBef>
          <a:spcPct val="0"/>
        </a:spcBef>
        <a:spcAft>
          <a:spcPct val="0"/>
        </a:spcAft>
        <a:defRPr kumimoji="1" sz="3600">
          <a:solidFill>
            <a:schemeClr val="tx2"/>
          </a:solidFill>
          <a:latin typeface="Arial Black" pitchFamily="34" charset="0"/>
        </a:defRPr>
      </a:lvl6pPr>
      <a:lvl7pPr marL="914400" algn="l" rtl="0" eaLnBrk="0" fontAlgn="base" hangingPunct="0">
        <a:spcBef>
          <a:spcPct val="0"/>
        </a:spcBef>
        <a:spcAft>
          <a:spcPct val="0"/>
        </a:spcAft>
        <a:defRPr kumimoji="1" sz="3600">
          <a:solidFill>
            <a:schemeClr val="tx2"/>
          </a:solidFill>
          <a:latin typeface="Arial Black" pitchFamily="34" charset="0"/>
        </a:defRPr>
      </a:lvl7pPr>
      <a:lvl8pPr marL="1371600" algn="l" rtl="0" eaLnBrk="0" fontAlgn="base" hangingPunct="0">
        <a:spcBef>
          <a:spcPct val="0"/>
        </a:spcBef>
        <a:spcAft>
          <a:spcPct val="0"/>
        </a:spcAft>
        <a:defRPr kumimoji="1" sz="3600">
          <a:solidFill>
            <a:schemeClr val="tx2"/>
          </a:solidFill>
          <a:latin typeface="Arial Black" pitchFamily="34" charset="0"/>
        </a:defRPr>
      </a:lvl8pPr>
      <a:lvl9pPr marL="1828800" algn="l" rtl="0" eaLnBrk="0" fontAlgn="base" hangingPunct="0">
        <a:spcBef>
          <a:spcPct val="0"/>
        </a:spcBef>
        <a:spcAft>
          <a:spcPct val="0"/>
        </a:spcAft>
        <a:defRPr kumimoji="1" sz="3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o"/>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Font typeface="Times New Roman" panose="02020603050405020304" pitchFamily="18" charset="0"/>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B0B0"/>
        </a:solidFill>
        <a:effectLst/>
      </p:bgPr>
    </p:bg>
    <p:spTree>
      <p:nvGrpSpPr>
        <p:cNvPr id="1" name=""/>
        <p:cNvGrpSpPr/>
        <p:nvPr/>
      </p:nvGrpSpPr>
      <p:grpSpPr>
        <a:xfrm>
          <a:off x="0" y="0"/>
          <a:ext cx="0" cy="0"/>
          <a:chOff x="0" y="0"/>
          <a:chExt cx="0" cy="0"/>
        </a:xfrm>
      </p:grpSpPr>
      <p:sp>
        <p:nvSpPr>
          <p:cNvPr id="3074" name="Line 1">
            <a:extLst>
              <a:ext uri="{FF2B5EF4-FFF2-40B4-BE49-F238E27FC236}">
                <a16:creationId xmlns:a16="http://schemas.microsoft.com/office/drawing/2014/main" id="{D5027F1D-AEB8-FED3-8103-ECD19176595C}"/>
              </a:ext>
            </a:extLst>
          </p:cNvPr>
          <p:cNvSpPr>
            <a:spLocks noChangeShapeType="1"/>
          </p:cNvSpPr>
          <p:nvPr/>
        </p:nvSpPr>
        <p:spPr bwMode="auto">
          <a:xfrm>
            <a:off x="430213" y="1368425"/>
            <a:ext cx="8153400" cy="1588"/>
          </a:xfrm>
          <a:prstGeom prst="line">
            <a:avLst/>
          </a:prstGeom>
          <a:noFill/>
          <a:ln w="76320" cap="sq">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3075" name="Rectangle 2">
            <a:extLst>
              <a:ext uri="{FF2B5EF4-FFF2-40B4-BE49-F238E27FC236}">
                <a16:creationId xmlns:a16="http://schemas.microsoft.com/office/drawing/2014/main" id="{5C16EDB2-0AA8-CB70-E2E2-3F186A1777FA}"/>
              </a:ext>
            </a:extLst>
          </p:cNvPr>
          <p:cNvSpPr>
            <a:spLocks noGrp="1" noChangeArrowheads="1"/>
          </p:cNvSpPr>
          <p:nvPr>
            <p:ph type="title"/>
          </p:nvPr>
        </p:nvSpPr>
        <p:spPr bwMode="auto">
          <a:xfrm>
            <a:off x="406400" y="228600"/>
            <a:ext cx="8202613" cy="1141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3076" name="Rectangle 3">
            <a:extLst>
              <a:ext uri="{FF2B5EF4-FFF2-40B4-BE49-F238E27FC236}">
                <a16:creationId xmlns:a16="http://schemas.microsoft.com/office/drawing/2014/main" id="{941D0100-47B9-BE70-200E-4B50C81573BD}"/>
              </a:ext>
            </a:extLst>
          </p:cNvPr>
          <p:cNvSpPr>
            <a:spLocks noGrp="1" noChangeArrowheads="1"/>
          </p:cNvSpPr>
          <p:nvPr>
            <p:ph type="body" idx="1"/>
          </p:nvPr>
        </p:nvSpPr>
        <p:spPr bwMode="auto">
          <a:xfrm>
            <a:off x="433388" y="1484313"/>
            <a:ext cx="8177212" cy="474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3077" name="Text Box 4">
            <a:extLst>
              <a:ext uri="{FF2B5EF4-FFF2-40B4-BE49-F238E27FC236}">
                <a16:creationId xmlns:a16="http://schemas.microsoft.com/office/drawing/2014/main" id="{60E47A07-6145-31A1-F1C5-6ADC3BCBB4F4}"/>
              </a:ext>
            </a:extLst>
          </p:cNvPr>
          <p:cNvSpPr txBox="1">
            <a:spLocks noChangeArrowheads="1"/>
          </p:cNvSpPr>
          <p:nvPr/>
        </p:nvSpPr>
        <p:spPr bwMode="auto">
          <a:xfrm>
            <a:off x="711200" y="6229350"/>
            <a:ext cx="1930400" cy="514350"/>
          </a:xfrm>
          <a:prstGeom prst="rect">
            <a:avLst/>
          </a:prstGeom>
          <a:noFill/>
          <a:ln>
            <a:noFill/>
          </a:ln>
          <a:effectLst/>
        </p:spPr>
        <p:txBody>
          <a:bodyPr wrap="none" anchor="ct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pPr>
              <a:spcBef>
                <a:spcPts val="500"/>
              </a:spcBef>
              <a:buClr>
                <a:srgbClr val="000000"/>
              </a:buClr>
              <a:buSzPct val="100000"/>
              <a:buFont typeface="Times New Roman" panose="02020603050405020304" pitchFamily="18" charset="0"/>
              <a:buNone/>
              <a:defRPr/>
            </a:pPr>
            <a:endParaRPr lang="en-MY" altLang="en-US"/>
          </a:p>
        </p:txBody>
      </p:sp>
      <p:sp>
        <p:nvSpPr>
          <p:cNvPr id="3078" name="Text Box 5">
            <a:extLst>
              <a:ext uri="{FF2B5EF4-FFF2-40B4-BE49-F238E27FC236}">
                <a16:creationId xmlns:a16="http://schemas.microsoft.com/office/drawing/2014/main" id="{48F43583-209E-720A-0095-2AE927CA47E9}"/>
              </a:ext>
            </a:extLst>
          </p:cNvPr>
          <p:cNvSpPr txBox="1">
            <a:spLocks noChangeArrowheads="1"/>
          </p:cNvSpPr>
          <p:nvPr/>
        </p:nvSpPr>
        <p:spPr bwMode="auto">
          <a:xfrm>
            <a:off x="3149600" y="6229350"/>
            <a:ext cx="2844800" cy="514350"/>
          </a:xfrm>
          <a:prstGeom prst="rect">
            <a:avLst/>
          </a:prstGeom>
          <a:noFill/>
          <a:ln>
            <a:noFill/>
          </a:ln>
          <a:effectLst/>
        </p:spPr>
        <p:txBody>
          <a:bodyPr wrap="none" anchor="ct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pPr>
              <a:spcBef>
                <a:spcPts val="500"/>
              </a:spcBef>
              <a:buClr>
                <a:srgbClr val="000000"/>
              </a:buClr>
              <a:buSzPct val="100000"/>
              <a:buFont typeface="Times New Roman" panose="02020603050405020304" pitchFamily="18" charset="0"/>
              <a:buNone/>
              <a:defRPr/>
            </a:pPr>
            <a:endParaRPr lang="en-MY" altLang="en-US"/>
          </a:p>
        </p:txBody>
      </p:sp>
      <p:sp>
        <p:nvSpPr>
          <p:cNvPr id="2" name="Rectangle 6">
            <a:extLst>
              <a:ext uri="{FF2B5EF4-FFF2-40B4-BE49-F238E27FC236}">
                <a16:creationId xmlns:a16="http://schemas.microsoft.com/office/drawing/2014/main" id="{389805CF-8897-D5ED-056D-51D071477EA8}"/>
              </a:ext>
            </a:extLst>
          </p:cNvPr>
          <p:cNvSpPr>
            <a:spLocks noGrp="1" noChangeArrowheads="1"/>
          </p:cNvSpPr>
          <p:nvPr>
            <p:ph type="sldNum"/>
          </p:nvPr>
        </p:nvSpPr>
        <p:spPr bwMode="auto">
          <a:xfrm>
            <a:off x="6781800" y="6230938"/>
            <a:ext cx="1827213" cy="512762"/>
          </a:xfrm>
          <a:prstGeom prst="rect">
            <a:avLst/>
          </a:prstGeom>
          <a:noFill/>
          <a:ln>
            <a:noFill/>
          </a:ln>
          <a:effectLst/>
        </p:spPr>
        <p:txBody>
          <a:bodyPr vert="horz" wrap="square" lIns="90000" tIns="46800" rIns="90000" bIns="46800" numCol="1" anchor="b" anchorCtr="0" compatLnSpc="1">
            <a:prstTxWarp prst="textNoShape">
              <a:avLst/>
            </a:prstTxWarp>
          </a:bodyPr>
          <a:lstStyle>
            <a:lvl1pPr algn="r" eaLnBrk="1">
              <a:spcBef>
                <a:spcPts val="875"/>
              </a:spcBef>
              <a:buSzPct val="100000"/>
              <a:tabLst>
                <a:tab pos="457200" algn="l"/>
                <a:tab pos="914400" algn="l"/>
                <a:tab pos="1371600" algn="l"/>
                <a:tab pos="1828800" algn="l"/>
              </a:tabLst>
              <a:defRPr sz="1400">
                <a:solidFill>
                  <a:srgbClr val="5E574E"/>
                </a:solidFill>
                <a:latin typeface="Arial" panose="020B0604020202020204" pitchFamily="34" charset="0"/>
                <a:cs typeface="DejaVu Sans" charset="0"/>
              </a:defRPr>
            </a:lvl1pPr>
          </a:lstStyle>
          <a:p>
            <a:pPr>
              <a:defRPr/>
            </a:pPr>
            <a:fld id="{4E066463-A218-4FFC-89B3-626D465BF6BB}" type="slidenum">
              <a:rPr lang="en-US" altLang="en-US"/>
              <a:pPr>
                <a:defRPr/>
              </a:pPr>
              <a:t>‹#›</a:t>
            </a:fld>
            <a:endParaRPr lang="en-US" altLang="en-US"/>
          </a:p>
        </p:txBody>
      </p:sp>
    </p:spTree>
  </p:cSld>
  <p:clrMap bg1="dk1" tx1="lt1" bg2="dk2" tx2="lt2" accent1="accent1" accent2="accent2" accent3="accent3" accent4="accent4" accent5="accent5" accent6="accent6" hlink="hlink" folHlink="folHlink"/>
  <p:sldLayoutIdLst>
    <p:sldLayoutId id="2147484239" r:id="rId1"/>
    <p:sldLayoutId id="2147484240" r:id="rId2"/>
    <p:sldLayoutId id="2147484241" r:id="rId3"/>
    <p:sldLayoutId id="2147484242" r:id="rId4"/>
    <p:sldLayoutId id="2147484243" r:id="rId5"/>
    <p:sldLayoutId id="2147484244" r:id="rId6"/>
    <p:sldLayoutId id="2147484245" r:id="rId7"/>
    <p:sldLayoutId id="2147484246" r:id="rId8"/>
    <p:sldLayoutId id="2147484247" r:id="rId9"/>
    <p:sldLayoutId id="2147484248" r:id="rId10"/>
    <p:sldLayoutId id="2147484249" r:id="rId11"/>
  </p:sldLayoutIdLst>
  <p:txStyles>
    <p:titleStyle>
      <a:lvl1pPr algn="l" defTabSz="457200" rtl="0" eaLnBrk="0" fontAlgn="base" hangingPunct="0">
        <a:spcBef>
          <a:spcPct val="0"/>
        </a:spcBef>
        <a:spcAft>
          <a:spcPct val="0"/>
        </a:spcAft>
        <a:buClr>
          <a:srgbClr val="000000"/>
        </a:buClr>
        <a:buSzPct val="100000"/>
        <a:buFont typeface="Times New Roman" panose="02020603050405020304" pitchFamily="18" charset="0"/>
        <a:defRPr sz="3600" kern="1200">
          <a:solidFill>
            <a:srgbClr val="C00000"/>
          </a:solidFill>
          <a:latin typeface="+mj-lt"/>
          <a:ea typeface="+mj-ea"/>
          <a:cs typeface="+mj-cs"/>
        </a:defRPr>
      </a:lvl1pPr>
      <a:lvl2pPr algn="l" defTabSz="457200" rtl="0" eaLnBrk="0" fontAlgn="base" hangingPunct="0">
        <a:spcBef>
          <a:spcPct val="0"/>
        </a:spcBef>
        <a:spcAft>
          <a:spcPct val="0"/>
        </a:spcAft>
        <a:buClr>
          <a:srgbClr val="000000"/>
        </a:buClr>
        <a:buSzPct val="100000"/>
        <a:buFont typeface="Times New Roman" panose="02020603050405020304" pitchFamily="18" charset="0"/>
        <a:defRPr sz="3600">
          <a:solidFill>
            <a:srgbClr val="C00000"/>
          </a:solidFill>
          <a:latin typeface="Corbel" panose="020B0503020204020204" pitchFamily="34" charset="0"/>
          <a:ea typeface="Droid Sans Fallback" charset="0"/>
          <a:cs typeface="Droid Sans Fallback" charset="0"/>
        </a:defRPr>
      </a:lvl2pPr>
      <a:lvl3pPr algn="l" defTabSz="457200" rtl="0" eaLnBrk="0" fontAlgn="base" hangingPunct="0">
        <a:spcBef>
          <a:spcPct val="0"/>
        </a:spcBef>
        <a:spcAft>
          <a:spcPct val="0"/>
        </a:spcAft>
        <a:buClr>
          <a:srgbClr val="000000"/>
        </a:buClr>
        <a:buSzPct val="100000"/>
        <a:buFont typeface="Times New Roman" panose="02020603050405020304" pitchFamily="18" charset="0"/>
        <a:defRPr sz="3600">
          <a:solidFill>
            <a:srgbClr val="C00000"/>
          </a:solidFill>
          <a:latin typeface="Corbel" panose="020B0503020204020204" pitchFamily="34" charset="0"/>
          <a:ea typeface="Droid Sans Fallback" charset="0"/>
          <a:cs typeface="Droid Sans Fallback" charset="0"/>
        </a:defRPr>
      </a:lvl3pPr>
      <a:lvl4pPr algn="l" defTabSz="457200" rtl="0" eaLnBrk="0" fontAlgn="base" hangingPunct="0">
        <a:spcBef>
          <a:spcPct val="0"/>
        </a:spcBef>
        <a:spcAft>
          <a:spcPct val="0"/>
        </a:spcAft>
        <a:buClr>
          <a:srgbClr val="000000"/>
        </a:buClr>
        <a:buSzPct val="100000"/>
        <a:buFont typeface="Times New Roman" panose="02020603050405020304" pitchFamily="18" charset="0"/>
        <a:defRPr sz="3600">
          <a:solidFill>
            <a:srgbClr val="C00000"/>
          </a:solidFill>
          <a:latin typeface="Corbel" panose="020B0503020204020204" pitchFamily="34" charset="0"/>
          <a:ea typeface="Droid Sans Fallback" charset="0"/>
          <a:cs typeface="Droid Sans Fallback" charset="0"/>
        </a:defRPr>
      </a:lvl4pPr>
      <a:lvl5pPr algn="l" defTabSz="457200" rtl="0" eaLnBrk="0" fontAlgn="base" hangingPunct="0">
        <a:spcBef>
          <a:spcPct val="0"/>
        </a:spcBef>
        <a:spcAft>
          <a:spcPct val="0"/>
        </a:spcAft>
        <a:buClr>
          <a:srgbClr val="000000"/>
        </a:buClr>
        <a:buSzPct val="100000"/>
        <a:buFont typeface="Times New Roman" panose="02020603050405020304" pitchFamily="18" charset="0"/>
        <a:defRPr sz="3600">
          <a:solidFill>
            <a:srgbClr val="C00000"/>
          </a:solidFill>
          <a:latin typeface="Corbel" panose="020B0503020204020204" pitchFamily="34" charset="0"/>
          <a:ea typeface="Droid Sans Fallback" charset="0"/>
          <a:cs typeface="Droid Sans Fallback"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3600">
          <a:solidFill>
            <a:srgbClr val="FFFF00"/>
          </a:solidFill>
          <a:latin typeface="Arial Black" panose="020B0A04020102020204" pitchFamily="34" charset="0"/>
          <a:ea typeface="Droid Sans Fallback" charset="0"/>
          <a:cs typeface="Droid Sans Fallback"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3600">
          <a:solidFill>
            <a:srgbClr val="FFFF00"/>
          </a:solidFill>
          <a:latin typeface="Arial Black" panose="020B0A04020102020204" pitchFamily="34" charset="0"/>
          <a:ea typeface="Droid Sans Fallback" charset="0"/>
          <a:cs typeface="Droid Sans Fallback"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3600">
          <a:solidFill>
            <a:srgbClr val="FFFF00"/>
          </a:solidFill>
          <a:latin typeface="Arial Black" panose="020B0A04020102020204" pitchFamily="34" charset="0"/>
          <a:ea typeface="Droid Sans Fallback" charset="0"/>
          <a:cs typeface="Droid Sans Fallback"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3600">
          <a:solidFill>
            <a:srgbClr val="FFFF00"/>
          </a:solidFill>
          <a:latin typeface="Arial Black" panose="020B0A04020102020204" pitchFamily="34" charset="0"/>
          <a:ea typeface="Droid Sans Fallback" charset="0"/>
          <a:cs typeface="Droid Sans Fallback" charset="0"/>
        </a:defRPr>
      </a:lvl9pPr>
    </p:titleStyle>
    <p:bodyStyle>
      <a:lvl1pPr marL="342900" indent="-342900" algn="l" defTabSz="457200" rtl="0" eaLnBrk="0" fontAlgn="base" hangingPunct="0">
        <a:spcBef>
          <a:spcPts val="700"/>
        </a:spcBef>
        <a:spcAft>
          <a:spcPct val="0"/>
        </a:spcAft>
        <a:buClr>
          <a:srgbClr val="000000"/>
        </a:buClr>
        <a:buSzPct val="100000"/>
        <a:buFont typeface="Times New Roman" panose="02020603050405020304" pitchFamily="18" charset="0"/>
        <a:defRPr sz="2800" kern="1200">
          <a:solidFill>
            <a:srgbClr val="FFFFFF"/>
          </a:solidFill>
          <a:latin typeface="+mn-lt"/>
          <a:ea typeface="+mn-ea"/>
          <a:cs typeface="+mn-cs"/>
        </a:defRPr>
      </a:lvl1pPr>
      <a:lvl2pPr marL="742950" indent="-285750" algn="l" defTabSz="457200" rtl="0" eaLnBrk="0" fontAlgn="base" hangingPunct="0">
        <a:spcBef>
          <a:spcPts val="600"/>
        </a:spcBef>
        <a:spcAft>
          <a:spcPct val="0"/>
        </a:spcAft>
        <a:buClr>
          <a:srgbClr val="000000"/>
        </a:buClr>
        <a:buSzPct val="100000"/>
        <a:buFont typeface="Times New Roman" panose="02020603050405020304" pitchFamily="18" charset="0"/>
        <a:defRPr sz="2400" kern="1200">
          <a:solidFill>
            <a:srgbClr val="FFFFFF"/>
          </a:solidFill>
          <a:latin typeface="+mn-lt"/>
          <a:ea typeface="+mn-ea"/>
          <a:cs typeface="+mn-cs"/>
        </a:defRPr>
      </a:lvl2pPr>
      <a:lvl3pPr marL="1143000" indent="-228600" algn="l" defTabSz="457200"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FFFFFF"/>
          </a:solidFill>
          <a:latin typeface="+mn-lt"/>
          <a:ea typeface="+mn-ea"/>
          <a:cs typeface="+mn-cs"/>
        </a:defRPr>
      </a:lvl3pPr>
      <a:lvl4pPr marL="1600200" indent="-228600" algn="l" defTabSz="457200" rtl="0" eaLnBrk="0" fontAlgn="base" hangingPunct="0">
        <a:spcBef>
          <a:spcPts val="450"/>
        </a:spcBef>
        <a:spcAft>
          <a:spcPct val="0"/>
        </a:spcAft>
        <a:buClr>
          <a:srgbClr val="000000"/>
        </a:buClr>
        <a:buSzPct val="100000"/>
        <a:buFont typeface="Times New Roman" panose="02020603050405020304" pitchFamily="18" charset="0"/>
        <a:defRPr kern="1200">
          <a:solidFill>
            <a:srgbClr val="FFFFFF"/>
          </a:solidFill>
          <a:latin typeface="+mn-lt"/>
          <a:ea typeface="+mn-ea"/>
          <a:cs typeface="+mn-cs"/>
        </a:defRPr>
      </a:lvl4pPr>
      <a:lvl5pPr marL="2057400" indent="-228600" algn="l" defTabSz="457200" rtl="0" eaLnBrk="0" fontAlgn="base" hangingPunct="0">
        <a:spcBef>
          <a:spcPts val="450"/>
        </a:spcBef>
        <a:spcAft>
          <a:spcPct val="0"/>
        </a:spcAft>
        <a:buClr>
          <a:srgbClr val="000000"/>
        </a:buClr>
        <a:buSzPct val="100000"/>
        <a:buFont typeface="Times New Roman" panose="02020603050405020304" pitchFamily="18" charset="0"/>
        <a:defRPr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B0B0"/>
        </a:solidFill>
        <a:effectLst/>
      </p:bgPr>
    </p:bg>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A5D39D6-CFDE-08AA-2F6E-C3A12C08D6E2}"/>
              </a:ext>
            </a:extLst>
          </p:cNvPr>
          <p:cNvSpPr>
            <a:spLocks noGrp="1" noChangeArrowheads="1"/>
          </p:cNvSpPr>
          <p:nvPr>
            <p:ph type="title"/>
          </p:nvPr>
        </p:nvSpPr>
        <p:spPr/>
        <p:txBody>
          <a:bodyPr/>
          <a:lstStyle/>
          <a:p>
            <a:r>
              <a:rPr lang="en-MY" altLang="en-US"/>
              <a:t>Attendance</a:t>
            </a:r>
          </a:p>
        </p:txBody>
      </p:sp>
      <p:pic>
        <p:nvPicPr>
          <p:cNvPr id="3" name="Picture 2">
            <a:extLst>
              <a:ext uri="{FF2B5EF4-FFF2-40B4-BE49-F238E27FC236}">
                <a16:creationId xmlns:a16="http://schemas.microsoft.com/office/drawing/2014/main" id="{E0CD3E12-D688-1B65-DA24-F8F0AFDE8F97}"/>
              </a:ext>
            </a:extLst>
          </p:cNvPr>
          <p:cNvPicPr>
            <a:picLocks noChangeAspect="1"/>
          </p:cNvPicPr>
          <p:nvPr/>
        </p:nvPicPr>
        <p:blipFill>
          <a:blip r:embed="rId2"/>
          <a:stretch>
            <a:fillRect/>
          </a:stretch>
        </p:blipFill>
        <p:spPr>
          <a:xfrm>
            <a:off x="2771800" y="540492"/>
            <a:ext cx="6058425" cy="60889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2D30D56-CE1C-E608-9A62-8BFCEF9153D8}"/>
              </a:ext>
            </a:extLst>
          </p:cNvPr>
          <p:cNvSpPr>
            <a:spLocks noGrp="1" noChangeArrowheads="1"/>
          </p:cNvSpPr>
          <p:nvPr>
            <p:ph type="ctrTitle"/>
          </p:nvPr>
        </p:nvSpPr>
        <p:spPr/>
        <p:txBody>
          <a:bodyPr/>
          <a:lstStyle/>
          <a:p>
            <a:r>
              <a:rPr lang="en-GB" altLang="en-US"/>
              <a:t>Computer Organisation</a:t>
            </a:r>
          </a:p>
        </p:txBody>
      </p:sp>
      <p:sp>
        <p:nvSpPr>
          <p:cNvPr id="19459" name="Rectangle 3">
            <a:extLst>
              <a:ext uri="{FF2B5EF4-FFF2-40B4-BE49-F238E27FC236}">
                <a16:creationId xmlns:a16="http://schemas.microsoft.com/office/drawing/2014/main" id="{DEDDA20E-6659-6CB2-C1E8-D9D8E3DC5F69}"/>
              </a:ext>
            </a:extLst>
          </p:cNvPr>
          <p:cNvSpPr>
            <a:spLocks noGrp="1" noChangeArrowheads="1"/>
          </p:cNvSpPr>
          <p:nvPr>
            <p:ph type="subTitle" idx="1"/>
          </p:nvPr>
        </p:nvSpPr>
        <p:spPr>
          <a:xfrm>
            <a:off x="914400" y="3028950"/>
            <a:ext cx="7402513" cy="1771650"/>
          </a:xfrm>
        </p:spPr>
        <p:txBody>
          <a:bodyPr/>
          <a:lstStyle/>
          <a:p>
            <a:r>
              <a:rPr lang="en-GB" altLang="en-US"/>
              <a:t>Topic 5</a:t>
            </a:r>
          </a:p>
          <a:p>
            <a:r>
              <a:rPr lang="en-GB" altLang="en-US"/>
              <a:t>Addressing, and Instruction Set Characteristics &amp; Functions</a:t>
            </a:r>
          </a:p>
        </p:txBody>
      </p:sp>
      <p:sp>
        <p:nvSpPr>
          <p:cNvPr id="19460" name="Text Box 6">
            <a:extLst>
              <a:ext uri="{FF2B5EF4-FFF2-40B4-BE49-F238E27FC236}">
                <a16:creationId xmlns:a16="http://schemas.microsoft.com/office/drawing/2014/main" id="{776D5D79-62C4-EC75-4D64-FE34F0FE0221}"/>
              </a:ext>
            </a:extLst>
          </p:cNvPr>
          <p:cNvSpPr txBox="1">
            <a:spLocks noChangeArrowheads="1"/>
          </p:cNvSpPr>
          <p:nvPr/>
        </p:nvSpPr>
        <p:spPr bwMode="auto">
          <a:xfrm>
            <a:off x="107950" y="6257925"/>
            <a:ext cx="669607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1600" dirty="0">
                <a:latin typeface="Tahoma" panose="020B0604030504040204" pitchFamily="34" charset="0"/>
              </a:rPr>
              <a:t>Hamacher et al., Computer </a:t>
            </a:r>
            <a:r>
              <a:rPr kumimoji="0" lang="en-US" altLang="en-US" sz="1600" dirty="0" err="1">
                <a:latin typeface="Tahoma" panose="020B0604030504040204" pitchFamily="34" charset="0"/>
              </a:rPr>
              <a:t>Organisation</a:t>
            </a:r>
            <a:r>
              <a:rPr kumimoji="0" lang="en-US" altLang="en-US" sz="1600" dirty="0">
                <a:latin typeface="Tahoma" panose="020B0604030504040204" pitchFamily="34" charset="0"/>
              </a:rPr>
              <a:t> (5th Ed.), Chap. 2</a:t>
            </a:r>
          </a:p>
          <a:p>
            <a:pPr eaLnBrk="1" hangingPunct="1">
              <a:lnSpc>
                <a:spcPct val="20000"/>
              </a:lnSpc>
              <a:spcBef>
                <a:spcPct val="50000"/>
              </a:spcBef>
              <a:buClrTx/>
              <a:buFontTx/>
              <a:buNone/>
            </a:pPr>
            <a:endParaRPr kumimoji="0" lang="en-US" altLang="en-US" sz="1600" dirty="0">
              <a:latin typeface="Tahoma" panose="020B0604030504040204" pitchFamily="34" charset="0"/>
            </a:endParaRPr>
          </a:p>
          <a:p>
            <a:pPr eaLnBrk="1" hangingPunct="1">
              <a:lnSpc>
                <a:spcPct val="20000"/>
              </a:lnSpc>
              <a:spcBef>
                <a:spcPct val="50000"/>
              </a:spcBef>
              <a:buClrTx/>
              <a:buFontTx/>
              <a:buNone/>
            </a:pPr>
            <a:r>
              <a:rPr kumimoji="0" lang="en-US" altLang="en-US" sz="1600" dirty="0">
                <a:latin typeface="Tahoma" panose="020B0604030504040204" pitchFamily="34" charset="0"/>
              </a:rPr>
              <a:t>Stallings, Computer Organization &amp; Architecture (9th Ed.), Chap.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987C39E-DFC0-428F-1F72-33DF13BDE1DB}"/>
              </a:ext>
            </a:extLst>
          </p:cNvPr>
          <p:cNvSpPr>
            <a:spLocks noGrp="1" noChangeArrowheads="1"/>
          </p:cNvSpPr>
          <p:nvPr>
            <p:ph type="title"/>
          </p:nvPr>
        </p:nvSpPr>
        <p:spPr/>
        <p:txBody>
          <a:bodyPr/>
          <a:lstStyle/>
          <a:p>
            <a:r>
              <a:rPr lang="en-US" altLang="en-US"/>
              <a:t>Outline</a:t>
            </a:r>
          </a:p>
        </p:txBody>
      </p:sp>
      <p:sp>
        <p:nvSpPr>
          <p:cNvPr id="21507" name="Rectangle 3">
            <a:extLst>
              <a:ext uri="{FF2B5EF4-FFF2-40B4-BE49-F238E27FC236}">
                <a16:creationId xmlns:a16="http://schemas.microsoft.com/office/drawing/2014/main" id="{FC3AF27C-4DA1-CC1B-1EF2-049A78AB0CDF}"/>
              </a:ext>
            </a:extLst>
          </p:cNvPr>
          <p:cNvSpPr>
            <a:spLocks noGrp="1" noChangeArrowheads="1"/>
          </p:cNvSpPr>
          <p:nvPr>
            <p:ph type="body" idx="1"/>
          </p:nvPr>
        </p:nvSpPr>
        <p:spPr>
          <a:xfrm>
            <a:off x="457200" y="1600200"/>
            <a:ext cx="8178800" cy="5029200"/>
          </a:xfrm>
        </p:spPr>
        <p:txBody>
          <a:bodyPr/>
          <a:lstStyle/>
          <a:p>
            <a:r>
              <a:rPr lang="en-US" altLang="en-US"/>
              <a:t>Memory locations and addresses</a:t>
            </a:r>
          </a:p>
          <a:p>
            <a:pPr lvl="1"/>
            <a:r>
              <a:rPr lang="en-US" altLang="en-US"/>
              <a:t>Byte addressability</a:t>
            </a:r>
          </a:p>
          <a:p>
            <a:pPr lvl="1"/>
            <a:r>
              <a:rPr lang="en-US" altLang="en-US"/>
              <a:t>Big-endian and Little-endian Assignments</a:t>
            </a:r>
          </a:p>
          <a:p>
            <a:r>
              <a:rPr lang="en-US" altLang="en-US"/>
              <a:t>Memory operations</a:t>
            </a:r>
          </a:p>
          <a:p>
            <a:r>
              <a:rPr lang="en-US" altLang="en-US"/>
              <a:t>Instructions and instruction sequencing</a:t>
            </a:r>
          </a:p>
          <a:p>
            <a:pPr lvl="1"/>
            <a:r>
              <a:rPr lang="en-US" altLang="en-US"/>
              <a:t>Notation</a:t>
            </a:r>
          </a:p>
          <a:p>
            <a:pPr lvl="1"/>
            <a:r>
              <a:rPr lang="en-US" altLang="en-US"/>
              <a:t>Types of instruction</a:t>
            </a:r>
          </a:p>
          <a:p>
            <a:pPr lvl="1"/>
            <a:r>
              <a:rPr lang="en-US" altLang="en-US"/>
              <a:t>Types of operands</a:t>
            </a:r>
          </a:p>
          <a:p>
            <a:pPr lvl="1"/>
            <a:r>
              <a:rPr lang="en-US" altLang="en-US"/>
              <a:t>Types of operations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ED8D5B9-BBC9-3AC0-8E76-299DEA4C7EEF}"/>
              </a:ext>
            </a:extLst>
          </p:cNvPr>
          <p:cNvSpPr>
            <a:spLocks noGrp="1" noChangeArrowheads="1"/>
          </p:cNvSpPr>
          <p:nvPr>
            <p:ph type="title"/>
          </p:nvPr>
        </p:nvSpPr>
        <p:spPr/>
        <p:txBody>
          <a:bodyPr/>
          <a:lstStyle/>
          <a:p>
            <a:r>
              <a:rPr lang="en-GB" altLang="en-US"/>
              <a:t>Memory Locations </a:t>
            </a:r>
          </a:p>
        </p:txBody>
      </p:sp>
      <p:sp>
        <p:nvSpPr>
          <p:cNvPr id="23555" name="Rectangle 3">
            <a:extLst>
              <a:ext uri="{FF2B5EF4-FFF2-40B4-BE49-F238E27FC236}">
                <a16:creationId xmlns:a16="http://schemas.microsoft.com/office/drawing/2014/main" id="{81558507-F4AC-1CE0-4554-73E69E9C0288}"/>
              </a:ext>
            </a:extLst>
          </p:cNvPr>
          <p:cNvSpPr>
            <a:spLocks noGrp="1" noChangeArrowheads="1"/>
          </p:cNvSpPr>
          <p:nvPr>
            <p:ph type="body" idx="1"/>
          </p:nvPr>
        </p:nvSpPr>
        <p:spPr>
          <a:xfrm>
            <a:off x="457200" y="1885950"/>
            <a:ext cx="8178800" cy="4667250"/>
          </a:xfrm>
        </p:spPr>
        <p:txBody>
          <a:bodyPr/>
          <a:lstStyle/>
          <a:p>
            <a:r>
              <a:rPr lang="en-GB" altLang="en-US" sz="3600" b="1">
                <a:solidFill>
                  <a:srgbClr val="92D050"/>
                </a:solidFill>
              </a:rPr>
              <a:t>Operands</a:t>
            </a:r>
            <a:r>
              <a:rPr lang="en-GB" altLang="en-US"/>
              <a:t> and </a:t>
            </a:r>
            <a:r>
              <a:rPr lang="en-GB" altLang="en-US" sz="3600" b="1">
                <a:solidFill>
                  <a:srgbClr val="FF0000"/>
                </a:solidFill>
              </a:rPr>
              <a:t>instructions</a:t>
            </a:r>
            <a:r>
              <a:rPr lang="en-GB" altLang="en-US"/>
              <a:t> are stored in </a:t>
            </a:r>
            <a:r>
              <a:rPr lang="en-GB" altLang="en-US" sz="3600" b="1">
                <a:solidFill>
                  <a:srgbClr val="00B0F0"/>
                </a:solidFill>
              </a:rPr>
              <a:t>memory</a:t>
            </a:r>
            <a:endParaRPr lang="en-GB" altLang="en-US" b="1">
              <a:solidFill>
                <a:srgbClr val="00B0F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802B141D-7E18-EC53-8326-165AD0F69372}"/>
              </a:ext>
            </a:extLst>
          </p:cNvPr>
          <p:cNvSpPr>
            <a:spLocks noGrp="1" noChangeArrowheads="1"/>
          </p:cNvSpPr>
          <p:nvPr>
            <p:ph type="title"/>
          </p:nvPr>
        </p:nvSpPr>
        <p:spPr/>
        <p:txBody>
          <a:bodyPr/>
          <a:lstStyle/>
          <a:p>
            <a:r>
              <a:rPr lang="en-GB" altLang="en-US"/>
              <a:t>Memory Locations </a:t>
            </a:r>
          </a:p>
        </p:txBody>
      </p:sp>
      <p:sp>
        <p:nvSpPr>
          <p:cNvPr id="25603" name="Rectangle 3">
            <a:extLst>
              <a:ext uri="{FF2B5EF4-FFF2-40B4-BE49-F238E27FC236}">
                <a16:creationId xmlns:a16="http://schemas.microsoft.com/office/drawing/2014/main" id="{5E01E23E-F897-9F4F-A84F-A649B1657F43}"/>
              </a:ext>
            </a:extLst>
          </p:cNvPr>
          <p:cNvSpPr>
            <a:spLocks noGrp="1" noChangeArrowheads="1"/>
          </p:cNvSpPr>
          <p:nvPr>
            <p:ph type="body" idx="1"/>
          </p:nvPr>
        </p:nvSpPr>
        <p:spPr>
          <a:xfrm>
            <a:off x="457200" y="1885950"/>
            <a:ext cx="8178800" cy="4667250"/>
          </a:xfrm>
        </p:spPr>
        <p:txBody>
          <a:bodyPr/>
          <a:lstStyle/>
          <a:p>
            <a:r>
              <a:rPr lang="en-GB" altLang="en-US"/>
              <a:t>Memory consists of many millions of storage cells</a:t>
            </a:r>
          </a:p>
          <a:p>
            <a:pPr lvl="1"/>
            <a:r>
              <a:rPr lang="en-GB" altLang="en-US" sz="3200" b="1">
                <a:solidFill>
                  <a:srgbClr val="92D050"/>
                </a:solidFill>
              </a:rPr>
              <a:t>Each cell can store a “bit” </a:t>
            </a:r>
            <a:r>
              <a:rPr lang="en-GB" altLang="en-US"/>
              <a:t>with value 0 or 1</a:t>
            </a:r>
          </a:p>
          <a:p>
            <a:r>
              <a:rPr lang="en-GB" altLang="en-US" sz="3600" b="1">
                <a:solidFill>
                  <a:srgbClr val="FF0000"/>
                </a:solidFill>
              </a:rPr>
              <a:t>Each group of </a:t>
            </a:r>
            <a:r>
              <a:rPr lang="en-GB" altLang="en-US" sz="3600" b="1" i="1">
                <a:solidFill>
                  <a:srgbClr val="FF0000"/>
                </a:solidFill>
              </a:rPr>
              <a:t>n</a:t>
            </a:r>
            <a:r>
              <a:rPr lang="en-GB" altLang="en-US" sz="3600" b="1">
                <a:solidFill>
                  <a:srgbClr val="FF0000"/>
                </a:solidFill>
              </a:rPr>
              <a:t> bits is called a “word”</a:t>
            </a:r>
          </a:p>
          <a:p>
            <a:pPr lvl="1"/>
            <a:r>
              <a:rPr lang="en-GB" altLang="en-US" i="1"/>
              <a:t>n</a:t>
            </a:r>
            <a:r>
              <a:rPr lang="en-GB" altLang="en-US"/>
              <a:t> = word length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8407A24-FA3E-C114-96B9-36A6D1CBF500}"/>
              </a:ext>
            </a:extLst>
          </p:cNvPr>
          <p:cNvSpPr>
            <a:spLocks noGrp="1" noChangeArrowheads="1"/>
          </p:cNvSpPr>
          <p:nvPr>
            <p:ph type="title"/>
          </p:nvPr>
        </p:nvSpPr>
        <p:spPr/>
        <p:txBody>
          <a:bodyPr/>
          <a:lstStyle/>
          <a:p>
            <a:r>
              <a:rPr lang="en-GB" altLang="en-US"/>
              <a:t>Memory Locations</a:t>
            </a:r>
            <a:endParaRPr lang="en-US" altLang="en-US"/>
          </a:p>
        </p:txBody>
      </p:sp>
      <p:sp>
        <p:nvSpPr>
          <p:cNvPr id="27651" name="Rectangle 113">
            <a:extLst>
              <a:ext uri="{FF2B5EF4-FFF2-40B4-BE49-F238E27FC236}">
                <a16:creationId xmlns:a16="http://schemas.microsoft.com/office/drawing/2014/main" id="{3049D195-00D2-10C1-3108-DC260068C210}"/>
              </a:ext>
            </a:extLst>
          </p:cNvPr>
          <p:cNvSpPr>
            <a:spLocks noChangeAspect="1" noChangeArrowheads="1"/>
          </p:cNvSpPr>
          <p:nvPr/>
        </p:nvSpPr>
        <p:spPr bwMode="auto">
          <a:xfrm>
            <a:off x="5643563" y="2238375"/>
            <a:ext cx="10826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500">
                <a:latin typeface="Nimbus Roman No9 L" charset="0"/>
              </a:rPr>
              <a:t>second word</a:t>
            </a:r>
            <a:endParaRPr kumimoji="0" lang="en-CA" altLang="en-US" sz="2400">
              <a:latin typeface="Times New Roman" panose="02020603050405020304" pitchFamily="18" charset="0"/>
            </a:endParaRPr>
          </a:p>
        </p:txBody>
      </p:sp>
      <p:sp>
        <p:nvSpPr>
          <p:cNvPr id="27652" name="Line 114">
            <a:extLst>
              <a:ext uri="{FF2B5EF4-FFF2-40B4-BE49-F238E27FC236}">
                <a16:creationId xmlns:a16="http://schemas.microsoft.com/office/drawing/2014/main" id="{50585444-B9E2-9916-A6D7-746C61D55369}"/>
              </a:ext>
            </a:extLst>
          </p:cNvPr>
          <p:cNvSpPr>
            <a:spLocks noChangeAspect="1" noChangeShapeType="1"/>
          </p:cNvSpPr>
          <p:nvPr/>
        </p:nvSpPr>
        <p:spPr bwMode="auto">
          <a:xfrm flipH="1">
            <a:off x="2411413" y="4503738"/>
            <a:ext cx="2586037" cy="0"/>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53" name="Line 115">
            <a:extLst>
              <a:ext uri="{FF2B5EF4-FFF2-40B4-BE49-F238E27FC236}">
                <a16:creationId xmlns:a16="http://schemas.microsoft.com/office/drawing/2014/main" id="{C837555B-0981-6119-2D18-4011ABABB867}"/>
              </a:ext>
            </a:extLst>
          </p:cNvPr>
          <p:cNvSpPr>
            <a:spLocks noChangeAspect="1" noChangeShapeType="1"/>
          </p:cNvSpPr>
          <p:nvPr/>
        </p:nvSpPr>
        <p:spPr bwMode="auto">
          <a:xfrm flipH="1">
            <a:off x="2411413" y="2562225"/>
            <a:ext cx="2586037" cy="1588"/>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54" name="Freeform 116">
            <a:extLst>
              <a:ext uri="{FF2B5EF4-FFF2-40B4-BE49-F238E27FC236}">
                <a16:creationId xmlns:a16="http://schemas.microsoft.com/office/drawing/2014/main" id="{F53BCE09-961A-869E-0575-00500BC11622}"/>
              </a:ext>
            </a:extLst>
          </p:cNvPr>
          <p:cNvSpPr>
            <a:spLocks noChangeAspect="1"/>
          </p:cNvSpPr>
          <p:nvPr/>
        </p:nvSpPr>
        <p:spPr bwMode="auto">
          <a:xfrm>
            <a:off x="2428875" y="1573213"/>
            <a:ext cx="107950" cy="55562"/>
          </a:xfrm>
          <a:custGeom>
            <a:avLst/>
            <a:gdLst>
              <a:gd name="T0" fmla="*/ 2147483646 w 6"/>
              <a:gd name="T1" fmla="*/ 0 h 3"/>
              <a:gd name="T2" fmla="*/ 0 w 6"/>
              <a:gd name="T3" fmla="*/ 2147483646 h 3"/>
              <a:gd name="T4" fmla="*/ 2147483646 w 6"/>
              <a:gd name="T5" fmla="*/ 2147483646 h 3"/>
              <a:gd name="T6" fmla="*/ 2147483646 w 6"/>
              <a:gd name="T7" fmla="*/ 2147483646 h 3"/>
              <a:gd name="T8" fmla="*/ 2147483646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1"/>
                </a:lnTo>
                <a:lnTo>
                  <a:pt x="6" y="3"/>
                </a:lnTo>
                <a:lnTo>
                  <a:pt x="6" y="1"/>
                </a:lnTo>
                <a:lnTo>
                  <a:pt x="6" y="0"/>
                </a:lnTo>
              </a:path>
            </a:pathLst>
          </a:custGeom>
          <a:solidFill>
            <a:schemeClr val="tx1"/>
          </a:solidFill>
          <a:ln w="20638">
            <a:solidFill>
              <a:schemeClr val="tx1"/>
            </a:solidFill>
            <a:prstDash val="solid"/>
            <a:round/>
            <a:headEnd/>
            <a:tailEnd/>
          </a:ln>
        </p:spPr>
        <p:txBody>
          <a:bodyPr/>
          <a:lstStyle/>
          <a:p>
            <a:endParaRPr lang="en-MY"/>
          </a:p>
        </p:txBody>
      </p:sp>
      <p:sp>
        <p:nvSpPr>
          <p:cNvPr id="27655" name="Freeform 117">
            <a:extLst>
              <a:ext uri="{FF2B5EF4-FFF2-40B4-BE49-F238E27FC236}">
                <a16:creationId xmlns:a16="http://schemas.microsoft.com/office/drawing/2014/main" id="{113A2538-5EE8-6C6B-BDA1-DAED81879BAC}"/>
              </a:ext>
            </a:extLst>
          </p:cNvPr>
          <p:cNvSpPr>
            <a:spLocks noChangeAspect="1"/>
          </p:cNvSpPr>
          <p:nvPr/>
        </p:nvSpPr>
        <p:spPr bwMode="auto">
          <a:xfrm>
            <a:off x="2428875" y="1573213"/>
            <a:ext cx="107950" cy="55562"/>
          </a:xfrm>
          <a:custGeom>
            <a:avLst/>
            <a:gdLst>
              <a:gd name="T0" fmla="*/ 2147483646 w 78"/>
              <a:gd name="T1" fmla="*/ 0 h 40"/>
              <a:gd name="T2" fmla="*/ 0 w 78"/>
              <a:gd name="T3" fmla="*/ 2147483646 h 40"/>
              <a:gd name="T4" fmla="*/ 2147483646 w 78"/>
              <a:gd name="T5" fmla="*/ 2147483646 h 40"/>
              <a:gd name="T6" fmla="*/ 2147483646 w 78"/>
              <a:gd name="T7" fmla="*/ 2147483646 h 40"/>
              <a:gd name="T8" fmla="*/ 2147483646 w 78"/>
              <a:gd name="T9" fmla="*/ 0 h 40"/>
              <a:gd name="T10" fmla="*/ 0 60000 65536"/>
              <a:gd name="T11" fmla="*/ 0 60000 65536"/>
              <a:gd name="T12" fmla="*/ 0 60000 65536"/>
              <a:gd name="T13" fmla="*/ 0 60000 65536"/>
              <a:gd name="T14" fmla="*/ 0 60000 65536"/>
              <a:gd name="T15" fmla="*/ 0 w 78"/>
              <a:gd name="T16" fmla="*/ 0 h 40"/>
              <a:gd name="T17" fmla="*/ 78 w 78"/>
              <a:gd name="T18" fmla="*/ 40 h 40"/>
            </a:gdLst>
            <a:ahLst/>
            <a:cxnLst>
              <a:cxn ang="T10">
                <a:pos x="T0" y="T1"/>
              </a:cxn>
              <a:cxn ang="T11">
                <a:pos x="T2" y="T3"/>
              </a:cxn>
              <a:cxn ang="T12">
                <a:pos x="T4" y="T5"/>
              </a:cxn>
              <a:cxn ang="T13">
                <a:pos x="T6" y="T7"/>
              </a:cxn>
              <a:cxn ang="T14">
                <a:pos x="T8" y="T9"/>
              </a:cxn>
            </a:cxnLst>
            <a:rect l="T15" t="T16" r="T17" b="T18"/>
            <a:pathLst>
              <a:path w="78" h="40">
                <a:moveTo>
                  <a:pt x="78" y="0"/>
                </a:moveTo>
                <a:lnTo>
                  <a:pt x="0" y="13"/>
                </a:lnTo>
                <a:lnTo>
                  <a:pt x="78" y="40"/>
                </a:lnTo>
                <a:lnTo>
                  <a:pt x="78" y="13"/>
                </a:lnTo>
                <a:lnTo>
                  <a:pt x="78" y="0"/>
                </a:lnTo>
                <a:close/>
              </a:path>
            </a:pathLst>
          </a:custGeom>
          <a:solidFill>
            <a:schemeClr val="tx1"/>
          </a:solidFill>
          <a:ln w="0">
            <a:solidFill>
              <a:schemeClr val="tx1"/>
            </a:solidFill>
            <a:prstDash val="solid"/>
            <a:round/>
            <a:headEnd/>
            <a:tailEnd/>
          </a:ln>
        </p:spPr>
        <p:txBody>
          <a:bodyPr/>
          <a:lstStyle/>
          <a:p>
            <a:endParaRPr lang="en-MY"/>
          </a:p>
        </p:txBody>
      </p:sp>
      <p:sp>
        <p:nvSpPr>
          <p:cNvPr id="27656" name="Line 118">
            <a:extLst>
              <a:ext uri="{FF2B5EF4-FFF2-40B4-BE49-F238E27FC236}">
                <a16:creationId xmlns:a16="http://schemas.microsoft.com/office/drawing/2014/main" id="{43648CD1-95AD-5A5F-FC3F-7940B3C28CC8}"/>
              </a:ext>
            </a:extLst>
          </p:cNvPr>
          <p:cNvSpPr>
            <a:spLocks noChangeAspect="1" noChangeShapeType="1"/>
          </p:cNvSpPr>
          <p:nvPr/>
        </p:nvSpPr>
        <p:spPr bwMode="auto">
          <a:xfrm>
            <a:off x="2514600" y="1592263"/>
            <a:ext cx="866775" cy="0"/>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57" name="Freeform 119">
            <a:extLst>
              <a:ext uri="{FF2B5EF4-FFF2-40B4-BE49-F238E27FC236}">
                <a16:creationId xmlns:a16="http://schemas.microsoft.com/office/drawing/2014/main" id="{ABD976EC-A10B-FC18-B049-EC0488FFE3E3}"/>
              </a:ext>
            </a:extLst>
          </p:cNvPr>
          <p:cNvSpPr>
            <a:spLocks noChangeAspect="1"/>
          </p:cNvSpPr>
          <p:nvPr/>
        </p:nvSpPr>
        <p:spPr bwMode="auto">
          <a:xfrm>
            <a:off x="4886325" y="1573213"/>
            <a:ext cx="109538" cy="55562"/>
          </a:xfrm>
          <a:custGeom>
            <a:avLst/>
            <a:gdLst>
              <a:gd name="T0" fmla="*/ 0 w 6"/>
              <a:gd name="T1" fmla="*/ 2147483646 h 3"/>
              <a:gd name="T2" fmla="*/ 2147483646 w 6"/>
              <a:gd name="T3" fmla="*/ 2147483646 h 3"/>
              <a:gd name="T4" fmla="*/ 0 w 6"/>
              <a:gd name="T5" fmla="*/ 0 h 3"/>
              <a:gd name="T6" fmla="*/ 0 w 6"/>
              <a:gd name="T7" fmla="*/ 2147483646 h 3"/>
              <a:gd name="T8" fmla="*/ 0 w 6"/>
              <a:gd name="T9" fmla="*/ 2147483646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solidFill>
            <a:schemeClr val="tx1"/>
          </a:solidFill>
          <a:ln w="20638">
            <a:solidFill>
              <a:schemeClr val="tx1"/>
            </a:solidFill>
            <a:prstDash val="solid"/>
            <a:round/>
            <a:headEnd/>
            <a:tailEnd/>
          </a:ln>
        </p:spPr>
        <p:txBody>
          <a:bodyPr/>
          <a:lstStyle/>
          <a:p>
            <a:endParaRPr lang="en-MY"/>
          </a:p>
        </p:txBody>
      </p:sp>
      <p:sp>
        <p:nvSpPr>
          <p:cNvPr id="27658" name="Freeform 120">
            <a:extLst>
              <a:ext uri="{FF2B5EF4-FFF2-40B4-BE49-F238E27FC236}">
                <a16:creationId xmlns:a16="http://schemas.microsoft.com/office/drawing/2014/main" id="{319FB2F9-4FA3-36DD-D8B1-149DB2E4A043}"/>
              </a:ext>
            </a:extLst>
          </p:cNvPr>
          <p:cNvSpPr>
            <a:spLocks noChangeAspect="1"/>
          </p:cNvSpPr>
          <p:nvPr/>
        </p:nvSpPr>
        <p:spPr bwMode="auto">
          <a:xfrm>
            <a:off x="4886325" y="1573213"/>
            <a:ext cx="109538" cy="55562"/>
          </a:xfrm>
          <a:custGeom>
            <a:avLst/>
            <a:gdLst>
              <a:gd name="T0" fmla="*/ 0 w 79"/>
              <a:gd name="T1" fmla="*/ 2147483646 h 40"/>
              <a:gd name="T2" fmla="*/ 2147483646 w 79"/>
              <a:gd name="T3" fmla="*/ 2147483646 h 40"/>
              <a:gd name="T4" fmla="*/ 0 w 79"/>
              <a:gd name="T5" fmla="*/ 0 h 40"/>
              <a:gd name="T6" fmla="*/ 0 w 79"/>
              <a:gd name="T7" fmla="*/ 2147483646 h 40"/>
              <a:gd name="T8" fmla="*/ 0 w 79"/>
              <a:gd name="T9" fmla="*/ 2147483646 h 40"/>
              <a:gd name="T10" fmla="*/ 0 60000 65536"/>
              <a:gd name="T11" fmla="*/ 0 60000 65536"/>
              <a:gd name="T12" fmla="*/ 0 60000 65536"/>
              <a:gd name="T13" fmla="*/ 0 60000 65536"/>
              <a:gd name="T14" fmla="*/ 0 60000 65536"/>
              <a:gd name="T15" fmla="*/ 0 w 79"/>
              <a:gd name="T16" fmla="*/ 0 h 40"/>
              <a:gd name="T17" fmla="*/ 79 w 79"/>
              <a:gd name="T18" fmla="*/ 40 h 40"/>
            </a:gdLst>
            <a:ahLst/>
            <a:cxnLst>
              <a:cxn ang="T10">
                <a:pos x="T0" y="T1"/>
              </a:cxn>
              <a:cxn ang="T11">
                <a:pos x="T2" y="T3"/>
              </a:cxn>
              <a:cxn ang="T12">
                <a:pos x="T4" y="T5"/>
              </a:cxn>
              <a:cxn ang="T13">
                <a:pos x="T6" y="T7"/>
              </a:cxn>
              <a:cxn ang="T14">
                <a:pos x="T8" y="T9"/>
              </a:cxn>
            </a:cxnLst>
            <a:rect l="T15" t="T16" r="T17" b="T18"/>
            <a:pathLst>
              <a:path w="79" h="40">
                <a:moveTo>
                  <a:pt x="0" y="40"/>
                </a:moveTo>
                <a:lnTo>
                  <a:pt x="79" y="13"/>
                </a:lnTo>
                <a:lnTo>
                  <a:pt x="0" y="0"/>
                </a:lnTo>
                <a:lnTo>
                  <a:pt x="0" y="13"/>
                </a:lnTo>
                <a:lnTo>
                  <a:pt x="0" y="40"/>
                </a:lnTo>
                <a:close/>
              </a:path>
            </a:pathLst>
          </a:custGeom>
          <a:solidFill>
            <a:schemeClr val="tx1"/>
          </a:solidFill>
          <a:ln w="0">
            <a:solidFill>
              <a:schemeClr val="tx1"/>
            </a:solidFill>
            <a:prstDash val="solid"/>
            <a:round/>
            <a:headEnd/>
            <a:tailEnd/>
          </a:ln>
        </p:spPr>
        <p:txBody>
          <a:bodyPr/>
          <a:lstStyle/>
          <a:p>
            <a:endParaRPr lang="en-MY"/>
          </a:p>
        </p:txBody>
      </p:sp>
      <p:sp>
        <p:nvSpPr>
          <p:cNvPr id="27659" name="Line 121">
            <a:extLst>
              <a:ext uri="{FF2B5EF4-FFF2-40B4-BE49-F238E27FC236}">
                <a16:creationId xmlns:a16="http://schemas.microsoft.com/office/drawing/2014/main" id="{588D81BF-DC4A-E162-2F48-D19173C72CCA}"/>
              </a:ext>
            </a:extLst>
          </p:cNvPr>
          <p:cNvSpPr>
            <a:spLocks noChangeAspect="1" noChangeShapeType="1"/>
          </p:cNvSpPr>
          <p:nvPr/>
        </p:nvSpPr>
        <p:spPr bwMode="auto">
          <a:xfrm flipH="1">
            <a:off x="4029075" y="1592263"/>
            <a:ext cx="906463" cy="0"/>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60" name="Line 122">
            <a:extLst>
              <a:ext uri="{FF2B5EF4-FFF2-40B4-BE49-F238E27FC236}">
                <a16:creationId xmlns:a16="http://schemas.microsoft.com/office/drawing/2014/main" id="{4C87D2FE-F44A-4E2B-5202-8E0AA2D59B2B}"/>
              </a:ext>
            </a:extLst>
          </p:cNvPr>
          <p:cNvSpPr>
            <a:spLocks noChangeAspect="1" noChangeShapeType="1"/>
          </p:cNvSpPr>
          <p:nvPr/>
        </p:nvSpPr>
        <p:spPr bwMode="auto">
          <a:xfrm flipV="1">
            <a:off x="2411413" y="1538288"/>
            <a:ext cx="1587" cy="125412"/>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61" name="Line 123">
            <a:extLst>
              <a:ext uri="{FF2B5EF4-FFF2-40B4-BE49-F238E27FC236}">
                <a16:creationId xmlns:a16="http://schemas.microsoft.com/office/drawing/2014/main" id="{F89EE716-2C20-0AC7-DA71-0257458D22BF}"/>
              </a:ext>
            </a:extLst>
          </p:cNvPr>
          <p:cNvSpPr>
            <a:spLocks noChangeAspect="1" noChangeShapeType="1"/>
          </p:cNvSpPr>
          <p:nvPr/>
        </p:nvSpPr>
        <p:spPr bwMode="auto">
          <a:xfrm flipV="1">
            <a:off x="4997450" y="1538288"/>
            <a:ext cx="1588" cy="125412"/>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62" name="Line 124">
            <a:extLst>
              <a:ext uri="{FF2B5EF4-FFF2-40B4-BE49-F238E27FC236}">
                <a16:creationId xmlns:a16="http://schemas.microsoft.com/office/drawing/2014/main" id="{7CE8D3FA-90EC-ADF3-83FD-89B108540913}"/>
              </a:ext>
            </a:extLst>
          </p:cNvPr>
          <p:cNvSpPr>
            <a:spLocks noChangeAspect="1" noChangeShapeType="1"/>
          </p:cNvSpPr>
          <p:nvPr/>
        </p:nvSpPr>
        <p:spPr bwMode="auto">
          <a:xfrm flipH="1">
            <a:off x="2411413" y="2184400"/>
            <a:ext cx="2586037" cy="1588"/>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63" name="Rectangle 125">
            <a:extLst>
              <a:ext uri="{FF2B5EF4-FFF2-40B4-BE49-F238E27FC236}">
                <a16:creationId xmlns:a16="http://schemas.microsoft.com/office/drawing/2014/main" id="{658E7C13-FC5D-6D6B-A488-1397EF0364F3}"/>
              </a:ext>
            </a:extLst>
          </p:cNvPr>
          <p:cNvSpPr>
            <a:spLocks noChangeAspect="1" noChangeArrowheads="1"/>
          </p:cNvSpPr>
          <p:nvPr/>
        </p:nvSpPr>
        <p:spPr bwMode="auto">
          <a:xfrm>
            <a:off x="5643563" y="1860550"/>
            <a:ext cx="7731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500">
                <a:latin typeface="Nimbus Roman No9 L" charset="0"/>
              </a:rPr>
              <a:t>first word</a:t>
            </a:r>
            <a:endParaRPr kumimoji="0" lang="en-CA" altLang="en-US" sz="2400">
              <a:latin typeface="Times New Roman" panose="02020603050405020304" pitchFamily="18" charset="0"/>
            </a:endParaRPr>
          </a:p>
        </p:txBody>
      </p:sp>
      <p:sp>
        <p:nvSpPr>
          <p:cNvPr id="27664" name="Line 126">
            <a:extLst>
              <a:ext uri="{FF2B5EF4-FFF2-40B4-BE49-F238E27FC236}">
                <a16:creationId xmlns:a16="http://schemas.microsoft.com/office/drawing/2014/main" id="{395BA5F6-416A-2FD3-F555-5D640E7BA2B1}"/>
              </a:ext>
            </a:extLst>
          </p:cNvPr>
          <p:cNvSpPr>
            <a:spLocks noChangeAspect="1" noChangeShapeType="1"/>
          </p:cNvSpPr>
          <p:nvPr/>
        </p:nvSpPr>
        <p:spPr bwMode="auto">
          <a:xfrm flipH="1">
            <a:off x="2411413" y="4089400"/>
            <a:ext cx="2586037" cy="1588"/>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65" name="Line 127">
            <a:extLst>
              <a:ext uri="{FF2B5EF4-FFF2-40B4-BE49-F238E27FC236}">
                <a16:creationId xmlns:a16="http://schemas.microsoft.com/office/drawing/2014/main" id="{A1BD7261-BF2D-4EAA-94D7-AA1076F3E10E}"/>
              </a:ext>
            </a:extLst>
          </p:cNvPr>
          <p:cNvSpPr>
            <a:spLocks noChangeAspect="1" noChangeShapeType="1"/>
          </p:cNvSpPr>
          <p:nvPr/>
        </p:nvSpPr>
        <p:spPr bwMode="auto">
          <a:xfrm flipH="1">
            <a:off x="2411413" y="6065838"/>
            <a:ext cx="2586037" cy="1587"/>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66" name="Rectangle 128">
            <a:extLst>
              <a:ext uri="{FF2B5EF4-FFF2-40B4-BE49-F238E27FC236}">
                <a16:creationId xmlns:a16="http://schemas.microsoft.com/office/drawing/2014/main" id="{6C164884-4086-DC51-AC8B-299C9EABBC27}"/>
              </a:ext>
            </a:extLst>
          </p:cNvPr>
          <p:cNvSpPr>
            <a:spLocks noChangeAspect="1" noChangeArrowheads="1"/>
          </p:cNvSpPr>
          <p:nvPr/>
        </p:nvSpPr>
        <p:spPr bwMode="auto">
          <a:xfrm>
            <a:off x="2411413" y="1789113"/>
            <a:ext cx="2586037" cy="4652962"/>
          </a:xfrm>
          <a:prstGeom prst="rect">
            <a:avLst/>
          </a:prstGeom>
          <a:noFill/>
          <a:ln w="20638">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27667" name="Rectangle 129">
            <a:extLst>
              <a:ext uri="{FF2B5EF4-FFF2-40B4-BE49-F238E27FC236}">
                <a16:creationId xmlns:a16="http://schemas.microsoft.com/office/drawing/2014/main" id="{E117E613-F268-94AD-72E9-1F6F6C352EFD}"/>
              </a:ext>
            </a:extLst>
          </p:cNvPr>
          <p:cNvSpPr>
            <a:spLocks noChangeAspect="1" noChangeArrowheads="1"/>
          </p:cNvSpPr>
          <p:nvPr/>
        </p:nvSpPr>
        <p:spPr bwMode="auto">
          <a:xfrm>
            <a:off x="3508375" y="148431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500" i="1">
                <a:latin typeface="Nimbus Roman No9 L" charset="0"/>
              </a:rPr>
              <a:t>n</a:t>
            </a:r>
            <a:endParaRPr kumimoji="0" lang="en-CA" altLang="en-US" sz="2400">
              <a:latin typeface="Times New Roman" panose="02020603050405020304" pitchFamily="18" charset="0"/>
            </a:endParaRPr>
          </a:p>
        </p:txBody>
      </p:sp>
      <p:sp>
        <p:nvSpPr>
          <p:cNvPr id="27668" name="Rectangle 130">
            <a:extLst>
              <a:ext uri="{FF2B5EF4-FFF2-40B4-BE49-F238E27FC236}">
                <a16:creationId xmlns:a16="http://schemas.microsoft.com/office/drawing/2014/main" id="{09938309-DDFB-3B8F-0791-A84E48A78498}"/>
              </a:ext>
            </a:extLst>
          </p:cNvPr>
          <p:cNvSpPr>
            <a:spLocks noChangeAspect="1" noChangeArrowheads="1"/>
          </p:cNvSpPr>
          <p:nvPr/>
        </p:nvSpPr>
        <p:spPr bwMode="auto">
          <a:xfrm>
            <a:off x="3578225" y="1484313"/>
            <a:ext cx="349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500">
                <a:latin typeface="Nimbus Roman No9 L" charset="0"/>
              </a:rPr>
              <a:t> bits</a:t>
            </a:r>
            <a:endParaRPr kumimoji="0" lang="en-CA" altLang="en-US" sz="2400">
              <a:latin typeface="Times New Roman" panose="02020603050405020304" pitchFamily="18" charset="0"/>
            </a:endParaRPr>
          </a:p>
        </p:txBody>
      </p:sp>
      <p:sp>
        <p:nvSpPr>
          <p:cNvPr id="27669" name="Rectangle 131">
            <a:extLst>
              <a:ext uri="{FF2B5EF4-FFF2-40B4-BE49-F238E27FC236}">
                <a16:creationId xmlns:a16="http://schemas.microsoft.com/office/drawing/2014/main" id="{6C3F0C23-B02D-AE08-91CC-6371C46549B0}"/>
              </a:ext>
            </a:extLst>
          </p:cNvPr>
          <p:cNvSpPr>
            <a:spLocks noChangeAspect="1" noChangeArrowheads="1"/>
          </p:cNvSpPr>
          <p:nvPr/>
        </p:nvSpPr>
        <p:spPr bwMode="auto">
          <a:xfrm>
            <a:off x="5626100" y="6118225"/>
            <a:ext cx="7635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500">
                <a:latin typeface="Nimbus Roman No9 L" charset="0"/>
              </a:rPr>
              <a:t>last word</a:t>
            </a:r>
            <a:endParaRPr kumimoji="0" lang="en-CA" altLang="en-US" sz="2400">
              <a:latin typeface="Times New Roman" panose="02020603050405020304" pitchFamily="18" charset="0"/>
            </a:endParaRPr>
          </a:p>
        </p:txBody>
      </p:sp>
      <p:sp>
        <p:nvSpPr>
          <p:cNvPr id="27670" name="Rectangle 132">
            <a:extLst>
              <a:ext uri="{FF2B5EF4-FFF2-40B4-BE49-F238E27FC236}">
                <a16:creationId xmlns:a16="http://schemas.microsoft.com/office/drawing/2014/main" id="{67FBC67C-3AC5-B1B3-27CE-8B3C49C60D2E}"/>
              </a:ext>
            </a:extLst>
          </p:cNvPr>
          <p:cNvSpPr>
            <a:spLocks noChangeAspect="1" noChangeArrowheads="1"/>
          </p:cNvSpPr>
          <p:nvPr/>
        </p:nvSpPr>
        <p:spPr bwMode="auto">
          <a:xfrm>
            <a:off x="5626100" y="4195763"/>
            <a:ext cx="428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500" i="1">
                <a:latin typeface="Nimbus Roman No9 L" charset="0"/>
              </a:rPr>
              <a:t>i</a:t>
            </a:r>
            <a:endParaRPr kumimoji="0" lang="en-CA" altLang="en-US" sz="2400">
              <a:latin typeface="Times New Roman" panose="02020603050405020304" pitchFamily="18" charset="0"/>
            </a:endParaRPr>
          </a:p>
        </p:txBody>
      </p:sp>
      <p:sp>
        <p:nvSpPr>
          <p:cNvPr id="27671" name="Rectangle 133">
            <a:extLst>
              <a:ext uri="{FF2B5EF4-FFF2-40B4-BE49-F238E27FC236}">
                <a16:creationId xmlns:a16="http://schemas.microsoft.com/office/drawing/2014/main" id="{0C196B46-C91E-BCB3-7245-15E9D9FF5295}"/>
              </a:ext>
            </a:extLst>
          </p:cNvPr>
          <p:cNvSpPr>
            <a:spLocks noChangeAspect="1" noChangeArrowheads="1"/>
          </p:cNvSpPr>
          <p:nvPr/>
        </p:nvSpPr>
        <p:spPr bwMode="auto">
          <a:xfrm>
            <a:off x="5662613" y="4195763"/>
            <a:ext cx="6778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500">
                <a:latin typeface="Nimbus Roman No9 L" charset="0"/>
              </a:rPr>
              <a:t> th word</a:t>
            </a:r>
            <a:endParaRPr kumimoji="0" lang="en-CA" altLang="en-US" sz="2400">
              <a:latin typeface="Times New Roman" panose="02020603050405020304" pitchFamily="18" charset="0"/>
            </a:endParaRPr>
          </a:p>
        </p:txBody>
      </p:sp>
      <p:sp>
        <p:nvSpPr>
          <p:cNvPr id="27672" name="Freeform 134">
            <a:extLst>
              <a:ext uri="{FF2B5EF4-FFF2-40B4-BE49-F238E27FC236}">
                <a16:creationId xmlns:a16="http://schemas.microsoft.com/office/drawing/2014/main" id="{F0A1D304-2F8B-EBD1-4CBD-7399B8ED8341}"/>
              </a:ext>
            </a:extLst>
          </p:cNvPr>
          <p:cNvSpPr>
            <a:spLocks noChangeAspect="1"/>
          </p:cNvSpPr>
          <p:nvPr/>
        </p:nvSpPr>
        <p:spPr bwMode="auto">
          <a:xfrm>
            <a:off x="5375275" y="4287838"/>
            <a:ext cx="107950" cy="34925"/>
          </a:xfrm>
          <a:custGeom>
            <a:avLst/>
            <a:gdLst>
              <a:gd name="T0" fmla="*/ 0 w 6"/>
              <a:gd name="T1" fmla="*/ 2147483646 h 2"/>
              <a:gd name="T2" fmla="*/ 2147483646 w 6"/>
              <a:gd name="T3" fmla="*/ 2147483646 h 2"/>
              <a:gd name="T4" fmla="*/ 0 w 6"/>
              <a:gd name="T5" fmla="*/ 0 h 2"/>
              <a:gd name="T6" fmla="*/ 0 w 6"/>
              <a:gd name="T7" fmla="*/ 2147483646 h 2"/>
              <a:gd name="T8" fmla="*/ 0 w 6"/>
              <a:gd name="T9" fmla="*/ 2147483646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solidFill>
            <a:schemeClr val="tx1"/>
          </a:solidFill>
          <a:ln>
            <a:noFill/>
          </a:ln>
          <a:extLst>
            <a:ext uri="{91240B29-F687-4F45-9708-019B960494DF}">
              <a14:hiddenLine xmlns:a14="http://schemas.microsoft.com/office/drawing/2010/main" w="20638">
                <a:solidFill>
                  <a:srgbClr val="000000"/>
                </a:solidFill>
                <a:prstDash val="solid"/>
                <a:round/>
                <a:headEnd/>
                <a:tailEnd/>
              </a14:hiddenLine>
            </a:ext>
          </a:extLst>
        </p:spPr>
        <p:txBody>
          <a:bodyPr/>
          <a:lstStyle/>
          <a:p>
            <a:endParaRPr lang="en-MY"/>
          </a:p>
        </p:txBody>
      </p:sp>
      <p:sp>
        <p:nvSpPr>
          <p:cNvPr id="27673" name="Freeform 135">
            <a:extLst>
              <a:ext uri="{FF2B5EF4-FFF2-40B4-BE49-F238E27FC236}">
                <a16:creationId xmlns:a16="http://schemas.microsoft.com/office/drawing/2014/main" id="{CA3F5FBD-E9D8-A090-42C3-4B24BDEE49B2}"/>
              </a:ext>
            </a:extLst>
          </p:cNvPr>
          <p:cNvSpPr>
            <a:spLocks noChangeAspect="1"/>
          </p:cNvSpPr>
          <p:nvPr/>
        </p:nvSpPr>
        <p:spPr bwMode="auto">
          <a:xfrm>
            <a:off x="5375275" y="4287838"/>
            <a:ext cx="107950" cy="34925"/>
          </a:xfrm>
          <a:custGeom>
            <a:avLst/>
            <a:gdLst>
              <a:gd name="T0" fmla="*/ 0 w 79"/>
              <a:gd name="T1" fmla="*/ 2147483646 h 26"/>
              <a:gd name="T2" fmla="*/ 2147483646 w 79"/>
              <a:gd name="T3" fmla="*/ 2147483646 h 26"/>
              <a:gd name="T4" fmla="*/ 0 w 79"/>
              <a:gd name="T5" fmla="*/ 0 h 26"/>
              <a:gd name="T6" fmla="*/ 0 w 79"/>
              <a:gd name="T7" fmla="*/ 2147483646 h 26"/>
              <a:gd name="T8" fmla="*/ 0 w 79"/>
              <a:gd name="T9" fmla="*/ 2147483646 h 26"/>
              <a:gd name="T10" fmla="*/ 0 60000 65536"/>
              <a:gd name="T11" fmla="*/ 0 60000 65536"/>
              <a:gd name="T12" fmla="*/ 0 60000 65536"/>
              <a:gd name="T13" fmla="*/ 0 60000 65536"/>
              <a:gd name="T14" fmla="*/ 0 60000 65536"/>
              <a:gd name="T15" fmla="*/ 0 w 79"/>
              <a:gd name="T16" fmla="*/ 0 h 26"/>
              <a:gd name="T17" fmla="*/ 79 w 79"/>
              <a:gd name="T18" fmla="*/ 26 h 26"/>
            </a:gdLst>
            <a:ahLst/>
            <a:cxnLst>
              <a:cxn ang="T10">
                <a:pos x="T0" y="T1"/>
              </a:cxn>
              <a:cxn ang="T11">
                <a:pos x="T2" y="T3"/>
              </a:cxn>
              <a:cxn ang="T12">
                <a:pos x="T4" y="T5"/>
              </a:cxn>
              <a:cxn ang="T13">
                <a:pos x="T6" y="T7"/>
              </a:cxn>
              <a:cxn ang="T14">
                <a:pos x="T8" y="T9"/>
              </a:cxn>
            </a:cxnLst>
            <a:rect l="T15" t="T16" r="T17" b="T18"/>
            <a:pathLst>
              <a:path w="79" h="26">
                <a:moveTo>
                  <a:pt x="0" y="26"/>
                </a:moveTo>
                <a:lnTo>
                  <a:pt x="79" y="13"/>
                </a:lnTo>
                <a:lnTo>
                  <a:pt x="0" y="0"/>
                </a:lnTo>
                <a:lnTo>
                  <a:pt x="0" y="13"/>
                </a:lnTo>
                <a:lnTo>
                  <a:pt x="0" y="26"/>
                </a:lnTo>
                <a:close/>
              </a:path>
            </a:pathLst>
          </a:custGeom>
          <a:solidFill>
            <a:schemeClr val="tx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MY"/>
          </a:p>
        </p:txBody>
      </p:sp>
      <p:sp>
        <p:nvSpPr>
          <p:cNvPr id="27674" name="Line 136">
            <a:extLst>
              <a:ext uri="{FF2B5EF4-FFF2-40B4-BE49-F238E27FC236}">
                <a16:creationId xmlns:a16="http://schemas.microsoft.com/office/drawing/2014/main" id="{A46FAC59-09A1-6D74-3790-322844AB631C}"/>
              </a:ext>
            </a:extLst>
          </p:cNvPr>
          <p:cNvSpPr>
            <a:spLocks noChangeAspect="1" noChangeShapeType="1"/>
          </p:cNvSpPr>
          <p:nvPr/>
        </p:nvSpPr>
        <p:spPr bwMode="auto">
          <a:xfrm flipH="1">
            <a:off x="4852988" y="4305300"/>
            <a:ext cx="522287" cy="1588"/>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75" name="Freeform 137">
            <a:extLst>
              <a:ext uri="{FF2B5EF4-FFF2-40B4-BE49-F238E27FC236}">
                <a16:creationId xmlns:a16="http://schemas.microsoft.com/office/drawing/2014/main" id="{6C7AAA95-E987-0229-21C4-89701C7DFFDC}"/>
              </a:ext>
            </a:extLst>
          </p:cNvPr>
          <p:cNvSpPr>
            <a:spLocks noChangeAspect="1"/>
          </p:cNvSpPr>
          <p:nvPr/>
        </p:nvSpPr>
        <p:spPr bwMode="auto">
          <a:xfrm>
            <a:off x="5375275" y="2346325"/>
            <a:ext cx="107950" cy="53975"/>
          </a:xfrm>
          <a:custGeom>
            <a:avLst/>
            <a:gdLst>
              <a:gd name="T0" fmla="*/ 0 w 6"/>
              <a:gd name="T1" fmla="*/ 2147483646 h 3"/>
              <a:gd name="T2" fmla="*/ 2147483646 w 6"/>
              <a:gd name="T3" fmla="*/ 2147483646 h 3"/>
              <a:gd name="T4" fmla="*/ 0 w 6"/>
              <a:gd name="T5" fmla="*/ 0 h 3"/>
              <a:gd name="T6" fmla="*/ 0 w 6"/>
              <a:gd name="T7" fmla="*/ 2147483646 h 3"/>
              <a:gd name="T8" fmla="*/ 0 w 6"/>
              <a:gd name="T9" fmla="*/ 2147483646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solidFill>
            <a:schemeClr val="tx1"/>
          </a:solidFill>
          <a:ln w="20638">
            <a:solidFill>
              <a:schemeClr val="tx2"/>
            </a:solidFill>
            <a:prstDash val="solid"/>
            <a:round/>
            <a:headEnd/>
            <a:tailEnd/>
          </a:ln>
        </p:spPr>
        <p:txBody>
          <a:bodyPr/>
          <a:lstStyle/>
          <a:p>
            <a:endParaRPr lang="en-MY"/>
          </a:p>
        </p:txBody>
      </p:sp>
      <p:sp>
        <p:nvSpPr>
          <p:cNvPr id="27676" name="Freeform 138">
            <a:extLst>
              <a:ext uri="{FF2B5EF4-FFF2-40B4-BE49-F238E27FC236}">
                <a16:creationId xmlns:a16="http://schemas.microsoft.com/office/drawing/2014/main" id="{8549B332-41D8-C7D1-40CF-BFE6F35F813B}"/>
              </a:ext>
            </a:extLst>
          </p:cNvPr>
          <p:cNvSpPr>
            <a:spLocks noChangeAspect="1"/>
          </p:cNvSpPr>
          <p:nvPr/>
        </p:nvSpPr>
        <p:spPr bwMode="auto">
          <a:xfrm>
            <a:off x="5375275" y="2346325"/>
            <a:ext cx="107950" cy="53975"/>
          </a:xfrm>
          <a:custGeom>
            <a:avLst/>
            <a:gdLst>
              <a:gd name="T0" fmla="*/ 0 w 79"/>
              <a:gd name="T1" fmla="*/ 2147483646 h 39"/>
              <a:gd name="T2" fmla="*/ 2147483646 w 79"/>
              <a:gd name="T3" fmla="*/ 2147483646 h 39"/>
              <a:gd name="T4" fmla="*/ 0 w 79"/>
              <a:gd name="T5" fmla="*/ 0 h 39"/>
              <a:gd name="T6" fmla="*/ 0 w 79"/>
              <a:gd name="T7" fmla="*/ 2147483646 h 39"/>
              <a:gd name="T8" fmla="*/ 0 w 79"/>
              <a:gd name="T9" fmla="*/ 2147483646 h 39"/>
              <a:gd name="T10" fmla="*/ 0 60000 65536"/>
              <a:gd name="T11" fmla="*/ 0 60000 65536"/>
              <a:gd name="T12" fmla="*/ 0 60000 65536"/>
              <a:gd name="T13" fmla="*/ 0 60000 65536"/>
              <a:gd name="T14" fmla="*/ 0 60000 65536"/>
              <a:gd name="T15" fmla="*/ 0 w 79"/>
              <a:gd name="T16" fmla="*/ 0 h 39"/>
              <a:gd name="T17" fmla="*/ 79 w 79"/>
              <a:gd name="T18" fmla="*/ 39 h 39"/>
            </a:gdLst>
            <a:ahLst/>
            <a:cxnLst>
              <a:cxn ang="T10">
                <a:pos x="T0" y="T1"/>
              </a:cxn>
              <a:cxn ang="T11">
                <a:pos x="T2" y="T3"/>
              </a:cxn>
              <a:cxn ang="T12">
                <a:pos x="T4" y="T5"/>
              </a:cxn>
              <a:cxn ang="T13">
                <a:pos x="T6" y="T7"/>
              </a:cxn>
              <a:cxn ang="T14">
                <a:pos x="T8" y="T9"/>
              </a:cxn>
            </a:cxnLst>
            <a:rect l="T15" t="T16" r="T17" b="T18"/>
            <a:pathLst>
              <a:path w="79" h="39">
                <a:moveTo>
                  <a:pt x="0" y="39"/>
                </a:moveTo>
                <a:lnTo>
                  <a:pt x="79" y="13"/>
                </a:lnTo>
                <a:lnTo>
                  <a:pt x="0" y="0"/>
                </a:lnTo>
                <a:lnTo>
                  <a:pt x="0" y="13"/>
                </a:lnTo>
                <a:lnTo>
                  <a:pt x="0" y="39"/>
                </a:lnTo>
                <a:close/>
              </a:path>
            </a:pathLst>
          </a:custGeom>
          <a:solidFill>
            <a:schemeClr val="tx1"/>
          </a:solidFill>
          <a:ln w="0">
            <a:solidFill>
              <a:schemeClr val="tx2"/>
            </a:solidFill>
            <a:prstDash val="solid"/>
            <a:round/>
            <a:headEnd/>
            <a:tailEnd/>
          </a:ln>
        </p:spPr>
        <p:txBody>
          <a:bodyPr/>
          <a:lstStyle/>
          <a:p>
            <a:endParaRPr lang="en-MY"/>
          </a:p>
        </p:txBody>
      </p:sp>
      <p:sp>
        <p:nvSpPr>
          <p:cNvPr id="27677" name="Line 139">
            <a:extLst>
              <a:ext uri="{FF2B5EF4-FFF2-40B4-BE49-F238E27FC236}">
                <a16:creationId xmlns:a16="http://schemas.microsoft.com/office/drawing/2014/main" id="{4A13F60A-BA46-5891-DEE9-8B8DB10D5C4B}"/>
              </a:ext>
            </a:extLst>
          </p:cNvPr>
          <p:cNvSpPr>
            <a:spLocks noChangeAspect="1" noChangeShapeType="1"/>
          </p:cNvSpPr>
          <p:nvPr/>
        </p:nvSpPr>
        <p:spPr bwMode="auto">
          <a:xfrm flipH="1">
            <a:off x="4852988" y="2363788"/>
            <a:ext cx="522287" cy="1587"/>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78" name="Freeform 140">
            <a:extLst>
              <a:ext uri="{FF2B5EF4-FFF2-40B4-BE49-F238E27FC236}">
                <a16:creationId xmlns:a16="http://schemas.microsoft.com/office/drawing/2014/main" id="{08035C65-AD2A-865D-BB48-8B009FB282F4}"/>
              </a:ext>
            </a:extLst>
          </p:cNvPr>
          <p:cNvSpPr>
            <a:spLocks noChangeAspect="1"/>
          </p:cNvSpPr>
          <p:nvPr/>
        </p:nvSpPr>
        <p:spPr bwMode="auto">
          <a:xfrm>
            <a:off x="5375275" y="1970088"/>
            <a:ext cx="107950" cy="34925"/>
          </a:xfrm>
          <a:custGeom>
            <a:avLst/>
            <a:gdLst>
              <a:gd name="T0" fmla="*/ 0 w 6"/>
              <a:gd name="T1" fmla="*/ 2147483646 h 2"/>
              <a:gd name="T2" fmla="*/ 2147483646 w 6"/>
              <a:gd name="T3" fmla="*/ 2147483646 h 2"/>
              <a:gd name="T4" fmla="*/ 0 w 6"/>
              <a:gd name="T5" fmla="*/ 0 h 2"/>
              <a:gd name="T6" fmla="*/ 0 w 6"/>
              <a:gd name="T7" fmla="*/ 2147483646 h 2"/>
              <a:gd name="T8" fmla="*/ 0 w 6"/>
              <a:gd name="T9" fmla="*/ 2147483646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solidFill>
            <a:schemeClr val="tx1"/>
          </a:solidFill>
          <a:ln w="20638">
            <a:solidFill>
              <a:schemeClr val="tx2"/>
            </a:solidFill>
            <a:prstDash val="solid"/>
            <a:round/>
            <a:headEnd/>
            <a:tailEnd/>
          </a:ln>
        </p:spPr>
        <p:txBody>
          <a:bodyPr/>
          <a:lstStyle/>
          <a:p>
            <a:endParaRPr lang="en-MY"/>
          </a:p>
        </p:txBody>
      </p:sp>
      <p:sp>
        <p:nvSpPr>
          <p:cNvPr id="27679" name="Freeform 141">
            <a:extLst>
              <a:ext uri="{FF2B5EF4-FFF2-40B4-BE49-F238E27FC236}">
                <a16:creationId xmlns:a16="http://schemas.microsoft.com/office/drawing/2014/main" id="{AE691A02-2F37-5DF8-22B4-747618D35562}"/>
              </a:ext>
            </a:extLst>
          </p:cNvPr>
          <p:cNvSpPr>
            <a:spLocks noChangeAspect="1"/>
          </p:cNvSpPr>
          <p:nvPr/>
        </p:nvSpPr>
        <p:spPr bwMode="auto">
          <a:xfrm>
            <a:off x="5375275" y="1970088"/>
            <a:ext cx="107950" cy="34925"/>
          </a:xfrm>
          <a:custGeom>
            <a:avLst/>
            <a:gdLst>
              <a:gd name="T0" fmla="*/ 0 w 79"/>
              <a:gd name="T1" fmla="*/ 2147483646 h 26"/>
              <a:gd name="T2" fmla="*/ 2147483646 w 79"/>
              <a:gd name="T3" fmla="*/ 2147483646 h 26"/>
              <a:gd name="T4" fmla="*/ 0 w 79"/>
              <a:gd name="T5" fmla="*/ 0 h 26"/>
              <a:gd name="T6" fmla="*/ 0 w 79"/>
              <a:gd name="T7" fmla="*/ 2147483646 h 26"/>
              <a:gd name="T8" fmla="*/ 0 w 79"/>
              <a:gd name="T9" fmla="*/ 2147483646 h 26"/>
              <a:gd name="T10" fmla="*/ 0 60000 65536"/>
              <a:gd name="T11" fmla="*/ 0 60000 65536"/>
              <a:gd name="T12" fmla="*/ 0 60000 65536"/>
              <a:gd name="T13" fmla="*/ 0 60000 65536"/>
              <a:gd name="T14" fmla="*/ 0 60000 65536"/>
              <a:gd name="T15" fmla="*/ 0 w 79"/>
              <a:gd name="T16" fmla="*/ 0 h 26"/>
              <a:gd name="T17" fmla="*/ 79 w 79"/>
              <a:gd name="T18" fmla="*/ 26 h 26"/>
            </a:gdLst>
            <a:ahLst/>
            <a:cxnLst>
              <a:cxn ang="T10">
                <a:pos x="T0" y="T1"/>
              </a:cxn>
              <a:cxn ang="T11">
                <a:pos x="T2" y="T3"/>
              </a:cxn>
              <a:cxn ang="T12">
                <a:pos x="T4" y="T5"/>
              </a:cxn>
              <a:cxn ang="T13">
                <a:pos x="T6" y="T7"/>
              </a:cxn>
              <a:cxn ang="T14">
                <a:pos x="T8" y="T9"/>
              </a:cxn>
            </a:cxnLst>
            <a:rect l="T15" t="T16" r="T17" b="T18"/>
            <a:pathLst>
              <a:path w="79" h="26">
                <a:moveTo>
                  <a:pt x="0" y="26"/>
                </a:moveTo>
                <a:lnTo>
                  <a:pt x="79" y="13"/>
                </a:lnTo>
                <a:lnTo>
                  <a:pt x="0" y="0"/>
                </a:lnTo>
                <a:lnTo>
                  <a:pt x="0" y="13"/>
                </a:lnTo>
                <a:lnTo>
                  <a:pt x="0" y="26"/>
                </a:lnTo>
                <a:close/>
              </a:path>
            </a:pathLst>
          </a:custGeom>
          <a:solidFill>
            <a:schemeClr val="tx1"/>
          </a:solidFill>
          <a:ln w="0">
            <a:solidFill>
              <a:schemeClr val="tx2"/>
            </a:solidFill>
            <a:prstDash val="solid"/>
            <a:round/>
            <a:headEnd/>
            <a:tailEnd/>
          </a:ln>
        </p:spPr>
        <p:txBody>
          <a:bodyPr/>
          <a:lstStyle/>
          <a:p>
            <a:endParaRPr lang="en-MY"/>
          </a:p>
        </p:txBody>
      </p:sp>
      <p:sp>
        <p:nvSpPr>
          <p:cNvPr id="27680" name="Line 142">
            <a:extLst>
              <a:ext uri="{FF2B5EF4-FFF2-40B4-BE49-F238E27FC236}">
                <a16:creationId xmlns:a16="http://schemas.microsoft.com/office/drawing/2014/main" id="{B3CCB724-16F6-912E-6E0C-EAB09C189129}"/>
              </a:ext>
            </a:extLst>
          </p:cNvPr>
          <p:cNvSpPr>
            <a:spLocks noChangeAspect="1" noChangeShapeType="1"/>
          </p:cNvSpPr>
          <p:nvPr/>
        </p:nvSpPr>
        <p:spPr bwMode="auto">
          <a:xfrm flipH="1">
            <a:off x="4852988" y="1987550"/>
            <a:ext cx="522287" cy="1588"/>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81" name="Freeform 143">
            <a:extLst>
              <a:ext uri="{FF2B5EF4-FFF2-40B4-BE49-F238E27FC236}">
                <a16:creationId xmlns:a16="http://schemas.microsoft.com/office/drawing/2014/main" id="{1A96D6CA-11DC-0178-2C49-412CBC33B6DB}"/>
              </a:ext>
            </a:extLst>
          </p:cNvPr>
          <p:cNvSpPr>
            <a:spLocks noChangeAspect="1"/>
          </p:cNvSpPr>
          <p:nvPr/>
        </p:nvSpPr>
        <p:spPr bwMode="auto">
          <a:xfrm>
            <a:off x="5375275" y="6227763"/>
            <a:ext cx="107950" cy="53975"/>
          </a:xfrm>
          <a:custGeom>
            <a:avLst/>
            <a:gdLst>
              <a:gd name="T0" fmla="*/ 0 w 6"/>
              <a:gd name="T1" fmla="*/ 2147483646 h 3"/>
              <a:gd name="T2" fmla="*/ 2147483646 w 6"/>
              <a:gd name="T3" fmla="*/ 2147483646 h 3"/>
              <a:gd name="T4" fmla="*/ 0 w 6"/>
              <a:gd name="T5" fmla="*/ 0 h 3"/>
              <a:gd name="T6" fmla="*/ 0 w 6"/>
              <a:gd name="T7" fmla="*/ 2147483646 h 3"/>
              <a:gd name="T8" fmla="*/ 0 w 6"/>
              <a:gd name="T9" fmla="*/ 2147483646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solidFill>
            <a:schemeClr val="tx1"/>
          </a:solidFill>
          <a:ln w="20638">
            <a:solidFill>
              <a:schemeClr val="tx2"/>
            </a:solidFill>
            <a:prstDash val="solid"/>
            <a:round/>
            <a:headEnd/>
            <a:tailEnd/>
          </a:ln>
        </p:spPr>
        <p:txBody>
          <a:bodyPr/>
          <a:lstStyle/>
          <a:p>
            <a:endParaRPr lang="en-MY"/>
          </a:p>
        </p:txBody>
      </p:sp>
      <p:sp>
        <p:nvSpPr>
          <p:cNvPr id="27682" name="Freeform 144">
            <a:extLst>
              <a:ext uri="{FF2B5EF4-FFF2-40B4-BE49-F238E27FC236}">
                <a16:creationId xmlns:a16="http://schemas.microsoft.com/office/drawing/2014/main" id="{CC4998C2-CA99-B55E-A81F-FAAFEFB11334}"/>
              </a:ext>
            </a:extLst>
          </p:cNvPr>
          <p:cNvSpPr>
            <a:spLocks noChangeAspect="1"/>
          </p:cNvSpPr>
          <p:nvPr/>
        </p:nvSpPr>
        <p:spPr bwMode="auto">
          <a:xfrm>
            <a:off x="5375275" y="6227763"/>
            <a:ext cx="107950" cy="53975"/>
          </a:xfrm>
          <a:custGeom>
            <a:avLst/>
            <a:gdLst>
              <a:gd name="T0" fmla="*/ 0 w 79"/>
              <a:gd name="T1" fmla="*/ 2147483646 h 39"/>
              <a:gd name="T2" fmla="*/ 2147483646 w 79"/>
              <a:gd name="T3" fmla="*/ 2147483646 h 39"/>
              <a:gd name="T4" fmla="*/ 0 w 79"/>
              <a:gd name="T5" fmla="*/ 0 h 39"/>
              <a:gd name="T6" fmla="*/ 0 w 79"/>
              <a:gd name="T7" fmla="*/ 2147483646 h 39"/>
              <a:gd name="T8" fmla="*/ 0 w 79"/>
              <a:gd name="T9" fmla="*/ 2147483646 h 39"/>
              <a:gd name="T10" fmla="*/ 0 60000 65536"/>
              <a:gd name="T11" fmla="*/ 0 60000 65536"/>
              <a:gd name="T12" fmla="*/ 0 60000 65536"/>
              <a:gd name="T13" fmla="*/ 0 60000 65536"/>
              <a:gd name="T14" fmla="*/ 0 60000 65536"/>
              <a:gd name="T15" fmla="*/ 0 w 79"/>
              <a:gd name="T16" fmla="*/ 0 h 39"/>
              <a:gd name="T17" fmla="*/ 79 w 79"/>
              <a:gd name="T18" fmla="*/ 39 h 39"/>
            </a:gdLst>
            <a:ahLst/>
            <a:cxnLst>
              <a:cxn ang="T10">
                <a:pos x="T0" y="T1"/>
              </a:cxn>
              <a:cxn ang="T11">
                <a:pos x="T2" y="T3"/>
              </a:cxn>
              <a:cxn ang="T12">
                <a:pos x="T4" y="T5"/>
              </a:cxn>
              <a:cxn ang="T13">
                <a:pos x="T6" y="T7"/>
              </a:cxn>
              <a:cxn ang="T14">
                <a:pos x="T8" y="T9"/>
              </a:cxn>
            </a:cxnLst>
            <a:rect l="T15" t="T16" r="T17" b="T18"/>
            <a:pathLst>
              <a:path w="79" h="39">
                <a:moveTo>
                  <a:pt x="0" y="39"/>
                </a:moveTo>
                <a:lnTo>
                  <a:pt x="79" y="13"/>
                </a:lnTo>
                <a:lnTo>
                  <a:pt x="0" y="0"/>
                </a:lnTo>
                <a:lnTo>
                  <a:pt x="0" y="13"/>
                </a:lnTo>
                <a:lnTo>
                  <a:pt x="0" y="39"/>
                </a:lnTo>
                <a:close/>
              </a:path>
            </a:pathLst>
          </a:custGeom>
          <a:solidFill>
            <a:schemeClr val="tx1"/>
          </a:solidFill>
          <a:ln w="0">
            <a:solidFill>
              <a:schemeClr val="tx2"/>
            </a:solidFill>
            <a:prstDash val="solid"/>
            <a:round/>
            <a:headEnd/>
            <a:tailEnd/>
          </a:ln>
        </p:spPr>
        <p:txBody>
          <a:bodyPr/>
          <a:lstStyle/>
          <a:p>
            <a:endParaRPr lang="en-MY"/>
          </a:p>
        </p:txBody>
      </p:sp>
      <p:sp>
        <p:nvSpPr>
          <p:cNvPr id="27683" name="Line 145">
            <a:extLst>
              <a:ext uri="{FF2B5EF4-FFF2-40B4-BE49-F238E27FC236}">
                <a16:creationId xmlns:a16="http://schemas.microsoft.com/office/drawing/2014/main" id="{8247BECC-772B-0C04-B473-644C2C49F6F9}"/>
              </a:ext>
            </a:extLst>
          </p:cNvPr>
          <p:cNvSpPr>
            <a:spLocks noChangeAspect="1" noChangeShapeType="1"/>
          </p:cNvSpPr>
          <p:nvPr/>
        </p:nvSpPr>
        <p:spPr bwMode="auto">
          <a:xfrm flipH="1">
            <a:off x="4852988" y="6245225"/>
            <a:ext cx="522287" cy="1588"/>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27684" name="Text Box 146">
            <a:extLst>
              <a:ext uri="{FF2B5EF4-FFF2-40B4-BE49-F238E27FC236}">
                <a16:creationId xmlns:a16="http://schemas.microsoft.com/office/drawing/2014/main" id="{1AC3C260-B9D9-DDA3-6696-6037C5501204}"/>
              </a:ext>
            </a:extLst>
          </p:cNvPr>
          <p:cNvSpPr txBox="1">
            <a:spLocks noChangeAspect="1" noChangeArrowheads="1"/>
          </p:cNvSpPr>
          <p:nvPr/>
        </p:nvSpPr>
        <p:spPr bwMode="auto">
          <a:xfrm>
            <a:off x="3565525" y="2952750"/>
            <a:ext cx="230188"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27685" name="Text Box 147">
            <a:extLst>
              <a:ext uri="{FF2B5EF4-FFF2-40B4-BE49-F238E27FC236}">
                <a16:creationId xmlns:a16="http://schemas.microsoft.com/office/drawing/2014/main" id="{C63E9CFE-9FF4-9815-1BB6-FB5277EC1CBC}"/>
              </a:ext>
            </a:extLst>
          </p:cNvPr>
          <p:cNvSpPr txBox="1">
            <a:spLocks noChangeAspect="1" noChangeArrowheads="1"/>
          </p:cNvSpPr>
          <p:nvPr/>
        </p:nvSpPr>
        <p:spPr bwMode="auto">
          <a:xfrm>
            <a:off x="3581400" y="4908550"/>
            <a:ext cx="230188"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27686" name="Rectangle 148">
            <a:extLst>
              <a:ext uri="{FF2B5EF4-FFF2-40B4-BE49-F238E27FC236}">
                <a16:creationId xmlns:a16="http://schemas.microsoft.com/office/drawing/2014/main" id="{596DC9E2-759A-1901-3F1B-CC053B3F17F1}"/>
              </a:ext>
            </a:extLst>
          </p:cNvPr>
          <p:cNvSpPr>
            <a:spLocks noChangeArrowheads="1"/>
          </p:cNvSpPr>
          <p:nvPr/>
        </p:nvSpPr>
        <p:spPr bwMode="auto">
          <a:xfrm>
            <a:off x="7451725" y="6381750"/>
            <a:ext cx="13335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600">
                <a:latin typeface="Nimbus Roman No9 L" charset="0"/>
              </a:rPr>
              <a:t>Memory words</a:t>
            </a:r>
            <a:endParaRPr kumimoji="0" lang="en-CA" altLang="en-US" sz="240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BFE8D24-044E-8722-F0C4-019692D56EE1}"/>
              </a:ext>
            </a:extLst>
          </p:cNvPr>
          <p:cNvSpPr>
            <a:spLocks noGrp="1" noChangeArrowheads="1"/>
          </p:cNvSpPr>
          <p:nvPr>
            <p:ph type="title"/>
          </p:nvPr>
        </p:nvSpPr>
        <p:spPr/>
        <p:txBody>
          <a:bodyPr/>
          <a:lstStyle/>
          <a:p>
            <a:r>
              <a:rPr lang="en-GB" altLang="en-US"/>
              <a:t>Memory Locations</a:t>
            </a:r>
            <a:endParaRPr lang="en-US" altLang="en-US"/>
          </a:p>
        </p:txBody>
      </p:sp>
      <p:sp>
        <p:nvSpPr>
          <p:cNvPr id="29699" name="Rectangle 3">
            <a:extLst>
              <a:ext uri="{FF2B5EF4-FFF2-40B4-BE49-F238E27FC236}">
                <a16:creationId xmlns:a16="http://schemas.microsoft.com/office/drawing/2014/main" id="{6B1EDBFD-DC76-03A0-02D4-9EBB49EF87BA}"/>
              </a:ext>
            </a:extLst>
          </p:cNvPr>
          <p:cNvSpPr>
            <a:spLocks noGrp="1" noChangeArrowheads="1"/>
          </p:cNvSpPr>
          <p:nvPr>
            <p:ph type="body" idx="1"/>
          </p:nvPr>
        </p:nvSpPr>
        <p:spPr/>
        <p:txBody>
          <a:bodyPr/>
          <a:lstStyle/>
          <a:p>
            <a:r>
              <a:rPr lang="en-GB" altLang="en-US"/>
              <a:t>Many computers have word lengths from 16-64 bits</a:t>
            </a:r>
          </a:p>
          <a:p>
            <a:r>
              <a:rPr lang="en-GB" altLang="en-US" sz="3600" b="1">
                <a:solidFill>
                  <a:srgbClr val="92D050"/>
                </a:solidFill>
              </a:rPr>
              <a:t>A unit of 8 bits = 1 “byte”</a:t>
            </a:r>
          </a:p>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D1C09B72-74DA-02DF-87FA-5621B183C81F}"/>
              </a:ext>
            </a:extLst>
          </p:cNvPr>
          <p:cNvSpPr>
            <a:spLocks noGrp="1" noChangeArrowheads="1"/>
          </p:cNvSpPr>
          <p:nvPr>
            <p:ph type="title"/>
          </p:nvPr>
        </p:nvSpPr>
        <p:spPr/>
        <p:txBody>
          <a:bodyPr/>
          <a:lstStyle/>
          <a:p>
            <a:r>
              <a:rPr lang="en-GB" altLang="en-US"/>
              <a:t>Memory Locations</a:t>
            </a:r>
            <a:endParaRPr lang="en-US" altLang="en-US"/>
          </a:p>
        </p:txBody>
      </p:sp>
      <p:sp>
        <p:nvSpPr>
          <p:cNvPr id="31747" name="Rectangle 3">
            <a:extLst>
              <a:ext uri="{FF2B5EF4-FFF2-40B4-BE49-F238E27FC236}">
                <a16:creationId xmlns:a16="http://schemas.microsoft.com/office/drawing/2014/main" id="{B24AC624-80E2-661F-D0B6-423C1486747B}"/>
              </a:ext>
            </a:extLst>
          </p:cNvPr>
          <p:cNvSpPr>
            <a:spLocks noGrp="1" noChangeArrowheads="1"/>
          </p:cNvSpPr>
          <p:nvPr>
            <p:ph type="body" idx="1"/>
          </p:nvPr>
        </p:nvSpPr>
        <p:spPr/>
        <p:txBody>
          <a:bodyPr/>
          <a:lstStyle/>
          <a:p>
            <a:r>
              <a:rPr lang="en-US" altLang="en-US"/>
              <a:t>Memory location contains</a:t>
            </a:r>
          </a:p>
          <a:p>
            <a:pPr lvl="1"/>
            <a:r>
              <a:rPr lang="en-US" altLang="en-US" sz="3200" b="1">
                <a:solidFill>
                  <a:srgbClr val="92D050"/>
                </a:solidFill>
              </a:rPr>
              <a:t>Instruction</a:t>
            </a:r>
            <a:r>
              <a:rPr lang="en-US" altLang="en-US"/>
              <a:t> or </a:t>
            </a:r>
            <a:r>
              <a:rPr lang="en-US" altLang="en-US" sz="3200" b="1">
                <a:solidFill>
                  <a:srgbClr val="FF0000"/>
                </a:solidFill>
              </a:rPr>
              <a:t>Operand</a:t>
            </a:r>
            <a:endParaRPr lang="en-US" altLang="en-US" b="1">
              <a:solidFill>
                <a:srgbClr val="FF0000"/>
              </a:solidFill>
            </a:endParaRPr>
          </a:p>
          <a:p>
            <a:pPr lvl="1"/>
            <a:r>
              <a:rPr lang="en-US" altLang="en-US"/>
              <a:t>Operand can be </a:t>
            </a:r>
            <a:r>
              <a:rPr lang="en-US" altLang="en-US" sz="3200" b="1">
                <a:solidFill>
                  <a:srgbClr val="00B0F0"/>
                </a:solidFill>
              </a:rPr>
              <a:t>number/integer </a:t>
            </a:r>
            <a:r>
              <a:rPr lang="en-US" altLang="en-US"/>
              <a:t>or </a:t>
            </a:r>
            <a:r>
              <a:rPr lang="en-US" altLang="en-US" sz="3200" b="1">
                <a:solidFill>
                  <a:srgbClr val="FFC000"/>
                </a:solidFill>
              </a:rPr>
              <a:t>character</a:t>
            </a:r>
            <a:endParaRPr lang="en-GB" altLang="en-US" b="1">
              <a:solidFill>
                <a:srgbClr val="FFC000"/>
              </a:solidFill>
            </a:endParaRPr>
          </a:p>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5A28CA6-6CC1-A6AB-B033-805E10F6C4AC}"/>
              </a:ext>
            </a:extLst>
          </p:cNvPr>
          <p:cNvSpPr>
            <a:spLocks noGrp="1" noChangeArrowheads="1"/>
          </p:cNvSpPr>
          <p:nvPr>
            <p:ph type="title"/>
          </p:nvPr>
        </p:nvSpPr>
        <p:spPr/>
        <p:txBody>
          <a:bodyPr/>
          <a:lstStyle/>
          <a:p>
            <a:r>
              <a:rPr lang="en-GB" altLang="en-US"/>
              <a:t>Memory Locations</a:t>
            </a:r>
            <a:endParaRPr lang="en-US" altLang="en-US"/>
          </a:p>
        </p:txBody>
      </p:sp>
      <p:sp>
        <p:nvSpPr>
          <p:cNvPr id="33795" name="Rectangle 4">
            <a:extLst>
              <a:ext uri="{FF2B5EF4-FFF2-40B4-BE49-F238E27FC236}">
                <a16:creationId xmlns:a16="http://schemas.microsoft.com/office/drawing/2014/main" id="{ED8E41F9-C7E1-899C-559E-30A2DA714F8D}"/>
              </a:ext>
            </a:extLst>
          </p:cNvPr>
          <p:cNvSpPr>
            <a:spLocks noChangeArrowheads="1"/>
          </p:cNvSpPr>
          <p:nvPr/>
        </p:nvSpPr>
        <p:spPr bwMode="auto">
          <a:xfrm>
            <a:off x="3721100" y="6453188"/>
            <a:ext cx="53149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900">
                <a:latin typeface="Nimbus Roman No9 L" charset="0"/>
              </a:rPr>
              <a:t>Examples of encoded information in a 32-bit word</a:t>
            </a:r>
            <a:endParaRPr kumimoji="0" lang="en-CA" altLang="en-US" sz="2400">
              <a:latin typeface="Times New Roman" panose="02020603050405020304" pitchFamily="18" charset="0"/>
            </a:endParaRPr>
          </a:p>
        </p:txBody>
      </p:sp>
      <p:sp>
        <p:nvSpPr>
          <p:cNvPr id="33796" name="Rectangle 5">
            <a:extLst>
              <a:ext uri="{FF2B5EF4-FFF2-40B4-BE49-F238E27FC236}">
                <a16:creationId xmlns:a16="http://schemas.microsoft.com/office/drawing/2014/main" id="{C140E4E3-D2BD-29E8-2E09-7CFC1A7CF1CA}"/>
              </a:ext>
            </a:extLst>
          </p:cNvPr>
          <p:cNvSpPr>
            <a:spLocks noChangeArrowheads="1"/>
          </p:cNvSpPr>
          <p:nvPr/>
        </p:nvSpPr>
        <p:spPr bwMode="auto">
          <a:xfrm>
            <a:off x="3536950" y="5864225"/>
            <a:ext cx="18383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Sans L" charset="0"/>
              </a:rPr>
              <a:t>(b) Four characters</a:t>
            </a:r>
            <a:endParaRPr kumimoji="0" lang="en-CA" altLang="en-US" sz="2400">
              <a:latin typeface="Times New Roman" panose="02020603050405020304" pitchFamily="18" charset="0"/>
            </a:endParaRPr>
          </a:p>
        </p:txBody>
      </p:sp>
      <p:sp>
        <p:nvSpPr>
          <p:cNvPr id="33797" name="Rectangle 6">
            <a:extLst>
              <a:ext uri="{FF2B5EF4-FFF2-40B4-BE49-F238E27FC236}">
                <a16:creationId xmlns:a16="http://schemas.microsoft.com/office/drawing/2014/main" id="{72AB84B9-E4C1-2CC6-73B2-8332EC52E664}"/>
              </a:ext>
            </a:extLst>
          </p:cNvPr>
          <p:cNvSpPr>
            <a:spLocks noChangeArrowheads="1"/>
          </p:cNvSpPr>
          <p:nvPr/>
        </p:nvSpPr>
        <p:spPr bwMode="auto">
          <a:xfrm>
            <a:off x="6464300" y="5413375"/>
            <a:ext cx="9017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character</a:t>
            </a:r>
            <a:endParaRPr kumimoji="0" lang="en-CA" altLang="en-US" sz="2400">
              <a:latin typeface="Times New Roman" panose="02020603050405020304" pitchFamily="18" charset="0"/>
            </a:endParaRPr>
          </a:p>
        </p:txBody>
      </p:sp>
      <p:sp>
        <p:nvSpPr>
          <p:cNvPr id="33798" name="Rectangle 7">
            <a:extLst>
              <a:ext uri="{FF2B5EF4-FFF2-40B4-BE49-F238E27FC236}">
                <a16:creationId xmlns:a16="http://schemas.microsoft.com/office/drawing/2014/main" id="{B235553E-4700-F0F2-6D97-C6B12147165F}"/>
              </a:ext>
            </a:extLst>
          </p:cNvPr>
          <p:cNvSpPr>
            <a:spLocks noChangeArrowheads="1"/>
          </p:cNvSpPr>
          <p:nvPr/>
        </p:nvSpPr>
        <p:spPr bwMode="auto">
          <a:xfrm>
            <a:off x="4916488" y="5413375"/>
            <a:ext cx="9017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character</a:t>
            </a:r>
            <a:endParaRPr kumimoji="0" lang="en-CA" altLang="en-US" sz="2400">
              <a:latin typeface="Times New Roman" panose="02020603050405020304" pitchFamily="18" charset="0"/>
            </a:endParaRPr>
          </a:p>
        </p:txBody>
      </p:sp>
      <p:sp>
        <p:nvSpPr>
          <p:cNvPr id="33799" name="Rectangle 8">
            <a:extLst>
              <a:ext uri="{FF2B5EF4-FFF2-40B4-BE49-F238E27FC236}">
                <a16:creationId xmlns:a16="http://schemas.microsoft.com/office/drawing/2014/main" id="{5ED46F27-35F7-3380-9360-70DBA4B500C1}"/>
              </a:ext>
            </a:extLst>
          </p:cNvPr>
          <p:cNvSpPr>
            <a:spLocks noChangeArrowheads="1"/>
          </p:cNvSpPr>
          <p:nvPr/>
        </p:nvSpPr>
        <p:spPr bwMode="auto">
          <a:xfrm>
            <a:off x="1847850" y="5413375"/>
            <a:ext cx="9017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character</a:t>
            </a:r>
            <a:endParaRPr kumimoji="0" lang="en-CA" altLang="en-US" sz="2400">
              <a:latin typeface="Times New Roman" panose="02020603050405020304" pitchFamily="18" charset="0"/>
            </a:endParaRPr>
          </a:p>
        </p:txBody>
      </p:sp>
      <p:sp>
        <p:nvSpPr>
          <p:cNvPr id="33800" name="Rectangle 9">
            <a:extLst>
              <a:ext uri="{FF2B5EF4-FFF2-40B4-BE49-F238E27FC236}">
                <a16:creationId xmlns:a16="http://schemas.microsoft.com/office/drawing/2014/main" id="{A30B16BF-D601-A521-262F-A08D906052C6}"/>
              </a:ext>
            </a:extLst>
          </p:cNvPr>
          <p:cNvSpPr>
            <a:spLocks noChangeArrowheads="1"/>
          </p:cNvSpPr>
          <p:nvPr/>
        </p:nvSpPr>
        <p:spPr bwMode="auto">
          <a:xfrm>
            <a:off x="3370263" y="5413375"/>
            <a:ext cx="9017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character</a:t>
            </a:r>
            <a:endParaRPr kumimoji="0" lang="en-CA" altLang="en-US" sz="2400">
              <a:latin typeface="Times New Roman" panose="02020603050405020304" pitchFamily="18" charset="0"/>
            </a:endParaRPr>
          </a:p>
        </p:txBody>
      </p:sp>
      <p:sp>
        <p:nvSpPr>
          <p:cNvPr id="33801" name="Rectangle 10">
            <a:extLst>
              <a:ext uri="{FF2B5EF4-FFF2-40B4-BE49-F238E27FC236}">
                <a16:creationId xmlns:a16="http://schemas.microsoft.com/office/drawing/2014/main" id="{D9468E29-2657-7992-B7CF-808826F0F50B}"/>
              </a:ext>
            </a:extLst>
          </p:cNvPr>
          <p:cNvSpPr>
            <a:spLocks noChangeArrowheads="1"/>
          </p:cNvSpPr>
          <p:nvPr/>
        </p:nvSpPr>
        <p:spPr bwMode="auto">
          <a:xfrm>
            <a:off x="3513138" y="3748088"/>
            <a:ext cx="18891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Sans L" charset="0"/>
              </a:rPr>
              <a:t>(a) A signed integer</a:t>
            </a:r>
            <a:endParaRPr kumimoji="0" lang="en-CA" altLang="en-US" sz="2400">
              <a:latin typeface="Times New Roman" panose="02020603050405020304" pitchFamily="18" charset="0"/>
            </a:endParaRPr>
          </a:p>
        </p:txBody>
      </p:sp>
      <p:sp>
        <p:nvSpPr>
          <p:cNvPr id="33802" name="Rectangle 11">
            <a:extLst>
              <a:ext uri="{FF2B5EF4-FFF2-40B4-BE49-F238E27FC236}">
                <a16:creationId xmlns:a16="http://schemas.microsoft.com/office/drawing/2014/main" id="{3FCDAB51-7A99-9B83-23E1-14B9A13C4E1E}"/>
              </a:ext>
            </a:extLst>
          </p:cNvPr>
          <p:cNvSpPr>
            <a:spLocks noChangeArrowheads="1"/>
          </p:cNvSpPr>
          <p:nvPr/>
        </p:nvSpPr>
        <p:spPr bwMode="auto">
          <a:xfrm>
            <a:off x="2228850" y="2940050"/>
            <a:ext cx="782638"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Sign bit:</a:t>
            </a:r>
            <a:endParaRPr kumimoji="0" lang="en-CA" altLang="en-US" sz="2400">
              <a:latin typeface="Times New Roman" panose="02020603050405020304" pitchFamily="18" charset="0"/>
            </a:endParaRPr>
          </a:p>
        </p:txBody>
      </p:sp>
      <p:sp>
        <p:nvSpPr>
          <p:cNvPr id="33803" name="Rectangle 12">
            <a:extLst>
              <a:ext uri="{FF2B5EF4-FFF2-40B4-BE49-F238E27FC236}">
                <a16:creationId xmlns:a16="http://schemas.microsoft.com/office/drawing/2014/main" id="{1A7D9D45-5236-C325-5603-E8AD0FEA1B99}"/>
              </a:ext>
            </a:extLst>
          </p:cNvPr>
          <p:cNvSpPr>
            <a:spLocks noChangeArrowheads="1"/>
          </p:cNvSpPr>
          <p:nvPr/>
        </p:nvSpPr>
        <p:spPr bwMode="auto">
          <a:xfrm>
            <a:off x="3775075" y="2935288"/>
            <a:ext cx="22463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900">
                <a:latin typeface="Nimbus Roman No9 L" charset="0"/>
              </a:rPr>
              <a:t> for positive numbers</a:t>
            </a:r>
            <a:endParaRPr kumimoji="0" lang="en-CA" altLang="en-US" sz="2400">
              <a:latin typeface="Times New Roman" panose="02020603050405020304" pitchFamily="18" charset="0"/>
            </a:endParaRPr>
          </a:p>
        </p:txBody>
      </p:sp>
      <p:sp>
        <p:nvSpPr>
          <p:cNvPr id="33804" name="Rectangle 13">
            <a:extLst>
              <a:ext uri="{FF2B5EF4-FFF2-40B4-BE49-F238E27FC236}">
                <a16:creationId xmlns:a16="http://schemas.microsoft.com/office/drawing/2014/main" id="{AF2D4386-0A22-4CEE-9B0C-39FAA5AF2654}"/>
              </a:ext>
            </a:extLst>
          </p:cNvPr>
          <p:cNvSpPr>
            <a:spLocks noChangeArrowheads="1"/>
          </p:cNvSpPr>
          <p:nvPr/>
        </p:nvSpPr>
        <p:spPr bwMode="auto">
          <a:xfrm>
            <a:off x="3775075" y="3243263"/>
            <a:ext cx="23415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900">
                <a:latin typeface="Nimbus Roman No9 L" charset="0"/>
              </a:rPr>
              <a:t> for negative numbers</a:t>
            </a:r>
            <a:endParaRPr kumimoji="0" lang="en-CA" altLang="en-US" sz="2400">
              <a:latin typeface="Times New Roman" panose="02020603050405020304" pitchFamily="18" charset="0"/>
            </a:endParaRPr>
          </a:p>
        </p:txBody>
      </p:sp>
      <p:sp>
        <p:nvSpPr>
          <p:cNvPr id="33805" name="Rectangle 14">
            <a:extLst>
              <a:ext uri="{FF2B5EF4-FFF2-40B4-BE49-F238E27FC236}">
                <a16:creationId xmlns:a16="http://schemas.microsoft.com/office/drawing/2014/main" id="{AD9309D3-EED7-4EDF-6D2F-C0ADBEA55980}"/>
              </a:ext>
            </a:extLst>
          </p:cNvPr>
          <p:cNvSpPr>
            <a:spLocks noChangeArrowheads="1"/>
          </p:cNvSpPr>
          <p:nvPr/>
        </p:nvSpPr>
        <p:spPr bwMode="auto">
          <a:xfrm>
            <a:off x="6559550" y="5199063"/>
            <a:ext cx="5651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ASCII</a:t>
            </a:r>
            <a:endParaRPr kumimoji="0" lang="en-CA" altLang="en-US" sz="2400">
              <a:latin typeface="Times New Roman" panose="02020603050405020304" pitchFamily="18" charset="0"/>
            </a:endParaRPr>
          </a:p>
        </p:txBody>
      </p:sp>
      <p:sp>
        <p:nvSpPr>
          <p:cNvPr id="33806" name="Rectangle 15">
            <a:extLst>
              <a:ext uri="{FF2B5EF4-FFF2-40B4-BE49-F238E27FC236}">
                <a16:creationId xmlns:a16="http://schemas.microsoft.com/office/drawing/2014/main" id="{A4A20D71-F7A4-7CC8-B2C1-6D4751722002}"/>
              </a:ext>
            </a:extLst>
          </p:cNvPr>
          <p:cNvSpPr>
            <a:spLocks noChangeArrowheads="1"/>
          </p:cNvSpPr>
          <p:nvPr/>
        </p:nvSpPr>
        <p:spPr bwMode="auto">
          <a:xfrm>
            <a:off x="5035550" y="5199063"/>
            <a:ext cx="5651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ASCII</a:t>
            </a:r>
            <a:endParaRPr kumimoji="0" lang="en-CA" altLang="en-US" sz="2400">
              <a:latin typeface="Times New Roman" panose="02020603050405020304" pitchFamily="18" charset="0"/>
            </a:endParaRPr>
          </a:p>
        </p:txBody>
      </p:sp>
      <p:sp>
        <p:nvSpPr>
          <p:cNvPr id="33807" name="Rectangle 16">
            <a:extLst>
              <a:ext uri="{FF2B5EF4-FFF2-40B4-BE49-F238E27FC236}">
                <a16:creationId xmlns:a16="http://schemas.microsoft.com/office/drawing/2014/main" id="{9C5E7463-8DD5-526E-DA9E-8C4C2833698F}"/>
              </a:ext>
            </a:extLst>
          </p:cNvPr>
          <p:cNvSpPr>
            <a:spLocks noChangeArrowheads="1"/>
          </p:cNvSpPr>
          <p:nvPr/>
        </p:nvSpPr>
        <p:spPr bwMode="auto">
          <a:xfrm>
            <a:off x="3489325" y="5199063"/>
            <a:ext cx="5651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ASCII</a:t>
            </a:r>
            <a:endParaRPr kumimoji="0" lang="en-CA" altLang="en-US" sz="2400">
              <a:latin typeface="Times New Roman" panose="02020603050405020304" pitchFamily="18" charset="0"/>
            </a:endParaRPr>
          </a:p>
        </p:txBody>
      </p:sp>
      <p:sp>
        <p:nvSpPr>
          <p:cNvPr id="33808" name="Rectangle 17">
            <a:extLst>
              <a:ext uri="{FF2B5EF4-FFF2-40B4-BE49-F238E27FC236}">
                <a16:creationId xmlns:a16="http://schemas.microsoft.com/office/drawing/2014/main" id="{558DD823-F473-3060-EE3B-EFABA4110DE0}"/>
              </a:ext>
            </a:extLst>
          </p:cNvPr>
          <p:cNvSpPr>
            <a:spLocks noChangeArrowheads="1"/>
          </p:cNvSpPr>
          <p:nvPr/>
        </p:nvSpPr>
        <p:spPr bwMode="auto">
          <a:xfrm>
            <a:off x="1943100" y="5199063"/>
            <a:ext cx="5651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ASCII</a:t>
            </a:r>
            <a:endParaRPr kumimoji="0" lang="en-CA" altLang="en-US" sz="2400">
              <a:latin typeface="Times New Roman" panose="02020603050405020304" pitchFamily="18" charset="0"/>
            </a:endParaRPr>
          </a:p>
        </p:txBody>
      </p:sp>
      <p:sp>
        <p:nvSpPr>
          <p:cNvPr id="33809" name="Line 18">
            <a:extLst>
              <a:ext uri="{FF2B5EF4-FFF2-40B4-BE49-F238E27FC236}">
                <a16:creationId xmlns:a16="http://schemas.microsoft.com/office/drawing/2014/main" id="{56BD011B-FE40-5556-73DC-3F3254E3D138}"/>
              </a:ext>
            </a:extLst>
          </p:cNvPr>
          <p:cNvSpPr>
            <a:spLocks noChangeShapeType="1"/>
          </p:cNvSpPr>
          <p:nvPr/>
        </p:nvSpPr>
        <p:spPr bwMode="auto">
          <a:xfrm flipV="1">
            <a:off x="1919288" y="2225675"/>
            <a:ext cx="1587" cy="452438"/>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10" name="Line 19">
            <a:extLst>
              <a:ext uri="{FF2B5EF4-FFF2-40B4-BE49-F238E27FC236}">
                <a16:creationId xmlns:a16="http://schemas.microsoft.com/office/drawing/2014/main" id="{4D9FCD3D-FF96-F5A7-8D00-0422FC5882DB}"/>
              </a:ext>
            </a:extLst>
          </p:cNvPr>
          <p:cNvSpPr>
            <a:spLocks noChangeShapeType="1"/>
          </p:cNvSpPr>
          <p:nvPr/>
        </p:nvSpPr>
        <p:spPr bwMode="auto">
          <a:xfrm flipV="1">
            <a:off x="2371725" y="2225675"/>
            <a:ext cx="1588" cy="452438"/>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11" name="Line 20">
            <a:extLst>
              <a:ext uri="{FF2B5EF4-FFF2-40B4-BE49-F238E27FC236}">
                <a16:creationId xmlns:a16="http://schemas.microsoft.com/office/drawing/2014/main" id="{F18D1AD0-2143-A377-FC4B-B60CC66769E4}"/>
              </a:ext>
            </a:extLst>
          </p:cNvPr>
          <p:cNvSpPr>
            <a:spLocks noChangeShapeType="1"/>
          </p:cNvSpPr>
          <p:nvPr/>
        </p:nvSpPr>
        <p:spPr bwMode="auto">
          <a:xfrm flipV="1">
            <a:off x="6702425" y="2225675"/>
            <a:ext cx="1588" cy="452438"/>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12" name="Line 21">
            <a:extLst>
              <a:ext uri="{FF2B5EF4-FFF2-40B4-BE49-F238E27FC236}">
                <a16:creationId xmlns:a16="http://schemas.microsoft.com/office/drawing/2014/main" id="{382EEC59-3C0B-2939-B66E-61BC1B6B85DC}"/>
              </a:ext>
            </a:extLst>
          </p:cNvPr>
          <p:cNvSpPr>
            <a:spLocks noChangeShapeType="1"/>
          </p:cNvSpPr>
          <p:nvPr/>
        </p:nvSpPr>
        <p:spPr bwMode="auto">
          <a:xfrm flipV="1">
            <a:off x="7153275" y="2225675"/>
            <a:ext cx="1588" cy="452438"/>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13" name="Line 22">
            <a:extLst>
              <a:ext uri="{FF2B5EF4-FFF2-40B4-BE49-F238E27FC236}">
                <a16:creationId xmlns:a16="http://schemas.microsoft.com/office/drawing/2014/main" id="{F0374EED-AC35-0CE6-A6A2-A02693DDC846}"/>
              </a:ext>
            </a:extLst>
          </p:cNvPr>
          <p:cNvSpPr>
            <a:spLocks noChangeShapeType="1"/>
          </p:cNvSpPr>
          <p:nvPr/>
        </p:nvSpPr>
        <p:spPr bwMode="auto">
          <a:xfrm>
            <a:off x="1443038" y="2678113"/>
            <a:ext cx="6186487" cy="1587"/>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14" name="Line 23">
            <a:extLst>
              <a:ext uri="{FF2B5EF4-FFF2-40B4-BE49-F238E27FC236}">
                <a16:creationId xmlns:a16="http://schemas.microsoft.com/office/drawing/2014/main" id="{88798EFC-2AF0-CB3F-5955-CC4BD007B176}"/>
              </a:ext>
            </a:extLst>
          </p:cNvPr>
          <p:cNvSpPr>
            <a:spLocks noChangeShapeType="1"/>
          </p:cNvSpPr>
          <p:nvPr/>
        </p:nvSpPr>
        <p:spPr bwMode="auto">
          <a:xfrm>
            <a:off x="1443038" y="2225675"/>
            <a:ext cx="1587" cy="452438"/>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15" name="Line 24">
            <a:extLst>
              <a:ext uri="{FF2B5EF4-FFF2-40B4-BE49-F238E27FC236}">
                <a16:creationId xmlns:a16="http://schemas.microsoft.com/office/drawing/2014/main" id="{D2116E0D-88A1-6E62-A6E6-7D838F5D6F85}"/>
              </a:ext>
            </a:extLst>
          </p:cNvPr>
          <p:cNvSpPr>
            <a:spLocks noChangeShapeType="1"/>
          </p:cNvSpPr>
          <p:nvPr/>
        </p:nvSpPr>
        <p:spPr bwMode="auto">
          <a:xfrm flipH="1">
            <a:off x="1443038" y="2225675"/>
            <a:ext cx="6186487" cy="1588"/>
          </a:xfrm>
          <a:prstGeom prst="line">
            <a:avLst/>
          </a:prstGeom>
          <a:noFill/>
          <a:ln w="71438">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16" name="Line 25">
            <a:extLst>
              <a:ext uri="{FF2B5EF4-FFF2-40B4-BE49-F238E27FC236}">
                <a16:creationId xmlns:a16="http://schemas.microsoft.com/office/drawing/2014/main" id="{9C4CE9B8-D319-6F50-EAC7-A0D35D945E78}"/>
              </a:ext>
            </a:extLst>
          </p:cNvPr>
          <p:cNvSpPr>
            <a:spLocks noChangeShapeType="1"/>
          </p:cNvSpPr>
          <p:nvPr/>
        </p:nvSpPr>
        <p:spPr bwMode="auto">
          <a:xfrm>
            <a:off x="1443038" y="1773238"/>
            <a:ext cx="1587" cy="309562"/>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17" name="Line 26">
            <a:extLst>
              <a:ext uri="{FF2B5EF4-FFF2-40B4-BE49-F238E27FC236}">
                <a16:creationId xmlns:a16="http://schemas.microsoft.com/office/drawing/2014/main" id="{975432B4-C99A-1539-6242-F2F8C5E90417}"/>
              </a:ext>
            </a:extLst>
          </p:cNvPr>
          <p:cNvSpPr>
            <a:spLocks noChangeShapeType="1"/>
          </p:cNvSpPr>
          <p:nvPr/>
        </p:nvSpPr>
        <p:spPr bwMode="auto">
          <a:xfrm flipH="1" flipV="1">
            <a:off x="7631113" y="1773238"/>
            <a:ext cx="20637" cy="309562"/>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18" name="Freeform 27">
            <a:extLst>
              <a:ext uri="{FF2B5EF4-FFF2-40B4-BE49-F238E27FC236}">
                <a16:creationId xmlns:a16="http://schemas.microsoft.com/office/drawing/2014/main" id="{075AE05F-6D70-E446-4C38-5B56F6969B3E}"/>
              </a:ext>
            </a:extLst>
          </p:cNvPr>
          <p:cNvSpPr>
            <a:spLocks/>
          </p:cNvSpPr>
          <p:nvPr/>
        </p:nvSpPr>
        <p:spPr bwMode="auto">
          <a:xfrm>
            <a:off x="7439025" y="1892300"/>
            <a:ext cx="142875" cy="47625"/>
          </a:xfrm>
          <a:custGeom>
            <a:avLst/>
            <a:gdLst>
              <a:gd name="T0" fmla="*/ 0 w 6"/>
              <a:gd name="T1" fmla="*/ 2147483646 h 2"/>
              <a:gd name="T2" fmla="*/ 2147483646 w 6"/>
              <a:gd name="T3" fmla="*/ 2147483646 h 2"/>
              <a:gd name="T4" fmla="*/ 0 w 6"/>
              <a:gd name="T5" fmla="*/ 0 h 2"/>
              <a:gd name="T6" fmla="*/ 0 w 6"/>
              <a:gd name="T7" fmla="*/ 2147483646 h 2"/>
              <a:gd name="T8" fmla="*/ 0 w 6"/>
              <a:gd name="T9" fmla="*/ 2147483646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solidFill>
            <a:schemeClr val="tx1"/>
          </a:solidFill>
          <a:ln w="23813">
            <a:solidFill>
              <a:schemeClr val="tx2"/>
            </a:solidFill>
            <a:prstDash val="solid"/>
            <a:round/>
            <a:headEnd/>
            <a:tailEnd/>
          </a:ln>
        </p:spPr>
        <p:txBody>
          <a:bodyPr/>
          <a:lstStyle/>
          <a:p>
            <a:endParaRPr lang="en-MY"/>
          </a:p>
        </p:txBody>
      </p:sp>
      <p:sp>
        <p:nvSpPr>
          <p:cNvPr id="33819" name="Freeform 28">
            <a:extLst>
              <a:ext uri="{FF2B5EF4-FFF2-40B4-BE49-F238E27FC236}">
                <a16:creationId xmlns:a16="http://schemas.microsoft.com/office/drawing/2014/main" id="{241680C1-B1F4-7A2F-D867-20B51E092185}"/>
              </a:ext>
            </a:extLst>
          </p:cNvPr>
          <p:cNvSpPr>
            <a:spLocks/>
          </p:cNvSpPr>
          <p:nvPr/>
        </p:nvSpPr>
        <p:spPr bwMode="auto">
          <a:xfrm>
            <a:off x="7439025" y="1892300"/>
            <a:ext cx="142875" cy="47625"/>
          </a:xfrm>
          <a:custGeom>
            <a:avLst/>
            <a:gdLst>
              <a:gd name="T0" fmla="*/ 0 w 90"/>
              <a:gd name="T1" fmla="*/ 2147483646 h 30"/>
              <a:gd name="T2" fmla="*/ 2147483646 w 90"/>
              <a:gd name="T3" fmla="*/ 2147483646 h 30"/>
              <a:gd name="T4" fmla="*/ 0 w 90"/>
              <a:gd name="T5" fmla="*/ 0 h 30"/>
              <a:gd name="T6" fmla="*/ 0 w 90"/>
              <a:gd name="T7" fmla="*/ 2147483646 h 30"/>
              <a:gd name="T8" fmla="*/ 0 w 90"/>
              <a:gd name="T9" fmla="*/ 2147483646 h 30"/>
              <a:gd name="T10" fmla="*/ 0 60000 65536"/>
              <a:gd name="T11" fmla="*/ 0 60000 65536"/>
              <a:gd name="T12" fmla="*/ 0 60000 65536"/>
              <a:gd name="T13" fmla="*/ 0 60000 65536"/>
              <a:gd name="T14" fmla="*/ 0 60000 65536"/>
              <a:gd name="T15" fmla="*/ 0 w 90"/>
              <a:gd name="T16" fmla="*/ 0 h 30"/>
              <a:gd name="T17" fmla="*/ 90 w 90"/>
              <a:gd name="T18" fmla="*/ 30 h 30"/>
            </a:gdLst>
            <a:ahLst/>
            <a:cxnLst>
              <a:cxn ang="T10">
                <a:pos x="T0" y="T1"/>
              </a:cxn>
              <a:cxn ang="T11">
                <a:pos x="T2" y="T3"/>
              </a:cxn>
              <a:cxn ang="T12">
                <a:pos x="T4" y="T5"/>
              </a:cxn>
              <a:cxn ang="T13">
                <a:pos x="T6" y="T7"/>
              </a:cxn>
              <a:cxn ang="T14">
                <a:pos x="T8" y="T9"/>
              </a:cxn>
            </a:cxnLst>
            <a:rect l="T15" t="T16" r="T17" b="T18"/>
            <a:pathLst>
              <a:path w="90" h="30">
                <a:moveTo>
                  <a:pt x="0" y="30"/>
                </a:moveTo>
                <a:lnTo>
                  <a:pt x="90" y="15"/>
                </a:lnTo>
                <a:lnTo>
                  <a:pt x="0" y="0"/>
                </a:lnTo>
                <a:lnTo>
                  <a:pt x="0" y="15"/>
                </a:lnTo>
                <a:lnTo>
                  <a:pt x="0" y="30"/>
                </a:lnTo>
                <a:close/>
              </a:path>
            </a:pathLst>
          </a:custGeom>
          <a:solidFill>
            <a:schemeClr val="tx1"/>
          </a:solidFill>
          <a:ln w="0">
            <a:solidFill>
              <a:schemeClr val="tx2"/>
            </a:solidFill>
            <a:prstDash val="solid"/>
            <a:round/>
            <a:headEnd/>
            <a:tailEnd/>
          </a:ln>
        </p:spPr>
        <p:txBody>
          <a:bodyPr/>
          <a:lstStyle/>
          <a:p>
            <a:endParaRPr lang="en-MY"/>
          </a:p>
        </p:txBody>
      </p:sp>
      <p:sp>
        <p:nvSpPr>
          <p:cNvPr id="33820" name="Line 29">
            <a:extLst>
              <a:ext uri="{FF2B5EF4-FFF2-40B4-BE49-F238E27FC236}">
                <a16:creationId xmlns:a16="http://schemas.microsoft.com/office/drawing/2014/main" id="{2B6EC87E-DB09-7BBB-5D1D-581E86768C7C}"/>
              </a:ext>
            </a:extLst>
          </p:cNvPr>
          <p:cNvSpPr>
            <a:spLocks noChangeShapeType="1"/>
          </p:cNvSpPr>
          <p:nvPr/>
        </p:nvSpPr>
        <p:spPr bwMode="auto">
          <a:xfrm flipH="1">
            <a:off x="4987925" y="1916113"/>
            <a:ext cx="2451100" cy="1587"/>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21" name="Freeform 30">
            <a:extLst>
              <a:ext uri="{FF2B5EF4-FFF2-40B4-BE49-F238E27FC236}">
                <a16:creationId xmlns:a16="http://schemas.microsoft.com/office/drawing/2014/main" id="{C4806BEF-094B-E0FB-FC0F-90E14C0FA091}"/>
              </a:ext>
            </a:extLst>
          </p:cNvPr>
          <p:cNvSpPr>
            <a:spLocks/>
          </p:cNvSpPr>
          <p:nvPr/>
        </p:nvSpPr>
        <p:spPr bwMode="auto">
          <a:xfrm>
            <a:off x="1490663" y="1892300"/>
            <a:ext cx="142875" cy="47625"/>
          </a:xfrm>
          <a:custGeom>
            <a:avLst/>
            <a:gdLst>
              <a:gd name="T0" fmla="*/ 2147483646 w 6"/>
              <a:gd name="T1" fmla="*/ 0 h 2"/>
              <a:gd name="T2" fmla="*/ 0 w 6"/>
              <a:gd name="T3" fmla="*/ 2147483646 h 2"/>
              <a:gd name="T4" fmla="*/ 2147483646 w 6"/>
              <a:gd name="T5" fmla="*/ 2147483646 h 2"/>
              <a:gd name="T6" fmla="*/ 2147483646 w 6"/>
              <a:gd name="T7" fmla="*/ 2147483646 h 2"/>
              <a:gd name="T8" fmla="*/ 2147483646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solidFill>
            <a:schemeClr val="tx1"/>
          </a:solidFill>
          <a:ln w="23813">
            <a:solidFill>
              <a:schemeClr val="tx2"/>
            </a:solidFill>
            <a:prstDash val="solid"/>
            <a:round/>
            <a:headEnd/>
            <a:tailEnd/>
          </a:ln>
        </p:spPr>
        <p:txBody>
          <a:bodyPr/>
          <a:lstStyle/>
          <a:p>
            <a:endParaRPr lang="en-MY"/>
          </a:p>
        </p:txBody>
      </p:sp>
      <p:sp>
        <p:nvSpPr>
          <p:cNvPr id="33822" name="Freeform 31">
            <a:extLst>
              <a:ext uri="{FF2B5EF4-FFF2-40B4-BE49-F238E27FC236}">
                <a16:creationId xmlns:a16="http://schemas.microsoft.com/office/drawing/2014/main" id="{59CFE323-A4ED-9CCA-6F67-00763632F721}"/>
              </a:ext>
            </a:extLst>
          </p:cNvPr>
          <p:cNvSpPr>
            <a:spLocks/>
          </p:cNvSpPr>
          <p:nvPr/>
        </p:nvSpPr>
        <p:spPr bwMode="auto">
          <a:xfrm>
            <a:off x="1490663" y="1892300"/>
            <a:ext cx="142875" cy="47625"/>
          </a:xfrm>
          <a:custGeom>
            <a:avLst/>
            <a:gdLst>
              <a:gd name="T0" fmla="*/ 2147483646 w 90"/>
              <a:gd name="T1" fmla="*/ 0 h 30"/>
              <a:gd name="T2" fmla="*/ 0 w 90"/>
              <a:gd name="T3" fmla="*/ 2147483646 h 30"/>
              <a:gd name="T4" fmla="*/ 2147483646 w 90"/>
              <a:gd name="T5" fmla="*/ 2147483646 h 30"/>
              <a:gd name="T6" fmla="*/ 2147483646 w 90"/>
              <a:gd name="T7" fmla="*/ 2147483646 h 30"/>
              <a:gd name="T8" fmla="*/ 2147483646 w 90"/>
              <a:gd name="T9" fmla="*/ 0 h 30"/>
              <a:gd name="T10" fmla="*/ 0 60000 65536"/>
              <a:gd name="T11" fmla="*/ 0 60000 65536"/>
              <a:gd name="T12" fmla="*/ 0 60000 65536"/>
              <a:gd name="T13" fmla="*/ 0 60000 65536"/>
              <a:gd name="T14" fmla="*/ 0 60000 65536"/>
              <a:gd name="T15" fmla="*/ 0 w 90"/>
              <a:gd name="T16" fmla="*/ 0 h 30"/>
              <a:gd name="T17" fmla="*/ 90 w 90"/>
              <a:gd name="T18" fmla="*/ 30 h 30"/>
            </a:gdLst>
            <a:ahLst/>
            <a:cxnLst>
              <a:cxn ang="T10">
                <a:pos x="T0" y="T1"/>
              </a:cxn>
              <a:cxn ang="T11">
                <a:pos x="T2" y="T3"/>
              </a:cxn>
              <a:cxn ang="T12">
                <a:pos x="T4" y="T5"/>
              </a:cxn>
              <a:cxn ang="T13">
                <a:pos x="T6" y="T7"/>
              </a:cxn>
              <a:cxn ang="T14">
                <a:pos x="T8" y="T9"/>
              </a:cxn>
            </a:cxnLst>
            <a:rect l="T15" t="T16" r="T17" b="T18"/>
            <a:pathLst>
              <a:path w="90" h="30">
                <a:moveTo>
                  <a:pt x="90" y="0"/>
                </a:moveTo>
                <a:lnTo>
                  <a:pt x="0" y="15"/>
                </a:lnTo>
                <a:lnTo>
                  <a:pt x="90" y="30"/>
                </a:lnTo>
                <a:lnTo>
                  <a:pt x="90" y="15"/>
                </a:lnTo>
                <a:lnTo>
                  <a:pt x="90" y="0"/>
                </a:lnTo>
                <a:close/>
              </a:path>
            </a:pathLst>
          </a:custGeom>
          <a:solidFill>
            <a:schemeClr val="tx1"/>
          </a:solidFill>
          <a:ln w="0">
            <a:solidFill>
              <a:schemeClr val="tx2"/>
            </a:solidFill>
            <a:prstDash val="solid"/>
            <a:round/>
            <a:headEnd/>
            <a:tailEnd/>
          </a:ln>
        </p:spPr>
        <p:txBody>
          <a:bodyPr/>
          <a:lstStyle/>
          <a:p>
            <a:endParaRPr lang="en-MY"/>
          </a:p>
        </p:txBody>
      </p:sp>
      <p:sp>
        <p:nvSpPr>
          <p:cNvPr id="33823" name="Line 32">
            <a:extLst>
              <a:ext uri="{FF2B5EF4-FFF2-40B4-BE49-F238E27FC236}">
                <a16:creationId xmlns:a16="http://schemas.microsoft.com/office/drawing/2014/main" id="{70FCA3B5-EF79-78E6-5219-01B969103A50}"/>
              </a:ext>
            </a:extLst>
          </p:cNvPr>
          <p:cNvSpPr>
            <a:spLocks noChangeShapeType="1"/>
          </p:cNvSpPr>
          <p:nvPr/>
        </p:nvSpPr>
        <p:spPr bwMode="auto">
          <a:xfrm>
            <a:off x="1633538" y="1916113"/>
            <a:ext cx="2451100" cy="1587"/>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24" name="Rectangle 33">
            <a:extLst>
              <a:ext uri="{FF2B5EF4-FFF2-40B4-BE49-F238E27FC236}">
                <a16:creationId xmlns:a16="http://schemas.microsoft.com/office/drawing/2014/main" id="{F61B4F4B-3F9A-4396-4A92-3E76060D7921}"/>
              </a:ext>
            </a:extLst>
          </p:cNvPr>
          <p:cNvSpPr>
            <a:spLocks noChangeArrowheads="1"/>
          </p:cNvSpPr>
          <p:nvPr/>
        </p:nvSpPr>
        <p:spPr bwMode="auto">
          <a:xfrm>
            <a:off x="4251325" y="1773238"/>
            <a:ext cx="6381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32 bits</a:t>
            </a:r>
            <a:endParaRPr kumimoji="0" lang="en-CA" altLang="en-US" sz="2400">
              <a:latin typeface="Times New Roman" panose="02020603050405020304" pitchFamily="18" charset="0"/>
            </a:endParaRPr>
          </a:p>
        </p:txBody>
      </p:sp>
      <p:sp>
        <p:nvSpPr>
          <p:cNvPr id="33825" name="Line 34">
            <a:extLst>
              <a:ext uri="{FF2B5EF4-FFF2-40B4-BE49-F238E27FC236}">
                <a16:creationId xmlns:a16="http://schemas.microsoft.com/office/drawing/2014/main" id="{59E8A19D-4656-C50F-97F6-D9F284A50FEC}"/>
              </a:ext>
            </a:extLst>
          </p:cNvPr>
          <p:cNvSpPr>
            <a:spLocks noChangeShapeType="1"/>
          </p:cNvSpPr>
          <p:nvPr/>
        </p:nvSpPr>
        <p:spPr bwMode="auto">
          <a:xfrm flipV="1">
            <a:off x="2989263" y="4365625"/>
            <a:ext cx="1587" cy="452438"/>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26" name="Line 35">
            <a:extLst>
              <a:ext uri="{FF2B5EF4-FFF2-40B4-BE49-F238E27FC236}">
                <a16:creationId xmlns:a16="http://schemas.microsoft.com/office/drawing/2014/main" id="{74E4804A-DC2C-ECBE-8181-28D419EB0B15}"/>
              </a:ext>
            </a:extLst>
          </p:cNvPr>
          <p:cNvSpPr>
            <a:spLocks noChangeShapeType="1"/>
          </p:cNvSpPr>
          <p:nvPr/>
        </p:nvSpPr>
        <p:spPr bwMode="auto">
          <a:xfrm flipV="1">
            <a:off x="4537075" y="4365625"/>
            <a:ext cx="1588" cy="452438"/>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27" name="Line 36">
            <a:extLst>
              <a:ext uri="{FF2B5EF4-FFF2-40B4-BE49-F238E27FC236}">
                <a16:creationId xmlns:a16="http://schemas.microsoft.com/office/drawing/2014/main" id="{FADF8D49-12C0-B94F-4922-1BFFBF37BFF3}"/>
              </a:ext>
            </a:extLst>
          </p:cNvPr>
          <p:cNvSpPr>
            <a:spLocks noChangeShapeType="1"/>
          </p:cNvSpPr>
          <p:nvPr/>
        </p:nvSpPr>
        <p:spPr bwMode="auto">
          <a:xfrm flipV="1">
            <a:off x="6083300" y="4365625"/>
            <a:ext cx="1588" cy="452438"/>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28" name="Rectangle 37">
            <a:extLst>
              <a:ext uri="{FF2B5EF4-FFF2-40B4-BE49-F238E27FC236}">
                <a16:creationId xmlns:a16="http://schemas.microsoft.com/office/drawing/2014/main" id="{BDF70EA8-7BFF-7A19-2984-38AEA529A60E}"/>
              </a:ext>
            </a:extLst>
          </p:cNvPr>
          <p:cNvSpPr>
            <a:spLocks noChangeArrowheads="1"/>
          </p:cNvSpPr>
          <p:nvPr/>
        </p:nvSpPr>
        <p:spPr bwMode="auto">
          <a:xfrm>
            <a:off x="1443038" y="4365625"/>
            <a:ext cx="6186487" cy="452438"/>
          </a:xfrm>
          <a:prstGeom prst="rect">
            <a:avLst/>
          </a:prstGeom>
          <a:noFill/>
          <a:ln w="23813">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33829" name="Rectangle 38">
            <a:extLst>
              <a:ext uri="{FF2B5EF4-FFF2-40B4-BE49-F238E27FC236}">
                <a16:creationId xmlns:a16="http://schemas.microsoft.com/office/drawing/2014/main" id="{9C6B847A-32D2-7E45-EA47-6973653F7284}"/>
              </a:ext>
            </a:extLst>
          </p:cNvPr>
          <p:cNvSpPr>
            <a:spLocks noChangeArrowheads="1"/>
          </p:cNvSpPr>
          <p:nvPr/>
        </p:nvSpPr>
        <p:spPr bwMode="auto">
          <a:xfrm>
            <a:off x="1990725" y="4413250"/>
            <a:ext cx="517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8 bits</a:t>
            </a:r>
            <a:endParaRPr kumimoji="0" lang="en-CA" altLang="en-US" sz="2400">
              <a:latin typeface="Times New Roman" panose="02020603050405020304" pitchFamily="18" charset="0"/>
            </a:endParaRPr>
          </a:p>
        </p:txBody>
      </p:sp>
      <p:sp>
        <p:nvSpPr>
          <p:cNvPr id="33830" name="Rectangle 39">
            <a:extLst>
              <a:ext uri="{FF2B5EF4-FFF2-40B4-BE49-F238E27FC236}">
                <a16:creationId xmlns:a16="http://schemas.microsoft.com/office/drawing/2014/main" id="{D42525C8-BECE-74CE-72F0-3F25314FFC78}"/>
              </a:ext>
            </a:extLst>
          </p:cNvPr>
          <p:cNvSpPr>
            <a:spLocks noChangeArrowheads="1"/>
          </p:cNvSpPr>
          <p:nvPr/>
        </p:nvSpPr>
        <p:spPr bwMode="auto">
          <a:xfrm>
            <a:off x="3536950" y="4413250"/>
            <a:ext cx="517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8 bits</a:t>
            </a:r>
            <a:endParaRPr kumimoji="0" lang="en-CA" altLang="en-US" sz="2400">
              <a:latin typeface="Times New Roman" panose="02020603050405020304" pitchFamily="18" charset="0"/>
            </a:endParaRPr>
          </a:p>
        </p:txBody>
      </p:sp>
      <p:sp>
        <p:nvSpPr>
          <p:cNvPr id="33831" name="Rectangle 40">
            <a:extLst>
              <a:ext uri="{FF2B5EF4-FFF2-40B4-BE49-F238E27FC236}">
                <a16:creationId xmlns:a16="http://schemas.microsoft.com/office/drawing/2014/main" id="{2D910155-4257-9AB2-EDDA-E442634591EB}"/>
              </a:ext>
            </a:extLst>
          </p:cNvPr>
          <p:cNvSpPr>
            <a:spLocks noChangeArrowheads="1"/>
          </p:cNvSpPr>
          <p:nvPr/>
        </p:nvSpPr>
        <p:spPr bwMode="auto">
          <a:xfrm>
            <a:off x="5083175" y="4413250"/>
            <a:ext cx="517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8 bits</a:t>
            </a:r>
            <a:endParaRPr kumimoji="0" lang="en-CA" altLang="en-US" sz="2400">
              <a:latin typeface="Times New Roman" panose="02020603050405020304" pitchFamily="18" charset="0"/>
            </a:endParaRPr>
          </a:p>
        </p:txBody>
      </p:sp>
      <p:sp>
        <p:nvSpPr>
          <p:cNvPr id="33832" name="Rectangle 41">
            <a:extLst>
              <a:ext uri="{FF2B5EF4-FFF2-40B4-BE49-F238E27FC236}">
                <a16:creationId xmlns:a16="http://schemas.microsoft.com/office/drawing/2014/main" id="{4D3FE8C4-0C05-09F3-D00F-5B6541E1169B}"/>
              </a:ext>
            </a:extLst>
          </p:cNvPr>
          <p:cNvSpPr>
            <a:spLocks noChangeArrowheads="1"/>
          </p:cNvSpPr>
          <p:nvPr/>
        </p:nvSpPr>
        <p:spPr bwMode="auto">
          <a:xfrm>
            <a:off x="6607175" y="4413250"/>
            <a:ext cx="517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8 bits</a:t>
            </a:r>
            <a:endParaRPr kumimoji="0" lang="en-CA" altLang="en-US" sz="2400">
              <a:latin typeface="Times New Roman" panose="02020603050405020304" pitchFamily="18" charset="0"/>
            </a:endParaRPr>
          </a:p>
        </p:txBody>
      </p:sp>
      <p:sp>
        <p:nvSpPr>
          <p:cNvPr id="33833" name="Line 42">
            <a:extLst>
              <a:ext uri="{FF2B5EF4-FFF2-40B4-BE49-F238E27FC236}">
                <a16:creationId xmlns:a16="http://schemas.microsoft.com/office/drawing/2014/main" id="{7B852FA7-2CBC-9F5C-2577-F816119A8878}"/>
              </a:ext>
            </a:extLst>
          </p:cNvPr>
          <p:cNvSpPr>
            <a:spLocks noChangeShapeType="1"/>
          </p:cNvSpPr>
          <p:nvPr/>
        </p:nvSpPr>
        <p:spPr bwMode="auto">
          <a:xfrm flipV="1">
            <a:off x="7629525" y="2225675"/>
            <a:ext cx="1588" cy="452438"/>
          </a:xfrm>
          <a:prstGeom prst="line">
            <a:avLst/>
          </a:prstGeom>
          <a:noFill/>
          <a:ln w="23813">
            <a:solidFill>
              <a:schemeClr val="tx2"/>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3834" name="Freeform 43">
            <a:extLst>
              <a:ext uri="{FF2B5EF4-FFF2-40B4-BE49-F238E27FC236}">
                <a16:creationId xmlns:a16="http://schemas.microsoft.com/office/drawing/2014/main" id="{5803C57E-71BA-AE20-2B6F-64520E0D9EC3}"/>
              </a:ext>
            </a:extLst>
          </p:cNvPr>
          <p:cNvSpPr>
            <a:spLocks/>
          </p:cNvSpPr>
          <p:nvPr/>
        </p:nvSpPr>
        <p:spPr bwMode="auto">
          <a:xfrm>
            <a:off x="1657350" y="2797175"/>
            <a:ext cx="47625" cy="142875"/>
          </a:xfrm>
          <a:custGeom>
            <a:avLst/>
            <a:gdLst>
              <a:gd name="T0" fmla="*/ 2147483646 w 2"/>
              <a:gd name="T1" fmla="*/ 2147483646 h 6"/>
              <a:gd name="T2" fmla="*/ 2147483646 w 2"/>
              <a:gd name="T3" fmla="*/ 0 h 6"/>
              <a:gd name="T4" fmla="*/ 0 w 2"/>
              <a:gd name="T5" fmla="*/ 2147483646 h 6"/>
              <a:gd name="T6" fmla="*/ 2147483646 w 2"/>
              <a:gd name="T7" fmla="*/ 2147483646 h 6"/>
              <a:gd name="T8" fmla="*/ 2147483646 w 2"/>
              <a:gd name="T9" fmla="*/ 214748364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6"/>
                </a:moveTo>
                <a:lnTo>
                  <a:pt x="1" y="0"/>
                </a:lnTo>
                <a:lnTo>
                  <a:pt x="0" y="6"/>
                </a:lnTo>
                <a:lnTo>
                  <a:pt x="1" y="6"/>
                </a:lnTo>
                <a:lnTo>
                  <a:pt x="2" y="6"/>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35" name="Freeform 44">
            <a:extLst>
              <a:ext uri="{FF2B5EF4-FFF2-40B4-BE49-F238E27FC236}">
                <a16:creationId xmlns:a16="http://schemas.microsoft.com/office/drawing/2014/main" id="{87968CAC-861A-C2D9-CFC9-C440823A7B1E}"/>
              </a:ext>
            </a:extLst>
          </p:cNvPr>
          <p:cNvSpPr>
            <a:spLocks/>
          </p:cNvSpPr>
          <p:nvPr/>
        </p:nvSpPr>
        <p:spPr bwMode="auto">
          <a:xfrm>
            <a:off x="1657350" y="2797175"/>
            <a:ext cx="47625" cy="142875"/>
          </a:xfrm>
          <a:custGeom>
            <a:avLst/>
            <a:gdLst>
              <a:gd name="T0" fmla="*/ 2147483646 w 30"/>
              <a:gd name="T1" fmla="*/ 2147483646 h 90"/>
              <a:gd name="T2" fmla="*/ 2147483646 w 30"/>
              <a:gd name="T3" fmla="*/ 0 h 90"/>
              <a:gd name="T4" fmla="*/ 0 w 30"/>
              <a:gd name="T5" fmla="*/ 2147483646 h 90"/>
              <a:gd name="T6" fmla="*/ 2147483646 w 30"/>
              <a:gd name="T7" fmla="*/ 2147483646 h 90"/>
              <a:gd name="T8" fmla="*/ 2147483646 w 30"/>
              <a:gd name="T9" fmla="*/ 2147483646 h 90"/>
              <a:gd name="T10" fmla="*/ 0 60000 65536"/>
              <a:gd name="T11" fmla="*/ 0 60000 65536"/>
              <a:gd name="T12" fmla="*/ 0 60000 65536"/>
              <a:gd name="T13" fmla="*/ 0 60000 65536"/>
              <a:gd name="T14" fmla="*/ 0 60000 65536"/>
              <a:gd name="T15" fmla="*/ 0 w 30"/>
              <a:gd name="T16" fmla="*/ 0 h 90"/>
              <a:gd name="T17" fmla="*/ 30 w 30"/>
              <a:gd name="T18" fmla="*/ 90 h 90"/>
            </a:gdLst>
            <a:ahLst/>
            <a:cxnLst>
              <a:cxn ang="T10">
                <a:pos x="T0" y="T1"/>
              </a:cxn>
              <a:cxn ang="T11">
                <a:pos x="T2" y="T3"/>
              </a:cxn>
              <a:cxn ang="T12">
                <a:pos x="T4" y="T5"/>
              </a:cxn>
              <a:cxn ang="T13">
                <a:pos x="T6" y="T7"/>
              </a:cxn>
              <a:cxn ang="T14">
                <a:pos x="T8" y="T9"/>
              </a:cxn>
            </a:cxnLst>
            <a:rect l="T15" t="T16" r="T17" b="T18"/>
            <a:pathLst>
              <a:path w="30" h="90">
                <a:moveTo>
                  <a:pt x="30" y="90"/>
                </a:moveTo>
                <a:lnTo>
                  <a:pt x="15" y="0"/>
                </a:lnTo>
                <a:lnTo>
                  <a:pt x="0" y="90"/>
                </a:lnTo>
                <a:lnTo>
                  <a:pt x="15" y="90"/>
                </a:lnTo>
                <a:lnTo>
                  <a:pt x="30" y="90"/>
                </a:lnTo>
                <a:close/>
              </a:path>
            </a:pathLst>
          </a:custGeom>
          <a:solidFill>
            <a:schemeClr val="tx1"/>
          </a:solidFill>
          <a:ln w="0">
            <a:solidFill>
              <a:schemeClr val="tx2"/>
            </a:solidFill>
            <a:prstDash val="solid"/>
            <a:round/>
            <a:headEnd/>
            <a:tailEnd/>
          </a:ln>
        </p:spPr>
        <p:txBody>
          <a:bodyPr/>
          <a:lstStyle/>
          <a:p>
            <a:endParaRPr lang="en-MY"/>
          </a:p>
        </p:txBody>
      </p:sp>
      <p:sp>
        <p:nvSpPr>
          <p:cNvPr id="33836" name="Freeform 45">
            <a:extLst>
              <a:ext uri="{FF2B5EF4-FFF2-40B4-BE49-F238E27FC236}">
                <a16:creationId xmlns:a16="http://schemas.microsoft.com/office/drawing/2014/main" id="{03372847-D2C5-E91C-DC65-71DC29936A6D}"/>
              </a:ext>
            </a:extLst>
          </p:cNvPr>
          <p:cNvSpPr>
            <a:spLocks/>
          </p:cNvSpPr>
          <p:nvPr/>
        </p:nvSpPr>
        <p:spPr bwMode="auto">
          <a:xfrm>
            <a:off x="1681163" y="2940050"/>
            <a:ext cx="381000" cy="166688"/>
          </a:xfrm>
          <a:custGeom>
            <a:avLst/>
            <a:gdLst>
              <a:gd name="T0" fmla="*/ 0 w 16"/>
              <a:gd name="T1" fmla="*/ 0 h 7"/>
              <a:gd name="T2" fmla="*/ 0 w 16"/>
              <a:gd name="T3" fmla="*/ 2147483646 h 7"/>
              <a:gd name="T4" fmla="*/ 0 w 16"/>
              <a:gd name="T5" fmla="*/ 2147483646 h 7"/>
              <a:gd name="T6" fmla="*/ 2147483646 w 16"/>
              <a:gd name="T7" fmla="*/ 2147483646 h 7"/>
              <a:gd name="T8" fmla="*/ 2147483646 w 16"/>
              <a:gd name="T9" fmla="*/ 2147483646 h 7"/>
              <a:gd name="T10" fmla="*/ 0 60000 65536"/>
              <a:gd name="T11" fmla="*/ 0 60000 65536"/>
              <a:gd name="T12" fmla="*/ 0 60000 65536"/>
              <a:gd name="T13" fmla="*/ 0 60000 65536"/>
              <a:gd name="T14" fmla="*/ 0 60000 65536"/>
              <a:gd name="T15" fmla="*/ 0 w 16"/>
              <a:gd name="T16" fmla="*/ 0 h 7"/>
              <a:gd name="T17" fmla="*/ 16 w 16"/>
              <a:gd name="T18" fmla="*/ 7 h 7"/>
            </a:gdLst>
            <a:ahLst/>
            <a:cxnLst>
              <a:cxn ang="T10">
                <a:pos x="T0" y="T1"/>
              </a:cxn>
              <a:cxn ang="T11">
                <a:pos x="T2" y="T3"/>
              </a:cxn>
              <a:cxn ang="T12">
                <a:pos x="T4" y="T5"/>
              </a:cxn>
              <a:cxn ang="T13">
                <a:pos x="T6" y="T7"/>
              </a:cxn>
              <a:cxn ang="T14">
                <a:pos x="T8" y="T9"/>
              </a:cxn>
            </a:cxnLst>
            <a:rect l="T15" t="T16" r="T17" b="T18"/>
            <a:pathLst>
              <a:path w="16" h="7">
                <a:moveTo>
                  <a:pt x="0" y="0"/>
                </a:moveTo>
                <a:lnTo>
                  <a:pt x="0" y="2"/>
                </a:lnTo>
                <a:lnTo>
                  <a:pt x="0" y="7"/>
                </a:lnTo>
                <a:lnTo>
                  <a:pt x="7" y="7"/>
                </a:lnTo>
                <a:lnTo>
                  <a:pt x="16" y="7"/>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37" name="Rectangle 46">
            <a:extLst>
              <a:ext uri="{FF2B5EF4-FFF2-40B4-BE49-F238E27FC236}">
                <a16:creationId xmlns:a16="http://schemas.microsoft.com/office/drawing/2014/main" id="{C8013891-0472-4794-C03F-C3288E154C84}"/>
              </a:ext>
            </a:extLst>
          </p:cNvPr>
          <p:cNvSpPr>
            <a:spLocks noChangeArrowheads="1"/>
          </p:cNvSpPr>
          <p:nvPr/>
        </p:nvSpPr>
        <p:spPr bwMode="auto">
          <a:xfrm>
            <a:off x="1562100" y="2273300"/>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i="1">
                <a:latin typeface="Nimbus Roman No9 L" charset="0"/>
              </a:rPr>
              <a:t>b</a:t>
            </a:r>
            <a:endParaRPr kumimoji="0" lang="en-CA" altLang="en-US" sz="2400">
              <a:latin typeface="Times New Roman" panose="02020603050405020304" pitchFamily="18" charset="0"/>
            </a:endParaRPr>
          </a:p>
        </p:txBody>
      </p:sp>
      <p:sp>
        <p:nvSpPr>
          <p:cNvPr id="33838" name="Rectangle 47">
            <a:extLst>
              <a:ext uri="{FF2B5EF4-FFF2-40B4-BE49-F238E27FC236}">
                <a16:creationId xmlns:a16="http://schemas.microsoft.com/office/drawing/2014/main" id="{BEEA9CC4-3DBD-0BC1-FB8B-39BE8FA800E5}"/>
              </a:ext>
            </a:extLst>
          </p:cNvPr>
          <p:cNvSpPr>
            <a:spLocks noChangeArrowheads="1"/>
          </p:cNvSpPr>
          <p:nvPr/>
        </p:nvSpPr>
        <p:spPr bwMode="auto">
          <a:xfrm>
            <a:off x="1681163" y="2392363"/>
            <a:ext cx="1841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31</a:t>
            </a:r>
            <a:endParaRPr kumimoji="0" lang="en-CA" altLang="en-US" sz="2400">
              <a:latin typeface="Times New Roman" panose="02020603050405020304" pitchFamily="18" charset="0"/>
            </a:endParaRPr>
          </a:p>
        </p:txBody>
      </p:sp>
      <p:sp>
        <p:nvSpPr>
          <p:cNvPr id="33839" name="Rectangle 48">
            <a:extLst>
              <a:ext uri="{FF2B5EF4-FFF2-40B4-BE49-F238E27FC236}">
                <a16:creationId xmlns:a16="http://schemas.microsoft.com/office/drawing/2014/main" id="{8DEC5EEC-F1A1-A063-B679-74780295631A}"/>
              </a:ext>
            </a:extLst>
          </p:cNvPr>
          <p:cNvSpPr>
            <a:spLocks noChangeArrowheads="1"/>
          </p:cNvSpPr>
          <p:nvPr/>
        </p:nvSpPr>
        <p:spPr bwMode="auto">
          <a:xfrm>
            <a:off x="2014538" y="2273300"/>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i="1">
                <a:latin typeface="Nimbus Roman No9 L" charset="0"/>
              </a:rPr>
              <a:t>b</a:t>
            </a:r>
            <a:endParaRPr kumimoji="0" lang="en-CA" altLang="en-US" sz="2400">
              <a:latin typeface="Times New Roman" panose="02020603050405020304" pitchFamily="18" charset="0"/>
            </a:endParaRPr>
          </a:p>
        </p:txBody>
      </p:sp>
      <p:sp>
        <p:nvSpPr>
          <p:cNvPr id="33840" name="Rectangle 49">
            <a:extLst>
              <a:ext uri="{FF2B5EF4-FFF2-40B4-BE49-F238E27FC236}">
                <a16:creationId xmlns:a16="http://schemas.microsoft.com/office/drawing/2014/main" id="{DF58322D-27E2-865F-FFBA-86617ED3878C}"/>
              </a:ext>
            </a:extLst>
          </p:cNvPr>
          <p:cNvSpPr>
            <a:spLocks noChangeArrowheads="1"/>
          </p:cNvSpPr>
          <p:nvPr/>
        </p:nvSpPr>
        <p:spPr bwMode="auto">
          <a:xfrm>
            <a:off x="2133600" y="2392363"/>
            <a:ext cx="1841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30</a:t>
            </a:r>
            <a:endParaRPr kumimoji="0" lang="en-CA" altLang="en-US" sz="2400">
              <a:latin typeface="Times New Roman" panose="02020603050405020304" pitchFamily="18" charset="0"/>
            </a:endParaRPr>
          </a:p>
        </p:txBody>
      </p:sp>
      <p:sp>
        <p:nvSpPr>
          <p:cNvPr id="33841" name="Rectangle 50">
            <a:extLst>
              <a:ext uri="{FF2B5EF4-FFF2-40B4-BE49-F238E27FC236}">
                <a16:creationId xmlns:a16="http://schemas.microsoft.com/office/drawing/2014/main" id="{3738708F-A8C5-C62C-729E-E5F7CEA9E619}"/>
              </a:ext>
            </a:extLst>
          </p:cNvPr>
          <p:cNvSpPr>
            <a:spLocks noChangeArrowheads="1"/>
          </p:cNvSpPr>
          <p:nvPr/>
        </p:nvSpPr>
        <p:spPr bwMode="auto">
          <a:xfrm>
            <a:off x="6843713" y="2273300"/>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i="1">
                <a:latin typeface="Nimbus Roman No9 L" charset="0"/>
              </a:rPr>
              <a:t>b</a:t>
            </a:r>
            <a:endParaRPr kumimoji="0" lang="en-CA" altLang="en-US" sz="2400">
              <a:latin typeface="Times New Roman" panose="02020603050405020304" pitchFamily="18" charset="0"/>
            </a:endParaRPr>
          </a:p>
        </p:txBody>
      </p:sp>
      <p:sp>
        <p:nvSpPr>
          <p:cNvPr id="33842" name="Rectangle 51">
            <a:extLst>
              <a:ext uri="{FF2B5EF4-FFF2-40B4-BE49-F238E27FC236}">
                <a16:creationId xmlns:a16="http://schemas.microsoft.com/office/drawing/2014/main" id="{0DA062C1-7D74-BDD7-563D-7BB790DB2A3E}"/>
              </a:ext>
            </a:extLst>
          </p:cNvPr>
          <p:cNvSpPr>
            <a:spLocks noChangeArrowheads="1"/>
          </p:cNvSpPr>
          <p:nvPr/>
        </p:nvSpPr>
        <p:spPr bwMode="auto">
          <a:xfrm>
            <a:off x="6962775" y="23923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1</a:t>
            </a:r>
            <a:endParaRPr kumimoji="0" lang="en-CA" altLang="en-US" sz="2400">
              <a:latin typeface="Times New Roman" panose="02020603050405020304" pitchFamily="18" charset="0"/>
            </a:endParaRPr>
          </a:p>
        </p:txBody>
      </p:sp>
      <p:sp>
        <p:nvSpPr>
          <p:cNvPr id="33843" name="Rectangle 52">
            <a:extLst>
              <a:ext uri="{FF2B5EF4-FFF2-40B4-BE49-F238E27FC236}">
                <a16:creationId xmlns:a16="http://schemas.microsoft.com/office/drawing/2014/main" id="{0FC1E318-F929-AADE-D283-625E19169DAB}"/>
              </a:ext>
            </a:extLst>
          </p:cNvPr>
          <p:cNvSpPr>
            <a:spLocks noChangeArrowheads="1"/>
          </p:cNvSpPr>
          <p:nvPr/>
        </p:nvSpPr>
        <p:spPr bwMode="auto">
          <a:xfrm>
            <a:off x="7296150" y="2273300"/>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i="1">
                <a:latin typeface="Nimbus Roman No9 L" charset="0"/>
              </a:rPr>
              <a:t>b</a:t>
            </a:r>
            <a:endParaRPr kumimoji="0" lang="en-CA" altLang="en-US" sz="2400">
              <a:latin typeface="Times New Roman" panose="02020603050405020304" pitchFamily="18" charset="0"/>
            </a:endParaRPr>
          </a:p>
        </p:txBody>
      </p:sp>
      <p:sp>
        <p:nvSpPr>
          <p:cNvPr id="33844" name="Rectangle 53">
            <a:extLst>
              <a:ext uri="{FF2B5EF4-FFF2-40B4-BE49-F238E27FC236}">
                <a16:creationId xmlns:a16="http://schemas.microsoft.com/office/drawing/2014/main" id="{D9077EBB-E403-F888-4B94-5DCAD94A0DA9}"/>
              </a:ext>
            </a:extLst>
          </p:cNvPr>
          <p:cNvSpPr>
            <a:spLocks noChangeArrowheads="1"/>
          </p:cNvSpPr>
          <p:nvPr/>
        </p:nvSpPr>
        <p:spPr bwMode="auto">
          <a:xfrm>
            <a:off x="7415213" y="23923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0</a:t>
            </a:r>
            <a:endParaRPr kumimoji="0" lang="en-CA" altLang="en-US" sz="2400">
              <a:latin typeface="Times New Roman" panose="02020603050405020304" pitchFamily="18" charset="0"/>
            </a:endParaRPr>
          </a:p>
        </p:txBody>
      </p:sp>
      <p:sp>
        <p:nvSpPr>
          <p:cNvPr id="33845" name="Rectangle 54">
            <a:extLst>
              <a:ext uri="{FF2B5EF4-FFF2-40B4-BE49-F238E27FC236}">
                <a16:creationId xmlns:a16="http://schemas.microsoft.com/office/drawing/2014/main" id="{340E7157-E007-0E13-A8E8-A7738AF16D18}"/>
              </a:ext>
            </a:extLst>
          </p:cNvPr>
          <p:cNvSpPr>
            <a:spLocks noChangeArrowheads="1"/>
          </p:cNvSpPr>
          <p:nvPr/>
        </p:nvSpPr>
        <p:spPr bwMode="auto">
          <a:xfrm>
            <a:off x="3108325" y="2940050"/>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i="1">
                <a:latin typeface="Nimbus Roman No9 L" charset="0"/>
              </a:rPr>
              <a:t>b</a:t>
            </a:r>
            <a:endParaRPr kumimoji="0" lang="en-CA" altLang="en-US" sz="2400">
              <a:latin typeface="Times New Roman" panose="02020603050405020304" pitchFamily="18" charset="0"/>
            </a:endParaRPr>
          </a:p>
        </p:txBody>
      </p:sp>
      <p:sp>
        <p:nvSpPr>
          <p:cNvPr id="33846" name="Rectangle 55">
            <a:extLst>
              <a:ext uri="{FF2B5EF4-FFF2-40B4-BE49-F238E27FC236}">
                <a16:creationId xmlns:a16="http://schemas.microsoft.com/office/drawing/2014/main" id="{3E3FF340-1B48-BF08-86F8-09B007EFBFDC}"/>
              </a:ext>
            </a:extLst>
          </p:cNvPr>
          <p:cNvSpPr>
            <a:spLocks noChangeArrowheads="1"/>
          </p:cNvSpPr>
          <p:nvPr/>
        </p:nvSpPr>
        <p:spPr bwMode="auto">
          <a:xfrm>
            <a:off x="3227388" y="3057525"/>
            <a:ext cx="1841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31</a:t>
            </a:r>
            <a:endParaRPr kumimoji="0" lang="en-CA" altLang="en-US" sz="2400">
              <a:latin typeface="Times New Roman" panose="02020603050405020304" pitchFamily="18" charset="0"/>
            </a:endParaRPr>
          </a:p>
        </p:txBody>
      </p:sp>
      <p:sp>
        <p:nvSpPr>
          <p:cNvPr id="33847" name="Rectangle 56">
            <a:extLst>
              <a:ext uri="{FF2B5EF4-FFF2-40B4-BE49-F238E27FC236}">
                <a16:creationId xmlns:a16="http://schemas.microsoft.com/office/drawing/2014/main" id="{D0772AF0-817C-BA8E-2198-18CC355F6E76}"/>
              </a:ext>
            </a:extLst>
          </p:cNvPr>
          <p:cNvSpPr>
            <a:spLocks noChangeArrowheads="1"/>
          </p:cNvSpPr>
          <p:nvPr/>
        </p:nvSpPr>
        <p:spPr bwMode="auto">
          <a:xfrm>
            <a:off x="3632200" y="2940050"/>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0</a:t>
            </a:r>
            <a:endParaRPr kumimoji="0" lang="en-CA" altLang="en-US" sz="2400">
              <a:latin typeface="Times New Roman" panose="02020603050405020304" pitchFamily="18" charset="0"/>
            </a:endParaRPr>
          </a:p>
        </p:txBody>
      </p:sp>
      <p:sp>
        <p:nvSpPr>
          <p:cNvPr id="33848" name="Rectangle 57">
            <a:extLst>
              <a:ext uri="{FF2B5EF4-FFF2-40B4-BE49-F238E27FC236}">
                <a16:creationId xmlns:a16="http://schemas.microsoft.com/office/drawing/2014/main" id="{59D34D58-9AC4-39B8-3378-6272BB5E01AD}"/>
              </a:ext>
            </a:extLst>
          </p:cNvPr>
          <p:cNvSpPr>
            <a:spLocks noChangeArrowheads="1"/>
          </p:cNvSpPr>
          <p:nvPr/>
        </p:nvSpPr>
        <p:spPr bwMode="auto">
          <a:xfrm>
            <a:off x="3394075" y="2940050"/>
            <a:ext cx="12541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a:t>
            </a:r>
            <a:endParaRPr kumimoji="0" lang="en-CA" altLang="en-US" sz="2400">
              <a:latin typeface="Times New Roman" panose="02020603050405020304" pitchFamily="18" charset="0"/>
            </a:endParaRPr>
          </a:p>
        </p:txBody>
      </p:sp>
      <p:sp>
        <p:nvSpPr>
          <p:cNvPr id="33849" name="Rectangle 58">
            <a:extLst>
              <a:ext uri="{FF2B5EF4-FFF2-40B4-BE49-F238E27FC236}">
                <a16:creationId xmlns:a16="http://schemas.microsoft.com/office/drawing/2014/main" id="{0AF557C8-51A2-ACB5-D08B-DFBA944BFEDD}"/>
              </a:ext>
            </a:extLst>
          </p:cNvPr>
          <p:cNvSpPr>
            <a:spLocks noChangeArrowheads="1"/>
          </p:cNvSpPr>
          <p:nvPr/>
        </p:nvSpPr>
        <p:spPr bwMode="auto">
          <a:xfrm>
            <a:off x="3108325" y="3248025"/>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i="1">
                <a:latin typeface="Nimbus Roman No9 L" charset="0"/>
              </a:rPr>
              <a:t>b</a:t>
            </a:r>
            <a:endParaRPr kumimoji="0" lang="en-CA" altLang="en-US" sz="2400">
              <a:latin typeface="Times New Roman" panose="02020603050405020304" pitchFamily="18" charset="0"/>
            </a:endParaRPr>
          </a:p>
        </p:txBody>
      </p:sp>
      <p:sp>
        <p:nvSpPr>
          <p:cNvPr id="33850" name="Rectangle 59">
            <a:extLst>
              <a:ext uri="{FF2B5EF4-FFF2-40B4-BE49-F238E27FC236}">
                <a16:creationId xmlns:a16="http://schemas.microsoft.com/office/drawing/2014/main" id="{FB9C995D-4467-737C-C7A2-E7CF49FFA574}"/>
              </a:ext>
            </a:extLst>
          </p:cNvPr>
          <p:cNvSpPr>
            <a:spLocks noChangeArrowheads="1"/>
          </p:cNvSpPr>
          <p:nvPr/>
        </p:nvSpPr>
        <p:spPr bwMode="auto">
          <a:xfrm>
            <a:off x="3227388" y="3367088"/>
            <a:ext cx="1841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31</a:t>
            </a:r>
            <a:endParaRPr kumimoji="0" lang="en-CA" altLang="en-US" sz="2400">
              <a:latin typeface="Times New Roman" panose="02020603050405020304" pitchFamily="18" charset="0"/>
            </a:endParaRPr>
          </a:p>
        </p:txBody>
      </p:sp>
      <p:sp>
        <p:nvSpPr>
          <p:cNvPr id="33851" name="Rectangle 60">
            <a:extLst>
              <a:ext uri="{FF2B5EF4-FFF2-40B4-BE49-F238E27FC236}">
                <a16:creationId xmlns:a16="http://schemas.microsoft.com/office/drawing/2014/main" id="{B06714EB-CD1A-7797-ED24-FE09F6C53D76}"/>
              </a:ext>
            </a:extLst>
          </p:cNvPr>
          <p:cNvSpPr>
            <a:spLocks noChangeArrowheads="1"/>
          </p:cNvSpPr>
          <p:nvPr/>
        </p:nvSpPr>
        <p:spPr bwMode="auto">
          <a:xfrm>
            <a:off x="3632200" y="3248025"/>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1</a:t>
            </a:r>
            <a:endParaRPr kumimoji="0" lang="en-CA" altLang="en-US" sz="2400">
              <a:latin typeface="Times New Roman" panose="02020603050405020304" pitchFamily="18" charset="0"/>
            </a:endParaRPr>
          </a:p>
        </p:txBody>
      </p:sp>
      <p:sp>
        <p:nvSpPr>
          <p:cNvPr id="33852" name="Rectangle 61">
            <a:extLst>
              <a:ext uri="{FF2B5EF4-FFF2-40B4-BE49-F238E27FC236}">
                <a16:creationId xmlns:a16="http://schemas.microsoft.com/office/drawing/2014/main" id="{8F8EB217-482A-276A-6E2A-80043486DCAD}"/>
              </a:ext>
            </a:extLst>
          </p:cNvPr>
          <p:cNvSpPr>
            <a:spLocks noChangeArrowheads="1"/>
          </p:cNvSpPr>
          <p:nvPr/>
        </p:nvSpPr>
        <p:spPr bwMode="auto">
          <a:xfrm>
            <a:off x="3394075" y="3248025"/>
            <a:ext cx="12541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a:t>
            </a:r>
            <a:endParaRPr kumimoji="0" lang="en-CA" altLang="en-US" sz="2400">
              <a:latin typeface="Times New Roman" panose="02020603050405020304" pitchFamily="18" charset="0"/>
            </a:endParaRPr>
          </a:p>
        </p:txBody>
      </p:sp>
      <p:sp>
        <p:nvSpPr>
          <p:cNvPr id="33853" name="Freeform 62">
            <a:extLst>
              <a:ext uri="{FF2B5EF4-FFF2-40B4-BE49-F238E27FC236}">
                <a16:creationId xmlns:a16="http://schemas.microsoft.com/office/drawing/2014/main" id="{903C09E9-879D-B79A-A5C5-9EB1E9FB98A0}"/>
              </a:ext>
            </a:extLst>
          </p:cNvPr>
          <p:cNvSpPr>
            <a:spLocks/>
          </p:cNvSpPr>
          <p:nvPr/>
        </p:nvSpPr>
        <p:spPr bwMode="auto">
          <a:xfrm>
            <a:off x="6843713" y="4984750"/>
            <a:ext cx="690562" cy="119063"/>
          </a:xfrm>
          <a:custGeom>
            <a:avLst/>
            <a:gdLst>
              <a:gd name="T0" fmla="*/ 2147483646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0 w 29"/>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7" y="2"/>
                </a:lnTo>
                <a:lnTo>
                  <a:pt x="26" y="2"/>
                </a:lnTo>
                <a:lnTo>
                  <a:pt x="18" y="2"/>
                </a:lnTo>
                <a:lnTo>
                  <a:pt x="15" y="2"/>
                </a:lnTo>
                <a:lnTo>
                  <a:pt x="11" y="2"/>
                </a:lnTo>
                <a:lnTo>
                  <a:pt x="3" y="2"/>
                </a:lnTo>
                <a:lnTo>
                  <a:pt x="2" y="2"/>
                </a:lnTo>
                <a:lnTo>
                  <a:pt x="1" y="3"/>
                </a:lnTo>
                <a:lnTo>
                  <a:pt x="0" y="5"/>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54" name="Freeform 63">
            <a:extLst>
              <a:ext uri="{FF2B5EF4-FFF2-40B4-BE49-F238E27FC236}">
                <a16:creationId xmlns:a16="http://schemas.microsoft.com/office/drawing/2014/main" id="{BFA833E5-E56E-7C27-6003-79C6A46F3491}"/>
              </a:ext>
            </a:extLst>
          </p:cNvPr>
          <p:cNvSpPr>
            <a:spLocks/>
          </p:cNvSpPr>
          <p:nvPr/>
        </p:nvSpPr>
        <p:spPr bwMode="auto">
          <a:xfrm>
            <a:off x="6178550" y="4984750"/>
            <a:ext cx="665163" cy="119063"/>
          </a:xfrm>
          <a:custGeom>
            <a:avLst/>
            <a:gdLst>
              <a:gd name="T0" fmla="*/ 0 w 28"/>
              <a:gd name="T1" fmla="*/ 0 h 5"/>
              <a:gd name="T2" fmla="*/ 0 w 28"/>
              <a:gd name="T3" fmla="*/ 2147483646 h 5"/>
              <a:gd name="T4" fmla="*/ 2147483646 w 28"/>
              <a:gd name="T5" fmla="*/ 2147483646 h 5"/>
              <a:gd name="T6" fmla="*/ 2147483646 w 28"/>
              <a:gd name="T7" fmla="*/ 2147483646 h 5"/>
              <a:gd name="T8" fmla="*/ 2147483646 w 28"/>
              <a:gd name="T9" fmla="*/ 2147483646 h 5"/>
              <a:gd name="T10" fmla="*/ 2147483646 w 28"/>
              <a:gd name="T11" fmla="*/ 2147483646 h 5"/>
              <a:gd name="T12" fmla="*/ 2147483646 w 28"/>
              <a:gd name="T13" fmla="*/ 2147483646 h 5"/>
              <a:gd name="T14" fmla="*/ 2147483646 w 28"/>
              <a:gd name="T15" fmla="*/ 2147483646 h 5"/>
              <a:gd name="T16" fmla="*/ 2147483646 w 28"/>
              <a:gd name="T17" fmla="*/ 2147483646 h 5"/>
              <a:gd name="T18" fmla="*/ 2147483646 w 28"/>
              <a:gd name="T19" fmla="*/ 2147483646 h 5"/>
              <a:gd name="T20" fmla="*/ 2147483646 w 28"/>
              <a:gd name="T21" fmla="*/ 2147483646 h 5"/>
              <a:gd name="T22" fmla="*/ 2147483646 w 28"/>
              <a:gd name="T23" fmla="*/ 2147483646 h 5"/>
              <a:gd name="T24" fmla="*/ 2147483646 w 28"/>
              <a:gd name="T25" fmla="*/ 2147483646 h 5"/>
              <a:gd name="T26" fmla="*/ 2147483646 w 28"/>
              <a:gd name="T27" fmla="*/ 2147483646 h 5"/>
              <a:gd name="T28" fmla="*/ 2147483646 w 28"/>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5"/>
              <a:gd name="T47" fmla="*/ 28 w 28"/>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5">
                <a:moveTo>
                  <a:pt x="0" y="0"/>
                </a:moveTo>
                <a:lnTo>
                  <a:pt x="0" y="1"/>
                </a:lnTo>
                <a:lnTo>
                  <a:pt x="1" y="2"/>
                </a:lnTo>
                <a:lnTo>
                  <a:pt x="2" y="2"/>
                </a:lnTo>
                <a:lnTo>
                  <a:pt x="10" y="2"/>
                </a:lnTo>
                <a:lnTo>
                  <a:pt x="14" y="2"/>
                </a:lnTo>
                <a:lnTo>
                  <a:pt x="18" y="2"/>
                </a:lnTo>
                <a:lnTo>
                  <a:pt x="26" y="2"/>
                </a:lnTo>
                <a:lnTo>
                  <a:pt x="27" y="2"/>
                </a:lnTo>
                <a:lnTo>
                  <a:pt x="27" y="3"/>
                </a:lnTo>
                <a:lnTo>
                  <a:pt x="28" y="5"/>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55" name="Freeform 64">
            <a:extLst>
              <a:ext uri="{FF2B5EF4-FFF2-40B4-BE49-F238E27FC236}">
                <a16:creationId xmlns:a16="http://schemas.microsoft.com/office/drawing/2014/main" id="{ADB065DC-C006-4D82-51CC-9E7F425A4AD6}"/>
              </a:ext>
            </a:extLst>
          </p:cNvPr>
          <p:cNvSpPr>
            <a:spLocks/>
          </p:cNvSpPr>
          <p:nvPr/>
        </p:nvSpPr>
        <p:spPr bwMode="auto">
          <a:xfrm>
            <a:off x="5297488" y="4984750"/>
            <a:ext cx="690562" cy="119063"/>
          </a:xfrm>
          <a:custGeom>
            <a:avLst/>
            <a:gdLst>
              <a:gd name="T0" fmla="*/ 2147483646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0 w 29"/>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8" y="2"/>
                </a:lnTo>
                <a:lnTo>
                  <a:pt x="27" y="2"/>
                </a:lnTo>
                <a:lnTo>
                  <a:pt x="26" y="2"/>
                </a:lnTo>
                <a:lnTo>
                  <a:pt x="18" y="2"/>
                </a:lnTo>
                <a:lnTo>
                  <a:pt x="15" y="2"/>
                </a:lnTo>
                <a:lnTo>
                  <a:pt x="11" y="2"/>
                </a:lnTo>
                <a:lnTo>
                  <a:pt x="3" y="2"/>
                </a:lnTo>
                <a:lnTo>
                  <a:pt x="2" y="2"/>
                </a:lnTo>
                <a:lnTo>
                  <a:pt x="1" y="3"/>
                </a:lnTo>
                <a:lnTo>
                  <a:pt x="0" y="5"/>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56" name="Freeform 65">
            <a:extLst>
              <a:ext uri="{FF2B5EF4-FFF2-40B4-BE49-F238E27FC236}">
                <a16:creationId xmlns:a16="http://schemas.microsoft.com/office/drawing/2014/main" id="{4DE7D2DF-D1C1-C783-892E-7A6DE3B2E986}"/>
              </a:ext>
            </a:extLst>
          </p:cNvPr>
          <p:cNvSpPr>
            <a:spLocks/>
          </p:cNvSpPr>
          <p:nvPr/>
        </p:nvSpPr>
        <p:spPr bwMode="auto">
          <a:xfrm>
            <a:off x="4630738" y="4984750"/>
            <a:ext cx="666750" cy="119063"/>
          </a:xfrm>
          <a:custGeom>
            <a:avLst/>
            <a:gdLst>
              <a:gd name="T0" fmla="*/ 0 w 28"/>
              <a:gd name="T1" fmla="*/ 0 h 5"/>
              <a:gd name="T2" fmla="*/ 2147483646 w 28"/>
              <a:gd name="T3" fmla="*/ 2147483646 h 5"/>
              <a:gd name="T4" fmla="*/ 2147483646 w 28"/>
              <a:gd name="T5" fmla="*/ 2147483646 h 5"/>
              <a:gd name="T6" fmla="*/ 2147483646 w 28"/>
              <a:gd name="T7" fmla="*/ 2147483646 h 5"/>
              <a:gd name="T8" fmla="*/ 2147483646 w 28"/>
              <a:gd name="T9" fmla="*/ 2147483646 h 5"/>
              <a:gd name="T10" fmla="*/ 2147483646 w 28"/>
              <a:gd name="T11" fmla="*/ 2147483646 h 5"/>
              <a:gd name="T12" fmla="*/ 2147483646 w 28"/>
              <a:gd name="T13" fmla="*/ 2147483646 h 5"/>
              <a:gd name="T14" fmla="*/ 2147483646 w 28"/>
              <a:gd name="T15" fmla="*/ 2147483646 h 5"/>
              <a:gd name="T16" fmla="*/ 2147483646 w 28"/>
              <a:gd name="T17" fmla="*/ 2147483646 h 5"/>
              <a:gd name="T18" fmla="*/ 2147483646 w 28"/>
              <a:gd name="T19" fmla="*/ 2147483646 h 5"/>
              <a:gd name="T20" fmla="*/ 2147483646 w 28"/>
              <a:gd name="T21" fmla="*/ 2147483646 h 5"/>
              <a:gd name="T22" fmla="*/ 2147483646 w 28"/>
              <a:gd name="T23" fmla="*/ 2147483646 h 5"/>
              <a:gd name="T24" fmla="*/ 2147483646 w 28"/>
              <a:gd name="T25" fmla="*/ 2147483646 h 5"/>
              <a:gd name="T26" fmla="*/ 2147483646 w 28"/>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5"/>
              <a:gd name="T44" fmla="*/ 28 w 2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5">
                <a:moveTo>
                  <a:pt x="0" y="0"/>
                </a:moveTo>
                <a:lnTo>
                  <a:pt x="1" y="1"/>
                </a:lnTo>
                <a:lnTo>
                  <a:pt x="1" y="2"/>
                </a:lnTo>
                <a:lnTo>
                  <a:pt x="2" y="2"/>
                </a:lnTo>
                <a:lnTo>
                  <a:pt x="3" y="2"/>
                </a:lnTo>
                <a:lnTo>
                  <a:pt x="10" y="2"/>
                </a:lnTo>
                <a:lnTo>
                  <a:pt x="14" y="2"/>
                </a:lnTo>
                <a:lnTo>
                  <a:pt x="18" y="2"/>
                </a:lnTo>
                <a:lnTo>
                  <a:pt x="26" y="2"/>
                </a:lnTo>
                <a:lnTo>
                  <a:pt x="27" y="2"/>
                </a:lnTo>
                <a:lnTo>
                  <a:pt x="27" y="3"/>
                </a:lnTo>
                <a:lnTo>
                  <a:pt x="28" y="5"/>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57" name="Freeform 66">
            <a:extLst>
              <a:ext uri="{FF2B5EF4-FFF2-40B4-BE49-F238E27FC236}">
                <a16:creationId xmlns:a16="http://schemas.microsoft.com/office/drawing/2014/main" id="{BEB9AEC0-5B63-9E1C-1D37-8F0E94D03EDC}"/>
              </a:ext>
            </a:extLst>
          </p:cNvPr>
          <p:cNvSpPr>
            <a:spLocks/>
          </p:cNvSpPr>
          <p:nvPr/>
        </p:nvSpPr>
        <p:spPr bwMode="auto">
          <a:xfrm>
            <a:off x="3775075" y="4984750"/>
            <a:ext cx="666750" cy="119063"/>
          </a:xfrm>
          <a:custGeom>
            <a:avLst/>
            <a:gdLst>
              <a:gd name="T0" fmla="*/ 2147483646 w 28"/>
              <a:gd name="T1" fmla="*/ 0 h 5"/>
              <a:gd name="T2" fmla="*/ 2147483646 w 28"/>
              <a:gd name="T3" fmla="*/ 2147483646 h 5"/>
              <a:gd name="T4" fmla="*/ 2147483646 w 28"/>
              <a:gd name="T5" fmla="*/ 2147483646 h 5"/>
              <a:gd name="T6" fmla="*/ 2147483646 w 28"/>
              <a:gd name="T7" fmla="*/ 2147483646 h 5"/>
              <a:gd name="T8" fmla="*/ 2147483646 w 28"/>
              <a:gd name="T9" fmla="*/ 2147483646 h 5"/>
              <a:gd name="T10" fmla="*/ 2147483646 w 28"/>
              <a:gd name="T11" fmla="*/ 2147483646 h 5"/>
              <a:gd name="T12" fmla="*/ 2147483646 w 28"/>
              <a:gd name="T13" fmla="*/ 2147483646 h 5"/>
              <a:gd name="T14" fmla="*/ 2147483646 w 28"/>
              <a:gd name="T15" fmla="*/ 2147483646 h 5"/>
              <a:gd name="T16" fmla="*/ 2147483646 w 28"/>
              <a:gd name="T17" fmla="*/ 2147483646 h 5"/>
              <a:gd name="T18" fmla="*/ 2147483646 w 28"/>
              <a:gd name="T19" fmla="*/ 2147483646 h 5"/>
              <a:gd name="T20" fmla="*/ 2147483646 w 28"/>
              <a:gd name="T21" fmla="*/ 2147483646 h 5"/>
              <a:gd name="T22" fmla="*/ 2147483646 w 28"/>
              <a:gd name="T23" fmla="*/ 2147483646 h 5"/>
              <a:gd name="T24" fmla="*/ 2147483646 w 28"/>
              <a:gd name="T25" fmla="*/ 2147483646 h 5"/>
              <a:gd name="T26" fmla="*/ 0 w 28"/>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5"/>
              <a:gd name="T44" fmla="*/ 28 w 2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5">
                <a:moveTo>
                  <a:pt x="28" y="0"/>
                </a:moveTo>
                <a:lnTo>
                  <a:pt x="27" y="1"/>
                </a:lnTo>
                <a:lnTo>
                  <a:pt x="27" y="2"/>
                </a:lnTo>
                <a:lnTo>
                  <a:pt x="26" y="2"/>
                </a:lnTo>
                <a:lnTo>
                  <a:pt x="25" y="2"/>
                </a:lnTo>
                <a:lnTo>
                  <a:pt x="18" y="2"/>
                </a:lnTo>
                <a:lnTo>
                  <a:pt x="14" y="2"/>
                </a:lnTo>
                <a:lnTo>
                  <a:pt x="10" y="2"/>
                </a:lnTo>
                <a:lnTo>
                  <a:pt x="2" y="2"/>
                </a:lnTo>
                <a:lnTo>
                  <a:pt x="1" y="2"/>
                </a:lnTo>
                <a:lnTo>
                  <a:pt x="1" y="3"/>
                </a:lnTo>
                <a:lnTo>
                  <a:pt x="0" y="5"/>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58" name="Freeform 67">
            <a:extLst>
              <a:ext uri="{FF2B5EF4-FFF2-40B4-BE49-F238E27FC236}">
                <a16:creationId xmlns:a16="http://schemas.microsoft.com/office/drawing/2014/main" id="{A27FDECE-9B4B-1AF3-9CCE-7940DE3CA8E8}"/>
              </a:ext>
            </a:extLst>
          </p:cNvPr>
          <p:cNvSpPr>
            <a:spLocks/>
          </p:cNvSpPr>
          <p:nvPr/>
        </p:nvSpPr>
        <p:spPr bwMode="auto">
          <a:xfrm>
            <a:off x="3084513" y="4984750"/>
            <a:ext cx="690562" cy="119063"/>
          </a:xfrm>
          <a:custGeom>
            <a:avLst/>
            <a:gdLst>
              <a:gd name="T0" fmla="*/ 0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2147483646 w 29"/>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0" y="0"/>
                </a:moveTo>
                <a:lnTo>
                  <a:pt x="1" y="1"/>
                </a:lnTo>
                <a:lnTo>
                  <a:pt x="1" y="2"/>
                </a:lnTo>
                <a:lnTo>
                  <a:pt x="2" y="2"/>
                </a:lnTo>
                <a:lnTo>
                  <a:pt x="3" y="2"/>
                </a:lnTo>
                <a:lnTo>
                  <a:pt x="11" y="2"/>
                </a:lnTo>
                <a:lnTo>
                  <a:pt x="14" y="2"/>
                </a:lnTo>
                <a:lnTo>
                  <a:pt x="18" y="2"/>
                </a:lnTo>
                <a:lnTo>
                  <a:pt x="26" y="2"/>
                </a:lnTo>
                <a:lnTo>
                  <a:pt x="27" y="2"/>
                </a:lnTo>
                <a:lnTo>
                  <a:pt x="28" y="3"/>
                </a:lnTo>
                <a:lnTo>
                  <a:pt x="29" y="5"/>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59" name="Freeform 68">
            <a:extLst>
              <a:ext uri="{FF2B5EF4-FFF2-40B4-BE49-F238E27FC236}">
                <a16:creationId xmlns:a16="http://schemas.microsoft.com/office/drawing/2014/main" id="{FA948A1D-6142-003E-D093-3FE7AF4CA75C}"/>
              </a:ext>
            </a:extLst>
          </p:cNvPr>
          <p:cNvSpPr>
            <a:spLocks/>
          </p:cNvSpPr>
          <p:nvPr/>
        </p:nvSpPr>
        <p:spPr bwMode="auto">
          <a:xfrm>
            <a:off x="2228850" y="4984750"/>
            <a:ext cx="688975" cy="119063"/>
          </a:xfrm>
          <a:custGeom>
            <a:avLst/>
            <a:gdLst>
              <a:gd name="T0" fmla="*/ 2147483646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0 w 29"/>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7" y="2"/>
                </a:lnTo>
                <a:lnTo>
                  <a:pt x="26" y="2"/>
                </a:lnTo>
                <a:lnTo>
                  <a:pt x="18" y="2"/>
                </a:lnTo>
                <a:lnTo>
                  <a:pt x="14" y="2"/>
                </a:lnTo>
                <a:lnTo>
                  <a:pt x="11" y="2"/>
                </a:lnTo>
                <a:lnTo>
                  <a:pt x="3" y="2"/>
                </a:lnTo>
                <a:lnTo>
                  <a:pt x="2" y="2"/>
                </a:lnTo>
                <a:lnTo>
                  <a:pt x="1" y="2"/>
                </a:lnTo>
                <a:lnTo>
                  <a:pt x="1" y="3"/>
                </a:lnTo>
                <a:lnTo>
                  <a:pt x="0" y="5"/>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60" name="Freeform 69">
            <a:extLst>
              <a:ext uri="{FF2B5EF4-FFF2-40B4-BE49-F238E27FC236}">
                <a16:creationId xmlns:a16="http://schemas.microsoft.com/office/drawing/2014/main" id="{C033B3B7-67A6-B120-7EC8-BC1B90107998}"/>
              </a:ext>
            </a:extLst>
          </p:cNvPr>
          <p:cNvSpPr>
            <a:spLocks/>
          </p:cNvSpPr>
          <p:nvPr/>
        </p:nvSpPr>
        <p:spPr bwMode="auto">
          <a:xfrm>
            <a:off x="1538288" y="4984750"/>
            <a:ext cx="690562" cy="119063"/>
          </a:xfrm>
          <a:custGeom>
            <a:avLst/>
            <a:gdLst>
              <a:gd name="T0" fmla="*/ 0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
              <a:gd name="T43" fmla="*/ 0 h 5"/>
              <a:gd name="T44" fmla="*/ 29 w 29"/>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 h="5">
                <a:moveTo>
                  <a:pt x="0" y="0"/>
                </a:moveTo>
                <a:lnTo>
                  <a:pt x="1" y="1"/>
                </a:lnTo>
                <a:lnTo>
                  <a:pt x="2" y="2"/>
                </a:lnTo>
                <a:lnTo>
                  <a:pt x="3" y="2"/>
                </a:lnTo>
                <a:lnTo>
                  <a:pt x="11" y="2"/>
                </a:lnTo>
                <a:lnTo>
                  <a:pt x="15" y="2"/>
                </a:lnTo>
                <a:lnTo>
                  <a:pt x="18" y="2"/>
                </a:lnTo>
                <a:lnTo>
                  <a:pt x="26" y="2"/>
                </a:lnTo>
                <a:lnTo>
                  <a:pt x="27" y="2"/>
                </a:lnTo>
                <a:lnTo>
                  <a:pt x="28" y="3"/>
                </a:lnTo>
                <a:lnTo>
                  <a:pt x="29" y="5"/>
                </a:lnTo>
              </a:path>
            </a:pathLst>
          </a:custGeom>
          <a:noFill/>
          <a:ln w="2381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3861" name="Text Box 70">
            <a:extLst>
              <a:ext uri="{FF2B5EF4-FFF2-40B4-BE49-F238E27FC236}">
                <a16:creationId xmlns:a16="http://schemas.microsoft.com/office/drawing/2014/main" id="{F15DFC62-AB29-87B2-925B-36EB336F09A9}"/>
              </a:ext>
            </a:extLst>
          </p:cNvPr>
          <p:cNvSpPr txBox="1">
            <a:spLocks noChangeArrowheads="1"/>
          </p:cNvSpPr>
          <p:nvPr/>
        </p:nvSpPr>
        <p:spPr bwMode="auto">
          <a:xfrm rot="-5400000">
            <a:off x="4483100" y="1927225"/>
            <a:ext cx="2667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FEC4537-EA4B-8217-943D-766A5905CC21}"/>
              </a:ext>
            </a:extLst>
          </p:cNvPr>
          <p:cNvSpPr>
            <a:spLocks noGrp="1" noChangeArrowheads="1"/>
          </p:cNvSpPr>
          <p:nvPr>
            <p:ph type="title"/>
          </p:nvPr>
        </p:nvSpPr>
        <p:spPr/>
        <p:txBody>
          <a:bodyPr/>
          <a:lstStyle/>
          <a:p>
            <a:r>
              <a:rPr lang="en-US" altLang="en-US"/>
              <a:t>Memory Locations</a:t>
            </a:r>
          </a:p>
        </p:txBody>
      </p:sp>
      <p:sp>
        <p:nvSpPr>
          <p:cNvPr id="35843" name="Rectangle 3">
            <a:extLst>
              <a:ext uri="{FF2B5EF4-FFF2-40B4-BE49-F238E27FC236}">
                <a16:creationId xmlns:a16="http://schemas.microsoft.com/office/drawing/2014/main" id="{0316468A-168B-2734-0369-E6DCA1B388E0}"/>
              </a:ext>
            </a:extLst>
          </p:cNvPr>
          <p:cNvSpPr>
            <a:spLocks noGrp="1" noChangeArrowheads="1"/>
          </p:cNvSpPr>
          <p:nvPr>
            <p:ph type="body" idx="1"/>
          </p:nvPr>
        </p:nvSpPr>
        <p:spPr>
          <a:xfrm>
            <a:off x="482600" y="1868488"/>
            <a:ext cx="8178800" cy="4171950"/>
          </a:xfrm>
        </p:spPr>
        <p:txBody>
          <a:bodyPr/>
          <a:lstStyle/>
          <a:p>
            <a:r>
              <a:rPr lang="en-US" altLang="en-US"/>
              <a:t>For instructions, memory word has </a:t>
            </a:r>
            <a:r>
              <a:rPr lang="en-US" altLang="en-US" sz="3600" b="1">
                <a:solidFill>
                  <a:srgbClr val="92D050"/>
                </a:solidFill>
              </a:rPr>
              <a:t>fields</a:t>
            </a:r>
            <a:r>
              <a:rPr lang="en-US" altLang="en-US"/>
              <a:t> for</a:t>
            </a:r>
          </a:p>
          <a:p>
            <a:pPr lvl="1"/>
            <a:r>
              <a:rPr lang="en-US" altLang="en-US"/>
              <a:t>Operation</a:t>
            </a:r>
          </a:p>
          <a:p>
            <a:pPr lvl="1"/>
            <a:r>
              <a:rPr lang="en-US" altLang="en-US"/>
              <a:t>Operand</a:t>
            </a:r>
          </a:p>
        </p:txBody>
      </p:sp>
      <p:sp>
        <p:nvSpPr>
          <p:cNvPr id="35844" name="Rectangle 28">
            <a:extLst>
              <a:ext uri="{FF2B5EF4-FFF2-40B4-BE49-F238E27FC236}">
                <a16:creationId xmlns:a16="http://schemas.microsoft.com/office/drawing/2014/main" id="{7C1745D2-6FFE-BFF4-F9E0-EF06747566E2}"/>
              </a:ext>
            </a:extLst>
          </p:cNvPr>
          <p:cNvSpPr>
            <a:spLocks noChangeArrowheads="1"/>
          </p:cNvSpPr>
          <p:nvPr/>
        </p:nvSpPr>
        <p:spPr bwMode="auto">
          <a:xfrm>
            <a:off x="2014538" y="4826000"/>
            <a:ext cx="39687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field</a:t>
            </a:r>
            <a:endParaRPr kumimoji="0" lang="en-CA" altLang="en-US" sz="2400">
              <a:latin typeface="Times New Roman" panose="02020603050405020304" pitchFamily="18" charset="0"/>
            </a:endParaRPr>
          </a:p>
        </p:txBody>
      </p:sp>
      <p:sp>
        <p:nvSpPr>
          <p:cNvPr id="35845" name="Rectangle 30">
            <a:extLst>
              <a:ext uri="{FF2B5EF4-FFF2-40B4-BE49-F238E27FC236}">
                <a16:creationId xmlns:a16="http://schemas.microsoft.com/office/drawing/2014/main" id="{A05D0DA6-46F1-1D75-3034-885C4EE3B293}"/>
              </a:ext>
            </a:extLst>
          </p:cNvPr>
          <p:cNvSpPr>
            <a:spLocks noChangeArrowheads="1"/>
          </p:cNvSpPr>
          <p:nvPr/>
        </p:nvSpPr>
        <p:spPr bwMode="auto">
          <a:xfrm>
            <a:off x="4087813" y="4611688"/>
            <a:ext cx="22129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Addressing information</a:t>
            </a:r>
            <a:endParaRPr kumimoji="0" lang="en-CA" altLang="en-US" sz="2400">
              <a:latin typeface="Times New Roman" panose="02020603050405020304" pitchFamily="18" charset="0"/>
            </a:endParaRPr>
          </a:p>
        </p:txBody>
      </p:sp>
      <p:sp>
        <p:nvSpPr>
          <p:cNvPr id="35846" name="Rectangle 31">
            <a:extLst>
              <a:ext uri="{FF2B5EF4-FFF2-40B4-BE49-F238E27FC236}">
                <a16:creationId xmlns:a16="http://schemas.microsoft.com/office/drawing/2014/main" id="{15C1035D-23C2-4EA4-D73F-A9C3AAF30136}"/>
              </a:ext>
            </a:extLst>
          </p:cNvPr>
          <p:cNvSpPr>
            <a:spLocks noChangeArrowheads="1"/>
          </p:cNvSpPr>
          <p:nvPr/>
        </p:nvSpPr>
        <p:spPr bwMode="auto">
          <a:xfrm>
            <a:off x="1749425" y="4611688"/>
            <a:ext cx="9509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Operation</a:t>
            </a:r>
            <a:endParaRPr kumimoji="0" lang="en-CA" altLang="en-US" sz="2400">
              <a:latin typeface="Times New Roman" panose="02020603050405020304" pitchFamily="18" charset="0"/>
            </a:endParaRPr>
          </a:p>
        </p:txBody>
      </p:sp>
      <p:sp>
        <p:nvSpPr>
          <p:cNvPr id="35847" name="Line 32">
            <a:extLst>
              <a:ext uri="{FF2B5EF4-FFF2-40B4-BE49-F238E27FC236}">
                <a16:creationId xmlns:a16="http://schemas.microsoft.com/office/drawing/2014/main" id="{9EF7EBC6-8C42-31D1-1AD1-E4DC2732F01D}"/>
              </a:ext>
            </a:extLst>
          </p:cNvPr>
          <p:cNvSpPr>
            <a:spLocks noChangeShapeType="1"/>
          </p:cNvSpPr>
          <p:nvPr/>
        </p:nvSpPr>
        <p:spPr bwMode="auto">
          <a:xfrm flipV="1">
            <a:off x="2989263" y="3778250"/>
            <a:ext cx="1587" cy="452438"/>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35848" name="Rectangle 34">
            <a:extLst>
              <a:ext uri="{FF2B5EF4-FFF2-40B4-BE49-F238E27FC236}">
                <a16:creationId xmlns:a16="http://schemas.microsoft.com/office/drawing/2014/main" id="{6B5DDB73-47E0-0530-CDE8-D2FBA4F552FD}"/>
              </a:ext>
            </a:extLst>
          </p:cNvPr>
          <p:cNvSpPr>
            <a:spLocks noChangeArrowheads="1"/>
          </p:cNvSpPr>
          <p:nvPr/>
        </p:nvSpPr>
        <p:spPr bwMode="auto">
          <a:xfrm>
            <a:off x="1443038" y="3778250"/>
            <a:ext cx="6186487" cy="452438"/>
          </a:xfrm>
          <a:prstGeom prst="rect">
            <a:avLst/>
          </a:prstGeom>
          <a:noFill/>
          <a:ln w="2381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35849" name="Rectangle 35">
            <a:extLst>
              <a:ext uri="{FF2B5EF4-FFF2-40B4-BE49-F238E27FC236}">
                <a16:creationId xmlns:a16="http://schemas.microsoft.com/office/drawing/2014/main" id="{B86B0CA3-5631-233C-5404-A97906A5F9F1}"/>
              </a:ext>
            </a:extLst>
          </p:cNvPr>
          <p:cNvSpPr>
            <a:spLocks noChangeArrowheads="1"/>
          </p:cNvSpPr>
          <p:nvPr/>
        </p:nvSpPr>
        <p:spPr bwMode="auto">
          <a:xfrm>
            <a:off x="1990725" y="3825875"/>
            <a:ext cx="517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8 bits</a:t>
            </a:r>
            <a:endParaRPr kumimoji="0" lang="en-CA" altLang="en-US" sz="2400">
              <a:latin typeface="Times New Roman" panose="02020603050405020304" pitchFamily="18" charset="0"/>
            </a:endParaRPr>
          </a:p>
        </p:txBody>
      </p:sp>
      <p:sp>
        <p:nvSpPr>
          <p:cNvPr id="35850" name="Rectangle 36">
            <a:extLst>
              <a:ext uri="{FF2B5EF4-FFF2-40B4-BE49-F238E27FC236}">
                <a16:creationId xmlns:a16="http://schemas.microsoft.com/office/drawing/2014/main" id="{3076FAF2-65D2-D6FB-3DD7-F151CE0211B7}"/>
              </a:ext>
            </a:extLst>
          </p:cNvPr>
          <p:cNvSpPr>
            <a:spLocks noChangeArrowheads="1"/>
          </p:cNvSpPr>
          <p:nvPr/>
        </p:nvSpPr>
        <p:spPr bwMode="auto">
          <a:xfrm>
            <a:off x="4797425" y="3825875"/>
            <a:ext cx="63817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24 bits</a:t>
            </a:r>
            <a:endParaRPr kumimoji="0" lang="en-CA" altLang="en-US" sz="2400">
              <a:latin typeface="Times New Roman" panose="02020603050405020304" pitchFamily="18" charset="0"/>
            </a:endParaRPr>
          </a:p>
        </p:txBody>
      </p:sp>
      <p:sp>
        <p:nvSpPr>
          <p:cNvPr id="35851" name="Freeform 37">
            <a:extLst>
              <a:ext uri="{FF2B5EF4-FFF2-40B4-BE49-F238E27FC236}">
                <a16:creationId xmlns:a16="http://schemas.microsoft.com/office/drawing/2014/main" id="{C9244B0A-8DDE-195F-7FAC-3E604BE820AC}"/>
              </a:ext>
            </a:extLst>
          </p:cNvPr>
          <p:cNvSpPr>
            <a:spLocks/>
          </p:cNvSpPr>
          <p:nvPr/>
        </p:nvSpPr>
        <p:spPr bwMode="auto">
          <a:xfrm>
            <a:off x="5148263" y="4397375"/>
            <a:ext cx="2466975" cy="100013"/>
          </a:xfrm>
          <a:custGeom>
            <a:avLst/>
            <a:gdLst>
              <a:gd name="T0" fmla="*/ 2147483646 w 28"/>
              <a:gd name="T1" fmla="*/ 0 h 5"/>
              <a:gd name="T2" fmla="*/ 2147483646 w 28"/>
              <a:gd name="T3" fmla="*/ 2147483646 h 5"/>
              <a:gd name="T4" fmla="*/ 2147483646 w 28"/>
              <a:gd name="T5" fmla="*/ 2147483646 h 5"/>
              <a:gd name="T6" fmla="*/ 2147483646 w 28"/>
              <a:gd name="T7" fmla="*/ 2147483646 h 5"/>
              <a:gd name="T8" fmla="*/ 2147483646 w 28"/>
              <a:gd name="T9" fmla="*/ 2147483646 h 5"/>
              <a:gd name="T10" fmla="*/ 2147483646 w 28"/>
              <a:gd name="T11" fmla="*/ 2147483646 h 5"/>
              <a:gd name="T12" fmla="*/ 2147483646 w 28"/>
              <a:gd name="T13" fmla="*/ 2147483646 h 5"/>
              <a:gd name="T14" fmla="*/ 2147483646 w 28"/>
              <a:gd name="T15" fmla="*/ 2147483646 h 5"/>
              <a:gd name="T16" fmla="*/ 2147483646 w 28"/>
              <a:gd name="T17" fmla="*/ 2147483646 h 5"/>
              <a:gd name="T18" fmla="*/ 2147483646 w 28"/>
              <a:gd name="T19" fmla="*/ 2147483646 h 5"/>
              <a:gd name="T20" fmla="*/ 2147483646 w 28"/>
              <a:gd name="T21" fmla="*/ 2147483646 h 5"/>
              <a:gd name="T22" fmla="*/ 2147483646 w 28"/>
              <a:gd name="T23" fmla="*/ 2147483646 h 5"/>
              <a:gd name="T24" fmla="*/ 2147483646 w 28"/>
              <a:gd name="T25" fmla="*/ 2147483646 h 5"/>
              <a:gd name="T26" fmla="*/ 0 w 28"/>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5"/>
              <a:gd name="T44" fmla="*/ 28 w 2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5">
                <a:moveTo>
                  <a:pt x="28" y="0"/>
                </a:moveTo>
                <a:lnTo>
                  <a:pt x="27" y="1"/>
                </a:lnTo>
                <a:lnTo>
                  <a:pt x="27" y="2"/>
                </a:lnTo>
                <a:lnTo>
                  <a:pt x="26" y="2"/>
                </a:lnTo>
                <a:lnTo>
                  <a:pt x="25" y="2"/>
                </a:lnTo>
                <a:lnTo>
                  <a:pt x="18" y="2"/>
                </a:lnTo>
                <a:lnTo>
                  <a:pt x="14" y="2"/>
                </a:lnTo>
                <a:lnTo>
                  <a:pt x="10" y="2"/>
                </a:lnTo>
                <a:lnTo>
                  <a:pt x="2" y="2"/>
                </a:lnTo>
                <a:lnTo>
                  <a:pt x="1" y="2"/>
                </a:lnTo>
                <a:lnTo>
                  <a:pt x="1" y="3"/>
                </a:lnTo>
                <a:lnTo>
                  <a:pt x="0" y="5"/>
                </a:lnTo>
              </a:path>
            </a:pathLst>
          </a:custGeom>
          <a:noFill/>
          <a:ln w="2381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5852" name="Freeform 38">
            <a:extLst>
              <a:ext uri="{FF2B5EF4-FFF2-40B4-BE49-F238E27FC236}">
                <a16:creationId xmlns:a16="http://schemas.microsoft.com/office/drawing/2014/main" id="{725B2DED-F952-3CC6-CF35-A4727C7EE5E8}"/>
              </a:ext>
            </a:extLst>
          </p:cNvPr>
          <p:cNvSpPr>
            <a:spLocks/>
          </p:cNvSpPr>
          <p:nvPr/>
        </p:nvSpPr>
        <p:spPr bwMode="auto">
          <a:xfrm>
            <a:off x="3084513" y="4397375"/>
            <a:ext cx="2135187" cy="100013"/>
          </a:xfrm>
          <a:custGeom>
            <a:avLst/>
            <a:gdLst>
              <a:gd name="T0" fmla="*/ 0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2147483646 w 29"/>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0" y="0"/>
                </a:moveTo>
                <a:lnTo>
                  <a:pt x="1" y="1"/>
                </a:lnTo>
                <a:lnTo>
                  <a:pt x="1" y="2"/>
                </a:lnTo>
                <a:lnTo>
                  <a:pt x="2" y="2"/>
                </a:lnTo>
                <a:lnTo>
                  <a:pt x="3" y="2"/>
                </a:lnTo>
                <a:lnTo>
                  <a:pt x="11" y="2"/>
                </a:lnTo>
                <a:lnTo>
                  <a:pt x="14" y="2"/>
                </a:lnTo>
                <a:lnTo>
                  <a:pt x="18" y="2"/>
                </a:lnTo>
                <a:lnTo>
                  <a:pt x="26" y="2"/>
                </a:lnTo>
                <a:lnTo>
                  <a:pt x="27" y="2"/>
                </a:lnTo>
                <a:lnTo>
                  <a:pt x="28" y="3"/>
                </a:lnTo>
                <a:lnTo>
                  <a:pt x="29" y="5"/>
                </a:lnTo>
              </a:path>
            </a:pathLst>
          </a:custGeom>
          <a:noFill/>
          <a:ln w="2381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5853" name="Freeform 39">
            <a:extLst>
              <a:ext uri="{FF2B5EF4-FFF2-40B4-BE49-F238E27FC236}">
                <a16:creationId xmlns:a16="http://schemas.microsoft.com/office/drawing/2014/main" id="{9C210093-D0F1-A466-1569-BD14E04611E8}"/>
              </a:ext>
            </a:extLst>
          </p:cNvPr>
          <p:cNvSpPr>
            <a:spLocks/>
          </p:cNvSpPr>
          <p:nvPr/>
        </p:nvSpPr>
        <p:spPr bwMode="auto">
          <a:xfrm>
            <a:off x="2228850" y="4397375"/>
            <a:ext cx="688975" cy="119063"/>
          </a:xfrm>
          <a:custGeom>
            <a:avLst/>
            <a:gdLst>
              <a:gd name="T0" fmla="*/ 2147483646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0 w 29"/>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7" y="2"/>
                </a:lnTo>
                <a:lnTo>
                  <a:pt x="26" y="2"/>
                </a:lnTo>
                <a:lnTo>
                  <a:pt x="18" y="2"/>
                </a:lnTo>
                <a:lnTo>
                  <a:pt x="14" y="2"/>
                </a:lnTo>
                <a:lnTo>
                  <a:pt x="11" y="2"/>
                </a:lnTo>
                <a:lnTo>
                  <a:pt x="3" y="2"/>
                </a:lnTo>
                <a:lnTo>
                  <a:pt x="2" y="2"/>
                </a:lnTo>
                <a:lnTo>
                  <a:pt x="1" y="2"/>
                </a:lnTo>
                <a:lnTo>
                  <a:pt x="1" y="3"/>
                </a:lnTo>
                <a:lnTo>
                  <a:pt x="0" y="5"/>
                </a:lnTo>
              </a:path>
            </a:pathLst>
          </a:custGeom>
          <a:noFill/>
          <a:ln w="2381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35854" name="Freeform 40">
            <a:extLst>
              <a:ext uri="{FF2B5EF4-FFF2-40B4-BE49-F238E27FC236}">
                <a16:creationId xmlns:a16="http://schemas.microsoft.com/office/drawing/2014/main" id="{5DFF5A69-A53D-92AF-471C-951C604E0532}"/>
              </a:ext>
            </a:extLst>
          </p:cNvPr>
          <p:cNvSpPr>
            <a:spLocks/>
          </p:cNvSpPr>
          <p:nvPr/>
        </p:nvSpPr>
        <p:spPr bwMode="auto">
          <a:xfrm>
            <a:off x="1538288" y="4397375"/>
            <a:ext cx="690562" cy="119063"/>
          </a:xfrm>
          <a:custGeom>
            <a:avLst/>
            <a:gdLst>
              <a:gd name="T0" fmla="*/ 0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
              <a:gd name="T43" fmla="*/ 0 h 5"/>
              <a:gd name="T44" fmla="*/ 29 w 29"/>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 h="5">
                <a:moveTo>
                  <a:pt x="0" y="0"/>
                </a:moveTo>
                <a:lnTo>
                  <a:pt x="1" y="1"/>
                </a:lnTo>
                <a:lnTo>
                  <a:pt x="2" y="2"/>
                </a:lnTo>
                <a:lnTo>
                  <a:pt x="3" y="2"/>
                </a:lnTo>
                <a:lnTo>
                  <a:pt x="11" y="2"/>
                </a:lnTo>
                <a:lnTo>
                  <a:pt x="15" y="2"/>
                </a:lnTo>
                <a:lnTo>
                  <a:pt x="18" y="2"/>
                </a:lnTo>
                <a:lnTo>
                  <a:pt x="26" y="2"/>
                </a:lnTo>
                <a:lnTo>
                  <a:pt x="27" y="2"/>
                </a:lnTo>
                <a:lnTo>
                  <a:pt x="28" y="3"/>
                </a:lnTo>
                <a:lnTo>
                  <a:pt x="29" y="5"/>
                </a:lnTo>
              </a:path>
            </a:pathLst>
          </a:custGeom>
          <a:noFill/>
          <a:ln w="2381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cxnSp>
        <p:nvCxnSpPr>
          <p:cNvPr id="3" name="Straight Arrow Connector 2">
            <a:extLst>
              <a:ext uri="{FF2B5EF4-FFF2-40B4-BE49-F238E27FC236}">
                <a16:creationId xmlns:a16="http://schemas.microsoft.com/office/drawing/2014/main" id="{642236C6-7E7F-75FE-6E69-7E46F9AFC713}"/>
              </a:ext>
            </a:extLst>
          </p:cNvPr>
          <p:cNvCxnSpPr/>
          <p:nvPr/>
        </p:nvCxnSpPr>
        <p:spPr bwMode="auto">
          <a:xfrm>
            <a:off x="2228850" y="4397375"/>
            <a:ext cx="0" cy="1479897"/>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EA56BD3-B8FB-6431-2281-CB0089F927D0}"/>
              </a:ext>
            </a:extLst>
          </p:cNvPr>
          <p:cNvSpPr txBox="1"/>
          <p:nvPr/>
        </p:nvSpPr>
        <p:spPr>
          <a:xfrm>
            <a:off x="1388358" y="5933500"/>
            <a:ext cx="1649234" cy="584775"/>
          </a:xfrm>
          <a:prstGeom prst="rect">
            <a:avLst/>
          </a:prstGeom>
          <a:noFill/>
        </p:spPr>
        <p:txBody>
          <a:bodyPr wrap="none" rtlCol="0">
            <a:spAutoFit/>
          </a:bodyPr>
          <a:lstStyle/>
          <a:p>
            <a:r>
              <a:rPr lang="en-MY" sz="1600" dirty="0"/>
              <a:t>00000000 – add</a:t>
            </a:r>
          </a:p>
          <a:p>
            <a:r>
              <a:rPr lang="en-MY" sz="1600" dirty="0"/>
              <a:t>00000001 – write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786054F-1DC4-3E48-8DF4-B2CCCCC45DAD}"/>
              </a:ext>
            </a:extLst>
          </p:cNvPr>
          <p:cNvSpPr>
            <a:spLocks noGrp="1" noChangeArrowheads="1"/>
          </p:cNvSpPr>
          <p:nvPr>
            <p:ph type="title"/>
          </p:nvPr>
        </p:nvSpPr>
        <p:spPr/>
        <p:txBody>
          <a:bodyPr/>
          <a:lstStyle/>
          <a:p>
            <a:r>
              <a:rPr lang="en-GB" altLang="en-US"/>
              <a:t>Memory Locations</a:t>
            </a:r>
            <a:endParaRPr lang="en-US" altLang="en-US"/>
          </a:p>
        </p:txBody>
      </p:sp>
      <p:sp>
        <p:nvSpPr>
          <p:cNvPr id="37891" name="Rectangle 3">
            <a:extLst>
              <a:ext uri="{FF2B5EF4-FFF2-40B4-BE49-F238E27FC236}">
                <a16:creationId xmlns:a16="http://schemas.microsoft.com/office/drawing/2014/main" id="{4BCFD493-A1B6-9AFC-AD3B-BE3638D6F78D}"/>
              </a:ext>
            </a:extLst>
          </p:cNvPr>
          <p:cNvSpPr>
            <a:spLocks noGrp="1" noChangeArrowheads="1"/>
          </p:cNvSpPr>
          <p:nvPr>
            <p:ph type="body" idx="1"/>
          </p:nvPr>
        </p:nvSpPr>
        <p:spPr/>
        <p:txBody>
          <a:bodyPr/>
          <a:lstStyle/>
          <a:p>
            <a:r>
              <a:rPr lang="en-US" altLang="en-US" sz="3600" b="1">
                <a:solidFill>
                  <a:srgbClr val="92D050"/>
                </a:solidFill>
              </a:rPr>
              <a:t>Accessing</a:t>
            </a:r>
            <a:r>
              <a:rPr lang="en-US" altLang="en-US"/>
              <a:t> memory to store/retrieve requires </a:t>
            </a:r>
            <a:r>
              <a:rPr lang="en-US" altLang="en-US" sz="3600" b="1">
                <a:solidFill>
                  <a:srgbClr val="FF0000"/>
                </a:solidFill>
              </a:rPr>
              <a:t>addresses</a:t>
            </a:r>
            <a:endParaRPr lang="en-US" altLang="en-US" b="1">
              <a:solidFill>
                <a:srgbClr val="FF0000"/>
              </a:solidFill>
            </a:endParaRPr>
          </a:p>
          <a:p>
            <a:pPr lvl="1"/>
            <a:r>
              <a:rPr lang="en-US" altLang="en-US"/>
              <a:t>Addresses expressed from 0 through 2</a:t>
            </a:r>
            <a:r>
              <a:rPr lang="en-US" altLang="en-US" baseline="30000"/>
              <a:t>k</a:t>
            </a:r>
            <a:r>
              <a:rPr lang="en-US" altLang="en-US"/>
              <a:t>-1</a:t>
            </a:r>
          </a:p>
          <a:p>
            <a:pPr lvl="1"/>
            <a:r>
              <a:rPr lang="en-US" altLang="en-US" sz="3200" b="1">
                <a:solidFill>
                  <a:srgbClr val="00B0F0"/>
                </a:solidFill>
              </a:rPr>
              <a:t>2</a:t>
            </a:r>
            <a:r>
              <a:rPr lang="en-US" altLang="en-US" sz="3200" b="1" baseline="30000">
                <a:solidFill>
                  <a:srgbClr val="00B0F0"/>
                </a:solidFill>
              </a:rPr>
              <a:t>k  </a:t>
            </a:r>
            <a:r>
              <a:rPr lang="en-US" altLang="en-US" sz="3200" b="1">
                <a:solidFill>
                  <a:srgbClr val="00B0F0"/>
                </a:solidFill>
              </a:rPr>
              <a:t>addresses </a:t>
            </a:r>
            <a:r>
              <a:rPr lang="en-US" altLang="en-US"/>
              <a:t>constitute the </a:t>
            </a:r>
            <a:r>
              <a:rPr lang="en-US" altLang="en-US" sz="3200" b="1">
                <a:solidFill>
                  <a:srgbClr val="FFC000"/>
                </a:solidFill>
              </a:rPr>
              <a:t>address space</a:t>
            </a:r>
            <a:r>
              <a:rPr lang="en-US" altLang="en-US" sz="3200" b="1">
                <a:solidFill>
                  <a:srgbClr val="00B0F0"/>
                </a:solidFill>
              </a:rPr>
              <a:t> </a:t>
            </a:r>
            <a:r>
              <a:rPr lang="en-US" altLang="en-US"/>
              <a:t>of the computer, 2</a:t>
            </a:r>
            <a:r>
              <a:rPr lang="en-US" altLang="en-US" baseline="30000"/>
              <a:t>k </a:t>
            </a:r>
            <a:r>
              <a:rPr lang="en-US" altLang="en-US"/>
              <a:t>addressable locations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F91D311E-2B22-4981-C416-D1616EB3DC06}"/>
              </a:ext>
            </a:extLst>
          </p:cNvPr>
          <p:cNvSpPr>
            <a:spLocks noGrp="1" noChangeArrowheads="1"/>
          </p:cNvSpPr>
          <p:nvPr>
            <p:ph type="title"/>
          </p:nvPr>
        </p:nvSpPr>
        <p:spPr/>
        <p:txBody>
          <a:bodyPr/>
          <a:lstStyle/>
          <a:p>
            <a:r>
              <a:rPr lang="en-US" altLang="en-US"/>
              <a:t>Byte Addressability</a:t>
            </a:r>
          </a:p>
        </p:txBody>
      </p:sp>
      <p:sp>
        <p:nvSpPr>
          <p:cNvPr id="39939" name="Rectangle 3">
            <a:extLst>
              <a:ext uri="{FF2B5EF4-FFF2-40B4-BE49-F238E27FC236}">
                <a16:creationId xmlns:a16="http://schemas.microsoft.com/office/drawing/2014/main" id="{95504BB8-A79B-2120-0409-BC84DB3773D6}"/>
              </a:ext>
            </a:extLst>
          </p:cNvPr>
          <p:cNvSpPr>
            <a:spLocks noGrp="1" noChangeArrowheads="1"/>
          </p:cNvSpPr>
          <p:nvPr>
            <p:ph type="body" idx="1"/>
          </p:nvPr>
        </p:nvSpPr>
        <p:spPr/>
        <p:txBody>
          <a:bodyPr/>
          <a:lstStyle/>
          <a:p>
            <a:r>
              <a:rPr lang="en-US" altLang="en-US"/>
              <a:t>Not practical for each bit to have a memory address</a:t>
            </a:r>
          </a:p>
          <a:p>
            <a:r>
              <a:rPr lang="en-US" altLang="en-US"/>
              <a:t>Practical to have successive addresses for </a:t>
            </a:r>
            <a:r>
              <a:rPr lang="en-US" altLang="en-US" sz="3600" b="1">
                <a:solidFill>
                  <a:srgbClr val="92D050"/>
                </a:solidFill>
              </a:rPr>
              <a:t>successive byte locations </a:t>
            </a:r>
            <a:r>
              <a:rPr lang="en-US" altLang="en-US"/>
              <a:t>= byte addressability</a:t>
            </a:r>
          </a:p>
        </p:txBody>
      </p:sp>
      <p:pic>
        <p:nvPicPr>
          <p:cNvPr id="39940" name="Picture 2">
            <a:extLst>
              <a:ext uri="{FF2B5EF4-FFF2-40B4-BE49-F238E27FC236}">
                <a16:creationId xmlns:a16="http://schemas.microsoft.com/office/drawing/2014/main" id="{E997AA29-DD31-E739-0D05-757D6460B5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4149725"/>
            <a:ext cx="3440113"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AAACCED-72B5-2764-0118-92B3A6D9A113}"/>
              </a:ext>
            </a:extLst>
          </p:cNvPr>
          <p:cNvSpPr>
            <a:spLocks noGrp="1" noChangeArrowheads="1"/>
          </p:cNvSpPr>
          <p:nvPr>
            <p:ph type="title"/>
          </p:nvPr>
        </p:nvSpPr>
        <p:spPr/>
        <p:txBody>
          <a:bodyPr/>
          <a:lstStyle/>
          <a:p>
            <a:r>
              <a:rPr lang="en-US" altLang="en-US"/>
              <a:t>Byte Addressability</a:t>
            </a:r>
          </a:p>
        </p:txBody>
      </p:sp>
      <p:sp>
        <p:nvSpPr>
          <p:cNvPr id="41987" name="Rectangle 3">
            <a:extLst>
              <a:ext uri="{FF2B5EF4-FFF2-40B4-BE49-F238E27FC236}">
                <a16:creationId xmlns:a16="http://schemas.microsoft.com/office/drawing/2014/main" id="{03FE96BE-7E6F-5236-6527-E894A20FF817}"/>
              </a:ext>
            </a:extLst>
          </p:cNvPr>
          <p:cNvSpPr>
            <a:spLocks noGrp="1" noChangeArrowheads="1"/>
          </p:cNvSpPr>
          <p:nvPr>
            <p:ph type="body" idx="1"/>
          </p:nvPr>
        </p:nvSpPr>
        <p:spPr>
          <a:xfrm>
            <a:off x="457200" y="1885950"/>
            <a:ext cx="8178800" cy="2263775"/>
          </a:xfrm>
        </p:spPr>
        <p:txBody>
          <a:bodyPr/>
          <a:lstStyle/>
          <a:p>
            <a:r>
              <a:rPr lang="en-US" altLang="en-US"/>
              <a:t>Example</a:t>
            </a:r>
          </a:p>
          <a:p>
            <a:pPr lvl="1"/>
            <a:r>
              <a:rPr lang="en-US" altLang="en-US"/>
              <a:t>If byte location have addresses 0, 1, 2, …</a:t>
            </a:r>
          </a:p>
          <a:p>
            <a:pPr lvl="1"/>
            <a:r>
              <a:rPr lang="en-US" altLang="en-US"/>
              <a:t>If word length = 32 bits</a:t>
            </a:r>
          </a:p>
          <a:p>
            <a:pPr lvl="1"/>
            <a:r>
              <a:rPr lang="en-US" altLang="en-US"/>
              <a:t>Then successive words are located at addresses 0, 4, 8, … (each word 4 bytes)</a:t>
            </a:r>
          </a:p>
        </p:txBody>
      </p:sp>
      <p:grpSp>
        <p:nvGrpSpPr>
          <p:cNvPr id="14" name="Group 13">
            <a:extLst>
              <a:ext uri="{FF2B5EF4-FFF2-40B4-BE49-F238E27FC236}">
                <a16:creationId xmlns:a16="http://schemas.microsoft.com/office/drawing/2014/main" id="{3C5F56FD-D423-C93F-AAD2-24C0E0EB8D49}"/>
              </a:ext>
            </a:extLst>
          </p:cNvPr>
          <p:cNvGrpSpPr>
            <a:grpSpLocks/>
          </p:cNvGrpSpPr>
          <p:nvPr/>
        </p:nvGrpSpPr>
        <p:grpSpPr bwMode="auto">
          <a:xfrm>
            <a:off x="323850" y="5084763"/>
            <a:ext cx="3168650" cy="1300162"/>
            <a:chOff x="2627784" y="4670316"/>
            <a:chExt cx="3168352" cy="1299631"/>
          </a:xfrm>
        </p:grpSpPr>
        <p:sp>
          <p:nvSpPr>
            <p:cNvPr id="42017" name="Rectangle 6">
              <a:extLst>
                <a:ext uri="{FF2B5EF4-FFF2-40B4-BE49-F238E27FC236}">
                  <a16:creationId xmlns:a16="http://schemas.microsoft.com/office/drawing/2014/main" id="{DADA9AA6-3800-91BF-E59C-3039EA0C7676}"/>
                </a:ext>
              </a:extLst>
            </p:cNvPr>
            <p:cNvSpPr>
              <a:spLocks noChangeArrowheads="1"/>
            </p:cNvSpPr>
            <p:nvPr/>
          </p:nvSpPr>
          <p:spPr bwMode="auto">
            <a:xfrm>
              <a:off x="2627784" y="5105851"/>
              <a:ext cx="3168352"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18" name="Rectangle 7">
              <a:extLst>
                <a:ext uri="{FF2B5EF4-FFF2-40B4-BE49-F238E27FC236}">
                  <a16:creationId xmlns:a16="http://schemas.microsoft.com/office/drawing/2014/main" id="{E8DBC03B-8179-0776-90CB-C7E155F680AB}"/>
                </a:ext>
              </a:extLst>
            </p:cNvPr>
            <p:cNvSpPr>
              <a:spLocks noChangeArrowheads="1"/>
            </p:cNvSpPr>
            <p:nvPr/>
          </p:nvSpPr>
          <p:spPr bwMode="auto">
            <a:xfrm>
              <a:off x="2627784" y="5537899"/>
              <a:ext cx="3168352"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grpSp>
          <p:nvGrpSpPr>
            <p:cNvPr id="42019" name="Group 12">
              <a:extLst>
                <a:ext uri="{FF2B5EF4-FFF2-40B4-BE49-F238E27FC236}">
                  <a16:creationId xmlns:a16="http://schemas.microsoft.com/office/drawing/2014/main" id="{586CAED8-CD47-A56D-F33B-BFC61BC815DF}"/>
                </a:ext>
              </a:extLst>
            </p:cNvPr>
            <p:cNvGrpSpPr>
              <a:grpSpLocks/>
            </p:cNvGrpSpPr>
            <p:nvPr/>
          </p:nvGrpSpPr>
          <p:grpSpPr bwMode="auto">
            <a:xfrm>
              <a:off x="2627784" y="4670316"/>
              <a:ext cx="3168352" cy="435535"/>
              <a:chOff x="2627784" y="4670316"/>
              <a:chExt cx="3168352" cy="435535"/>
            </a:xfrm>
          </p:grpSpPr>
          <p:sp>
            <p:nvSpPr>
              <p:cNvPr id="42020" name="Rectangle 2">
                <a:extLst>
                  <a:ext uri="{FF2B5EF4-FFF2-40B4-BE49-F238E27FC236}">
                    <a16:creationId xmlns:a16="http://schemas.microsoft.com/office/drawing/2014/main" id="{A54F3949-C910-EA6B-EDCA-08D6279A2AA4}"/>
                  </a:ext>
                </a:extLst>
              </p:cNvPr>
              <p:cNvSpPr>
                <a:spLocks noChangeArrowheads="1"/>
              </p:cNvSpPr>
              <p:nvPr/>
            </p:nvSpPr>
            <p:spPr bwMode="auto">
              <a:xfrm>
                <a:off x="2627784" y="4673803"/>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21" name="Rectangle 3">
                <a:extLst>
                  <a:ext uri="{FF2B5EF4-FFF2-40B4-BE49-F238E27FC236}">
                    <a16:creationId xmlns:a16="http://schemas.microsoft.com/office/drawing/2014/main" id="{3EC94CA3-1CDA-5DB4-462D-AF74DC3F94FB}"/>
                  </a:ext>
                </a:extLst>
              </p:cNvPr>
              <p:cNvSpPr>
                <a:spLocks noChangeArrowheads="1"/>
              </p:cNvSpPr>
              <p:nvPr/>
            </p:nvSpPr>
            <p:spPr bwMode="auto">
              <a:xfrm>
                <a:off x="3419872" y="4673803"/>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22" name="Rectangle 4">
                <a:extLst>
                  <a:ext uri="{FF2B5EF4-FFF2-40B4-BE49-F238E27FC236}">
                    <a16:creationId xmlns:a16="http://schemas.microsoft.com/office/drawing/2014/main" id="{BDEF4D65-1B60-C5B3-6B55-5085EFBF4EE3}"/>
                  </a:ext>
                </a:extLst>
              </p:cNvPr>
              <p:cNvSpPr>
                <a:spLocks noChangeArrowheads="1"/>
              </p:cNvSpPr>
              <p:nvPr/>
            </p:nvSpPr>
            <p:spPr bwMode="auto">
              <a:xfrm>
                <a:off x="4211960" y="4673803"/>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23" name="Rectangle 5">
                <a:extLst>
                  <a:ext uri="{FF2B5EF4-FFF2-40B4-BE49-F238E27FC236}">
                    <a16:creationId xmlns:a16="http://schemas.microsoft.com/office/drawing/2014/main" id="{DCAE10EF-2CE6-3197-427A-96D45C8BDEF0}"/>
                  </a:ext>
                </a:extLst>
              </p:cNvPr>
              <p:cNvSpPr>
                <a:spLocks noChangeArrowheads="1"/>
              </p:cNvSpPr>
              <p:nvPr/>
            </p:nvSpPr>
            <p:spPr bwMode="auto">
              <a:xfrm>
                <a:off x="5004048" y="4673803"/>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24" name="TextBox 8">
                <a:extLst>
                  <a:ext uri="{FF2B5EF4-FFF2-40B4-BE49-F238E27FC236}">
                    <a16:creationId xmlns:a16="http://schemas.microsoft.com/office/drawing/2014/main" id="{BE8967A0-472B-E910-4590-6559B155CC8B}"/>
                  </a:ext>
                </a:extLst>
              </p:cNvPr>
              <p:cNvSpPr txBox="1">
                <a:spLocks noChangeArrowheads="1"/>
              </p:cNvSpPr>
              <p:nvPr/>
            </p:nvSpPr>
            <p:spPr bwMode="auto">
              <a:xfrm>
                <a:off x="2627784" y="4670316"/>
                <a:ext cx="8343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1 byte</a:t>
                </a:r>
              </a:p>
            </p:txBody>
          </p:sp>
          <p:sp>
            <p:nvSpPr>
              <p:cNvPr id="42025" name="TextBox 9">
                <a:extLst>
                  <a:ext uri="{FF2B5EF4-FFF2-40B4-BE49-F238E27FC236}">
                    <a16:creationId xmlns:a16="http://schemas.microsoft.com/office/drawing/2014/main" id="{C9BD988E-7528-E718-475D-C486E741ADE2}"/>
                  </a:ext>
                </a:extLst>
              </p:cNvPr>
              <p:cNvSpPr txBox="1">
                <a:spLocks noChangeArrowheads="1"/>
              </p:cNvSpPr>
              <p:nvPr/>
            </p:nvSpPr>
            <p:spPr bwMode="auto">
              <a:xfrm>
                <a:off x="3393764" y="4670316"/>
                <a:ext cx="8343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1 byte</a:t>
                </a:r>
              </a:p>
            </p:txBody>
          </p:sp>
          <p:sp>
            <p:nvSpPr>
              <p:cNvPr id="42026" name="TextBox 10">
                <a:extLst>
                  <a:ext uri="{FF2B5EF4-FFF2-40B4-BE49-F238E27FC236}">
                    <a16:creationId xmlns:a16="http://schemas.microsoft.com/office/drawing/2014/main" id="{5B1E3C07-B423-F895-3999-9426ABACD959}"/>
                  </a:ext>
                </a:extLst>
              </p:cNvPr>
              <p:cNvSpPr txBox="1">
                <a:spLocks noChangeArrowheads="1"/>
              </p:cNvSpPr>
              <p:nvPr/>
            </p:nvSpPr>
            <p:spPr bwMode="auto">
              <a:xfrm>
                <a:off x="4159744" y="4670316"/>
                <a:ext cx="8343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1 byte</a:t>
                </a:r>
              </a:p>
            </p:txBody>
          </p:sp>
          <p:sp>
            <p:nvSpPr>
              <p:cNvPr id="42027" name="TextBox 11">
                <a:extLst>
                  <a:ext uri="{FF2B5EF4-FFF2-40B4-BE49-F238E27FC236}">
                    <a16:creationId xmlns:a16="http://schemas.microsoft.com/office/drawing/2014/main" id="{189E1860-E5DA-9127-A0B5-281266F91F7A}"/>
                  </a:ext>
                </a:extLst>
              </p:cNvPr>
              <p:cNvSpPr txBox="1">
                <a:spLocks noChangeArrowheads="1"/>
              </p:cNvSpPr>
              <p:nvPr/>
            </p:nvSpPr>
            <p:spPr bwMode="auto">
              <a:xfrm>
                <a:off x="4925724" y="4670316"/>
                <a:ext cx="8343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1 byte</a:t>
                </a:r>
              </a:p>
            </p:txBody>
          </p:sp>
        </p:grpSp>
      </p:grpSp>
      <p:sp>
        <p:nvSpPr>
          <p:cNvPr id="15" name="Left Brace 14">
            <a:extLst>
              <a:ext uri="{FF2B5EF4-FFF2-40B4-BE49-F238E27FC236}">
                <a16:creationId xmlns:a16="http://schemas.microsoft.com/office/drawing/2014/main" id="{BF1D0BBE-BC32-B134-427B-6D7FBF828299}"/>
              </a:ext>
            </a:extLst>
          </p:cNvPr>
          <p:cNvSpPr/>
          <p:nvPr/>
        </p:nvSpPr>
        <p:spPr bwMode="auto">
          <a:xfrm rot="5400000">
            <a:off x="1816100" y="3276600"/>
            <a:ext cx="215900" cy="3175000"/>
          </a:xfrm>
          <a:prstGeom prst="lef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a:spAutoFit/>
          </a:bodyPr>
          <a:lstStyle/>
          <a:p>
            <a:pPr eaLnBrk="1" hangingPunct="1">
              <a:lnSpc>
                <a:spcPct val="20000"/>
              </a:lnSpc>
              <a:spcBef>
                <a:spcPct val="50000"/>
              </a:spcBef>
              <a:defRPr/>
            </a:pPr>
            <a:endParaRPr lang="en-MY">
              <a:solidFill>
                <a:srgbClr val="000000"/>
              </a:solidFill>
              <a:latin typeface="Nimbus Roman No9 L" charset="0"/>
            </a:endParaRPr>
          </a:p>
        </p:txBody>
      </p:sp>
      <p:sp>
        <p:nvSpPr>
          <p:cNvPr id="16" name="TextBox 15">
            <a:extLst>
              <a:ext uri="{FF2B5EF4-FFF2-40B4-BE49-F238E27FC236}">
                <a16:creationId xmlns:a16="http://schemas.microsoft.com/office/drawing/2014/main" id="{5EA2CF11-F771-7D27-98DB-0C13A96C1CC3}"/>
              </a:ext>
            </a:extLst>
          </p:cNvPr>
          <p:cNvSpPr txBox="1">
            <a:spLocks noChangeArrowheads="1"/>
          </p:cNvSpPr>
          <p:nvPr/>
        </p:nvSpPr>
        <p:spPr bwMode="auto">
          <a:xfrm>
            <a:off x="1506538" y="4308475"/>
            <a:ext cx="884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32 bits</a:t>
            </a:r>
          </a:p>
        </p:txBody>
      </p:sp>
      <p:grpSp>
        <p:nvGrpSpPr>
          <p:cNvPr id="54" name="Group 53">
            <a:extLst>
              <a:ext uri="{FF2B5EF4-FFF2-40B4-BE49-F238E27FC236}">
                <a16:creationId xmlns:a16="http://schemas.microsoft.com/office/drawing/2014/main" id="{AA7CB1B5-B93D-49D9-6942-307E49D1E8BA}"/>
              </a:ext>
            </a:extLst>
          </p:cNvPr>
          <p:cNvGrpSpPr>
            <a:grpSpLocks/>
          </p:cNvGrpSpPr>
          <p:nvPr/>
        </p:nvGrpSpPr>
        <p:grpSpPr bwMode="auto">
          <a:xfrm>
            <a:off x="4768850" y="4298950"/>
            <a:ext cx="3568700" cy="1754188"/>
            <a:chOff x="4768538" y="4298890"/>
            <a:chExt cx="3569392" cy="1753892"/>
          </a:xfrm>
        </p:grpSpPr>
        <p:sp>
          <p:nvSpPr>
            <p:cNvPr id="41992" name="Rectangle 20">
              <a:extLst>
                <a:ext uri="{FF2B5EF4-FFF2-40B4-BE49-F238E27FC236}">
                  <a16:creationId xmlns:a16="http://schemas.microsoft.com/office/drawing/2014/main" id="{6E4D71F6-24B0-2D10-9D9F-5FB6F5335820}"/>
                </a:ext>
              </a:extLst>
            </p:cNvPr>
            <p:cNvSpPr>
              <a:spLocks noChangeArrowheads="1"/>
            </p:cNvSpPr>
            <p:nvPr/>
          </p:nvSpPr>
          <p:spPr bwMode="auto">
            <a:xfrm>
              <a:off x="5169578" y="431556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1993" name="Rectangle 21">
              <a:extLst>
                <a:ext uri="{FF2B5EF4-FFF2-40B4-BE49-F238E27FC236}">
                  <a16:creationId xmlns:a16="http://schemas.microsoft.com/office/drawing/2014/main" id="{4E412BAB-E671-7EDC-B9AD-B5924CC26F37}"/>
                </a:ext>
              </a:extLst>
            </p:cNvPr>
            <p:cNvSpPr>
              <a:spLocks noChangeArrowheads="1"/>
            </p:cNvSpPr>
            <p:nvPr/>
          </p:nvSpPr>
          <p:spPr bwMode="auto">
            <a:xfrm>
              <a:off x="5961666" y="431556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1994" name="Rectangle 22">
              <a:extLst>
                <a:ext uri="{FF2B5EF4-FFF2-40B4-BE49-F238E27FC236}">
                  <a16:creationId xmlns:a16="http://schemas.microsoft.com/office/drawing/2014/main" id="{2FA7F5C1-46BA-5D57-8F78-5DB8E7C66950}"/>
                </a:ext>
              </a:extLst>
            </p:cNvPr>
            <p:cNvSpPr>
              <a:spLocks noChangeArrowheads="1"/>
            </p:cNvSpPr>
            <p:nvPr/>
          </p:nvSpPr>
          <p:spPr bwMode="auto">
            <a:xfrm>
              <a:off x="6753754" y="431556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1995" name="Rectangle 23">
              <a:extLst>
                <a:ext uri="{FF2B5EF4-FFF2-40B4-BE49-F238E27FC236}">
                  <a16:creationId xmlns:a16="http://schemas.microsoft.com/office/drawing/2014/main" id="{59430B64-5D02-0B62-4E9E-E436D3A63084}"/>
                </a:ext>
              </a:extLst>
            </p:cNvPr>
            <p:cNvSpPr>
              <a:spLocks noChangeArrowheads="1"/>
            </p:cNvSpPr>
            <p:nvPr/>
          </p:nvSpPr>
          <p:spPr bwMode="auto">
            <a:xfrm>
              <a:off x="7545842" y="431556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1996" name="TextBox 24">
              <a:extLst>
                <a:ext uri="{FF2B5EF4-FFF2-40B4-BE49-F238E27FC236}">
                  <a16:creationId xmlns:a16="http://schemas.microsoft.com/office/drawing/2014/main" id="{AEAFB971-FBF4-1292-28B2-E81654CA79C3}"/>
                </a:ext>
              </a:extLst>
            </p:cNvPr>
            <p:cNvSpPr txBox="1">
              <a:spLocks noChangeArrowheads="1"/>
            </p:cNvSpPr>
            <p:nvPr/>
          </p:nvSpPr>
          <p:spPr bwMode="auto">
            <a:xfrm>
              <a:off x="5394989" y="4315567"/>
              <a:ext cx="2361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0</a:t>
              </a:r>
            </a:p>
          </p:txBody>
        </p:sp>
        <p:sp>
          <p:nvSpPr>
            <p:cNvPr id="41997" name="TextBox 25">
              <a:extLst>
                <a:ext uri="{FF2B5EF4-FFF2-40B4-BE49-F238E27FC236}">
                  <a16:creationId xmlns:a16="http://schemas.microsoft.com/office/drawing/2014/main" id="{AC94887B-EADF-D074-983F-7FF9483BA762}"/>
                </a:ext>
              </a:extLst>
            </p:cNvPr>
            <p:cNvSpPr txBox="1">
              <a:spLocks noChangeArrowheads="1"/>
            </p:cNvSpPr>
            <p:nvPr/>
          </p:nvSpPr>
          <p:spPr bwMode="auto">
            <a:xfrm>
              <a:off x="6197852" y="4298890"/>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1</a:t>
              </a:r>
            </a:p>
          </p:txBody>
        </p:sp>
        <p:sp>
          <p:nvSpPr>
            <p:cNvPr id="41998" name="TextBox 26">
              <a:extLst>
                <a:ext uri="{FF2B5EF4-FFF2-40B4-BE49-F238E27FC236}">
                  <a16:creationId xmlns:a16="http://schemas.microsoft.com/office/drawing/2014/main" id="{D4DDDD1B-0F36-DD0F-8D74-F3F8275C5248}"/>
                </a:ext>
              </a:extLst>
            </p:cNvPr>
            <p:cNvSpPr txBox="1">
              <a:spLocks noChangeArrowheads="1"/>
            </p:cNvSpPr>
            <p:nvPr/>
          </p:nvSpPr>
          <p:spPr bwMode="auto">
            <a:xfrm>
              <a:off x="6992543" y="4298890"/>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2</a:t>
              </a:r>
            </a:p>
          </p:txBody>
        </p:sp>
        <p:sp>
          <p:nvSpPr>
            <p:cNvPr id="41999" name="TextBox 27">
              <a:extLst>
                <a:ext uri="{FF2B5EF4-FFF2-40B4-BE49-F238E27FC236}">
                  <a16:creationId xmlns:a16="http://schemas.microsoft.com/office/drawing/2014/main" id="{70C4FD1E-C044-3B65-596C-6062AC68E53C}"/>
                </a:ext>
              </a:extLst>
            </p:cNvPr>
            <p:cNvSpPr txBox="1">
              <a:spLocks noChangeArrowheads="1"/>
            </p:cNvSpPr>
            <p:nvPr/>
          </p:nvSpPr>
          <p:spPr bwMode="auto">
            <a:xfrm>
              <a:off x="7785882" y="4312080"/>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3</a:t>
              </a:r>
            </a:p>
          </p:txBody>
        </p:sp>
        <p:sp>
          <p:nvSpPr>
            <p:cNvPr id="42000" name="Rectangle 31">
              <a:extLst>
                <a:ext uri="{FF2B5EF4-FFF2-40B4-BE49-F238E27FC236}">
                  <a16:creationId xmlns:a16="http://schemas.microsoft.com/office/drawing/2014/main" id="{2E6AB162-4ACB-2DDC-719A-7916372E99DC}"/>
                </a:ext>
              </a:extLst>
            </p:cNvPr>
            <p:cNvSpPr>
              <a:spLocks noChangeArrowheads="1"/>
            </p:cNvSpPr>
            <p:nvPr/>
          </p:nvSpPr>
          <p:spPr bwMode="auto">
            <a:xfrm>
              <a:off x="5169578" y="475314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01" name="Rectangle 32">
              <a:extLst>
                <a:ext uri="{FF2B5EF4-FFF2-40B4-BE49-F238E27FC236}">
                  <a16:creationId xmlns:a16="http://schemas.microsoft.com/office/drawing/2014/main" id="{8A714AFE-2E51-42F5-6DDE-4E0616C93653}"/>
                </a:ext>
              </a:extLst>
            </p:cNvPr>
            <p:cNvSpPr>
              <a:spLocks noChangeArrowheads="1"/>
            </p:cNvSpPr>
            <p:nvPr/>
          </p:nvSpPr>
          <p:spPr bwMode="auto">
            <a:xfrm>
              <a:off x="5961666" y="475314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02" name="Rectangle 33">
              <a:extLst>
                <a:ext uri="{FF2B5EF4-FFF2-40B4-BE49-F238E27FC236}">
                  <a16:creationId xmlns:a16="http://schemas.microsoft.com/office/drawing/2014/main" id="{8E797AF2-5300-4AD7-D4A6-B3088368DA44}"/>
                </a:ext>
              </a:extLst>
            </p:cNvPr>
            <p:cNvSpPr>
              <a:spLocks noChangeArrowheads="1"/>
            </p:cNvSpPr>
            <p:nvPr/>
          </p:nvSpPr>
          <p:spPr bwMode="auto">
            <a:xfrm>
              <a:off x="6753754" y="475314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03" name="Rectangle 34">
              <a:extLst>
                <a:ext uri="{FF2B5EF4-FFF2-40B4-BE49-F238E27FC236}">
                  <a16:creationId xmlns:a16="http://schemas.microsoft.com/office/drawing/2014/main" id="{8E427EA5-985B-5D58-8139-B9E0F8A1A19A}"/>
                </a:ext>
              </a:extLst>
            </p:cNvPr>
            <p:cNvSpPr>
              <a:spLocks noChangeArrowheads="1"/>
            </p:cNvSpPr>
            <p:nvPr/>
          </p:nvSpPr>
          <p:spPr bwMode="auto">
            <a:xfrm>
              <a:off x="7545842" y="475314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04" name="TextBox 35">
              <a:extLst>
                <a:ext uri="{FF2B5EF4-FFF2-40B4-BE49-F238E27FC236}">
                  <a16:creationId xmlns:a16="http://schemas.microsoft.com/office/drawing/2014/main" id="{C42B8E4C-E214-AE0A-941E-BE51BF6D4887}"/>
                </a:ext>
              </a:extLst>
            </p:cNvPr>
            <p:cNvSpPr txBox="1">
              <a:spLocks noChangeArrowheads="1"/>
            </p:cNvSpPr>
            <p:nvPr/>
          </p:nvSpPr>
          <p:spPr bwMode="auto">
            <a:xfrm>
              <a:off x="5394989" y="4755447"/>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4</a:t>
              </a:r>
            </a:p>
          </p:txBody>
        </p:sp>
        <p:sp>
          <p:nvSpPr>
            <p:cNvPr id="42005" name="TextBox 36">
              <a:extLst>
                <a:ext uri="{FF2B5EF4-FFF2-40B4-BE49-F238E27FC236}">
                  <a16:creationId xmlns:a16="http://schemas.microsoft.com/office/drawing/2014/main" id="{967DE41F-E7B2-1AA1-2FA7-B999F2ABF27A}"/>
                </a:ext>
              </a:extLst>
            </p:cNvPr>
            <p:cNvSpPr txBox="1">
              <a:spLocks noChangeArrowheads="1"/>
            </p:cNvSpPr>
            <p:nvPr/>
          </p:nvSpPr>
          <p:spPr bwMode="auto">
            <a:xfrm>
              <a:off x="6185998" y="4755447"/>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5</a:t>
              </a:r>
            </a:p>
          </p:txBody>
        </p:sp>
        <p:sp>
          <p:nvSpPr>
            <p:cNvPr id="42006" name="TextBox 37">
              <a:extLst>
                <a:ext uri="{FF2B5EF4-FFF2-40B4-BE49-F238E27FC236}">
                  <a16:creationId xmlns:a16="http://schemas.microsoft.com/office/drawing/2014/main" id="{3B559524-05AD-662F-82D1-F878604752D7}"/>
                </a:ext>
              </a:extLst>
            </p:cNvPr>
            <p:cNvSpPr txBox="1">
              <a:spLocks noChangeArrowheads="1"/>
            </p:cNvSpPr>
            <p:nvPr/>
          </p:nvSpPr>
          <p:spPr bwMode="auto">
            <a:xfrm>
              <a:off x="6978517" y="4755447"/>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6</a:t>
              </a:r>
            </a:p>
          </p:txBody>
        </p:sp>
        <p:sp>
          <p:nvSpPr>
            <p:cNvPr id="42007" name="TextBox 38">
              <a:extLst>
                <a:ext uri="{FF2B5EF4-FFF2-40B4-BE49-F238E27FC236}">
                  <a16:creationId xmlns:a16="http://schemas.microsoft.com/office/drawing/2014/main" id="{EDBD0694-34CB-280D-2E7E-6AF4BA5BBC85}"/>
                </a:ext>
              </a:extLst>
            </p:cNvPr>
            <p:cNvSpPr txBox="1">
              <a:spLocks noChangeArrowheads="1"/>
            </p:cNvSpPr>
            <p:nvPr/>
          </p:nvSpPr>
          <p:spPr bwMode="auto">
            <a:xfrm>
              <a:off x="7785882" y="4749660"/>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7</a:t>
              </a:r>
            </a:p>
          </p:txBody>
        </p:sp>
        <p:sp>
          <p:nvSpPr>
            <p:cNvPr id="42008" name="Rectangle 39">
              <a:extLst>
                <a:ext uri="{FF2B5EF4-FFF2-40B4-BE49-F238E27FC236}">
                  <a16:creationId xmlns:a16="http://schemas.microsoft.com/office/drawing/2014/main" id="{C2F5A3D3-5D82-7A9F-8A72-C1E719EB864E}"/>
                </a:ext>
              </a:extLst>
            </p:cNvPr>
            <p:cNvSpPr>
              <a:spLocks noChangeArrowheads="1"/>
            </p:cNvSpPr>
            <p:nvPr/>
          </p:nvSpPr>
          <p:spPr bwMode="auto">
            <a:xfrm>
              <a:off x="5169578" y="5620734"/>
              <a:ext cx="3168352"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09" name="TextBox 40">
              <a:extLst>
                <a:ext uri="{FF2B5EF4-FFF2-40B4-BE49-F238E27FC236}">
                  <a16:creationId xmlns:a16="http://schemas.microsoft.com/office/drawing/2014/main" id="{6A2F866C-4C8B-460E-BCF3-FCE9480E0830}"/>
                </a:ext>
              </a:extLst>
            </p:cNvPr>
            <p:cNvSpPr txBox="1">
              <a:spLocks noChangeArrowheads="1"/>
            </p:cNvSpPr>
            <p:nvPr/>
          </p:nvSpPr>
          <p:spPr bwMode="auto">
            <a:xfrm>
              <a:off x="4794892" y="4308182"/>
              <a:ext cx="2361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a:spcBef>
                  <a:spcPct val="0"/>
                </a:spcBef>
                <a:buClrTx/>
                <a:buFontTx/>
                <a:buNone/>
              </a:pPr>
              <a:r>
                <a:rPr kumimoji="0" lang="en-MY" altLang="en-US" sz="2000">
                  <a:solidFill>
                    <a:srgbClr val="000000"/>
                  </a:solidFill>
                  <a:latin typeface="Nimbus Roman No9 L" charset="0"/>
                </a:rPr>
                <a:t>0</a:t>
              </a:r>
            </a:p>
          </p:txBody>
        </p:sp>
        <p:sp>
          <p:nvSpPr>
            <p:cNvPr id="42010" name="TextBox 41">
              <a:extLst>
                <a:ext uri="{FF2B5EF4-FFF2-40B4-BE49-F238E27FC236}">
                  <a16:creationId xmlns:a16="http://schemas.microsoft.com/office/drawing/2014/main" id="{D95012EF-6E9C-D857-7005-A82928E95497}"/>
                </a:ext>
              </a:extLst>
            </p:cNvPr>
            <p:cNvSpPr txBox="1">
              <a:spLocks noChangeArrowheads="1"/>
            </p:cNvSpPr>
            <p:nvPr/>
          </p:nvSpPr>
          <p:spPr bwMode="auto">
            <a:xfrm>
              <a:off x="4776175" y="4755447"/>
              <a:ext cx="2361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a:spcBef>
                  <a:spcPct val="0"/>
                </a:spcBef>
                <a:buClrTx/>
                <a:buFontTx/>
                <a:buNone/>
              </a:pPr>
              <a:r>
                <a:rPr kumimoji="0" lang="en-MY" altLang="en-US" sz="2000">
                  <a:solidFill>
                    <a:srgbClr val="000000"/>
                  </a:solidFill>
                  <a:latin typeface="Nimbus Roman No9 L" charset="0"/>
                </a:rPr>
                <a:t>4</a:t>
              </a:r>
            </a:p>
          </p:txBody>
        </p:sp>
        <p:grpSp>
          <p:nvGrpSpPr>
            <p:cNvPr id="42011" name="Group 51">
              <a:extLst>
                <a:ext uri="{FF2B5EF4-FFF2-40B4-BE49-F238E27FC236}">
                  <a16:creationId xmlns:a16="http://schemas.microsoft.com/office/drawing/2014/main" id="{1692C71F-F23B-3DC8-8377-CCF55BA769D1}"/>
                </a:ext>
              </a:extLst>
            </p:cNvPr>
            <p:cNvGrpSpPr>
              <a:grpSpLocks/>
            </p:cNvGrpSpPr>
            <p:nvPr/>
          </p:nvGrpSpPr>
          <p:grpSpPr bwMode="auto">
            <a:xfrm>
              <a:off x="5169578" y="5188686"/>
              <a:ext cx="3168352" cy="432048"/>
              <a:chOff x="5321978" y="4905547"/>
              <a:chExt cx="3168352" cy="432048"/>
            </a:xfrm>
          </p:grpSpPr>
          <p:sp>
            <p:nvSpPr>
              <p:cNvPr id="42013" name="Rectangle 47">
                <a:extLst>
                  <a:ext uri="{FF2B5EF4-FFF2-40B4-BE49-F238E27FC236}">
                    <a16:creationId xmlns:a16="http://schemas.microsoft.com/office/drawing/2014/main" id="{6EBE11AF-72BB-15EC-AAC9-0D7C47226D8F}"/>
                  </a:ext>
                </a:extLst>
              </p:cNvPr>
              <p:cNvSpPr>
                <a:spLocks noChangeArrowheads="1"/>
              </p:cNvSpPr>
              <p:nvPr/>
            </p:nvSpPr>
            <p:spPr bwMode="auto">
              <a:xfrm>
                <a:off x="5321978" y="490554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14" name="Rectangle 48">
                <a:extLst>
                  <a:ext uri="{FF2B5EF4-FFF2-40B4-BE49-F238E27FC236}">
                    <a16:creationId xmlns:a16="http://schemas.microsoft.com/office/drawing/2014/main" id="{943EDB27-3B65-9987-57AC-C5CE57C521BC}"/>
                  </a:ext>
                </a:extLst>
              </p:cNvPr>
              <p:cNvSpPr>
                <a:spLocks noChangeArrowheads="1"/>
              </p:cNvSpPr>
              <p:nvPr/>
            </p:nvSpPr>
            <p:spPr bwMode="auto">
              <a:xfrm>
                <a:off x="6114066" y="490554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15" name="Rectangle 49">
                <a:extLst>
                  <a:ext uri="{FF2B5EF4-FFF2-40B4-BE49-F238E27FC236}">
                    <a16:creationId xmlns:a16="http://schemas.microsoft.com/office/drawing/2014/main" id="{038B2DC0-8FA1-1BFA-5B5D-26C041EE8238}"/>
                  </a:ext>
                </a:extLst>
              </p:cNvPr>
              <p:cNvSpPr>
                <a:spLocks noChangeArrowheads="1"/>
              </p:cNvSpPr>
              <p:nvPr/>
            </p:nvSpPr>
            <p:spPr bwMode="auto">
              <a:xfrm>
                <a:off x="6906154" y="490554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2016" name="Rectangle 50">
                <a:extLst>
                  <a:ext uri="{FF2B5EF4-FFF2-40B4-BE49-F238E27FC236}">
                    <a16:creationId xmlns:a16="http://schemas.microsoft.com/office/drawing/2014/main" id="{671D401E-61EA-5E0D-733C-82B27742C508}"/>
                  </a:ext>
                </a:extLst>
              </p:cNvPr>
              <p:cNvSpPr>
                <a:spLocks noChangeArrowheads="1"/>
              </p:cNvSpPr>
              <p:nvPr/>
            </p:nvSpPr>
            <p:spPr bwMode="auto">
              <a:xfrm>
                <a:off x="7698242" y="4905547"/>
                <a:ext cx="792088" cy="4320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grpSp>
        <p:sp>
          <p:nvSpPr>
            <p:cNvPr id="42012" name="TextBox 52">
              <a:extLst>
                <a:ext uri="{FF2B5EF4-FFF2-40B4-BE49-F238E27FC236}">
                  <a16:creationId xmlns:a16="http://schemas.microsoft.com/office/drawing/2014/main" id="{029FC328-7FB2-3F79-8B92-B3E306BC4DC0}"/>
                </a:ext>
              </a:extLst>
            </p:cNvPr>
            <p:cNvSpPr txBox="1">
              <a:spLocks noChangeArrowheads="1"/>
            </p:cNvSpPr>
            <p:nvPr/>
          </p:nvSpPr>
          <p:spPr bwMode="auto">
            <a:xfrm>
              <a:off x="4768538" y="5220624"/>
              <a:ext cx="2361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a:spcBef>
                  <a:spcPct val="0"/>
                </a:spcBef>
                <a:buClrTx/>
                <a:buFontTx/>
                <a:buNone/>
              </a:pPr>
              <a:r>
                <a:rPr kumimoji="0" lang="en-MY" altLang="en-US" sz="2000">
                  <a:solidFill>
                    <a:srgbClr val="000000"/>
                  </a:solidFill>
                  <a:latin typeface="Nimbus Roman No9 L" charset="0"/>
                </a:rPr>
                <a:t>8</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54"/>
                                        </p:tgtEl>
                                        <p:attrNameLst>
                                          <p:attrName>style.visibility</p:attrName>
                                        </p:attrNameLst>
                                      </p:cBhvr>
                                      <p:to>
                                        <p:strVal val="visible"/>
                                      </p:to>
                                    </p:set>
                                    <p:anim calcmode="lin" valueType="num">
                                      <p:cBhvr additive="base">
                                        <p:cTn id="21" dur="500" fill="hold"/>
                                        <p:tgtEl>
                                          <p:spTgt spid="54"/>
                                        </p:tgtEl>
                                        <p:attrNameLst>
                                          <p:attrName>ppt_x</p:attrName>
                                        </p:attrNameLst>
                                      </p:cBhvr>
                                      <p:tavLst>
                                        <p:tav tm="0">
                                          <p:val>
                                            <p:strVal val="#ppt_x"/>
                                          </p:val>
                                        </p:tav>
                                        <p:tav tm="100000">
                                          <p:val>
                                            <p:strVal val="#ppt_x"/>
                                          </p:val>
                                        </p:tav>
                                      </p:tavLst>
                                    </p:anim>
                                    <p:anim calcmode="lin" valueType="num">
                                      <p:cBhvr additive="base">
                                        <p:cTn id="2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0A029508-91B0-C0FD-EF0D-279D2B0495F5}"/>
              </a:ext>
            </a:extLst>
          </p:cNvPr>
          <p:cNvSpPr>
            <a:spLocks noGrp="1" noChangeArrowheads="1"/>
          </p:cNvSpPr>
          <p:nvPr>
            <p:ph type="title"/>
          </p:nvPr>
        </p:nvSpPr>
        <p:spPr/>
        <p:txBody>
          <a:bodyPr/>
          <a:lstStyle/>
          <a:p>
            <a:r>
              <a:rPr lang="en-MY" altLang="en-US"/>
              <a:t>Quick Activity #1 </a:t>
            </a:r>
          </a:p>
        </p:txBody>
      </p:sp>
      <p:sp>
        <p:nvSpPr>
          <p:cNvPr id="3" name="Content Placeholder 2">
            <a:extLst>
              <a:ext uri="{FF2B5EF4-FFF2-40B4-BE49-F238E27FC236}">
                <a16:creationId xmlns:a16="http://schemas.microsoft.com/office/drawing/2014/main" id="{D120FC2E-B241-EFF6-657E-CA6B5576A3E6}"/>
              </a:ext>
            </a:extLst>
          </p:cNvPr>
          <p:cNvSpPr>
            <a:spLocks noGrp="1"/>
          </p:cNvSpPr>
          <p:nvPr>
            <p:ph idx="1"/>
          </p:nvPr>
        </p:nvSpPr>
        <p:spPr>
          <a:xfrm>
            <a:off x="482600" y="1844675"/>
            <a:ext cx="8178800" cy="4171950"/>
          </a:xfrm>
        </p:spPr>
        <p:txBody>
          <a:bodyPr/>
          <a:lstStyle/>
          <a:p>
            <a:pPr marL="0" indent="0">
              <a:buFontTx/>
              <a:buNone/>
              <a:defRPr/>
            </a:pPr>
            <a:r>
              <a:rPr lang="en-MY" dirty="0"/>
              <a:t>What is the successive byte location for the following word length:</a:t>
            </a:r>
          </a:p>
          <a:p>
            <a:pPr marL="0" indent="0">
              <a:buFontTx/>
              <a:buNone/>
              <a:defRPr/>
            </a:pPr>
            <a:endParaRPr lang="en-MY" dirty="0"/>
          </a:p>
          <a:p>
            <a:pPr marL="514350" indent="-514350">
              <a:buFontTx/>
              <a:buAutoNum type="arabicParenR"/>
              <a:defRPr/>
            </a:pPr>
            <a:r>
              <a:rPr lang="en-MY" dirty="0"/>
              <a:t>16 bits </a:t>
            </a:r>
          </a:p>
          <a:p>
            <a:pPr marL="514350" indent="-514350">
              <a:buFontTx/>
              <a:buAutoNum type="arabicParenR"/>
              <a:defRPr/>
            </a:pPr>
            <a:r>
              <a:rPr lang="en-MY" dirty="0"/>
              <a:t>64 bits </a:t>
            </a:r>
          </a:p>
          <a:p>
            <a:pPr marL="514350" indent="-514350">
              <a:buFontTx/>
              <a:buAutoNum type="arabicParenR"/>
              <a:defRPr/>
            </a:pPr>
            <a:r>
              <a:rPr lang="en-MY" dirty="0"/>
              <a:t>128 bits?</a:t>
            </a:r>
          </a:p>
        </p:txBody>
      </p:sp>
      <p:graphicFrame>
        <p:nvGraphicFramePr>
          <p:cNvPr id="4" name="Table 3">
            <a:extLst>
              <a:ext uri="{FF2B5EF4-FFF2-40B4-BE49-F238E27FC236}">
                <a16:creationId xmlns:a16="http://schemas.microsoft.com/office/drawing/2014/main" id="{26B144DB-939E-7FD4-4AFD-E786D7280907}"/>
              </a:ext>
            </a:extLst>
          </p:cNvPr>
          <p:cNvGraphicFramePr>
            <a:graphicFrameLocks noGrp="1"/>
          </p:cNvGraphicFramePr>
          <p:nvPr/>
        </p:nvGraphicFramePr>
        <p:xfrm>
          <a:off x="2195513" y="3806825"/>
          <a:ext cx="2527300" cy="1854200"/>
        </p:xfrm>
        <a:graphic>
          <a:graphicData uri="http://schemas.openxmlformats.org/drawingml/2006/table">
            <a:tbl>
              <a:tblPr firstRow="1" bandRow="1">
                <a:tableStyleId>{5940675A-B579-460E-94D1-54222C63F5DA}</a:tableStyleId>
              </a:tblPr>
              <a:tblGrid>
                <a:gridCol w="1318046">
                  <a:extLst>
                    <a:ext uri="{9D8B030D-6E8A-4147-A177-3AD203B41FA5}">
                      <a16:colId xmlns:a16="http://schemas.microsoft.com/office/drawing/2014/main" val="20000"/>
                    </a:ext>
                  </a:extLst>
                </a:gridCol>
                <a:gridCol w="554805">
                  <a:extLst>
                    <a:ext uri="{9D8B030D-6E8A-4147-A177-3AD203B41FA5}">
                      <a16:colId xmlns:a16="http://schemas.microsoft.com/office/drawing/2014/main" val="20001"/>
                    </a:ext>
                  </a:extLst>
                </a:gridCol>
                <a:gridCol w="654449">
                  <a:extLst>
                    <a:ext uri="{9D8B030D-6E8A-4147-A177-3AD203B41FA5}">
                      <a16:colId xmlns:a16="http://schemas.microsoft.com/office/drawing/2014/main" val="20002"/>
                    </a:ext>
                  </a:extLst>
                </a:gridCol>
              </a:tblGrid>
              <a:tr h="370840">
                <a:tc>
                  <a:txBody>
                    <a:bodyPr/>
                    <a:lstStyle/>
                    <a:p>
                      <a:pPr algn="r"/>
                      <a:r>
                        <a:rPr lang="en-MY" dirty="0"/>
                        <a:t>0</a:t>
                      </a:r>
                    </a:p>
                  </a:txBody>
                  <a:tcPr marL="91471" marR="9147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MY" dirty="0"/>
                        <a:t>0</a:t>
                      </a:r>
                    </a:p>
                  </a:txBody>
                  <a:tcPr marL="91471" marR="91471" anchor="ctr">
                    <a:lnL w="12700" cap="flat" cmpd="sng" algn="ctr">
                      <a:solidFill>
                        <a:schemeClr val="tx1"/>
                      </a:solidFill>
                      <a:prstDash val="solid"/>
                      <a:round/>
                      <a:headEnd type="none" w="med" len="med"/>
                      <a:tailEnd type="none" w="med" len="med"/>
                    </a:lnL>
                  </a:tcPr>
                </a:tc>
                <a:tc>
                  <a:txBody>
                    <a:bodyPr/>
                    <a:lstStyle/>
                    <a:p>
                      <a:pPr algn="ctr"/>
                      <a:r>
                        <a:rPr lang="en-MY" dirty="0"/>
                        <a:t>1</a:t>
                      </a:r>
                    </a:p>
                  </a:txBody>
                  <a:tcPr marL="91471" marR="91471" anchor="ctr"/>
                </a:tc>
                <a:extLst>
                  <a:ext uri="{0D108BD9-81ED-4DB2-BD59-A6C34878D82A}">
                    <a16:rowId xmlns:a16="http://schemas.microsoft.com/office/drawing/2014/main" val="10000"/>
                  </a:ext>
                </a:extLst>
              </a:tr>
              <a:tr h="370840">
                <a:tc>
                  <a:txBody>
                    <a:bodyPr/>
                    <a:lstStyle/>
                    <a:p>
                      <a:pPr algn="r"/>
                      <a:r>
                        <a:rPr lang="en-MY" dirty="0"/>
                        <a:t>2</a:t>
                      </a:r>
                    </a:p>
                  </a:txBody>
                  <a:tcPr marL="91471" marR="9147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MY" dirty="0"/>
                        <a:t>2</a:t>
                      </a:r>
                    </a:p>
                  </a:txBody>
                  <a:tcPr marL="91471" marR="91471" anchor="ctr">
                    <a:lnL w="12700" cap="flat" cmpd="sng" algn="ctr">
                      <a:solidFill>
                        <a:schemeClr val="tx1"/>
                      </a:solidFill>
                      <a:prstDash val="solid"/>
                      <a:round/>
                      <a:headEnd type="none" w="med" len="med"/>
                      <a:tailEnd type="none" w="med" len="med"/>
                    </a:lnL>
                  </a:tcPr>
                </a:tc>
                <a:tc>
                  <a:txBody>
                    <a:bodyPr/>
                    <a:lstStyle/>
                    <a:p>
                      <a:pPr algn="ctr"/>
                      <a:r>
                        <a:rPr lang="en-MY" dirty="0"/>
                        <a:t>3</a:t>
                      </a:r>
                    </a:p>
                  </a:txBody>
                  <a:tcPr marL="91471" marR="91471" anchor="ctr"/>
                </a:tc>
                <a:extLst>
                  <a:ext uri="{0D108BD9-81ED-4DB2-BD59-A6C34878D82A}">
                    <a16:rowId xmlns:a16="http://schemas.microsoft.com/office/drawing/2014/main" val="10001"/>
                  </a:ext>
                </a:extLst>
              </a:tr>
              <a:tr h="370840">
                <a:tc>
                  <a:txBody>
                    <a:bodyPr/>
                    <a:lstStyle/>
                    <a:p>
                      <a:pPr algn="r"/>
                      <a:r>
                        <a:rPr lang="en-MY" dirty="0"/>
                        <a:t>4</a:t>
                      </a:r>
                    </a:p>
                  </a:txBody>
                  <a:tcPr marL="91471" marR="9147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MY" dirty="0"/>
                        <a:t>4</a:t>
                      </a:r>
                    </a:p>
                  </a:txBody>
                  <a:tcPr marL="91471" marR="91471" anchor="ctr">
                    <a:lnL w="12700" cap="flat" cmpd="sng" algn="ctr">
                      <a:solidFill>
                        <a:schemeClr val="tx1"/>
                      </a:solidFill>
                      <a:prstDash val="solid"/>
                      <a:round/>
                      <a:headEnd type="none" w="med" len="med"/>
                      <a:tailEnd type="none" w="med" len="med"/>
                    </a:lnL>
                  </a:tcPr>
                </a:tc>
                <a:tc>
                  <a:txBody>
                    <a:bodyPr/>
                    <a:lstStyle/>
                    <a:p>
                      <a:pPr algn="ctr"/>
                      <a:r>
                        <a:rPr lang="en-MY" dirty="0"/>
                        <a:t>5</a:t>
                      </a:r>
                    </a:p>
                  </a:txBody>
                  <a:tcPr marL="91471" marR="91471" anchor="ctr"/>
                </a:tc>
                <a:extLst>
                  <a:ext uri="{0D108BD9-81ED-4DB2-BD59-A6C34878D82A}">
                    <a16:rowId xmlns:a16="http://schemas.microsoft.com/office/drawing/2014/main" val="10002"/>
                  </a:ext>
                </a:extLst>
              </a:tr>
              <a:tr h="370840">
                <a:tc>
                  <a:txBody>
                    <a:bodyPr/>
                    <a:lstStyle/>
                    <a:p>
                      <a:pPr algn="r"/>
                      <a:r>
                        <a:rPr lang="en-MY" dirty="0"/>
                        <a:t>6</a:t>
                      </a:r>
                    </a:p>
                  </a:txBody>
                  <a:tcPr marL="91471" marR="9147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MY" dirty="0"/>
                        <a:t>6</a:t>
                      </a:r>
                    </a:p>
                  </a:txBody>
                  <a:tcPr marL="91471" marR="91471" anchor="ctr">
                    <a:lnL w="12700" cap="flat" cmpd="sng" algn="ctr">
                      <a:solidFill>
                        <a:schemeClr val="tx1"/>
                      </a:solidFill>
                      <a:prstDash val="solid"/>
                      <a:round/>
                      <a:headEnd type="none" w="med" len="med"/>
                      <a:tailEnd type="none" w="med" len="med"/>
                    </a:lnL>
                  </a:tcPr>
                </a:tc>
                <a:tc>
                  <a:txBody>
                    <a:bodyPr/>
                    <a:lstStyle/>
                    <a:p>
                      <a:pPr algn="ctr"/>
                      <a:r>
                        <a:rPr lang="en-MY" dirty="0"/>
                        <a:t>7</a:t>
                      </a:r>
                    </a:p>
                  </a:txBody>
                  <a:tcPr marL="91471" marR="91471" anchor="ctr"/>
                </a:tc>
                <a:extLst>
                  <a:ext uri="{0D108BD9-81ED-4DB2-BD59-A6C34878D82A}">
                    <a16:rowId xmlns:a16="http://schemas.microsoft.com/office/drawing/2014/main" val="10003"/>
                  </a:ext>
                </a:extLst>
              </a:tr>
              <a:tr h="370840">
                <a:tc>
                  <a:txBody>
                    <a:bodyPr/>
                    <a:lstStyle/>
                    <a:p>
                      <a:pPr algn="r"/>
                      <a:endParaRPr lang="en-MY" dirty="0"/>
                    </a:p>
                  </a:txBody>
                  <a:tcPr marL="91471" marR="9147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MY" dirty="0"/>
                    </a:p>
                  </a:txBody>
                  <a:tcPr marL="91471" marR="91471" anchor="ctr">
                    <a:lnL w="12700" cap="flat" cmpd="sng" algn="ctr">
                      <a:solidFill>
                        <a:schemeClr val="tx1"/>
                      </a:solidFill>
                      <a:prstDash val="solid"/>
                      <a:round/>
                      <a:headEnd type="none" w="med" len="med"/>
                      <a:tailEnd type="none" w="med" len="med"/>
                    </a:lnL>
                  </a:tcPr>
                </a:tc>
                <a:tc>
                  <a:txBody>
                    <a:bodyPr/>
                    <a:lstStyle/>
                    <a:p>
                      <a:pPr algn="ctr"/>
                      <a:endParaRPr lang="en-MY" dirty="0"/>
                    </a:p>
                  </a:txBody>
                  <a:tcPr marL="91471" marR="91471" anchor="ctr"/>
                </a:tc>
                <a:extLst>
                  <a:ext uri="{0D108BD9-81ED-4DB2-BD59-A6C34878D82A}">
                    <a16:rowId xmlns:a16="http://schemas.microsoft.com/office/drawing/2014/main" val="10004"/>
                  </a:ext>
                </a:extLst>
              </a:tr>
            </a:tbl>
          </a:graphicData>
        </a:graphic>
      </p:graphicFrame>
      <p:sp>
        <p:nvSpPr>
          <p:cNvPr id="5" name="Left Brace 4">
            <a:extLst>
              <a:ext uri="{FF2B5EF4-FFF2-40B4-BE49-F238E27FC236}">
                <a16:creationId xmlns:a16="http://schemas.microsoft.com/office/drawing/2014/main" id="{DAF9C346-64AA-A8F6-410F-4BAA8CD7B825}"/>
              </a:ext>
            </a:extLst>
          </p:cNvPr>
          <p:cNvSpPr/>
          <p:nvPr/>
        </p:nvSpPr>
        <p:spPr bwMode="auto">
          <a:xfrm rot="5400000">
            <a:off x="3957637" y="2889251"/>
            <a:ext cx="307975" cy="1238250"/>
          </a:xfrm>
          <a:prstGeom prst="lef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a:spAutoFit/>
          </a:bodyPr>
          <a:lstStyle/>
          <a:p>
            <a:pPr eaLnBrk="1" hangingPunct="1">
              <a:lnSpc>
                <a:spcPct val="20000"/>
              </a:lnSpc>
              <a:spcBef>
                <a:spcPct val="50000"/>
              </a:spcBef>
              <a:defRPr/>
            </a:pPr>
            <a:endParaRPr lang="en-MY">
              <a:solidFill>
                <a:srgbClr val="000000"/>
              </a:solidFill>
              <a:latin typeface="Nimbus Roman No9 L" charset="0"/>
            </a:endParaRPr>
          </a:p>
        </p:txBody>
      </p:sp>
      <p:sp>
        <p:nvSpPr>
          <p:cNvPr id="6" name="TextBox 5">
            <a:extLst>
              <a:ext uri="{FF2B5EF4-FFF2-40B4-BE49-F238E27FC236}">
                <a16:creationId xmlns:a16="http://schemas.microsoft.com/office/drawing/2014/main" id="{15D3A38B-514B-1B64-38F3-2E0F0CA0C9FC}"/>
              </a:ext>
            </a:extLst>
          </p:cNvPr>
          <p:cNvSpPr txBox="1">
            <a:spLocks noChangeArrowheads="1"/>
          </p:cNvSpPr>
          <p:nvPr/>
        </p:nvSpPr>
        <p:spPr bwMode="auto">
          <a:xfrm>
            <a:off x="3670300" y="2974975"/>
            <a:ext cx="882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16 bits</a:t>
            </a:r>
          </a:p>
        </p:txBody>
      </p:sp>
      <p:graphicFrame>
        <p:nvGraphicFramePr>
          <p:cNvPr id="7" name="Table 6">
            <a:extLst>
              <a:ext uri="{FF2B5EF4-FFF2-40B4-BE49-F238E27FC236}">
                <a16:creationId xmlns:a16="http://schemas.microsoft.com/office/drawing/2014/main" id="{91DCD31E-3C51-2087-0314-55595701AAAA}"/>
              </a:ext>
            </a:extLst>
          </p:cNvPr>
          <p:cNvGraphicFramePr>
            <a:graphicFrameLocks noGrp="1"/>
          </p:cNvGraphicFramePr>
          <p:nvPr/>
        </p:nvGraphicFramePr>
        <p:xfrm>
          <a:off x="5003800" y="3789363"/>
          <a:ext cx="3313115" cy="1854200"/>
        </p:xfrm>
        <a:graphic>
          <a:graphicData uri="http://schemas.openxmlformats.org/drawingml/2006/table">
            <a:tbl>
              <a:tblPr firstRow="1" bandRow="1">
                <a:tableStyleId>{5940675A-B579-460E-94D1-54222C63F5DA}</a:tableStyleId>
              </a:tblPr>
              <a:tblGrid>
                <a:gridCol w="576194">
                  <a:extLst>
                    <a:ext uri="{9D8B030D-6E8A-4147-A177-3AD203B41FA5}">
                      <a16:colId xmlns:a16="http://schemas.microsoft.com/office/drawing/2014/main" val="20000"/>
                    </a:ext>
                  </a:extLst>
                </a:gridCol>
                <a:gridCol w="385222">
                  <a:extLst>
                    <a:ext uri="{9D8B030D-6E8A-4147-A177-3AD203B41FA5}">
                      <a16:colId xmlns:a16="http://schemas.microsoft.com/office/drawing/2014/main" val="20001"/>
                    </a:ext>
                  </a:extLst>
                </a:gridCol>
                <a:gridCol w="335957">
                  <a:extLst>
                    <a:ext uri="{9D8B030D-6E8A-4147-A177-3AD203B41FA5}">
                      <a16:colId xmlns:a16="http://schemas.microsoft.com/office/drawing/2014/main" val="20002"/>
                    </a:ext>
                  </a:extLst>
                </a:gridCol>
                <a:gridCol w="335957">
                  <a:extLst>
                    <a:ext uri="{9D8B030D-6E8A-4147-A177-3AD203B41FA5}">
                      <a16:colId xmlns:a16="http://schemas.microsoft.com/office/drawing/2014/main" val="20003"/>
                    </a:ext>
                  </a:extLst>
                </a:gridCol>
                <a:gridCol w="335957">
                  <a:extLst>
                    <a:ext uri="{9D8B030D-6E8A-4147-A177-3AD203B41FA5}">
                      <a16:colId xmlns:a16="http://schemas.microsoft.com/office/drawing/2014/main" val="20004"/>
                    </a:ext>
                  </a:extLst>
                </a:gridCol>
                <a:gridCol w="335957">
                  <a:extLst>
                    <a:ext uri="{9D8B030D-6E8A-4147-A177-3AD203B41FA5}">
                      <a16:colId xmlns:a16="http://schemas.microsoft.com/office/drawing/2014/main" val="20005"/>
                    </a:ext>
                  </a:extLst>
                </a:gridCol>
                <a:gridCol w="335957">
                  <a:extLst>
                    <a:ext uri="{9D8B030D-6E8A-4147-A177-3AD203B41FA5}">
                      <a16:colId xmlns:a16="http://schemas.microsoft.com/office/drawing/2014/main" val="20006"/>
                    </a:ext>
                  </a:extLst>
                </a:gridCol>
                <a:gridCol w="335957">
                  <a:extLst>
                    <a:ext uri="{9D8B030D-6E8A-4147-A177-3AD203B41FA5}">
                      <a16:colId xmlns:a16="http://schemas.microsoft.com/office/drawing/2014/main" val="20007"/>
                    </a:ext>
                  </a:extLst>
                </a:gridCol>
                <a:gridCol w="335957">
                  <a:extLst>
                    <a:ext uri="{9D8B030D-6E8A-4147-A177-3AD203B41FA5}">
                      <a16:colId xmlns:a16="http://schemas.microsoft.com/office/drawing/2014/main" val="20008"/>
                    </a:ext>
                  </a:extLst>
                </a:gridCol>
              </a:tblGrid>
              <a:tr h="370840">
                <a:tc>
                  <a:txBody>
                    <a:bodyPr/>
                    <a:lstStyle/>
                    <a:p>
                      <a:pPr algn="r"/>
                      <a:r>
                        <a:rPr lang="en-MY" sz="1050" dirty="0"/>
                        <a:t>0</a:t>
                      </a:r>
                    </a:p>
                  </a:txBody>
                  <a:tcPr marL="91461" marR="9146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MY" sz="1050" dirty="0"/>
                        <a:t>0</a:t>
                      </a:r>
                    </a:p>
                  </a:txBody>
                  <a:tcPr marL="91461" marR="91461" anchor="ctr">
                    <a:lnL w="12700" cap="flat" cmpd="sng" algn="ctr">
                      <a:solidFill>
                        <a:schemeClr val="tx1"/>
                      </a:solidFill>
                      <a:prstDash val="solid"/>
                      <a:round/>
                      <a:headEnd type="none" w="med" len="med"/>
                      <a:tailEnd type="none" w="med" len="med"/>
                    </a:lnL>
                  </a:tcPr>
                </a:tc>
                <a:tc>
                  <a:txBody>
                    <a:bodyPr/>
                    <a:lstStyle/>
                    <a:p>
                      <a:pPr algn="ctr"/>
                      <a:r>
                        <a:rPr lang="en-MY" sz="1050" dirty="0"/>
                        <a:t>1</a:t>
                      </a:r>
                    </a:p>
                  </a:txBody>
                  <a:tcPr marL="91461" marR="91461" anchor="ctr"/>
                </a:tc>
                <a:tc>
                  <a:txBody>
                    <a:bodyPr/>
                    <a:lstStyle/>
                    <a:p>
                      <a:pPr algn="ctr"/>
                      <a:r>
                        <a:rPr lang="en-MY" sz="1050" dirty="0"/>
                        <a:t>2</a:t>
                      </a:r>
                    </a:p>
                  </a:txBody>
                  <a:tcPr marL="91461" marR="91461" anchor="ctr"/>
                </a:tc>
                <a:tc>
                  <a:txBody>
                    <a:bodyPr/>
                    <a:lstStyle/>
                    <a:p>
                      <a:pPr algn="ctr"/>
                      <a:r>
                        <a:rPr lang="en-MY" sz="1050" dirty="0"/>
                        <a:t>3</a:t>
                      </a:r>
                    </a:p>
                  </a:txBody>
                  <a:tcPr marL="91461" marR="91461" anchor="ctr"/>
                </a:tc>
                <a:tc>
                  <a:txBody>
                    <a:bodyPr/>
                    <a:lstStyle/>
                    <a:p>
                      <a:pPr algn="ctr"/>
                      <a:r>
                        <a:rPr lang="en-MY" sz="1050" dirty="0"/>
                        <a:t>4</a:t>
                      </a:r>
                    </a:p>
                  </a:txBody>
                  <a:tcPr marL="91461" marR="91461" anchor="ctr"/>
                </a:tc>
                <a:tc>
                  <a:txBody>
                    <a:bodyPr/>
                    <a:lstStyle/>
                    <a:p>
                      <a:pPr algn="ctr"/>
                      <a:r>
                        <a:rPr lang="en-MY" sz="1050" dirty="0"/>
                        <a:t>5</a:t>
                      </a:r>
                    </a:p>
                  </a:txBody>
                  <a:tcPr marL="91461" marR="91461" anchor="ctr"/>
                </a:tc>
                <a:tc>
                  <a:txBody>
                    <a:bodyPr/>
                    <a:lstStyle/>
                    <a:p>
                      <a:pPr algn="ctr"/>
                      <a:r>
                        <a:rPr lang="en-MY" sz="1050" dirty="0"/>
                        <a:t>6</a:t>
                      </a:r>
                    </a:p>
                  </a:txBody>
                  <a:tcPr marL="91461" marR="91461" anchor="ctr"/>
                </a:tc>
                <a:tc>
                  <a:txBody>
                    <a:bodyPr/>
                    <a:lstStyle/>
                    <a:p>
                      <a:pPr algn="ctr"/>
                      <a:r>
                        <a:rPr lang="en-MY" sz="1050" dirty="0"/>
                        <a:t>7</a:t>
                      </a:r>
                    </a:p>
                  </a:txBody>
                  <a:tcPr marL="91461" marR="91461" anchor="ctr"/>
                </a:tc>
                <a:extLst>
                  <a:ext uri="{0D108BD9-81ED-4DB2-BD59-A6C34878D82A}">
                    <a16:rowId xmlns:a16="http://schemas.microsoft.com/office/drawing/2014/main" val="10000"/>
                  </a:ext>
                </a:extLst>
              </a:tr>
              <a:tr h="370840">
                <a:tc>
                  <a:txBody>
                    <a:bodyPr/>
                    <a:lstStyle/>
                    <a:p>
                      <a:pPr algn="r"/>
                      <a:r>
                        <a:rPr lang="en-MY" sz="1050" dirty="0"/>
                        <a:t>8</a:t>
                      </a:r>
                    </a:p>
                  </a:txBody>
                  <a:tcPr marL="91461" marR="9146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MY" sz="1050" dirty="0"/>
                        <a:t>8</a:t>
                      </a:r>
                    </a:p>
                  </a:txBody>
                  <a:tcPr marL="91461" marR="91461" anchor="ctr">
                    <a:lnL w="12700" cap="flat" cmpd="sng" algn="ctr">
                      <a:solidFill>
                        <a:schemeClr val="tx1"/>
                      </a:solidFill>
                      <a:prstDash val="solid"/>
                      <a:round/>
                      <a:headEnd type="none" w="med" len="med"/>
                      <a:tailEnd type="none" w="med" len="med"/>
                    </a:lnL>
                  </a:tcPr>
                </a:tc>
                <a:tc>
                  <a:txBody>
                    <a:bodyPr/>
                    <a:lstStyle/>
                    <a:p>
                      <a:pPr algn="ctr"/>
                      <a:r>
                        <a:rPr lang="en-MY" sz="1050" dirty="0"/>
                        <a:t>9</a:t>
                      </a:r>
                    </a:p>
                  </a:txBody>
                  <a:tcPr marL="91461" marR="91461" anchor="ctr"/>
                </a:tc>
                <a:tc>
                  <a:txBody>
                    <a:bodyPr/>
                    <a:lstStyle/>
                    <a:p>
                      <a:pPr algn="ctr"/>
                      <a:r>
                        <a:rPr lang="en-MY" sz="1050" dirty="0"/>
                        <a:t>10</a:t>
                      </a:r>
                    </a:p>
                  </a:txBody>
                  <a:tcPr marL="91461" marR="91461" anchor="ctr"/>
                </a:tc>
                <a:tc>
                  <a:txBody>
                    <a:bodyPr/>
                    <a:lstStyle/>
                    <a:p>
                      <a:pPr algn="ctr"/>
                      <a:r>
                        <a:rPr lang="en-MY" sz="1050" dirty="0"/>
                        <a:t>11</a:t>
                      </a:r>
                    </a:p>
                  </a:txBody>
                  <a:tcPr marL="91461" marR="91461" anchor="ctr"/>
                </a:tc>
                <a:tc>
                  <a:txBody>
                    <a:bodyPr/>
                    <a:lstStyle/>
                    <a:p>
                      <a:pPr algn="ctr"/>
                      <a:r>
                        <a:rPr lang="en-MY" sz="1050" dirty="0"/>
                        <a:t>12</a:t>
                      </a:r>
                    </a:p>
                  </a:txBody>
                  <a:tcPr marL="91461" marR="91461" anchor="ctr"/>
                </a:tc>
                <a:tc>
                  <a:txBody>
                    <a:bodyPr/>
                    <a:lstStyle/>
                    <a:p>
                      <a:pPr algn="ctr"/>
                      <a:r>
                        <a:rPr lang="en-MY" sz="1050" dirty="0"/>
                        <a:t>13</a:t>
                      </a:r>
                    </a:p>
                  </a:txBody>
                  <a:tcPr marL="91461" marR="91461" anchor="ctr"/>
                </a:tc>
                <a:tc>
                  <a:txBody>
                    <a:bodyPr/>
                    <a:lstStyle/>
                    <a:p>
                      <a:pPr algn="ctr"/>
                      <a:r>
                        <a:rPr lang="en-MY" sz="1050" dirty="0"/>
                        <a:t>14</a:t>
                      </a:r>
                    </a:p>
                  </a:txBody>
                  <a:tcPr marL="91461" marR="91461" anchor="ctr"/>
                </a:tc>
                <a:tc>
                  <a:txBody>
                    <a:bodyPr/>
                    <a:lstStyle/>
                    <a:p>
                      <a:pPr algn="ctr"/>
                      <a:r>
                        <a:rPr lang="en-MY" sz="1050" dirty="0"/>
                        <a:t>15</a:t>
                      </a:r>
                    </a:p>
                  </a:txBody>
                  <a:tcPr marL="91461" marR="91461" anchor="ctr"/>
                </a:tc>
                <a:extLst>
                  <a:ext uri="{0D108BD9-81ED-4DB2-BD59-A6C34878D82A}">
                    <a16:rowId xmlns:a16="http://schemas.microsoft.com/office/drawing/2014/main" val="10001"/>
                  </a:ext>
                </a:extLst>
              </a:tr>
              <a:tr h="370840">
                <a:tc>
                  <a:txBody>
                    <a:bodyPr/>
                    <a:lstStyle/>
                    <a:p>
                      <a:pPr algn="r"/>
                      <a:r>
                        <a:rPr lang="en-MY" sz="1050" dirty="0"/>
                        <a:t>16</a:t>
                      </a:r>
                    </a:p>
                  </a:txBody>
                  <a:tcPr marL="91461" marR="9146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MY" sz="1050" dirty="0"/>
                        <a:t>16</a:t>
                      </a:r>
                    </a:p>
                  </a:txBody>
                  <a:tcPr marL="91461" marR="91461" anchor="ctr">
                    <a:lnL w="12700" cap="flat" cmpd="sng" algn="ctr">
                      <a:solidFill>
                        <a:schemeClr val="tx1"/>
                      </a:solidFill>
                      <a:prstDash val="solid"/>
                      <a:round/>
                      <a:headEnd type="none" w="med" len="med"/>
                      <a:tailEnd type="none" w="med" len="med"/>
                    </a:lnL>
                  </a:tcPr>
                </a:tc>
                <a:tc>
                  <a:txBody>
                    <a:bodyPr/>
                    <a:lstStyle/>
                    <a:p>
                      <a:pPr algn="ctr"/>
                      <a:r>
                        <a:rPr lang="en-MY" sz="1050" dirty="0"/>
                        <a:t>17</a:t>
                      </a:r>
                    </a:p>
                  </a:txBody>
                  <a:tcPr marL="91461" marR="91461" anchor="ctr"/>
                </a:tc>
                <a:tc>
                  <a:txBody>
                    <a:bodyPr/>
                    <a:lstStyle/>
                    <a:p>
                      <a:pPr algn="ctr"/>
                      <a:r>
                        <a:rPr lang="en-MY" sz="1050" dirty="0"/>
                        <a:t>18</a:t>
                      </a:r>
                    </a:p>
                  </a:txBody>
                  <a:tcPr marL="91461" marR="91461" anchor="ctr"/>
                </a:tc>
                <a:tc>
                  <a:txBody>
                    <a:bodyPr/>
                    <a:lstStyle/>
                    <a:p>
                      <a:pPr algn="ctr"/>
                      <a:r>
                        <a:rPr lang="en-MY" sz="1050" dirty="0"/>
                        <a:t>19</a:t>
                      </a:r>
                    </a:p>
                  </a:txBody>
                  <a:tcPr marL="91461" marR="91461" anchor="ctr"/>
                </a:tc>
                <a:tc>
                  <a:txBody>
                    <a:bodyPr/>
                    <a:lstStyle/>
                    <a:p>
                      <a:pPr algn="ctr"/>
                      <a:r>
                        <a:rPr lang="en-MY" sz="1050" dirty="0"/>
                        <a:t>20</a:t>
                      </a:r>
                    </a:p>
                  </a:txBody>
                  <a:tcPr marL="91461" marR="91461" anchor="ctr"/>
                </a:tc>
                <a:tc>
                  <a:txBody>
                    <a:bodyPr/>
                    <a:lstStyle/>
                    <a:p>
                      <a:pPr algn="ctr"/>
                      <a:r>
                        <a:rPr lang="en-MY" sz="1050" dirty="0"/>
                        <a:t>21</a:t>
                      </a:r>
                    </a:p>
                  </a:txBody>
                  <a:tcPr marL="91461" marR="91461" anchor="ctr"/>
                </a:tc>
                <a:tc>
                  <a:txBody>
                    <a:bodyPr/>
                    <a:lstStyle/>
                    <a:p>
                      <a:pPr algn="ctr"/>
                      <a:r>
                        <a:rPr lang="en-MY" sz="1050" dirty="0"/>
                        <a:t>22</a:t>
                      </a:r>
                    </a:p>
                  </a:txBody>
                  <a:tcPr marL="91461" marR="91461" anchor="ctr"/>
                </a:tc>
                <a:tc>
                  <a:txBody>
                    <a:bodyPr/>
                    <a:lstStyle/>
                    <a:p>
                      <a:pPr algn="ctr"/>
                      <a:r>
                        <a:rPr lang="en-MY" sz="1050" dirty="0"/>
                        <a:t>23</a:t>
                      </a:r>
                    </a:p>
                  </a:txBody>
                  <a:tcPr marL="91461" marR="91461" anchor="ctr"/>
                </a:tc>
                <a:extLst>
                  <a:ext uri="{0D108BD9-81ED-4DB2-BD59-A6C34878D82A}">
                    <a16:rowId xmlns:a16="http://schemas.microsoft.com/office/drawing/2014/main" val="10002"/>
                  </a:ext>
                </a:extLst>
              </a:tr>
              <a:tr h="370840">
                <a:tc>
                  <a:txBody>
                    <a:bodyPr/>
                    <a:lstStyle/>
                    <a:p>
                      <a:pPr algn="r"/>
                      <a:r>
                        <a:rPr lang="en-MY" sz="1050" dirty="0"/>
                        <a:t>24</a:t>
                      </a:r>
                    </a:p>
                  </a:txBody>
                  <a:tcPr marL="91461" marR="9146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MY" sz="1050" dirty="0"/>
                    </a:p>
                  </a:txBody>
                  <a:tcPr marL="91461" marR="91461" anchor="ctr">
                    <a:lnL w="12700" cap="flat" cmpd="sng" algn="ctr">
                      <a:solidFill>
                        <a:schemeClr val="tx1"/>
                      </a:solidFill>
                      <a:prstDash val="solid"/>
                      <a:round/>
                      <a:headEnd type="none" w="med" len="med"/>
                      <a:tailEnd type="none" w="med" len="med"/>
                    </a:lnL>
                  </a:tcP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extLst>
                  <a:ext uri="{0D108BD9-81ED-4DB2-BD59-A6C34878D82A}">
                    <a16:rowId xmlns:a16="http://schemas.microsoft.com/office/drawing/2014/main" val="10003"/>
                  </a:ext>
                </a:extLst>
              </a:tr>
              <a:tr h="370840">
                <a:tc>
                  <a:txBody>
                    <a:bodyPr/>
                    <a:lstStyle/>
                    <a:p>
                      <a:pPr algn="r"/>
                      <a:endParaRPr lang="en-MY" sz="1050" dirty="0"/>
                    </a:p>
                  </a:txBody>
                  <a:tcPr marL="91461" marR="9146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MY" sz="1050" dirty="0"/>
                    </a:p>
                  </a:txBody>
                  <a:tcPr marL="91461" marR="91461" anchor="ctr">
                    <a:lnL w="12700" cap="flat" cmpd="sng" algn="ctr">
                      <a:solidFill>
                        <a:schemeClr val="tx1"/>
                      </a:solidFill>
                      <a:prstDash val="solid"/>
                      <a:round/>
                      <a:headEnd type="none" w="med" len="med"/>
                      <a:tailEnd type="none" w="med" len="med"/>
                    </a:lnL>
                  </a:tcP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tc>
                  <a:txBody>
                    <a:bodyPr/>
                    <a:lstStyle/>
                    <a:p>
                      <a:pPr algn="ctr"/>
                      <a:endParaRPr lang="en-MY" sz="1050" dirty="0"/>
                    </a:p>
                  </a:txBody>
                  <a:tcPr marL="91461" marR="91461" anchor="ctr"/>
                </a:tc>
                <a:extLst>
                  <a:ext uri="{0D108BD9-81ED-4DB2-BD59-A6C34878D82A}">
                    <a16:rowId xmlns:a16="http://schemas.microsoft.com/office/drawing/2014/main" val="10004"/>
                  </a:ext>
                </a:extLst>
              </a:tr>
            </a:tbl>
          </a:graphicData>
        </a:graphic>
      </p:graphicFrame>
      <p:sp>
        <p:nvSpPr>
          <p:cNvPr id="8" name="Left Brace 7">
            <a:extLst>
              <a:ext uri="{FF2B5EF4-FFF2-40B4-BE49-F238E27FC236}">
                <a16:creationId xmlns:a16="http://schemas.microsoft.com/office/drawing/2014/main" id="{7D342B51-0253-9EAE-0403-33673F5ED009}"/>
              </a:ext>
            </a:extLst>
          </p:cNvPr>
          <p:cNvSpPr/>
          <p:nvPr/>
        </p:nvSpPr>
        <p:spPr bwMode="auto">
          <a:xfrm rot="5400000">
            <a:off x="6787357" y="2143919"/>
            <a:ext cx="357187" cy="2701925"/>
          </a:xfrm>
          <a:prstGeom prst="lef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a:spAutoFit/>
          </a:bodyPr>
          <a:lstStyle/>
          <a:p>
            <a:pPr eaLnBrk="1" hangingPunct="1">
              <a:lnSpc>
                <a:spcPct val="20000"/>
              </a:lnSpc>
              <a:spcBef>
                <a:spcPct val="50000"/>
              </a:spcBef>
              <a:defRPr/>
            </a:pPr>
            <a:endParaRPr lang="en-MY">
              <a:solidFill>
                <a:srgbClr val="000000"/>
              </a:solidFill>
              <a:latin typeface="Nimbus Roman No9 L" charset="0"/>
            </a:endParaRPr>
          </a:p>
        </p:txBody>
      </p:sp>
      <p:sp>
        <p:nvSpPr>
          <p:cNvPr id="9" name="TextBox 8">
            <a:extLst>
              <a:ext uri="{FF2B5EF4-FFF2-40B4-BE49-F238E27FC236}">
                <a16:creationId xmlns:a16="http://schemas.microsoft.com/office/drawing/2014/main" id="{7998FD74-938A-2E16-A649-D555E1AA8522}"/>
              </a:ext>
            </a:extLst>
          </p:cNvPr>
          <p:cNvSpPr txBox="1">
            <a:spLocks noChangeArrowheads="1"/>
          </p:cNvSpPr>
          <p:nvPr/>
        </p:nvSpPr>
        <p:spPr bwMode="auto">
          <a:xfrm>
            <a:off x="6588125" y="2973388"/>
            <a:ext cx="884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64 bits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1D733A8-0AA5-0AE7-601C-7736B6F6D158}"/>
              </a:ext>
            </a:extLst>
          </p:cNvPr>
          <p:cNvSpPr>
            <a:spLocks noGrp="1" noChangeArrowheads="1"/>
          </p:cNvSpPr>
          <p:nvPr>
            <p:ph type="title"/>
          </p:nvPr>
        </p:nvSpPr>
        <p:spPr/>
        <p:txBody>
          <a:bodyPr/>
          <a:lstStyle/>
          <a:p>
            <a:r>
              <a:rPr lang="en-US" altLang="en-US"/>
              <a:t>Byte Addressability</a:t>
            </a:r>
          </a:p>
        </p:txBody>
      </p:sp>
      <p:sp>
        <p:nvSpPr>
          <p:cNvPr id="46083" name="Rectangle 9">
            <a:extLst>
              <a:ext uri="{FF2B5EF4-FFF2-40B4-BE49-F238E27FC236}">
                <a16:creationId xmlns:a16="http://schemas.microsoft.com/office/drawing/2014/main" id="{7A5872E7-6A56-B3ED-576B-F0835DDDA4E6}"/>
              </a:ext>
            </a:extLst>
          </p:cNvPr>
          <p:cNvSpPr>
            <a:spLocks noChangeArrowheads="1"/>
          </p:cNvSpPr>
          <p:nvPr/>
        </p:nvSpPr>
        <p:spPr bwMode="auto">
          <a:xfrm>
            <a:off x="2551113" y="2997200"/>
            <a:ext cx="1371600" cy="609600"/>
          </a:xfrm>
          <a:prstGeom prst="rect">
            <a:avLst/>
          </a:prstGeom>
          <a:solidFill>
            <a:srgbClr val="CCFFFF"/>
          </a:solidFill>
          <a:ln w="28575">
            <a:solidFill>
              <a:srgbClr val="0099FF"/>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dirty="0">
                <a:solidFill>
                  <a:srgbClr val="000000"/>
                </a:solidFill>
                <a:latin typeface="Nimbus Roman No9 L" charset="0"/>
              </a:rPr>
              <a:t>8 bits</a:t>
            </a:r>
          </a:p>
        </p:txBody>
      </p:sp>
      <p:sp>
        <p:nvSpPr>
          <p:cNvPr id="46084" name="Rectangle 10">
            <a:extLst>
              <a:ext uri="{FF2B5EF4-FFF2-40B4-BE49-F238E27FC236}">
                <a16:creationId xmlns:a16="http://schemas.microsoft.com/office/drawing/2014/main" id="{67EE5CF2-D2C7-639B-39FF-F7F4AAE00817}"/>
              </a:ext>
            </a:extLst>
          </p:cNvPr>
          <p:cNvSpPr>
            <a:spLocks noChangeArrowheads="1"/>
          </p:cNvSpPr>
          <p:nvPr/>
        </p:nvSpPr>
        <p:spPr bwMode="auto">
          <a:xfrm>
            <a:off x="3919538" y="2997200"/>
            <a:ext cx="1371600" cy="609600"/>
          </a:xfrm>
          <a:prstGeom prst="rect">
            <a:avLst/>
          </a:prstGeom>
          <a:solidFill>
            <a:srgbClr val="CCFFFF"/>
          </a:solidFill>
          <a:ln w="28575">
            <a:solidFill>
              <a:srgbClr val="0099FF"/>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8 bits</a:t>
            </a:r>
          </a:p>
        </p:txBody>
      </p:sp>
      <p:sp>
        <p:nvSpPr>
          <p:cNvPr id="46085" name="Rectangle 11">
            <a:extLst>
              <a:ext uri="{FF2B5EF4-FFF2-40B4-BE49-F238E27FC236}">
                <a16:creationId xmlns:a16="http://schemas.microsoft.com/office/drawing/2014/main" id="{EC41E9D6-CED7-4A9F-F815-C20E9AF5E21A}"/>
              </a:ext>
            </a:extLst>
          </p:cNvPr>
          <p:cNvSpPr>
            <a:spLocks noChangeArrowheads="1"/>
          </p:cNvSpPr>
          <p:nvPr/>
        </p:nvSpPr>
        <p:spPr bwMode="auto">
          <a:xfrm>
            <a:off x="5287963" y="2997200"/>
            <a:ext cx="1371600" cy="609600"/>
          </a:xfrm>
          <a:prstGeom prst="rect">
            <a:avLst/>
          </a:prstGeom>
          <a:solidFill>
            <a:srgbClr val="CCFFFF"/>
          </a:solidFill>
          <a:ln w="28575">
            <a:solidFill>
              <a:srgbClr val="0099FF"/>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8 bits</a:t>
            </a:r>
          </a:p>
        </p:txBody>
      </p:sp>
      <p:sp>
        <p:nvSpPr>
          <p:cNvPr id="46086" name="Rectangle 12">
            <a:extLst>
              <a:ext uri="{FF2B5EF4-FFF2-40B4-BE49-F238E27FC236}">
                <a16:creationId xmlns:a16="http://schemas.microsoft.com/office/drawing/2014/main" id="{E9F5EE82-EB9C-2EF9-9DC8-078A18AE5986}"/>
              </a:ext>
            </a:extLst>
          </p:cNvPr>
          <p:cNvSpPr>
            <a:spLocks noChangeArrowheads="1"/>
          </p:cNvSpPr>
          <p:nvPr/>
        </p:nvSpPr>
        <p:spPr bwMode="auto">
          <a:xfrm>
            <a:off x="6656388" y="2997200"/>
            <a:ext cx="1371600" cy="609600"/>
          </a:xfrm>
          <a:prstGeom prst="rect">
            <a:avLst/>
          </a:prstGeom>
          <a:solidFill>
            <a:srgbClr val="CCFFFF"/>
          </a:solidFill>
          <a:ln w="28575">
            <a:solidFill>
              <a:srgbClr val="0099FF"/>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8 bits</a:t>
            </a:r>
          </a:p>
        </p:txBody>
      </p:sp>
      <p:sp>
        <p:nvSpPr>
          <p:cNvPr id="46087" name="Rectangle 13">
            <a:extLst>
              <a:ext uri="{FF2B5EF4-FFF2-40B4-BE49-F238E27FC236}">
                <a16:creationId xmlns:a16="http://schemas.microsoft.com/office/drawing/2014/main" id="{7F9DB917-AB76-56E6-8888-70816097AF96}"/>
              </a:ext>
            </a:extLst>
          </p:cNvPr>
          <p:cNvSpPr>
            <a:spLocks noChangeArrowheads="1"/>
          </p:cNvSpPr>
          <p:nvPr/>
        </p:nvSpPr>
        <p:spPr bwMode="auto">
          <a:xfrm>
            <a:off x="2551113" y="25654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0</a:t>
            </a:r>
          </a:p>
        </p:txBody>
      </p:sp>
      <p:sp>
        <p:nvSpPr>
          <p:cNvPr id="46088" name="Rectangle 14">
            <a:extLst>
              <a:ext uri="{FF2B5EF4-FFF2-40B4-BE49-F238E27FC236}">
                <a16:creationId xmlns:a16="http://schemas.microsoft.com/office/drawing/2014/main" id="{198829E8-5F44-8E5C-49D4-9A24AFA4734F}"/>
              </a:ext>
            </a:extLst>
          </p:cNvPr>
          <p:cNvSpPr>
            <a:spLocks noChangeArrowheads="1"/>
          </p:cNvSpPr>
          <p:nvPr/>
        </p:nvSpPr>
        <p:spPr bwMode="auto">
          <a:xfrm>
            <a:off x="3919538" y="25654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1</a:t>
            </a:r>
          </a:p>
        </p:txBody>
      </p:sp>
      <p:sp>
        <p:nvSpPr>
          <p:cNvPr id="46089" name="Rectangle 15">
            <a:extLst>
              <a:ext uri="{FF2B5EF4-FFF2-40B4-BE49-F238E27FC236}">
                <a16:creationId xmlns:a16="http://schemas.microsoft.com/office/drawing/2014/main" id="{DA283592-FAF4-A249-97FD-68606E985B11}"/>
              </a:ext>
            </a:extLst>
          </p:cNvPr>
          <p:cNvSpPr>
            <a:spLocks noChangeArrowheads="1"/>
          </p:cNvSpPr>
          <p:nvPr/>
        </p:nvSpPr>
        <p:spPr bwMode="auto">
          <a:xfrm>
            <a:off x="5287963" y="25654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2</a:t>
            </a:r>
          </a:p>
        </p:txBody>
      </p:sp>
      <p:sp>
        <p:nvSpPr>
          <p:cNvPr id="46090" name="Rectangle 16">
            <a:extLst>
              <a:ext uri="{FF2B5EF4-FFF2-40B4-BE49-F238E27FC236}">
                <a16:creationId xmlns:a16="http://schemas.microsoft.com/office/drawing/2014/main" id="{B511187E-09ED-65B9-9799-FB0353204C46}"/>
              </a:ext>
            </a:extLst>
          </p:cNvPr>
          <p:cNvSpPr>
            <a:spLocks noChangeArrowheads="1"/>
          </p:cNvSpPr>
          <p:nvPr/>
        </p:nvSpPr>
        <p:spPr bwMode="auto">
          <a:xfrm>
            <a:off x="6656388" y="25654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3</a:t>
            </a:r>
          </a:p>
        </p:txBody>
      </p:sp>
      <p:sp>
        <p:nvSpPr>
          <p:cNvPr id="46091" name="Rectangle 21">
            <a:extLst>
              <a:ext uri="{FF2B5EF4-FFF2-40B4-BE49-F238E27FC236}">
                <a16:creationId xmlns:a16="http://schemas.microsoft.com/office/drawing/2014/main" id="{EED6301E-BC2A-AC4F-BDED-9133886A505E}"/>
              </a:ext>
            </a:extLst>
          </p:cNvPr>
          <p:cNvSpPr>
            <a:spLocks noChangeArrowheads="1"/>
          </p:cNvSpPr>
          <p:nvPr/>
        </p:nvSpPr>
        <p:spPr bwMode="auto">
          <a:xfrm>
            <a:off x="2551113" y="4114800"/>
            <a:ext cx="1371600" cy="609600"/>
          </a:xfrm>
          <a:prstGeom prst="rect">
            <a:avLst/>
          </a:prstGeom>
          <a:solidFill>
            <a:srgbClr val="CCFFFF"/>
          </a:solidFill>
          <a:ln w="28575">
            <a:solidFill>
              <a:srgbClr val="0099FF"/>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8 bits</a:t>
            </a:r>
          </a:p>
        </p:txBody>
      </p:sp>
      <p:sp>
        <p:nvSpPr>
          <p:cNvPr id="46092" name="Rectangle 22">
            <a:extLst>
              <a:ext uri="{FF2B5EF4-FFF2-40B4-BE49-F238E27FC236}">
                <a16:creationId xmlns:a16="http://schemas.microsoft.com/office/drawing/2014/main" id="{AA7B51D7-AE07-98A4-AE39-5F8D89B8E380}"/>
              </a:ext>
            </a:extLst>
          </p:cNvPr>
          <p:cNvSpPr>
            <a:spLocks noChangeArrowheads="1"/>
          </p:cNvSpPr>
          <p:nvPr/>
        </p:nvSpPr>
        <p:spPr bwMode="auto">
          <a:xfrm>
            <a:off x="3919538" y="4114800"/>
            <a:ext cx="1371600" cy="609600"/>
          </a:xfrm>
          <a:prstGeom prst="rect">
            <a:avLst/>
          </a:prstGeom>
          <a:solidFill>
            <a:srgbClr val="CCFFFF"/>
          </a:solidFill>
          <a:ln w="28575">
            <a:solidFill>
              <a:srgbClr val="0099FF"/>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8 bits</a:t>
            </a:r>
          </a:p>
        </p:txBody>
      </p:sp>
      <p:sp>
        <p:nvSpPr>
          <p:cNvPr id="46093" name="Rectangle 23">
            <a:extLst>
              <a:ext uri="{FF2B5EF4-FFF2-40B4-BE49-F238E27FC236}">
                <a16:creationId xmlns:a16="http://schemas.microsoft.com/office/drawing/2014/main" id="{1820D15D-533F-E1C0-4B2C-5D9F12AD2730}"/>
              </a:ext>
            </a:extLst>
          </p:cNvPr>
          <p:cNvSpPr>
            <a:spLocks noChangeArrowheads="1"/>
          </p:cNvSpPr>
          <p:nvPr/>
        </p:nvSpPr>
        <p:spPr bwMode="auto">
          <a:xfrm>
            <a:off x="5287963" y="4114800"/>
            <a:ext cx="1371600" cy="609600"/>
          </a:xfrm>
          <a:prstGeom prst="rect">
            <a:avLst/>
          </a:prstGeom>
          <a:solidFill>
            <a:srgbClr val="CCFFFF"/>
          </a:solidFill>
          <a:ln w="28575">
            <a:solidFill>
              <a:srgbClr val="0099FF"/>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8 bits</a:t>
            </a:r>
          </a:p>
        </p:txBody>
      </p:sp>
      <p:sp>
        <p:nvSpPr>
          <p:cNvPr id="46094" name="Rectangle 24">
            <a:extLst>
              <a:ext uri="{FF2B5EF4-FFF2-40B4-BE49-F238E27FC236}">
                <a16:creationId xmlns:a16="http://schemas.microsoft.com/office/drawing/2014/main" id="{B55E3423-46DC-5373-5234-46850BBCBD58}"/>
              </a:ext>
            </a:extLst>
          </p:cNvPr>
          <p:cNvSpPr>
            <a:spLocks noChangeArrowheads="1"/>
          </p:cNvSpPr>
          <p:nvPr/>
        </p:nvSpPr>
        <p:spPr bwMode="auto">
          <a:xfrm>
            <a:off x="6656388" y="4114800"/>
            <a:ext cx="1371600" cy="609600"/>
          </a:xfrm>
          <a:prstGeom prst="rect">
            <a:avLst/>
          </a:prstGeom>
          <a:solidFill>
            <a:srgbClr val="CCFFFF"/>
          </a:solidFill>
          <a:ln w="28575">
            <a:solidFill>
              <a:srgbClr val="0099FF"/>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8 bits</a:t>
            </a:r>
          </a:p>
        </p:txBody>
      </p:sp>
      <p:sp>
        <p:nvSpPr>
          <p:cNvPr id="46095" name="Rectangle 25">
            <a:extLst>
              <a:ext uri="{FF2B5EF4-FFF2-40B4-BE49-F238E27FC236}">
                <a16:creationId xmlns:a16="http://schemas.microsoft.com/office/drawing/2014/main" id="{54831E5B-D79F-7EF6-ECAC-27899382C9DB}"/>
              </a:ext>
            </a:extLst>
          </p:cNvPr>
          <p:cNvSpPr>
            <a:spLocks noChangeArrowheads="1"/>
          </p:cNvSpPr>
          <p:nvPr/>
        </p:nvSpPr>
        <p:spPr bwMode="auto">
          <a:xfrm>
            <a:off x="2551113" y="36830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4</a:t>
            </a:r>
          </a:p>
        </p:txBody>
      </p:sp>
      <p:sp>
        <p:nvSpPr>
          <p:cNvPr id="46096" name="Rectangle 26">
            <a:extLst>
              <a:ext uri="{FF2B5EF4-FFF2-40B4-BE49-F238E27FC236}">
                <a16:creationId xmlns:a16="http://schemas.microsoft.com/office/drawing/2014/main" id="{3242ABDD-1F99-EE79-219B-29C85266220D}"/>
              </a:ext>
            </a:extLst>
          </p:cNvPr>
          <p:cNvSpPr>
            <a:spLocks noChangeArrowheads="1"/>
          </p:cNvSpPr>
          <p:nvPr/>
        </p:nvSpPr>
        <p:spPr bwMode="auto">
          <a:xfrm>
            <a:off x="3919538" y="36830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5</a:t>
            </a:r>
          </a:p>
        </p:txBody>
      </p:sp>
      <p:sp>
        <p:nvSpPr>
          <p:cNvPr id="46097" name="Rectangle 27">
            <a:extLst>
              <a:ext uri="{FF2B5EF4-FFF2-40B4-BE49-F238E27FC236}">
                <a16:creationId xmlns:a16="http://schemas.microsoft.com/office/drawing/2014/main" id="{EA86FA20-BF93-12FB-BE0A-3ED387AEEFA3}"/>
              </a:ext>
            </a:extLst>
          </p:cNvPr>
          <p:cNvSpPr>
            <a:spLocks noChangeArrowheads="1"/>
          </p:cNvSpPr>
          <p:nvPr/>
        </p:nvSpPr>
        <p:spPr bwMode="auto">
          <a:xfrm>
            <a:off x="5287963" y="36830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6</a:t>
            </a:r>
          </a:p>
        </p:txBody>
      </p:sp>
      <p:sp>
        <p:nvSpPr>
          <p:cNvPr id="46098" name="Rectangle 28">
            <a:extLst>
              <a:ext uri="{FF2B5EF4-FFF2-40B4-BE49-F238E27FC236}">
                <a16:creationId xmlns:a16="http://schemas.microsoft.com/office/drawing/2014/main" id="{E6A673CB-A587-EF5F-BB10-17DB364F188E}"/>
              </a:ext>
            </a:extLst>
          </p:cNvPr>
          <p:cNvSpPr>
            <a:spLocks noChangeArrowheads="1"/>
          </p:cNvSpPr>
          <p:nvPr/>
        </p:nvSpPr>
        <p:spPr bwMode="auto">
          <a:xfrm>
            <a:off x="6656388" y="36830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7</a:t>
            </a:r>
          </a:p>
        </p:txBody>
      </p:sp>
      <p:sp>
        <p:nvSpPr>
          <p:cNvPr id="46099" name="Rectangle 29">
            <a:extLst>
              <a:ext uri="{FF2B5EF4-FFF2-40B4-BE49-F238E27FC236}">
                <a16:creationId xmlns:a16="http://schemas.microsoft.com/office/drawing/2014/main" id="{A4F21AFD-A86C-4872-21E1-7132660581AE}"/>
              </a:ext>
            </a:extLst>
          </p:cNvPr>
          <p:cNvSpPr>
            <a:spLocks noChangeArrowheads="1"/>
          </p:cNvSpPr>
          <p:nvPr/>
        </p:nvSpPr>
        <p:spPr bwMode="auto">
          <a:xfrm>
            <a:off x="1111250" y="29972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0</a:t>
            </a:r>
          </a:p>
        </p:txBody>
      </p:sp>
      <p:sp>
        <p:nvSpPr>
          <p:cNvPr id="46100" name="Rectangle 30">
            <a:extLst>
              <a:ext uri="{FF2B5EF4-FFF2-40B4-BE49-F238E27FC236}">
                <a16:creationId xmlns:a16="http://schemas.microsoft.com/office/drawing/2014/main" id="{0C60C239-128A-A09C-C32D-44A2D3916164}"/>
              </a:ext>
            </a:extLst>
          </p:cNvPr>
          <p:cNvSpPr>
            <a:spLocks noChangeArrowheads="1"/>
          </p:cNvSpPr>
          <p:nvPr/>
        </p:nvSpPr>
        <p:spPr bwMode="auto">
          <a:xfrm>
            <a:off x="1111250" y="25654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Address</a:t>
            </a:r>
          </a:p>
        </p:txBody>
      </p:sp>
      <p:sp>
        <p:nvSpPr>
          <p:cNvPr id="46101" name="Rectangle 31">
            <a:extLst>
              <a:ext uri="{FF2B5EF4-FFF2-40B4-BE49-F238E27FC236}">
                <a16:creationId xmlns:a16="http://schemas.microsoft.com/office/drawing/2014/main" id="{9B2E5789-F54C-8A74-4FE5-BCD1D3E2E3FA}"/>
              </a:ext>
            </a:extLst>
          </p:cNvPr>
          <p:cNvSpPr>
            <a:spLocks noChangeArrowheads="1"/>
          </p:cNvSpPr>
          <p:nvPr/>
        </p:nvSpPr>
        <p:spPr bwMode="auto">
          <a:xfrm>
            <a:off x="1111250" y="4114800"/>
            <a:ext cx="1371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Nimbus Roman No9 L" charset="0"/>
              </a:rPr>
              <a:t>4</a:t>
            </a:r>
          </a:p>
        </p:txBody>
      </p:sp>
      <p:sp>
        <p:nvSpPr>
          <p:cNvPr id="46102" name="Oval 1">
            <a:extLst>
              <a:ext uri="{FF2B5EF4-FFF2-40B4-BE49-F238E27FC236}">
                <a16:creationId xmlns:a16="http://schemas.microsoft.com/office/drawing/2014/main" id="{AD0334F4-06F8-E0CC-16A3-53D49D9353A9}"/>
              </a:ext>
            </a:extLst>
          </p:cNvPr>
          <p:cNvSpPr>
            <a:spLocks noChangeArrowheads="1"/>
          </p:cNvSpPr>
          <p:nvPr/>
        </p:nvSpPr>
        <p:spPr bwMode="auto">
          <a:xfrm>
            <a:off x="2584450" y="2498725"/>
            <a:ext cx="5332413" cy="500063"/>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 name="Speech Bubble: Rectangle 3">
            <a:extLst>
              <a:ext uri="{FF2B5EF4-FFF2-40B4-BE49-F238E27FC236}">
                <a16:creationId xmlns:a16="http://schemas.microsoft.com/office/drawing/2014/main" id="{E6A85282-6411-167B-EBA1-C5F079BC25E4}"/>
              </a:ext>
            </a:extLst>
          </p:cNvPr>
          <p:cNvSpPr/>
          <p:nvPr/>
        </p:nvSpPr>
        <p:spPr bwMode="auto">
          <a:xfrm>
            <a:off x="6588125" y="1463675"/>
            <a:ext cx="2232025" cy="679450"/>
          </a:xfrm>
          <a:prstGeom prst="wedgeRectCallout">
            <a:avLst>
              <a:gd name="adj1" fmla="val -82601"/>
              <a:gd name="adj2" fmla="val 80764"/>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spAutoFit/>
          </a:bodyPr>
          <a:lstStyle/>
          <a:p>
            <a:pPr eaLnBrk="1" hangingPunct="1">
              <a:lnSpc>
                <a:spcPct val="20000"/>
              </a:lnSpc>
              <a:spcBef>
                <a:spcPct val="50000"/>
              </a:spcBef>
              <a:defRPr/>
            </a:pPr>
            <a:endParaRPr lang="en-MY">
              <a:solidFill>
                <a:srgbClr val="000000"/>
              </a:solidFill>
              <a:latin typeface="Nimbus Roman No9 L" charset="0"/>
            </a:endParaRPr>
          </a:p>
        </p:txBody>
      </p:sp>
      <p:sp>
        <p:nvSpPr>
          <p:cNvPr id="46104" name="TextBox 6">
            <a:extLst>
              <a:ext uri="{FF2B5EF4-FFF2-40B4-BE49-F238E27FC236}">
                <a16:creationId xmlns:a16="http://schemas.microsoft.com/office/drawing/2014/main" id="{4340EE28-F8A2-4B30-7BE7-DA875DED6E70}"/>
              </a:ext>
            </a:extLst>
          </p:cNvPr>
          <p:cNvSpPr txBox="1">
            <a:spLocks noChangeArrowheads="1"/>
          </p:cNvSpPr>
          <p:nvPr/>
        </p:nvSpPr>
        <p:spPr bwMode="auto">
          <a:xfrm>
            <a:off x="6523038" y="1590675"/>
            <a:ext cx="2363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Address of each byte</a:t>
            </a:r>
          </a:p>
        </p:txBody>
      </p:sp>
      <p:sp>
        <p:nvSpPr>
          <p:cNvPr id="9" name="Speech Bubble: Rectangle 8">
            <a:extLst>
              <a:ext uri="{FF2B5EF4-FFF2-40B4-BE49-F238E27FC236}">
                <a16:creationId xmlns:a16="http://schemas.microsoft.com/office/drawing/2014/main" id="{6E8CB408-8687-466F-4717-AE1A731009C5}"/>
              </a:ext>
            </a:extLst>
          </p:cNvPr>
          <p:cNvSpPr/>
          <p:nvPr/>
        </p:nvSpPr>
        <p:spPr bwMode="auto">
          <a:xfrm>
            <a:off x="2595563" y="5181600"/>
            <a:ext cx="2335212" cy="679450"/>
          </a:xfrm>
          <a:prstGeom prst="wedgeRectCallout">
            <a:avLst>
              <a:gd name="adj1" fmla="val -75228"/>
              <a:gd name="adj2" fmla="val -92721"/>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spAutoFit/>
          </a:bodyPr>
          <a:lstStyle/>
          <a:p>
            <a:pPr eaLnBrk="1" hangingPunct="1">
              <a:lnSpc>
                <a:spcPct val="20000"/>
              </a:lnSpc>
              <a:spcBef>
                <a:spcPct val="50000"/>
              </a:spcBef>
              <a:defRPr/>
            </a:pPr>
            <a:endParaRPr lang="en-MY">
              <a:solidFill>
                <a:srgbClr val="000000"/>
              </a:solidFill>
              <a:latin typeface="Nimbus Roman No9 L" charset="0"/>
            </a:endParaRPr>
          </a:p>
        </p:txBody>
      </p:sp>
      <p:sp>
        <p:nvSpPr>
          <p:cNvPr id="46106" name="TextBox 9">
            <a:extLst>
              <a:ext uri="{FF2B5EF4-FFF2-40B4-BE49-F238E27FC236}">
                <a16:creationId xmlns:a16="http://schemas.microsoft.com/office/drawing/2014/main" id="{55CC71E8-991A-4E50-D846-26E2CBFC6673}"/>
              </a:ext>
            </a:extLst>
          </p:cNvPr>
          <p:cNvSpPr txBox="1">
            <a:spLocks noChangeArrowheads="1"/>
          </p:cNvSpPr>
          <p:nvPr/>
        </p:nvSpPr>
        <p:spPr bwMode="auto">
          <a:xfrm>
            <a:off x="2492375" y="5321300"/>
            <a:ext cx="243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2000">
                <a:solidFill>
                  <a:srgbClr val="000000"/>
                </a:solidFill>
                <a:latin typeface="Nimbus Roman No9 L" charset="0"/>
              </a:rPr>
              <a:t>Address of each word</a:t>
            </a:r>
          </a:p>
        </p:txBody>
      </p:sp>
      <p:sp>
        <p:nvSpPr>
          <p:cNvPr id="46107" name="Oval 10">
            <a:extLst>
              <a:ext uri="{FF2B5EF4-FFF2-40B4-BE49-F238E27FC236}">
                <a16:creationId xmlns:a16="http://schemas.microsoft.com/office/drawing/2014/main" id="{FA27A728-7796-975B-871F-40257B453FBC}"/>
              </a:ext>
            </a:extLst>
          </p:cNvPr>
          <p:cNvSpPr>
            <a:spLocks noChangeArrowheads="1"/>
          </p:cNvSpPr>
          <p:nvPr/>
        </p:nvSpPr>
        <p:spPr bwMode="auto">
          <a:xfrm>
            <a:off x="1476375" y="2870200"/>
            <a:ext cx="574675" cy="2346325"/>
          </a:xfrm>
          <a:prstGeom prst="ellipse">
            <a:avLst/>
          </a:prstGeom>
          <a:noFill/>
          <a:ln w="9525" algn="ctr">
            <a:solidFill>
              <a:srgbClr val="00B05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grpSp>
        <p:nvGrpSpPr>
          <p:cNvPr id="12" name="Group 11">
            <a:extLst>
              <a:ext uri="{FF2B5EF4-FFF2-40B4-BE49-F238E27FC236}">
                <a16:creationId xmlns:a16="http://schemas.microsoft.com/office/drawing/2014/main" id="{BA45650C-447F-4AA7-1034-AC734634660A}"/>
              </a:ext>
            </a:extLst>
          </p:cNvPr>
          <p:cNvGrpSpPr/>
          <p:nvPr/>
        </p:nvGrpSpPr>
        <p:grpSpPr>
          <a:xfrm>
            <a:off x="2699792" y="2997200"/>
            <a:ext cx="1008112" cy="609600"/>
            <a:chOff x="2699792" y="2997200"/>
            <a:chExt cx="1008112" cy="609600"/>
          </a:xfrm>
        </p:grpSpPr>
        <p:cxnSp>
          <p:nvCxnSpPr>
            <p:cNvPr id="3" name="Straight Connector 2">
              <a:extLst>
                <a:ext uri="{FF2B5EF4-FFF2-40B4-BE49-F238E27FC236}">
                  <a16:creationId xmlns:a16="http://schemas.microsoft.com/office/drawing/2014/main" id="{C2AD3847-3E35-2867-8A5F-669369D4A967}"/>
                </a:ext>
              </a:extLst>
            </p:cNvPr>
            <p:cNvCxnSpPr>
              <a:cxnSpLocks/>
            </p:cNvCxnSpPr>
            <p:nvPr/>
          </p:nvCxnSpPr>
          <p:spPr bwMode="auto">
            <a:xfrm>
              <a:off x="2699792"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54C7E2C6-B6D4-72E8-F7DF-1637FB748034}"/>
                </a:ext>
              </a:extLst>
            </p:cNvPr>
            <p:cNvCxnSpPr>
              <a:cxnSpLocks/>
            </p:cNvCxnSpPr>
            <p:nvPr/>
          </p:nvCxnSpPr>
          <p:spPr bwMode="auto">
            <a:xfrm>
              <a:off x="2867811"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C571F916-DA26-4328-02E6-789373C18F7D}"/>
                </a:ext>
              </a:extLst>
            </p:cNvPr>
            <p:cNvCxnSpPr>
              <a:cxnSpLocks/>
            </p:cNvCxnSpPr>
            <p:nvPr/>
          </p:nvCxnSpPr>
          <p:spPr bwMode="auto">
            <a:xfrm>
              <a:off x="3035830"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74DCF5C7-DB76-ED2F-21C8-ADABDD4E0B73}"/>
                </a:ext>
              </a:extLst>
            </p:cNvPr>
            <p:cNvCxnSpPr>
              <a:cxnSpLocks/>
            </p:cNvCxnSpPr>
            <p:nvPr/>
          </p:nvCxnSpPr>
          <p:spPr bwMode="auto">
            <a:xfrm>
              <a:off x="3203849"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E498FC1-6EF9-BB61-8CE8-2FE100A453F7}"/>
                </a:ext>
              </a:extLst>
            </p:cNvPr>
            <p:cNvCxnSpPr>
              <a:cxnSpLocks/>
            </p:cNvCxnSpPr>
            <p:nvPr/>
          </p:nvCxnSpPr>
          <p:spPr bwMode="auto">
            <a:xfrm>
              <a:off x="3371868"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78F3B699-BD1D-D595-FFBA-3FC4BF0E5671}"/>
                </a:ext>
              </a:extLst>
            </p:cNvPr>
            <p:cNvCxnSpPr>
              <a:cxnSpLocks/>
            </p:cNvCxnSpPr>
            <p:nvPr/>
          </p:nvCxnSpPr>
          <p:spPr bwMode="auto">
            <a:xfrm>
              <a:off x="3539887"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064133A-A6CA-3A12-A625-81FA34041E48}"/>
                </a:ext>
              </a:extLst>
            </p:cNvPr>
            <p:cNvCxnSpPr>
              <a:cxnSpLocks/>
            </p:cNvCxnSpPr>
            <p:nvPr/>
          </p:nvCxnSpPr>
          <p:spPr bwMode="auto">
            <a:xfrm>
              <a:off x="3707904"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B1C0EFFB-C867-55BC-2478-419F6A4FAB8D}"/>
              </a:ext>
            </a:extLst>
          </p:cNvPr>
          <p:cNvGrpSpPr/>
          <p:nvPr/>
        </p:nvGrpSpPr>
        <p:grpSpPr>
          <a:xfrm>
            <a:off x="4108153" y="2990850"/>
            <a:ext cx="1008112" cy="609600"/>
            <a:chOff x="2699792" y="2997200"/>
            <a:chExt cx="1008112" cy="609600"/>
          </a:xfrm>
        </p:grpSpPr>
        <p:cxnSp>
          <p:nvCxnSpPr>
            <p:cNvPr id="14" name="Straight Connector 13">
              <a:extLst>
                <a:ext uri="{FF2B5EF4-FFF2-40B4-BE49-F238E27FC236}">
                  <a16:creationId xmlns:a16="http://schemas.microsoft.com/office/drawing/2014/main" id="{EAC9B8C6-8CE4-2E06-E715-05EFEBAB0418}"/>
                </a:ext>
              </a:extLst>
            </p:cNvPr>
            <p:cNvCxnSpPr>
              <a:cxnSpLocks/>
            </p:cNvCxnSpPr>
            <p:nvPr/>
          </p:nvCxnSpPr>
          <p:spPr bwMode="auto">
            <a:xfrm>
              <a:off x="2699792"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90A00A7-7DBB-CD11-0445-46DDE5C96BDC}"/>
                </a:ext>
              </a:extLst>
            </p:cNvPr>
            <p:cNvCxnSpPr>
              <a:cxnSpLocks/>
            </p:cNvCxnSpPr>
            <p:nvPr/>
          </p:nvCxnSpPr>
          <p:spPr bwMode="auto">
            <a:xfrm>
              <a:off x="2867811"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614F6D21-4159-111D-4F1C-99B5202B6A07}"/>
                </a:ext>
              </a:extLst>
            </p:cNvPr>
            <p:cNvCxnSpPr>
              <a:cxnSpLocks/>
            </p:cNvCxnSpPr>
            <p:nvPr/>
          </p:nvCxnSpPr>
          <p:spPr bwMode="auto">
            <a:xfrm>
              <a:off x="3035830"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6A99304D-8905-1B23-45A4-41AAB183A255}"/>
                </a:ext>
              </a:extLst>
            </p:cNvPr>
            <p:cNvCxnSpPr>
              <a:cxnSpLocks/>
            </p:cNvCxnSpPr>
            <p:nvPr/>
          </p:nvCxnSpPr>
          <p:spPr bwMode="auto">
            <a:xfrm>
              <a:off x="3203849"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BC5D839A-4A78-7446-7997-070B3B2DB4AA}"/>
                </a:ext>
              </a:extLst>
            </p:cNvPr>
            <p:cNvCxnSpPr>
              <a:cxnSpLocks/>
            </p:cNvCxnSpPr>
            <p:nvPr/>
          </p:nvCxnSpPr>
          <p:spPr bwMode="auto">
            <a:xfrm>
              <a:off x="3371868"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DE7807C6-C2A0-B876-B99A-85621B3F1A36}"/>
                </a:ext>
              </a:extLst>
            </p:cNvPr>
            <p:cNvCxnSpPr>
              <a:cxnSpLocks/>
            </p:cNvCxnSpPr>
            <p:nvPr/>
          </p:nvCxnSpPr>
          <p:spPr bwMode="auto">
            <a:xfrm>
              <a:off x="3539887"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7DFB39C4-D969-4413-7147-4786E9A0329E}"/>
                </a:ext>
              </a:extLst>
            </p:cNvPr>
            <p:cNvCxnSpPr>
              <a:cxnSpLocks/>
            </p:cNvCxnSpPr>
            <p:nvPr/>
          </p:nvCxnSpPr>
          <p:spPr bwMode="auto">
            <a:xfrm>
              <a:off x="3707904"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1" name="Group 20">
            <a:extLst>
              <a:ext uri="{FF2B5EF4-FFF2-40B4-BE49-F238E27FC236}">
                <a16:creationId xmlns:a16="http://schemas.microsoft.com/office/drawing/2014/main" id="{AE6C3F08-A859-76ED-4619-798870699B33}"/>
              </a:ext>
            </a:extLst>
          </p:cNvPr>
          <p:cNvGrpSpPr/>
          <p:nvPr/>
        </p:nvGrpSpPr>
        <p:grpSpPr>
          <a:xfrm>
            <a:off x="5469707" y="3009577"/>
            <a:ext cx="1008112" cy="609600"/>
            <a:chOff x="2699792" y="2997200"/>
            <a:chExt cx="1008112" cy="609600"/>
          </a:xfrm>
        </p:grpSpPr>
        <p:cxnSp>
          <p:nvCxnSpPr>
            <p:cNvPr id="22" name="Straight Connector 21">
              <a:extLst>
                <a:ext uri="{FF2B5EF4-FFF2-40B4-BE49-F238E27FC236}">
                  <a16:creationId xmlns:a16="http://schemas.microsoft.com/office/drawing/2014/main" id="{EFD49162-E17C-6AF7-1446-43AFCF070C37}"/>
                </a:ext>
              </a:extLst>
            </p:cNvPr>
            <p:cNvCxnSpPr>
              <a:cxnSpLocks/>
            </p:cNvCxnSpPr>
            <p:nvPr/>
          </p:nvCxnSpPr>
          <p:spPr bwMode="auto">
            <a:xfrm>
              <a:off x="2699792"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D8F0F79-D2E0-F7FA-D5C3-A7255D33D9EA}"/>
                </a:ext>
              </a:extLst>
            </p:cNvPr>
            <p:cNvCxnSpPr>
              <a:cxnSpLocks/>
            </p:cNvCxnSpPr>
            <p:nvPr/>
          </p:nvCxnSpPr>
          <p:spPr bwMode="auto">
            <a:xfrm>
              <a:off x="2867811"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DB37906-F63B-CDF2-442C-E6BD51189139}"/>
                </a:ext>
              </a:extLst>
            </p:cNvPr>
            <p:cNvCxnSpPr>
              <a:cxnSpLocks/>
            </p:cNvCxnSpPr>
            <p:nvPr/>
          </p:nvCxnSpPr>
          <p:spPr bwMode="auto">
            <a:xfrm>
              <a:off x="3035830"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004CC875-F822-A532-251D-0DA56A8EF6C7}"/>
                </a:ext>
              </a:extLst>
            </p:cNvPr>
            <p:cNvCxnSpPr>
              <a:cxnSpLocks/>
            </p:cNvCxnSpPr>
            <p:nvPr/>
          </p:nvCxnSpPr>
          <p:spPr bwMode="auto">
            <a:xfrm>
              <a:off x="3203849"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45AA0D7F-13A2-FDBC-89EB-7602664F0111}"/>
                </a:ext>
              </a:extLst>
            </p:cNvPr>
            <p:cNvCxnSpPr>
              <a:cxnSpLocks/>
            </p:cNvCxnSpPr>
            <p:nvPr/>
          </p:nvCxnSpPr>
          <p:spPr bwMode="auto">
            <a:xfrm>
              <a:off x="3371868"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BBD8852-9342-3D3A-6108-A1574AC6BBA5}"/>
                </a:ext>
              </a:extLst>
            </p:cNvPr>
            <p:cNvCxnSpPr>
              <a:cxnSpLocks/>
            </p:cNvCxnSpPr>
            <p:nvPr/>
          </p:nvCxnSpPr>
          <p:spPr bwMode="auto">
            <a:xfrm>
              <a:off x="3539887"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ED021828-64FA-E778-0C51-0A6A9EFD4801}"/>
                </a:ext>
              </a:extLst>
            </p:cNvPr>
            <p:cNvCxnSpPr>
              <a:cxnSpLocks/>
            </p:cNvCxnSpPr>
            <p:nvPr/>
          </p:nvCxnSpPr>
          <p:spPr bwMode="auto">
            <a:xfrm>
              <a:off x="3707904"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9" name="Group 28">
            <a:extLst>
              <a:ext uri="{FF2B5EF4-FFF2-40B4-BE49-F238E27FC236}">
                <a16:creationId xmlns:a16="http://schemas.microsoft.com/office/drawing/2014/main" id="{A356F43D-C913-52A4-ED93-F67722851A62}"/>
              </a:ext>
            </a:extLst>
          </p:cNvPr>
          <p:cNvGrpSpPr/>
          <p:nvPr/>
        </p:nvGrpSpPr>
        <p:grpSpPr>
          <a:xfrm>
            <a:off x="6831260" y="3009577"/>
            <a:ext cx="1008112" cy="609600"/>
            <a:chOff x="2699792" y="2997200"/>
            <a:chExt cx="1008112" cy="609600"/>
          </a:xfrm>
        </p:grpSpPr>
        <p:cxnSp>
          <p:nvCxnSpPr>
            <p:cNvPr id="30" name="Straight Connector 29">
              <a:extLst>
                <a:ext uri="{FF2B5EF4-FFF2-40B4-BE49-F238E27FC236}">
                  <a16:creationId xmlns:a16="http://schemas.microsoft.com/office/drawing/2014/main" id="{5D3E4AFF-CC39-6EC8-AD62-30FCF22CFC5C}"/>
                </a:ext>
              </a:extLst>
            </p:cNvPr>
            <p:cNvCxnSpPr>
              <a:cxnSpLocks/>
            </p:cNvCxnSpPr>
            <p:nvPr/>
          </p:nvCxnSpPr>
          <p:spPr bwMode="auto">
            <a:xfrm>
              <a:off x="2699792"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7612CDC1-A32C-8470-B9C9-AAEE02C84F85}"/>
                </a:ext>
              </a:extLst>
            </p:cNvPr>
            <p:cNvCxnSpPr>
              <a:cxnSpLocks/>
            </p:cNvCxnSpPr>
            <p:nvPr/>
          </p:nvCxnSpPr>
          <p:spPr bwMode="auto">
            <a:xfrm>
              <a:off x="2867811"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81565C77-2F37-5222-B231-E1FAD34CC407}"/>
                </a:ext>
              </a:extLst>
            </p:cNvPr>
            <p:cNvCxnSpPr>
              <a:cxnSpLocks/>
            </p:cNvCxnSpPr>
            <p:nvPr/>
          </p:nvCxnSpPr>
          <p:spPr bwMode="auto">
            <a:xfrm>
              <a:off x="3035830"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BCA631F6-4E06-037A-6E5A-AF6A7797A513}"/>
                </a:ext>
              </a:extLst>
            </p:cNvPr>
            <p:cNvCxnSpPr>
              <a:cxnSpLocks/>
            </p:cNvCxnSpPr>
            <p:nvPr/>
          </p:nvCxnSpPr>
          <p:spPr bwMode="auto">
            <a:xfrm>
              <a:off x="3203849"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3F27E7B8-5869-D0B0-5B17-714329472F37}"/>
                </a:ext>
              </a:extLst>
            </p:cNvPr>
            <p:cNvCxnSpPr>
              <a:cxnSpLocks/>
            </p:cNvCxnSpPr>
            <p:nvPr/>
          </p:nvCxnSpPr>
          <p:spPr bwMode="auto">
            <a:xfrm>
              <a:off x="3371868"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5F828D79-66EA-9713-A978-B4EBDE787B03}"/>
                </a:ext>
              </a:extLst>
            </p:cNvPr>
            <p:cNvCxnSpPr>
              <a:cxnSpLocks/>
            </p:cNvCxnSpPr>
            <p:nvPr/>
          </p:nvCxnSpPr>
          <p:spPr bwMode="auto">
            <a:xfrm>
              <a:off x="3539887"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BF4D24B2-56B1-CCDB-353D-C419D3BD40D0}"/>
                </a:ext>
              </a:extLst>
            </p:cNvPr>
            <p:cNvCxnSpPr>
              <a:cxnSpLocks/>
            </p:cNvCxnSpPr>
            <p:nvPr/>
          </p:nvCxnSpPr>
          <p:spPr bwMode="auto">
            <a:xfrm>
              <a:off x="3707904" y="2997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5AC18F0-B2C7-4758-AABD-4EED5A7242A8}"/>
              </a:ext>
            </a:extLst>
          </p:cNvPr>
          <p:cNvSpPr>
            <a:spLocks noGrp="1" noChangeArrowheads="1"/>
          </p:cNvSpPr>
          <p:nvPr>
            <p:ph type="title"/>
          </p:nvPr>
        </p:nvSpPr>
        <p:spPr/>
        <p:txBody>
          <a:bodyPr/>
          <a:lstStyle/>
          <a:p>
            <a:r>
              <a:rPr lang="en-US" altLang="en-US"/>
              <a:t>Big-endian and Little endian</a:t>
            </a:r>
          </a:p>
        </p:txBody>
      </p:sp>
      <p:sp>
        <p:nvSpPr>
          <p:cNvPr id="48131" name="Rectangle 3">
            <a:extLst>
              <a:ext uri="{FF2B5EF4-FFF2-40B4-BE49-F238E27FC236}">
                <a16:creationId xmlns:a16="http://schemas.microsoft.com/office/drawing/2014/main" id="{685CC059-8DE4-D043-169F-950F342A33B9}"/>
              </a:ext>
            </a:extLst>
          </p:cNvPr>
          <p:cNvSpPr>
            <a:spLocks noGrp="1" noChangeArrowheads="1"/>
          </p:cNvSpPr>
          <p:nvPr>
            <p:ph type="body" idx="1"/>
          </p:nvPr>
        </p:nvSpPr>
        <p:spPr/>
        <p:txBody>
          <a:bodyPr/>
          <a:lstStyle/>
          <a:p>
            <a:r>
              <a:rPr lang="en-US" altLang="en-US"/>
              <a:t>Two ways that byte addresses can be assigned</a:t>
            </a:r>
          </a:p>
          <a:p>
            <a:r>
              <a:rPr lang="en-US" altLang="en-US" sz="3600" b="1">
                <a:solidFill>
                  <a:srgbClr val="92D050"/>
                </a:solidFill>
              </a:rPr>
              <a:t>Big-endian</a:t>
            </a:r>
          </a:p>
          <a:p>
            <a:pPr lvl="1"/>
            <a:r>
              <a:rPr lang="en-US" altLang="en-US"/>
              <a:t>When lower byte addresses are used for the more significant (leftmost) bytes</a:t>
            </a:r>
          </a:p>
          <a:p>
            <a:r>
              <a:rPr lang="en-US" altLang="en-US" sz="3600" b="1">
                <a:solidFill>
                  <a:srgbClr val="FF0000"/>
                </a:solidFill>
              </a:rPr>
              <a:t>Little-endian</a:t>
            </a:r>
          </a:p>
          <a:p>
            <a:pPr lvl="1"/>
            <a:r>
              <a:rPr lang="en-US" altLang="en-US"/>
              <a:t>When lower byte addresses are used for the less significant (rightmost) bytes</a:t>
            </a:r>
          </a:p>
          <a:p>
            <a:r>
              <a:rPr lang="en-US" altLang="en-US"/>
              <a:t>Both are used in commercial machines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C8E0E8F7-B30A-FA79-A4F5-484B207F2103}"/>
              </a:ext>
            </a:extLst>
          </p:cNvPr>
          <p:cNvSpPr>
            <a:spLocks noGrp="1" noChangeArrowheads="1"/>
          </p:cNvSpPr>
          <p:nvPr>
            <p:ph type="title"/>
          </p:nvPr>
        </p:nvSpPr>
        <p:spPr/>
        <p:txBody>
          <a:bodyPr/>
          <a:lstStyle/>
          <a:p>
            <a:r>
              <a:rPr lang="en-US" altLang="en-US"/>
              <a:t>Big-endian and Little endian</a:t>
            </a:r>
          </a:p>
        </p:txBody>
      </p:sp>
      <p:sp>
        <p:nvSpPr>
          <p:cNvPr id="50179" name="Rectangle 4">
            <a:extLst>
              <a:ext uri="{FF2B5EF4-FFF2-40B4-BE49-F238E27FC236}">
                <a16:creationId xmlns:a16="http://schemas.microsoft.com/office/drawing/2014/main" id="{FD7525FB-836C-6F44-C72D-C8585FF5E4A0}"/>
              </a:ext>
            </a:extLst>
          </p:cNvPr>
          <p:cNvSpPr>
            <a:spLocks noChangeArrowheads="1"/>
          </p:cNvSpPr>
          <p:nvPr/>
        </p:nvSpPr>
        <p:spPr bwMode="auto">
          <a:xfrm>
            <a:off x="1936750" y="2301875"/>
            <a:ext cx="2397125" cy="3116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0180" name="Line 5">
            <a:extLst>
              <a:ext uri="{FF2B5EF4-FFF2-40B4-BE49-F238E27FC236}">
                <a16:creationId xmlns:a16="http://schemas.microsoft.com/office/drawing/2014/main" id="{A5F305A9-8E0D-4A30-9F42-F768257F97AE}"/>
              </a:ext>
            </a:extLst>
          </p:cNvPr>
          <p:cNvSpPr>
            <a:spLocks noChangeShapeType="1"/>
          </p:cNvSpPr>
          <p:nvPr/>
        </p:nvSpPr>
        <p:spPr bwMode="auto">
          <a:xfrm flipH="1">
            <a:off x="1936750" y="2773363"/>
            <a:ext cx="23971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181" name="Line 6">
            <a:extLst>
              <a:ext uri="{FF2B5EF4-FFF2-40B4-BE49-F238E27FC236}">
                <a16:creationId xmlns:a16="http://schemas.microsoft.com/office/drawing/2014/main" id="{891A2C31-318B-DBF9-ED5C-2860484AC5EA}"/>
              </a:ext>
            </a:extLst>
          </p:cNvPr>
          <p:cNvSpPr>
            <a:spLocks noChangeShapeType="1"/>
          </p:cNvSpPr>
          <p:nvPr/>
        </p:nvSpPr>
        <p:spPr bwMode="auto">
          <a:xfrm flipH="1">
            <a:off x="1936750" y="3265488"/>
            <a:ext cx="23971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182" name="Line 7">
            <a:extLst>
              <a:ext uri="{FF2B5EF4-FFF2-40B4-BE49-F238E27FC236}">
                <a16:creationId xmlns:a16="http://schemas.microsoft.com/office/drawing/2014/main" id="{50E6E335-2D7A-C43F-7257-266DD69E7259}"/>
              </a:ext>
            </a:extLst>
          </p:cNvPr>
          <p:cNvSpPr>
            <a:spLocks noChangeShapeType="1"/>
          </p:cNvSpPr>
          <p:nvPr/>
        </p:nvSpPr>
        <p:spPr bwMode="auto">
          <a:xfrm flipV="1">
            <a:off x="2540000" y="2301875"/>
            <a:ext cx="1588" cy="9636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183" name="Line 8">
            <a:extLst>
              <a:ext uri="{FF2B5EF4-FFF2-40B4-BE49-F238E27FC236}">
                <a16:creationId xmlns:a16="http://schemas.microsoft.com/office/drawing/2014/main" id="{FCD2548E-E2AB-9E70-A210-2F64D37A7E19}"/>
              </a:ext>
            </a:extLst>
          </p:cNvPr>
          <p:cNvSpPr>
            <a:spLocks noChangeShapeType="1"/>
          </p:cNvSpPr>
          <p:nvPr/>
        </p:nvSpPr>
        <p:spPr bwMode="auto">
          <a:xfrm flipV="1">
            <a:off x="3125788" y="2301875"/>
            <a:ext cx="1587" cy="9636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184" name="Line 9">
            <a:extLst>
              <a:ext uri="{FF2B5EF4-FFF2-40B4-BE49-F238E27FC236}">
                <a16:creationId xmlns:a16="http://schemas.microsoft.com/office/drawing/2014/main" id="{E41C7CB0-55F1-9DC8-136D-3384A7FA6DD7}"/>
              </a:ext>
            </a:extLst>
          </p:cNvPr>
          <p:cNvSpPr>
            <a:spLocks noChangeShapeType="1"/>
          </p:cNvSpPr>
          <p:nvPr/>
        </p:nvSpPr>
        <p:spPr bwMode="auto">
          <a:xfrm flipV="1">
            <a:off x="3730625" y="2301875"/>
            <a:ext cx="1588" cy="9636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185" name="Line 10">
            <a:extLst>
              <a:ext uri="{FF2B5EF4-FFF2-40B4-BE49-F238E27FC236}">
                <a16:creationId xmlns:a16="http://schemas.microsoft.com/office/drawing/2014/main" id="{2BCA8DA9-45ED-960E-5510-E0F4443587B8}"/>
              </a:ext>
            </a:extLst>
          </p:cNvPr>
          <p:cNvSpPr>
            <a:spLocks noChangeShapeType="1"/>
          </p:cNvSpPr>
          <p:nvPr/>
        </p:nvSpPr>
        <p:spPr bwMode="auto">
          <a:xfrm flipH="1">
            <a:off x="1936750" y="4946650"/>
            <a:ext cx="23971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186" name="Line 11">
            <a:extLst>
              <a:ext uri="{FF2B5EF4-FFF2-40B4-BE49-F238E27FC236}">
                <a16:creationId xmlns:a16="http://schemas.microsoft.com/office/drawing/2014/main" id="{2F131F08-C5D7-493E-15E8-7CD8CBDE4FCF}"/>
              </a:ext>
            </a:extLst>
          </p:cNvPr>
          <p:cNvSpPr>
            <a:spLocks noChangeShapeType="1"/>
          </p:cNvSpPr>
          <p:nvPr/>
        </p:nvSpPr>
        <p:spPr bwMode="auto">
          <a:xfrm flipV="1">
            <a:off x="2540000" y="4946650"/>
            <a:ext cx="1588" cy="471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187" name="Line 12">
            <a:extLst>
              <a:ext uri="{FF2B5EF4-FFF2-40B4-BE49-F238E27FC236}">
                <a16:creationId xmlns:a16="http://schemas.microsoft.com/office/drawing/2014/main" id="{3FD281CD-026A-AB08-7010-18EDE4CFA2B3}"/>
              </a:ext>
            </a:extLst>
          </p:cNvPr>
          <p:cNvSpPr>
            <a:spLocks noChangeShapeType="1"/>
          </p:cNvSpPr>
          <p:nvPr/>
        </p:nvSpPr>
        <p:spPr bwMode="auto">
          <a:xfrm flipV="1">
            <a:off x="3125788" y="4946650"/>
            <a:ext cx="1587" cy="471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188" name="Line 13">
            <a:extLst>
              <a:ext uri="{FF2B5EF4-FFF2-40B4-BE49-F238E27FC236}">
                <a16:creationId xmlns:a16="http://schemas.microsoft.com/office/drawing/2014/main" id="{4656C330-779F-1777-84B1-23E52D935A64}"/>
              </a:ext>
            </a:extLst>
          </p:cNvPr>
          <p:cNvSpPr>
            <a:spLocks noChangeShapeType="1"/>
          </p:cNvSpPr>
          <p:nvPr/>
        </p:nvSpPr>
        <p:spPr bwMode="auto">
          <a:xfrm flipV="1">
            <a:off x="3730625" y="4946650"/>
            <a:ext cx="1588" cy="471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189" name="Rectangle 14">
            <a:extLst>
              <a:ext uri="{FF2B5EF4-FFF2-40B4-BE49-F238E27FC236}">
                <a16:creationId xmlns:a16="http://schemas.microsoft.com/office/drawing/2014/main" id="{D1C8A74D-3E0E-AA8B-E380-C38E358653A1}"/>
              </a:ext>
            </a:extLst>
          </p:cNvPr>
          <p:cNvSpPr>
            <a:spLocks noChangeArrowheads="1"/>
          </p:cNvSpPr>
          <p:nvPr/>
        </p:nvSpPr>
        <p:spPr bwMode="auto">
          <a:xfrm>
            <a:off x="2049463"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190" name="Rectangle 15">
            <a:extLst>
              <a:ext uri="{FF2B5EF4-FFF2-40B4-BE49-F238E27FC236}">
                <a16:creationId xmlns:a16="http://schemas.microsoft.com/office/drawing/2014/main" id="{472942D9-6D82-F154-75B4-427B80EB946D}"/>
              </a:ext>
            </a:extLst>
          </p:cNvPr>
          <p:cNvSpPr>
            <a:spLocks noChangeArrowheads="1"/>
          </p:cNvSpPr>
          <p:nvPr/>
        </p:nvSpPr>
        <p:spPr bwMode="auto">
          <a:xfrm>
            <a:off x="2143125"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191" name="Rectangle 16">
            <a:extLst>
              <a:ext uri="{FF2B5EF4-FFF2-40B4-BE49-F238E27FC236}">
                <a16:creationId xmlns:a16="http://schemas.microsoft.com/office/drawing/2014/main" id="{62CCAE61-3949-365A-6913-6E428F05C345}"/>
              </a:ext>
            </a:extLst>
          </p:cNvPr>
          <p:cNvSpPr>
            <a:spLocks noChangeArrowheads="1"/>
          </p:cNvSpPr>
          <p:nvPr/>
        </p:nvSpPr>
        <p:spPr bwMode="auto">
          <a:xfrm>
            <a:off x="2332038"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4</a:t>
            </a:r>
            <a:endParaRPr kumimoji="0" lang="en-CA" altLang="en-US" sz="2400">
              <a:latin typeface="Times New Roman" panose="02020603050405020304" pitchFamily="18" charset="0"/>
            </a:endParaRPr>
          </a:p>
        </p:txBody>
      </p:sp>
      <p:sp>
        <p:nvSpPr>
          <p:cNvPr id="50192" name="Rectangle 17">
            <a:extLst>
              <a:ext uri="{FF2B5EF4-FFF2-40B4-BE49-F238E27FC236}">
                <a16:creationId xmlns:a16="http://schemas.microsoft.com/office/drawing/2014/main" id="{EC90D6DA-B051-E2D2-436E-F341714A8CEF}"/>
              </a:ext>
            </a:extLst>
          </p:cNvPr>
          <p:cNvSpPr>
            <a:spLocks noChangeArrowheads="1"/>
          </p:cNvSpPr>
          <p:nvPr/>
        </p:nvSpPr>
        <p:spPr bwMode="auto">
          <a:xfrm>
            <a:off x="2219325" y="5097463"/>
            <a:ext cx="555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193" name="Rectangle 18">
            <a:extLst>
              <a:ext uri="{FF2B5EF4-FFF2-40B4-BE49-F238E27FC236}">
                <a16:creationId xmlns:a16="http://schemas.microsoft.com/office/drawing/2014/main" id="{AE15033C-529B-B960-456A-7A085A921AFC}"/>
              </a:ext>
            </a:extLst>
          </p:cNvPr>
          <p:cNvSpPr>
            <a:spLocks noChangeArrowheads="1"/>
          </p:cNvSpPr>
          <p:nvPr/>
        </p:nvSpPr>
        <p:spPr bwMode="auto">
          <a:xfrm>
            <a:off x="2654300"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194" name="Rectangle 19">
            <a:extLst>
              <a:ext uri="{FF2B5EF4-FFF2-40B4-BE49-F238E27FC236}">
                <a16:creationId xmlns:a16="http://schemas.microsoft.com/office/drawing/2014/main" id="{A2A04278-6E07-6E0F-D674-D48916BC567E}"/>
              </a:ext>
            </a:extLst>
          </p:cNvPr>
          <p:cNvSpPr>
            <a:spLocks noChangeArrowheads="1"/>
          </p:cNvSpPr>
          <p:nvPr/>
        </p:nvSpPr>
        <p:spPr bwMode="auto">
          <a:xfrm>
            <a:off x="2747963"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195" name="Rectangle 20">
            <a:extLst>
              <a:ext uri="{FF2B5EF4-FFF2-40B4-BE49-F238E27FC236}">
                <a16:creationId xmlns:a16="http://schemas.microsoft.com/office/drawing/2014/main" id="{544C91D4-E811-37C1-C42C-7CAF28AA21EA}"/>
              </a:ext>
            </a:extLst>
          </p:cNvPr>
          <p:cNvSpPr>
            <a:spLocks noChangeArrowheads="1"/>
          </p:cNvSpPr>
          <p:nvPr/>
        </p:nvSpPr>
        <p:spPr bwMode="auto">
          <a:xfrm>
            <a:off x="2936875"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3</a:t>
            </a:r>
            <a:endParaRPr kumimoji="0" lang="en-CA" altLang="en-US" sz="2400">
              <a:latin typeface="Times New Roman" panose="02020603050405020304" pitchFamily="18" charset="0"/>
            </a:endParaRPr>
          </a:p>
        </p:txBody>
      </p:sp>
      <p:sp>
        <p:nvSpPr>
          <p:cNvPr id="50196" name="Rectangle 21">
            <a:extLst>
              <a:ext uri="{FF2B5EF4-FFF2-40B4-BE49-F238E27FC236}">
                <a16:creationId xmlns:a16="http://schemas.microsoft.com/office/drawing/2014/main" id="{B311EEA7-8287-167C-4FCF-F759A4FA9C20}"/>
              </a:ext>
            </a:extLst>
          </p:cNvPr>
          <p:cNvSpPr>
            <a:spLocks noChangeArrowheads="1"/>
          </p:cNvSpPr>
          <p:nvPr/>
        </p:nvSpPr>
        <p:spPr bwMode="auto">
          <a:xfrm>
            <a:off x="2824163" y="5097463"/>
            <a:ext cx="555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197" name="Rectangle 22">
            <a:extLst>
              <a:ext uri="{FF2B5EF4-FFF2-40B4-BE49-F238E27FC236}">
                <a16:creationId xmlns:a16="http://schemas.microsoft.com/office/drawing/2014/main" id="{563AB7B9-29DE-6DB3-75DF-7AB47A87D95A}"/>
              </a:ext>
            </a:extLst>
          </p:cNvPr>
          <p:cNvSpPr>
            <a:spLocks noChangeArrowheads="1"/>
          </p:cNvSpPr>
          <p:nvPr/>
        </p:nvSpPr>
        <p:spPr bwMode="auto">
          <a:xfrm>
            <a:off x="3257550"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198" name="Rectangle 23">
            <a:extLst>
              <a:ext uri="{FF2B5EF4-FFF2-40B4-BE49-F238E27FC236}">
                <a16:creationId xmlns:a16="http://schemas.microsoft.com/office/drawing/2014/main" id="{3EC2FD1D-A877-7E3C-3B48-0EF5CED0D81A}"/>
              </a:ext>
            </a:extLst>
          </p:cNvPr>
          <p:cNvSpPr>
            <a:spLocks noChangeArrowheads="1"/>
          </p:cNvSpPr>
          <p:nvPr/>
        </p:nvSpPr>
        <p:spPr bwMode="auto">
          <a:xfrm>
            <a:off x="3333750"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199" name="Rectangle 24">
            <a:extLst>
              <a:ext uri="{FF2B5EF4-FFF2-40B4-BE49-F238E27FC236}">
                <a16:creationId xmlns:a16="http://schemas.microsoft.com/office/drawing/2014/main" id="{C3F31D6D-A9E6-0171-AC04-6378F7800ED5}"/>
              </a:ext>
            </a:extLst>
          </p:cNvPr>
          <p:cNvSpPr>
            <a:spLocks noChangeArrowheads="1"/>
          </p:cNvSpPr>
          <p:nvPr/>
        </p:nvSpPr>
        <p:spPr bwMode="auto">
          <a:xfrm>
            <a:off x="3541713"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00" name="Rectangle 25">
            <a:extLst>
              <a:ext uri="{FF2B5EF4-FFF2-40B4-BE49-F238E27FC236}">
                <a16:creationId xmlns:a16="http://schemas.microsoft.com/office/drawing/2014/main" id="{7F59A4F9-7D94-5AEF-A311-72CE0EC6CE9B}"/>
              </a:ext>
            </a:extLst>
          </p:cNvPr>
          <p:cNvSpPr>
            <a:spLocks noChangeArrowheads="1"/>
          </p:cNvSpPr>
          <p:nvPr/>
        </p:nvSpPr>
        <p:spPr bwMode="auto">
          <a:xfrm>
            <a:off x="3408363" y="5097463"/>
            <a:ext cx="555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201" name="Rectangle 26">
            <a:extLst>
              <a:ext uri="{FF2B5EF4-FFF2-40B4-BE49-F238E27FC236}">
                <a16:creationId xmlns:a16="http://schemas.microsoft.com/office/drawing/2014/main" id="{A94EA93A-922E-5510-393D-B4D982AE84D8}"/>
              </a:ext>
            </a:extLst>
          </p:cNvPr>
          <p:cNvSpPr>
            <a:spLocks noChangeArrowheads="1"/>
          </p:cNvSpPr>
          <p:nvPr/>
        </p:nvSpPr>
        <p:spPr bwMode="auto">
          <a:xfrm>
            <a:off x="3843338"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02" name="Rectangle 27">
            <a:extLst>
              <a:ext uri="{FF2B5EF4-FFF2-40B4-BE49-F238E27FC236}">
                <a16:creationId xmlns:a16="http://schemas.microsoft.com/office/drawing/2014/main" id="{82AF7062-FC1B-81F3-5655-66F4F095AA99}"/>
              </a:ext>
            </a:extLst>
          </p:cNvPr>
          <p:cNvSpPr>
            <a:spLocks noChangeArrowheads="1"/>
          </p:cNvSpPr>
          <p:nvPr/>
        </p:nvSpPr>
        <p:spPr bwMode="auto">
          <a:xfrm>
            <a:off x="3937000"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203" name="Rectangle 28">
            <a:extLst>
              <a:ext uri="{FF2B5EF4-FFF2-40B4-BE49-F238E27FC236}">
                <a16:creationId xmlns:a16="http://schemas.microsoft.com/office/drawing/2014/main" id="{7D597B9A-2C22-872A-E389-D3298B1975FE}"/>
              </a:ext>
            </a:extLst>
          </p:cNvPr>
          <p:cNvSpPr>
            <a:spLocks noChangeArrowheads="1"/>
          </p:cNvSpPr>
          <p:nvPr/>
        </p:nvSpPr>
        <p:spPr bwMode="auto">
          <a:xfrm>
            <a:off x="4144963"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1</a:t>
            </a:r>
            <a:endParaRPr kumimoji="0" lang="en-CA" altLang="en-US" sz="2400">
              <a:latin typeface="Times New Roman" panose="02020603050405020304" pitchFamily="18" charset="0"/>
            </a:endParaRPr>
          </a:p>
        </p:txBody>
      </p:sp>
      <p:sp>
        <p:nvSpPr>
          <p:cNvPr id="50204" name="Rectangle 29">
            <a:extLst>
              <a:ext uri="{FF2B5EF4-FFF2-40B4-BE49-F238E27FC236}">
                <a16:creationId xmlns:a16="http://schemas.microsoft.com/office/drawing/2014/main" id="{2DD8AB86-0306-D7D7-E8D0-47AE281C51EC}"/>
              </a:ext>
            </a:extLst>
          </p:cNvPr>
          <p:cNvSpPr>
            <a:spLocks noChangeArrowheads="1"/>
          </p:cNvSpPr>
          <p:nvPr/>
        </p:nvSpPr>
        <p:spPr bwMode="auto">
          <a:xfrm>
            <a:off x="4013200" y="5097463"/>
            <a:ext cx="555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205" name="Rectangle 30">
            <a:extLst>
              <a:ext uri="{FF2B5EF4-FFF2-40B4-BE49-F238E27FC236}">
                <a16:creationId xmlns:a16="http://schemas.microsoft.com/office/drawing/2014/main" id="{C22EA507-61D7-F9E7-BB4B-875372D1ABC8}"/>
              </a:ext>
            </a:extLst>
          </p:cNvPr>
          <p:cNvSpPr>
            <a:spLocks noChangeArrowheads="1"/>
          </p:cNvSpPr>
          <p:nvPr/>
        </p:nvSpPr>
        <p:spPr bwMode="auto">
          <a:xfrm>
            <a:off x="4749800"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06" name="Rectangle 31">
            <a:extLst>
              <a:ext uri="{FF2B5EF4-FFF2-40B4-BE49-F238E27FC236}">
                <a16:creationId xmlns:a16="http://schemas.microsoft.com/office/drawing/2014/main" id="{AE3CCBF1-8F7C-103E-F749-D039B071C14F}"/>
              </a:ext>
            </a:extLst>
          </p:cNvPr>
          <p:cNvSpPr>
            <a:spLocks noChangeArrowheads="1"/>
          </p:cNvSpPr>
          <p:nvPr/>
        </p:nvSpPr>
        <p:spPr bwMode="auto">
          <a:xfrm>
            <a:off x="4843463"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207" name="Rectangle 32">
            <a:extLst>
              <a:ext uri="{FF2B5EF4-FFF2-40B4-BE49-F238E27FC236}">
                <a16:creationId xmlns:a16="http://schemas.microsoft.com/office/drawing/2014/main" id="{6F311D7A-5232-927C-81E7-BF2FD9D5A3B7}"/>
              </a:ext>
            </a:extLst>
          </p:cNvPr>
          <p:cNvSpPr>
            <a:spLocks noChangeArrowheads="1"/>
          </p:cNvSpPr>
          <p:nvPr/>
        </p:nvSpPr>
        <p:spPr bwMode="auto">
          <a:xfrm>
            <a:off x="5051425"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4</a:t>
            </a:r>
            <a:endParaRPr kumimoji="0" lang="en-CA" altLang="en-US" sz="2400">
              <a:latin typeface="Times New Roman" panose="02020603050405020304" pitchFamily="18" charset="0"/>
            </a:endParaRPr>
          </a:p>
        </p:txBody>
      </p:sp>
      <p:sp>
        <p:nvSpPr>
          <p:cNvPr id="50208" name="Rectangle 33">
            <a:extLst>
              <a:ext uri="{FF2B5EF4-FFF2-40B4-BE49-F238E27FC236}">
                <a16:creationId xmlns:a16="http://schemas.microsoft.com/office/drawing/2014/main" id="{82DBA2E8-89EE-002A-B59E-2276F930CE6C}"/>
              </a:ext>
            </a:extLst>
          </p:cNvPr>
          <p:cNvSpPr>
            <a:spLocks noChangeArrowheads="1"/>
          </p:cNvSpPr>
          <p:nvPr/>
        </p:nvSpPr>
        <p:spPr bwMode="auto">
          <a:xfrm>
            <a:off x="4919663" y="5097463"/>
            <a:ext cx="555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209" name="Rectangle 34">
            <a:extLst>
              <a:ext uri="{FF2B5EF4-FFF2-40B4-BE49-F238E27FC236}">
                <a16:creationId xmlns:a16="http://schemas.microsoft.com/office/drawing/2014/main" id="{E614A3B3-5203-DDC2-F581-A2D9EC675E78}"/>
              </a:ext>
            </a:extLst>
          </p:cNvPr>
          <p:cNvSpPr>
            <a:spLocks noChangeArrowheads="1"/>
          </p:cNvSpPr>
          <p:nvPr/>
        </p:nvSpPr>
        <p:spPr bwMode="auto">
          <a:xfrm>
            <a:off x="1389063"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10" name="Rectangle 35">
            <a:extLst>
              <a:ext uri="{FF2B5EF4-FFF2-40B4-BE49-F238E27FC236}">
                <a16:creationId xmlns:a16="http://schemas.microsoft.com/office/drawing/2014/main" id="{98202F3D-0E58-2EB3-F656-E3821E61AECB}"/>
              </a:ext>
            </a:extLst>
          </p:cNvPr>
          <p:cNvSpPr>
            <a:spLocks noChangeArrowheads="1"/>
          </p:cNvSpPr>
          <p:nvPr/>
        </p:nvSpPr>
        <p:spPr bwMode="auto">
          <a:xfrm>
            <a:off x="1482725"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211" name="Rectangle 36">
            <a:extLst>
              <a:ext uri="{FF2B5EF4-FFF2-40B4-BE49-F238E27FC236}">
                <a16:creationId xmlns:a16="http://schemas.microsoft.com/office/drawing/2014/main" id="{C79D0812-439A-2681-941C-A6DBD7B6F815}"/>
              </a:ext>
            </a:extLst>
          </p:cNvPr>
          <p:cNvSpPr>
            <a:spLocks noChangeArrowheads="1"/>
          </p:cNvSpPr>
          <p:nvPr/>
        </p:nvSpPr>
        <p:spPr bwMode="auto">
          <a:xfrm>
            <a:off x="1671638"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4</a:t>
            </a:r>
            <a:endParaRPr kumimoji="0" lang="en-CA" altLang="en-US" sz="2400">
              <a:latin typeface="Times New Roman" panose="02020603050405020304" pitchFamily="18" charset="0"/>
            </a:endParaRPr>
          </a:p>
        </p:txBody>
      </p:sp>
      <p:sp>
        <p:nvSpPr>
          <p:cNvPr id="50212" name="Rectangle 37">
            <a:extLst>
              <a:ext uri="{FF2B5EF4-FFF2-40B4-BE49-F238E27FC236}">
                <a16:creationId xmlns:a16="http://schemas.microsoft.com/office/drawing/2014/main" id="{43414E01-2148-FEB2-F9FB-4D6A4BEA51BF}"/>
              </a:ext>
            </a:extLst>
          </p:cNvPr>
          <p:cNvSpPr>
            <a:spLocks noChangeArrowheads="1"/>
          </p:cNvSpPr>
          <p:nvPr/>
        </p:nvSpPr>
        <p:spPr bwMode="auto">
          <a:xfrm>
            <a:off x="1558925" y="5097463"/>
            <a:ext cx="555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213" name="Rectangle 38">
            <a:extLst>
              <a:ext uri="{FF2B5EF4-FFF2-40B4-BE49-F238E27FC236}">
                <a16:creationId xmlns:a16="http://schemas.microsoft.com/office/drawing/2014/main" id="{49090B2C-CC74-70B8-1B31-03409D5950C1}"/>
              </a:ext>
            </a:extLst>
          </p:cNvPr>
          <p:cNvSpPr>
            <a:spLocks noChangeArrowheads="1"/>
          </p:cNvSpPr>
          <p:nvPr/>
        </p:nvSpPr>
        <p:spPr bwMode="auto">
          <a:xfrm>
            <a:off x="2181225" y="241617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0</a:t>
            </a:r>
            <a:endParaRPr kumimoji="0" lang="en-CA" altLang="en-US" sz="2400">
              <a:latin typeface="Times New Roman" panose="02020603050405020304" pitchFamily="18" charset="0"/>
            </a:endParaRPr>
          </a:p>
        </p:txBody>
      </p:sp>
      <p:sp>
        <p:nvSpPr>
          <p:cNvPr id="50214" name="Rectangle 39">
            <a:extLst>
              <a:ext uri="{FF2B5EF4-FFF2-40B4-BE49-F238E27FC236}">
                <a16:creationId xmlns:a16="http://schemas.microsoft.com/office/drawing/2014/main" id="{F1852E27-9DA6-04A7-080C-392B1B5A19FB}"/>
              </a:ext>
            </a:extLst>
          </p:cNvPr>
          <p:cNvSpPr>
            <a:spLocks noChangeArrowheads="1"/>
          </p:cNvSpPr>
          <p:nvPr/>
        </p:nvSpPr>
        <p:spPr bwMode="auto">
          <a:xfrm>
            <a:off x="2786063" y="241617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1</a:t>
            </a:r>
            <a:endParaRPr kumimoji="0" lang="en-CA" altLang="en-US" sz="2400">
              <a:latin typeface="Times New Roman" panose="02020603050405020304" pitchFamily="18" charset="0"/>
            </a:endParaRPr>
          </a:p>
        </p:txBody>
      </p:sp>
      <p:sp>
        <p:nvSpPr>
          <p:cNvPr id="50215" name="Rectangle 40">
            <a:extLst>
              <a:ext uri="{FF2B5EF4-FFF2-40B4-BE49-F238E27FC236}">
                <a16:creationId xmlns:a16="http://schemas.microsoft.com/office/drawing/2014/main" id="{B39D9517-CDEA-47E8-7E90-DDCEC9904E87}"/>
              </a:ext>
            </a:extLst>
          </p:cNvPr>
          <p:cNvSpPr>
            <a:spLocks noChangeArrowheads="1"/>
          </p:cNvSpPr>
          <p:nvPr/>
        </p:nvSpPr>
        <p:spPr bwMode="auto">
          <a:xfrm>
            <a:off x="3389313" y="241617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16" name="Rectangle 41">
            <a:extLst>
              <a:ext uri="{FF2B5EF4-FFF2-40B4-BE49-F238E27FC236}">
                <a16:creationId xmlns:a16="http://schemas.microsoft.com/office/drawing/2014/main" id="{64718929-0526-3456-9A41-57246BB781BE}"/>
              </a:ext>
            </a:extLst>
          </p:cNvPr>
          <p:cNvSpPr>
            <a:spLocks noChangeArrowheads="1"/>
          </p:cNvSpPr>
          <p:nvPr/>
        </p:nvSpPr>
        <p:spPr bwMode="auto">
          <a:xfrm>
            <a:off x="3994150" y="241617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3</a:t>
            </a:r>
            <a:endParaRPr kumimoji="0" lang="en-CA" altLang="en-US" sz="2400">
              <a:latin typeface="Times New Roman" panose="02020603050405020304" pitchFamily="18" charset="0"/>
            </a:endParaRPr>
          </a:p>
        </p:txBody>
      </p:sp>
      <p:sp>
        <p:nvSpPr>
          <p:cNvPr id="50217" name="Rectangle 42">
            <a:extLst>
              <a:ext uri="{FF2B5EF4-FFF2-40B4-BE49-F238E27FC236}">
                <a16:creationId xmlns:a16="http://schemas.microsoft.com/office/drawing/2014/main" id="{C2E21C6A-57CA-75A5-E026-7FCD309E9D33}"/>
              </a:ext>
            </a:extLst>
          </p:cNvPr>
          <p:cNvSpPr>
            <a:spLocks noChangeArrowheads="1"/>
          </p:cNvSpPr>
          <p:nvPr/>
        </p:nvSpPr>
        <p:spPr bwMode="auto">
          <a:xfrm>
            <a:off x="2181225"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4</a:t>
            </a:r>
            <a:endParaRPr kumimoji="0" lang="en-CA" altLang="en-US" sz="2400">
              <a:latin typeface="Times New Roman" panose="02020603050405020304" pitchFamily="18" charset="0"/>
            </a:endParaRPr>
          </a:p>
        </p:txBody>
      </p:sp>
      <p:sp>
        <p:nvSpPr>
          <p:cNvPr id="50218" name="Rectangle 43">
            <a:extLst>
              <a:ext uri="{FF2B5EF4-FFF2-40B4-BE49-F238E27FC236}">
                <a16:creationId xmlns:a16="http://schemas.microsoft.com/office/drawing/2014/main" id="{AFA7902A-2CFE-6A40-AD09-4D4BC9C8D691}"/>
              </a:ext>
            </a:extLst>
          </p:cNvPr>
          <p:cNvSpPr>
            <a:spLocks noChangeArrowheads="1"/>
          </p:cNvSpPr>
          <p:nvPr/>
        </p:nvSpPr>
        <p:spPr bwMode="auto">
          <a:xfrm>
            <a:off x="2786063"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5</a:t>
            </a:r>
            <a:endParaRPr kumimoji="0" lang="en-CA" altLang="en-US" sz="2400">
              <a:latin typeface="Times New Roman" panose="02020603050405020304" pitchFamily="18" charset="0"/>
            </a:endParaRPr>
          </a:p>
        </p:txBody>
      </p:sp>
      <p:sp>
        <p:nvSpPr>
          <p:cNvPr id="50219" name="Rectangle 44">
            <a:extLst>
              <a:ext uri="{FF2B5EF4-FFF2-40B4-BE49-F238E27FC236}">
                <a16:creationId xmlns:a16="http://schemas.microsoft.com/office/drawing/2014/main" id="{DAE0E8C6-2BE4-16DA-FDF3-37B0685DC4BD}"/>
              </a:ext>
            </a:extLst>
          </p:cNvPr>
          <p:cNvSpPr>
            <a:spLocks noChangeArrowheads="1"/>
          </p:cNvSpPr>
          <p:nvPr/>
        </p:nvSpPr>
        <p:spPr bwMode="auto">
          <a:xfrm>
            <a:off x="3389313"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6</a:t>
            </a:r>
            <a:endParaRPr kumimoji="0" lang="en-CA" altLang="en-US" sz="2400">
              <a:latin typeface="Times New Roman" panose="02020603050405020304" pitchFamily="18" charset="0"/>
            </a:endParaRPr>
          </a:p>
        </p:txBody>
      </p:sp>
      <p:sp>
        <p:nvSpPr>
          <p:cNvPr id="50220" name="Rectangle 45">
            <a:extLst>
              <a:ext uri="{FF2B5EF4-FFF2-40B4-BE49-F238E27FC236}">
                <a16:creationId xmlns:a16="http://schemas.microsoft.com/office/drawing/2014/main" id="{8507C9A0-AFB5-6D66-E9F1-ABADB258AF31}"/>
              </a:ext>
            </a:extLst>
          </p:cNvPr>
          <p:cNvSpPr>
            <a:spLocks noChangeArrowheads="1"/>
          </p:cNvSpPr>
          <p:nvPr/>
        </p:nvSpPr>
        <p:spPr bwMode="auto">
          <a:xfrm>
            <a:off x="3994150"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7</a:t>
            </a:r>
            <a:endParaRPr kumimoji="0" lang="en-CA" altLang="en-US" sz="2400">
              <a:latin typeface="Times New Roman" panose="02020603050405020304" pitchFamily="18" charset="0"/>
            </a:endParaRPr>
          </a:p>
        </p:txBody>
      </p:sp>
      <p:sp>
        <p:nvSpPr>
          <p:cNvPr id="50221" name="Rectangle 46">
            <a:extLst>
              <a:ext uri="{FF2B5EF4-FFF2-40B4-BE49-F238E27FC236}">
                <a16:creationId xmlns:a16="http://schemas.microsoft.com/office/drawing/2014/main" id="{ECB41B65-1262-0ED0-3243-ABBB7D25E1A7}"/>
              </a:ext>
            </a:extLst>
          </p:cNvPr>
          <p:cNvSpPr>
            <a:spLocks noChangeArrowheads="1"/>
          </p:cNvSpPr>
          <p:nvPr/>
        </p:nvSpPr>
        <p:spPr bwMode="auto">
          <a:xfrm>
            <a:off x="5013325" y="241617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0</a:t>
            </a:r>
            <a:endParaRPr kumimoji="0" lang="en-CA" altLang="en-US" sz="2400">
              <a:latin typeface="Times New Roman" panose="02020603050405020304" pitchFamily="18" charset="0"/>
            </a:endParaRPr>
          </a:p>
        </p:txBody>
      </p:sp>
      <p:sp>
        <p:nvSpPr>
          <p:cNvPr id="50222" name="Rectangle 47">
            <a:extLst>
              <a:ext uri="{FF2B5EF4-FFF2-40B4-BE49-F238E27FC236}">
                <a16:creationId xmlns:a16="http://schemas.microsoft.com/office/drawing/2014/main" id="{05779FC2-A6F1-7636-AE17-11C216DD8CE2}"/>
              </a:ext>
            </a:extLst>
          </p:cNvPr>
          <p:cNvSpPr>
            <a:spLocks noChangeArrowheads="1"/>
          </p:cNvSpPr>
          <p:nvPr/>
        </p:nvSpPr>
        <p:spPr bwMode="auto">
          <a:xfrm>
            <a:off x="1520825" y="2416175"/>
            <a:ext cx="1381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 0</a:t>
            </a:r>
            <a:endParaRPr kumimoji="0" lang="en-CA" altLang="en-US" sz="2400">
              <a:latin typeface="Times New Roman" panose="02020603050405020304" pitchFamily="18" charset="0"/>
            </a:endParaRPr>
          </a:p>
        </p:txBody>
      </p:sp>
      <p:sp>
        <p:nvSpPr>
          <p:cNvPr id="50223" name="Rectangle 48">
            <a:extLst>
              <a:ext uri="{FF2B5EF4-FFF2-40B4-BE49-F238E27FC236}">
                <a16:creationId xmlns:a16="http://schemas.microsoft.com/office/drawing/2014/main" id="{EDE53D9A-4DB7-7F04-9EDA-9BF899A515BB}"/>
              </a:ext>
            </a:extLst>
          </p:cNvPr>
          <p:cNvSpPr>
            <a:spLocks noChangeArrowheads="1"/>
          </p:cNvSpPr>
          <p:nvPr/>
        </p:nvSpPr>
        <p:spPr bwMode="auto">
          <a:xfrm>
            <a:off x="1558925"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4</a:t>
            </a:r>
            <a:endParaRPr kumimoji="0" lang="en-CA" altLang="en-US" sz="2400">
              <a:latin typeface="Times New Roman" panose="02020603050405020304" pitchFamily="18" charset="0"/>
            </a:endParaRPr>
          </a:p>
        </p:txBody>
      </p:sp>
      <p:sp>
        <p:nvSpPr>
          <p:cNvPr id="50224" name="Rectangle 49">
            <a:extLst>
              <a:ext uri="{FF2B5EF4-FFF2-40B4-BE49-F238E27FC236}">
                <a16:creationId xmlns:a16="http://schemas.microsoft.com/office/drawing/2014/main" id="{20826B9E-FD53-0F59-2201-41E8513D7FA2}"/>
              </a:ext>
            </a:extLst>
          </p:cNvPr>
          <p:cNvSpPr>
            <a:spLocks noChangeArrowheads="1"/>
          </p:cNvSpPr>
          <p:nvPr/>
        </p:nvSpPr>
        <p:spPr bwMode="auto">
          <a:xfrm>
            <a:off x="5297488" y="2301875"/>
            <a:ext cx="2416175" cy="3116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0225" name="Line 50">
            <a:extLst>
              <a:ext uri="{FF2B5EF4-FFF2-40B4-BE49-F238E27FC236}">
                <a16:creationId xmlns:a16="http://schemas.microsoft.com/office/drawing/2014/main" id="{C6A62BB7-AA16-FE0C-D89B-998130C518AB}"/>
              </a:ext>
            </a:extLst>
          </p:cNvPr>
          <p:cNvSpPr>
            <a:spLocks noChangeShapeType="1"/>
          </p:cNvSpPr>
          <p:nvPr/>
        </p:nvSpPr>
        <p:spPr bwMode="auto">
          <a:xfrm flipH="1">
            <a:off x="5297488" y="2773363"/>
            <a:ext cx="241617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226" name="Line 51">
            <a:extLst>
              <a:ext uri="{FF2B5EF4-FFF2-40B4-BE49-F238E27FC236}">
                <a16:creationId xmlns:a16="http://schemas.microsoft.com/office/drawing/2014/main" id="{2F2F5F74-8A9F-19D5-CDE8-B61AFF8BD755}"/>
              </a:ext>
            </a:extLst>
          </p:cNvPr>
          <p:cNvSpPr>
            <a:spLocks noChangeShapeType="1"/>
          </p:cNvSpPr>
          <p:nvPr/>
        </p:nvSpPr>
        <p:spPr bwMode="auto">
          <a:xfrm flipH="1">
            <a:off x="5297488" y="3265488"/>
            <a:ext cx="241617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227" name="Line 52">
            <a:extLst>
              <a:ext uri="{FF2B5EF4-FFF2-40B4-BE49-F238E27FC236}">
                <a16:creationId xmlns:a16="http://schemas.microsoft.com/office/drawing/2014/main" id="{19786F4C-6B25-5681-970A-E84EFE45F972}"/>
              </a:ext>
            </a:extLst>
          </p:cNvPr>
          <p:cNvSpPr>
            <a:spLocks noChangeShapeType="1"/>
          </p:cNvSpPr>
          <p:nvPr/>
        </p:nvSpPr>
        <p:spPr bwMode="auto">
          <a:xfrm flipV="1">
            <a:off x="5900738" y="2301875"/>
            <a:ext cx="1587" cy="9636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228" name="Line 53">
            <a:extLst>
              <a:ext uri="{FF2B5EF4-FFF2-40B4-BE49-F238E27FC236}">
                <a16:creationId xmlns:a16="http://schemas.microsoft.com/office/drawing/2014/main" id="{2A18A44B-4362-3D77-CD24-242C84A91CF7}"/>
              </a:ext>
            </a:extLst>
          </p:cNvPr>
          <p:cNvSpPr>
            <a:spLocks noChangeShapeType="1"/>
          </p:cNvSpPr>
          <p:nvPr/>
        </p:nvSpPr>
        <p:spPr bwMode="auto">
          <a:xfrm flipV="1">
            <a:off x="6505575" y="2301875"/>
            <a:ext cx="1588" cy="9636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229" name="Line 54">
            <a:extLst>
              <a:ext uri="{FF2B5EF4-FFF2-40B4-BE49-F238E27FC236}">
                <a16:creationId xmlns:a16="http://schemas.microsoft.com/office/drawing/2014/main" id="{1B3DA273-B116-A249-E2BC-1FF4C8A30CB5}"/>
              </a:ext>
            </a:extLst>
          </p:cNvPr>
          <p:cNvSpPr>
            <a:spLocks noChangeShapeType="1"/>
          </p:cNvSpPr>
          <p:nvPr/>
        </p:nvSpPr>
        <p:spPr bwMode="auto">
          <a:xfrm flipV="1">
            <a:off x="7110413" y="2301875"/>
            <a:ext cx="1587" cy="9636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230" name="Line 55">
            <a:extLst>
              <a:ext uri="{FF2B5EF4-FFF2-40B4-BE49-F238E27FC236}">
                <a16:creationId xmlns:a16="http://schemas.microsoft.com/office/drawing/2014/main" id="{68050F92-7BA6-D378-9B6F-1C03745DA8EC}"/>
              </a:ext>
            </a:extLst>
          </p:cNvPr>
          <p:cNvSpPr>
            <a:spLocks noChangeShapeType="1"/>
          </p:cNvSpPr>
          <p:nvPr/>
        </p:nvSpPr>
        <p:spPr bwMode="auto">
          <a:xfrm flipH="1">
            <a:off x="5297488" y="4946650"/>
            <a:ext cx="241617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231" name="Line 56">
            <a:extLst>
              <a:ext uri="{FF2B5EF4-FFF2-40B4-BE49-F238E27FC236}">
                <a16:creationId xmlns:a16="http://schemas.microsoft.com/office/drawing/2014/main" id="{3BF1C540-6E7F-DCC3-12DC-8981098B8FD7}"/>
              </a:ext>
            </a:extLst>
          </p:cNvPr>
          <p:cNvSpPr>
            <a:spLocks noChangeShapeType="1"/>
          </p:cNvSpPr>
          <p:nvPr/>
        </p:nvSpPr>
        <p:spPr bwMode="auto">
          <a:xfrm flipV="1">
            <a:off x="5900738" y="4946650"/>
            <a:ext cx="1587" cy="471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232" name="Line 57">
            <a:extLst>
              <a:ext uri="{FF2B5EF4-FFF2-40B4-BE49-F238E27FC236}">
                <a16:creationId xmlns:a16="http://schemas.microsoft.com/office/drawing/2014/main" id="{F0AC7A95-F57E-897E-F97A-00EF14BE290D}"/>
              </a:ext>
            </a:extLst>
          </p:cNvPr>
          <p:cNvSpPr>
            <a:spLocks noChangeShapeType="1"/>
          </p:cNvSpPr>
          <p:nvPr/>
        </p:nvSpPr>
        <p:spPr bwMode="auto">
          <a:xfrm flipV="1">
            <a:off x="6505575" y="4946650"/>
            <a:ext cx="1588" cy="471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233" name="Line 58">
            <a:extLst>
              <a:ext uri="{FF2B5EF4-FFF2-40B4-BE49-F238E27FC236}">
                <a16:creationId xmlns:a16="http://schemas.microsoft.com/office/drawing/2014/main" id="{D17DB568-243D-2D9F-6AFC-07E3F91BC3A9}"/>
              </a:ext>
            </a:extLst>
          </p:cNvPr>
          <p:cNvSpPr>
            <a:spLocks noChangeShapeType="1"/>
          </p:cNvSpPr>
          <p:nvPr/>
        </p:nvSpPr>
        <p:spPr bwMode="auto">
          <a:xfrm flipV="1">
            <a:off x="7110413" y="4946650"/>
            <a:ext cx="1587" cy="471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0234" name="Rectangle 59">
            <a:extLst>
              <a:ext uri="{FF2B5EF4-FFF2-40B4-BE49-F238E27FC236}">
                <a16:creationId xmlns:a16="http://schemas.microsoft.com/office/drawing/2014/main" id="{E2D82616-C765-3BFF-E040-8D9B4FEF24CB}"/>
              </a:ext>
            </a:extLst>
          </p:cNvPr>
          <p:cNvSpPr>
            <a:spLocks noChangeArrowheads="1"/>
          </p:cNvSpPr>
          <p:nvPr/>
        </p:nvSpPr>
        <p:spPr bwMode="auto">
          <a:xfrm>
            <a:off x="5429250"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35" name="Rectangle 60">
            <a:extLst>
              <a:ext uri="{FF2B5EF4-FFF2-40B4-BE49-F238E27FC236}">
                <a16:creationId xmlns:a16="http://schemas.microsoft.com/office/drawing/2014/main" id="{29452009-DEDF-4E04-8B0A-A7CD990F1296}"/>
              </a:ext>
            </a:extLst>
          </p:cNvPr>
          <p:cNvSpPr>
            <a:spLocks noChangeArrowheads="1"/>
          </p:cNvSpPr>
          <p:nvPr/>
        </p:nvSpPr>
        <p:spPr bwMode="auto">
          <a:xfrm>
            <a:off x="5505450"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236" name="Rectangle 61">
            <a:extLst>
              <a:ext uri="{FF2B5EF4-FFF2-40B4-BE49-F238E27FC236}">
                <a16:creationId xmlns:a16="http://schemas.microsoft.com/office/drawing/2014/main" id="{6FD66831-0AE6-D8B5-88F3-71CE802C289E}"/>
              </a:ext>
            </a:extLst>
          </p:cNvPr>
          <p:cNvSpPr>
            <a:spLocks noChangeArrowheads="1"/>
          </p:cNvSpPr>
          <p:nvPr/>
        </p:nvSpPr>
        <p:spPr bwMode="auto">
          <a:xfrm>
            <a:off x="5711825"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1</a:t>
            </a:r>
            <a:endParaRPr kumimoji="0" lang="en-CA" altLang="en-US" sz="2400">
              <a:latin typeface="Times New Roman" panose="02020603050405020304" pitchFamily="18" charset="0"/>
            </a:endParaRPr>
          </a:p>
        </p:txBody>
      </p:sp>
      <p:sp>
        <p:nvSpPr>
          <p:cNvPr id="50237" name="Rectangle 62">
            <a:extLst>
              <a:ext uri="{FF2B5EF4-FFF2-40B4-BE49-F238E27FC236}">
                <a16:creationId xmlns:a16="http://schemas.microsoft.com/office/drawing/2014/main" id="{E0391F48-EF27-925F-6A0E-48A2A64AB4CC}"/>
              </a:ext>
            </a:extLst>
          </p:cNvPr>
          <p:cNvSpPr>
            <a:spLocks noChangeArrowheads="1"/>
          </p:cNvSpPr>
          <p:nvPr/>
        </p:nvSpPr>
        <p:spPr bwMode="auto">
          <a:xfrm>
            <a:off x="5580063" y="5097463"/>
            <a:ext cx="555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238" name="Rectangle 63">
            <a:extLst>
              <a:ext uri="{FF2B5EF4-FFF2-40B4-BE49-F238E27FC236}">
                <a16:creationId xmlns:a16="http://schemas.microsoft.com/office/drawing/2014/main" id="{976036BC-9F75-6835-8943-6D495A92254F}"/>
              </a:ext>
            </a:extLst>
          </p:cNvPr>
          <p:cNvSpPr>
            <a:spLocks noChangeArrowheads="1"/>
          </p:cNvSpPr>
          <p:nvPr/>
        </p:nvSpPr>
        <p:spPr bwMode="auto">
          <a:xfrm>
            <a:off x="6015038"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39" name="Rectangle 64">
            <a:extLst>
              <a:ext uri="{FF2B5EF4-FFF2-40B4-BE49-F238E27FC236}">
                <a16:creationId xmlns:a16="http://schemas.microsoft.com/office/drawing/2014/main" id="{89533945-AE63-2E29-0F92-9B8E6C85DBA1}"/>
              </a:ext>
            </a:extLst>
          </p:cNvPr>
          <p:cNvSpPr>
            <a:spLocks noChangeArrowheads="1"/>
          </p:cNvSpPr>
          <p:nvPr/>
        </p:nvSpPr>
        <p:spPr bwMode="auto">
          <a:xfrm>
            <a:off x="6108700"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240" name="Rectangle 65">
            <a:extLst>
              <a:ext uri="{FF2B5EF4-FFF2-40B4-BE49-F238E27FC236}">
                <a16:creationId xmlns:a16="http://schemas.microsoft.com/office/drawing/2014/main" id="{3C2AE916-DDE2-B1D8-4013-2BB0E755A97E}"/>
              </a:ext>
            </a:extLst>
          </p:cNvPr>
          <p:cNvSpPr>
            <a:spLocks noChangeArrowheads="1"/>
          </p:cNvSpPr>
          <p:nvPr/>
        </p:nvSpPr>
        <p:spPr bwMode="auto">
          <a:xfrm>
            <a:off x="6316663"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41" name="Rectangle 66">
            <a:extLst>
              <a:ext uri="{FF2B5EF4-FFF2-40B4-BE49-F238E27FC236}">
                <a16:creationId xmlns:a16="http://schemas.microsoft.com/office/drawing/2014/main" id="{6E64A380-973B-38CB-942B-88314F1303B8}"/>
              </a:ext>
            </a:extLst>
          </p:cNvPr>
          <p:cNvSpPr>
            <a:spLocks noChangeArrowheads="1"/>
          </p:cNvSpPr>
          <p:nvPr/>
        </p:nvSpPr>
        <p:spPr bwMode="auto">
          <a:xfrm>
            <a:off x="6184900" y="5097463"/>
            <a:ext cx="555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242" name="Rectangle 67">
            <a:extLst>
              <a:ext uri="{FF2B5EF4-FFF2-40B4-BE49-F238E27FC236}">
                <a16:creationId xmlns:a16="http://schemas.microsoft.com/office/drawing/2014/main" id="{6E484BC5-616F-2B6B-7A41-3A5FDE25DF60}"/>
              </a:ext>
            </a:extLst>
          </p:cNvPr>
          <p:cNvSpPr>
            <a:spLocks noChangeArrowheads="1"/>
          </p:cNvSpPr>
          <p:nvPr/>
        </p:nvSpPr>
        <p:spPr bwMode="auto">
          <a:xfrm>
            <a:off x="6618288"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43" name="Rectangle 68">
            <a:extLst>
              <a:ext uri="{FF2B5EF4-FFF2-40B4-BE49-F238E27FC236}">
                <a16:creationId xmlns:a16="http://schemas.microsoft.com/office/drawing/2014/main" id="{A86FCC9E-1805-DA04-C9FD-BB9E5053C00A}"/>
              </a:ext>
            </a:extLst>
          </p:cNvPr>
          <p:cNvSpPr>
            <a:spLocks noChangeArrowheads="1"/>
          </p:cNvSpPr>
          <p:nvPr/>
        </p:nvSpPr>
        <p:spPr bwMode="auto">
          <a:xfrm>
            <a:off x="6713538"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244" name="Rectangle 69">
            <a:extLst>
              <a:ext uri="{FF2B5EF4-FFF2-40B4-BE49-F238E27FC236}">
                <a16:creationId xmlns:a16="http://schemas.microsoft.com/office/drawing/2014/main" id="{C41C0CC0-5A0A-A6E0-D11F-A3D2690B129D}"/>
              </a:ext>
            </a:extLst>
          </p:cNvPr>
          <p:cNvSpPr>
            <a:spLocks noChangeArrowheads="1"/>
          </p:cNvSpPr>
          <p:nvPr/>
        </p:nvSpPr>
        <p:spPr bwMode="auto">
          <a:xfrm>
            <a:off x="6902450"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3</a:t>
            </a:r>
            <a:endParaRPr kumimoji="0" lang="en-CA" altLang="en-US" sz="2400">
              <a:latin typeface="Times New Roman" panose="02020603050405020304" pitchFamily="18" charset="0"/>
            </a:endParaRPr>
          </a:p>
        </p:txBody>
      </p:sp>
      <p:sp>
        <p:nvSpPr>
          <p:cNvPr id="50245" name="Rectangle 70">
            <a:extLst>
              <a:ext uri="{FF2B5EF4-FFF2-40B4-BE49-F238E27FC236}">
                <a16:creationId xmlns:a16="http://schemas.microsoft.com/office/drawing/2014/main" id="{7BECD76B-D4B1-8F0E-A567-C77E682A2510}"/>
              </a:ext>
            </a:extLst>
          </p:cNvPr>
          <p:cNvSpPr>
            <a:spLocks noChangeArrowheads="1"/>
          </p:cNvSpPr>
          <p:nvPr/>
        </p:nvSpPr>
        <p:spPr bwMode="auto">
          <a:xfrm>
            <a:off x="6788150" y="5097463"/>
            <a:ext cx="555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246" name="Rectangle 71">
            <a:extLst>
              <a:ext uri="{FF2B5EF4-FFF2-40B4-BE49-F238E27FC236}">
                <a16:creationId xmlns:a16="http://schemas.microsoft.com/office/drawing/2014/main" id="{DA9BE3F9-5301-E076-D25A-DA66087E3FEE}"/>
              </a:ext>
            </a:extLst>
          </p:cNvPr>
          <p:cNvSpPr>
            <a:spLocks noChangeArrowheads="1"/>
          </p:cNvSpPr>
          <p:nvPr/>
        </p:nvSpPr>
        <p:spPr bwMode="auto">
          <a:xfrm>
            <a:off x="7223125"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47" name="Rectangle 72">
            <a:extLst>
              <a:ext uri="{FF2B5EF4-FFF2-40B4-BE49-F238E27FC236}">
                <a16:creationId xmlns:a16="http://schemas.microsoft.com/office/drawing/2014/main" id="{BC4ADC4D-C04C-7C99-6682-ED635B21212C}"/>
              </a:ext>
            </a:extLst>
          </p:cNvPr>
          <p:cNvSpPr>
            <a:spLocks noChangeArrowheads="1"/>
          </p:cNvSpPr>
          <p:nvPr/>
        </p:nvSpPr>
        <p:spPr bwMode="auto">
          <a:xfrm>
            <a:off x="7316788" y="50212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000" i="1">
                <a:latin typeface="Nimbus Roman No9 L" charset="0"/>
              </a:rPr>
              <a:t>k</a:t>
            </a:r>
            <a:endParaRPr kumimoji="0" lang="en-CA" altLang="en-US" sz="2400">
              <a:latin typeface="Times New Roman" panose="02020603050405020304" pitchFamily="18" charset="0"/>
            </a:endParaRPr>
          </a:p>
        </p:txBody>
      </p:sp>
      <p:sp>
        <p:nvSpPr>
          <p:cNvPr id="50248" name="Rectangle 73">
            <a:extLst>
              <a:ext uri="{FF2B5EF4-FFF2-40B4-BE49-F238E27FC236}">
                <a16:creationId xmlns:a16="http://schemas.microsoft.com/office/drawing/2014/main" id="{4A0FD557-1079-985E-F478-57E3CF4A01C5}"/>
              </a:ext>
            </a:extLst>
          </p:cNvPr>
          <p:cNvSpPr>
            <a:spLocks noChangeArrowheads="1"/>
          </p:cNvSpPr>
          <p:nvPr/>
        </p:nvSpPr>
        <p:spPr bwMode="auto">
          <a:xfrm>
            <a:off x="7505700" y="50974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4</a:t>
            </a:r>
            <a:endParaRPr kumimoji="0" lang="en-CA" altLang="en-US" sz="2400">
              <a:latin typeface="Times New Roman" panose="02020603050405020304" pitchFamily="18" charset="0"/>
            </a:endParaRPr>
          </a:p>
        </p:txBody>
      </p:sp>
      <p:sp>
        <p:nvSpPr>
          <p:cNvPr id="50249" name="Rectangle 74">
            <a:extLst>
              <a:ext uri="{FF2B5EF4-FFF2-40B4-BE49-F238E27FC236}">
                <a16:creationId xmlns:a16="http://schemas.microsoft.com/office/drawing/2014/main" id="{71617F39-FF43-2E80-2CC9-540ECE83008E}"/>
              </a:ext>
            </a:extLst>
          </p:cNvPr>
          <p:cNvSpPr>
            <a:spLocks noChangeArrowheads="1"/>
          </p:cNvSpPr>
          <p:nvPr/>
        </p:nvSpPr>
        <p:spPr bwMode="auto">
          <a:xfrm>
            <a:off x="7392988" y="5097463"/>
            <a:ext cx="555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t>
            </a:r>
            <a:endParaRPr kumimoji="0" lang="en-CA" altLang="en-US" sz="2400">
              <a:latin typeface="Times New Roman" panose="02020603050405020304" pitchFamily="18" charset="0"/>
            </a:endParaRPr>
          </a:p>
        </p:txBody>
      </p:sp>
      <p:sp>
        <p:nvSpPr>
          <p:cNvPr id="50250" name="Rectangle 75">
            <a:extLst>
              <a:ext uri="{FF2B5EF4-FFF2-40B4-BE49-F238E27FC236}">
                <a16:creationId xmlns:a16="http://schemas.microsoft.com/office/drawing/2014/main" id="{2BC36409-4199-C09B-4CEC-6B5CE5A47573}"/>
              </a:ext>
            </a:extLst>
          </p:cNvPr>
          <p:cNvSpPr>
            <a:spLocks noChangeArrowheads="1"/>
          </p:cNvSpPr>
          <p:nvPr/>
        </p:nvSpPr>
        <p:spPr bwMode="auto">
          <a:xfrm>
            <a:off x="5561013" y="241617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3</a:t>
            </a:r>
            <a:endParaRPr kumimoji="0" lang="en-CA" altLang="en-US" sz="2400">
              <a:latin typeface="Times New Roman" panose="02020603050405020304" pitchFamily="18" charset="0"/>
            </a:endParaRPr>
          </a:p>
        </p:txBody>
      </p:sp>
      <p:sp>
        <p:nvSpPr>
          <p:cNvPr id="50251" name="Rectangle 76">
            <a:extLst>
              <a:ext uri="{FF2B5EF4-FFF2-40B4-BE49-F238E27FC236}">
                <a16:creationId xmlns:a16="http://schemas.microsoft.com/office/drawing/2014/main" id="{BC06D8F7-3F4D-4ABF-7AEB-50229A23A0A0}"/>
              </a:ext>
            </a:extLst>
          </p:cNvPr>
          <p:cNvSpPr>
            <a:spLocks noChangeArrowheads="1"/>
          </p:cNvSpPr>
          <p:nvPr/>
        </p:nvSpPr>
        <p:spPr bwMode="auto">
          <a:xfrm>
            <a:off x="6165850" y="241617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2</a:t>
            </a:r>
            <a:endParaRPr kumimoji="0" lang="en-CA" altLang="en-US" sz="2400">
              <a:latin typeface="Times New Roman" panose="02020603050405020304" pitchFamily="18" charset="0"/>
            </a:endParaRPr>
          </a:p>
        </p:txBody>
      </p:sp>
      <p:sp>
        <p:nvSpPr>
          <p:cNvPr id="50252" name="Rectangle 77">
            <a:extLst>
              <a:ext uri="{FF2B5EF4-FFF2-40B4-BE49-F238E27FC236}">
                <a16:creationId xmlns:a16="http://schemas.microsoft.com/office/drawing/2014/main" id="{E535B2D1-9E0D-133F-4A7C-72060711EAF3}"/>
              </a:ext>
            </a:extLst>
          </p:cNvPr>
          <p:cNvSpPr>
            <a:spLocks noChangeArrowheads="1"/>
          </p:cNvSpPr>
          <p:nvPr/>
        </p:nvSpPr>
        <p:spPr bwMode="auto">
          <a:xfrm>
            <a:off x="6751638" y="241617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1</a:t>
            </a:r>
            <a:endParaRPr kumimoji="0" lang="en-CA" altLang="en-US" sz="2400">
              <a:latin typeface="Times New Roman" panose="02020603050405020304" pitchFamily="18" charset="0"/>
            </a:endParaRPr>
          </a:p>
        </p:txBody>
      </p:sp>
      <p:sp>
        <p:nvSpPr>
          <p:cNvPr id="50253" name="Rectangle 78">
            <a:extLst>
              <a:ext uri="{FF2B5EF4-FFF2-40B4-BE49-F238E27FC236}">
                <a16:creationId xmlns:a16="http://schemas.microsoft.com/office/drawing/2014/main" id="{B8706008-1CC7-1F46-4739-4B625441F748}"/>
              </a:ext>
            </a:extLst>
          </p:cNvPr>
          <p:cNvSpPr>
            <a:spLocks noChangeArrowheads="1"/>
          </p:cNvSpPr>
          <p:nvPr/>
        </p:nvSpPr>
        <p:spPr bwMode="auto">
          <a:xfrm>
            <a:off x="7354888" y="241617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0</a:t>
            </a:r>
            <a:endParaRPr kumimoji="0" lang="en-CA" altLang="en-US" sz="2400">
              <a:latin typeface="Times New Roman" panose="02020603050405020304" pitchFamily="18" charset="0"/>
            </a:endParaRPr>
          </a:p>
        </p:txBody>
      </p:sp>
      <p:sp>
        <p:nvSpPr>
          <p:cNvPr id="50254" name="Rectangle 79">
            <a:extLst>
              <a:ext uri="{FF2B5EF4-FFF2-40B4-BE49-F238E27FC236}">
                <a16:creationId xmlns:a16="http://schemas.microsoft.com/office/drawing/2014/main" id="{7E6FF75C-CA3F-3299-AC9F-058EFEEED3B5}"/>
              </a:ext>
            </a:extLst>
          </p:cNvPr>
          <p:cNvSpPr>
            <a:spLocks noChangeArrowheads="1"/>
          </p:cNvSpPr>
          <p:nvPr/>
        </p:nvSpPr>
        <p:spPr bwMode="auto">
          <a:xfrm>
            <a:off x="5561013"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7</a:t>
            </a:r>
            <a:endParaRPr kumimoji="0" lang="en-CA" altLang="en-US" sz="2400">
              <a:latin typeface="Times New Roman" panose="02020603050405020304" pitchFamily="18" charset="0"/>
            </a:endParaRPr>
          </a:p>
        </p:txBody>
      </p:sp>
      <p:sp>
        <p:nvSpPr>
          <p:cNvPr id="50255" name="Rectangle 80">
            <a:extLst>
              <a:ext uri="{FF2B5EF4-FFF2-40B4-BE49-F238E27FC236}">
                <a16:creationId xmlns:a16="http://schemas.microsoft.com/office/drawing/2014/main" id="{740C7EC4-8C9B-1629-82AE-F03A1355BCC0}"/>
              </a:ext>
            </a:extLst>
          </p:cNvPr>
          <p:cNvSpPr>
            <a:spLocks noChangeArrowheads="1"/>
          </p:cNvSpPr>
          <p:nvPr/>
        </p:nvSpPr>
        <p:spPr bwMode="auto">
          <a:xfrm>
            <a:off x="6165850"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6</a:t>
            </a:r>
            <a:endParaRPr kumimoji="0" lang="en-CA" altLang="en-US" sz="2400">
              <a:latin typeface="Times New Roman" panose="02020603050405020304" pitchFamily="18" charset="0"/>
            </a:endParaRPr>
          </a:p>
        </p:txBody>
      </p:sp>
      <p:sp>
        <p:nvSpPr>
          <p:cNvPr id="50256" name="Rectangle 81">
            <a:extLst>
              <a:ext uri="{FF2B5EF4-FFF2-40B4-BE49-F238E27FC236}">
                <a16:creationId xmlns:a16="http://schemas.microsoft.com/office/drawing/2014/main" id="{8AC958E2-016D-3BD8-615D-67448871A13A}"/>
              </a:ext>
            </a:extLst>
          </p:cNvPr>
          <p:cNvSpPr>
            <a:spLocks noChangeArrowheads="1"/>
          </p:cNvSpPr>
          <p:nvPr/>
        </p:nvSpPr>
        <p:spPr bwMode="auto">
          <a:xfrm>
            <a:off x="6751638"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5</a:t>
            </a:r>
            <a:endParaRPr kumimoji="0" lang="en-CA" altLang="en-US" sz="2400">
              <a:latin typeface="Times New Roman" panose="02020603050405020304" pitchFamily="18" charset="0"/>
            </a:endParaRPr>
          </a:p>
        </p:txBody>
      </p:sp>
      <p:sp>
        <p:nvSpPr>
          <p:cNvPr id="50257" name="Rectangle 82">
            <a:extLst>
              <a:ext uri="{FF2B5EF4-FFF2-40B4-BE49-F238E27FC236}">
                <a16:creationId xmlns:a16="http://schemas.microsoft.com/office/drawing/2014/main" id="{1F1273DB-DDC9-B21D-8B8B-2942ABDCBADB}"/>
              </a:ext>
            </a:extLst>
          </p:cNvPr>
          <p:cNvSpPr>
            <a:spLocks noChangeArrowheads="1"/>
          </p:cNvSpPr>
          <p:nvPr/>
        </p:nvSpPr>
        <p:spPr bwMode="auto">
          <a:xfrm>
            <a:off x="7354888"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4</a:t>
            </a:r>
            <a:endParaRPr kumimoji="0" lang="en-CA" altLang="en-US" sz="2400">
              <a:latin typeface="Times New Roman" panose="02020603050405020304" pitchFamily="18" charset="0"/>
            </a:endParaRPr>
          </a:p>
        </p:txBody>
      </p:sp>
      <p:sp>
        <p:nvSpPr>
          <p:cNvPr id="50258" name="Rectangle 83">
            <a:extLst>
              <a:ext uri="{FF2B5EF4-FFF2-40B4-BE49-F238E27FC236}">
                <a16:creationId xmlns:a16="http://schemas.microsoft.com/office/drawing/2014/main" id="{09630F1C-4506-7EAC-9986-A1E499B40667}"/>
              </a:ext>
            </a:extLst>
          </p:cNvPr>
          <p:cNvSpPr>
            <a:spLocks noChangeArrowheads="1"/>
          </p:cNvSpPr>
          <p:nvPr/>
        </p:nvSpPr>
        <p:spPr bwMode="auto">
          <a:xfrm>
            <a:off x="6070600" y="2000250"/>
            <a:ext cx="965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Byte address</a:t>
            </a:r>
            <a:endParaRPr kumimoji="0" lang="en-CA" altLang="en-US" sz="2400">
              <a:latin typeface="Times New Roman" panose="02020603050405020304" pitchFamily="18" charset="0"/>
            </a:endParaRPr>
          </a:p>
        </p:txBody>
      </p:sp>
      <p:sp>
        <p:nvSpPr>
          <p:cNvPr id="50259" name="Rectangle 84">
            <a:extLst>
              <a:ext uri="{FF2B5EF4-FFF2-40B4-BE49-F238E27FC236}">
                <a16:creationId xmlns:a16="http://schemas.microsoft.com/office/drawing/2014/main" id="{38323105-48B8-872D-6C15-DCDE813B442A}"/>
              </a:ext>
            </a:extLst>
          </p:cNvPr>
          <p:cNvSpPr>
            <a:spLocks noChangeArrowheads="1"/>
          </p:cNvSpPr>
          <p:nvPr/>
        </p:nvSpPr>
        <p:spPr bwMode="auto">
          <a:xfrm>
            <a:off x="2690813" y="2000250"/>
            <a:ext cx="965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Byte address</a:t>
            </a:r>
            <a:endParaRPr kumimoji="0" lang="en-CA" altLang="en-US" sz="2400">
              <a:latin typeface="Times New Roman" panose="02020603050405020304" pitchFamily="18" charset="0"/>
            </a:endParaRPr>
          </a:p>
        </p:txBody>
      </p:sp>
      <p:sp>
        <p:nvSpPr>
          <p:cNvPr id="50260" name="Rectangle 85">
            <a:extLst>
              <a:ext uri="{FF2B5EF4-FFF2-40B4-BE49-F238E27FC236}">
                <a16:creationId xmlns:a16="http://schemas.microsoft.com/office/drawing/2014/main" id="{CB4875D2-5A6D-791D-7817-29286CBBD74F}"/>
              </a:ext>
            </a:extLst>
          </p:cNvPr>
          <p:cNvSpPr>
            <a:spLocks noChangeArrowheads="1"/>
          </p:cNvSpPr>
          <p:nvPr/>
        </p:nvSpPr>
        <p:spPr bwMode="auto">
          <a:xfrm>
            <a:off x="2143125" y="5795963"/>
            <a:ext cx="19319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Sans L" charset="0"/>
              </a:rPr>
              <a:t>(a) Big-endian assignment</a:t>
            </a:r>
            <a:endParaRPr kumimoji="0" lang="en-CA" altLang="en-US" sz="2400">
              <a:latin typeface="Times New Roman" panose="02020603050405020304" pitchFamily="18" charset="0"/>
            </a:endParaRPr>
          </a:p>
        </p:txBody>
      </p:sp>
      <p:sp>
        <p:nvSpPr>
          <p:cNvPr id="50261" name="Rectangle 86">
            <a:extLst>
              <a:ext uri="{FF2B5EF4-FFF2-40B4-BE49-F238E27FC236}">
                <a16:creationId xmlns:a16="http://schemas.microsoft.com/office/drawing/2014/main" id="{26DFDC07-31D6-2CFB-81F1-EFE2E81CB550}"/>
              </a:ext>
            </a:extLst>
          </p:cNvPr>
          <p:cNvSpPr>
            <a:spLocks noChangeArrowheads="1"/>
          </p:cNvSpPr>
          <p:nvPr/>
        </p:nvSpPr>
        <p:spPr bwMode="auto">
          <a:xfrm>
            <a:off x="5448300" y="5795963"/>
            <a:ext cx="20431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Sans L" charset="0"/>
              </a:rPr>
              <a:t>(b) Little-endian assignment</a:t>
            </a:r>
            <a:endParaRPr kumimoji="0" lang="en-CA" altLang="en-US" sz="2400">
              <a:latin typeface="Times New Roman" panose="02020603050405020304" pitchFamily="18" charset="0"/>
            </a:endParaRPr>
          </a:p>
        </p:txBody>
      </p:sp>
      <p:sp>
        <p:nvSpPr>
          <p:cNvPr id="50262" name="Rectangle 87">
            <a:extLst>
              <a:ext uri="{FF2B5EF4-FFF2-40B4-BE49-F238E27FC236}">
                <a16:creationId xmlns:a16="http://schemas.microsoft.com/office/drawing/2014/main" id="{31ABEB28-822D-EB0F-519C-E5EE554910B8}"/>
              </a:ext>
            </a:extLst>
          </p:cNvPr>
          <p:cNvSpPr>
            <a:spLocks noChangeArrowheads="1"/>
          </p:cNvSpPr>
          <p:nvPr/>
        </p:nvSpPr>
        <p:spPr bwMode="auto">
          <a:xfrm>
            <a:off x="5013325" y="290671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4</a:t>
            </a:r>
            <a:endParaRPr kumimoji="0" lang="en-CA" altLang="en-US" sz="2400">
              <a:latin typeface="Times New Roman" panose="02020603050405020304" pitchFamily="18" charset="0"/>
            </a:endParaRPr>
          </a:p>
        </p:txBody>
      </p:sp>
      <p:sp>
        <p:nvSpPr>
          <p:cNvPr id="50263" name="Rectangle 88">
            <a:extLst>
              <a:ext uri="{FF2B5EF4-FFF2-40B4-BE49-F238E27FC236}">
                <a16:creationId xmlns:a16="http://schemas.microsoft.com/office/drawing/2014/main" id="{156776F7-5BE7-4C5C-37EA-F534FAE25235}"/>
              </a:ext>
            </a:extLst>
          </p:cNvPr>
          <p:cNvSpPr>
            <a:spLocks noChangeArrowheads="1"/>
          </p:cNvSpPr>
          <p:nvPr/>
        </p:nvSpPr>
        <p:spPr bwMode="auto">
          <a:xfrm>
            <a:off x="1389063" y="1773238"/>
            <a:ext cx="1555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W</a:t>
            </a:r>
            <a:endParaRPr kumimoji="0" lang="en-CA" altLang="en-US" sz="2400">
              <a:latin typeface="Times New Roman" panose="02020603050405020304" pitchFamily="18" charset="0"/>
            </a:endParaRPr>
          </a:p>
        </p:txBody>
      </p:sp>
      <p:sp>
        <p:nvSpPr>
          <p:cNvPr id="50264" name="Rectangle 89">
            <a:extLst>
              <a:ext uri="{FF2B5EF4-FFF2-40B4-BE49-F238E27FC236}">
                <a16:creationId xmlns:a16="http://schemas.microsoft.com/office/drawing/2014/main" id="{1AA7EBF7-9276-B5D7-76B7-FE4801EDEC9F}"/>
              </a:ext>
            </a:extLst>
          </p:cNvPr>
          <p:cNvSpPr>
            <a:spLocks noChangeArrowheads="1"/>
          </p:cNvSpPr>
          <p:nvPr/>
        </p:nvSpPr>
        <p:spPr bwMode="auto">
          <a:xfrm>
            <a:off x="1539875" y="1773238"/>
            <a:ext cx="2397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ord</a:t>
            </a:r>
            <a:endParaRPr kumimoji="0" lang="en-CA" altLang="en-US" sz="2400">
              <a:latin typeface="Times New Roman" panose="02020603050405020304" pitchFamily="18" charset="0"/>
            </a:endParaRPr>
          </a:p>
        </p:txBody>
      </p:sp>
      <p:sp>
        <p:nvSpPr>
          <p:cNvPr id="50265" name="Rectangle 90">
            <a:extLst>
              <a:ext uri="{FF2B5EF4-FFF2-40B4-BE49-F238E27FC236}">
                <a16:creationId xmlns:a16="http://schemas.microsoft.com/office/drawing/2014/main" id="{13EF9F4C-EC4C-05CD-EC10-1FB711DFFCD5}"/>
              </a:ext>
            </a:extLst>
          </p:cNvPr>
          <p:cNvSpPr>
            <a:spLocks noChangeArrowheads="1"/>
          </p:cNvSpPr>
          <p:nvPr/>
        </p:nvSpPr>
        <p:spPr bwMode="auto">
          <a:xfrm>
            <a:off x="1331913" y="1981200"/>
            <a:ext cx="5889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address</a:t>
            </a:r>
            <a:endParaRPr kumimoji="0" lang="en-CA" altLang="en-US" sz="2400">
              <a:latin typeface="Times New Roman" panose="02020603050405020304" pitchFamily="18" charset="0"/>
            </a:endParaRPr>
          </a:p>
        </p:txBody>
      </p:sp>
      <p:sp>
        <p:nvSpPr>
          <p:cNvPr id="50266" name="Text Box 91">
            <a:extLst>
              <a:ext uri="{FF2B5EF4-FFF2-40B4-BE49-F238E27FC236}">
                <a16:creationId xmlns:a16="http://schemas.microsoft.com/office/drawing/2014/main" id="{48C78E92-FEA6-12BA-BFE7-AB1D6914E864}"/>
              </a:ext>
            </a:extLst>
          </p:cNvPr>
          <p:cNvSpPr txBox="1">
            <a:spLocks noChangeArrowheads="1"/>
          </p:cNvSpPr>
          <p:nvPr/>
        </p:nvSpPr>
        <p:spPr bwMode="auto">
          <a:xfrm>
            <a:off x="6405563" y="3665538"/>
            <a:ext cx="2667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50267" name="Text Box 92">
            <a:extLst>
              <a:ext uri="{FF2B5EF4-FFF2-40B4-BE49-F238E27FC236}">
                <a16:creationId xmlns:a16="http://schemas.microsoft.com/office/drawing/2014/main" id="{38C1DD76-F5A3-792B-9024-881FBEF6C8E2}"/>
              </a:ext>
            </a:extLst>
          </p:cNvPr>
          <p:cNvSpPr txBox="1">
            <a:spLocks noChangeArrowheads="1"/>
          </p:cNvSpPr>
          <p:nvPr/>
        </p:nvSpPr>
        <p:spPr bwMode="auto">
          <a:xfrm>
            <a:off x="2957513" y="3665538"/>
            <a:ext cx="2667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endParaRPr kumimoji="0" lang="en-US" altLang="en-US" sz="2000">
              <a:latin typeface="Nimbus Roman No9 L" charset="0"/>
            </a:endParaRPr>
          </a:p>
          <a:p>
            <a:pPr eaLnBrk="1" hangingPunct="1">
              <a:lnSpc>
                <a:spcPct val="20000"/>
              </a:lnSpc>
              <a:spcBef>
                <a:spcPct val="50000"/>
              </a:spcBef>
              <a:buClrTx/>
              <a:buFontTx/>
              <a:buNone/>
            </a:pPr>
            <a:r>
              <a:rPr kumimoji="0" lang="en-CA" altLang="en-US" sz="20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50268" name="Rectangle 93">
            <a:extLst>
              <a:ext uri="{FF2B5EF4-FFF2-40B4-BE49-F238E27FC236}">
                <a16:creationId xmlns:a16="http://schemas.microsoft.com/office/drawing/2014/main" id="{ACB34A5C-AA78-DAAF-C059-E149BBF55E7D}"/>
              </a:ext>
            </a:extLst>
          </p:cNvPr>
          <p:cNvSpPr>
            <a:spLocks noChangeArrowheads="1"/>
          </p:cNvSpPr>
          <p:nvPr/>
        </p:nvSpPr>
        <p:spPr bwMode="auto">
          <a:xfrm>
            <a:off x="6757988" y="6453188"/>
            <a:ext cx="22066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US" altLang="en-US" sz="1500">
                <a:latin typeface="Nimbus Roman No9 L" charset="0"/>
              </a:rPr>
              <a:t>Byte and word addressing</a:t>
            </a:r>
            <a:endParaRPr kumimoji="0" lang="en-CA" altLang="en-US" sz="24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18759AC-AB66-163D-AB24-4BC54883DF27}"/>
              </a:ext>
            </a:extLst>
          </p:cNvPr>
          <p:cNvSpPr>
            <a:spLocks noGrp="1" noChangeArrowheads="1"/>
          </p:cNvSpPr>
          <p:nvPr>
            <p:ph type="title"/>
          </p:nvPr>
        </p:nvSpPr>
        <p:spPr/>
        <p:txBody>
          <a:bodyPr/>
          <a:lstStyle/>
          <a:p>
            <a:r>
              <a:rPr lang="en-US" altLang="en-US"/>
              <a:t>Big-endian and Little endian</a:t>
            </a:r>
          </a:p>
        </p:txBody>
      </p:sp>
      <p:sp>
        <p:nvSpPr>
          <p:cNvPr id="52227" name="Text Box 4">
            <a:extLst>
              <a:ext uri="{FF2B5EF4-FFF2-40B4-BE49-F238E27FC236}">
                <a16:creationId xmlns:a16="http://schemas.microsoft.com/office/drawing/2014/main" id="{51C0DAB6-72CB-1B7A-44CE-80BA2C33E028}"/>
              </a:ext>
            </a:extLst>
          </p:cNvPr>
          <p:cNvSpPr txBox="1">
            <a:spLocks noChangeArrowheads="1"/>
          </p:cNvSpPr>
          <p:nvPr/>
        </p:nvSpPr>
        <p:spPr bwMode="auto">
          <a:xfrm>
            <a:off x="395288" y="2106613"/>
            <a:ext cx="826135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US" altLang="en-US" sz="2000" b="1">
                <a:latin typeface="Courier New" panose="02070309020205020404" pitchFamily="49" charset="0"/>
              </a:rPr>
              <a:t>struct {</a:t>
            </a:r>
          </a:p>
          <a:p>
            <a:pPr eaLnBrk="1" hangingPunct="1">
              <a:spcBef>
                <a:spcPct val="0"/>
              </a:spcBef>
              <a:buClrTx/>
              <a:buFontTx/>
              <a:buNone/>
            </a:pPr>
            <a:r>
              <a:rPr kumimoji="0" lang="en-US" altLang="en-US" sz="2000" b="1">
                <a:latin typeface="Courier New" panose="02070309020205020404" pitchFamily="49" charset="0"/>
              </a:rPr>
              <a:t>	int		a;		//0x1112_1314</a:t>
            </a:r>
          </a:p>
          <a:p>
            <a:pPr eaLnBrk="1" hangingPunct="1">
              <a:spcBef>
                <a:spcPct val="0"/>
              </a:spcBef>
              <a:buClrTx/>
              <a:buFontTx/>
              <a:buNone/>
            </a:pPr>
            <a:r>
              <a:rPr kumimoji="0" lang="en-US" altLang="en-US" sz="2000" b="1">
                <a:latin typeface="Courier New" panose="02070309020205020404" pitchFamily="49" charset="0"/>
              </a:rPr>
              <a:t>	int		pad;		//</a:t>
            </a:r>
          </a:p>
          <a:p>
            <a:pPr eaLnBrk="1" hangingPunct="1">
              <a:spcBef>
                <a:spcPct val="0"/>
              </a:spcBef>
              <a:buClrTx/>
              <a:buFontTx/>
              <a:buNone/>
            </a:pPr>
            <a:r>
              <a:rPr kumimoji="0" lang="en-US" altLang="en-US" sz="2000" b="1">
                <a:latin typeface="Courier New" panose="02070309020205020404" pitchFamily="49" charset="0"/>
              </a:rPr>
              <a:t>	double	b;		//0x2122_2324_2526_2728</a:t>
            </a:r>
          </a:p>
          <a:p>
            <a:pPr eaLnBrk="1" hangingPunct="1">
              <a:spcBef>
                <a:spcPct val="0"/>
              </a:spcBef>
              <a:buClrTx/>
              <a:buFontTx/>
              <a:buNone/>
            </a:pPr>
            <a:r>
              <a:rPr kumimoji="0" lang="en-US" altLang="en-US" sz="2000" b="1">
                <a:latin typeface="Courier New" panose="02070309020205020404" pitchFamily="49" charset="0"/>
              </a:rPr>
              <a:t>	char*		c;		//0x3132_3334</a:t>
            </a:r>
          </a:p>
          <a:p>
            <a:pPr eaLnBrk="1" hangingPunct="1">
              <a:spcBef>
                <a:spcPct val="0"/>
              </a:spcBef>
              <a:buClrTx/>
              <a:buFontTx/>
              <a:buNone/>
            </a:pPr>
            <a:r>
              <a:rPr kumimoji="0" lang="en-US" altLang="en-US" sz="2000" b="1">
                <a:latin typeface="Courier New" panose="02070309020205020404" pitchFamily="49" charset="0"/>
              </a:rPr>
              <a:t>	char		d[7];		//A,B,C,D,E,F,G</a:t>
            </a:r>
          </a:p>
          <a:p>
            <a:pPr eaLnBrk="1" hangingPunct="1">
              <a:spcBef>
                <a:spcPct val="0"/>
              </a:spcBef>
              <a:buClrTx/>
              <a:buFontTx/>
              <a:buNone/>
            </a:pPr>
            <a:r>
              <a:rPr kumimoji="0" lang="en-US" altLang="en-US" sz="2000" b="1">
                <a:latin typeface="Courier New" panose="02070309020205020404" pitchFamily="49" charset="0"/>
              </a:rPr>
              <a:t>	short		e;		//0x5152</a:t>
            </a:r>
          </a:p>
          <a:p>
            <a:pPr eaLnBrk="1" hangingPunct="1">
              <a:spcBef>
                <a:spcPct val="0"/>
              </a:spcBef>
              <a:buClrTx/>
              <a:buFontTx/>
              <a:buNone/>
            </a:pPr>
            <a:r>
              <a:rPr kumimoji="0" lang="en-US" altLang="en-US" sz="2000" b="1">
                <a:latin typeface="Courier New" panose="02070309020205020404" pitchFamily="49" charset="0"/>
              </a:rPr>
              <a:t>	int		f;		//0x6162_6364</a:t>
            </a:r>
          </a:p>
          <a:p>
            <a:pPr eaLnBrk="1" hangingPunct="1">
              <a:spcBef>
                <a:spcPct val="0"/>
              </a:spcBef>
              <a:buClrTx/>
              <a:buFontTx/>
              <a:buNone/>
            </a:pPr>
            <a:r>
              <a:rPr kumimoji="0" lang="en-US" altLang="en-US" sz="2000" b="1">
                <a:latin typeface="Courier New" panose="02070309020205020404" pitchFamily="49" charset="0"/>
              </a:rPr>
              <a:t>} 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968A9D4C-FCD0-AC15-0C79-2D9006602BB9}"/>
              </a:ext>
            </a:extLst>
          </p:cNvPr>
          <p:cNvSpPr>
            <a:spLocks noGrp="1" noChangeArrowheads="1"/>
          </p:cNvSpPr>
          <p:nvPr>
            <p:ph type="title"/>
          </p:nvPr>
        </p:nvSpPr>
        <p:spPr/>
        <p:txBody>
          <a:bodyPr/>
          <a:lstStyle/>
          <a:p>
            <a:r>
              <a:rPr lang="en-US" altLang="en-US" dirty="0"/>
              <a:t>Big-endian and Little endian</a:t>
            </a:r>
          </a:p>
        </p:txBody>
      </p:sp>
      <p:sp>
        <p:nvSpPr>
          <p:cNvPr id="54275" name="Rectangle 5">
            <a:extLst>
              <a:ext uri="{FF2B5EF4-FFF2-40B4-BE49-F238E27FC236}">
                <a16:creationId xmlns:a16="http://schemas.microsoft.com/office/drawing/2014/main" id="{8CABC3D0-CF87-6CD7-1FC5-FC991FF41807}"/>
              </a:ext>
            </a:extLst>
          </p:cNvPr>
          <p:cNvSpPr>
            <a:spLocks noChangeArrowheads="1"/>
          </p:cNvSpPr>
          <p:nvPr/>
        </p:nvSpPr>
        <p:spPr bwMode="auto">
          <a:xfrm>
            <a:off x="971550" y="2276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11</a:t>
            </a:r>
          </a:p>
        </p:txBody>
      </p:sp>
      <p:sp>
        <p:nvSpPr>
          <p:cNvPr id="54276" name="Rectangle 6">
            <a:extLst>
              <a:ext uri="{FF2B5EF4-FFF2-40B4-BE49-F238E27FC236}">
                <a16:creationId xmlns:a16="http://schemas.microsoft.com/office/drawing/2014/main" id="{4586D9D1-12F7-9EDB-00C8-F2DEEBC57A62}"/>
              </a:ext>
            </a:extLst>
          </p:cNvPr>
          <p:cNvSpPr>
            <a:spLocks noChangeArrowheads="1"/>
          </p:cNvSpPr>
          <p:nvPr/>
        </p:nvSpPr>
        <p:spPr bwMode="auto">
          <a:xfrm>
            <a:off x="1403350" y="2276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12</a:t>
            </a:r>
          </a:p>
        </p:txBody>
      </p:sp>
      <p:sp>
        <p:nvSpPr>
          <p:cNvPr id="54277" name="Rectangle 7">
            <a:extLst>
              <a:ext uri="{FF2B5EF4-FFF2-40B4-BE49-F238E27FC236}">
                <a16:creationId xmlns:a16="http://schemas.microsoft.com/office/drawing/2014/main" id="{D7F291DE-31FC-CD1A-48C5-D2E933F2B30C}"/>
              </a:ext>
            </a:extLst>
          </p:cNvPr>
          <p:cNvSpPr>
            <a:spLocks noChangeArrowheads="1"/>
          </p:cNvSpPr>
          <p:nvPr/>
        </p:nvSpPr>
        <p:spPr bwMode="auto">
          <a:xfrm>
            <a:off x="1835150" y="2276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13</a:t>
            </a:r>
          </a:p>
        </p:txBody>
      </p:sp>
      <p:sp>
        <p:nvSpPr>
          <p:cNvPr id="54278" name="Rectangle 8">
            <a:extLst>
              <a:ext uri="{FF2B5EF4-FFF2-40B4-BE49-F238E27FC236}">
                <a16:creationId xmlns:a16="http://schemas.microsoft.com/office/drawing/2014/main" id="{87B7BBD3-2085-CCCB-7594-318A12E0E17D}"/>
              </a:ext>
            </a:extLst>
          </p:cNvPr>
          <p:cNvSpPr>
            <a:spLocks noChangeArrowheads="1"/>
          </p:cNvSpPr>
          <p:nvPr/>
        </p:nvSpPr>
        <p:spPr bwMode="auto">
          <a:xfrm>
            <a:off x="2268538" y="2276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14</a:t>
            </a:r>
          </a:p>
        </p:txBody>
      </p:sp>
      <p:sp>
        <p:nvSpPr>
          <p:cNvPr id="54279" name="Rectangle 9">
            <a:extLst>
              <a:ext uri="{FF2B5EF4-FFF2-40B4-BE49-F238E27FC236}">
                <a16:creationId xmlns:a16="http://schemas.microsoft.com/office/drawing/2014/main" id="{A79FE5DD-2B1E-B382-4C76-CF867CDFE1B3}"/>
              </a:ext>
            </a:extLst>
          </p:cNvPr>
          <p:cNvSpPr>
            <a:spLocks noChangeArrowheads="1"/>
          </p:cNvSpPr>
          <p:nvPr/>
        </p:nvSpPr>
        <p:spPr bwMode="auto">
          <a:xfrm>
            <a:off x="2700338" y="2276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280" name="Rectangle 10">
            <a:extLst>
              <a:ext uri="{FF2B5EF4-FFF2-40B4-BE49-F238E27FC236}">
                <a16:creationId xmlns:a16="http://schemas.microsoft.com/office/drawing/2014/main" id="{E86BAD2A-FF9D-3ED9-ACA9-B9A1788052B3}"/>
              </a:ext>
            </a:extLst>
          </p:cNvPr>
          <p:cNvSpPr>
            <a:spLocks noChangeArrowheads="1"/>
          </p:cNvSpPr>
          <p:nvPr/>
        </p:nvSpPr>
        <p:spPr bwMode="auto">
          <a:xfrm>
            <a:off x="3132138" y="2276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281" name="Rectangle 11">
            <a:extLst>
              <a:ext uri="{FF2B5EF4-FFF2-40B4-BE49-F238E27FC236}">
                <a16:creationId xmlns:a16="http://schemas.microsoft.com/office/drawing/2014/main" id="{A7F1B133-FC0C-3CB8-0D5B-F184FE7E23AE}"/>
              </a:ext>
            </a:extLst>
          </p:cNvPr>
          <p:cNvSpPr>
            <a:spLocks noChangeArrowheads="1"/>
          </p:cNvSpPr>
          <p:nvPr/>
        </p:nvSpPr>
        <p:spPr bwMode="auto">
          <a:xfrm>
            <a:off x="3563938" y="2276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282" name="Rectangle 12">
            <a:extLst>
              <a:ext uri="{FF2B5EF4-FFF2-40B4-BE49-F238E27FC236}">
                <a16:creationId xmlns:a16="http://schemas.microsoft.com/office/drawing/2014/main" id="{4032A491-008F-F534-5CD6-E5585421D592}"/>
              </a:ext>
            </a:extLst>
          </p:cNvPr>
          <p:cNvSpPr>
            <a:spLocks noChangeArrowheads="1"/>
          </p:cNvSpPr>
          <p:nvPr/>
        </p:nvSpPr>
        <p:spPr bwMode="auto">
          <a:xfrm>
            <a:off x="3995738" y="2276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283" name="Rectangle 13">
            <a:extLst>
              <a:ext uri="{FF2B5EF4-FFF2-40B4-BE49-F238E27FC236}">
                <a16:creationId xmlns:a16="http://schemas.microsoft.com/office/drawing/2014/main" id="{61CB0809-C3D7-F3A4-9B71-3811C68731A9}"/>
              </a:ext>
            </a:extLst>
          </p:cNvPr>
          <p:cNvSpPr>
            <a:spLocks noChangeArrowheads="1"/>
          </p:cNvSpPr>
          <p:nvPr/>
        </p:nvSpPr>
        <p:spPr bwMode="auto">
          <a:xfrm>
            <a:off x="971550" y="2706688"/>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00</a:t>
            </a:r>
          </a:p>
        </p:txBody>
      </p:sp>
      <p:sp>
        <p:nvSpPr>
          <p:cNvPr id="54284" name="Rectangle 14">
            <a:extLst>
              <a:ext uri="{FF2B5EF4-FFF2-40B4-BE49-F238E27FC236}">
                <a16:creationId xmlns:a16="http://schemas.microsoft.com/office/drawing/2014/main" id="{D29FD987-967F-4916-F836-5A76FBCCF87E}"/>
              </a:ext>
            </a:extLst>
          </p:cNvPr>
          <p:cNvSpPr>
            <a:spLocks noChangeArrowheads="1"/>
          </p:cNvSpPr>
          <p:nvPr/>
        </p:nvSpPr>
        <p:spPr bwMode="auto">
          <a:xfrm>
            <a:off x="1403350" y="2706688"/>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01</a:t>
            </a:r>
          </a:p>
        </p:txBody>
      </p:sp>
      <p:sp>
        <p:nvSpPr>
          <p:cNvPr id="54285" name="Rectangle 15">
            <a:extLst>
              <a:ext uri="{FF2B5EF4-FFF2-40B4-BE49-F238E27FC236}">
                <a16:creationId xmlns:a16="http://schemas.microsoft.com/office/drawing/2014/main" id="{456D5EEC-4ACC-BD35-03B0-603E6F3DEBF7}"/>
              </a:ext>
            </a:extLst>
          </p:cNvPr>
          <p:cNvSpPr>
            <a:spLocks noChangeArrowheads="1"/>
          </p:cNvSpPr>
          <p:nvPr/>
        </p:nvSpPr>
        <p:spPr bwMode="auto">
          <a:xfrm>
            <a:off x="1835150" y="2706688"/>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02</a:t>
            </a:r>
          </a:p>
        </p:txBody>
      </p:sp>
      <p:sp>
        <p:nvSpPr>
          <p:cNvPr id="54286" name="Rectangle 16">
            <a:extLst>
              <a:ext uri="{FF2B5EF4-FFF2-40B4-BE49-F238E27FC236}">
                <a16:creationId xmlns:a16="http://schemas.microsoft.com/office/drawing/2014/main" id="{D8B3AB52-5CB0-B6E0-C699-78CB3893DED7}"/>
              </a:ext>
            </a:extLst>
          </p:cNvPr>
          <p:cNvSpPr>
            <a:spLocks noChangeArrowheads="1"/>
          </p:cNvSpPr>
          <p:nvPr/>
        </p:nvSpPr>
        <p:spPr bwMode="auto">
          <a:xfrm>
            <a:off x="2268538" y="2706688"/>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03</a:t>
            </a:r>
          </a:p>
        </p:txBody>
      </p:sp>
      <p:sp>
        <p:nvSpPr>
          <p:cNvPr id="54287" name="Rectangle 17">
            <a:extLst>
              <a:ext uri="{FF2B5EF4-FFF2-40B4-BE49-F238E27FC236}">
                <a16:creationId xmlns:a16="http://schemas.microsoft.com/office/drawing/2014/main" id="{3C733E0C-7EE2-8B9F-0CB4-3194592910A4}"/>
              </a:ext>
            </a:extLst>
          </p:cNvPr>
          <p:cNvSpPr>
            <a:spLocks noChangeArrowheads="1"/>
          </p:cNvSpPr>
          <p:nvPr/>
        </p:nvSpPr>
        <p:spPr bwMode="auto">
          <a:xfrm>
            <a:off x="2700338" y="2706688"/>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04</a:t>
            </a:r>
          </a:p>
        </p:txBody>
      </p:sp>
      <p:sp>
        <p:nvSpPr>
          <p:cNvPr id="54288" name="Rectangle 18">
            <a:extLst>
              <a:ext uri="{FF2B5EF4-FFF2-40B4-BE49-F238E27FC236}">
                <a16:creationId xmlns:a16="http://schemas.microsoft.com/office/drawing/2014/main" id="{DCF42806-D4B6-A8E9-7B12-E72D2D358018}"/>
              </a:ext>
            </a:extLst>
          </p:cNvPr>
          <p:cNvSpPr>
            <a:spLocks noChangeArrowheads="1"/>
          </p:cNvSpPr>
          <p:nvPr/>
        </p:nvSpPr>
        <p:spPr bwMode="auto">
          <a:xfrm>
            <a:off x="3132138" y="2706688"/>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05</a:t>
            </a:r>
          </a:p>
        </p:txBody>
      </p:sp>
      <p:sp>
        <p:nvSpPr>
          <p:cNvPr id="54289" name="Rectangle 19">
            <a:extLst>
              <a:ext uri="{FF2B5EF4-FFF2-40B4-BE49-F238E27FC236}">
                <a16:creationId xmlns:a16="http://schemas.microsoft.com/office/drawing/2014/main" id="{EF90EA1C-1BE3-E424-2D8A-658753F98612}"/>
              </a:ext>
            </a:extLst>
          </p:cNvPr>
          <p:cNvSpPr>
            <a:spLocks noChangeArrowheads="1"/>
          </p:cNvSpPr>
          <p:nvPr/>
        </p:nvSpPr>
        <p:spPr bwMode="auto">
          <a:xfrm>
            <a:off x="3563938" y="2706688"/>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06</a:t>
            </a:r>
          </a:p>
        </p:txBody>
      </p:sp>
      <p:sp>
        <p:nvSpPr>
          <p:cNvPr id="54290" name="Rectangle 20">
            <a:extLst>
              <a:ext uri="{FF2B5EF4-FFF2-40B4-BE49-F238E27FC236}">
                <a16:creationId xmlns:a16="http://schemas.microsoft.com/office/drawing/2014/main" id="{A8D375CD-BA20-5D49-0A75-08B6B882904E}"/>
              </a:ext>
            </a:extLst>
          </p:cNvPr>
          <p:cNvSpPr>
            <a:spLocks noChangeArrowheads="1"/>
          </p:cNvSpPr>
          <p:nvPr/>
        </p:nvSpPr>
        <p:spPr bwMode="auto">
          <a:xfrm>
            <a:off x="3995738" y="2706688"/>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07</a:t>
            </a:r>
          </a:p>
        </p:txBody>
      </p:sp>
      <p:sp>
        <p:nvSpPr>
          <p:cNvPr id="54291" name="Rectangle 21">
            <a:extLst>
              <a:ext uri="{FF2B5EF4-FFF2-40B4-BE49-F238E27FC236}">
                <a16:creationId xmlns:a16="http://schemas.microsoft.com/office/drawing/2014/main" id="{21AA9A0C-8428-B41F-A0A7-83EADE814EC0}"/>
              </a:ext>
            </a:extLst>
          </p:cNvPr>
          <p:cNvSpPr>
            <a:spLocks noChangeArrowheads="1"/>
          </p:cNvSpPr>
          <p:nvPr/>
        </p:nvSpPr>
        <p:spPr bwMode="auto">
          <a:xfrm>
            <a:off x="971550" y="3140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21</a:t>
            </a:r>
          </a:p>
        </p:txBody>
      </p:sp>
      <p:sp>
        <p:nvSpPr>
          <p:cNvPr id="54292" name="Rectangle 22">
            <a:extLst>
              <a:ext uri="{FF2B5EF4-FFF2-40B4-BE49-F238E27FC236}">
                <a16:creationId xmlns:a16="http://schemas.microsoft.com/office/drawing/2014/main" id="{AB6B8E7B-E667-2424-61EE-634DC960C3CA}"/>
              </a:ext>
            </a:extLst>
          </p:cNvPr>
          <p:cNvSpPr>
            <a:spLocks noChangeArrowheads="1"/>
          </p:cNvSpPr>
          <p:nvPr/>
        </p:nvSpPr>
        <p:spPr bwMode="auto">
          <a:xfrm>
            <a:off x="1403350" y="3140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22</a:t>
            </a:r>
          </a:p>
        </p:txBody>
      </p:sp>
      <p:sp>
        <p:nvSpPr>
          <p:cNvPr id="54293" name="Rectangle 23">
            <a:extLst>
              <a:ext uri="{FF2B5EF4-FFF2-40B4-BE49-F238E27FC236}">
                <a16:creationId xmlns:a16="http://schemas.microsoft.com/office/drawing/2014/main" id="{81D4402A-2FC8-1AB4-CB50-97807A3259E2}"/>
              </a:ext>
            </a:extLst>
          </p:cNvPr>
          <p:cNvSpPr>
            <a:spLocks noChangeArrowheads="1"/>
          </p:cNvSpPr>
          <p:nvPr/>
        </p:nvSpPr>
        <p:spPr bwMode="auto">
          <a:xfrm>
            <a:off x="1835150" y="3140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23</a:t>
            </a:r>
          </a:p>
        </p:txBody>
      </p:sp>
      <p:sp>
        <p:nvSpPr>
          <p:cNvPr id="54294" name="Rectangle 24">
            <a:extLst>
              <a:ext uri="{FF2B5EF4-FFF2-40B4-BE49-F238E27FC236}">
                <a16:creationId xmlns:a16="http://schemas.microsoft.com/office/drawing/2014/main" id="{E2E36F6A-8191-08B9-1742-F3FF9502D94E}"/>
              </a:ext>
            </a:extLst>
          </p:cNvPr>
          <p:cNvSpPr>
            <a:spLocks noChangeArrowheads="1"/>
          </p:cNvSpPr>
          <p:nvPr/>
        </p:nvSpPr>
        <p:spPr bwMode="auto">
          <a:xfrm>
            <a:off x="2268538" y="3140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24</a:t>
            </a:r>
          </a:p>
        </p:txBody>
      </p:sp>
      <p:sp>
        <p:nvSpPr>
          <p:cNvPr id="54295" name="Rectangle 25">
            <a:extLst>
              <a:ext uri="{FF2B5EF4-FFF2-40B4-BE49-F238E27FC236}">
                <a16:creationId xmlns:a16="http://schemas.microsoft.com/office/drawing/2014/main" id="{92D70D62-BA41-B981-D007-FB8CE1EC3A0F}"/>
              </a:ext>
            </a:extLst>
          </p:cNvPr>
          <p:cNvSpPr>
            <a:spLocks noChangeArrowheads="1"/>
          </p:cNvSpPr>
          <p:nvPr/>
        </p:nvSpPr>
        <p:spPr bwMode="auto">
          <a:xfrm>
            <a:off x="2700338" y="3140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25</a:t>
            </a:r>
          </a:p>
        </p:txBody>
      </p:sp>
      <p:sp>
        <p:nvSpPr>
          <p:cNvPr id="54296" name="Rectangle 26">
            <a:extLst>
              <a:ext uri="{FF2B5EF4-FFF2-40B4-BE49-F238E27FC236}">
                <a16:creationId xmlns:a16="http://schemas.microsoft.com/office/drawing/2014/main" id="{396CB3C9-120F-CC49-B649-8FDBDB7F949C}"/>
              </a:ext>
            </a:extLst>
          </p:cNvPr>
          <p:cNvSpPr>
            <a:spLocks noChangeArrowheads="1"/>
          </p:cNvSpPr>
          <p:nvPr/>
        </p:nvSpPr>
        <p:spPr bwMode="auto">
          <a:xfrm>
            <a:off x="3132138" y="3140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26</a:t>
            </a:r>
          </a:p>
        </p:txBody>
      </p:sp>
      <p:sp>
        <p:nvSpPr>
          <p:cNvPr id="54297" name="Rectangle 27">
            <a:extLst>
              <a:ext uri="{FF2B5EF4-FFF2-40B4-BE49-F238E27FC236}">
                <a16:creationId xmlns:a16="http://schemas.microsoft.com/office/drawing/2014/main" id="{EAE3747E-616B-F888-7D28-86E033F2D79B}"/>
              </a:ext>
            </a:extLst>
          </p:cNvPr>
          <p:cNvSpPr>
            <a:spLocks noChangeArrowheads="1"/>
          </p:cNvSpPr>
          <p:nvPr/>
        </p:nvSpPr>
        <p:spPr bwMode="auto">
          <a:xfrm>
            <a:off x="3563938" y="3140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27</a:t>
            </a:r>
          </a:p>
        </p:txBody>
      </p:sp>
      <p:sp>
        <p:nvSpPr>
          <p:cNvPr id="54298" name="Rectangle 28">
            <a:extLst>
              <a:ext uri="{FF2B5EF4-FFF2-40B4-BE49-F238E27FC236}">
                <a16:creationId xmlns:a16="http://schemas.microsoft.com/office/drawing/2014/main" id="{20CC6766-B3F0-CCBF-23A2-4C5D7F8F3347}"/>
              </a:ext>
            </a:extLst>
          </p:cNvPr>
          <p:cNvSpPr>
            <a:spLocks noChangeArrowheads="1"/>
          </p:cNvSpPr>
          <p:nvPr/>
        </p:nvSpPr>
        <p:spPr bwMode="auto">
          <a:xfrm>
            <a:off x="3995738" y="3140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28</a:t>
            </a:r>
          </a:p>
        </p:txBody>
      </p:sp>
      <p:sp>
        <p:nvSpPr>
          <p:cNvPr id="54299" name="Rectangle 29">
            <a:extLst>
              <a:ext uri="{FF2B5EF4-FFF2-40B4-BE49-F238E27FC236}">
                <a16:creationId xmlns:a16="http://schemas.microsoft.com/office/drawing/2014/main" id="{853E023F-849C-4D7C-A5E4-F32C1A2FE541}"/>
              </a:ext>
            </a:extLst>
          </p:cNvPr>
          <p:cNvSpPr>
            <a:spLocks noChangeArrowheads="1"/>
          </p:cNvSpPr>
          <p:nvPr/>
        </p:nvSpPr>
        <p:spPr bwMode="auto">
          <a:xfrm>
            <a:off x="971550" y="35718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08</a:t>
            </a:r>
          </a:p>
        </p:txBody>
      </p:sp>
      <p:sp>
        <p:nvSpPr>
          <p:cNvPr id="54300" name="Rectangle 30">
            <a:extLst>
              <a:ext uri="{FF2B5EF4-FFF2-40B4-BE49-F238E27FC236}">
                <a16:creationId xmlns:a16="http://schemas.microsoft.com/office/drawing/2014/main" id="{AC36CC63-95C0-1125-E878-AF9AF0C0D734}"/>
              </a:ext>
            </a:extLst>
          </p:cNvPr>
          <p:cNvSpPr>
            <a:spLocks noChangeArrowheads="1"/>
          </p:cNvSpPr>
          <p:nvPr/>
        </p:nvSpPr>
        <p:spPr bwMode="auto">
          <a:xfrm>
            <a:off x="1403350" y="35718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09</a:t>
            </a:r>
          </a:p>
        </p:txBody>
      </p:sp>
      <p:sp>
        <p:nvSpPr>
          <p:cNvPr id="54301" name="Rectangle 31">
            <a:extLst>
              <a:ext uri="{FF2B5EF4-FFF2-40B4-BE49-F238E27FC236}">
                <a16:creationId xmlns:a16="http://schemas.microsoft.com/office/drawing/2014/main" id="{64203E19-7663-A5FE-8315-6834CBF5A1AE}"/>
              </a:ext>
            </a:extLst>
          </p:cNvPr>
          <p:cNvSpPr>
            <a:spLocks noChangeArrowheads="1"/>
          </p:cNvSpPr>
          <p:nvPr/>
        </p:nvSpPr>
        <p:spPr bwMode="auto">
          <a:xfrm>
            <a:off x="1835150" y="35718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0A</a:t>
            </a:r>
          </a:p>
        </p:txBody>
      </p:sp>
      <p:sp>
        <p:nvSpPr>
          <p:cNvPr id="54302" name="Rectangle 32">
            <a:extLst>
              <a:ext uri="{FF2B5EF4-FFF2-40B4-BE49-F238E27FC236}">
                <a16:creationId xmlns:a16="http://schemas.microsoft.com/office/drawing/2014/main" id="{A0DAC60E-F109-95EF-1FF1-9EECDC58E70D}"/>
              </a:ext>
            </a:extLst>
          </p:cNvPr>
          <p:cNvSpPr>
            <a:spLocks noChangeArrowheads="1"/>
          </p:cNvSpPr>
          <p:nvPr/>
        </p:nvSpPr>
        <p:spPr bwMode="auto">
          <a:xfrm>
            <a:off x="2268538" y="35718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0B</a:t>
            </a:r>
          </a:p>
        </p:txBody>
      </p:sp>
      <p:sp>
        <p:nvSpPr>
          <p:cNvPr id="54303" name="Rectangle 33">
            <a:extLst>
              <a:ext uri="{FF2B5EF4-FFF2-40B4-BE49-F238E27FC236}">
                <a16:creationId xmlns:a16="http://schemas.microsoft.com/office/drawing/2014/main" id="{4DD6DC87-93DC-6DCC-1414-9AC2BB4365BE}"/>
              </a:ext>
            </a:extLst>
          </p:cNvPr>
          <p:cNvSpPr>
            <a:spLocks noChangeArrowheads="1"/>
          </p:cNvSpPr>
          <p:nvPr/>
        </p:nvSpPr>
        <p:spPr bwMode="auto">
          <a:xfrm>
            <a:off x="2700338" y="35718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0C</a:t>
            </a:r>
          </a:p>
        </p:txBody>
      </p:sp>
      <p:sp>
        <p:nvSpPr>
          <p:cNvPr id="54304" name="Rectangle 34">
            <a:extLst>
              <a:ext uri="{FF2B5EF4-FFF2-40B4-BE49-F238E27FC236}">
                <a16:creationId xmlns:a16="http://schemas.microsoft.com/office/drawing/2014/main" id="{C8CCB18C-73CB-5EE9-00B5-E9F57E2CBE35}"/>
              </a:ext>
            </a:extLst>
          </p:cNvPr>
          <p:cNvSpPr>
            <a:spLocks noChangeArrowheads="1"/>
          </p:cNvSpPr>
          <p:nvPr/>
        </p:nvSpPr>
        <p:spPr bwMode="auto">
          <a:xfrm>
            <a:off x="3132138" y="35718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0D</a:t>
            </a:r>
          </a:p>
        </p:txBody>
      </p:sp>
      <p:sp>
        <p:nvSpPr>
          <p:cNvPr id="54305" name="Rectangle 35">
            <a:extLst>
              <a:ext uri="{FF2B5EF4-FFF2-40B4-BE49-F238E27FC236}">
                <a16:creationId xmlns:a16="http://schemas.microsoft.com/office/drawing/2014/main" id="{50E85391-B6D8-329A-EF22-D82F9FFE7AF2}"/>
              </a:ext>
            </a:extLst>
          </p:cNvPr>
          <p:cNvSpPr>
            <a:spLocks noChangeArrowheads="1"/>
          </p:cNvSpPr>
          <p:nvPr/>
        </p:nvSpPr>
        <p:spPr bwMode="auto">
          <a:xfrm>
            <a:off x="3563938" y="35718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0E</a:t>
            </a:r>
          </a:p>
        </p:txBody>
      </p:sp>
      <p:sp>
        <p:nvSpPr>
          <p:cNvPr id="54306" name="Rectangle 36">
            <a:extLst>
              <a:ext uri="{FF2B5EF4-FFF2-40B4-BE49-F238E27FC236}">
                <a16:creationId xmlns:a16="http://schemas.microsoft.com/office/drawing/2014/main" id="{47C9B708-2A7E-2072-0011-32B4EA8BB6A6}"/>
              </a:ext>
            </a:extLst>
          </p:cNvPr>
          <p:cNvSpPr>
            <a:spLocks noChangeArrowheads="1"/>
          </p:cNvSpPr>
          <p:nvPr/>
        </p:nvSpPr>
        <p:spPr bwMode="auto">
          <a:xfrm>
            <a:off x="3995738" y="35718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0F</a:t>
            </a:r>
          </a:p>
        </p:txBody>
      </p:sp>
      <p:sp>
        <p:nvSpPr>
          <p:cNvPr id="54307" name="Rectangle 37">
            <a:extLst>
              <a:ext uri="{FF2B5EF4-FFF2-40B4-BE49-F238E27FC236}">
                <a16:creationId xmlns:a16="http://schemas.microsoft.com/office/drawing/2014/main" id="{FDCC8751-94E0-197F-7EB3-DD48C9E45D4D}"/>
              </a:ext>
            </a:extLst>
          </p:cNvPr>
          <p:cNvSpPr>
            <a:spLocks noChangeArrowheads="1"/>
          </p:cNvSpPr>
          <p:nvPr/>
        </p:nvSpPr>
        <p:spPr bwMode="auto">
          <a:xfrm>
            <a:off x="971550" y="40036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31</a:t>
            </a:r>
          </a:p>
        </p:txBody>
      </p:sp>
      <p:sp>
        <p:nvSpPr>
          <p:cNvPr id="54308" name="Rectangle 38">
            <a:extLst>
              <a:ext uri="{FF2B5EF4-FFF2-40B4-BE49-F238E27FC236}">
                <a16:creationId xmlns:a16="http://schemas.microsoft.com/office/drawing/2014/main" id="{412F4026-3DC9-3DB0-7AC0-78DFCFE3199F}"/>
              </a:ext>
            </a:extLst>
          </p:cNvPr>
          <p:cNvSpPr>
            <a:spLocks noChangeArrowheads="1"/>
          </p:cNvSpPr>
          <p:nvPr/>
        </p:nvSpPr>
        <p:spPr bwMode="auto">
          <a:xfrm>
            <a:off x="1403350" y="40036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32</a:t>
            </a:r>
          </a:p>
        </p:txBody>
      </p:sp>
      <p:sp>
        <p:nvSpPr>
          <p:cNvPr id="54309" name="Rectangle 39">
            <a:extLst>
              <a:ext uri="{FF2B5EF4-FFF2-40B4-BE49-F238E27FC236}">
                <a16:creationId xmlns:a16="http://schemas.microsoft.com/office/drawing/2014/main" id="{A12DD3C6-15F4-C368-174A-A31837C7015B}"/>
              </a:ext>
            </a:extLst>
          </p:cNvPr>
          <p:cNvSpPr>
            <a:spLocks noChangeArrowheads="1"/>
          </p:cNvSpPr>
          <p:nvPr/>
        </p:nvSpPr>
        <p:spPr bwMode="auto">
          <a:xfrm>
            <a:off x="1835150" y="40036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33</a:t>
            </a:r>
          </a:p>
        </p:txBody>
      </p:sp>
      <p:sp>
        <p:nvSpPr>
          <p:cNvPr id="54310" name="Rectangle 40">
            <a:extLst>
              <a:ext uri="{FF2B5EF4-FFF2-40B4-BE49-F238E27FC236}">
                <a16:creationId xmlns:a16="http://schemas.microsoft.com/office/drawing/2014/main" id="{070CB530-CDF3-FB8E-AC5D-565BCFDAEB33}"/>
              </a:ext>
            </a:extLst>
          </p:cNvPr>
          <p:cNvSpPr>
            <a:spLocks noChangeArrowheads="1"/>
          </p:cNvSpPr>
          <p:nvPr/>
        </p:nvSpPr>
        <p:spPr bwMode="auto">
          <a:xfrm>
            <a:off x="2268538" y="40036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34</a:t>
            </a:r>
          </a:p>
        </p:txBody>
      </p:sp>
      <p:sp>
        <p:nvSpPr>
          <p:cNvPr id="54311" name="Rectangle 41">
            <a:extLst>
              <a:ext uri="{FF2B5EF4-FFF2-40B4-BE49-F238E27FC236}">
                <a16:creationId xmlns:a16="http://schemas.microsoft.com/office/drawing/2014/main" id="{948FC5CB-F712-271A-A27B-80397892E079}"/>
              </a:ext>
            </a:extLst>
          </p:cNvPr>
          <p:cNvSpPr>
            <a:spLocks noChangeArrowheads="1"/>
          </p:cNvSpPr>
          <p:nvPr/>
        </p:nvSpPr>
        <p:spPr bwMode="auto">
          <a:xfrm>
            <a:off x="2700338" y="40036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A</a:t>
            </a:r>
          </a:p>
        </p:txBody>
      </p:sp>
      <p:sp>
        <p:nvSpPr>
          <p:cNvPr id="54312" name="Rectangle 42">
            <a:extLst>
              <a:ext uri="{FF2B5EF4-FFF2-40B4-BE49-F238E27FC236}">
                <a16:creationId xmlns:a16="http://schemas.microsoft.com/office/drawing/2014/main" id="{FF9582E7-2268-A93D-9BC2-82A733F83418}"/>
              </a:ext>
            </a:extLst>
          </p:cNvPr>
          <p:cNvSpPr>
            <a:spLocks noChangeArrowheads="1"/>
          </p:cNvSpPr>
          <p:nvPr/>
        </p:nvSpPr>
        <p:spPr bwMode="auto">
          <a:xfrm>
            <a:off x="3132138" y="40036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B</a:t>
            </a:r>
          </a:p>
        </p:txBody>
      </p:sp>
      <p:sp>
        <p:nvSpPr>
          <p:cNvPr id="54313" name="Rectangle 43">
            <a:extLst>
              <a:ext uri="{FF2B5EF4-FFF2-40B4-BE49-F238E27FC236}">
                <a16:creationId xmlns:a16="http://schemas.microsoft.com/office/drawing/2014/main" id="{FA5C3A85-A4FC-E69E-0CF6-C8A751CB366F}"/>
              </a:ext>
            </a:extLst>
          </p:cNvPr>
          <p:cNvSpPr>
            <a:spLocks noChangeArrowheads="1"/>
          </p:cNvSpPr>
          <p:nvPr/>
        </p:nvSpPr>
        <p:spPr bwMode="auto">
          <a:xfrm>
            <a:off x="3563938" y="40036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C</a:t>
            </a:r>
          </a:p>
        </p:txBody>
      </p:sp>
      <p:sp>
        <p:nvSpPr>
          <p:cNvPr id="54314" name="Rectangle 44">
            <a:extLst>
              <a:ext uri="{FF2B5EF4-FFF2-40B4-BE49-F238E27FC236}">
                <a16:creationId xmlns:a16="http://schemas.microsoft.com/office/drawing/2014/main" id="{93776500-5008-3A05-18B7-7D160135BA94}"/>
              </a:ext>
            </a:extLst>
          </p:cNvPr>
          <p:cNvSpPr>
            <a:spLocks noChangeArrowheads="1"/>
          </p:cNvSpPr>
          <p:nvPr/>
        </p:nvSpPr>
        <p:spPr bwMode="auto">
          <a:xfrm>
            <a:off x="3995738" y="40036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D</a:t>
            </a:r>
          </a:p>
        </p:txBody>
      </p:sp>
      <p:sp>
        <p:nvSpPr>
          <p:cNvPr id="54315" name="Rectangle 45">
            <a:extLst>
              <a:ext uri="{FF2B5EF4-FFF2-40B4-BE49-F238E27FC236}">
                <a16:creationId xmlns:a16="http://schemas.microsoft.com/office/drawing/2014/main" id="{F09F2FAA-DA77-B9EE-4E75-ECE83020CE73}"/>
              </a:ext>
            </a:extLst>
          </p:cNvPr>
          <p:cNvSpPr>
            <a:spLocks noChangeArrowheads="1"/>
          </p:cNvSpPr>
          <p:nvPr/>
        </p:nvSpPr>
        <p:spPr bwMode="auto">
          <a:xfrm>
            <a:off x="971550" y="4435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10</a:t>
            </a:r>
          </a:p>
        </p:txBody>
      </p:sp>
      <p:sp>
        <p:nvSpPr>
          <p:cNvPr id="54316" name="Rectangle 46">
            <a:extLst>
              <a:ext uri="{FF2B5EF4-FFF2-40B4-BE49-F238E27FC236}">
                <a16:creationId xmlns:a16="http://schemas.microsoft.com/office/drawing/2014/main" id="{7A9C867A-4605-19FC-0177-9C0AE02D6162}"/>
              </a:ext>
            </a:extLst>
          </p:cNvPr>
          <p:cNvSpPr>
            <a:spLocks noChangeArrowheads="1"/>
          </p:cNvSpPr>
          <p:nvPr/>
        </p:nvSpPr>
        <p:spPr bwMode="auto">
          <a:xfrm>
            <a:off x="1403350" y="4435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11</a:t>
            </a:r>
          </a:p>
        </p:txBody>
      </p:sp>
      <p:sp>
        <p:nvSpPr>
          <p:cNvPr id="54317" name="Rectangle 47">
            <a:extLst>
              <a:ext uri="{FF2B5EF4-FFF2-40B4-BE49-F238E27FC236}">
                <a16:creationId xmlns:a16="http://schemas.microsoft.com/office/drawing/2014/main" id="{EABB1B71-2959-F7A0-FB66-84B30B62C980}"/>
              </a:ext>
            </a:extLst>
          </p:cNvPr>
          <p:cNvSpPr>
            <a:spLocks noChangeArrowheads="1"/>
          </p:cNvSpPr>
          <p:nvPr/>
        </p:nvSpPr>
        <p:spPr bwMode="auto">
          <a:xfrm>
            <a:off x="1835150" y="4435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12</a:t>
            </a:r>
          </a:p>
        </p:txBody>
      </p:sp>
      <p:sp>
        <p:nvSpPr>
          <p:cNvPr id="54318" name="Rectangle 48">
            <a:extLst>
              <a:ext uri="{FF2B5EF4-FFF2-40B4-BE49-F238E27FC236}">
                <a16:creationId xmlns:a16="http://schemas.microsoft.com/office/drawing/2014/main" id="{73BC65E9-B06D-5AF1-8711-6809EC2403B1}"/>
              </a:ext>
            </a:extLst>
          </p:cNvPr>
          <p:cNvSpPr>
            <a:spLocks noChangeArrowheads="1"/>
          </p:cNvSpPr>
          <p:nvPr/>
        </p:nvSpPr>
        <p:spPr bwMode="auto">
          <a:xfrm>
            <a:off x="2268538" y="4435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13</a:t>
            </a:r>
          </a:p>
        </p:txBody>
      </p:sp>
      <p:sp>
        <p:nvSpPr>
          <p:cNvPr id="54319" name="Rectangle 49">
            <a:extLst>
              <a:ext uri="{FF2B5EF4-FFF2-40B4-BE49-F238E27FC236}">
                <a16:creationId xmlns:a16="http://schemas.microsoft.com/office/drawing/2014/main" id="{322E07B9-877B-A896-7E22-59E2FBF8DCC7}"/>
              </a:ext>
            </a:extLst>
          </p:cNvPr>
          <p:cNvSpPr>
            <a:spLocks noChangeArrowheads="1"/>
          </p:cNvSpPr>
          <p:nvPr/>
        </p:nvSpPr>
        <p:spPr bwMode="auto">
          <a:xfrm>
            <a:off x="2700338" y="4435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14</a:t>
            </a:r>
          </a:p>
        </p:txBody>
      </p:sp>
      <p:sp>
        <p:nvSpPr>
          <p:cNvPr id="54320" name="Rectangle 50">
            <a:extLst>
              <a:ext uri="{FF2B5EF4-FFF2-40B4-BE49-F238E27FC236}">
                <a16:creationId xmlns:a16="http://schemas.microsoft.com/office/drawing/2014/main" id="{EF1EF99C-E693-371C-5C50-9D2337290EBF}"/>
              </a:ext>
            </a:extLst>
          </p:cNvPr>
          <p:cNvSpPr>
            <a:spLocks noChangeArrowheads="1"/>
          </p:cNvSpPr>
          <p:nvPr/>
        </p:nvSpPr>
        <p:spPr bwMode="auto">
          <a:xfrm>
            <a:off x="3132138" y="4435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15</a:t>
            </a:r>
          </a:p>
        </p:txBody>
      </p:sp>
      <p:sp>
        <p:nvSpPr>
          <p:cNvPr id="54321" name="Rectangle 51">
            <a:extLst>
              <a:ext uri="{FF2B5EF4-FFF2-40B4-BE49-F238E27FC236}">
                <a16:creationId xmlns:a16="http://schemas.microsoft.com/office/drawing/2014/main" id="{44992637-3C22-C337-1CF5-C888BED736D0}"/>
              </a:ext>
            </a:extLst>
          </p:cNvPr>
          <p:cNvSpPr>
            <a:spLocks noChangeArrowheads="1"/>
          </p:cNvSpPr>
          <p:nvPr/>
        </p:nvSpPr>
        <p:spPr bwMode="auto">
          <a:xfrm>
            <a:off x="3563938" y="4435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16</a:t>
            </a:r>
          </a:p>
        </p:txBody>
      </p:sp>
      <p:sp>
        <p:nvSpPr>
          <p:cNvPr id="54322" name="Rectangle 52">
            <a:extLst>
              <a:ext uri="{FF2B5EF4-FFF2-40B4-BE49-F238E27FC236}">
                <a16:creationId xmlns:a16="http://schemas.microsoft.com/office/drawing/2014/main" id="{BA54710B-A0C0-1C5E-DAC5-2EF2A567974F}"/>
              </a:ext>
            </a:extLst>
          </p:cNvPr>
          <p:cNvSpPr>
            <a:spLocks noChangeArrowheads="1"/>
          </p:cNvSpPr>
          <p:nvPr/>
        </p:nvSpPr>
        <p:spPr bwMode="auto">
          <a:xfrm>
            <a:off x="3995738" y="44354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17</a:t>
            </a:r>
          </a:p>
        </p:txBody>
      </p:sp>
      <p:sp>
        <p:nvSpPr>
          <p:cNvPr id="54323" name="Rectangle 53">
            <a:extLst>
              <a:ext uri="{FF2B5EF4-FFF2-40B4-BE49-F238E27FC236}">
                <a16:creationId xmlns:a16="http://schemas.microsoft.com/office/drawing/2014/main" id="{59199638-E6B6-2B7E-A546-2652FF1C2E3D}"/>
              </a:ext>
            </a:extLst>
          </p:cNvPr>
          <p:cNvSpPr>
            <a:spLocks noChangeArrowheads="1"/>
          </p:cNvSpPr>
          <p:nvPr/>
        </p:nvSpPr>
        <p:spPr bwMode="auto">
          <a:xfrm>
            <a:off x="971550" y="48672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E</a:t>
            </a:r>
          </a:p>
        </p:txBody>
      </p:sp>
      <p:sp>
        <p:nvSpPr>
          <p:cNvPr id="54324" name="Rectangle 54">
            <a:extLst>
              <a:ext uri="{FF2B5EF4-FFF2-40B4-BE49-F238E27FC236}">
                <a16:creationId xmlns:a16="http://schemas.microsoft.com/office/drawing/2014/main" id="{AC6FF150-65BB-715F-A0EC-066CE33A85AB}"/>
              </a:ext>
            </a:extLst>
          </p:cNvPr>
          <p:cNvSpPr>
            <a:spLocks noChangeArrowheads="1"/>
          </p:cNvSpPr>
          <p:nvPr/>
        </p:nvSpPr>
        <p:spPr bwMode="auto">
          <a:xfrm>
            <a:off x="1403350" y="48672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F</a:t>
            </a:r>
          </a:p>
        </p:txBody>
      </p:sp>
      <p:sp>
        <p:nvSpPr>
          <p:cNvPr id="54325" name="Rectangle 55">
            <a:extLst>
              <a:ext uri="{FF2B5EF4-FFF2-40B4-BE49-F238E27FC236}">
                <a16:creationId xmlns:a16="http://schemas.microsoft.com/office/drawing/2014/main" id="{4A8CBF55-CE87-75A6-34D1-67244C859FFD}"/>
              </a:ext>
            </a:extLst>
          </p:cNvPr>
          <p:cNvSpPr>
            <a:spLocks noChangeArrowheads="1"/>
          </p:cNvSpPr>
          <p:nvPr/>
        </p:nvSpPr>
        <p:spPr bwMode="auto">
          <a:xfrm>
            <a:off x="1835150" y="48672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G</a:t>
            </a:r>
          </a:p>
        </p:txBody>
      </p:sp>
      <p:sp>
        <p:nvSpPr>
          <p:cNvPr id="54326" name="Rectangle 56">
            <a:extLst>
              <a:ext uri="{FF2B5EF4-FFF2-40B4-BE49-F238E27FC236}">
                <a16:creationId xmlns:a16="http://schemas.microsoft.com/office/drawing/2014/main" id="{38296236-B22F-6087-89F2-09E8FF7A62BF}"/>
              </a:ext>
            </a:extLst>
          </p:cNvPr>
          <p:cNvSpPr>
            <a:spLocks noChangeArrowheads="1"/>
          </p:cNvSpPr>
          <p:nvPr/>
        </p:nvSpPr>
        <p:spPr bwMode="auto">
          <a:xfrm>
            <a:off x="2268538" y="48672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27" name="Rectangle 57">
            <a:extLst>
              <a:ext uri="{FF2B5EF4-FFF2-40B4-BE49-F238E27FC236}">
                <a16:creationId xmlns:a16="http://schemas.microsoft.com/office/drawing/2014/main" id="{11701D52-0BE0-B681-F156-01D2778C9A30}"/>
              </a:ext>
            </a:extLst>
          </p:cNvPr>
          <p:cNvSpPr>
            <a:spLocks noChangeArrowheads="1"/>
          </p:cNvSpPr>
          <p:nvPr/>
        </p:nvSpPr>
        <p:spPr bwMode="auto">
          <a:xfrm>
            <a:off x="2700338" y="48672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51</a:t>
            </a:r>
          </a:p>
        </p:txBody>
      </p:sp>
      <p:sp>
        <p:nvSpPr>
          <p:cNvPr id="54328" name="Rectangle 58">
            <a:extLst>
              <a:ext uri="{FF2B5EF4-FFF2-40B4-BE49-F238E27FC236}">
                <a16:creationId xmlns:a16="http://schemas.microsoft.com/office/drawing/2014/main" id="{346FA041-0625-1A6C-4755-5039CB566F7C}"/>
              </a:ext>
            </a:extLst>
          </p:cNvPr>
          <p:cNvSpPr>
            <a:spLocks noChangeArrowheads="1"/>
          </p:cNvSpPr>
          <p:nvPr/>
        </p:nvSpPr>
        <p:spPr bwMode="auto">
          <a:xfrm>
            <a:off x="3132138" y="48672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52</a:t>
            </a:r>
          </a:p>
        </p:txBody>
      </p:sp>
      <p:sp>
        <p:nvSpPr>
          <p:cNvPr id="54329" name="Rectangle 59">
            <a:extLst>
              <a:ext uri="{FF2B5EF4-FFF2-40B4-BE49-F238E27FC236}">
                <a16:creationId xmlns:a16="http://schemas.microsoft.com/office/drawing/2014/main" id="{592B8C1C-F10E-9EFB-4E4E-504B648EED7D}"/>
              </a:ext>
            </a:extLst>
          </p:cNvPr>
          <p:cNvSpPr>
            <a:spLocks noChangeArrowheads="1"/>
          </p:cNvSpPr>
          <p:nvPr/>
        </p:nvSpPr>
        <p:spPr bwMode="auto">
          <a:xfrm>
            <a:off x="3563938" y="48672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30" name="Rectangle 60">
            <a:extLst>
              <a:ext uri="{FF2B5EF4-FFF2-40B4-BE49-F238E27FC236}">
                <a16:creationId xmlns:a16="http://schemas.microsoft.com/office/drawing/2014/main" id="{377B942F-3C9D-9FAE-3913-801269D7D78D}"/>
              </a:ext>
            </a:extLst>
          </p:cNvPr>
          <p:cNvSpPr>
            <a:spLocks noChangeArrowheads="1"/>
          </p:cNvSpPr>
          <p:nvPr/>
        </p:nvSpPr>
        <p:spPr bwMode="auto">
          <a:xfrm>
            <a:off x="3995738" y="48672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31" name="Rectangle 61">
            <a:extLst>
              <a:ext uri="{FF2B5EF4-FFF2-40B4-BE49-F238E27FC236}">
                <a16:creationId xmlns:a16="http://schemas.microsoft.com/office/drawing/2014/main" id="{6A395B94-740C-1929-8233-33F6BD3B7517}"/>
              </a:ext>
            </a:extLst>
          </p:cNvPr>
          <p:cNvSpPr>
            <a:spLocks noChangeArrowheads="1"/>
          </p:cNvSpPr>
          <p:nvPr/>
        </p:nvSpPr>
        <p:spPr bwMode="auto">
          <a:xfrm>
            <a:off x="971550" y="5299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18</a:t>
            </a:r>
          </a:p>
        </p:txBody>
      </p:sp>
      <p:sp>
        <p:nvSpPr>
          <p:cNvPr id="54332" name="Rectangle 62">
            <a:extLst>
              <a:ext uri="{FF2B5EF4-FFF2-40B4-BE49-F238E27FC236}">
                <a16:creationId xmlns:a16="http://schemas.microsoft.com/office/drawing/2014/main" id="{A74D513B-0936-14EC-0B91-1EAD9007A4AD}"/>
              </a:ext>
            </a:extLst>
          </p:cNvPr>
          <p:cNvSpPr>
            <a:spLocks noChangeArrowheads="1"/>
          </p:cNvSpPr>
          <p:nvPr/>
        </p:nvSpPr>
        <p:spPr bwMode="auto">
          <a:xfrm>
            <a:off x="1403350" y="5299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19</a:t>
            </a:r>
          </a:p>
        </p:txBody>
      </p:sp>
      <p:sp>
        <p:nvSpPr>
          <p:cNvPr id="54333" name="Rectangle 63">
            <a:extLst>
              <a:ext uri="{FF2B5EF4-FFF2-40B4-BE49-F238E27FC236}">
                <a16:creationId xmlns:a16="http://schemas.microsoft.com/office/drawing/2014/main" id="{8CF2DFB3-D900-3C7A-2DC8-7A7276EE61C0}"/>
              </a:ext>
            </a:extLst>
          </p:cNvPr>
          <p:cNvSpPr>
            <a:spLocks noChangeArrowheads="1"/>
          </p:cNvSpPr>
          <p:nvPr/>
        </p:nvSpPr>
        <p:spPr bwMode="auto">
          <a:xfrm>
            <a:off x="1835150" y="5299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1A</a:t>
            </a:r>
          </a:p>
        </p:txBody>
      </p:sp>
      <p:sp>
        <p:nvSpPr>
          <p:cNvPr id="54334" name="Rectangle 64">
            <a:extLst>
              <a:ext uri="{FF2B5EF4-FFF2-40B4-BE49-F238E27FC236}">
                <a16:creationId xmlns:a16="http://schemas.microsoft.com/office/drawing/2014/main" id="{46BE972E-5FDB-6A96-5713-76AB7114315B}"/>
              </a:ext>
            </a:extLst>
          </p:cNvPr>
          <p:cNvSpPr>
            <a:spLocks noChangeArrowheads="1"/>
          </p:cNvSpPr>
          <p:nvPr/>
        </p:nvSpPr>
        <p:spPr bwMode="auto">
          <a:xfrm>
            <a:off x="2268538" y="5299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1B</a:t>
            </a:r>
          </a:p>
        </p:txBody>
      </p:sp>
      <p:sp>
        <p:nvSpPr>
          <p:cNvPr id="54335" name="Rectangle 65">
            <a:extLst>
              <a:ext uri="{FF2B5EF4-FFF2-40B4-BE49-F238E27FC236}">
                <a16:creationId xmlns:a16="http://schemas.microsoft.com/office/drawing/2014/main" id="{6A1A8645-986E-E380-E25D-A466954A8F60}"/>
              </a:ext>
            </a:extLst>
          </p:cNvPr>
          <p:cNvSpPr>
            <a:spLocks noChangeArrowheads="1"/>
          </p:cNvSpPr>
          <p:nvPr/>
        </p:nvSpPr>
        <p:spPr bwMode="auto">
          <a:xfrm>
            <a:off x="2700338" y="5299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1C</a:t>
            </a:r>
          </a:p>
        </p:txBody>
      </p:sp>
      <p:sp>
        <p:nvSpPr>
          <p:cNvPr id="54336" name="Rectangle 66">
            <a:extLst>
              <a:ext uri="{FF2B5EF4-FFF2-40B4-BE49-F238E27FC236}">
                <a16:creationId xmlns:a16="http://schemas.microsoft.com/office/drawing/2014/main" id="{F6115F48-7D51-D232-75A8-BB7B8A9B0111}"/>
              </a:ext>
            </a:extLst>
          </p:cNvPr>
          <p:cNvSpPr>
            <a:spLocks noChangeArrowheads="1"/>
          </p:cNvSpPr>
          <p:nvPr/>
        </p:nvSpPr>
        <p:spPr bwMode="auto">
          <a:xfrm>
            <a:off x="3132138" y="5299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1D</a:t>
            </a:r>
          </a:p>
        </p:txBody>
      </p:sp>
      <p:sp>
        <p:nvSpPr>
          <p:cNvPr id="54337" name="Rectangle 67">
            <a:extLst>
              <a:ext uri="{FF2B5EF4-FFF2-40B4-BE49-F238E27FC236}">
                <a16:creationId xmlns:a16="http://schemas.microsoft.com/office/drawing/2014/main" id="{0D8AAE6B-16F0-CC50-4748-DEFA700716E4}"/>
              </a:ext>
            </a:extLst>
          </p:cNvPr>
          <p:cNvSpPr>
            <a:spLocks noChangeArrowheads="1"/>
          </p:cNvSpPr>
          <p:nvPr/>
        </p:nvSpPr>
        <p:spPr bwMode="auto">
          <a:xfrm>
            <a:off x="3563938" y="5299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1E</a:t>
            </a:r>
          </a:p>
        </p:txBody>
      </p:sp>
      <p:sp>
        <p:nvSpPr>
          <p:cNvPr id="54338" name="Rectangle 68">
            <a:extLst>
              <a:ext uri="{FF2B5EF4-FFF2-40B4-BE49-F238E27FC236}">
                <a16:creationId xmlns:a16="http://schemas.microsoft.com/office/drawing/2014/main" id="{EDCA051D-B3D1-B4F3-476A-FD5DDDEF3449}"/>
              </a:ext>
            </a:extLst>
          </p:cNvPr>
          <p:cNvSpPr>
            <a:spLocks noChangeArrowheads="1"/>
          </p:cNvSpPr>
          <p:nvPr/>
        </p:nvSpPr>
        <p:spPr bwMode="auto">
          <a:xfrm>
            <a:off x="3995738" y="5299075"/>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1F</a:t>
            </a:r>
          </a:p>
        </p:txBody>
      </p:sp>
      <p:sp>
        <p:nvSpPr>
          <p:cNvPr id="54339" name="Rectangle 69">
            <a:extLst>
              <a:ext uri="{FF2B5EF4-FFF2-40B4-BE49-F238E27FC236}">
                <a16:creationId xmlns:a16="http://schemas.microsoft.com/office/drawing/2014/main" id="{DA6A3A44-6270-2229-3882-B539E5E19DE0}"/>
              </a:ext>
            </a:extLst>
          </p:cNvPr>
          <p:cNvSpPr>
            <a:spLocks noChangeArrowheads="1"/>
          </p:cNvSpPr>
          <p:nvPr/>
        </p:nvSpPr>
        <p:spPr bwMode="auto">
          <a:xfrm>
            <a:off x="971550" y="57324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61</a:t>
            </a:r>
          </a:p>
        </p:txBody>
      </p:sp>
      <p:sp>
        <p:nvSpPr>
          <p:cNvPr id="54340" name="Rectangle 70">
            <a:extLst>
              <a:ext uri="{FF2B5EF4-FFF2-40B4-BE49-F238E27FC236}">
                <a16:creationId xmlns:a16="http://schemas.microsoft.com/office/drawing/2014/main" id="{E2133414-5EDC-7D7A-215A-30A5ED92B8B5}"/>
              </a:ext>
            </a:extLst>
          </p:cNvPr>
          <p:cNvSpPr>
            <a:spLocks noChangeArrowheads="1"/>
          </p:cNvSpPr>
          <p:nvPr/>
        </p:nvSpPr>
        <p:spPr bwMode="auto">
          <a:xfrm>
            <a:off x="1403350" y="57324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62</a:t>
            </a:r>
          </a:p>
        </p:txBody>
      </p:sp>
      <p:sp>
        <p:nvSpPr>
          <p:cNvPr id="54341" name="Rectangle 71">
            <a:extLst>
              <a:ext uri="{FF2B5EF4-FFF2-40B4-BE49-F238E27FC236}">
                <a16:creationId xmlns:a16="http://schemas.microsoft.com/office/drawing/2014/main" id="{66B90B18-B60A-AD82-331E-C24CBBD9CF0F}"/>
              </a:ext>
            </a:extLst>
          </p:cNvPr>
          <p:cNvSpPr>
            <a:spLocks noChangeArrowheads="1"/>
          </p:cNvSpPr>
          <p:nvPr/>
        </p:nvSpPr>
        <p:spPr bwMode="auto">
          <a:xfrm>
            <a:off x="1835150" y="57324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63</a:t>
            </a:r>
          </a:p>
        </p:txBody>
      </p:sp>
      <p:sp>
        <p:nvSpPr>
          <p:cNvPr id="54342" name="Rectangle 72">
            <a:extLst>
              <a:ext uri="{FF2B5EF4-FFF2-40B4-BE49-F238E27FC236}">
                <a16:creationId xmlns:a16="http://schemas.microsoft.com/office/drawing/2014/main" id="{F4270658-9CAE-8C1B-8408-810B4B583C8C}"/>
              </a:ext>
            </a:extLst>
          </p:cNvPr>
          <p:cNvSpPr>
            <a:spLocks noChangeArrowheads="1"/>
          </p:cNvSpPr>
          <p:nvPr/>
        </p:nvSpPr>
        <p:spPr bwMode="auto">
          <a:xfrm>
            <a:off x="2268538" y="57324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64</a:t>
            </a:r>
          </a:p>
        </p:txBody>
      </p:sp>
      <p:sp>
        <p:nvSpPr>
          <p:cNvPr id="54343" name="Rectangle 73">
            <a:extLst>
              <a:ext uri="{FF2B5EF4-FFF2-40B4-BE49-F238E27FC236}">
                <a16:creationId xmlns:a16="http://schemas.microsoft.com/office/drawing/2014/main" id="{8986F972-F9AA-E9B9-118C-F0283B5C80B5}"/>
              </a:ext>
            </a:extLst>
          </p:cNvPr>
          <p:cNvSpPr>
            <a:spLocks noChangeArrowheads="1"/>
          </p:cNvSpPr>
          <p:nvPr/>
        </p:nvSpPr>
        <p:spPr bwMode="auto">
          <a:xfrm>
            <a:off x="2700338" y="57324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44" name="Rectangle 74">
            <a:extLst>
              <a:ext uri="{FF2B5EF4-FFF2-40B4-BE49-F238E27FC236}">
                <a16:creationId xmlns:a16="http://schemas.microsoft.com/office/drawing/2014/main" id="{80F34D78-1436-8937-AB69-6102BB14F999}"/>
              </a:ext>
            </a:extLst>
          </p:cNvPr>
          <p:cNvSpPr>
            <a:spLocks noChangeArrowheads="1"/>
          </p:cNvSpPr>
          <p:nvPr/>
        </p:nvSpPr>
        <p:spPr bwMode="auto">
          <a:xfrm>
            <a:off x="3132138" y="57324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45" name="Rectangle 75">
            <a:extLst>
              <a:ext uri="{FF2B5EF4-FFF2-40B4-BE49-F238E27FC236}">
                <a16:creationId xmlns:a16="http://schemas.microsoft.com/office/drawing/2014/main" id="{EFAC534E-D874-192E-B958-8AA38EABA105}"/>
              </a:ext>
            </a:extLst>
          </p:cNvPr>
          <p:cNvSpPr>
            <a:spLocks noChangeArrowheads="1"/>
          </p:cNvSpPr>
          <p:nvPr/>
        </p:nvSpPr>
        <p:spPr bwMode="auto">
          <a:xfrm>
            <a:off x="3563938" y="57324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46" name="Rectangle 76">
            <a:extLst>
              <a:ext uri="{FF2B5EF4-FFF2-40B4-BE49-F238E27FC236}">
                <a16:creationId xmlns:a16="http://schemas.microsoft.com/office/drawing/2014/main" id="{F4BDB6FF-0147-8803-A22C-3C4A0BD058A6}"/>
              </a:ext>
            </a:extLst>
          </p:cNvPr>
          <p:cNvSpPr>
            <a:spLocks noChangeArrowheads="1"/>
          </p:cNvSpPr>
          <p:nvPr/>
        </p:nvSpPr>
        <p:spPr bwMode="auto">
          <a:xfrm>
            <a:off x="3995738" y="57324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47" name="Rectangle 77">
            <a:extLst>
              <a:ext uri="{FF2B5EF4-FFF2-40B4-BE49-F238E27FC236}">
                <a16:creationId xmlns:a16="http://schemas.microsoft.com/office/drawing/2014/main" id="{41579342-5470-71BA-DED9-6ADED9F455F8}"/>
              </a:ext>
            </a:extLst>
          </p:cNvPr>
          <p:cNvSpPr>
            <a:spLocks noChangeArrowheads="1"/>
          </p:cNvSpPr>
          <p:nvPr/>
        </p:nvSpPr>
        <p:spPr bwMode="auto">
          <a:xfrm>
            <a:off x="971550" y="61642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20</a:t>
            </a:r>
          </a:p>
        </p:txBody>
      </p:sp>
      <p:sp>
        <p:nvSpPr>
          <p:cNvPr id="54348" name="Rectangle 78">
            <a:extLst>
              <a:ext uri="{FF2B5EF4-FFF2-40B4-BE49-F238E27FC236}">
                <a16:creationId xmlns:a16="http://schemas.microsoft.com/office/drawing/2014/main" id="{CFBBE2BC-793F-9C0C-76A5-481118E9739A}"/>
              </a:ext>
            </a:extLst>
          </p:cNvPr>
          <p:cNvSpPr>
            <a:spLocks noChangeArrowheads="1"/>
          </p:cNvSpPr>
          <p:nvPr/>
        </p:nvSpPr>
        <p:spPr bwMode="auto">
          <a:xfrm>
            <a:off x="1403350" y="61642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21</a:t>
            </a:r>
          </a:p>
        </p:txBody>
      </p:sp>
      <p:sp>
        <p:nvSpPr>
          <p:cNvPr id="54349" name="Rectangle 79">
            <a:extLst>
              <a:ext uri="{FF2B5EF4-FFF2-40B4-BE49-F238E27FC236}">
                <a16:creationId xmlns:a16="http://schemas.microsoft.com/office/drawing/2014/main" id="{0C707D39-FCCB-0498-218F-55F9C69FD86B}"/>
              </a:ext>
            </a:extLst>
          </p:cNvPr>
          <p:cNvSpPr>
            <a:spLocks noChangeArrowheads="1"/>
          </p:cNvSpPr>
          <p:nvPr/>
        </p:nvSpPr>
        <p:spPr bwMode="auto">
          <a:xfrm>
            <a:off x="1835150" y="61642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22</a:t>
            </a:r>
          </a:p>
        </p:txBody>
      </p:sp>
      <p:sp>
        <p:nvSpPr>
          <p:cNvPr id="54350" name="Rectangle 80">
            <a:extLst>
              <a:ext uri="{FF2B5EF4-FFF2-40B4-BE49-F238E27FC236}">
                <a16:creationId xmlns:a16="http://schemas.microsoft.com/office/drawing/2014/main" id="{F3A5DC7B-923A-ED34-6094-7BBAB411222A}"/>
              </a:ext>
            </a:extLst>
          </p:cNvPr>
          <p:cNvSpPr>
            <a:spLocks noChangeArrowheads="1"/>
          </p:cNvSpPr>
          <p:nvPr/>
        </p:nvSpPr>
        <p:spPr bwMode="auto">
          <a:xfrm>
            <a:off x="2268538" y="61642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23</a:t>
            </a:r>
          </a:p>
        </p:txBody>
      </p:sp>
      <p:sp>
        <p:nvSpPr>
          <p:cNvPr id="54351" name="Rectangle 81">
            <a:extLst>
              <a:ext uri="{FF2B5EF4-FFF2-40B4-BE49-F238E27FC236}">
                <a16:creationId xmlns:a16="http://schemas.microsoft.com/office/drawing/2014/main" id="{C0F9FC0B-D8D2-C6C7-DE8D-8B2F63702FC7}"/>
              </a:ext>
            </a:extLst>
          </p:cNvPr>
          <p:cNvSpPr>
            <a:spLocks noChangeArrowheads="1"/>
          </p:cNvSpPr>
          <p:nvPr/>
        </p:nvSpPr>
        <p:spPr bwMode="auto">
          <a:xfrm>
            <a:off x="2700338" y="61642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52" name="Rectangle 82">
            <a:extLst>
              <a:ext uri="{FF2B5EF4-FFF2-40B4-BE49-F238E27FC236}">
                <a16:creationId xmlns:a16="http://schemas.microsoft.com/office/drawing/2014/main" id="{4AC4BADD-5244-A59A-6B7D-4DA3F900CF4C}"/>
              </a:ext>
            </a:extLst>
          </p:cNvPr>
          <p:cNvSpPr>
            <a:spLocks noChangeArrowheads="1"/>
          </p:cNvSpPr>
          <p:nvPr/>
        </p:nvSpPr>
        <p:spPr bwMode="auto">
          <a:xfrm>
            <a:off x="3132138" y="61642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C00000"/>
              </a:solidFill>
              <a:latin typeface="Nimbus Roman No9 L" charset="0"/>
            </a:endParaRPr>
          </a:p>
        </p:txBody>
      </p:sp>
      <p:sp>
        <p:nvSpPr>
          <p:cNvPr id="54353" name="Rectangle 83">
            <a:extLst>
              <a:ext uri="{FF2B5EF4-FFF2-40B4-BE49-F238E27FC236}">
                <a16:creationId xmlns:a16="http://schemas.microsoft.com/office/drawing/2014/main" id="{90DC2486-DFA0-7C46-D51D-DE7E08AA964D}"/>
              </a:ext>
            </a:extLst>
          </p:cNvPr>
          <p:cNvSpPr>
            <a:spLocks noChangeArrowheads="1"/>
          </p:cNvSpPr>
          <p:nvPr/>
        </p:nvSpPr>
        <p:spPr bwMode="auto">
          <a:xfrm>
            <a:off x="3563938" y="61642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54" name="Rectangle 84">
            <a:extLst>
              <a:ext uri="{FF2B5EF4-FFF2-40B4-BE49-F238E27FC236}">
                <a16:creationId xmlns:a16="http://schemas.microsoft.com/office/drawing/2014/main" id="{80B9A282-2C54-8C8A-13D5-3BC2076C2312}"/>
              </a:ext>
            </a:extLst>
          </p:cNvPr>
          <p:cNvSpPr>
            <a:spLocks noChangeArrowheads="1"/>
          </p:cNvSpPr>
          <p:nvPr/>
        </p:nvSpPr>
        <p:spPr bwMode="auto">
          <a:xfrm>
            <a:off x="3995738" y="6164263"/>
            <a:ext cx="431800" cy="431800"/>
          </a:xfrm>
          <a:prstGeom prst="rect">
            <a:avLst/>
          </a:prstGeom>
          <a:solidFill>
            <a:srgbClr val="66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55" name="Rectangle 86">
            <a:extLst>
              <a:ext uri="{FF2B5EF4-FFF2-40B4-BE49-F238E27FC236}">
                <a16:creationId xmlns:a16="http://schemas.microsoft.com/office/drawing/2014/main" id="{577AC8F2-1FB4-A62E-00B7-EA9EC8B4134C}"/>
              </a:ext>
            </a:extLst>
          </p:cNvPr>
          <p:cNvSpPr>
            <a:spLocks noChangeArrowheads="1"/>
          </p:cNvSpPr>
          <p:nvPr/>
        </p:nvSpPr>
        <p:spPr bwMode="auto">
          <a:xfrm>
            <a:off x="971550" y="2274888"/>
            <a:ext cx="1728788"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56" name="Rectangle 87">
            <a:extLst>
              <a:ext uri="{FF2B5EF4-FFF2-40B4-BE49-F238E27FC236}">
                <a16:creationId xmlns:a16="http://schemas.microsoft.com/office/drawing/2014/main" id="{47B5B36C-F270-76AA-2C85-27F19ADC82EF}"/>
              </a:ext>
            </a:extLst>
          </p:cNvPr>
          <p:cNvSpPr>
            <a:spLocks noChangeArrowheads="1"/>
          </p:cNvSpPr>
          <p:nvPr/>
        </p:nvSpPr>
        <p:spPr bwMode="auto">
          <a:xfrm>
            <a:off x="2700338" y="2276475"/>
            <a:ext cx="1728787" cy="863600"/>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57" name="Rectangle 88">
            <a:extLst>
              <a:ext uri="{FF2B5EF4-FFF2-40B4-BE49-F238E27FC236}">
                <a16:creationId xmlns:a16="http://schemas.microsoft.com/office/drawing/2014/main" id="{C79382AA-71DF-CDB9-D76F-0C5BDA127E6A}"/>
              </a:ext>
            </a:extLst>
          </p:cNvPr>
          <p:cNvSpPr>
            <a:spLocks noChangeArrowheads="1"/>
          </p:cNvSpPr>
          <p:nvPr/>
        </p:nvSpPr>
        <p:spPr bwMode="auto">
          <a:xfrm>
            <a:off x="971550" y="3138488"/>
            <a:ext cx="3455988"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58" name="Rectangle 89">
            <a:extLst>
              <a:ext uri="{FF2B5EF4-FFF2-40B4-BE49-F238E27FC236}">
                <a16:creationId xmlns:a16="http://schemas.microsoft.com/office/drawing/2014/main" id="{B60858A9-5FA3-C8B0-FAC8-2977BACBA2A6}"/>
              </a:ext>
            </a:extLst>
          </p:cNvPr>
          <p:cNvSpPr>
            <a:spLocks noChangeArrowheads="1"/>
          </p:cNvSpPr>
          <p:nvPr/>
        </p:nvSpPr>
        <p:spPr bwMode="auto">
          <a:xfrm>
            <a:off x="971550" y="4003675"/>
            <a:ext cx="1728788"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59" name="Rectangle 90">
            <a:extLst>
              <a:ext uri="{FF2B5EF4-FFF2-40B4-BE49-F238E27FC236}">
                <a16:creationId xmlns:a16="http://schemas.microsoft.com/office/drawing/2014/main" id="{B7915CF6-D900-446F-180A-F91937E0106A}"/>
              </a:ext>
            </a:extLst>
          </p:cNvPr>
          <p:cNvSpPr>
            <a:spLocks noChangeArrowheads="1"/>
          </p:cNvSpPr>
          <p:nvPr/>
        </p:nvSpPr>
        <p:spPr bwMode="auto">
          <a:xfrm>
            <a:off x="971550" y="5732463"/>
            <a:ext cx="1728788"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0" name="Rectangle 91">
            <a:extLst>
              <a:ext uri="{FF2B5EF4-FFF2-40B4-BE49-F238E27FC236}">
                <a16:creationId xmlns:a16="http://schemas.microsoft.com/office/drawing/2014/main" id="{7AB16312-D32B-E5FB-2000-4D27C48096EA}"/>
              </a:ext>
            </a:extLst>
          </p:cNvPr>
          <p:cNvSpPr>
            <a:spLocks noChangeArrowheads="1"/>
          </p:cNvSpPr>
          <p:nvPr/>
        </p:nvSpPr>
        <p:spPr bwMode="auto">
          <a:xfrm>
            <a:off x="2698750" y="4003675"/>
            <a:ext cx="433388"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1" name="Rectangle 92">
            <a:extLst>
              <a:ext uri="{FF2B5EF4-FFF2-40B4-BE49-F238E27FC236}">
                <a16:creationId xmlns:a16="http://schemas.microsoft.com/office/drawing/2014/main" id="{D087EDAC-9FEB-836A-70D5-06B76CEE3146}"/>
              </a:ext>
            </a:extLst>
          </p:cNvPr>
          <p:cNvSpPr>
            <a:spLocks noChangeArrowheads="1"/>
          </p:cNvSpPr>
          <p:nvPr/>
        </p:nvSpPr>
        <p:spPr bwMode="auto">
          <a:xfrm>
            <a:off x="3130550" y="4003675"/>
            <a:ext cx="433388"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2" name="Rectangle 93">
            <a:extLst>
              <a:ext uri="{FF2B5EF4-FFF2-40B4-BE49-F238E27FC236}">
                <a16:creationId xmlns:a16="http://schemas.microsoft.com/office/drawing/2014/main" id="{45F0B2E5-D1A0-4A5C-0C4F-F4623E4EC1ED}"/>
              </a:ext>
            </a:extLst>
          </p:cNvPr>
          <p:cNvSpPr>
            <a:spLocks noChangeArrowheads="1"/>
          </p:cNvSpPr>
          <p:nvPr/>
        </p:nvSpPr>
        <p:spPr bwMode="auto">
          <a:xfrm>
            <a:off x="3562350" y="4003675"/>
            <a:ext cx="433388"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3" name="Rectangle 94">
            <a:extLst>
              <a:ext uri="{FF2B5EF4-FFF2-40B4-BE49-F238E27FC236}">
                <a16:creationId xmlns:a16="http://schemas.microsoft.com/office/drawing/2014/main" id="{E1627616-C6FE-6464-1BF0-804A99DC4BDA}"/>
              </a:ext>
            </a:extLst>
          </p:cNvPr>
          <p:cNvSpPr>
            <a:spLocks noChangeArrowheads="1"/>
          </p:cNvSpPr>
          <p:nvPr/>
        </p:nvSpPr>
        <p:spPr bwMode="auto">
          <a:xfrm>
            <a:off x="3994150" y="4003675"/>
            <a:ext cx="433388"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4" name="Rectangle 95">
            <a:extLst>
              <a:ext uri="{FF2B5EF4-FFF2-40B4-BE49-F238E27FC236}">
                <a16:creationId xmlns:a16="http://schemas.microsoft.com/office/drawing/2014/main" id="{EB2DD5C0-F6A5-9B84-7B52-E2A9922273E1}"/>
              </a:ext>
            </a:extLst>
          </p:cNvPr>
          <p:cNvSpPr>
            <a:spLocks noChangeArrowheads="1"/>
          </p:cNvSpPr>
          <p:nvPr/>
        </p:nvSpPr>
        <p:spPr bwMode="auto">
          <a:xfrm>
            <a:off x="971550" y="4867275"/>
            <a:ext cx="433388"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5" name="Rectangle 96">
            <a:extLst>
              <a:ext uri="{FF2B5EF4-FFF2-40B4-BE49-F238E27FC236}">
                <a16:creationId xmlns:a16="http://schemas.microsoft.com/office/drawing/2014/main" id="{6A07B8B6-5EA7-5903-38FE-4DD57B2EF92B}"/>
              </a:ext>
            </a:extLst>
          </p:cNvPr>
          <p:cNvSpPr>
            <a:spLocks noChangeArrowheads="1"/>
          </p:cNvSpPr>
          <p:nvPr/>
        </p:nvSpPr>
        <p:spPr bwMode="auto">
          <a:xfrm>
            <a:off x="1403350" y="4867275"/>
            <a:ext cx="433388"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6" name="Rectangle 97">
            <a:extLst>
              <a:ext uri="{FF2B5EF4-FFF2-40B4-BE49-F238E27FC236}">
                <a16:creationId xmlns:a16="http://schemas.microsoft.com/office/drawing/2014/main" id="{549085F3-C4BB-0603-43EC-CFD79A55D8A8}"/>
              </a:ext>
            </a:extLst>
          </p:cNvPr>
          <p:cNvSpPr>
            <a:spLocks noChangeArrowheads="1"/>
          </p:cNvSpPr>
          <p:nvPr/>
        </p:nvSpPr>
        <p:spPr bwMode="auto">
          <a:xfrm>
            <a:off x="1835150" y="4867275"/>
            <a:ext cx="433388"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7" name="Rectangle 98">
            <a:extLst>
              <a:ext uri="{FF2B5EF4-FFF2-40B4-BE49-F238E27FC236}">
                <a16:creationId xmlns:a16="http://schemas.microsoft.com/office/drawing/2014/main" id="{AEDDFCD1-DC8C-37EE-1AF8-FE7C0145653A}"/>
              </a:ext>
            </a:extLst>
          </p:cNvPr>
          <p:cNvSpPr>
            <a:spLocks noChangeArrowheads="1"/>
          </p:cNvSpPr>
          <p:nvPr/>
        </p:nvSpPr>
        <p:spPr bwMode="auto">
          <a:xfrm>
            <a:off x="2266950" y="4867275"/>
            <a:ext cx="433388"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8" name="Rectangle 99">
            <a:extLst>
              <a:ext uri="{FF2B5EF4-FFF2-40B4-BE49-F238E27FC236}">
                <a16:creationId xmlns:a16="http://schemas.microsoft.com/office/drawing/2014/main" id="{E335B644-7240-E110-79B8-462013868B50}"/>
              </a:ext>
            </a:extLst>
          </p:cNvPr>
          <p:cNvSpPr>
            <a:spLocks noChangeArrowheads="1"/>
          </p:cNvSpPr>
          <p:nvPr/>
        </p:nvSpPr>
        <p:spPr bwMode="auto">
          <a:xfrm>
            <a:off x="2700338" y="4868863"/>
            <a:ext cx="863600"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69" name="Rectangle 100">
            <a:extLst>
              <a:ext uri="{FF2B5EF4-FFF2-40B4-BE49-F238E27FC236}">
                <a16:creationId xmlns:a16="http://schemas.microsoft.com/office/drawing/2014/main" id="{9E0D2DE7-42E6-7F04-C3BE-F64552CAAC36}"/>
              </a:ext>
            </a:extLst>
          </p:cNvPr>
          <p:cNvSpPr>
            <a:spLocks noChangeArrowheads="1"/>
          </p:cNvSpPr>
          <p:nvPr/>
        </p:nvSpPr>
        <p:spPr bwMode="auto">
          <a:xfrm>
            <a:off x="3563938" y="4868863"/>
            <a:ext cx="863600"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70" name="Rectangle 103">
            <a:extLst>
              <a:ext uri="{FF2B5EF4-FFF2-40B4-BE49-F238E27FC236}">
                <a16:creationId xmlns:a16="http://schemas.microsoft.com/office/drawing/2014/main" id="{601E9BAF-3A77-8E5A-BAF4-BBE5B4FD0A9C}"/>
              </a:ext>
            </a:extLst>
          </p:cNvPr>
          <p:cNvSpPr>
            <a:spLocks noChangeArrowheads="1"/>
          </p:cNvSpPr>
          <p:nvPr/>
        </p:nvSpPr>
        <p:spPr bwMode="auto">
          <a:xfrm>
            <a:off x="107950" y="2203450"/>
            <a:ext cx="9001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spcBef>
                <a:spcPct val="50000"/>
              </a:spcBef>
              <a:buClrTx/>
              <a:buFontTx/>
              <a:buNone/>
            </a:pPr>
            <a:r>
              <a:rPr kumimoji="0" lang="en-US" altLang="en-US" sz="1400"/>
              <a:t>Byte address</a:t>
            </a:r>
          </a:p>
        </p:txBody>
      </p:sp>
      <p:sp>
        <p:nvSpPr>
          <p:cNvPr id="54371" name="Rectangle 104">
            <a:extLst>
              <a:ext uri="{FF2B5EF4-FFF2-40B4-BE49-F238E27FC236}">
                <a16:creationId xmlns:a16="http://schemas.microsoft.com/office/drawing/2014/main" id="{E101E8CF-9E49-DAA0-A7CA-2001CE1D82DF}"/>
              </a:ext>
            </a:extLst>
          </p:cNvPr>
          <p:cNvSpPr>
            <a:spLocks noChangeArrowheads="1"/>
          </p:cNvSpPr>
          <p:nvPr/>
        </p:nvSpPr>
        <p:spPr bwMode="auto">
          <a:xfrm>
            <a:off x="323850" y="2708275"/>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00</a:t>
            </a:r>
          </a:p>
        </p:txBody>
      </p:sp>
      <p:sp>
        <p:nvSpPr>
          <p:cNvPr id="54372" name="Rectangle 105">
            <a:extLst>
              <a:ext uri="{FF2B5EF4-FFF2-40B4-BE49-F238E27FC236}">
                <a16:creationId xmlns:a16="http://schemas.microsoft.com/office/drawing/2014/main" id="{63B74146-D04C-C35C-9E82-22F62D6A9C88}"/>
              </a:ext>
            </a:extLst>
          </p:cNvPr>
          <p:cNvSpPr>
            <a:spLocks noChangeArrowheads="1"/>
          </p:cNvSpPr>
          <p:nvPr/>
        </p:nvSpPr>
        <p:spPr bwMode="auto">
          <a:xfrm>
            <a:off x="323850" y="3571875"/>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08</a:t>
            </a:r>
          </a:p>
        </p:txBody>
      </p:sp>
      <p:sp>
        <p:nvSpPr>
          <p:cNvPr id="54373" name="Rectangle 106">
            <a:extLst>
              <a:ext uri="{FF2B5EF4-FFF2-40B4-BE49-F238E27FC236}">
                <a16:creationId xmlns:a16="http://schemas.microsoft.com/office/drawing/2014/main" id="{8A5391F5-D2CA-E18E-47F4-5CBC6FE46390}"/>
              </a:ext>
            </a:extLst>
          </p:cNvPr>
          <p:cNvSpPr>
            <a:spLocks noChangeArrowheads="1"/>
          </p:cNvSpPr>
          <p:nvPr/>
        </p:nvSpPr>
        <p:spPr bwMode="auto">
          <a:xfrm>
            <a:off x="323850" y="4435475"/>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10</a:t>
            </a:r>
          </a:p>
        </p:txBody>
      </p:sp>
      <p:sp>
        <p:nvSpPr>
          <p:cNvPr id="54374" name="Rectangle 107">
            <a:extLst>
              <a:ext uri="{FF2B5EF4-FFF2-40B4-BE49-F238E27FC236}">
                <a16:creationId xmlns:a16="http://schemas.microsoft.com/office/drawing/2014/main" id="{84C276D1-E43A-3B65-3610-1EA031E61342}"/>
              </a:ext>
            </a:extLst>
          </p:cNvPr>
          <p:cNvSpPr>
            <a:spLocks noChangeArrowheads="1"/>
          </p:cNvSpPr>
          <p:nvPr/>
        </p:nvSpPr>
        <p:spPr bwMode="auto">
          <a:xfrm>
            <a:off x="323850" y="5300663"/>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18</a:t>
            </a:r>
          </a:p>
        </p:txBody>
      </p:sp>
      <p:sp>
        <p:nvSpPr>
          <p:cNvPr id="54375" name="Rectangle 108">
            <a:extLst>
              <a:ext uri="{FF2B5EF4-FFF2-40B4-BE49-F238E27FC236}">
                <a16:creationId xmlns:a16="http://schemas.microsoft.com/office/drawing/2014/main" id="{5DDFA79F-DEB0-2E24-9458-606AA5A4203D}"/>
              </a:ext>
            </a:extLst>
          </p:cNvPr>
          <p:cNvSpPr>
            <a:spLocks noChangeArrowheads="1"/>
          </p:cNvSpPr>
          <p:nvPr/>
        </p:nvSpPr>
        <p:spPr bwMode="auto">
          <a:xfrm>
            <a:off x="323850" y="6164263"/>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20</a:t>
            </a:r>
          </a:p>
        </p:txBody>
      </p:sp>
      <p:sp>
        <p:nvSpPr>
          <p:cNvPr id="54376" name="Rectangle 109">
            <a:extLst>
              <a:ext uri="{FF2B5EF4-FFF2-40B4-BE49-F238E27FC236}">
                <a16:creationId xmlns:a16="http://schemas.microsoft.com/office/drawing/2014/main" id="{23D2E630-22ED-1234-16AB-28DD01A30156}"/>
              </a:ext>
            </a:extLst>
          </p:cNvPr>
          <p:cNvSpPr>
            <a:spLocks noChangeArrowheads="1"/>
          </p:cNvSpPr>
          <p:nvPr/>
        </p:nvSpPr>
        <p:spPr bwMode="auto">
          <a:xfrm>
            <a:off x="971550" y="1700213"/>
            <a:ext cx="345598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spcBef>
                <a:spcPct val="50000"/>
              </a:spcBef>
              <a:buClrTx/>
              <a:buFontTx/>
              <a:buNone/>
            </a:pPr>
            <a:r>
              <a:rPr kumimoji="0" lang="en-US" altLang="en-US" sz="1800" b="1"/>
              <a:t>Big-endian address mapping</a:t>
            </a:r>
          </a:p>
        </p:txBody>
      </p:sp>
      <p:sp>
        <p:nvSpPr>
          <p:cNvPr id="54377" name="Rectangle 110">
            <a:extLst>
              <a:ext uri="{FF2B5EF4-FFF2-40B4-BE49-F238E27FC236}">
                <a16:creationId xmlns:a16="http://schemas.microsoft.com/office/drawing/2014/main" id="{680E9D0E-F97F-D60F-705D-F60469E0F1DA}"/>
              </a:ext>
            </a:extLst>
          </p:cNvPr>
          <p:cNvSpPr>
            <a:spLocks noChangeArrowheads="1"/>
          </p:cNvSpPr>
          <p:nvPr/>
        </p:nvSpPr>
        <p:spPr bwMode="auto">
          <a:xfrm>
            <a:off x="6443663" y="2276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11</a:t>
            </a:r>
          </a:p>
        </p:txBody>
      </p:sp>
      <p:sp>
        <p:nvSpPr>
          <p:cNvPr id="54378" name="Rectangle 111">
            <a:extLst>
              <a:ext uri="{FF2B5EF4-FFF2-40B4-BE49-F238E27FC236}">
                <a16:creationId xmlns:a16="http://schemas.microsoft.com/office/drawing/2014/main" id="{280C51D3-46F4-EF91-E3E9-4F0932892017}"/>
              </a:ext>
            </a:extLst>
          </p:cNvPr>
          <p:cNvSpPr>
            <a:spLocks noChangeArrowheads="1"/>
          </p:cNvSpPr>
          <p:nvPr/>
        </p:nvSpPr>
        <p:spPr bwMode="auto">
          <a:xfrm>
            <a:off x="6875463" y="2276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12</a:t>
            </a:r>
          </a:p>
        </p:txBody>
      </p:sp>
      <p:sp>
        <p:nvSpPr>
          <p:cNvPr id="54379" name="Rectangle 112">
            <a:extLst>
              <a:ext uri="{FF2B5EF4-FFF2-40B4-BE49-F238E27FC236}">
                <a16:creationId xmlns:a16="http://schemas.microsoft.com/office/drawing/2014/main" id="{BFBD12D0-5A22-677E-EDFC-C3A1380C2CCF}"/>
              </a:ext>
            </a:extLst>
          </p:cNvPr>
          <p:cNvSpPr>
            <a:spLocks noChangeArrowheads="1"/>
          </p:cNvSpPr>
          <p:nvPr/>
        </p:nvSpPr>
        <p:spPr bwMode="auto">
          <a:xfrm>
            <a:off x="7307263" y="2276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13</a:t>
            </a:r>
          </a:p>
        </p:txBody>
      </p:sp>
      <p:sp>
        <p:nvSpPr>
          <p:cNvPr id="54380" name="Rectangle 113">
            <a:extLst>
              <a:ext uri="{FF2B5EF4-FFF2-40B4-BE49-F238E27FC236}">
                <a16:creationId xmlns:a16="http://schemas.microsoft.com/office/drawing/2014/main" id="{01E480F7-91F0-3CAE-4340-7F82015AD6E2}"/>
              </a:ext>
            </a:extLst>
          </p:cNvPr>
          <p:cNvSpPr>
            <a:spLocks noChangeArrowheads="1"/>
          </p:cNvSpPr>
          <p:nvPr/>
        </p:nvSpPr>
        <p:spPr bwMode="auto">
          <a:xfrm>
            <a:off x="7740650" y="2276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14</a:t>
            </a:r>
          </a:p>
        </p:txBody>
      </p:sp>
      <p:sp>
        <p:nvSpPr>
          <p:cNvPr id="54381" name="Rectangle 114">
            <a:extLst>
              <a:ext uri="{FF2B5EF4-FFF2-40B4-BE49-F238E27FC236}">
                <a16:creationId xmlns:a16="http://schemas.microsoft.com/office/drawing/2014/main" id="{0F92A500-11F7-6DE2-D650-BB1B1D02146B}"/>
              </a:ext>
            </a:extLst>
          </p:cNvPr>
          <p:cNvSpPr>
            <a:spLocks noChangeArrowheads="1"/>
          </p:cNvSpPr>
          <p:nvPr/>
        </p:nvSpPr>
        <p:spPr bwMode="auto">
          <a:xfrm>
            <a:off x="4716463" y="2276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82" name="Rectangle 115">
            <a:extLst>
              <a:ext uri="{FF2B5EF4-FFF2-40B4-BE49-F238E27FC236}">
                <a16:creationId xmlns:a16="http://schemas.microsoft.com/office/drawing/2014/main" id="{AB9990BC-A235-CC8F-2FA6-D0F0666A6CEC}"/>
              </a:ext>
            </a:extLst>
          </p:cNvPr>
          <p:cNvSpPr>
            <a:spLocks noChangeArrowheads="1"/>
          </p:cNvSpPr>
          <p:nvPr/>
        </p:nvSpPr>
        <p:spPr bwMode="auto">
          <a:xfrm>
            <a:off x="5148263" y="2276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83" name="Rectangle 116">
            <a:extLst>
              <a:ext uri="{FF2B5EF4-FFF2-40B4-BE49-F238E27FC236}">
                <a16:creationId xmlns:a16="http://schemas.microsoft.com/office/drawing/2014/main" id="{9960EDAD-9DFA-D4DB-4673-EAFC37FD2450}"/>
              </a:ext>
            </a:extLst>
          </p:cNvPr>
          <p:cNvSpPr>
            <a:spLocks noChangeArrowheads="1"/>
          </p:cNvSpPr>
          <p:nvPr/>
        </p:nvSpPr>
        <p:spPr bwMode="auto">
          <a:xfrm>
            <a:off x="5580063" y="2276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84" name="Rectangle 117">
            <a:extLst>
              <a:ext uri="{FF2B5EF4-FFF2-40B4-BE49-F238E27FC236}">
                <a16:creationId xmlns:a16="http://schemas.microsoft.com/office/drawing/2014/main" id="{2AB61C92-26EE-8371-4767-B668F9F524F7}"/>
              </a:ext>
            </a:extLst>
          </p:cNvPr>
          <p:cNvSpPr>
            <a:spLocks noChangeArrowheads="1"/>
          </p:cNvSpPr>
          <p:nvPr/>
        </p:nvSpPr>
        <p:spPr bwMode="auto">
          <a:xfrm>
            <a:off x="6011863" y="2276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385" name="Rectangle 118">
            <a:extLst>
              <a:ext uri="{FF2B5EF4-FFF2-40B4-BE49-F238E27FC236}">
                <a16:creationId xmlns:a16="http://schemas.microsoft.com/office/drawing/2014/main" id="{E81B4D2C-E268-2A07-2C1F-979A92F6E862}"/>
              </a:ext>
            </a:extLst>
          </p:cNvPr>
          <p:cNvSpPr>
            <a:spLocks noChangeArrowheads="1"/>
          </p:cNvSpPr>
          <p:nvPr/>
        </p:nvSpPr>
        <p:spPr bwMode="auto">
          <a:xfrm>
            <a:off x="4714875" y="2706688"/>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07</a:t>
            </a:r>
          </a:p>
        </p:txBody>
      </p:sp>
      <p:sp>
        <p:nvSpPr>
          <p:cNvPr id="54386" name="Rectangle 119">
            <a:extLst>
              <a:ext uri="{FF2B5EF4-FFF2-40B4-BE49-F238E27FC236}">
                <a16:creationId xmlns:a16="http://schemas.microsoft.com/office/drawing/2014/main" id="{52DDB62F-A07F-C4E7-27E4-B1B29A51BCBC}"/>
              </a:ext>
            </a:extLst>
          </p:cNvPr>
          <p:cNvSpPr>
            <a:spLocks noChangeArrowheads="1"/>
          </p:cNvSpPr>
          <p:nvPr/>
        </p:nvSpPr>
        <p:spPr bwMode="auto">
          <a:xfrm>
            <a:off x="5146675" y="2706688"/>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06</a:t>
            </a:r>
          </a:p>
        </p:txBody>
      </p:sp>
      <p:sp>
        <p:nvSpPr>
          <p:cNvPr id="54387" name="Rectangle 120">
            <a:extLst>
              <a:ext uri="{FF2B5EF4-FFF2-40B4-BE49-F238E27FC236}">
                <a16:creationId xmlns:a16="http://schemas.microsoft.com/office/drawing/2014/main" id="{1F696014-1C85-4360-CC48-1ABA567A1435}"/>
              </a:ext>
            </a:extLst>
          </p:cNvPr>
          <p:cNvSpPr>
            <a:spLocks noChangeArrowheads="1"/>
          </p:cNvSpPr>
          <p:nvPr/>
        </p:nvSpPr>
        <p:spPr bwMode="auto">
          <a:xfrm>
            <a:off x="5578475" y="2706688"/>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05</a:t>
            </a:r>
          </a:p>
        </p:txBody>
      </p:sp>
      <p:sp>
        <p:nvSpPr>
          <p:cNvPr id="54388" name="Rectangle 121">
            <a:extLst>
              <a:ext uri="{FF2B5EF4-FFF2-40B4-BE49-F238E27FC236}">
                <a16:creationId xmlns:a16="http://schemas.microsoft.com/office/drawing/2014/main" id="{0D8B1C0A-8A3C-1E26-8E13-193C63E890C0}"/>
              </a:ext>
            </a:extLst>
          </p:cNvPr>
          <p:cNvSpPr>
            <a:spLocks noChangeArrowheads="1"/>
          </p:cNvSpPr>
          <p:nvPr/>
        </p:nvSpPr>
        <p:spPr bwMode="auto">
          <a:xfrm>
            <a:off x="6011863" y="2706688"/>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04</a:t>
            </a:r>
          </a:p>
        </p:txBody>
      </p:sp>
      <p:sp>
        <p:nvSpPr>
          <p:cNvPr id="54389" name="Rectangle 122">
            <a:extLst>
              <a:ext uri="{FF2B5EF4-FFF2-40B4-BE49-F238E27FC236}">
                <a16:creationId xmlns:a16="http://schemas.microsoft.com/office/drawing/2014/main" id="{8E982401-3E64-7BF6-646E-E811320259EF}"/>
              </a:ext>
            </a:extLst>
          </p:cNvPr>
          <p:cNvSpPr>
            <a:spLocks noChangeArrowheads="1"/>
          </p:cNvSpPr>
          <p:nvPr/>
        </p:nvSpPr>
        <p:spPr bwMode="auto">
          <a:xfrm>
            <a:off x="6443663" y="2706688"/>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03</a:t>
            </a:r>
          </a:p>
        </p:txBody>
      </p:sp>
      <p:sp>
        <p:nvSpPr>
          <p:cNvPr id="54390" name="Rectangle 123">
            <a:extLst>
              <a:ext uri="{FF2B5EF4-FFF2-40B4-BE49-F238E27FC236}">
                <a16:creationId xmlns:a16="http://schemas.microsoft.com/office/drawing/2014/main" id="{CC1C330D-A74C-A48F-F24A-5117013775F5}"/>
              </a:ext>
            </a:extLst>
          </p:cNvPr>
          <p:cNvSpPr>
            <a:spLocks noChangeArrowheads="1"/>
          </p:cNvSpPr>
          <p:nvPr/>
        </p:nvSpPr>
        <p:spPr bwMode="auto">
          <a:xfrm>
            <a:off x="6875463" y="2706688"/>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02</a:t>
            </a:r>
          </a:p>
        </p:txBody>
      </p:sp>
      <p:sp>
        <p:nvSpPr>
          <p:cNvPr id="54391" name="Rectangle 124">
            <a:extLst>
              <a:ext uri="{FF2B5EF4-FFF2-40B4-BE49-F238E27FC236}">
                <a16:creationId xmlns:a16="http://schemas.microsoft.com/office/drawing/2014/main" id="{9A1A1767-9C8B-6D00-7988-F7914A359512}"/>
              </a:ext>
            </a:extLst>
          </p:cNvPr>
          <p:cNvSpPr>
            <a:spLocks noChangeArrowheads="1"/>
          </p:cNvSpPr>
          <p:nvPr/>
        </p:nvSpPr>
        <p:spPr bwMode="auto">
          <a:xfrm>
            <a:off x="7307263" y="2706688"/>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01</a:t>
            </a:r>
          </a:p>
        </p:txBody>
      </p:sp>
      <p:sp>
        <p:nvSpPr>
          <p:cNvPr id="54392" name="Rectangle 125">
            <a:extLst>
              <a:ext uri="{FF2B5EF4-FFF2-40B4-BE49-F238E27FC236}">
                <a16:creationId xmlns:a16="http://schemas.microsoft.com/office/drawing/2014/main" id="{E2B86AC3-DA6E-6DA4-7F5A-08E1097AA32C}"/>
              </a:ext>
            </a:extLst>
          </p:cNvPr>
          <p:cNvSpPr>
            <a:spLocks noChangeArrowheads="1"/>
          </p:cNvSpPr>
          <p:nvPr/>
        </p:nvSpPr>
        <p:spPr bwMode="auto">
          <a:xfrm>
            <a:off x="7739063" y="2706688"/>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00</a:t>
            </a:r>
          </a:p>
        </p:txBody>
      </p:sp>
      <p:sp>
        <p:nvSpPr>
          <p:cNvPr id="54393" name="Rectangle 126">
            <a:extLst>
              <a:ext uri="{FF2B5EF4-FFF2-40B4-BE49-F238E27FC236}">
                <a16:creationId xmlns:a16="http://schemas.microsoft.com/office/drawing/2014/main" id="{95499F16-37B8-C9CE-D853-C6B9A556382F}"/>
              </a:ext>
            </a:extLst>
          </p:cNvPr>
          <p:cNvSpPr>
            <a:spLocks noChangeArrowheads="1"/>
          </p:cNvSpPr>
          <p:nvPr/>
        </p:nvSpPr>
        <p:spPr bwMode="auto">
          <a:xfrm>
            <a:off x="4714875" y="3140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21</a:t>
            </a:r>
          </a:p>
        </p:txBody>
      </p:sp>
      <p:sp>
        <p:nvSpPr>
          <p:cNvPr id="54394" name="Rectangle 127">
            <a:extLst>
              <a:ext uri="{FF2B5EF4-FFF2-40B4-BE49-F238E27FC236}">
                <a16:creationId xmlns:a16="http://schemas.microsoft.com/office/drawing/2014/main" id="{99ED5B06-30E9-EB46-2C69-B7835E3FB319}"/>
              </a:ext>
            </a:extLst>
          </p:cNvPr>
          <p:cNvSpPr>
            <a:spLocks noChangeArrowheads="1"/>
          </p:cNvSpPr>
          <p:nvPr/>
        </p:nvSpPr>
        <p:spPr bwMode="auto">
          <a:xfrm>
            <a:off x="5146675" y="3140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22</a:t>
            </a:r>
          </a:p>
        </p:txBody>
      </p:sp>
      <p:sp>
        <p:nvSpPr>
          <p:cNvPr id="54395" name="Rectangle 128">
            <a:extLst>
              <a:ext uri="{FF2B5EF4-FFF2-40B4-BE49-F238E27FC236}">
                <a16:creationId xmlns:a16="http://schemas.microsoft.com/office/drawing/2014/main" id="{80F68BD9-C4EB-8794-313A-70388EBDAE1B}"/>
              </a:ext>
            </a:extLst>
          </p:cNvPr>
          <p:cNvSpPr>
            <a:spLocks noChangeArrowheads="1"/>
          </p:cNvSpPr>
          <p:nvPr/>
        </p:nvSpPr>
        <p:spPr bwMode="auto">
          <a:xfrm>
            <a:off x="5578475" y="3140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23</a:t>
            </a:r>
          </a:p>
        </p:txBody>
      </p:sp>
      <p:sp>
        <p:nvSpPr>
          <p:cNvPr id="54396" name="Rectangle 129">
            <a:extLst>
              <a:ext uri="{FF2B5EF4-FFF2-40B4-BE49-F238E27FC236}">
                <a16:creationId xmlns:a16="http://schemas.microsoft.com/office/drawing/2014/main" id="{6D1E04FC-020E-1F6D-32FE-1D5A67B87FFF}"/>
              </a:ext>
            </a:extLst>
          </p:cNvPr>
          <p:cNvSpPr>
            <a:spLocks noChangeArrowheads="1"/>
          </p:cNvSpPr>
          <p:nvPr/>
        </p:nvSpPr>
        <p:spPr bwMode="auto">
          <a:xfrm>
            <a:off x="6011863" y="3140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24</a:t>
            </a:r>
          </a:p>
        </p:txBody>
      </p:sp>
      <p:sp>
        <p:nvSpPr>
          <p:cNvPr id="54397" name="Rectangle 130">
            <a:extLst>
              <a:ext uri="{FF2B5EF4-FFF2-40B4-BE49-F238E27FC236}">
                <a16:creationId xmlns:a16="http://schemas.microsoft.com/office/drawing/2014/main" id="{D5C64971-7CD6-411C-1EB9-0FB77E31066D}"/>
              </a:ext>
            </a:extLst>
          </p:cNvPr>
          <p:cNvSpPr>
            <a:spLocks noChangeArrowheads="1"/>
          </p:cNvSpPr>
          <p:nvPr/>
        </p:nvSpPr>
        <p:spPr bwMode="auto">
          <a:xfrm>
            <a:off x="6443663" y="3140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25</a:t>
            </a:r>
          </a:p>
        </p:txBody>
      </p:sp>
      <p:sp>
        <p:nvSpPr>
          <p:cNvPr id="54398" name="Rectangle 131">
            <a:extLst>
              <a:ext uri="{FF2B5EF4-FFF2-40B4-BE49-F238E27FC236}">
                <a16:creationId xmlns:a16="http://schemas.microsoft.com/office/drawing/2014/main" id="{23DB796A-514E-2E2A-C27D-A437162C55F3}"/>
              </a:ext>
            </a:extLst>
          </p:cNvPr>
          <p:cNvSpPr>
            <a:spLocks noChangeArrowheads="1"/>
          </p:cNvSpPr>
          <p:nvPr/>
        </p:nvSpPr>
        <p:spPr bwMode="auto">
          <a:xfrm>
            <a:off x="6875463" y="3140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26</a:t>
            </a:r>
          </a:p>
        </p:txBody>
      </p:sp>
      <p:sp>
        <p:nvSpPr>
          <p:cNvPr id="54399" name="Rectangle 132">
            <a:extLst>
              <a:ext uri="{FF2B5EF4-FFF2-40B4-BE49-F238E27FC236}">
                <a16:creationId xmlns:a16="http://schemas.microsoft.com/office/drawing/2014/main" id="{DB49E526-C83A-86AD-28F8-5F2D19B2C971}"/>
              </a:ext>
            </a:extLst>
          </p:cNvPr>
          <p:cNvSpPr>
            <a:spLocks noChangeArrowheads="1"/>
          </p:cNvSpPr>
          <p:nvPr/>
        </p:nvSpPr>
        <p:spPr bwMode="auto">
          <a:xfrm>
            <a:off x="7307263" y="3140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27</a:t>
            </a:r>
          </a:p>
        </p:txBody>
      </p:sp>
      <p:sp>
        <p:nvSpPr>
          <p:cNvPr id="54400" name="Rectangle 133">
            <a:extLst>
              <a:ext uri="{FF2B5EF4-FFF2-40B4-BE49-F238E27FC236}">
                <a16:creationId xmlns:a16="http://schemas.microsoft.com/office/drawing/2014/main" id="{072B2CBA-7D4D-A73F-6DC1-9C4A489344FC}"/>
              </a:ext>
            </a:extLst>
          </p:cNvPr>
          <p:cNvSpPr>
            <a:spLocks noChangeArrowheads="1"/>
          </p:cNvSpPr>
          <p:nvPr/>
        </p:nvSpPr>
        <p:spPr bwMode="auto">
          <a:xfrm>
            <a:off x="7739063" y="3140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28</a:t>
            </a:r>
          </a:p>
        </p:txBody>
      </p:sp>
      <p:sp>
        <p:nvSpPr>
          <p:cNvPr id="54401" name="Rectangle 134">
            <a:extLst>
              <a:ext uri="{FF2B5EF4-FFF2-40B4-BE49-F238E27FC236}">
                <a16:creationId xmlns:a16="http://schemas.microsoft.com/office/drawing/2014/main" id="{6CE029D0-AA4C-20BA-4590-936C669BD414}"/>
              </a:ext>
            </a:extLst>
          </p:cNvPr>
          <p:cNvSpPr>
            <a:spLocks noChangeArrowheads="1"/>
          </p:cNvSpPr>
          <p:nvPr/>
        </p:nvSpPr>
        <p:spPr bwMode="auto">
          <a:xfrm>
            <a:off x="4714875" y="35718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0F</a:t>
            </a:r>
          </a:p>
        </p:txBody>
      </p:sp>
      <p:sp>
        <p:nvSpPr>
          <p:cNvPr id="54402" name="Rectangle 135">
            <a:extLst>
              <a:ext uri="{FF2B5EF4-FFF2-40B4-BE49-F238E27FC236}">
                <a16:creationId xmlns:a16="http://schemas.microsoft.com/office/drawing/2014/main" id="{B9B05A87-404F-CC15-0624-E58622C2B3FC}"/>
              </a:ext>
            </a:extLst>
          </p:cNvPr>
          <p:cNvSpPr>
            <a:spLocks noChangeArrowheads="1"/>
          </p:cNvSpPr>
          <p:nvPr/>
        </p:nvSpPr>
        <p:spPr bwMode="auto">
          <a:xfrm>
            <a:off x="5146675" y="35718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0E</a:t>
            </a:r>
          </a:p>
        </p:txBody>
      </p:sp>
      <p:sp>
        <p:nvSpPr>
          <p:cNvPr id="54403" name="Rectangle 136">
            <a:extLst>
              <a:ext uri="{FF2B5EF4-FFF2-40B4-BE49-F238E27FC236}">
                <a16:creationId xmlns:a16="http://schemas.microsoft.com/office/drawing/2014/main" id="{8AFB43E5-3692-F592-B944-5B1F34CC95E3}"/>
              </a:ext>
            </a:extLst>
          </p:cNvPr>
          <p:cNvSpPr>
            <a:spLocks noChangeArrowheads="1"/>
          </p:cNvSpPr>
          <p:nvPr/>
        </p:nvSpPr>
        <p:spPr bwMode="auto">
          <a:xfrm>
            <a:off x="5578475" y="35718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0D</a:t>
            </a:r>
          </a:p>
        </p:txBody>
      </p:sp>
      <p:sp>
        <p:nvSpPr>
          <p:cNvPr id="54404" name="Rectangle 137">
            <a:extLst>
              <a:ext uri="{FF2B5EF4-FFF2-40B4-BE49-F238E27FC236}">
                <a16:creationId xmlns:a16="http://schemas.microsoft.com/office/drawing/2014/main" id="{FB605B20-EFF0-08E6-748E-EC3460E88924}"/>
              </a:ext>
            </a:extLst>
          </p:cNvPr>
          <p:cNvSpPr>
            <a:spLocks noChangeArrowheads="1"/>
          </p:cNvSpPr>
          <p:nvPr/>
        </p:nvSpPr>
        <p:spPr bwMode="auto">
          <a:xfrm>
            <a:off x="6011863" y="35718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0C</a:t>
            </a:r>
          </a:p>
        </p:txBody>
      </p:sp>
      <p:sp>
        <p:nvSpPr>
          <p:cNvPr id="54405" name="Rectangle 138">
            <a:extLst>
              <a:ext uri="{FF2B5EF4-FFF2-40B4-BE49-F238E27FC236}">
                <a16:creationId xmlns:a16="http://schemas.microsoft.com/office/drawing/2014/main" id="{1B3D66B5-5513-A041-4B53-0B7326B2A5D7}"/>
              </a:ext>
            </a:extLst>
          </p:cNvPr>
          <p:cNvSpPr>
            <a:spLocks noChangeArrowheads="1"/>
          </p:cNvSpPr>
          <p:nvPr/>
        </p:nvSpPr>
        <p:spPr bwMode="auto">
          <a:xfrm>
            <a:off x="6443663" y="35718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0B</a:t>
            </a:r>
          </a:p>
        </p:txBody>
      </p:sp>
      <p:sp>
        <p:nvSpPr>
          <p:cNvPr id="54406" name="Rectangle 139">
            <a:extLst>
              <a:ext uri="{FF2B5EF4-FFF2-40B4-BE49-F238E27FC236}">
                <a16:creationId xmlns:a16="http://schemas.microsoft.com/office/drawing/2014/main" id="{FDFFB6D7-31BC-3106-2F58-ADF761905ECC}"/>
              </a:ext>
            </a:extLst>
          </p:cNvPr>
          <p:cNvSpPr>
            <a:spLocks noChangeArrowheads="1"/>
          </p:cNvSpPr>
          <p:nvPr/>
        </p:nvSpPr>
        <p:spPr bwMode="auto">
          <a:xfrm>
            <a:off x="6875463" y="35718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0A</a:t>
            </a:r>
          </a:p>
        </p:txBody>
      </p:sp>
      <p:sp>
        <p:nvSpPr>
          <p:cNvPr id="54407" name="Rectangle 140">
            <a:extLst>
              <a:ext uri="{FF2B5EF4-FFF2-40B4-BE49-F238E27FC236}">
                <a16:creationId xmlns:a16="http://schemas.microsoft.com/office/drawing/2014/main" id="{1C02AC2A-CDA6-6B74-23EA-42EE48409CAC}"/>
              </a:ext>
            </a:extLst>
          </p:cNvPr>
          <p:cNvSpPr>
            <a:spLocks noChangeArrowheads="1"/>
          </p:cNvSpPr>
          <p:nvPr/>
        </p:nvSpPr>
        <p:spPr bwMode="auto">
          <a:xfrm>
            <a:off x="7307263" y="35718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09</a:t>
            </a:r>
          </a:p>
        </p:txBody>
      </p:sp>
      <p:sp>
        <p:nvSpPr>
          <p:cNvPr id="54408" name="Rectangle 141">
            <a:extLst>
              <a:ext uri="{FF2B5EF4-FFF2-40B4-BE49-F238E27FC236}">
                <a16:creationId xmlns:a16="http://schemas.microsoft.com/office/drawing/2014/main" id="{91E31FA1-9447-D31A-26F8-5F3311A2B87D}"/>
              </a:ext>
            </a:extLst>
          </p:cNvPr>
          <p:cNvSpPr>
            <a:spLocks noChangeArrowheads="1"/>
          </p:cNvSpPr>
          <p:nvPr/>
        </p:nvSpPr>
        <p:spPr bwMode="auto">
          <a:xfrm>
            <a:off x="7739063" y="35718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08</a:t>
            </a:r>
          </a:p>
        </p:txBody>
      </p:sp>
      <p:sp>
        <p:nvSpPr>
          <p:cNvPr id="54409" name="Rectangle 142">
            <a:extLst>
              <a:ext uri="{FF2B5EF4-FFF2-40B4-BE49-F238E27FC236}">
                <a16:creationId xmlns:a16="http://schemas.microsoft.com/office/drawing/2014/main" id="{62E8CC2D-0D50-959D-196D-F4C5582B8B5D}"/>
              </a:ext>
            </a:extLst>
          </p:cNvPr>
          <p:cNvSpPr>
            <a:spLocks noChangeArrowheads="1"/>
          </p:cNvSpPr>
          <p:nvPr/>
        </p:nvSpPr>
        <p:spPr bwMode="auto">
          <a:xfrm>
            <a:off x="4714875" y="40036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D</a:t>
            </a:r>
          </a:p>
        </p:txBody>
      </p:sp>
      <p:sp>
        <p:nvSpPr>
          <p:cNvPr id="54410" name="Rectangle 143">
            <a:extLst>
              <a:ext uri="{FF2B5EF4-FFF2-40B4-BE49-F238E27FC236}">
                <a16:creationId xmlns:a16="http://schemas.microsoft.com/office/drawing/2014/main" id="{1107A5C1-22B9-4069-F2D6-32B5D3FD3387}"/>
              </a:ext>
            </a:extLst>
          </p:cNvPr>
          <p:cNvSpPr>
            <a:spLocks noChangeArrowheads="1"/>
          </p:cNvSpPr>
          <p:nvPr/>
        </p:nvSpPr>
        <p:spPr bwMode="auto">
          <a:xfrm>
            <a:off x="5146675" y="40036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C</a:t>
            </a:r>
          </a:p>
        </p:txBody>
      </p:sp>
      <p:sp>
        <p:nvSpPr>
          <p:cNvPr id="54411" name="Rectangle 144">
            <a:extLst>
              <a:ext uri="{FF2B5EF4-FFF2-40B4-BE49-F238E27FC236}">
                <a16:creationId xmlns:a16="http://schemas.microsoft.com/office/drawing/2014/main" id="{67C8D6FB-DF9C-DBC6-CA23-BC49085BBA50}"/>
              </a:ext>
            </a:extLst>
          </p:cNvPr>
          <p:cNvSpPr>
            <a:spLocks noChangeArrowheads="1"/>
          </p:cNvSpPr>
          <p:nvPr/>
        </p:nvSpPr>
        <p:spPr bwMode="auto">
          <a:xfrm>
            <a:off x="5578475" y="40036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B</a:t>
            </a:r>
          </a:p>
        </p:txBody>
      </p:sp>
      <p:sp>
        <p:nvSpPr>
          <p:cNvPr id="54412" name="Rectangle 145">
            <a:extLst>
              <a:ext uri="{FF2B5EF4-FFF2-40B4-BE49-F238E27FC236}">
                <a16:creationId xmlns:a16="http://schemas.microsoft.com/office/drawing/2014/main" id="{F4859E3B-E857-85A6-0232-73D7CDCCCD7E}"/>
              </a:ext>
            </a:extLst>
          </p:cNvPr>
          <p:cNvSpPr>
            <a:spLocks noChangeArrowheads="1"/>
          </p:cNvSpPr>
          <p:nvPr/>
        </p:nvSpPr>
        <p:spPr bwMode="auto">
          <a:xfrm>
            <a:off x="6011863" y="40036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A</a:t>
            </a:r>
          </a:p>
        </p:txBody>
      </p:sp>
      <p:sp>
        <p:nvSpPr>
          <p:cNvPr id="54413" name="Rectangle 146">
            <a:extLst>
              <a:ext uri="{FF2B5EF4-FFF2-40B4-BE49-F238E27FC236}">
                <a16:creationId xmlns:a16="http://schemas.microsoft.com/office/drawing/2014/main" id="{E7198B73-287C-62F9-1D21-B5CF2BCCFCD6}"/>
              </a:ext>
            </a:extLst>
          </p:cNvPr>
          <p:cNvSpPr>
            <a:spLocks noChangeArrowheads="1"/>
          </p:cNvSpPr>
          <p:nvPr/>
        </p:nvSpPr>
        <p:spPr bwMode="auto">
          <a:xfrm>
            <a:off x="6443663" y="40036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31</a:t>
            </a:r>
          </a:p>
        </p:txBody>
      </p:sp>
      <p:sp>
        <p:nvSpPr>
          <p:cNvPr id="54414" name="Rectangle 147">
            <a:extLst>
              <a:ext uri="{FF2B5EF4-FFF2-40B4-BE49-F238E27FC236}">
                <a16:creationId xmlns:a16="http://schemas.microsoft.com/office/drawing/2014/main" id="{93641268-A1F0-9AFF-AA91-B03B36B587FA}"/>
              </a:ext>
            </a:extLst>
          </p:cNvPr>
          <p:cNvSpPr>
            <a:spLocks noChangeArrowheads="1"/>
          </p:cNvSpPr>
          <p:nvPr/>
        </p:nvSpPr>
        <p:spPr bwMode="auto">
          <a:xfrm>
            <a:off x="6875463" y="40036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32</a:t>
            </a:r>
          </a:p>
        </p:txBody>
      </p:sp>
      <p:sp>
        <p:nvSpPr>
          <p:cNvPr id="54415" name="Rectangle 148">
            <a:extLst>
              <a:ext uri="{FF2B5EF4-FFF2-40B4-BE49-F238E27FC236}">
                <a16:creationId xmlns:a16="http://schemas.microsoft.com/office/drawing/2014/main" id="{BFD1718E-5107-5D14-70D2-CD607E81E7C0}"/>
              </a:ext>
            </a:extLst>
          </p:cNvPr>
          <p:cNvSpPr>
            <a:spLocks noChangeArrowheads="1"/>
          </p:cNvSpPr>
          <p:nvPr/>
        </p:nvSpPr>
        <p:spPr bwMode="auto">
          <a:xfrm>
            <a:off x="7307263" y="40036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33</a:t>
            </a:r>
          </a:p>
        </p:txBody>
      </p:sp>
      <p:sp>
        <p:nvSpPr>
          <p:cNvPr id="54416" name="Rectangle 149">
            <a:extLst>
              <a:ext uri="{FF2B5EF4-FFF2-40B4-BE49-F238E27FC236}">
                <a16:creationId xmlns:a16="http://schemas.microsoft.com/office/drawing/2014/main" id="{139920F4-B077-2E98-2332-6A498B25AD21}"/>
              </a:ext>
            </a:extLst>
          </p:cNvPr>
          <p:cNvSpPr>
            <a:spLocks noChangeArrowheads="1"/>
          </p:cNvSpPr>
          <p:nvPr/>
        </p:nvSpPr>
        <p:spPr bwMode="auto">
          <a:xfrm>
            <a:off x="7739063" y="40036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34</a:t>
            </a:r>
          </a:p>
        </p:txBody>
      </p:sp>
      <p:sp>
        <p:nvSpPr>
          <p:cNvPr id="54417" name="Rectangle 150">
            <a:extLst>
              <a:ext uri="{FF2B5EF4-FFF2-40B4-BE49-F238E27FC236}">
                <a16:creationId xmlns:a16="http://schemas.microsoft.com/office/drawing/2014/main" id="{965F0D40-77E0-1D76-5D9A-AC83EFAA5995}"/>
              </a:ext>
            </a:extLst>
          </p:cNvPr>
          <p:cNvSpPr>
            <a:spLocks noChangeArrowheads="1"/>
          </p:cNvSpPr>
          <p:nvPr/>
        </p:nvSpPr>
        <p:spPr bwMode="auto">
          <a:xfrm>
            <a:off x="4714875" y="4435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17</a:t>
            </a:r>
          </a:p>
        </p:txBody>
      </p:sp>
      <p:sp>
        <p:nvSpPr>
          <p:cNvPr id="54418" name="Rectangle 151">
            <a:extLst>
              <a:ext uri="{FF2B5EF4-FFF2-40B4-BE49-F238E27FC236}">
                <a16:creationId xmlns:a16="http://schemas.microsoft.com/office/drawing/2014/main" id="{AA68B9AB-BA10-E829-8898-E53FD82343A1}"/>
              </a:ext>
            </a:extLst>
          </p:cNvPr>
          <p:cNvSpPr>
            <a:spLocks noChangeArrowheads="1"/>
          </p:cNvSpPr>
          <p:nvPr/>
        </p:nvSpPr>
        <p:spPr bwMode="auto">
          <a:xfrm>
            <a:off x="5146675" y="4435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16</a:t>
            </a:r>
          </a:p>
        </p:txBody>
      </p:sp>
      <p:sp>
        <p:nvSpPr>
          <p:cNvPr id="54419" name="Rectangle 152">
            <a:extLst>
              <a:ext uri="{FF2B5EF4-FFF2-40B4-BE49-F238E27FC236}">
                <a16:creationId xmlns:a16="http://schemas.microsoft.com/office/drawing/2014/main" id="{4351342A-C083-E23D-0A0F-4991C9AF0443}"/>
              </a:ext>
            </a:extLst>
          </p:cNvPr>
          <p:cNvSpPr>
            <a:spLocks noChangeArrowheads="1"/>
          </p:cNvSpPr>
          <p:nvPr/>
        </p:nvSpPr>
        <p:spPr bwMode="auto">
          <a:xfrm>
            <a:off x="5578475" y="4435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15</a:t>
            </a:r>
          </a:p>
        </p:txBody>
      </p:sp>
      <p:sp>
        <p:nvSpPr>
          <p:cNvPr id="54420" name="Rectangle 153">
            <a:extLst>
              <a:ext uri="{FF2B5EF4-FFF2-40B4-BE49-F238E27FC236}">
                <a16:creationId xmlns:a16="http://schemas.microsoft.com/office/drawing/2014/main" id="{CAA5C5DD-5AD4-E15B-5BF6-0D9BB76CBDF4}"/>
              </a:ext>
            </a:extLst>
          </p:cNvPr>
          <p:cNvSpPr>
            <a:spLocks noChangeArrowheads="1"/>
          </p:cNvSpPr>
          <p:nvPr/>
        </p:nvSpPr>
        <p:spPr bwMode="auto">
          <a:xfrm>
            <a:off x="6011863" y="4435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14</a:t>
            </a:r>
          </a:p>
        </p:txBody>
      </p:sp>
      <p:sp>
        <p:nvSpPr>
          <p:cNvPr id="54421" name="Rectangle 154">
            <a:extLst>
              <a:ext uri="{FF2B5EF4-FFF2-40B4-BE49-F238E27FC236}">
                <a16:creationId xmlns:a16="http://schemas.microsoft.com/office/drawing/2014/main" id="{02CB8F25-6DEC-719A-6E30-BC3172BDF10C}"/>
              </a:ext>
            </a:extLst>
          </p:cNvPr>
          <p:cNvSpPr>
            <a:spLocks noChangeArrowheads="1"/>
          </p:cNvSpPr>
          <p:nvPr/>
        </p:nvSpPr>
        <p:spPr bwMode="auto">
          <a:xfrm>
            <a:off x="6443663" y="4435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13</a:t>
            </a:r>
          </a:p>
        </p:txBody>
      </p:sp>
      <p:sp>
        <p:nvSpPr>
          <p:cNvPr id="54422" name="Rectangle 155">
            <a:extLst>
              <a:ext uri="{FF2B5EF4-FFF2-40B4-BE49-F238E27FC236}">
                <a16:creationId xmlns:a16="http://schemas.microsoft.com/office/drawing/2014/main" id="{1167F7BB-ABA4-FDA7-CE63-0AEA2151660F}"/>
              </a:ext>
            </a:extLst>
          </p:cNvPr>
          <p:cNvSpPr>
            <a:spLocks noChangeArrowheads="1"/>
          </p:cNvSpPr>
          <p:nvPr/>
        </p:nvSpPr>
        <p:spPr bwMode="auto">
          <a:xfrm>
            <a:off x="6875463" y="4435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12</a:t>
            </a:r>
          </a:p>
        </p:txBody>
      </p:sp>
      <p:sp>
        <p:nvSpPr>
          <p:cNvPr id="54423" name="Rectangle 156">
            <a:extLst>
              <a:ext uri="{FF2B5EF4-FFF2-40B4-BE49-F238E27FC236}">
                <a16:creationId xmlns:a16="http://schemas.microsoft.com/office/drawing/2014/main" id="{F04AE427-1EE8-128C-CBA9-FF0D87976113}"/>
              </a:ext>
            </a:extLst>
          </p:cNvPr>
          <p:cNvSpPr>
            <a:spLocks noChangeArrowheads="1"/>
          </p:cNvSpPr>
          <p:nvPr/>
        </p:nvSpPr>
        <p:spPr bwMode="auto">
          <a:xfrm>
            <a:off x="7307263" y="4435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11</a:t>
            </a:r>
          </a:p>
        </p:txBody>
      </p:sp>
      <p:sp>
        <p:nvSpPr>
          <p:cNvPr id="54424" name="Rectangle 157">
            <a:extLst>
              <a:ext uri="{FF2B5EF4-FFF2-40B4-BE49-F238E27FC236}">
                <a16:creationId xmlns:a16="http://schemas.microsoft.com/office/drawing/2014/main" id="{CF9D57B4-DCA9-E59F-BEDE-53FCD22C341D}"/>
              </a:ext>
            </a:extLst>
          </p:cNvPr>
          <p:cNvSpPr>
            <a:spLocks noChangeArrowheads="1"/>
          </p:cNvSpPr>
          <p:nvPr/>
        </p:nvSpPr>
        <p:spPr bwMode="auto">
          <a:xfrm>
            <a:off x="7739063" y="44354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10</a:t>
            </a:r>
          </a:p>
        </p:txBody>
      </p:sp>
      <p:sp>
        <p:nvSpPr>
          <p:cNvPr id="54425" name="Rectangle 158">
            <a:extLst>
              <a:ext uri="{FF2B5EF4-FFF2-40B4-BE49-F238E27FC236}">
                <a16:creationId xmlns:a16="http://schemas.microsoft.com/office/drawing/2014/main" id="{2C8D96FC-305C-2B2D-9869-3D6D3902D114}"/>
              </a:ext>
            </a:extLst>
          </p:cNvPr>
          <p:cNvSpPr>
            <a:spLocks noChangeArrowheads="1"/>
          </p:cNvSpPr>
          <p:nvPr/>
        </p:nvSpPr>
        <p:spPr bwMode="auto">
          <a:xfrm>
            <a:off x="4714875" y="48672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endParaRPr kumimoji="0" lang="en-US" altLang="en-US" sz="1400" b="1">
              <a:solidFill>
                <a:srgbClr val="FF3300"/>
              </a:solidFill>
            </a:endParaRPr>
          </a:p>
        </p:txBody>
      </p:sp>
      <p:sp>
        <p:nvSpPr>
          <p:cNvPr id="54426" name="Rectangle 159">
            <a:extLst>
              <a:ext uri="{FF2B5EF4-FFF2-40B4-BE49-F238E27FC236}">
                <a16:creationId xmlns:a16="http://schemas.microsoft.com/office/drawing/2014/main" id="{7CCFB1E5-FC25-0C35-A6A2-BF883F54B55F}"/>
              </a:ext>
            </a:extLst>
          </p:cNvPr>
          <p:cNvSpPr>
            <a:spLocks noChangeArrowheads="1"/>
          </p:cNvSpPr>
          <p:nvPr/>
        </p:nvSpPr>
        <p:spPr bwMode="auto">
          <a:xfrm>
            <a:off x="5146675" y="48672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endParaRPr kumimoji="0" lang="en-US" altLang="en-US" sz="1400" b="1">
              <a:solidFill>
                <a:srgbClr val="FF3300"/>
              </a:solidFill>
            </a:endParaRPr>
          </a:p>
        </p:txBody>
      </p:sp>
      <p:sp>
        <p:nvSpPr>
          <p:cNvPr id="54427" name="Rectangle 160">
            <a:extLst>
              <a:ext uri="{FF2B5EF4-FFF2-40B4-BE49-F238E27FC236}">
                <a16:creationId xmlns:a16="http://schemas.microsoft.com/office/drawing/2014/main" id="{18467C25-BA67-C97E-C78E-F6828225288C}"/>
              </a:ext>
            </a:extLst>
          </p:cNvPr>
          <p:cNvSpPr>
            <a:spLocks noChangeArrowheads="1"/>
          </p:cNvSpPr>
          <p:nvPr/>
        </p:nvSpPr>
        <p:spPr bwMode="auto">
          <a:xfrm>
            <a:off x="5578475" y="48672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51</a:t>
            </a:r>
          </a:p>
        </p:txBody>
      </p:sp>
      <p:sp>
        <p:nvSpPr>
          <p:cNvPr id="54428" name="Rectangle 161">
            <a:extLst>
              <a:ext uri="{FF2B5EF4-FFF2-40B4-BE49-F238E27FC236}">
                <a16:creationId xmlns:a16="http://schemas.microsoft.com/office/drawing/2014/main" id="{103D7F8D-1912-9BF2-B805-27002614608D}"/>
              </a:ext>
            </a:extLst>
          </p:cNvPr>
          <p:cNvSpPr>
            <a:spLocks noChangeArrowheads="1"/>
          </p:cNvSpPr>
          <p:nvPr/>
        </p:nvSpPr>
        <p:spPr bwMode="auto">
          <a:xfrm>
            <a:off x="6011863" y="48672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52</a:t>
            </a:r>
          </a:p>
        </p:txBody>
      </p:sp>
      <p:sp>
        <p:nvSpPr>
          <p:cNvPr id="54429" name="Rectangle 162">
            <a:extLst>
              <a:ext uri="{FF2B5EF4-FFF2-40B4-BE49-F238E27FC236}">
                <a16:creationId xmlns:a16="http://schemas.microsoft.com/office/drawing/2014/main" id="{993659C2-531C-7AF6-2751-E8502936CD2B}"/>
              </a:ext>
            </a:extLst>
          </p:cNvPr>
          <p:cNvSpPr>
            <a:spLocks noChangeArrowheads="1"/>
          </p:cNvSpPr>
          <p:nvPr/>
        </p:nvSpPr>
        <p:spPr bwMode="auto">
          <a:xfrm>
            <a:off x="6443663" y="48672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endParaRPr kumimoji="0" lang="en-US" altLang="en-US" sz="1400" b="1">
              <a:solidFill>
                <a:srgbClr val="FF3300"/>
              </a:solidFill>
            </a:endParaRPr>
          </a:p>
        </p:txBody>
      </p:sp>
      <p:sp>
        <p:nvSpPr>
          <p:cNvPr id="54430" name="Rectangle 163">
            <a:extLst>
              <a:ext uri="{FF2B5EF4-FFF2-40B4-BE49-F238E27FC236}">
                <a16:creationId xmlns:a16="http://schemas.microsoft.com/office/drawing/2014/main" id="{C28ABC90-AF74-92D9-4401-08FEBBF250A0}"/>
              </a:ext>
            </a:extLst>
          </p:cNvPr>
          <p:cNvSpPr>
            <a:spLocks noChangeArrowheads="1"/>
          </p:cNvSpPr>
          <p:nvPr/>
        </p:nvSpPr>
        <p:spPr bwMode="auto">
          <a:xfrm>
            <a:off x="6875463" y="48672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G</a:t>
            </a:r>
          </a:p>
        </p:txBody>
      </p:sp>
      <p:sp>
        <p:nvSpPr>
          <p:cNvPr id="54431" name="Rectangle 164">
            <a:extLst>
              <a:ext uri="{FF2B5EF4-FFF2-40B4-BE49-F238E27FC236}">
                <a16:creationId xmlns:a16="http://schemas.microsoft.com/office/drawing/2014/main" id="{B5A27046-0CAF-9A70-8621-6601D4368350}"/>
              </a:ext>
            </a:extLst>
          </p:cNvPr>
          <p:cNvSpPr>
            <a:spLocks noChangeArrowheads="1"/>
          </p:cNvSpPr>
          <p:nvPr/>
        </p:nvSpPr>
        <p:spPr bwMode="auto">
          <a:xfrm>
            <a:off x="7307263" y="48672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F</a:t>
            </a:r>
          </a:p>
        </p:txBody>
      </p:sp>
      <p:sp>
        <p:nvSpPr>
          <p:cNvPr id="54432" name="Rectangle 165">
            <a:extLst>
              <a:ext uri="{FF2B5EF4-FFF2-40B4-BE49-F238E27FC236}">
                <a16:creationId xmlns:a16="http://schemas.microsoft.com/office/drawing/2014/main" id="{C8D9E578-02C4-0FB0-9DCE-222583D6D8F7}"/>
              </a:ext>
            </a:extLst>
          </p:cNvPr>
          <p:cNvSpPr>
            <a:spLocks noChangeArrowheads="1"/>
          </p:cNvSpPr>
          <p:nvPr/>
        </p:nvSpPr>
        <p:spPr bwMode="auto">
          <a:xfrm>
            <a:off x="7739063" y="48672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E</a:t>
            </a:r>
          </a:p>
        </p:txBody>
      </p:sp>
      <p:sp>
        <p:nvSpPr>
          <p:cNvPr id="54433" name="Rectangle 166">
            <a:extLst>
              <a:ext uri="{FF2B5EF4-FFF2-40B4-BE49-F238E27FC236}">
                <a16:creationId xmlns:a16="http://schemas.microsoft.com/office/drawing/2014/main" id="{EF96BF94-7E55-6E11-34DF-4E8DAB98EB59}"/>
              </a:ext>
            </a:extLst>
          </p:cNvPr>
          <p:cNvSpPr>
            <a:spLocks noChangeArrowheads="1"/>
          </p:cNvSpPr>
          <p:nvPr/>
        </p:nvSpPr>
        <p:spPr bwMode="auto">
          <a:xfrm>
            <a:off x="4714875" y="5299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1F</a:t>
            </a:r>
          </a:p>
        </p:txBody>
      </p:sp>
      <p:sp>
        <p:nvSpPr>
          <p:cNvPr id="54434" name="Rectangle 167">
            <a:extLst>
              <a:ext uri="{FF2B5EF4-FFF2-40B4-BE49-F238E27FC236}">
                <a16:creationId xmlns:a16="http://schemas.microsoft.com/office/drawing/2014/main" id="{CEE6FCD8-5803-2C23-715D-419DC7C6E5C7}"/>
              </a:ext>
            </a:extLst>
          </p:cNvPr>
          <p:cNvSpPr>
            <a:spLocks noChangeArrowheads="1"/>
          </p:cNvSpPr>
          <p:nvPr/>
        </p:nvSpPr>
        <p:spPr bwMode="auto">
          <a:xfrm>
            <a:off x="5146675" y="5299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1E</a:t>
            </a:r>
          </a:p>
        </p:txBody>
      </p:sp>
      <p:sp>
        <p:nvSpPr>
          <p:cNvPr id="54435" name="Rectangle 168">
            <a:extLst>
              <a:ext uri="{FF2B5EF4-FFF2-40B4-BE49-F238E27FC236}">
                <a16:creationId xmlns:a16="http://schemas.microsoft.com/office/drawing/2014/main" id="{CB51E3E7-D8AB-6043-9981-14146BA28A86}"/>
              </a:ext>
            </a:extLst>
          </p:cNvPr>
          <p:cNvSpPr>
            <a:spLocks noChangeArrowheads="1"/>
          </p:cNvSpPr>
          <p:nvPr/>
        </p:nvSpPr>
        <p:spPr bwMode="auto">
          <a:xfrm>
            <a:off x="5578475" y="5299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1D</a:t>
            </a:r>
          </a:p>
        </p:txBody>
      </p:sp>
      <p:sp>
        <p:nvSpPr>
          <p:cNvPr id="54436" name="Rectangle 169">
            <a:extLst>
              <a:ext uri="{FF2B5EF4-FFF2-40B4-BE49-F238E27FC236}">
                <a16:creationId xmlns:a16="http://schemas.microsoft.com/office/drawing/2014/main" id="{99CC2C4A-C611-C796-19F2-28948259DC06}"/>
              </a:ext>
            </a:extLst>
          </p:cNvPr>
          <p:cNvSpPr>
            <a:spLocks noChangeArrowheads="1"/>
          </p:cNvSpPr>
          <p:nvPr/>
        </p:nvSpPr>
        <p:spPr bwMode="auto">
          <a:xfrm>
            <a:off x="6011863" y="5299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1C</a:t>
            </a:r>
          </a:p>
        </p:txBody>
      </p:sp>
      <p:sp>
        <p:nvSpPr>
          <p:cNvPr id="54437" name="Rectangle 170">
            <a:extLst>
              <a:ext uri="{FF2B5EF4-FFF2-40B4-BE49-F238E27FC236}">
                <a16:creationId xmlns:a16="http://schemas.microsoft.com/office/drawing/2014/main" id="{B0C988D0-ACF6-3C3B-AFFC-FF3ED4359B13}"/>
              </a:ext>
            </a:extLst>
          </p:cNvPr>
          <p:cNvSpPr>
            <a:spLocks noChangeArrowheads="1"/>
          </p:cNvSpPr>
          <p:nvPr/>
        </p:nvSpPr>
        <p:spPr bwMode="auto">
          <a:xfrm>
            <a:off x="6443663" y="5299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1B</a:t>
            </a:r>
          </a:p>
        </p:txBody>
      </p:sp>
      <p:sp>
        <p:nvSpPr>
          <p:cNvPr id="54438" name="Rectangle 171">
            <a:extLst>
              <a:ext uri="{FF2B5EF4-FFF2-40B4-BE49-F238E27FC236}">
                <a16:creationId xmlns:a16="http://schemas.microsoft.com/office/drawing/2014/main" id="{F7F4C682-40A2-2FDD-660E-D9311967D483}"/>
              </a:ext>
            </a:extLst>
          </p:cNvPr>
          <p:cNvSpPr>
            <a:spLocks noChangeArrowheads="1"/>
          </p:cNvSpPr>
          <p:nvPr/>
        </p:nvSpPr>
        <p:spPr bwMode="auto">
          <a:xfrm>
            <a:off x="6875463" y="5299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1A</a:t>
            </a:r>
          </a:p>
        </p:txBody>
      </p:sp>
      <p:sp>
        <p:nvSpPr>
          <p:cNvPr id="54439" name="Rectangle 172">
            <a:extLst>
              <a:ext uri="{FF2B5EF4-FFF2-40B4-BE49-F238E27FC236}">
                <a16:creationId xmlns:a16="http://schemas.microsoft.com/office/drawing/2014/main" id="{CB50A40A-84A0-CAF7-83AE-964C0898F726}"/>
              </a:ext>
            </a:extLst>
          </p:cNvPr>
          <p:cNvSpPr>
            <a:spLocks noChangeArrowheads="1"/>
          </p:cNvSpPr>
          <p:nvPr/>
        </p:nvSpPr>
        <p:spPr bwMode="auto">
          <a:xfrm>
            <a:off x="7307263" y="5299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19</a:t>
            </a:r>
          </a:p>
        </p:txBody>
      </p:sp>
      <p:sp>
        <p:nvSpPr>
          <p:cNvPr id="54440" name="Rectangle 173">
            <a:extLst>
              <a:ext uri="{FF2B5EF4-FFF2-40B4-BE49-F238E27FC236}">
                <a16:creationId xmlns:a16="http://schemas.microsoft.com/office/drawing/2014/main" id="{BA7411DD-0503-E12D-88A3-1EDAEE832268}"/>
              </a:ext>
            </a:extLst>
          </p:cNvPr>
          <p:cNvSpPr>
            <a:spLocks noChangeArrowheads="1"/>
          </p:cNvSpPr>
          <p:nvPr/>
        </p:nvSpPr>
        <p:spPr bwMode="auto">
          <a:xfrm>
            <a:off x="7739063" y="5299075"/>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18</a:t>
            </a:r>
          </a:p>
        </p:txBody>
      </p:sp>
      <p:sp>
        <p:nvSpPr>
          <p:cNvPr id="54441" name="Rectangle 174">
            <a:extLst>
              <a:ext uri="{FF2B5EF4-FFF2-40B4-BE49-F238E27FC236}">
                <a16:creationId xmlns:a16="http://schemas.microsoft.com/office/drawing/2014/main" id="{EEEF266F-6222-0A3E-27EC-719AECE3B6BC}"/>
              </a:ext>
            </a:extLst>
          </p:cNvPr>
          <p:cNvSpPr>
            <a:spLocks noChangeArrowheads="1"/>
          </p:cNvSpPr>
          <p:nvPr/>
        </p:nvSpPr>
        <p:spPr bwMode="auto">
          <a:xfrm>
            <a:off x="6443663" y="57340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61</a:t>
            </a:r>
          </a:p>
        </p:txBody>
      </p:sp>
      <p:sp>
        <p:nvSpPr>
          <p:cNvPr id="54442" name="Rectangle 175">
            <a:extLst>
              <a:ext uri="{FF2B5EF4-FFF2-40B4-BE49-F238E27FC236}">
                <a16:creationId xmlns:a16="http://schemas.microsoft.com/office/drawing/2014/main" id="{199E54B1-09DE-EA8D-7804-D5D42B6592B2}"/>
              </a:ext>
            </a:extLst>
          </p:cNvPr>
          <p:cNvSpPr>
            <a:spLocks noChangeArrowheads="1"/>
          </p:cNvSpPr>
          <p:nvPr/>
        </p:nvSpPr>
        <p:spPr bwMode="auto">
          <a:xfrm>
            <a:off x="6875463" y="57340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62</a:t>
            </a:r>
          </a:p>
        </p:txBody>
      </p:sp>
      <p:sp>
        <p:nvSpPr>
          <p:cNvPr id="54443" name="Rectangle 176">
            <a:extLst>
              <a:ext uri="{FF2B5EF4-FFF2-40B4-BE49-F238E27FC236}">
                <a16:creationId xmlns:a16="http://schemas.microsoft.com/office/drawing/2014/main" id="{2945DF66-6DE8-DC47-D890-044E3B600D6E}"/>
              </a:ext>
            </a:extLst>
          </p:cNvPr>
          <p:cNvSpPr>
            <a:spLocks noChangeArrowheads="1"/>
          </p:cNvSpPr>
          <p:nvPr/>
        </p:nvSpPr>
        <p:spPr bwMode="auto">
          <a:xfrm>
            <a:off x="7307263" y="57340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63</a:t>
            </a:r>
          </a:p>
        </p:txBody>
      </p:sp>
      <p:sp>
        <p:nvSpPr>
          <p:cNvPr id="54444" name="Rectangle 177">
            <a:extLst>
              <a:ext uri="{FF2B5EF4-FFF2-40B4-BE49-F238E27FC236}">
                <a16:creationId xmlns:a16="http://schemas.microsoft.com/office/drawing/2014/main" id="{2157523E-35C9-3484-1B86-7F242D259EEC}"/>
              </a:ext>
            </a:extLst>
          </p:cNvPr>
          <p:cNvSpPr>
            <a:spLocks noChangeArrowheads="1"/>
          </p:cNvSpPr>
          <p:nvPr/>
        </p:nvSpPr>
        <p:spPr bwMode="auto">
          <a:xfrm>
            <a:off x="7740650" y="57340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b="1">
                <a:solidFill>
                  <a:srgbClr val="FF3300"/>
                </a:solidFill>
              </a:rPr>
              <a:t>64</a:t>
            </a:r>
          </a:p>
        </p:txBody>
      </p:sp>
      <p:sp>
        <p:nvSpPr>
          <p:cNvPr id="54445" name="Rectangle 178">
            <a:extLst>
              <a:ext uri="{FF2B5EF4-FFF2-40B4-BE49-F238E27FC236}">
                <a16:creationId xmlns:a16="http://schemas.microsoft.com/office/drawing/2014/main" id="{D958E5A2-5327-C2BD-E968-40C0A0EDAC52}"/>
              </a:ext>
            </a:extLst>
          </p:cNvPr>
          <p:cNvSpPr>
            <a:spLocks noChangeArrowheads="1"/>
          </p:cNvSpPr>
          <p:nvPr/>
        </p:nvSpPr>
        <p:spPr bwMode="auto">
          <a:xfrm>
            <a:off x="4716463" y="57340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46" name="Rectangle 179">
            <a:extLst>
              <a:ext uri="{FF2B5EF4-FFF2-40B4-BE49-F238E27FC236}">
                <a16:creationId xmlns:a16="http://schemas.microsoft.com/office/drawing/2014/main" id="{847F061C-F442-5F97-9782-E25F44C5D88D}"/>
              </a:ext>
            </a:extLst>
          </p:cNvPr>
          <p:cNvSpPr>
            <a:spLocks noChangeArrowheads="1"/>
          </p:cNvSpPr>
          <p:nvPr/>
        </p:nvSpPr>
        <p:spPr bwMode="auto">
          <a:xfrm>
            <a:off x="5148263" y="57340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47" name="Rectangle 180">
            <a:extLst>
              <a:ext uri="{FF2B5EF4-FFF2-40B4-BE49-F238E27FC236}">
                <a16:creationId xmlns:a16="http://schemas.microsoft.com/office/drawing/2014/main" id="{FBFFFF89-E7E3-8C2A-23E0-B6DBF8B39276}"/>
              </a:ext>
            </a:extLst>
          </p:cNvPr>
          <p:cNvSpPr>
            <a:spLocks noChangeArrowheads="1"/>
          </p:cNvSpPr>
          <p:nvPr/>
        </p:nvSpPr>
        <p:spPr bwMode="auto">
          <a:xfrm>
            <a:off x="5580063" y="57340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48" name="Rectangle 181">
            <a:extLst>
              <a:ext uri="{FF2B5EF4-FFF2-40B4-BE49-F238E27FC236}">
                <a16:creationId xmlns:a16="http://schemas.microsoft.com/office/drawing/2014/main" id="{8A029061-C69B-ECBA-5075-BC3434077280}"/>
              </a:ext>
            </a:extLst>
          </p:cNvPr>
          <p:cNvSpPr>
            <a:spLocks noChangeArrowheads="1"/>
          </p:cNvSpPr>
          <p:nvPr/>
        </p:nvSpPr>
        <p:spPr bwMode="auto">
          <a:xfrm>
            <a:off x="6011863" y="57340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49" name="Rectangle 182">
            <a:extLst>
              <a:ext uri="{FF2B5EF4-FFF2-40B4-BE49-F238E27FC236}">
                <a16:creationId xmlns:a16="http://schemas.microsoft.com/office/drawing/2014/main" id="{507DC538-86EE-8C43-9455-9960045F7BAF}"/>
              </a:ext>
            </a:extLst>
          </p:cNvPr>
          <p:cNvSpPr>
            <a:spLocks noChangeArrowheads="1"/>
          </p:cNvSpPr>
          <p:nvPr/>
        </p:nvSpPr>
        <p:spPr bwMode="auto">
          <a:xfrm>
            <a:off x="6443663" y="61658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23</a:t>
            </a:r>
          </a:p>
        </p:txBody>
      </p:sp>
      <p:sp>
        <p:nvSpPr>
          <p:cNvPr id="54450" name="Rectangle 183">
            <a:extLst>
              <a:ext uri="{FF2B5EF4-FFF2-40B4-BE49-F238E27FC236}">
                <a16:creationId xmlns:a16="http://schemas.microsoft.com/office/drawing/2014/main" id="{885E255D-1017-6ADF-C5EC-481B470C76A0}"/>
              </a:ext>
            </a:extLst>
          </p:cNvPr>
          <p:cNvSpPr>
            <a:spLocks noChangeArrowheads="1"/>
          </p:cNvSpPr>
          <p:nvPr/>
        </p:nvSpPr>
        <p:spPr bwMode="auto">
          <a:xfrm>
            <a:off x="6875463" y="61658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22</a:t>
            </a:r>
          </a:p>
        </p:txBody>
      </p:sp>
      <p:sp>
        <p:nvSpPr>
          <p:cNvPr id="54451" name="Rectangle 184">
            <a:extLst>
              <a:ext uri="{FF2B5EF4-FFF2-40B4-BE49-F238E27FC236}">
                <a16:creationId xmlns:a16="http://schemas.microsoft.com/office/drawing/2014/main" id="{5684BA8E-B554-8B38-DB11-9F203E4538BE}"/>
              </a:ext>
            </a:extLst>
          </p:cNvPr>
          <p:cNvSpPr>
            <a:spLocks noChangeArrowheads="1"/>
          </p:cNvSpPr>
          <p:nvPr/>
        </p:nvSpPr>
        <p:spPr bwMode="auto">
          <a:xfrm>
            <a:off x="7307263" y="61658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21</a:t>
            </a:r>
          </a:p>
        </p:txBody>
      </p:sp>
      <p:sp>
        <p:nvSpPr>
          <p:cNvPr id="54452" name="Rectangle 185">
            <a:extLst>
              <a:ext uri="{FF2B5EF4-FFF2-40B4-BE49-F238E27FC236}">
                <a16:creationId xmlns:a16="http://schemas.microsoft.com/office/drawing/2014/main" id="{8DFFC571-9CE9-637C-6ECB-CC5D7AB4CEF9}"/>
              </a:ext>
            </a:extLst>
          </p:cNvPr>
          <p:cNvSpPr>
            <a:spLocks noChangeArrowheads="1"/>
          </p:cNvSpPr>
          <p:nvPr/>
        </p:nvSpPr>
        <p:spPr bwMode="auto">
          <a:xfrm>
            <a:off x="7740650" y="61658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solidFill>
                  <a:srgbClr val="000000"/>
                </a:solidFill>
              </a:rPr>
              <a:t>20</a:t>
            </a:r>
          </a:p>
        </p:txBody>
      </p:sp>
      <p:sp>
        <p:nvSpPr>
          <p:cNvPr id="54453" name="Rectangle 186">
            <a:extLst>
              <a:ext uri="{FF2B5EF4-FFF2-40B4-BE49-F238E27FC236}">
                <a16:creationId xmlns:a16="http://schemas.microsoft.com/office/drawing/2014/main" id="{80A657BC-56A3-36A9-D8D7-B3DD9D51CA1D}"/>
              </a:ext>
            </a:extLst>
          </p:cNvPr>
          <p:cNvSpPr>
            <a:spLocks noChangeArrowheads="1"/>
          </p:cNvSpPr>
          <p:nvPr/>
        </p:nvSpPr>
        <p:spPr bwMode="auto">
          <a:xfrm>
            <a:off x="4716463" y="61658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54" name="Rectangle 187">
            <a:extLst>
              <a:ext uri="{FF2B5EF4-FFF2-40B4-BE49-F238E27FC236}">
                <a16:creationId xmlns:a16="http://schemas.microsoft.com/office/drawing/2014/main" id="{EE38AFB9-B235-D826-409C-831681FB0445}"/>
              </a:ext>
            </a:extLst>
          </p:cNvPr>
          <p:cNvSpPr>
            <a:spLocks noChangeArrowheads="1"/>
          </p:cNvSpPr>
          <p:nvPr/>
        </p:nvSpPr>
        <p:spPr bwMode="auto">
          <a:xfrm>
            <a:off x="5148263" y="61658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55" name="Rectangle 188">
            <a:extLst>
              <a:ext uri="{FF2B5EF4-FFF2-40B4-BE49-F238E27FC236}">
                <a16:creationId xmlns:a16="http://schemas.microsoft.com/office/drawing/2014/main" id="{F0E522F1-1E79-B5D4-B877-8C96AAC6CB2F}"/>
              </a:ext>
            </a:extLst>
          </p:cNvPr>
          <p:cNvSpPr>
            <a:spLocks noChangeArrowheads="1"/>
          </p:cNvSpPr>
          <p:nvPr/>
        </p:nvSpPr>
        <p:spPr bwMode="auto">
          <a:xfrm>
            <a:off x="5580063" y="61658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56" name="Rectangle 189">
            <a:extLst>
              <a:ext uri="{FF2B5EF4-FFF2-40B4-BE49-F238E27FC236}">
                <a16:creationId xmlns:a16="http://schemas.microsoft.com/office/drawing/2014/main" id="{13A53171-B296-3FDF-9902-29DA314A5E32}"/>
              </a:ext>
            </a:extLst>
          </p:cNvPr>
          <p:cNvSpPr>
            <a:spLocks noChangeArrowheads="1"/>
          </p:cNvSpPr>
          <p:nvPr/>
        </p:nvSpPr>
        <p:spPr bwMode="auto">
          <a:xfrm>
            <a:off x="6011863" y="6165850"/>
            <a:ext cx="431800" cy="431800"/>
          </a:xfrm>
          <a:prstGeom prst="rect">
            <a:avLst/>
          </a:prstGeom>
          <a:solidFill>
            <a:srgbClr val="66FF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57" name="Rectangle 190">
            <a:extLst>
              <a:ext uri="{FF2B5EF4-FFF2-40B4-BE49-F238E27FC236}">
                <a16:creationId xmlns:a16="http://schemas.microsoft.com/office/drawing/2014/main" id="{94D537CB-D33F-BE38-977D-E0E66CB9954B}"/>
              </a:ext>
            </a:extLst>
          </p:cNvPr>
          <p:cNvSpPr>
            <a:spLocks noChangeArrowheads="1"/>
          </p:cNvSpPr>
          <p:nvPr/>
        </p:nvSpPr>
        <p:spPr bwMode="auto">
          <a:xfrm>
            <a:off x="4714875" y="2274888"/>
            <a:ext cx="1728788"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58" name="Rectangle 191">
            <a:extLst>
              <a:ext uri="{FF2B5EF4-FFF2-40B4-BE49-F238E27FC236}">
                <a16:creationId xmlns:a16="http://schemas.microsoft.com/office/drawing/2014/main" id="{C7B333B3-D5C0-3043-FBD7-2D414C30F670}"/>
              </a:ext>
            </a:extLst>
          </p:cNvPr>
          <p:cNvSpPr>
            <a:spLocks noChangeArrowheads="1"/>
          </p:cNvSpPr>
          <p:nvPr/>
        </p:nvSpPr>
        <p:spPr bwMode="auto">
          <a:xfrm>
            <a:off x="6443663" y="2276475"/>
            <a:ext cx="1728787" cy="863600"/>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59" name="Rectangle 192">
            <a:extLst>
              <a:ext uri="{FF2B5EF4-FFF2-40B4-BE49-F238E27FC236}">
                <a16:creationId xmlns:a16="http://schemas.microsoft.com/office/drawing/2014/main" id="{905617B8-CD27-B766-BAB6-12A1BFDDD907}"/>
              </a:ext>
            </a:extLst>
          </p:cNvPr>
          <p:cNvSpPr>
            <a:spLocks noChangeArrowheads="1"/>
          </p:cNvSpPr>
          <p:nvPr/>
        </p:nvSpPr>
        <p:spPr bwMode="auto">
          <a:xfrm>
            <a:off x="4714875" y="3138488"/>
            <a:ext cx="3455988"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0" name="Rectangle 193">
            <a:extLst>
              <a:ext uri="{FF2B5EF4-FFF2-40B4-BE49-F238E27FC236}">
                <a16:creationId xmlns:a16="http://schemas.microsoft.com/office/drawing/2014/main" id="{EF96FBF4-B6F4-6D2F-1AF0-A011F124BBF9}"/>
              </a:ext>
            </a:extLst>
          </p:cNvPr>
          <p:cNvSpPr>
            <a:spLocks noChangeArrowheads="1"/>
          </p:cNvSpPr>
          <p:nvPr/>
        </p:nvSpPr>
        <p:spPr bwMode="auto">
          <a:xfrm>
            <a:off x="6443663" y="4003675"/>
            <a:ext cx="1728787" cy="865188"/>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1" name="Rectangle 194">
            <a:extLst>
              <a:ext uri="{FF2B5EF4-FFF2-40B4-BE49-F238E27FC236}">
                <a16:creationId xmlns:a16="http://schemas.microsoft.com/office/drawing/2014/main" id="{2C26AFBD-D01C-B0FC-4386-B6DD2C56B3D7}"/>
              </a:ext>
            </a:extLst>
          </p:cNvPr>
          <p:cNvSpPr>
            <a:spLocks noChangeArrowheads="1"/>
          </p:cNvSpPr>
          <p:nvPr/>
        </p:nvSpPr>
        <p:spPr bwMode="auto">
          <a:xfrm>
            <a:off x="6443663" y="5732463"/>
            <a:ext cx="1728787"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2" name="Rectangle 195">
            <a:extLst>
              <a:ext uri="{FF2B5EF4-FFF2-40B4-BE49-F238E27FC236}">
                <a16:creationId xmlns:a16="http://schemas.microsoft.com/office/drawing/2014/main" id="{CE22579C-B754-12F2-E25F-B5A3FCE72950}"/>
              </a:ext>
            </a:extLst>
          </p:cNvPr>
          <p:cNvSpPr>
            <a:spLocks noChangeArrowheads="1"/>
          </p:cNvSpPr>
          <p:nvPr/>
        </p:nvSpPr>
        <p:spPr bwMode="auto">
          <a:xfrm>
            <a:off x="4716463" y="4005263"/>
            <a:ext cx="433387"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3" name="Rectangle 196">
            <a:extLst>
              <a:ext uri="{FF2B5EF4-FFF2-40B4-BE49-F238E27FC236}">
                <a16:creationId xmlns:a16="http://schemas.microsoft.com/office/drawing/2014/main" id="{D52C807C-8E90-F704-CA44-0CE4F9329E9E}"/>
              </a:ext>
            </a:extLst>
          </p:cNvPr>
          <p:cNvSpPr>
            <a:spLocks noChangeArrowheads="1"/>
          </p:cNvSpPr>
          <p:nvPr/>
        </p:nvSpPr>
        <p:spPr bwMode="auto">
          <a:xfrm>
            <a:off x="5148263" y="4005263"/>
            <a:ext cx="433387"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4" name="Rectangle 197">
            <a:extLst>
              <a:ext uri="{FF2B5EF4-FFF2-40B4-BE49-F238E27FC236}">
                <a16:creationId xmlns:a16="http://schemas.microsoft.com/office/drawing/2014/main" id="{0A979502-A88C-8B34-F164-44D80FC1885A}"/>
              </a:ext>
            </a:extLst>
          </p:cNvPr>
          <p:cNvSpPr>
            <a:spLocks noChangeArrowheads="1"/>
          </p:cNvSpPr>
          <p:nvPr/>
        </p:nvSpPr>
        <p:spPr bwMode="auto">
          <a:xfrm>
            <a:off x="5580063" y="4005263"/>
            <a:ext cx="433387"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5" name="Rectangle 198">
            <a:extLst>
              <a:ext uri="{FF2B5EF4-FFF2-40B4-BE49-F238E27FC236}">
                <a16:creationId xmlns:a16="http://schemas.microsoft.com/office/drawing/2014/main" id="{C55383A9-4FDB-31F2-1BD2-52EBAFA8EB49}"/>
              </a:ext>
            </a:extLst>
          </p:cNvPr>
          <p:cNvSpPr>
            <a:spLocks noChangeArrowheads="1"/>
          </p:cNvSpPr>
          <p:nvPr/>
        </p:nvSpPr>
        <p:spPr bwMode="auto">
          <a:xfrm>
            <a:off x="6011863" y="4005263"/>
            <a:ext cx="433387"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6" name="Rectangle 199">
            <a:extLst>
              <a:ext uri="{FF2B5EF4-FFF2-40B4-BE49-F238E27FC236}">
                <a16:creationId xmlns:a16="http://schemas.microsoft.com/office/drawing/2014/main" id="{01D44667-AF07-CD1B-533D-862A90A4CD5F}"/>
              </a:ext>
            </a:extLst>
          </p:cNvPr>
          <p:cNvSpPr>
            <a:spLocks noChangeArrowheads="1"/>
          </p:cNvSpPr>
          <p:nvPr/>
        </p:nvSpPr>
        <p:spPr bwMode="auto">
          <a:xfrm>
            <a:off x="6445250" y="4868863"/>
            <a:ext cx="433388"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7" name="Rectangle 200">
            <a:extLst>
              <a:ext uri="{FF2B5EF4-FFF2-40B4-BE49-F238E27FC236}">
                <a16:creationId xmlns:a16="http://schemas.microsoft.com/office/drawing/2014/main" id="{9890FC5F-EA24-BAA0-52C7-37164AD8216F}"/>
              </a:ext>
            </a:extLst>
          </p:cNvPr>
          <p:cNvSpPr>
            <a:spLocks noChangeArrowheads="1"/>
          </p:cNvSpPr>
          <p:nvPr/>
        </p:nvSpPr>
        <p:spPr bwMode="auto">
          <a:xfrm>
            <a:off x="6877050" y="4868863"/>
            <a:ext cx="433388"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8" name="Rectangle 201">
            <a:extLst>
              <a:ext uri="{FF2B5EF4-FFF2-40B4-BE49-F238E27FC236}">
                <a16:creationId xmlns:a16="http://schemas.microsoft.com/office/drawing/2014/main" id="{CA8F2B58-29E0-B4A1-DEE5-277C5120620E}"/>
              </a:ext>
            </a:extLst>
          </p:cNvPr>
          <p:cNvSpPr>
            <a:spLocks noChangeArrowheads="1"/>
          </p:cNvSpPr>
          <p:nvPr/>
        </p:nvSpPr>
        <p:spPr bwMode="auto">
          <a:xfrm>
            <a:off x="7308850" y="4868863"/>
            <a:ext cx="433388"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69" name="Rectangle 202">
            <a:extLst>
              <a:ext uri="{FF2B5EF4-FFF2-40B4-BE49-F238E27FC236}">
                <a16:creationId xmlns:a16="http://schemas.microsoft.com/office/drawing/2014/main" id="{08A4A840-2FC3-7CA0-6BD2-EA3B5BAD6BDC}"/>
              </a:ext>
            </a:extLst>
          </p:cNvPr>
          <p:cNvSpPr>
            <a:spLocks noChangeArrowheads="1"/>
          </p:cNvSpPr>
          <p:nvPr/>
        </p:nvSpPr>
        <p:spPr bwMode="auto">
          <a:xfrm>
            <a:off x="7740650" y="4868863"/>
            <a:ext cx="433388"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70" name="Rectangle 203">
            <a:extLst>
              <a:ext uri="{FF2B5EF4-FFF2-40B4-BE49-F238E27FC236}">
                <a16:creationId xmlns:a16="http://schemas.microsoft.com/office/drawing/2014/main" id="{D766A260-D465-FA69-5126-FEB7CCE166DE}"/>
              </a:ext>
            </a:extLst>
          </p:cNvPr>
          <p:cNvSpPr>
            <a:spLocks noChangeArrowheads="1"/>
          </p:cNvSpPr>
          <p:nvPr/>
        </p:nvSpPr>
        <p:spPr bwMode="auto">
          <a:xfrm>
            <a:off x="4716463" y="4868863"/>
            <a:ext cx="863600"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71" name="Rectangle 204">
            <a:extLst>
              <a:ext uri="{FF2B5EF4-FFF2-40B4-BE49-F238E27FC236}">
                <a16:creationId xmlns:a16="http://schemas.microsoft.com/office/drawing/2014/main" id="{2BE185E9-4EA8-81CF-BF08-03FDD0C5802D}"/>
              </a:ext>
            </a:extLst>
          </p:cNvPr>
          <p:cNvSpPr>
            <a:spLocks noChangeArrowheads="1"/>
          </p:cNvSpPr>
          <p:nvPr/>
        </p:nvSpPr>
        <p:spPr bwMode="auto">
          <a:xfrm>
            <a:off x="5580063" y="4868863"/>
            <a:ext cx="863600" cy="865187"/>
          </a:xfrm>
          <a:prstGeom prst="rect">
            <a:avLst/>
          </a:prstGeom>
          <a:noFill/>
          <a:ln w="38100" algn="ctr">
            <a:solidFill>
              <a:srgbClr val="0099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54472" name="Rectangle 205">
            <a:extLst>
              <a:ext uri="{FF2B5EF4-FFF2-40B4-BE49-F238E27FC236}">
                <a16:creationId xmlns:a16="http://schemas.microsoft.com/office/drawing/2014/main" id="{755D1ABE-000E-8182-037F-7C933D2452B1}"/>
              </a:ext>
            </a:extLst>
          </p:cNvPr>
          <p:cNvSpPr>
            <a:spLocks noChangeArrowheads="1"/>
          </p:cNvSpPr>
          <p:nvPr/>
        </p:nvSpPr>
        <p:spPr bwMode="auto">
          <a:xfrm>
            <a:off x="8135938" y="2203450"/>
            <a:ext cx="90011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spcBef>
                <a:spcPct val="50000"/>
              </a:spcBef>
              <a:buClrTx/>
              <a:buFontTx/>
              <a:buNone/>
            </a:pPr>
            <a:r>
              <a:rPr kumimoji="0" lang="en-US" altLang="en-US" sz="1400"/>
              <a:t>Byte address</a:t>
            </a:r>
          </a:p>
        </p:txBody>
      </p:sp>
      <p:sp>
        <p:nvSpPr>
          <p:cNvPr id="54473" name="Rectangle 206">
            <a:extLst>
              <a:ext uri="{FF2B5EF4-FFF2-40B4-BE49-F238E27FC236}">
                <a16:creationId xmlns:a16="http://schemas.microsoft.com/office/drawing/2014/main" id="{C922AE3D-CEB5-3B75-2E55-69F56D0EB2BF}"/>
              </a:ext>
            </a:extLst>
          </p:cNvPr>
          <p:cNvSpPr>
            <a:spLocks noChangeArrowheads="1"/>
          </p:cNvSpPr>
          <p:nvPr/>
        </p:nvSpPr>
        <p:spPr bwMode="auto">
          <a:xfrm>
            <a:off x="8351838" y="2708275"/>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00</a:t>
            </a:r>
          </a:p>
        </p:txBody>
      </p:sp>
      <p:sp>
        <p:nvSpPr>
          <p:cNvPr id="54474" name="Rectangle 207">
            <a:extLst>
              <a:ext uri="{FF2B5EF4-FFF2-40B4-BE49-F238E27FC236}">
                <a16:creationId xmlns:a16="http://schemas.microsoft.com/office/drawing/2014/main" id="{1A0D323B-CEC0-0717-781F-E7839A7547C7}"/>
              </a:ext>
            </a:extLst>
          </p:cNvPr>
          <p:cNvSpPr>
            <a:spLocks noChangeArrowheads="1"/>
          </p:cNvSpPr>
          <p:nvPr/>
        </p:nvSpPr>
        <p:spPr bwMode="auto">
          <a:xfrm>
            <a:off x="8351838" y="3571875"/>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08</a:t>
            </a:r>
          </a:p>
        </p:txBody>
      </p:sp>
      <p:sp>
        <p:nvSpPr>
          <p:cNvPr id="54475" name="Rectangle 208">
            <a:extLst>
              <a:ext uri="{FF2B5EF4-FFF2-40B4-BE49-F238E27FC236}">
                <a16:creationId xmlns:a16="http://schemas.microsoft.com/office/drawing/2014/main" id="{24DE0CED-0BE3-3D37-4150-FCE0A96544E3}"/>
              </a:ext>
            </a:extLst>
          </p:cNvPr>
          <p:cNvSpPr>
            <a:spLocks noChangeArrowheads="1"/>
          </p:cNvSpPr>
          <p:nvPr/>
        </p:nvSpPr>
        <p:spPr bwMode="auto">
          <a:xfrm>
            <a:off x="8351838" y="4435475"/>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10</a:t>
            </a:r>
          </a:p>
        </p:txBody>
      </p:sp>
      <p:sp>
        <p:nvSpPr>
          <p:cNvPr id="54476" name="Rectangle 209">
            <a:extLst>
              <a:ext uri="{FF2B5EF4-FFF2-40B4-BE49-F238E27FC236}">
                <a16:creationId xmlns:a16="http://schemas.microsoft.com/office/drawing/2014/main" id="{75DDEE8D-9579-8710-78E3-6A88F292B731}"/>
              </a:ext>
            </a:extLst>
          </p:cNvPr>
          <p:cNvSpPr>
            <a:spLocks noChangeArrowheads="1"/>
          </p:cNvSpPr>
          <p:nvPr/>
        </p:nvSpPr>
        <p:spPr bwMode="auto">
          <a:xfrm>
            <a:off x="8351838" y="5300663"/>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18</a:t>
            </a:r>
          </a:p>
        </p:txBody>
      </p:sp>
      <p:sp>
        <p:nvSpPr>
          <p:cNvPr id="54477" name="Rectangle 210">
            <a:extLst>
              <a:ext uri="{FF2B5EF4-FFF2-40B4-BE49-F238E27FC236}">
                <a16:creationId xmlns:a16="http://schemas.microsoft.com/office/drawing/2014/main" id="{F316DD64-F862-97AA-991B-4A620917F883}"/>
              </a:ext>
            </a:extLst>
          </p:cNvPr>
          <p:cNvSpPr>
            <a:spLocks noChangeArrowheads="1"/>
          </p:cNvSpPr>
          <p:nvPr/>
        </p:nvSpPr>
        <p:spPr bwMode="auto">
          <a:xfrm>
            <a:off x="8351838" y="6164263"/>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1400"/>
              <a:t>20</a:t>
            </a:r>
          </a:p>
        </p:txBody>
      </p:sp>
      <p:sp>
        <p:nvSpPr>
          <p:cNvPr id="54478" name="Rectangle 211">
            <a:extLst>
              <a:ext uri="{FF2B5EF4-FFF2-40B4-BE49-F238E27FC236}">
                <a16:creationId xmlns:a16="http://schemas.microsoft.com/office/drawing/2014/main" id="{C30E4FBA-6E9F-E0FB-56F5-28B259C047B7}"/>
              </a:ext>
            </a:extLst>
          </p:cNvPr>
          <p:cNvSpPr>
            <a:spLocks noChangeArrowheads="1"/>
          </p:cNvSpPr>
          <p:nvPr/>
        </p:nvSpPr>
        <p:spPr bwMode="auto">
          <a:xfrm>
            <a:off x="4645025" y="1700213"/>
            <a:ext cx="359886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spcBef>
                <a:spcPct val="50000"/>
              </a:spcBef>
              <a:buClrTx/>
              <a:buFontTx/>
              <a:buNone/>
            </a:pPr>
            <a:r>
              <a:rPr kumimoji="0" lang="en-US" altLang="en-US" sz="1800" b="1"/>
              <a:t>Little-endian address mapping</a:t>
            </a:r>
          </a:p>
        </p:txBody>
      </p:sp>
      <p:grpSp>
        <p:nvGrpSpPr>
          <p:cNvPr id="13" name="Group 12">
            <a:extLst>
              <a:ext uri="{FF2B5EF4-FFF2-40B4-BE49-F238E27FC236}">
                <a16:creationId xmlns:a16="http://schemas.microsoft.com/office/drawing/2014/main" id="{69BF20DA-89F6-CC60-AEC9-E0BAAC5CFDFB}"/>
              </a:ext>
            </a:extLst>
          </p:cNvPr>
          <p:cNvGrpSpPr/>
          <p:nvPr/>
        </p:nvGrpSpPr>
        <p:grpSpPr>
          <a:xfrm>
            <a:off x="969962" y="228600"/>
            <a:ext cx="7199312" cy="2979738"/>
            <a:chOff x="969962" y="228600"/>
            <a:chExt cx="7199312" cy="2979738"/>
          </a:xfrm>
        </p:grpSpPr>
        <p:sp>
          <p:nvSpPr>
            <p:cNvPr id="3" name="Rectangle 2">
              <a:extLst>
                <a:ext uri="{FF2B5EF4-FFF2-40B4-BE49-F238E27FC236}">
                  <a16:creationId xmlns:a16="http://schemas.microsoft.com/office/drawing/2014/main" id="{16E36F73-3AE1-63FC-0186-839984519E68}"/>
                </a:ext>
              </a:extLst>
            </p:cNvPr>
            <p:cNvSpPr/>
            <p:nvPr/>
          </p:nvSpPr>
          <p:spPr bwMode="auto">
            <a:xfrm>
              <a:off x="969962" y="2203450"/>
              <a:ext cx="1765301" cy="977900"/>
            </a:xfrm>
            <a:prstGeom prst="rect">
              <a:avLst/>
            </a:prstGeom>
            <a:noFill/>
            <a:ln w="57150" cap="flat" cmpd="sng" algn="ctr">
              <a:solidFill>
                <a:srgbClr val="000066"/>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4" name="Rectangle 3">
              <a:extLst>
                <a:ext uri="{FF2B5EF4-FFF2-40B4-BE49-F238E27FC236}">
                  <a16:creationId xmlns:a16="http://schemas.microsoft.com/office/drawing/2014/main" id="{3C69576D-FC97-96DE-2610-D762A646186E}"/>
                </a:ext>
              </a:extLst>
            </p:cNvPr>
            <p:cNvSpPr/>
            <p:nvPr/>
          </p:nvSpPr>
          <p:spPr bwMode="auto">
            <a:xfrm>
              <a:off x="6440487" y="2230438"/>
              <a:ext cx="1728787" cy="977900"/>
            </a:xfrm>
            <a:prstGeom prst="rect">
              <a:avLst/>
            </a:prstGeom>
            <a:noFill/>
            <a:ln w="57150" cap="flat" cmpd="sng" algn="ctr">
              <a:solidFill>
                <a:srgbClr val="000066"/>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cxnSp>
          <p:nvCxnSpPr>
            <p:cNvPr id="7" name="Straight Arrow Connector 6">
              <a:extLst>
                <a:ext uri="{FF2B5EF4-FFF2-40B4-BE49-F238E27FC236}">
                  <a16:creationId xmlns:a16="http://schemas.microsoft.com/office/drawing/2014/main" id="{CB548AB9-793D-4BF0-BE23-5B2A91721526}"/>
                </a:ext>
              </a:extLst>
            </p:cNvPr>
            <p:cNvCxnSpPr>
              <a:stCxn id="3" idx="0"/>
            </p:cNvCxnSpPr>
            <p:nvPr/>
          </p:nvCxnSpPr>
          <p:spPr bwMode="auto">
            <a:xfrm flipV="1">
              <a:off x="1852613" y="764704"/>
              <a:ext cx="2359347" cy="1438746"/>
            </a:xfrm>
            <a:prstGeom prst="straightConnector1">
              <a:avLst/>
            </a:prstGeom>
            <a:ln w="571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A1F0D1A3-B015-6BB7-863D-E37DDBB0BC7A}"/>
                </a:ext>
              </a:extLst>
            </p:cNvPr>
            <p:cNvCxnSpPr>
              <a:cxnSpLocks/>
              <a:stCxn id="4" idx="0"/>
            </p:cNvCxnSpPr>
            <p:nvPr/>
          </p:nvCxnSpPr>
          <p:spPr bwMode="auto">
            <a:xfrm flipH="1" flipV="1">
              <a:off x="4289746" y="791692"/>
              <a:ext cx="3015135" cy="1438746"/>
            </a:xfrm>
            <a:prstGeom prst="straightConnector1">
              <a:avLst/>
            </a:prstGeom>
            <a:ln w="57150">
              <a:headEnd type="none" w="med" len="med"/>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7830E6F5-A9D9-7B5F-D8FF-C28DD429FE88}"/>
                </a:ext>
              </a:extLst>
            </p:cNvPr>
            <p:cNvSpPr/>
            <p:nvPr/>
          </p:nvSpPr>
          <p:spPr bwMode="auto">
            <a:xfrm>
              <a:off x="3419872" y="228600"/>
              <a:ext cx="1944216" cy="532929"/>
            </a:xfrm>
            <a:prstGeom prst="rect">
              <a:avLst/>
            </a:prstGeom>
            <a:solidFill>
              <a:schemeClr val="accent2"/>
            </a:solidFill>
            <a:ln w="9525" cap="flat" cmpd="sng" algn="ctr">
              <a:solidFill>
                <a:srgbClr val="0000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dirty="0">
                <a:ln>
                  <a:noFill/>
                </a:ln>
                <a:solidFill>
                  <a:srgbClr val="000000"/>
                </a:solidFill>
                <a:effectLst/>
                <a:latin typeface="Nimbus Roman No9 L" charset="0"/>
              </a:endParaRPr>
            </a:p>
          </p:txBody>
        </p:sp>
        <p:sp>
          <p:nvSpPr>
            <p:cNvPr id="12" name="TextBox 11">
              <a:extLst>
                <a:ext uri="{FF2B5EF4-FFF2-40B4-BE49-F238E27FC236}">
                  <a16:creationId xmlns:a16="http://schemas.microsoft.com/office/drawing/2014/main" id="{139E6A81-A9BD-ABA9-48E6-1942F8AAEE4D}"/>
                </a:ext>
              </a:extLst>
            </p:cNvPr>
            <p:cNvSpPr txBox="1"/>
            <p:nvPr/>
          </p:nvSpPr>
          <p:spPr>
            <a:xfrm>
              <a:off x="3851920" y="260648"/>
              <a:ext cx="929935" cy="523220"/>
            </a:xfrm>
            <a:prstGeom prst="rect">
              <a:avLst/>
            </a:prstGeom>
            <a:noFill/>
          </p:spPr>
          <p:txBody>
            <a:bodyPr wrap="none" rtlCol="0">
              <a:spAutoFit/>
            </a:bodyPr>
            <a:lstStyle/>
            <a:p>
              <a:r>
                <a:rPr lang="en-MY" sz="2800" dirty="0">
                  <a:solidFill>
                    <a:schemeClr val="bg1"/>
                  </a:solidFill>
                </a:rPr>
                <a:t>Int a;</a:t>
              </a:r>
            </a:p>
          </p:txBody>
        </p:sp>
      </p:grpSp>
      <p:grpSp>
        <p:nvGrpSpPr>
          <p:cNvPr id="23" name="Group 22">
            <a:extLst>
              <a:ext uri="{FF2B5EF4-FFF2-40B4-BE49-F238E27FC236}">
                <a16:creationId xmlns:a16="http://schemas.microsoft.com/office/drawing/2014/main" id="{33066527-4187-A8C0-EA80-B8A12D1D0558}"/>
              </a:ext>
            </a:extLst>
          </p:cNvPr>
          <p:cNvGrpSpPr/>
          <p:nvPr/>
        </p:nvGrpSpPr>
        <p:grpSpPr>
          <a:xfrm>
            <a:off x="2665307" y="225570"/>
            <a:ext cx="4364726" cy="2973243"/>
            <a:chOff x="2665307" y="225570"/>
            <a:chExt cx="4364726" cy="2973243"/>
          </a:xfrm>
        </p:grpSpPr>
        <p:sp>
          <p:nvSpPr>
            <p:cNvPr id="15" name="Rectangle 14">
              <a:extLst>
                <a:ext uri="{FF2B5EF4-FFF2-40B4-BE49-F238E27FC236}">
                  <a16:creationId xmlns:a16="http://schemas.microsoft.com/office/drawing/2014/main" id="{091616B3-E3FA-BF56-32A3-535DD6383668}"/>
                </a:ext>
              </a:extLst>
            </p:cNvPr>
            <p:cNvSpPr/>
            <p:nvPr/>
          </p:nvSpPr>
          <p:spPr bwMode="auto">
            <a:xfrm>
              <a:off x="2665307" y="2220913"/>
              <a:ext cx="1765301" cy="977900"/>
            </a:xfrm>
            <a:prstGeom prst="rect">
              <a:avLst/>
            </a:prstGeom>
            <a:noFill/>
            <a:ln w="57150" cap="flat" cmpd="sng" algn="ctr">
              <a:solidFill>
                <a:srgbClr val="FF000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16" name="Rectangle 15">
              <a:extLst>
                <a:ext uri="{FF2B5EF4-FFF2-40B4-BE49-F238E27FC236}">
                  <a16:creationId xmlns:a16="http://schemas.microsoft.com/office/drawing/2014/main" id="{FBDEF356-DE2B-CE16-CF3C-96AFB99FC3A2}"/>
                </a:ext>
              </a:extLst>
            </p:cNvPr>
            <p:cNvSpPr/>
            <p:nvPr/>
          </p:nvSpPr>
          <p:spPr bwMode="auto">
            <a:xfrm>
              <a:off x="4699160" y="2217738"/>
              <a:ext cx="1728787" cy="977900"/>
            </a:xfrm>
            <a:prstGeom prst="rect">
              <a:avLst/>
            </a:prstGeom>
            <a:noFill/>
            <a:ln w="57150" cap="flat" cmpd="sng" algn="ctr">
              <a:solidFill>
                <a:srgbClr val="FF000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cxnSp>
          <p:nvCxnSpPr>
            <p:cNvPr id="17" name="Straight Arrow Connector 16">
              <a:extLst>
                <a:ext uri="{FF2B5EF4-FFF2-40B4-BE49-F238E27FC236}">
                  <a16:creationId xmlns:a16="http://schemas.microsoft.com/office/drawing/2014/main" id="{50FB6D5D-DF7F-0045-8D9E-52D3EA9A74F7}"/>
                </a:ext>
              </a:extLst>
            </p:cNvPr>
            <p:cNvCxnSpPr>
              <a:stCxn id="15" idx="0"/>
            </p:cNvCxnSpPr>
            <p:nvPr/>
          </p:nvCxnSpPr>
          <p:spPr bwMode="auto">
            <a:xfrm flipV="1">
              <a:off x="3547958" y="782167"/>
              <a:ext cx="2359347" cy="1438746"/>
            </a:xfrm>
            <a:prstGeom prst="straightConnector1">
              <a:avLst/>
            </a:prstGeom>
            <a:ln w="57150">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D2118AE4-3432-EC4C-4917-94B08396AAE8}"/>
                </a:ext>
              </a:extLst>
            </p:cNvPr>
            <p:cNvCxnSpPr>
              <a:cxnSpLocks/>
              <a:stCxn id="16" idx="0"/>
            </p:cNvCxnSpPr>
            <p:nvPr/>
          </p:nvCxnSpPr>
          <p:spPr bwMode="auto">
            <a:xfrm flipV="1">
              <a:off x="5563554" y="761529"/>
              <a:ext cx="335722" cy="1456209"/>
            </a:xfrm>
            <a:prstGeom prst="straightConnector1">
              <a:avLst/>
            </a:prstGeom>
            <a:ln w="57150">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C4B6CCDC-013D-0085-7F9E-309EE533BEFC}"/>
                </a:ext>
              </a:extLst>
            </p:cNvPr>
            <p:cNvGrpSpPr/>
            <p:nvPr/>
          </p:nvGrpSpPr>
          <p:grpSpPr>
            <a:xfrm>
              <a:off x="5085817" y="225570"/>
              <a:ext cx="1944216" cy="555268"/>
              <a:chOff x="10695385" y="597101"/>
              <a:chExt cx="1944216" cy="555268"/>
            </a:xfrm>
          </p:grpSpPr>
          <p:sp>
            <p:nvSpPr>
              <p:cNvPr id="19" name="Rectangle 18">
                <a:extLst>
                  <a:ext uri="{FF2B5EF4-FFF2-40B4-BE49-F238E27FC236}">
                    <a16:creationId xmlns:a16="http://schemas.microsoft.com/office/drawing/2014/main" id="{9CAB0AA8-C1DD-0B40-C375-D61979E2EE63}"/>
                  </a:ext>
                </a:extLst>
              </p:cNvPr>
              <p:cNvSpPr/>
              <p:nvPr/>
            </p:nvSpPr>
            <p:spPr bwMode="auto">
              <a:xfrm>
                <a:off x="10695385" y="597101"/>
                <a:ext cx="1944216" cy="532929"/>
              </a:xfrm>
              <a:prstGeom prst="rect">
                <a:avLst/>
              </a:prstGeom>
              <a:solidFill>
                <a:schemeClr val="tx2"/>
              </a:solidFill>
              <a:ln w="9525" cap="flat" cmpd="sng" algn="ctr">
                <a:solidFill>
                  <a:srgbClr val="0000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dirty="0">
                  <a:ln>
                    <a:noFill/>
                  </a:ln>
                  <a:solidFill>
                    <a:srgbClr val="000000"/>
                  </a:solidFill>
                  <a:effectLst/>
                  <a:latin typeface="Nimbus Roman No9 L" charset="0"/>
                </a:endParaRPr>
              </a:p>
            </p:txBody>
          </p:sp>
          <p:sp>
            <p:nvSpPr>
              <p:cNvPr id="20" name="TextBox 19">
                <a:extLst>
                  <a:ext uri="{FF2B5EF4-FFF2-40B4-BE49-F238E27FC236}">
                    <a16:creationId xmlns:a16="http://schemas.microsoft.com/office/drawing/2014/main" id="{3D527032-1432-505A-56A4-6C7BDE172ECB}"/>
                  </a:ext>
                </a:extLst>
              </p:cNvPr>
              <p:cNvSpPr txBox="1"/>
              <p:nvPr/>
            </p:nvSpPr>
            <p:spPr>
              <a:xfrm>
                <a:off x="11127433" y="629149"/>
                <a:ext cx="1308243" cy="523220"/>
              </a:xfrm>
              <a:prstGeom prst="rect">
                <a:avLst/>
              </a:prstGeom>
              <a:noFill/>
            </p:spPr>
            <p:txBody>
              <a:bodyPr wrap="none" rtlCol="0">
                <a:spAutoFit/>
              </a:bodyPr>
              <a:lstStyle/>
              <a:p>
                <a:r>
                  <a:rPr lang="en-MY" sz="2800" dirty="0">
                    <a:solidFill>
                      <a:schemeClr val="bg1"/>
                    </a:solidFill>
                  </a:rPr>
                  <a:t>Int pad;</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nodeType="clickEffect">
                                  <p:stCondLst>
                                    <p:cond delay="0"/>
                                  </p:stCondLst>
                                  <p:childTnLst>
                                    <p:animEffect transition="out" filter="fade">
                                      <p:cBhvr>
                                        <p:cTn id="13" dur="1000"/>
                                        <p:tgtEl>
                                          <p:spTgt spid="13"/>
                                        </p:tgtEl>
                                      </p:cBhvr>
                                    </p:animEffect>
                                    <p:anim calcmode="lin" valueType="num">
                                      <p:cBhvr>
                                        <p:cTn id="14" dur="1000"/>
                                        <p:tgtEl>
                                          <p:spTgt spid="13"/>
                                        </p:tgtEl>
                                        <p:attrNameLst>
                                          <p:attrName>ppt_x</p:attrName>
                                        </p:attrNameLst>
                                      </p:cBhvr>
                                      <p:tavLst>
                                        <p:tav tm="0">
                                          <p:val>
                                            <p:strVal val="ppt_x"/>
                                          </p:val>
                                        </p:tav>
                                        <p:tav tm="100000">
                                          <p:val>
                                            <p:strVal val="ppt_x"/>
                                          </p:val>
                                        </p:tav>
                                      </p:tavLst>
                                    </p:anim>
                                    <p:anim calcmode="lin" valueType="num">
                                      <p:cBhvr>
                                        <p:cTn id="15" dur="1000"/>
                                        <p:tgtEl>
                                          <p:spTgt spid="13"/>
                                        </p:tgtEl>
                                        <p:attrNameLst>
                                          <p:attrName>ppt_y</p:attrName>
                                        </p:attrNameLst>
                                      </p:cBhvr>
                                      <p:tavLst>
                                        <p:tav tm="0">
                                          <p:val>
                                            <p:strVal val="ppt_y"/>
                                          </p:val>
                                        </p:tav>
                                        <p:tav tm="100000">
                                          <p:val>
                                            <p:strVal val="ppt_y+.1"/>
                                          </p:val>
                                        </p:tav>
                                      </p:tavLst>
                                    </p:anim>
                                    <p:set>
                                      <p:cBhvr>
                                        <p:cTn id="16" dur="1" fill="hold">
                                          <p:stCondLst>
                                            <p:cond delay="999"/>
                                          </p:stCondLst>
                                        </p:cTn>
                                        <p:tgtEl>
                                          <p:spTgt spid="1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1000"/>
                                        <p:tgtEl>
                                          <p:spTgt spid="23"/>
                                        </p:tgtEl>
                                      </p:cBhvr>
                                    </p:animEffect>
                                    <p:anim calcmode="lin" valueType="num">
                                      <p:cBhvr>
                                        <p:cTn id="22" dur="1000" fill="hold"/>
                                        <p:tgtEl>
                                          <p:spTgt spid="23"/>
                                        </p:tgtEl>
                                        <p:attrNameLst>
                                          <p:attrName>ppt_x</p:attrName>
                                        </p:attrNameLst>
                                      </p:cBhvr>
                                      <p:tavLst>
                                        <p:tav tm="0">
                                          <p:val>
                                            <p:strVal val="#ppt_x"/>
                                          </p:val>
                                        </p:tav>
                                        <p:tav tm="100000">
                                          <p:val>
                                            <p:strVal val="#ppt_x"/>
                                          </p:val>
                                        </p:tav>
                                      </p:tavLst>
                                    </p:anim>
                                    <p:anim calcmode="lin" valueType="num">
                                      <p:cBhvr>
                                        <p:cTn id="2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nodeType="clickEffect">
                                  <p:stCondLst>
                                    <p:cond delay="0"/>
                                  </p:stCondLst>
                                  <p:childTnLst>
                                    <p:animEffect transition="out" filter="fade">
                                      <p:cBhvr>
                                        <p:cTn id="27" dur="1000"/>
                                        <p:tgtEl>
                                          <p:spTgt spid="23"/>
                                        </p:tgtEl>
                                      </p:cBhvr>
                                    </p:animEffect>
                                    <p:anim calcmode="lin" valueType="num">
                                      <p:cBhvr>
                                        <p:cTn id="28" dur="1000"/>
                                        <p:tgtEl>
                                          <p:spTgt spid="23"/>
                                        </p:tgtEl>
                                        <p:attrNameLst>
                                          <p:attrName>ppt_x</p:attrName>
                                        </p:attrNameLst>
                                      </p:cBhvr>
                                      <p:tavLst>
                                        <p:tav tm="0">
                                          <p:val>
                                            <p:strVal val="ppt_x"/>
                                          </p:val>
                                        </p:tav>
                                        <p:tav tm="100000">
                                          <p:val>
                                            <p:strVal val="ppt_x"/>
                                          </p:val>
                                        </p:tav>
                                      </p:tavLst>
                                    </p:anim>
                                    <p:anim calcmode="lin" valueType="num">
                                      <p:cBhvr>
                                        <p:cTn id="29" dur="1000"/>
                                        <p:tgtEl>
                                          <p:spTgt spid="23"/>
                                        </p:tgtEl>
                                        <p:attrNameLst>
                                          <p:attrName>ppt_y</p:attrName>
                                        </p:attrNameLst>
                                      </p:cBhvr>
                                      <p:tavLst>
                                        <p:tav tm="0">
                                          <p:val>
                                            <p:strVal val="ppt_y"/>
                                          </p:val>
                                        </p:tav>
                                        <p:tav tm="100000">
                                          <p:val>
                                            <p:strVal val="ppt_y+.1"/>
                                          </p:val>
                                        </p:tav>
                                      </p:tavLst>
                                    </p:anim>
                                    <p:set>
                                      <p:cBhvr>
                                        <p:cTn id="30" dur="1" fill="hold">
                                          <p:stCondLst>
                                            <p:cond delay="9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8349F5E-859F-40F1-DF51-B242BDA73F1C}"/>
              </a:ext>
            </a:extLst>
          </p:cNvPr>
          <p:cNvSpPr>
            <a:spLocks noGrp="1" noChangeArrowheads="1"/>
          </p:cNvSpPr>
          <p:nvPr>
            <p:ph type="title"/>
          </p:nvPr>
        </p:nvSpPr>
        <p:spPr/>
        <p:txBody>
          <a:bodyPr/>
          <a:lstStyle/>
          <a:p>
            <a:r>
              <a:rPr lang="en-US" altLang="en-US"/>
              <a:t>Word Alignment</a:t>
            </a:r>
          </a:p>
        </p:txBody>
      </p:sp>
      <p:sp>
        <p:nvSpPr>
          <p:cNvPr id="56323" name="Rectangle 3">
            <a:extLst>
              <a:ext uri="{FF2B5EF4-FFF2-40B4-BE49-F238E27FC236}">
                <a16:creationId xmlns:a16="http://schemas.microsoft.com/office/drawing/2014/main" id="{EF0423D0-0641-7DEA-1AA0-5D40E1895CA4}"/>
              </a:ext>
            </a:extLst>
          </p:cNvPr>
          <p:cNvSpPr>
            <a:spLocks noGrp="1" noChangeArrowheads="1"/>
          </p:cNvSpPr>
          <p:nvPr>
            <p:ph type="body" idx="1"/>
          </p:nvPr>
        </p:nvSpPr>
        <p:spPr/>
        <p:txBody>
          <a:bodyPr/>
          <a:lstStyle/>
          <a:p>
            <a:r>
              <a:rPr lang="en-US" altLang="en-US"/>
              <a:t>Words are aligned when they begin at a byte address that is a multiple of the number of bytes</a:t>
            </a:r>
          </a:p>
          <a:p>
            <a:r>
              <a:rPr lang="en-US" altLang="en-US"/>
              <a:t>Number of bytes in a word is a power of 2</a:t>
            </a:r>
          </a:p>
          <a:p>
            <a:r>
              <a:rPr lang="en-US" altLang="en-US"/>
              <a:t>Example</a:t>
            </a:r>
          </a:p>
          <a:p>
            <a:pPr lvl="1"/>
            <a:r>
              <a:rPr lang="en-US" altLang="en-US"/>
              <a:t>If word length is 16 bits (2</a:t>
            </a:r>
            <a:r>
              <a:rPr lang="en-US" altLang="en-US" baseline="30000"/>
              <a:t>1</a:t>
            </a:r>
            <a:r>
              <a:rPr lang="en-US" altLang="en-US"/>
              <a:t> bytes), aligned words begin at byte addresses 0, 2, 4, …</a:t>
            </a:r>
          </a:p>
          <a:p>
            <a:pPr lvl="1"/>
            <a:r>
              <a:rPr lang="en-US" altLang="en-US"/>
              <a:t>If word length is 32 bits (2</a:t>
            </a:r>
            <a:r>
              <a:rPr lang="en-US" altLang="en-US" baseline="30000"/>
              <a:t>2</a:t>
            </a:r>
            <a:r>
              <a:rPr lang="en-US" altLang="en-US"/>
              <a:t> bytes), aligned words begin at byte addresses 0, 4, 8,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EEEEF1"/>
        </a:solidFill>
        <a:effectLst/>
      </p:bgPr>
    </p:bg>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id="{5AFF81D5-C4A4-97A0-8FD9-900F051E3422}"/>
              </a:ext>
            </a:extLst>
          </p:cNvPr>
          <p:cNvSpPr>
            <a:spLocks noGrp="1" noChangeArrowheads="1"/>
          </p:cNvSpPr>
          <p:nvPr>
            <p:ph type="body" idx="1"/>
          </p:nvPr>
        </p:nvSpPr>
        <p:spPr/>
        <p:txBody>
          <a:bodyPr/>
          <a:lstStyle/>
          <a:p>
            <a:r>
              <a:rPr lang="en-US" altLang="en-US">
                <a:solidFill>
                  <a:srgbClr val="000000"/>
                </a:solidFill>
              </a:rPr>
              <a:t>Word alignment</a:t>
            </a:r>
          </a:p>
          <a:p>
            <a:pPr marL="342900" lvl="1" indent="-342900">
              <a:buFontTx/>
              <a:buChar char="•"/>
            </a:pPr>
            <a:r>
              <a:rPr lang="en-US" altLang="en-US">
                <a:solidFill>
                  <a:srgbClr val="000000"/>
                </a:solidFill>
              </a:rPr>
              <a:t>If word length is 64 bits (? bytes), aligned words begin at byte addresses ?, ?, ?, …</a:t>
            </a:r>
          </a:p>
          <a:p>
            <a:endParaRPr lang="en-US" altLang="en-US">
              <a:solidFill>
                <a:srgbClr val="000000"/>
              </a:solidFill>
            </a:endParaRPr>
          </a:p>
        </p:txBody>
      </p:sp>
      <p:pic>
        <p:nvPicPr>
          <p:cNvPr id="57347" name="Picture 2">
            <a:extLst>
              <a:ext uri="{FF2B5EF4-FFF2-40B4-BE49-F238E27FC236}">
                <a16:creationId xmlns:a16="http://schemas.microsoft.com/office/drawing/2014/main" id="{F33F2397-7844-1B5A-F54F-664E58AC1593}"/>
              </a:ext>
            </a:extLst>
          </p:cNvPr>
          <p:cNvPicPr>
            <a:picLocks noChangeAspect="1"/>
          </p:cNvPicPr>
          <p:nvPr/>
        </p:nvPicPr>
        <p:blipFill>
          <a:blip r:embed="rId2">
            <a:extLst>
              <a:ext uri="{28A0092B-C50C-407E-A947-70E740481C1C}">
                <a14:useLocalDpi xmlns:a14="http://schemas.microsoft.com/office/drawing/2010/main" val="0"/>
              </a:ext>
            </a:extLst>
          </a:blip>
          <a:srcRect l="7277" t="27142" r="7544" b="16251"/>
          <a:stretch>
            <a:fillRect/>
          </a:stretch>
        </p:blipFill>
        <p:spPr bwMode="auto">
          <a:xfrm>
            <a:off x="6037263" y="44450"/>
            <a:ext cx="303530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1C11F16-698E-1E8E-3E6F-6ED2C0E9B3FB}"/>
              </a:ext>
            </a:extLst>
          </p:cNvPr>
          <p:cNvSpPr>
            <a:spLocks noGrp="1" noChangeArrowheads="1"/>
          </p:cNvSpPr>
          <p:nvPr>
            <p:ph type="title"/>
          </p:nvPr>
        </p:nvSpPr>
        <p:spPr/>
        <p:txBody>
          <a:bodyPr/>
          <a:lstStyle/>
          <a:p>
            <a:r>
              <a:rPr lang="en-US" altLang="en-US"/>
              <a:t>Outline</a:t>
            </a:r>
          </a:p>
        </p:txBody>
      </p:sp>
      <p:sp>
        <p:nvSpPr>
          <p:cNvPr id="58371" name="Rectangle 3">
            <a:extLst>
              <a:ext uri="{FF2B5EF4-FFF2-40B4-BE49-F238E27FC236}">
                <a16:creationId xmlns:a16="http://schemas.microsoft.com/office/drawing/2014/main" id="{77AADA28-F1F3-E6A6-B815-0EE4D374E024}"/>
              </a:ext>
            </a:extLst>
          </p:cNvPr>
          <p:cNvSpPr>
            <a:spLocks noGrp="1" noChangeArrowheads="1"/>
          </p:cNvSpPr>
          <p:nvPr>
            <p:ph type="body" idx="1"/>
          </p:nvPr>
        </p:nvSpPr>
        <p:spPr>
          <a:xfrm>
            <a:off x="457200" y="1600200"/>
            <a:ext cx="8178800" cy="5029200"/>
          </a:xfrm>
        </p:spPr>
        <p:txBody>
          <a:bodyPr/>
          <a:lstStyle/>
          <a:p>
            <a:r>
              <a:rPr lang="en-US" altLang="en-US">
                <a:solidFill>
                  <a:srgbClr val="808080"/>
                </a:solidFill>
              </a:rPr>
              <a:t>Memory locations and addresses</a:t>
            </a:r>
          </a:p>
          <a:p>
            <a:pPr lvl="1"/>
            <a:r>
              <a:rPr lang="en-US" altLang="en-US">
                <a:solidFill>
                  <a:srgbClr val="808080"/>
                </a:solidFill>
              </a:rPr>
              <a:t>Byte addressability</a:t>
            </a:r>
          </a:p>
          <a:p>
            <a:pPr lvl="1"/>
            <a:r>
              <a:rPr lang="en-US" altLang="en-US">
                <a:solidFill>
                  <a:srgbClr val="808080"/>
                </a:solidFill>
              </a:rPr>
              <a:t>Big-endian and Little-endian Assignments</a:t>
            </a:r>
          </a:p>
          <a:p>
            <a:r>
              <a:rPr lang="en-US" altLang="en-US"/>
              <a:t>Memory operations</a:t>
            </a:r>
          </a:p>
          <a:p>
            <a:r>
              <a:rPr lang="en-US" altLang="en-US"/>
              <a:t>Instructions and instruction sequencing</a:t>
            </a:r>
          </a:p>
          <a:p>
            <a:pPr lvl="1"/>
            <a:r>
              <a:rPr lang="en-US" altLang="en-US"/>
              <a:t>Notation</a:t>
            </a:r>
          </a:p>
          <a:p>
            <a:pPr lvl="1"/>
            <a:r>
              <a:rPr lang="en-US" altLang="en-US"/>
              <a:t>Types of instruction</a:t>
            </a:r>
          </a:p>
          <a:p>
            <a:pPr lvl="1"/>
            <a:r>
              <a:rPr lang="en-US" altLang="en-US"/>
              <a:t>Types of operands</a:t>
            </a:r>
          </a:p>
          <a:p>
            <a:pPr lvl="1"/>
            <a:r>
              <a:rPr lang="en-US" altLang="en-US"/>
              <a:t>Types of operations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94E6848-BB21-1919-53B3-65131642A09B}"/>
              </a:ext>
            </a:extLst>
          </p:cNvPr>
          <p:cNvSpPr>
            <a:spLocks noGrp="1" noChangeArrowheads="1"/>
          </p:cNvSpPr>
          <p:nvPr>
            <p:ph type="title"/>
          </p:nvPr>
        </p:nvSpPr>
        <p:spPr/>
        <p:txBody>
          <a:bodyPr/>
          <a:lstStyle/>
          <a:p>
            <a:r>
              <a:rPr lang="en-US" altLang="en-US"/>
              <a:t>Accessing Memory</a:t>
            </a:r>
          </a:p>
        </p:txBody>
      </p:sp>
      <p:sp>
        <p:nvSpPr>
          <p:cNvPr id="59395" name="Rectangle 3">
            <a:extLst>
              <a:ext uri="{FF2B5EF4-FFF2-40B4-BE49-F238E27FC236}">
                <a16:creationId xmlns:a16="http://schemas.microsoft.com/office/drawing/2014/main" id="{A4F2CAC2-9CE0-85C8-BAB3-FFD32473003F}"/>
              </a:ext>
            </a:extLst>
          </p:cNvPr>
          <p:cNvSpPr>
            <a:spLocks noGrp="1" noChangeArrowheads="1"/>
          </p:cNvSpPr>
          <p:nvPr>
            <p:ph type="body" idx="1"/>
          </p:nvPr>
        </p:nvSpPr>
        <p:spPr>
          <a:xfrm>
            <a:off x="457200" y="1885950"/>
            <a:ext cx="7643813" cy="4171950"/>
          </a:xfrm>
        </p:spPr>
        <p:txBody>
          <a:bodyPr/>
          <a:lstStyle/>
          <a:p>
            <a:r>
              <a:rPr lang="en-US" altLang="en-US" sz="3600" b="1">
                <a:solidFill>
                  <a:srgbClr val="92D050"/>
                </a:solidFill>
              </a:rPr>
              <a:t>Numbers</a:t>
            </a:r>
            <a:r>
              <a:rPr lang="en-US" altLang="en-US"/>
              <a:t>/</a:t>
            </a:r>
            <a:r>
              <a:rPr lang="en-US" altLang="en-US" sz="3600" b="1">
                <a:solidFill>
                  <a:srgbClr val="FF0000"/>
                </a:solidFill>
              </a:rPr>
              <a:t>characters</a:t>
            </a:r>
            <a:r>
              <a:rPr lang="en-US" altLang="en-US"/>
              <a:t> usually occupy </a:t>
            </a:r>
            <a:r>
              <a:rPr lang="en-US" altLang="en-US" sz="3600" b="1">
                <a:solidFill>
                  <a:srgbClr val="00B0F0"/>
                </a:solidFill>
              </a:rPr>
              <a:t>1 word</a:t>
            </a:r>
            <a:endParaRPr lang="en-US" altLang="en-US" b="1">
              <a:solidFill>
                <a:srgbClr val="00B0F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B6D0ABD7-30D5-696A-C053-13924A385132}"/>
              </a:ext>
            </a:extLst>
          </p:cNvPr>
          <p:cNvSpPr>
            <a:spLocks noGrp="1" noChangeArrowheads="1"/>
          </p:cNvSpPr>
          <p:nvPr>
            <p:ph type="title"/>
          </p:nvPr>
        </p:nvSpPr>
        <p:spPr/>
        <p:txBody>
          <a:bodyPr/>
          <a:lstStyle/>
          <a:p>
            <a:r>
              <a:rPr lang="en-US" altLang="en-US"/>
              <a:t>Accessing Memory</a:t>
            </a:r>
          </a:p>
        </p:txBody>
      </p:sp>
      <p:sp>
        <p:nvSpPr>
          <p:cNvPr id="60419" name="Rectangle 3">
            <a:extLst>
              <a:ext uri="{FF2B5EF4-FFF2-40B4-BE49-F238E27FC236}">
                <a16:creationId xmlns:a16="http://schemas.microsoft.com/office/drawing/2014/main" id="{4667A0C3-3561-E822-E0AB-FC5F4BE00C1F}"/>
              </a:ext>
            </a:extLst>
          </p:cNvPr>
          <p:cNvSpPr>
            <a:spLocks noGrp="1" noChangeArrowheads="1"/>
          </p:cNvSpPr>
          <p:nvPr>
            <p:ph type="body" idx="1"/>
          </p:nvPr>
        </p:nvSpPr>
        <p:spPr/>
        <p:txBody>
          <a:bodyPr/>
          <a:lstStyle/>
          <a:p>
            <a:r>
              <a:rPr lang="en-US" altLang="en-US"/>
              <a:t>For </a:t>
            </a:r>
            <a:r>
              <a:rPr lang="en-US" altLang="en-US" sz="3600" b="1">
                <a:solidFill>
                  <a:srgbClr val="92D050"/>
                </a:solidFill>
              </a:rPr>
              <a:t>character strings</a:t>
            </a:r>
            <a:endParaRPr lang="en-US" altLang="en-US" b="1">
              <a:solidFill>
                <a:srgbClr val="92D050"/>
              </a:solidFill>
            </a:endParaRPr>
          </a:p>
          <a:p>
            <a:pPr lvl="1"/>
            <a:r>
              <a:rPr lang="en-US" altLang="en-US"/>
              <a:t>Beginning of string indicated by giving </a:t>
            </a:r>
            <a:r>
              <a:rPr lang="en-US" altLang="en-US" sz="3200" b="1">
                <a:solidFill>
                  <a:srgbClr val="FF0000"/>
                </a:solidFill>
              </a:rPr>
              <a:t>byte address of first character</a:t>
            </a:r>
            <a:endParaRPr lang="en-US" altLang="en-US" b="1">
              <a:solidFill>
                <a:srgbClr val="FF0000"/>
              </a:solidFill>
            </a:endParaRPr>
          </a:p>
          <a:p>
            <a:pPr lvl="1"/>
            <a:r>
              <a:rPr lang="en-US" altLang="en-US"/>
              <a:t>Successive byte locations contain successive characters of the string</a:t>
            </a:r>
          </a:p>
          <a:p>
            <a:pPr lvl="1"/>
            <a:r>
              <a:rPr lang="en-US" altLang="en-US" sz="3200" b="1">
                <a:solidFill>
                  <a:srgbClr val="00B0F0"/>
                </a:solidFill>
              </a:rPr>
              <a:t>End of string </a:t>
            </a:r>
            <a:r>
              <a:rPr lang="en-US" altLang="en-US"/>
              <a:t>indicated by</a:t>
            </a:r>
          </a:p>
          <a:p>
            <a:pPr lvl="2"/>
            <a:r>
              <a:rPr lang="en-US" altLang="en-US"/>
              <a:t>Special control character to mean “end of string”</a:t>
            </a:r>
          </a:p>
          <a:p>
            <a:pPr lvl="2"/>
            <a:r>
              <a:rPr lang="en-US" altLang="en-US"/>
              <a:t>Separate memory word location or processor register to store number indicating string length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61B9912-9F25-2BD1-2EF1-722B1C2D322B}"/>
              </a:ext>
            </a:extLst>
          </p:cNvPr>
          <p:cNvSpPr>
            <a:spLocks noGrp="1" noChangeArrowheads="1"/>
          </p:cNvSpPr>
          <p:nvPr>
            <p:ph type="title"/>
          </p:nvPr>
        </p:nvSpPr>
        <p:spPr/>
        <p:txBody>
          <a:bodyPr/>
          <a:lstStyle/>
          <a:p>
            <a:r>
              <a:rPr lang="en-US" altLang="en-US"/>
              <a:t>Memory Operations</a:t>
            </a:r>
          </a:p>
        </p:txBody>
      </p:sp>
      <p:sp>
        <p:nvSpPr>
          <p:cNvPr id="61443" name="Rectangle 3">
            <a:extLst>
              <a:ext uri="{FF2B5EF4-FFF2-40B4-BE49-F238E27FC236}">
                <a16:creationId xmlns:a16="http://schemas.microsoft.com/office/drawing/2014/main" id="{ABD345B8-2664-0A49-72C9-358E50F11270}"/>
              </a:ext>
            </a:extLst>
          </p:cNvPr>
          <p:cNvSpPr>
            <a:spLocks noGrp="1" noChangeArrowheads="1"/>
          </p:cNvSpPr>
          <p:nvPr>
            <p:ph type="body" idx="1"/>
          </p:nvPr>
        </p:nvSpPr>
        <p:spPr/>
        <p:txBody>
          <a:bodyPr/>
          <a:lstStyle/>
          <a:p>
            <a:r>
              <a:rPr lang="en-US" altLang="en-US"/>
              <a:t>To execute instructions…</a:t>
            </a:r>
          </a:p>
          <a:p>
            <a:r>
              <a:rPr lang="en-US" altLang="en-US"/>
              <a:t>Word(s) containing </a:t>
            </a:r>
            <a:r>
              <a:rPr lang="en-US" altLang="en-US" sz="3600" b="1">
                <a:solidFill>
                  <a:srgbClr val="92D050"/>
                </a:solidFill>
              </a:rPr>
              <a:t>instruction</a:t>
            </a:r>
            <a:r>
              <a:rPr lang="en-US" altLang="en-US"/>
              <a:t> need to be transferred </a:t>
            </a:r>
            <a:r>
              <a:rPr lang="en-US" altLang="en-US" sz="3600" b="1">
                <a:solidFill>
                  <a:srgbClr val="FF0000"/>
                </a:solidFill>
              </a:rPr>
              <a:t>from </a:t>
            </a:r>
            <a:r>
              <a:rPr lang="en-US" altLang="en-US" sz="3600" b="1">
                <a:solidFill>
                  <a:srgbClr val="FFC000"/>
                </a:solidFill>
              </a:rPr>
              <a:t>memory to processor</a:t>
            </a:r>
            <a:endParaRPr lang="en-US" altLang="en-US" b="1">
              <a:solidFill>
                <a:srgbClr val="FFC000"/>
              </a:solidFill>
            </a:endParaRPr>
          </a:p>
          <a:p>
            <a:r>
              <a:rPr lang="en-US" altLang="en-US" sz="3600" b="1">
                <a:solidFill>
                  <a:srgbClr val="00B0F0"/>
                </a:solidFill>
              </a:rPr>
              <a:t>Operands/results </a:t>
            </a:r>
            <a:r>
              <a:rPr lang="en-US" altLang="en-US"/>
              <a:t>also need to be moved </a:t>
            </a:r>
            <a:r>
              <a:rPr lang="en-US" altLang="en-US" sz="3600" b="1">
                <a:solidFill>
                  <a:srgbClr val="FF0000"/>
                </a:solidFill>
              </a:rPr>
              <a:t>between </a:t>
            </a:r>
            <a:r>
              <a:rPr lang="en-US" altLang="en-US" sz="3600" b="1">
                <a:solidFill>
                  <a:srgbClr val="FFC000"/>
                </a:solidFill>
              </a:rPr>
              <a:t>memory and processor</a:t>
            </a:r>
            <a:endParaRPr lang="en-US" altLang="en-US" b="1">
              <a:solidFill>
                <a:srgbClr val="FFC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5DC3AD65-B449-3409-985F-23FD70B37ABB}"/>
              </a:ext>
            </a:extLst>
          </p:cNvPr>
          <p:cNvSpPr>
            <a:spLocks noGrp="1" noChangeArrowheads="1"/>
          </p:cNvSpPr>
          <p:nvPr>
            <p:ph type="title"/>
          </p:nvPr>
        </p:nvSpPr>
        <p:spPr/>
        <p:txBody>
          <a:bodyPr/>
          <a:lstStyle/>
          <a:p>
            <a:r>
              <a:rPr lang="en-US" altLang="en-US"/>
              <a:t>Memory Operations</a:t>
            </a:r>
          </a:p>
        </p:txBody>
      </p:sp>
      <p:sp>
        <p:nvSpPr>
          <p:cNvPr id="62467" name="Rectangle 3">
            <a:extLst>
              <a:ext uri="{FF2B5EF4-FFF2-40B4-BE49-F238E27FC236}">
                <a16:creationId xmlns:a16="http://schemas.microsoft.com/office/drawing/2014/main" id="{DAA510EF-858C-C5F5-1E7F-183C5A59669D}"/>
              </a:ext>
            </a:extLst>
          </p:cNvPr>
          <p:cNvSpPr>
            <a:spLocks noGrp="1" noChangeArrowheads="1"/>
          </p:cNvSpPr>
          <p:nvPr>
            <p:ph type="body" idx="1"/>
          </p:nvPr>
        </p:nvSpPr>
        <p:spPr/>
        <p:txBody>
          <a:bodyPr/>
          <a:lstStyle/>
          <a:p>
            <a:r>
              <a:rPr lang="en-US" altLang="en-US"/>
              <a:t>Two basic operations:</a:t>
            </a:r>
          </a:p>
          <a:p>
            <a:pPr lvl="1"/>
            <a:r>
              <a:rPr lang="en-US" altLang="en-US" sz="3200" b="1">
                <a:solidFill>
                  <a:srgbClr val="92D050"/>
                </a:solidFill>
              </a:rPr>
              <a:t>Load</a:t>
            </a:r>
            <a:r>
              <a:rPr lang="en-US" altLang="en-US"/>
              <a:t> (Read/Fetch)</a:t>
            </a:r>
          </a:p>
          <a:p>
            <a:pPr lvl="1"/>
            <a:r>
              <a:rPr lang="en-US" altLang="en-US" sz="3200" b="1">
                <a:solidFill>
                  <a:srgbClr val="FF0000"/>
                </a:solidFill>
              </a:rPr>
              <a:t>Store</a:t>
            </a:r>
            <a:r>
              <a:rPr lang="en-US" altLang="en-US"/>
              <a:t> (Write)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2258C2D-3406-47B0-040E-E9FA39FCCA7A}"/>
              </a:ext>
            </a:extLst>
          </p:cNvPr>
          <p:cNvSpPr>
            <a:spLocks noGrp="1" noChangeArrowheads="1"/>
          </p:cNvSpPr>
          <p:nvPr>
            <p:ph type="title"/>
          </p:nvPr>
        </p:nvSpPr>
        <p:spPr/>
        <p:txBody>
          <a:bodyPr/>
          <a:lstStyle/>
          <a:p>
            <a:r>
              <a:rPr lang="en-US" altLang="en-US"/>
              <a:t>Memory Operations</a:t>
            </a:r>
          </a:p>
        </p:txBody>
      </p:sp>
      <p:sp>
        <p:nvSpPr>
          <p:cNvPr id="63491" name="Rectangle 3">
            <a:extLst>
              <a:ext uri="{FF2B5EF4-FFF2-40B4-BE49-F238E27FC236}">
                <a16:creationId xmlns:a16="http://schemas.microsoft.com/office/drawing/2014/main" id="{F6713D32-9681-B395-E39D-5D0612943030}"/>
              </a:ext>
            </a:extLst>
          </p:cNvPr>
          <p:cNvSpPr>
            <a:spLocks noGrp="1" noChangeArrowheads="1"/>
          </p:cNvSpPr>
          <p:nvPr>
            <p:ph type="body" idx="1"/>
          </p:nvPr>
        </p:nvSpPr>
        <p:spPr/>
        <p:txBody>
          <a:bodyPr/>
          <a:lstStyle/>
          <a:p>
            <a:pPr>
              <a:lnSpc>
                <a:spcPct val="90000"/>
              </a:lnSpc>
            </a:pPr>
            <a:r>
              <a:rPr lang="en-US" altLang="en-US" sz="3600" b="1" dirty="0">
                <a:solidFill>
                  <a:srgbClr val="92D050"/>
                </a:solidFill>
              </a:rPr>
              <a:t>Load</a:t>
            </a:r>
            <a:endParaRPr lang="en-US" altLang="en-US" b="1" dirty="0">
              <a:solidFill>
                <a:srgbClr val="92D050"/>
              </a:solidFill>
            </a:endParaRPr>
          </a:p>
          <a:p>
            <a:pPr lvl="1">
              <a:lnSpc>
                <a:spcPct val="90000"/>
              </a:lnSpc>
            </a:pPr>
            <a:r>
              <a:rPr lang="en-US" altLang="en-US" sz="3200" b="1" dirty="0">
                <a:solidFill>
                  <a:srgbClr val="FFC000"/>
                </a:solidFill>
              </a:rPr>
              <a:t>Processor</a:t>
            </a:r>
            <a:r>
              <a:rPr lang="en-US" altLang="en-US" dirty="0"/>
              <a:t> </a:t>
            </a:r>
            <a:r>
              <a:rPr lang="en-US" altLang="en-US" sz="3200" b="1" dirty="0">
                <a:solidFill>
                  <a:srgbClr val="FFC000"/>
                </a:solidFill>
              </a:rPr>
              <a:t>sends address </a:t>
            </a:r>
            <a:r>
              <a:rPr lang="en-US" altLang="en-US" dirty="0"/>
              <a:t>of memory location and </a:t>
            </a:r>
            <a:r>
              <a:rPr lang="en-US" altLang="en-US" sz="3200" b="1" dirty="0">
                <a:solidFill>
                  <a:schemeClr val="tx2"/>
                </a:solidFill>
              </a:rPr>
              <a:t>requests content be read</a:t>
            </a:r>
            <a:endParaRPr lang="en-US" altLang="en-US" b="1" dirty="0">
              <a:solidFill>
                <a:schemeClr val="tx2"/>
              </a:solidFill>
            </a:endParaRPr>
          </a:p>
          <a:p>
            <a:pPr lvl="1">
              <a:lnSpc>
                <a:spcPct val="90000"/>
              </a:lnSpc>
            </a:pPr>
            <a:r>
              <a:rPr lang="en-US" altLang="en-US" sz="3200" b="1" dirty="0">
                <a:solidFill>
                  <a:schemeClr val="tx2"/>
                </a:solidFill>
              </a:rPr>
              <a:t>Memory reads data </a:t>
            </a:r>
            <a:r>
              <a:rPr lang="en-US" altLang="en-US" dirty="0"/>
              <a:t>at that address and </a:t>
            </a:r>
            <a:r>
              <a:rPr lang="en-US" altLang="en-US" sz="3200" b="1" dirty="0">
                <a:solidFill>
                  <a:srgbClr val="FFC000"/>
                </a:solidFill>
              </a:rPr>
              <a:t>sends to processor</a:t>
            </a:r>
            <a:endParaRPr lang="en-US" altLang="en-US" b="1" dirty="0">
              <a:solidFill>
                <a:srgbClr val="FFC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E3152C4C-9218-3B29-1622-EC9760D9B89B}"/>
              </a:ext>
            </a:extLst>
          </p:cNvPr>
          <p:cNvSpPr>
            <a:spLocks noGrp="1" noChangeArrowheads="1"/>
          </p:cNvSpPr>
          <p:nvPr>
            <p:ph type="title"/>
          </p:nvPr>
        </p:nvSpPr>
        <p:spPr/>
        <p:txBody>
          <a:bodyPr/>
          <a:lstStyle/>
          <a:p>
            <a:r>
              <a:rPr lang="en-US" altLang="en-US"/>
              <a:t>Memory Operations</a:t>
            </a:r>
          </a:p>
        </p:txBody>
      </p:sp>
      <p:sp>
        <p:nvSpPr>
          <p:cNvPr id="64515" name="Rectangle 3">
            <a:extLst>
              <a:ext uri="{FF2B5EF4-FFF2-40B4-BE49-F238E27FC236}">
                <a16:creationId xmlns:a16="http://schemas.microsoft.com/office/drawing/2014/main" id="{0F2EECDE-38E2-5FE9-3CCA-8639E2A82A07}"/>
              </a:ext>
            </a:extLst>
          </p:cNvPr>
          <p:cNvSpPr>
            <a:spLocks noGrp="1" noChangeArrowheads="1"/>
          </p:cNvSpPr>
          <p:nvPr>
            <p:ph type="body" idx="1"/>
          </p:nvPr>
        </p:nvSpPr>
        <p:spPr/>
        <p:txBody>
          <a:bodyPr/>
          <a:lstStyle/>
          <a:p>
            <a:pPr>
              <a:lnSpc>
                <a:spcPct val="90000"/>
              </a:lnSpc>
            </a:pPr>
            <a:r>
              <a:rPr lang="en-US" altLang="en-US" sz="3600" b="1">
                <a:solidFill>
                  <a:srgbClr val="FF0000"/>
                </a:solidFill>
              </a:rPr>
              <a:t>Store</a:t>
            </a:r>
            <a:endParaRPr lang="en-US" altLang="en-US" b="1">
              <a:solidFill>
                <a:srgbClr val="FF0000"/>
              </a:solidFill>
            </a:endParaRPr>
          </a:p>
          <a:p>
            <a:pPr lvl="1">
              <a:lnSpc>
                <a:spcPct val="90000"/>
              </a:lnSpc>
            </a:pPr>
            <a:r>
              <a:rPr lang="en-US" altLang="en-US" sz="3200" b="1">
                <a:solidFill>
                  <a:srgbClr val="FFC000"/>
                </a:solidFill>
              </a:rPr>
              <a:t>Processor sends address </a:t>
            </a:r>
            <a:r>
              <a:rPr lang="en-US" altLang="en-US"/>
              <a:t>of memory location </a:t>
            </a:r>
            <a:r>
              <a:rPr lang="en-US" altLang="en-US" sz="3200" b="1">
                <a:solidFill>
                  <a:srgbClr val="00B0F0"/>
                </a:solidFill>
              </a:rPr>
              <a:t>with data </a:t>
            </a:r>
            <a:r>
              <a:rPr lang="en-US" altLang="en-US"/>
              <a:t>to be written</a:t>
            </a:r>
          </a:p>
          <a:p>
            <a:pPr lvl="1">
              <a:lnSpc>
                <a:spcPct val="90000"/>
              </a:lnSpc>
            </a:pPr>
            <a:r>
              <a:rPr lang="en-US" altLang="en-US"/>
              <a:t>Original content of memory at that location is destroyed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49A85DA0-33DD-73B5-507E-F10C461FAD87}"/>
              </a:ext>
            </a:extLst>
          </p:cNvPr>
          <p:cNvSpPr>
            <a:spLocks noGrp="1" noChangeArrowheads="1"/>
          </p:cNvSpPr>
          <p:nvPr>
            <p:ph type="title"/>
          </p:nvPr>
        </p:nvSpPr>
        <p:spPr/>
        <p:txBody>
          <a:bodyPr/>
          <a:lstStyle/>
          <a:p>
            <a:r>
              <a:rPr lang="en-US" altLang="en-US"/>
              <a:t>Memory Operations (Load)</a:t>
            </a:r>
          </a:p>
        </p:txBody>
      </p:sp>
      <p:sp>
        <p:nvSpPr>
          <p:cNvPr id="50179" name="Rectangle 4">
            <a:extLst>
              <a:ext uri="{FF2B5EF4-FFF2-40B4-BE49-F238E27FC236}">
                <a16:creationId xmlns:a16="http://schemas.microsoft.com/office/drawing/2014/main" id="{40DF4B06-7814-23EC-A24E-DD2E361233B8}"/>
              </a:ext>
            </a:extLst>
          </p:cNvPr>
          <p:cNvSpPr>
            <a:spLocks noChangeArrowheads="1"/>
          </p:cNvSpPr>
          <p:nvPr/>
        </p:nvSpPr>
        <p:spPr bwMode="auto">
          <a:xfrm>
            <a:off x="1066800" y="2565400"/>
            <a:ext cx="2641600" cy="2806700"/>
          </a:xfrm>
          <a:prstGeom prst="rect">
            <a:avLst/>
          </a:prstGeom>
          <a:solidFill>
            <a:schemeClr val="bg1">
              <a:lumMod val="95000"/>
            </a:schemeClr>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lnSpc>
                <a:spcPct val="20000"/>
              </a:lnSpc>
              <a:spcBef>
                <a:spcPct val="50000"/>
              </a:spcBef>
              <a:buClrTx/>
              <a:buFontTx/>
              <a:buNone/>
              <a:defRPr/>
            </a:pPr>
            <a:r>
              <a:rPr kumimoji="0" lang="en-US" altLang="en-US" sz="2400">
                <a:latin typeface="Arial" panose="020B0604020202020204" pitchFamily="34" charset="0"/>
              </a:rPr>
              <a:t>Processor</a:t>
            </a:r>
          </a:p>
        </p:txBody>
      </p:sp>
      <p:sp>
        <p:nvSpPr>
          <p:cNvPr id="65540" name="Line 26">
            <a:extLst>
              <a:ext uri="{FF2B5EF4-FFF2-40B4-BE49-F238E27FC236}">
                <a16:creationId xmlns:a16="http://schemas.microsoft.com/office/drawing/2014/main" id="{63D9F867-2B7A-E926-00D3-2ED48177D5DF}"/>
              </a:ext>
            </a:extLst>
          </p:cNvPr>
          <p:cNvSpPr>
            <a:spLocks noChangeShapeType="1"/>
          </p:cNvSpPr>
          <p:nvPr/>
        </p:nvSpPr>
        <p:spPr bwMode="auto">
          <a:xfrm flipH="1">
            <a:off x="838200" y="259715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41" name="Line 27">
            <a:extLst>
              <a:ext uri="{FF2B5EF4-FFF2-40B4-BE49-F238E27FC236}">
                <a16:creationId xmlns:a16="http://schemas.microsoft.com/office/drawing/2014/main" id="{3997C7FA-E632-21C4-F9D5-BE2EFC70E2A5}"/>
              </a:ext>
            </a:extLst>
          </p:cNvPr>
          <p:cNvSpPr>
            <a:spLocks noChangeShapeType="1"/>
          </p:cNvSpPr>
          <p:nvPr/>
        </p:nvSpPr>
        <p:spPr bwMode="auto">
          <a:xfrm flipH="1">
            <a:off x="838200" y="3152775"/>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42" name="Line 28">
            <a:extLst>
              <a:ext uri="{FF2B5EF4-FFF2-40B4-BE49-F238E27FC236}">
                <a16:creationId xmlns:a16="http://schemas.microsoft.com/office/drawing/2014/main" id="{2CB1BB0E-0C10-12EF-9E8F-DF0E46E4F380}"/>
              </a:ext>
            </a:extLst>
          </p:cNvPr>
          <p:cNvSpPr>
            <a:spLocks noChangeShapeType="1"/>
          </p:cNvSpPr>
          <p:nvPr/>
        </p:nvSpPr>
        <p:spPr bwMode="auto">
          <a:xfrm flipH="1">
            <a:off x="838200" y="3706813"/>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43" name="Line 29">
            <a:extLst>
              <a:ext uri="{FF2B5EF4-FFF2-40B4-BE49-F238E27FC236}">
                <a16:creationId xmlns:a16="http://schemas.microsoft.com/office/drawing/2014/main" id="{D7C2F68D-667F-2580-69B1-39B053D6B3B4}"/>
              </a:ext>
            </a:extLst>
          </p:cNvPr>
          <p:cNvSpPr>
            <a:spLocks noChangeShapeType="1"/>
          </p:cNvSpPr>
          <p:nvPr/>
        </p:nvSpPr>
        <p:spPr bwMode="auto">
          <a:xfrm flipH="1">
            <a:off x="838200" y="4262438"/>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44" name="Line 30">
            <a:extLst>
              <a:ext uri="{FF2B5EF4-FFF2-40B4-BE49-F238E27FC236}">
                <a16:creationId xmlns:a16="http://schemas.microsoft.com/office/drawing/2014/main" id="{D51B434C-0E6E-ED7F-5BF4-1839941BE9AF}"/>
              </a:ext>
            </a:extLst>
          </p:cNvPr>
          <p:cNvSpPr>
            <a:spLocks noChangeShapeType="1"/>
          </p:cNvSpPr>
          <p:nvPr/>
        </p:nvSpPr>
        <p:spPr bwMode="auto">
          <a:xfrm flipH="1">
            <a:off x="838200" y="4818063"/>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45" name="Line 31">
            <a:extLst>
              <a:ext uri="{FF2B5EF4-FFF2-40B4-BE49-F238E27FC236}">
                <a16:creationId xmlns:a16="http://schemas.microsoft.com/office/drawing/2014/main" id="{126E0065-255C-DE1C-38ED-F511E91CEDB3}"/>
              </a:ext>
            </a:extLst>
          </p:cNvPr>
          <p:cNvSpPr>
            <a:spLocks noChangeShapeType="1"/>
          </p:cNvSpPr>
          <p:nvPr/>
        </p:nvSpPr>
        <p:spPr bwMode="auto">
          <a:xfrm flipH="1">
            <a:off x="83820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46" name="Line 32">
            <a:extLst>
              <a:ext uri="{FF2B5EF4-FFF2-40B4-BE49-F238E27FC236}">
                <a16:creationId xmlns:a16="http://schemas.microsoft.com/office/drawing/2014/main" id="{DE3FA117-75C1-D861-14C0-009F703B4A1A}"/>
              </a:ext>
            </a:extLst>
          </p:cNvPr>
          <p:cNvSpPr>
            <a:spLocks noChangeShapeType="1"/>
          </p:cNvSpPr>
          <p:nvPr/>
        </p:nvSpPr>
        <p:spPr bwMode="auto">
          <a:xfrm flipH="1">
            <a:off x="121285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47" name="Line 33">
            <a:extLst>
              <a:ext uri="{FF2B5EF4-FFF2-40B4-BE49-F238E27FC236}">
                <a16:creationId xmlns:a16="http://schemas.microsoft.com/office/drawing/2014/main" id="{0AF088B4-19E2-9140-7D0B-C8C169C50E99}"/>
              </a:ext>
            </a:extLst>
          </p:cNvPr>
          <p:cNvSpPr>
            <a:spLocks noChangeShapeType="1"/>
          </p:cNvSpPr>
          <p:nvPr/>
        </p:nvSpPr>
        <p:spPr bwMode="auto">
          <a:xfrm flipH="1">
            <a:off x="158750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48" name="Line 34">
            <a:extLst>
              <a:ext uri="{FF2B5EF4-FFF2-40B4-BE49-F238E27FC236}">
                <a16:creationId xmlns:a16="http://schemas.microsoft.com/office/drawing/2014/main" id="{25D5C509-9D6F-BDF6-51F8-98CCF453B7FA}"/>
              </a:ext>
            </a:extLst>
          </p:cNvPr>
          <p:cNvSpPr>
            <a:spLocks noChangeShapeType="1"/>
          </p:cNvSpPr>
          <p:nvPr/>
        </p:nvSpPr>
        <p:spPr bwMode="auto">
          <a:xfrm flipH="1">
            <a:off x="196215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49" name="Line 35">
            <a:extLst>
              <a:ext uri="{FF2B5EF4-FFF2-40B4-BE49-F238E27FC236}">
                <a16:creationId xmlns:a16="http://schemas.microsoft.com/office/drawing/2014/main" id="{DF0DF209-DE27-0BD2-346D-E33AE439357A}"/>
              </a:ext>
            </a:extLst>
          </p:cNvPr>
          <p:cNvSpPr>
            <a:spLocks noChangeShapeType="1"/>
          </p:cNvSpPr>
          <p:nvPr/>
        </p:nvSpPr>
        <p:spPr bwMode="auto">
          <a:xfrm flipH="1">
            <a:off x="233680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50" name="Line 36">
            <a:extLst>
              <a:ext uri="{FF2B5EF4-FFF2-40B4-BE49-F238E27FC236}">
                <a16:creationId xmlns:a16="http://schemas.microsoft.com/office/drawing/2014/main" id="{79A8493E-F091-1BAE-1F85-6FEC6080C9A5}"/>
              </a:ext>
            </a:extLst>
          </p:cNvPr>
          <p:cNvSpPr>
            <a:spLocks noChangeShapeType="1"/>
          </p:cNvSpPr>
          <p:nvPr/>
        </p:nvSpPr>
        <p:spPr bwMode="auto">
          <a:xfrm flipH="1">
            <a:off x="271145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51" name="Line 37">
            <a:extLst>
              <a:ext uri="{FF2B5EF4-FFF2-40B4-BE49-F238E27FC236}">
                <a16:creationId xmlns:a16="http://schemas.microsoft.com/office/drawing/2014/main" id="{05425E43-74F2-0C6B-5FF3-CCCD091EEA56}"/>
              </a:ext>
            </a:extLst>
          </p:cNvPr>
          <p:cNvSpPr>
            <a:spLocks noChangeShapeType="1"/>
          </p:cNvSpPr>
          <p:nvPr/>
        </p:nvSpPr>
        <p:spPr bwMode="auto">
          <a:xfrm flipH="1">
            <a:off x="308610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52" name="Line 38">
            <a:extLst>
              <a:ext uri="{FF2B5EF4-FFF2-40B4-BE49-F238E27FC236}">
                <a16:creationId xmlns:a16="http://schemas.microsoft.com/office/drawing/2014/main" id="{C2D23B52-29F6-447D-F006-9CEE1AAF5C7D}"/>
              </a:ext>
            </a:extLst>
          </p:cNvPr>
          <p:cNvSpPr>
            <a:spLocks noChangeShapeType="1"/>
          </p:cNvSpPr>
          <p:nvPr/>
        </p:nvSpPr>
        <p:spPr bwMode="auto">
          <a:xfrm flipH="1">
            <a:off x="346075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50193" name="Rectangle 44">
            <a:extLst>
              <a:ext uri="{FF2B5EF4-FFF2-40B4-BE49-F238E27FC236}">
                <a16:creationId xmlns:a16="http://schemas.microsoft.com/office/drawing/2014/main" id="{2A04DF8A-0017-9468-6D07-40741282B6F4}"/>
              </a:ext>
            </a:extLst>
          </p:cNvPr>
          <p:cNvSpPr>
            <a:spLocks noChangeArrowheads="1"/>
          </p:cNvSpPr>
          <p:nvPr/>
        </p:nvSpPr>
        <p:spPr bwMode="auto">
          <a:xfrm>
            <a:off x="6443663" y="1916113"/>
            <a:ext cx="1368425" cy="4176712"/>
          </a:xfrm>
          <a:prstGeom prst="rect">
            <a:avLst/>
          </a:prstGeom>
          <a:solidFill>
            <a:schemeClr val="bg1">
              <a:lumMod val="95000"/>
            </a:schemeClr>
          </a:solidFill>
          <a:ln w="28575">
            <a:solidFill>
              <a:schemeClr val="bg1">
                <a:lumMod val="95000"/>
              </a:schemeClr>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lnSpc>
                <a:spcPct val="20000"/>
              </a:lnSpc>
              <a:spcBef>
                <a:spcPct val="50000"/>
              </a:spcBef>
              <a:buClrTx/>
              <a:buFontTx/>
              <a:buNone/>
              <a:defRPr/>
            </a:pPr>
            <a:r>
              <a:rPr kumimoji="0" lang="en-US" altLang="en-US" sz="2400">
                <a:latin typeface="Arial" panose="020B0604020202020204" pitchFamily="34" charset="0"/>
              </a:rPr>
              <a:t>Memory</a:t>
            </a:r>
          </a:p>
        </p:txBody>
      </p:sp>
      <p:sp>
        <p:nvSpPr>
          <p:cNvPr id="65554" name="Line 45">
            <a:extLst>
              <a:ext uri="{FF2B5EF4-FFF2-40B4-BE49-F238E27FC236}">
                <a16:creationId xmlns:a16="http://schemas.microsoft.com/office/drawing/2014/main" id="{2D135D2D-0677-5C2A-0842-40E9ADD9DFFE}"/>
              </a:ext>
            </a:extLst>
          </p:cNvPr>
          <p:cNvSpPr>
            <a:spLocks noChangeShapeType="1"/>
          </p:cNvSpPr>
          <p:nvPr/>
        </p:nvSpPr>
        <p:spPr bwMode="auto">
          <a:xfrm rot="16200000" flipH="1">
            <a:off x="7841457" y="45092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55" name="Line 46">
            <a:extLst>
              <a:ext uri="{FF2B5EF4-FFF2-40B4-BE49-F238E27FC236}">
                <a16:creationId xmlns:a16="http://schemas.microsoft.com/office/drawing/2014/main" id="{FA5A1570-AE87-1EB0-A904-C37F94CE986D}"/>
              </a:ext>
            </a:extLst>
          </p:cNvPr>
          <p:cNvSpPr>
            <a:spLocks noChangeShapeType="1"/>
          </p:cNvSpPr>
          <p:nvPr/>
        </p:nvSpPr>
        <p:spPr bwMode="auto">
          <a:xfrm rot="16200000" flipH="1">
            <a:off x="7841457" y="41346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56" name="Line 47">
            <a:extLst>
              <a:ext uri="{FF2B5EF4-FFF2-40B4-BE49-F238E27FC236}">
                <a16:creationId xmlns:a16="http://schemas.microsoft.com/office/drawing/2014/main" id="{CBBC7D2C-1373-D79A-EF65-B4FFF7208F6A}"/>
              </a:ext>
            </a:extLst>
          </p:cNvPr>
          <p:cNvSpPr>
            <a:spLocks noChangeShapeType="1"/>
          </p:cNvSpPr>
          <p:nvPr/>
        </p:nvSpPr>
        <p:spPr bwMode="auto">
          <a:xfrm rot="16200000" flipH="1">
            <a:off x="7841457" y="37599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57" name="Line 48">
            <a:extLst>
              <a:ext uri="{FF2B5EF4-FFF2-40B4-BE49-F238E27FC236}">
                <a16:creationId xmlns:a16="http://schemas.microsoft.com/office/drawing/2014/main" id="{5FF7BAEC-2591-3413-5586-C47C0899E663}"/>
              </a:ext>
            </a:extLst>
          </p:cNvPr>
          <p:cNvSpPr>
            <a:spLocks noChangeShapeType="1"/>
          </p:cNvSpPr>
          <p:nvPr/>
        </p:nvSpPr>
        <p:spPr bwMode="auto">
          <a:xfrm rot="16200000" flipH="1">
            <a:off x="7841457" y="33853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58" name="Line 49">
            <a:extLst>
              <a:ext uri="{FF2B5EF4-FFF2-40B4-BE49-F238E27FC236}">
                <a16:creationId xmlns:a16="http://schemas.microsoft.com/office/drawing/2014/main" id="{A6584D13-BAB1-342B-8D10-7C079F9A8867}"/>
              </a:ext>
            </a:extLst>
          </p:cNvPr>
          <p:cNvSpPr>
            <a:spLocks noChangeShapeType="1"/>
          </p:cNvSpPr>
          <p:nvPr/>
        </p:nvSpPr>
        <p:spPr bwMode="auto">
          <a:xfrm rot="16200000" flipH="1">
            <a:off x="7841457" y="30106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59" name="Line 50">
            <a:extLst>
              <a:ext uri="{FF2B5EF4-FFF2-40B4-BE49-F238E27FC236}">
                <a16:creationId xmlns:a16="http://schemas.microsoft.com/office/drawing/2014/main" id="{9768A92D-3B51-6C0D-22EF-95CA49872AB1}"/>
              </a:ext>
            </a:extLst>
          </p:cNvPr>
          <p:cNvSpPr>
            <a:spLocks noChangeShapeType="1"/>
          </p:cNvSpPr>
          <p:nvPr/>
        </p:nvSpPr>
        <p:spPr bwMode="auto">
          <a:xfrm rot="16200000" flipH="1">
            <a:off x="7841457" y="26360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0" name="Line 51">
            <a:extLst>
              <a:ext uri="{FF2B5EF4-FFF2-40B4-BE49-F238E27FC236}">
                <a16:creationId xmlns:a16="http://schemas.microsoft.com/office/drawing/2014/main" id="{42981F73-50E0-4BDA-580E-E059E66ED704}"/>
              </a:ext>
            </a:extLst>
          </p:cNvPr>
          <p:cNvSpPr>
            <a:spLocks noChangeShapeType="1"/>
          </p:cNvSpPr>
          <p:nvPr/>
        </p:nvSpPr>
        <p:spPr bwMode="auto">
          <a:xfrm rot="16200000" flipH="1">
            <a:off x="7841457" y="22613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1" name="Line 52">
            <a:extLst>
              <a:ext uri="{FF2B5EF4-FFF2-40B4-BE49-F238E27FC236}">
                <a16:creationId xmlns:a16="http://schemas.microsoft.com/office/drawing/2014/main" id="{4518F568-488D-54D2-F7A0-C1024328AA43}"/>
              </a:ext>
            </a:extLst>
          </p:cNvPr>
          <p:cNvSpPr>
            <a:spLocks noChangeShapeType="1"/>
          </p:cNvSpPr>
          <p:nvPr/>
        </p:nvSpPr>
        <p:spPr bwMode="auto">
          <a:xfrm rot="16200000" flipH="1">
            <a:off x="7841457" y="18867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2" name="Line 54">
            <a:extLst>
              <a:ext uri="{FF2B5EF4-FFF2-40B4-BE49-F238E27FC236}">
                <a16:creationId xmlns:a16="http://schemas.microsoft.com/office/drawing/2014/main" id="{7C03F079-4211-D229-447D-6150234EE7CD}"/>
              </a:ext>
            </a:extLst>
          </p:cNvPr>
          <p:cNvSpPr>
            <a:spLocks noChangeShapeType="1"/>
          </p:cNvSpPr>
          <p:nvPr/>
        </p:nvSpPr>
        <p:spPr bwMode="auto">
          <a:xfrm rot="16200000" flipH="1">
            <a:off x="7841457" y="52585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3" name="Line 55">
            <a:extLst>
              <a:ext uri="{FF2B5EF4-FFF2-40B4-BE49-F238E27FC236}">
                <a16:creationId xmlns:a16="http://schemas.microsoft.com/office/drawing/2014/main" id="{7B432752-534F-3275-8AE2-E359F169F609}"/>
              </a:ext>
            </a:extLst>
          </p:cNvPr>
          <p:cNvSpPr>
            <a:spLocks noChangeShapeType="1"/>
          </p:cNvSpPr>
          <p:nvPr/>
        </p:nvSpPr>
        <p:spPr bwMode="auto">
          <a:xfrm rot="16200000" flipH="1">
            <a:off x="7841457" y="48839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4" name="Line 56">
            <a:extLst>
              <a:ext uri="{FF2B5EF4-FFF2-40B4-BE49-F238E27FC236}">
                <a16:creationId xmlns:a16="http://schemas.microsoft.com/office/drawing/2014/main" id="{44ADE67A-B58B-B84D-E769-7E8207D0CFF6}"/>
              </a:ext>
            </a:extLst>
          </p:cNvPr>
          <p:cNvSpPr>
            <a:spLocks noChangeShapeType="1"/>
          </p:cNvSpPr>
          <p:nvPr/>
        </p:nvSpPr>
        <p:spPr bwMode="auto">
          <a:xfrm rot="16200000" flipH="1">
            <a:off x="7841457" y="6050756"/>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5" name="Line 57">
            <a:extLst>
              <a:ext uri="{FF2B5EF4-FFF2-40B4-BE49-F238E27FC236}">
                <a16:creationId xmlns:a16="http://schemas.microsoft.com/office/drawing/2014/main" id="{8AC07583-F07F-877E-24ED-A035E5259B58}"/>
              </a:ext>
            </a:extLst>
          </p:cNvPr>
          <p:cNvSpPr>
            <a:spLocks noChangeShapeType="1"/>
          </p:cNvSpPr>
          <p:nvPr/>
        </p:nvSpPr>
        <p:spPr bwMode="auto">
          <a:xfrm rot="16200000" flipH="1">
            <a:off x="7841457" y="5676106"/>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6" name="Line 58">
            <a:extLst>
              <a:ext uri="{FF2B5EF4-FFF2-40B4-BE49-F238E27FC236}">
                <a16:creationId xmlns:a16="http://schemas.microsoft.com/office/drawing/2014/main" id="{8FD830BA-F4D8-BE80-A6EF-7A35CBBF3E2C}"/>
              </a:ext>
            </a:extLst>
          </p:cNvPr>
          <p:cNvSpPr>
            <a:spLocks noChangeShapeType="1"/>
          </p:cNvSpPr>
          <p:nvPr/>
        </p:nvSpPr>
        <p:spPr bwMode="auto">
          <a:xfrm rot="16200000" flipH="1">
            <a:off x="7554119" y="6063456"/>
            <a:ext cx="228600" cy="2873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7" name="Line 59">
            <a:extLst>
              <a:ext uri="{FF2B5EF4-FFF2-40B4-BE49-F238E27FC236}">
                <a16:creationId xmlns:a16="http://schemas.microsoft.com/office/drawing/2014/main" id="{9A8532C7-8D81-8B48-162E-EABB6448B318}"/>
              </a:ext>
            </a:extLst>
          </p:cNvPr>
          <p:cNvSpPr>
            <a:spLocks noChangeShapeType="1"/>
          </p:cNvSpPr>
          <p:nvPr/>
        </p:nvSpPr>
        <p:spPr bwMode="auto">
          <a:xfrm rot="16200000" flipH="1">
            <a:off x="6474619" y="6063456"/>
            <a:ext cx="228600" cy="2873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8" name="Line 60">
            <a:extLst>
              <a:ext uri="{FF2B5EF4-FFF2-40B4-BE49-F238E27FC236}">
                <a16:creationId xmlns:a16="http://schemas.microsoft.com/office/drawing/2014/main" id="{E6379C6A-94F0-BE5C-81E8-DFA04532107D}"/>
              </a:ext>
            </a:extLst>
          </p:cNvPr>
          <p:cNvSpPr>
            <a:spLocks noChangeShapeType="1"/>
          </p:cNvSpPr>
          <p:nvPr/>
        </p:nvSpPr>
        <p:spPr bwMode="auto">
          <a:xfrm rot="16200000" flipH="1">
            <a:off x="6833394" y="6063456"/>
            <a:ext cx="228600" cy="2873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5569" name="Line 61">
            <a:extLst>
              <a:ext uri="{FF2B5EF4-FFF2-40B4-BE49-F238E27FC236}">
                <a16:creationId xmlns:a16="http://schemas.microsoft.com/office/drawing/2014/main" id="{008D323B-2D7C-71CE-0C8D-1B60F4BD4C36}"/>
              </a:ext>
            </a:extLst>
          </p:cNvPr>
          <p:cNvSpPr>
            <a:spLocks noChangeShapeType="1"/>
          </p:cNvSpPr>
          <p:nvPr/>
        </p:nvSpPr>
        <p:spPr bwMode="auto">
          <a:xfrm rot="16200000" flipH="1">
            <a:off x="7193757" y="6063456"/>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grpSp>
        <p:nvGrpSpPr>
          <p:cNvPr id="2" name="Group 65">
            <a:extLst>
              <a:ext uri="{FF2B5EF4-FFF2-40B4-BE49-F238E27FC236}">
                <a16:creationId xmlns:a16="http://schemas.microsoft.com/office/drawing/2014/main" id="{84E0BE6C-138F-6901-8395-3634CED7822F}"/>
              </a:ext>
            </a:extLst>
          </p:cNvPr>
          <p:cNvGrpSpPr>
            <a:grpSpLocks/>
          </p:cNvGrpSpPr>
          <p:nvPr/>
        </p:nvGrpSpPr>
        <p:grpSpPr bwMode="auto">
          <a:xfrm>
            <a:off x="3708400" y="2924175"/>
            <a:ext cx="2735263" cy="773113"/>
            <a:chOff x="2336" y="1673"/>
            <a:chExt cx="1723" cy="487"/>
          </a:xfrm>
        </p:grpSpPr>
        <p:sp>
          <p:nvSpPr>
            <p:cNvPr id="65574" name="Line 21">
              <a:extLst>
                <a:ext uri="{FF2B5EF4-FFF2-40B4-BE49-F238E27FC236}">
                  <a16:creationId xmlns:a16="http://schemas.microsoft.com/office/drawing/2014/main" id="{634E9E06-7ADE-B8E1-0C73-66BB4F973A2A}"/>
                </a:ext>
              </a:extLst>
            </p:cNvPr>
            <p:cNvSpPr>
              <a:spLocks noChangeShapeType="1"/>
            </p:cNvSpPr>
            <p:nvPr/>
          </p:nvSpPr>
          <p:spPr bwMode="auto">
            <a:xfrm>
              <a:off x="2336" y="2160"/>
              <a:ext cx="1723" cy="0"/>
            </a:xfrm>
            <a:prstGeom prst="line">
              <a:avLst/>
            </a:prstGeom>
            <a:noFill/>
            <a:ln w="127000">
              <a:solidFill>
                <a:schemeClr val="tx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65575" name="Text Box 62">
              <a:extLst>
                <a:ext uri="{FF2B5EF4-FFF2-40B4-BE49-F238E27FC236}">
                  <a16:creationId xmlns:a16="http://schemas.microsoft.com/office/drawing/2014/main" id="{65FE3AAB-5E34-8D8A-218C-3495D03C6F63}"/>
                </a:ext>
              </a:extLst>
            </p:cNvPr>
            <p:cNvSpPr txBox="1">
              <a:spLocks noChangeArrowheads="1"/>
            </p:cNvSpPr>
            <p:nvPr/>
          </p:nvSpPr>
          <p:spPr bwMode="auto">
            <a:xfrm>
              <a:off x="2517" y="1673"/>
              <a:ext cx="113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US" altLang="en-US" sz="2000" b="1">
                  <a:solidFill>
                    <a:schemeClr val="tx2"/>
                  </a:solidFill>
                </a:rPr>
                <a:t>Read request</a:t>
              </a:r>
            </a:p>
            <a:p>
              <a:pPr eaLnBrk="1" hangingPunct="1">
                <a:spcBef>
                  <a:spcPct val="0"/>
                </a:spcBef>
                <a:buClrTx/>
                <a:buFontTx/>
                <a:buNone/>
              </a:pPr>
              <a:r>
                <a:rPr kumimoji="0" lang="en-US" altLang="en-US" sz="2000" b="1">
                  <a:solidFill>
                    <a:schemeClr val="tx2"/>
                  </a:solidFill>
                </a:rPr>
                <a:t>+ address</a:t>
              </a:r>
            </a:p>
          </p:txBody>
        </p:sp>
      </p:grpSp>
      <p:grpSp>
        <p:nvGrpSpPr>
          <p:cNvPr id="3" name="Group 66">
            <a:extLst>
              <a:ext uri="{FF2B5EF4-FFF2-40B4-BE49-F238E27FC236}">
                <a16:creationId xmlns:a16="http://schemas.microsoft.com/office/drawing/2014/main" id="{0FA27B83-93ED-CBA3-C61B-A7F2C704DB79}"/>
              </a:ext>
            </a:extLst>
          </p:cNvPr>
          <p:cNvGrpSpPr>
            <a:grpSpLocks/>
          </p:cNvGrpSpPr>
          <p:nvPr/>
        </p:nvGrpSpPr>
        <p:grpSpPr bwMode="auto">
          <a:xfrm>
            <a:off x="3708400" y="4129088"/>
            <a:ext cx="2735263" cy="469900"/>
            <a:chOff x="2336" y="2432"/>
            <a:chExt cx="1723" cy="296"/>
          </a:xfrm>
        </p:grpSpPr>
        <p:sp>
          <p:nvSpPr>
            <p:cNvPr id="65572" name="Line 63">
              <a:extLst>
                <a:ext uri="{FF2B5EF4-FFF2-40B4-BE49-F238E27FC236}">
                  <a16:creationId xmlns:a16="http://schemas.microsoft.com/office/drawing/2014/main" id="{11261E94-BD8F-DCDA-7C66-00AA467243EC}"/>
                </a:ext>
              </a:extLst>
            </p:cNvPr>
            <p:cNvSpPr>
              <a:spLocks noChangeShapeType="1"/>
            </p:cNvSpPr>
            <p:nvPr/>
          </p:nvSpPr>
          <p:spPr bwMode="auto">
            <a:xfrm>
              <a:off x="2336" y="2432"/>
              <a:ext cx="1723" cy="0"/>
            </a:xfrm>
            <a:prstGeom prst="line">
              <a:avLst/>
            </a:prstGeom>
            <a:noFill/>
            <a:ln w="127000">
              <a:solidFill>
                <a:srgbClr val="66FF66"/>
              </a:solidFill>
              <a:round/>
              <a:headEnd type="triangle" w="med" len="me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65573" name="Text Box 64">
              <a:extLst>
                <a:ext uri="{FF2B5EF4-FFF2-40B4-BE49-F238E27FC236}">
                  <a16:creationId xmlns:a16="http://schemas.microsoft.com/office/drawing/2014/main" id="{B131D50D-3004-3E7E-AD5F-6A497A315E53}"/>
                </a:ext>
              </a:extLst>
            </p:cNvPr>
            <p:cNvSpPr txBox="1">
              <a:spLocks noChangeArrowheads="1"/>
            </p:cNvSpPr>
            <p:nvPr/>
          </p:nvSpPr>
          <p:spPr bwMode="auto">
            <a:xfrm>
              <a:off x="3052" y="2478"/>
              <a:ext cx="4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US" altLang="en-US" sz="2000" b="1">
                  <a:solidFill>
                    <a:srgbClr val="66FF66"/>
                  </a:solidFill>
                </a:rPr>
                <a:t>Data</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579FA11-5472-BA3B-E96F-EC87A7B43D05}"/>
              </a:ext>
            </a:extLst>
          </p:cNvPr>
          <p:cNvSpPr>
            <a:spLocks noGrp="1" noChangeArrowheads="1"/>
          </p:cNvSpPr>
          <p:nvPr>
            <p:ph type="title"/>
          </p:nvPr>
        </p:nvSpPr>
        <p:spPr/>
        <p:txBody>
          <a:bodyPr/>
          <a:lstStyle/>
          <a:p>
            <a:r>
              <a:rPr lang="en-US" altLang="en-US"/>
              <a:t>Memory Operations (Store)</a:t>
            </a:r>
          </a:p>
        </p:txBody>
      </p:sp>
      <p:sp>
        <p:nvSpPr>
          <p:cNvPr id="51203" name="Rectangle 5">
            <a:extLst>
              <a:ext uri="{FF2B5EF4-FFF2-40B4-BE49-F238E27FC236}">
                <a16:creationId xmlns:a16="http://schemas.microsoft.com/office/drawing/2014/main" id="{EE1F9128-B32A-919D-9EA2-392336A0544C}"/>
              </a:ext>
            </a:extLst>
          </p:cNvPr>
          <p:cNvSpPr>
            <a:spLocks noChangeArrowheads="1"/>
          </p:cNvSpPr>
          <p:nvPr/>
        </p:nvSpPr>
        <p:spPr bwMode="auto">
          <a:xfrm>
            <a:off x="1066800" y="2565400"/>
            <a:ext cx="2641600" cy="2806700"/>
          </a:xfrm>
          <a:prstGeom prst="rect">
            <a:avLst/>
          </a:prstGeom>
          <a:solidFill>
            <a:schemeClr val="bg1">
              <a:lumMod val="95000"/>
            </a:schemeClr>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lnSpc>
                <a:spcPct val="20000"/>
              </a:lnSpc>
              <a:spcBef>
                <a:spcPct val="50000"/>
              </a:spcBef>
              <a:buClrTx/>
              <a:buFontTx/>
              <a:buNone/>
              <a:defRPr/>
            </a:pPr>
            <a:r>
              <a:rPr kumimoji="0" lang="en-US" altLang="en-US" sz="2400">
                <a:latin typeface="Arial" panose="020B0604020202020204" pitchFamily="34" charset="0"/>
              </a:rPr>
              <a:t>Processor</a:t>
            </a:r>
          </a:p>
        </p:txBody>
      </p:sp>
      <p:sp>
        <p:nvSpPr>
          <p:cNvPr id="66564" name="Line 6">
            <a:extLst>
              <a:ext uri="{FF2B5EF4-FFF2-40B4-BE49-F238E27FC236}">
                <a16:creationId xmlns:a16="http://schemas.microsoft.com/office/drawing/2014/main" id="{E416749A-F245-6D05-D379-04CBD2398650}"/>
              </a:ext>
            </a:extLst>
          </p:cNvPr>
          <p:cNvSpPr>
            <a:spLocks noChangeShapeType="1"/>
          </p:cNvSpPr>
          <p:nvPr/>
        </p:nvSpPr>
        <p:spPr bwMode="auto">
          <a:xfrm flipH="1">
            <a:off x="838200" y="259715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65" name="Line 7">
            <a:extLst>
              <a:ext uri="{FF2B5EF4-FFF2-40B4-BE49-F238E27FC236}">
                <a16:creationId xmlns:a16="http://schemas.microsoft.com/office/drawing/2014/main" id="{346B9C46-C48F-1581-693E-5CA3262A9C2E}"/>
              </a:ext>
            </a:extLst>
          </p:cNvPr>
          <p:cNvSpPr>
            <a:spLocks noChangeShapeType="1"/>
          </p:cNvSpPr>
          <p:nvPr/>
        </p:nvSpPr>
        <p:spPr bwMode="auto">
          <a:xfrm flipH="1">
            <a:off x="838200" y="3152775"/>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66" name="Line 8">
            <a:extLst>
              <a:ext uri="{FF2B5EF4-FFF2-40B4-BE49-F238E27FC236}">
                <a16:creationId xmlns:a16="http://schemas.microsoft.com/office/drawing/2014/main" id="{CDB52964-6E72-C5D9-7E84-2253A585C1D9}"/>
              </a:ext>
            </a:extLst>
          </p:cNvPr>
          <p:cNvSpPr>
            <a:spLocks noChangeShapeType="1"/>
          </p:cNvSpPr>
          <p:nvPr/>
        </p:nvSpPr>
        <p:spPr bwMode="auto">
          <a:xfrm flipH="1">
            <a:off x="838200" y="3706813"/>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67" name="Line 9">
            <a:extLst>
              <a:ext uri="{FF2B5EF4-FFF2-40B4-BE49-F238E27FC236}">
                <a16:creationId xmlns:a16="http://schemas.microsoft.com/office/drawing/2014/main" id="{1AFCE45C-958F-06B3-7B26-1ABE90249833}"/>
              </a:ext>
            </a:extLst>
          </p:cNvPr>
          <p:cNvSpPr>
            <a:spLocks noChangeShapeType="1"/>
          </p:cNvSpPr>
          <p:nvPr/>
        </p:nvSpPr>
        <p:spPr bwMode="auto">
          <a:xfrm flipH="1">
            <a:off x="838200" y="4262438"/>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68" name="Line 10">
            <a:extLst>
              <a:ext uri="{FF2B5EF4-FFF2-40B4-BE49-F238E27FC236}">
                <a16:creationId xmlns:a16="http://schemas.microsoft.com/office/drawing/2014/main" id="{2CA7AD04-7CD5-37A0-239D-1AC1A48AA6EC}"/>
              </a:ext>
            </a:extLst>
          </p:cNvPr>
          <p:cNvSpPr>
            <a:spLocks noChangeShapeType="1"/>
          </p:cNvSpPr>
          <p:nvPr/>
        </p:nvSpPr>
        <p:spPr bwMode="auto">
          <a:xfrm flipH="1">
            <a:off x="838200" y="4818063"/>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69" name="Line 11">
            <a:extLst>
              <a:ext uri="{FF2B5EF4-FFF2-40B4-BE49-F238E27FC236}">
                <a16:creationId xmlns:a16="http://schemas.microsoft.com/office/drawing/2014/main" id="{E87C7959-4170-2E6C-C012-BDE0306BB30B}"/>
              </a:ext>
            </a:extLst>
          </p:cNvPr>
          <p:cNvSpPr>
            <a:spLocks noChangeShapeType="1"/>
          </p:cNvSpPr>
          <p:nvPr/>
        </p:nvSpPr>
        <p:spPr bwMode="auto">
          <a:xfrm flipH="1">
            <a:off x="83820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70" name="Line 12">
            <a:extLst>
              <a:ext uri="{FF2B5EF4-FFF2-40B4-BE49-F238E27FC236}">
                <a16:creationId xmlns:a16="http://schemas.microsoft.com/office/drawing/2014/main" id="{BEDD9AE2-2CFB-74F2-0D36-BBB21C3F72DF}"/>
              </a:ext>
            </a:extLst>
          </p:cNvPr>
          <p:cNvSpPr>
            <a:spLocks noChangeShapeType="1"/>
          </p:cNvSpPr>
          <p:nvPr/>
        </p:nvSpPr>
        <p:spPr bwMode="auto">
          <a:xfrm flipH="1">
            <a:off x="121285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71" name="Line 13">
            <a:extLst>
              <a:ext uri="{FF2B5EF4-FFF2-40B4-BE49-F238E27FC236}">
                <a16:creationId xmlns:a16="http://schemas.microsoft.com/office/drawing/2014/main" id="{0322AE42-DE0D-291C-4ADE-8243BCE3B2AE}"/>
              </a:ext>
            </a:extLst>
          </p:cNvPr>
          <p:cNvSpPr>
            <a:spLocks noChangeShapeType="1"/>
          </p:cNvSpPr>
          <p:nvPr/>
        </p:nvSpPr>
        <p:spPr bwMode="auto">
          <a:xfrm flipH="1">
            <a:off x="158750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72" name="Line 14">
            <a:extLst>
              <a:ext uri="{FF2B5EF4-FFF2-40B4-BE49-F238E27FC236}">
                <a16:creationId xmlns:a16="http://schemas.microsoft.com/office/drawing/2014/main" id="{8807B5C0-A72E-E2AD-0D04-822AC8910EB7}"/>
              </a:ext>
            </a:extLst>
          </p:cNvPr>
          <p:cNvSpPr>
            <a:spLocks noChangeShapeType="1"/>
          </p:cNvSpPr>
          <p:nvPr/>
        </p:nvSpPr>
        <p:spPr bwMode="auto">
          <a:xfrm flipH="1">
            <a:off x="196215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73" name="Line 15">
            <a:extLst>
              <a:ext uri="{FF2B5EF4-FFF2-40B4-BE49-F238E27FC236}">
                <a16:creationId xmlns:a16="http://schemas.microsoft.com/office/drawing/2014/main" id="{5ACB4031-1967-8124-BF51-72DC6DFC698F}"/>
              </a:ext>
            </a:extLst>
          </p:cNvPr>
          <p:cNvSpPr>
            <a:spLocks noChangeShapeType="1"/>
          </p:cNvSpPr>
          <p:nvPr/>
        </p:nvSpPr>
        <p:spPr bwMode="auto">
          <a:xfrm flipH="1">
            <a:off x="233680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74" name="Line 16">
            <a:extLst>
              <a:ext uri="{FF2B5EF4-FFF2-40B4-BE49-F238E27FC236}">
                <a16:creationId xmlns:a16="http://schemas.microsoft.com/office/drawing/2014/main" id="{62E7768C-EC1E-8884-A6E9-861716DAE39C}"/>
              </a:ext>
            </a:extLst>
          </p:cNvPr>
          <p:cNvSpPr>
            <a:spLocks noChangeShapeType="1"/>
          </p:cNvSpPr>
          <p:nvPr/>
        </p:nvSpPr>
        <p:spPr bwMode="auto">
          <a:xfrm flipH="1">
            <a:off x="271145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75" name="Line 17">
            <a:extLst>
              <a:ext uri="{FF2B5EF4-FFF2-40B4-BE49-F238E27FC236}">
                <a16:creationId xmlns:a16="http://schemas.microsoft.com/office/drawing/2014/main" id="{7738E2EB-539E-CCA3-27F2-E9CBB1418B42}"/>
              </a:ext>
            </a:extLst>
          </p:cNvPr>
          <p:cNvSpPr>
            <a:spLocks noChangeShapeType="1"/>
          </p:cNvSpPr>
          <p:nvPr/>
        </p:nvSpPr>
        <p:spPr bwMode="auto">
          <a:xfrm flipH="1">
            <a:off x="308610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76" name="Line 18">
            <a:extLst>
              <a:ext uri="{FF2B5EF4-FFF2-40B4-BE49-F238E27FC236}">
                <a16:creationId xmlns:a16="http://schemas.microsoft.com/office/drawing/2014/main" id="{E7BD41A0-9B17-C7E5-C81F-44D40A86F839}"/>
              </a:ext>
            </a:extLst>
          </p:cNvPr>
          <p:cNvSpPr>
            <a:spLocks noChangeShapeType="1"/>
          </p:cNvSpPr>
          <p:nvPr/>
        </p:nvSpPr>
        <p:spPr bwMode="auto">
          <a:xfrm flipH="1">
            <a:off x="3460750" y="5372100"/>
            <a:ext cx="22860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51217" name="Rectangle 19">
            <a:extLst>
              <a:ext uri="{FF2B5EF4-FFF2-40B4-BE49-F238E27FC236}">
                <a16:creationId xmlns:a16="http://schemas.microsoft.com/office/drawing/2014/main" id="{4AE1ADB9-6E13-99AE-E01F-BE9BCF025916}"/>
              </a:ext>
            </a:extLst>
          </p:cNvPr>
          <p:cNvSpPr>
            <a:spLocks noChangeArrowheads="1"/>
          </p:cNvSpPr>
          <p:nvPr/>
        </p:nvSpPr>
        <p:spPr bwMode="auto">
          <a:xfrm>
            <a:off x="6443663" y="1916113"/>
            <a:ext cx="1368425" cy="4176712"/>
          </a:xfrm>
          <a:prstGeom prst="rect">
            <a:avLst/>
          </a:prstGeom>
          <a:solidFill>
            <a:schemeClr val="bg1">
              <a:lumMod val="95000"/>
            </a:schemeClr>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lnSpc>
                <a:spcPct val="20000"/>
              </a:lnSpc>
              <a:spcBef>
                <a:spcPct val="50000"/>
              </a:spcBef>
              <a:buClrTx/>
              <a:buFontTx/>
              <a:buNone/>
              <a:defRPr/>
            </a:pPr>
            <a:r>
              <a:rPr kumimoji="0" lang="en-US" altLang="en-US" sz="2400">
                <a:latin typeface="Arial" panose="020B0604020202020204" pitchFamily="34" charset="0"/>
              </a:rPr>
              <a:t>Memory</a:t>
            </a:r>
          </a:p>
        </p:txBody>
      </p:sp>
      <p:sp>
        <p:nvSpPr>
          <p:cNvPr id="66578" name="Line 20">
            <a:extLst>
              <a:ext uri="{FF2B5EF4-FFF2-40B4-BE49-F238E27FC236}">
                <a16:creationId xmlns:a16="http://schemas.microsoft.com/office/drawing/2014/main" id="{5EF51F5F-3E4F-EDEC-FB10-711422F4CC3D}"/>
              </a:ext>
            </a:extLst>
          </p:cNvPr>
          <p:cNvSpPr>
            <a:spLocks noChangeShapeType="1"/>
          </p:cNvSpPr>
          <p:nvPr/>
        </p:nvSpPr>
        <p:spPr bwMode="auto">
          <a:xfrm rot="16200000" flipH="1">
            <a:off x="7841457" y="45092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79" name="Line 21">
            <a:extLst>
              <a:ext uri="{FF2B5EF4-FFF2-40B4-BE49-F238E27FC236}">
                <a16:creationId xmlns:a16="http://schemas.microsoft.com/office/drawing/2014/main" id="{F3CB4BB6-685E-255C-5C77-CD44256D9EB9}"/>
              </a:ext>
            </a:extLst>
          </p:cNvPr>
          <p:cNvSpPr>
            <a:spLocks noChangeShapeType="1"/>
          </p:cNvSpPr>
          <p:nvPr/>
        </p:nvSpPr>
        <p:spPr bwMode="auto">
          <a:xfrm rot="16200000" flipH="1">
            <a:off x="7841457" y="41346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0" name="Line 22">
            <a:extLst>
              <a:ext uri="{FF2B5EF4-FFF2-40B4-BE49-F238E27FC236}">
                <a16:creationId xmlns:a16="http://schemas.microsoft.com/office/drawing/2014/main" id="{2B209D5E-4AF3-5E30-6409-98B30BBDB237}"/>
              </a:ext>
            </a:extLst>
          </p:cNvPr>
          <p:cNvSpPr>
            <a:spLocks noChangeShapeType="1"/>
          </p:cNvSpPr>
          <p:nvPr/>
        </p:nvSpPr>
        <p:spPr bwMode="auto">
          <a:xfrm rot="16200000" flipH="1">
            <a:off x="7841457" y="37599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1" name="Line 23">
            <a:extLst>
              <a:ext uri="{FF2B5EF4-FFF2-40B4-BE49-F238E27FC236}">
                <a16:creationId xmlns:a16="http://schemas.microsoft.com/office/drawing/2014/main" id="{9037E507-A476-E739-5154-7645385B9A74}"/>
              </a:ext>
            </a:extLst>
          </p:cNvPr>
          <p:cNvSpPr>
            <a:spLocks noChangeShapeType="1"/>
          </p:cNvSpPr>
          <p:nvPr/>
        </p:nvSpPr>
        <p:spPr bwMode="auto">
          <a:xfrm rot="16200000" flipH="1">
            <a:off x="7841457" y="33853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2" name="Line 24">
            <a:extLst>
              <a:ext uri="{FF2B5EF4-FFF2-40B4-BE49-F238E27FC236}">
                <a16:creationId xmlns:a16="http://schemas.microsoft.com/office/drawing/2014/main" id="{2B63D347-E6D9-97D7-C730-0571C29D2280}"/>
              </a:ext>
            </a:extLst>
          </p:cNvPr>
          <p:cNvSpPr>
            <a:spLocks noChangeShapeType="1"/>
          </p:cNvSpPr>
          <p:nvPr/>
        </p:nvSpPr>
        <p:spPr bwMode="auto">
          <a:xfrm rot="16200000" flipH="1">
            <a:off x="7841457" y="30106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3" name="Line 25">
            <a:extLst>
              <a:ext uri="{FF2B5EF4-FFF2-40B4-BE49-F238E27FC236}">
                <a16:creationId xmlns:a16="http://schemas.microsoft.com/office/drawing/2014/main" id="{6FB05FE5-81D8-6A49-46F3-15EB03E3A03C}"/>
              </a:ext>
            </a:extLst>
          </p:cNvPr>
          <p:cNvSpPr>
            <a:spLocks noChangeShapeType="1"/>
          </p:cNvSpPr>
          <p:nvPr/>
        </p:nvSpPr>
        <p:spPr bwMode="auto">
          <a:xfrm rot="16200000" flipH="1">
            <a:off x="7841457" y="26360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4" name="Line 26">
            <a:extLst>
              <a:ext uri="{FF2B5EF4-FFF2-40B4-BE49-F238E27FC236}">
                <a16:creationId xmlns:a16="http://schemas.microsoft.com/office/drawing/2014/main" id="{5A219BFC-F2A6-5834-487A-520BDF2693D3}"/>
              </a:ext>
            </a:extLst>
          </p:cNvPr>
          <p:cNvSpPr>
            <a:spLocks noChangeShapeType="1"/>
          </p:cNvSpPr>
          <p:nvPr/>
        </p:nvSpPr>
        <p:spPr bwMode="auto">
          <a:xfrm rot="16200000" flipH="1">
            <a:off x="7841457" y="22613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5" name="Line 27">
            <a:extLst>
              <a:ext uri="{FF2B5EF4-FFF2-40B4-BE49-F238E27FC236}">
                <a16:creationId xmlns:a16="http://schemas.microsoft.com/office/drawing/2014/main" id="{37DED6DB-2584-BF67-ECAD-5A3569641EEB}"/>
              </a:ext>
            </a:extLst>
          </p:cNvPr>
          <p:cNvSpPr>
            <a:spLocks noChangeShapeType="1"/>
          </p:cNvSpPr>
          <p:nvPr/>
        </p:nvSpPr>
        <p:spPr bwMode="auto">
          <a:xfrm rot="16200000" flipH="1">
            <a:off x="7841457" y="18867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6" name="Line 28">
            <a:extLst>
              <a:ext uri="{FF2B5EF4-FFF2-40B4-BE49-F238E27FC236}">
                <a16:creationId xmlns:a16="http://schemas.microsoft.com/office/drawing/2014/main" id="{8142BF6A-4C04-EE49-3D5F-3A5289790958}"/>
              </a:ext>
            </a:extLst>
          </p:cNvPr>
          <p:cNvSpPr>
            <a:spLocks noChangeShapeType="1"/>
          </p:cNvSpPr>
          <p:nvPr/>
        </p:nvSpPr>
        <p:spPr bwMode="auto">
          <a:xfrm rot="16200000" flipH="1">
            <a:off x="7841457" y="525859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7" name="Line 29">
            <a:extLst>
              <a:ext uri="{FF2B5EF4-FFF2-40B4-BE49-F238E27FC236}">
                <a16:creationId xmlns:a16="http://schemas.microsoft.com/office/drawing/2014/main" id="{92240190-1F9E-74D9-BF33-94F2EEFD8BA7}"/>
              </a:ext>
            </a:extLst>
          </p:cNvPr>
          <p:cNvSpPr>
            <a:spLocks noChangeShapeType="1"/>
          </p:cNvSpPr>
          <p:nvPr/>
        </p:nvSpPr>
        <p:spPr bwMode="auto">
          <a:xfrm rot="16200000" flipH="1">
            <a:off x="7841457" y="4883944"/>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8" name="Line 30">
            <a:extLst>
              <a:ext uri="{FF2B5EF4-FFF2-40B4-BE49-F238E27FC236}">
                <a16:creationId xmlns:a16="http://schemas.microsoft.com/office/drawing/2014/main" id="{7305264C-9A41-2BA1-5A5E-59590F44263D}"/>
              </a:ext>
            </a:extLst>
          </p:cNvPr>
          <p:cNvSpPr>
            <a:spLocks noChangeShapeType="1"/>
          </p:cNvSpPr>
          <p:nvPr/>
        </p:nvSpPr>
        <p:spPr bwMode="auto">
          <a:xfrm rot="16200000" flipH="1">
            <a:off x="7841457" y="6050756"/>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89" name="Line 31">
            <a:extLst>
              <a:ext uri="{FF2B5EF4-FFF2-40B4-BE49-F238E27FC236}">
                <a16:creationId xmlns:a16="http://schemas.microsoft.com/office/drawing/2014/main" id="{5ECE053B-7312-D251-4415-BE4C10E67356}"/>
              </a:ext>
            </a:extLst>
          </p:cNvPr>
          <p:cNvSpPr>
            <a:spLocks noChangeShapeType="1"/>
          </p:cNvSpPr>
          <p:nvPr/>
        </p:nvSpPr>
        <p:spPr bwMode="auto">
          <a:xfrm rot="16200000" flipH="1">
            <a:off x="7841457" y="5676106"/>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90" name="Line 32">
            <a:extLst>
              <a:ext uri="{FF2B5EF4-FFF2-40B4-BE49-F238E27FC236}">
                <a16:creationId xmlns:a16="http://schemas.microsoft.com/office/drawing/2014/main" id="{D3DC5A60-A374-840A-D3DD-8EEC335A76C2}"/>
              </a:ext>
            </a:extLst>
          </p:cNvPr>
          <p:cNvSpPr>
            <a:spLocks noChangeShapeType="1"/>
          </p:cNvSpPr>
          <p:nvPr/>
        </p:nvSpPr>
        <p:spPr bwMode="auto">
          <a:xfrm rot="16200000" flipH="1">
            <a:off x="7554119" y="6063456"/>
            <a:ext cx="228600" cy="2873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91" name="Line 33">
            <a:extLst>
              <a:ext uri="{FF2B5EF4-FFF2-40B4-BE49-F238E27FC236}">
                <a16:creationId xmlns:a16="http://schemas.microsoft.com/office/drawing/2014/main" id="{7B4C0B8D-E10A-076E-F118-849712B21AB4}"/>
              </a:ext>
            </a:extLst>
          </p:cNvPr>
          <p:cNvSpPr>
            <a:spLocks noChangeShapeType="1"/>
          </p:cNvSpPr>
          <p:nvPr/>
        </p:nvSpPr>
        <p:spPr bwMode="auto">
          <a:xfrm rot="16200000" flipH="1">
            <a:off x="6474619" y="6063456"/>
            <a:ext cx="228600" cy="2873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92" name="Line 34">
            <a:extLst>
              <a:ext uri="{FF2B5EF4-FFF2-40B4-BE49-F238E27FC236}">
                <a16:creationId xmlns:a16="http://schemas.microsoft.com/office/drawing/2014/main" id="{655E3C9C-5F7F-DB2F-F8DA-75CB99019656}"/>
              </a:ext>
            </a:extLst>
          </p:cNvPr>
          <p:cNvSpPr>
            <a:spLocks noChangeShapeType="1"/>
          </p:cNvSpPr>
          <p:nvPr/>
        </p:nvSpPr>
        <p:spPr bwMode="auto">
          <a:xfrm rot="16200000" flipH="1">
            <a:off x="6833394" y="6063456"/>
            <a:ext cx="228600" cy="2873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sp>
        <p:nvSpPr>
          <p:cNvPr id="66593" name="Line 35">
            <a:extLst>
              <a:ext uri="{FF2B5EF4-FFF2-40B4-BE49-F238E27FC236}">
                <a16:creationId xmlns:a16="http://schemas.microsoft.com/office/drawing/2014/main" id="{F5436182-9A55-801B-25D5-00C2F10AA5A2}"/>
              </a:ext>
            </a:extLst>
          </p:cNvPr>
          <p:cNvSpPr>
            <a:spLocks noChangeShapeType="1"/>
          </p:cNvSpPr>
          <p:nvPr/>
        </p:nvSpPr>
        <p:spPr bwMode="auto">
          <a:xfrm rot="16200000" flipH="1">
            <a:off x="7193757" y="6063456"/>
            <a:ext cx="228600" cy="2873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nchor="b"/>
          <a:lstStyle/>
          <a:p>
            <a:endParaRPr lang="en-MY"/>
          </a:p>
        </p:txBody>
      </p:sp>
      <p:grpSp>
        <p:nvGrpSpPr>
          <p:cNvPr id="2" name="Group 42">
            <a:extLst>
              <a:ext uri="{FF2B5EF4-FFF2-40B4-BE49-F238E27FC236}">
                <a16:creationId xmlns:a16="http://schemas.microsoft.com/office/drawing/2014/main" id="{211064FC-46D0-D463-9B2B-489C7A97C4A2}"/>
              </a:ext>
            </a:extLst>
          </p:cNvPr>
          <p:cNvGrpSpPr>
            <a:grpSpLocks/>
          </p:cNvGrpSpPr>
          <p:nvPr/>
        </p:nvGrpSpPr>
        <p:grpSpPr bwMode="auto">
          <a:xfrm>
            <a:off x="3708400" y="3141663"/>
            <a:ext cx="2735263" cy="773112"/>
            <a:chOff x="2336" y="1979"/>
            <a:chExt cx="1723" cy="487"/>
          </a:xfrm>
        </p:grpSpPr>
        <p:sp>
          <p:nvSpPr>
            <p:cNvPr id="66595" name="Line 37">
              <a:extLst>
                <a:ext uri="{FF2B5EF4-FFF2-40B4-BE49-F238E27FC236}">
                  <a16:creationId xmlns:a16="http://schemas.microsoft.com/office/drawing/2014/main" id="{F938A602-AB45-C42F-5DB7-AD0951288E1E}"/>
                </a:ext>
              </a:extLst>
            </p:cNvPr>
            <p:cNvSpPr>
              <a:spLocks noChangeShapeType="1"/>
            </p:cNvSpPr>
            <p:nvPr/>
          </p:nvSpPr>
          <p:spPr bwMode="auto">
            <a:xfrm>
              <a:off x="2336" y="2466"/>
              <a:ext cx="1723" cy="0"/>
            </a:xfrm>
            <a:prstGeom prst="line">
              <a:avLst/>
            </a:prstGeom>
            <a:noFill/>
            <a:ln w="127000">
              <a:solidFill>
                <a:schemeClr val="tx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66596" name="Text Box 38">
              <a:extLst>
                <a:ext uri="{FF2B5EF4-FFF2-40B4-BE49-F238E27FC236}">
                  <a16:creationId xmlns:a16="http://schemas.microsoft.com/office/drawing/2014/main" id="{7B80202E-CEE4-9151-FF0F-C262CC6F6FA8}"/>
                </a:ext>
              </a:extLst>
            </p:cNvPr>
            <p:cNvSpPr txBox="1">
              <a:spLocks noChangeArrowheads="1"/>
            </p:cNvSpPr>
            <p:nvPr/>
          </p:nvSpPr>
          <p:spPr bwMode="auto">
            <a:xfrm>
              <a:off x="2517" y="1979"/>
              <a:ext cx="86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US" altLang="en-US" sz="2000" b="1">
                  <a:solidFill>
                    <a:schemeClr val="tx2"/>
                  </a:solidFill>
                </a:rPr>
                <a:t>Data</a:t>
              </a:r>
            </a:p>
            <a:p>
              <a:pPr eaLnBrk="1" hangingPunct="1">
                <a:spcBef>
                  <a:spcPct val="0"/>
                </a:spcBef>
                <a:buClrTx/>
                <a:buFontTx/>
                <a:buNone/>
              </a:pPr>
              <a:r>
                <a:rPr kumimoji="0" lang="en-US" altLang="en-US" sz="2000" b="1">
                  <a:solidFill>
                    <a:schemeClr val="tx2"/>
                  </a:solidFill>
                </a:rPr>
                <a:t>+ address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EEEF1"/>
        </a:solidFill>
        <a:effectLst/>
      </p:bgPr>
    </p:bg>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39F7894F-16F6-3D01-B96F-DC5AD705A3DD}"/>
              </a:ext>
            </a:extLst>
          </p:cNvPr>
          <p:cNvSpPr>
            <a:spLocks noGrp="1" noChangeArrowheads="1"/>
          </p:cNvSpPr>
          <p:nvPr>
            <p:ph type="body" idx="1"/>
          </p:nvPr>
        </p:nvSpPr>
        <p:spPr/>
        <p:txBody>
          <a:bodyPr/>
          <a:lstStyle/>
          <a:p>
            <a:r>
              <a:rPr lang="en-US" altLang="en-US">
                <a:solidFill>
                  <a:srgbClr val="000000"/>
                </a:solidFill>
              </a:rPr>
              <a:t>What are other operations?</a:t>
            </a:r>
          </a:p>
          <a:p>
            <a:endParaRPr lang="en-US" altLang="en-US">
              <a:solidFill>
                <a:srgbClr val="000000"/>
              </a:solidFill>
            </a:endParaRPr>
          </a:p>
        </p:txBody>
      </p:sp>
      <p:pic>
        <p:nvPicPr>
          <p:cNvPr id="67587" name="Picture 2">
            <a:extLst>
              <a:ext uri="{FF2B5EF4-FFF2-40B4-BE49-F238E27FC236}">
                <a16:creationId xmlns:a16="http://schemas.microsoft.com/office/drawing/2014/main" id="{7D2D3A89-77AC-49CD-44C0-0B5BB9DFC0A6}"/>
              </a:ext>
            </a:extLst>
          </p:cNvPr>
          <p:cNvPicPr>
            <a:picLocks noChangeAspect="1"/>
          </p:cNvPicPr>
          <p:nvPr/>
        </p:nvPicPr>
        <p:blipFill>
          <a:blip r:embed="rId3">
            <a:extLst>
              <a:ext uri="{28A0092B-C50C-407E-A947-70E740481C1C}">
                <a14:useLocalDpi xmlns:a14="http://schemas.microsoft.com/office/drawing/2010/main" val="0"/>
              </a:ext>
            </a:extLst>
          </a:blip>
          <a:srcRect l="7277" t="27142" r="7544" b="16251"/>
          <a:stretch>
            <a:fillRect/>
          </a:stretch>
        </p:blipFill>
        <p:spPr bwMode="auto">
          <a:xfrm>
            <a:off x="6037263" y="44450"/>
            <a:ext cx="303530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85BF5C9F-A40C-C9D7-B9F9-9E9EEB7901E3}"/>
              </a:ext>
            </a:extLst>
          </p:cNvPr>
          <p:cNvSpPr>
            <a:spLocks noGrp="1" noChangeArrowheads="1"/>
          </p:cNvSpPr>
          <p:nvPr>
            <p:ph type="title"/>
          </p:nvPr>
        </p:nvSpPr>
        <p:spPr/>
        <p:txBody>
          <a:bodyPr/>
          <a:lstStyle/>
          <a:p>
            <a:r>
              <a:rPr lang="en-US" altLang="en-US"/>
              <a:t>Outline</a:t>
            </a:r>
          </a:p>
        </p:txBody>
      </p:sp>
      <p:sp>
        <p:nvSpPr>
          <p:cNvPr id="68611" name="Rectangle 3">
            <a:extLst>
              <a:ext uri="{FF2B5EF4-FFF2-40B4-BE49-F238E27FC236}">
                <a16:creationId xmlns:a16="http://schemas.microsoft.com/office/drawing/2014/main" id="{3ACF69F1-8DB0-F6B9-F232-C3F2FAEA7B00}"/>
              </a:ext>
            </a:extLst>
          </p:cNvPr>
          <p:cNvSpPr>
            <a:spLocks noGrp="1" noChangeArrowheads="1"/>
          </p:cNvSpPr>
          <p:nvPr>
            <p:ph type="body" idx="1"/>
          </p:nvPr>
        </p:nvSpPr>
        <p:spPr>
          <a:xfrm>
            <a:off x="457200" y="1600200"/>
            <a:ext cx="8178800" cy="5029200"/>
          </a:xfrm>
        </p:spPr>
        <p:txBody>
          <a:bodyPr/>
          <a:lstStyle/>
          <a:p>
            <a:r>
              <a:rPr lang="en-US" altLang="en-US">
                <a:solidFill>
                  <a:srgbClr val="808080"/>
                </a:solidFill>
              </a:rPr>
              <a:t>Memory locations and addresses</a:t>
            </a:r>
          </a:p>
          <a:p>
            <a:pPr lvl="1"/>
            <a:r>
              <a:rPr lang="en-US" altLang="en-US">
                <a:solidFill>
                  <a:srgbClr val="808080"/>
                </a:solidFill>
              </a:rPr>
              <a:t>Byte addressability</a:t>
            </a:r>
          </a:p>
          <a:p>
            <a:pPr lvl="1"/>
            <a:r>
              <a:rPr lang="en-US" altLang="en-US">
                <a:solidFill>
                  <a:srgbClr val="808080"/>
                </a:solidFill>
              </a:rPr>
              <a:t>Big-endian and Little-endian Assignments</a:t>
            </a:r>
          </a:p>
          <a:p>
            <a:r>
              <a:rPr lang="en-US" altLang="en-US">
                <a:solidFill>
                  <a:srgbClr val="808080"/>
                </a:solidFill>
              </a:rPr>
              <a:t>Memory operations</a:t>
            </a:r>
          </a:p>
          <a:p>
            <a:r>
              <a:rPr lang="en-US" altLang="en-US"/>
              <a:t>Instructions and instruction sequencing</a:t>
            </a:r>
          </a:p>
          <a:p>
            <a:pPr lvl="1"/>
            <a:r>
              <a:rPr lang="en-US" altLang="en-US"/>
              <a:t>Notation</a:t>
            </a:r>
          </a:p>
          <a:p>
            <a:pPr lvl="1"/>
            <a:r>
              <a:rPr lang="en-US" altLang="en-US"/>
              <a:t>Types of instruction</a:t>
            </a:r>
          </a:p>
          <a:p>
            <a:pPr lvl="1"/>
            <a:r>
              <a:rPr lang="en-US" altLang="en-US"/>
              <a:t>Types of operands</a:t>
            </a:r>
          </a:p>
          <a:p>
            <a:pPr lvl="1"/>
            <a:r>
              <a:rPr lang="en-US" altLang="en-US"/>
              <a:t>Types of operations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37108D12-2851-A2F4-D278-13A8364275E9}"/>
              </a:ext>
            </a:extLst>
          </p:cNvPr>
          <p:cNvSpPr>
            <a:spLocks noGrp="1" noChangeArrowheads="1"/>
          </p:cNvSpPr>
          <p:nvPr>
            <p:ph type="title"/>
          </p:nvPr>
        </p:nvSpPr>
        <p:spPr/>
        <p:txBody>
          <a:bodyPr/>
          <a:lstStyle/>
          <a:p>
            <a:r>
              <a:rPr lang="en-US" altLang="en-US" sz="3200"/>
              <a:t>Instruction and Instruction Sequencing</a:t>
            </a:r>
          </a:p>
        </p:txBody>
      </p:sp>
      <p:sp>
        <p:nvSpPr>
          <p:cNvPr id="69635" name="Rectangle 3">
            <a:extLst>
              <a:ext uri="{FF2B5EF4-FFF2-40B4-BE49-F238E27FC236}">
                <a16:creationId xmlns:a16="http://schemas.microsoft.com/office/drawing/2014/main" id="{26FB2631-72FC-04ED-1B12-EF35CEAEE633}"/>
              </a:ext>
            </a:extLst>
          </p:cNvPr>
          <p:cNvSpPr>
            <a:spLocks noGrp="1" noChangeArrowheads="1"/>
          </p:cNvSpPr>
          <p:nvPr>
            <p:ph type="body" idx="1"/>
          </p:nvPr>
        </p:nvSpPr>
        <p:spPr/>
        <p:txBody>
          <a:bodyPr/>
          <a:lstStyle/>
          <a:p>
            <a:r>
              <a:rPr lang="en-US" altLang="en-US"/>
              <a:t>Computers must have instructions capable of:</a:t>
            </a:r>
          </a:p>
          <a:p>
            <a:pPr lvl="1"/>
            <a:r>
              <a:rPr lang="en-US" altLang="en-US" sz="3200" b="1">
                <a:solidFill>
                  <a:srgbClr val="92D050"/>
                </a:solidFill>
              </a:rPr>
              <a:t>Data transfer </a:t>
            </a:r>
            <a:r>
              <a:rPr lang="en-US" altLang="en-US"/>
              <a:t>between memory and processor (registers)</a:t>
            </a:r>
          </a:p>
          <a:p>
            <a:pPr lvl="2"/>
            <a:r>
              <a:rPr lang="en-US" altLang="en-US"/>
              <a:t>Load, Store, Push, Pop, etc.</a:t>
            </a:r>
          </a:p>
          <a:p>
            <a:pPr lvl="1"/>
            <a:r>
              <a:rPr lang="en-US" altLang="en-US" sz="3200" b="1">
                <a:solidFill>
                  <a:srgbClr val="FF0000"/>
                </a:solidFill>
              </a:rPr>
              <a:t>Arithmetic and logic </a:t>
            </a:r>
            <a:r>
              <a:rPr lang="en-US" altLang="en-US"/>
              <a:t>operations</a:t>
            </a:r>
          </a:p>
          <a:p>
            <a:pPr lvl="2"/>
            <a:r>
              <a:rPr lang="en-US" altLang="en-US"/>
              <a:t>ADD, SUB, MUL, DIV, AND, OR, XOR, etc.</a:t>
            </a:r>
          </a:p>
          <a:p>
            <a:pPr lvl="1"/>
            <a:r>
              <a:rPr lang="en-US" altLang="en-US"/>
              <a:t>Program </a:t>
            </a:r>
            <a:r>
              <a:rPr lang="en-US" altLang="en-US" sz="3200" b="1">
                <a:solidFill>
                  <a:srgbClr val="00B0F0"/>
                </a:solidFill>
              </a:rPr>
              <a:t>sequencing and control</a:t>
            </a:r>
            <a:endParaRPr lang="en-US" altLang="en-US" b="1">
              <a:solidFill>
                <a:srgbClr val="00B0F0"/>
              </a:solidFill>
            </a:endParaRPr>
          </a:p>
          <a:p>
            <a:pPr lvl="2"/>
            <a:r>
              <a:rPr lang="en-US" altLang="en-US"/>
              <a:t>BR, SKP, CALL, etc.</a:t>
            </a:r>
          </a:p>
          <a:p>
            <a:pPr lvl="1"/>
            <a:r>
              <a:rPr lang="en-US" altLang="en-US"/>
              <a:t>I/O </a:t>
            </a:r>
            <a:r>
              <a:rPr lang="en-US" altLang="en-US" sz="3200" b="1">
                <a:solidFill>
                  <a:srgbClr val="FFC000"/>
                </a:solidFill>
              </a:rPr>
              <a:t>transfers</a:t>
            </a:r>
            <a:endParaRPr lang="en-US" altLang="en-US" b="1">
              <a:solidFill>
                <a:srgbClr val="FFC000"/>
              </a:solidFill>
            </a:endParaRPr>
          </a:p>
          <a:p>
            <a:pPr lvl="2"/>
            <a:r>
              <a:rPr lang="en-US" altLang="en-US"/>
              <a:t>Test I/O, Halt I/O, Start I/O, etc.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71F94714-AD4A-4DDE-A23F-E724CB88D4D4}"/>
              </a:ext>
            </a:extLst>
          </p:cNvPr>
          <p:cNvSpPr>
            <a:spLocks noGrp="1" noChangeArrowheads="1"/>
          </p:cNvSpPr>
          <p:nvPr>
            <p:ph type="title"/>
          </p:nvPr>
        </p:nvSpPr>
        <p:spPr/>
        <p:txBody>
          <a:bodyPr/>
          <a:lstStyle/>
          <a:p>
            <a:r>
              <a:rPr lang="en-US" altLang="en-US"/>
              <a:t>But first… some notation</a:t>
            </a:r>
          </a:p>
        </p:txBody>
      </p:sp>
      <p:sp>
        <p:nvSpPr>
          <p:cNvPr id="70659" name="Rectangle 3">
            <a:extLst>
              <a:ext uri="{FF2B5EF4-FFF2-40B4-BE49-F238E27FC236}">
                <a16:creationId xmlns:a16="http://schemas.microsoft.com/office/drawing/2014/main" id="{701BAA78-11DD-31CE-C5CE-A7ABFBACBD8E}"/>
              </a:ext>
            </a:extLst>
          </p:cNvPr>
          <p:cNvSpPr>
            <a:spLocks noGrp="1" noChangeArrowheads="1"/>
          </p:cNvSpPr>
          <p:nvPr>
            <p:ph type="body" idx="1"/>
          </p:nvPr>
        </p:nvSpPr>
        <p:spPr>
          <a:xfrm>
            <a:off x="457200" y="1885950"/>
            <a:ext cx="8178800" cy="4711700"/>
          </a:xfrm>
        </p:spPr>
        <p:txBody>
          <a:bodyPr/>
          <a:lstStyle/>
          <a:p>
            <a:r>
              <a:rPr lang="en-US" altLang="en-US"/>
              <a:t>Register Transfer Notation</a:t>
            </a:r>
          </a:p>
          <a:p>
            <a:pPr lvl="1"/>
            <a:r>
              <a:rPr lang="en-US" altLang="en-US"/>
              <a:t>Addresses of memory locations: e.g. LOC, VAR2, A</a:t>
            </a:r>
          </a:p>
          <a:p>
            <a:pPr lvl="1"/>
            <a:r>
              <a:rPr lang="en-US" altLang="en-US"/>
              <a:t>Processor registers: e.g. R0, R1</a:t>
            </a:r>
          </a:p>
          <a:p>
            <a:pPr lvl="1"/>
            <a:r>
              <a:rPr lang="en-US" altLang="en-US"/>
              <a:t>I/O registers: e.g. DATAIN, OUTSTATUS</a:t>
            </a:r>
          </a:p>
          <a:p>
            <a:pPr lvl="1"/>
            <a:r>
              <a:rPr lang="en-US" altLang="en-US"/>
              <a:t>Content of location denoted by square brackets</a:t>
            </a:r>
          </a:p>
          <a:p>
            <a:pPr lvl="2"/>
            <a:r>
              <a:rPr lang="en-US" altLang="en-US"/>
              <a:t>R1 </a:t>
            </a:r>
            <a:r>
              <a:rPr lang="en-US" altLang="en-US">
                <a:sym typeface="Wingdings" panose="05000000000000000000" pitchFamily="2" charset="2"/>
              </a:rPr>
              <a:t> [LOC]</a:t>
            </a:r>
          </a:p>
          <a:p>
            <a:pPr lvl="2"/>
            <a:r>
              <a:rPr lang="en-US" altLang="en-US">
                <a:sym typeface="Wingdings" panose="05000000000000000000" pitchFamily="2" charset="2"/>
              </a:rPr>
              <a:t>R3  [R1] + [R2]</a:t>
            </a:r>
          </a:p>
          <a:p>
            <a:endParaRPr lang="en-US" altLang="en-US">
              <a:sym typeface="Wingdings" panose="05000000000000000000" pitchFamily="2" charset="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277C1C12-8013-E518-F1C9-0C9AC966468E}"/>
              </a:ext>
            </a:extLst>
          </p:cNvPr>
          <p:cNvSpPr>
            <a:spLocks noGrp="1" noChangeArrowheads="1"/>
          </p:cNvSpPr>
          <p:nvPr>
            <p:ph type="title"/>
          </p:nvPr>
        </p:nvSpPr>
        <p:spPr/>
        <p:txBody>
          <a:bodyPr/>
          <a:lstStyle/>
          <a:p>
            <a:r>
              <a:rPr lang="en-US" altLang="en-US"/>
              <a:t>But first… some notation</a:t>
            </a:r>
          </a:p>
        </p:txBody>
      </p:sp>
      <p:sp>
        <p:nvSpPr>
          <p:cNvPr id="71683" name="Rectangle 3">
            <a:extLst>
              <a:ext uri="{FF2B5EF4-FFF2-40B4-BE49-F238E27FC236}">
                <a16:creationId xmlns:a16="http://schemas.microsoft.com/office/drawing/2014/main" id="{EC5F8D3B-A7D8-7AFE-C73F-61010C56850E}"/>
              </a:ext>
            </a:extLst>
          </p:cNvPr>
          <p:cNvSpPr>
            <a:spLocks noGrp="1" noChangeArrowheads="1"/>
          </p:cNvSpPr>
          <p:nvPr>
            <p:ph type="body" idx="1"/>
          </p:nvPr>
        </p:nvSpPr>
        <p:spPr>
          <a:xfrm>
            <a:off x="457200" y="1885950"/>
            <a:ext cx="8178800" cy="4711700"/>
          </a:xfrm>
        </p:spPr>
        <p:txBody>
          <a:bodyPr/>
          <a:lstStyle/>
          <a:p>
            <a:r>
              <a:rPr lang="en-US" altLang="en-US">
                <a:sym typeface="Wingdings" panose="05000000000000000000" pitchFamily="2" charset="2"/>
              </a:rPr>
              <a:t>Assembly Language Notation</a:t>
            </a:r>
          </a:p>
          <a:p>
            <a:pPr lvl="1"/>
            <a:r>
              <a:rPr lang="en-US" altLang="en-US">
                <a:sym typeface="Wingdings" panose="05000000000000000000" pitchFamily="2" charset="2"/>
              </a:rPr>
              <a:t>To represent machine instructions</a:t>
            </a:r>
          </a:p>
          <a:p>
            <a:pPr lvl="2"/>
            <a:r>
              <a:rPr lang="en-US" altLang="en-US">
                <a:sym typeface="Wingdings" panose="05000000000000000000" pitchFamily="2" charset="2"/>
              </a:rPr>
              <a:t>Move LOC,R1</a:t>
            </a:r>
          </a:p>
          <a:p>
            <a:pPr lvl="2"/>
            <a:r>
              <a:rPr lang="en-US" altLang="en-US">
                <a:sym typeface="Wingdings" panose="05000000000000000000" pitchFamily="2" charset="2"/>
              </a:rPr>
              <a:t>Add R1,R2,R3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CDEC68A2-B6C1-7991-B223-4ACFF5B6D4B4}"/>
              </a:ext>
            </a:extLst>
          </p:cNvPr>
          <p:cNvSpPr>
            <a:spLocks noGrp="1" noChangeArrowheads="1"/>
          </p:cNvSpPr>
          <p:nvPr>
            <p:ph type="title"/>
          </p:nvPr>
        </p:nvSpPr>
        <p:spPr/>
        <p:txBody>
          <a:bodyPr/>
          <a:lstStyle/>
          <a:p>
            <a:r>
              <a:rPr lang="en-US" altLang="en-US"/>
              <a:t>Outline</a:t>
            </a:r>
          </a:p>
        </p:txBody>
      </p:sp>
      <p:sp>
        <p:nvSpPr>
          <p:cNvPr id="72707" name="Rectangle 3">
            <a:extLst>
              <a:ext uri="{FF2B5EF4-FFF2-40B4-BE49-F238E27FC236}">
                <a16:creationId xmlns:a16="http://schemas.microsoft.com/office/drawing/2014/main" id="{20A7497F-08D0-F5AF-4617-80C6B053506D}"/>
              </a:ext>
            </a:extLst>
          </p:cNvPr>
          <p:cNvSpPr>
            <a:spLocks noGrp="1" noChangeArrowheads="1"/>
          </p:cNvSpPr>
          <p:nvPr>
            <p:ph type="body" idx="1"/>
          </p:nvPr>
        </p:nvSpPr>
        <p:spPr>
          <a:xfrm>
            <a:off x="457200" y="1600200"/>
            <a:ext cx="8178800" cy="5029200"/>
          </a:xfrm>
        </p:spPr>
        <p:txBody>
          <a:bodyPr/>
          <a:lstStyle/>
          <a:p>
            <a:r>
              <a:rPr lang="en-US" altLang="en-US">
                <a:solidFill>
                  <a:srgbClr val="808080"/>
                </a:solidFill>
              </a:rPr>
              <a:t>Memory locations and addresses</a:t>
            </a:r>
          </a:p>
          <a:p>
            <a:pPr lvl="1"/>
            <a:r>
              <a:rPr lang="en-US" altLang="en-US">
                <a:solidFill>
                  <a:srgbClr val="808080"/>
                </a:solidFill>
              </a:rPr>
              <a:t>Byte addressability</a:t>
            </a:r>
          </a:p>
          <a:p>
            <a:pPr lvl="1"/>
            <a:r>
              <a:rPr lang="en-US" altLang="en-US">
                <a:solidFill>
                  <a:srgbClr val="808080"/>
                </a:solidFill>
              </a:rPr>
              <a:t>Big-endian and Little-endian Assignments</a:t>
            </a:r>
          </a:p>
          <a:p>
            <a:r>
              <a:rPr lang="en-US" altLang="en-US">
                <a:solidFill>
                  <a:srgbClr val="808080"/>
                </a:solidFill>
              </a:rPr>
              <a:t>Memory operations</a:t>
            </a:r>
          </a:p>
          <a:p>
            <a:r>
              <a:rPr lang="en-US" altLang="en-US">
                <a:solidFill>
                  <a:srgbClr val="808080"/>
                </a:solidFill>
              </a:rPr>
              <a:t>Instructions and instruction sequencing</a:t>
            </a:r>
          </a:p>
          <a:p>
            <a:pPr lvl="1"/>
            <a:r>
              <a:rPr lang="en-US" altLang="en-US">
                <a:solidFill>
                  <a:srgbClr val="808080"/>
                </a:solidFill>
              </a:rPr>
              <a:t>Notation</a:t>
            </a:r>
          </a:p>
          <a:p>
            <a:pPr lvl="1"/>
            <a:r>
              <a:rPr lang="en-US" altLang="en-US"/>
              <a:t>Types of instruction</a:t>
            </a:r>
          </a:p>
          <a:p>
            <a:pPr lvl="1"/>
            <a:r>
              <a:rPr lang="en-US" altLang="en-US"/>
              <a:t>Types of operands</a:t>
            </a:r>
          </a:p>
          <a:p>
            <a:pPr lvl="1"/>
            <a:r>
              <a:rPr lang="en-US" altLang="en-US"/>
              <a:t>Types of operations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3730" name="Picture 5">
            <a:extLst>
              <a:ext uri="{FF2B5EF4-FFF2-40B4-BE49-F238E27FC236}">
                <a16:creationId xmlns:a16="http://schemas.microsoft.com/office/drawing/2014/main" id="{047CC817-8118-3DE5-2CD0-A614FFE3E88A}"/>
              </a:ext>
            </a:extLst>
          </p:cNvPr>
          <p:cNvPicPr>
            <a:picLocks noChangeAspect="1"/>
          </p:cNvPicPr>
          <p:nvPr/>
        </p:nvPicPr>
        <p:blipFill>
          <a:blip r:embed="rId3">
            <a:extLst>
              <a:ext uri="{28A0092B-C50C-407E-A947-70E740481C1C}">
                <a14:useLocalDpi xmlns:a14="http://schemas.microsoft.com/office/drawing/2010/main" val="0"/>
              </a:ext>
            </a:extLst>
          </a:blip>
          <a:srcRect l="14690"/>
          <a:stretch>
            <a:fillRect/>
          </a:stretch>
        </p:blipFill>
        <p:spPr bwMode="auto">
          <a:xfrm>
            <a:off x="-58738" y="0"/>
            <a:ext cx="91995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Rectangle 2">
            <a:extLst>
              <a:ext uri="{FF2B5EF4-FFF2-40B4-BE49-F238E27FC236}">
                <a16:creationId xmlns:a16="http://schemas.microsoft.com/office/drawing/2014/main" id="{16303331-E0A1-609B-FAFF-F7F1CB0B966E}"/>
              </a:ext>
            </a:extLst>
          </p:cNvPr>
          <p:cNvSpPr>
            <a:spLocks noGrp="1" noChangeArrowheads="1"/>
          </p:cNvSpPr>
          <p:nvPr>
            <p:ph type="title"/>
          </p:nvPr>
        </p:nvSpPr>
        <p:spPr/>
        <p:txBody>
          <a:bodyPr/>
          <a:lstStyle/>
          <a:p>
            <a:r>
              <a:rPr lang="en-GB" altLang="en-US">
                <a:solidFill>
                  <a:schemeClr val="bg1"/>
                </a:solidFill>
              </a:rPr>
              <a:t>Function</a:t>
            </a:r>
          </a:p>
        </p:txBody>
      </p:sp>
      <p:sp>
        <p:nvSpPr>
          <p:cNvPr id="73732" name="Rectangle 3">
            <a:extLst>
              <a:ext uri="{FF2B5EF4-FFF2-40B4-BE49-F238E27FC236}">
                <a16:creationId xmlns:a16="http://schemas.microsoft.com/office/drawing/2014/main" id="{4A89A005-BDED-C86D-A3B9-2A026CBCD630}"/>
              </a:ext>
            </a:extLst>
          </p:cNvPr>
          <p:cNvSpPr>
            <a:spLocks noGrp="1" noChangeArrowheads="1"/>
          </p:cNvSpPr>
          <p:nvPr>
            <p:ph type="body" idx="1"/>
          </p:nvPr>
        </p:nvSpPr>
        <p:spPr>
          <a:xfrm>
            <a:off x="457200" y="1885950"/>
            <a:ext cx="4835525" cy="2335213"/>
          </a:xfrm>
          <a:solidFill>
            <a:srgbClr val="08070C">
              <a:alpha val="50195"/>
            </a:srgbClr>
          </a:solidFill>
        </p:spPr>
        <p:txBody>
          <a:bodyPr/>
          <a:lstStyle/>
          <a:p>
            <a:r>
              <a:rPr lang="en-GB" altLang="en-US">
                <a:solidFill>
                  <a:schemeClr val="bg1"/>
                </a:solidFill>
              </a:rPr>
              <a:t>All computer functions are:</a:t>
            </a:r>
          </a:p>
          <a:p>
            <a:pPr lvl="1"/>
            <a:r>
              <a:rPr lang="en-GB" altLang="en-US">
                <a:solidFill>
                  <a:schemeClr val="bg1"/>
                </a:solidFill>
              </a:rPr>
              <a:t>Data processing</a:t>
            </a:r>
          </a:p>
          <a:p>
            <a:pPr lvl="1"/>
            <a:r>
              <a:rPr lang="en-GB" altLang="en-US">
                <a:solidFill>
                  <a:schemeClr val="bg1"/>
                </a:solidFill>
              </a:rPr>
              <a:t>Data storage</a:t>
            </a:r>
          </a:p>
          <a:p>
            <a:pPr lvl="1"/>
            <a:r>
              <a:rPr lang="en-GB" altLang="en-US">
                <a:solidFill>
                  <a:schemeClr val="bg1"/>
                </a:solidFill>
              </a:rPr>
              <a:t>Data movement</a:t>
            </a:r>
          </a:p>
          <a:p>
            <a:pPr lvl="1"/>
            <a:r>
              <a:rPr lang="en-GB" altLang="en-US">
                <a:solidFill>
                  <a:schemeClr val="bg1"/>
                </a:solidFill>
              </a:rPr>
              <a:t>Control</a:t>
            </a:r>
          </a:p>
        </p:txBody>
      </p:sp>
      <p:sp>
        <p:nvSpPr>
          <p:cNvPr id="9" name="TextBox 8">
            <a:extLst>
              <a:ext uri="{FF2B5EF4-FFF2-40B4-BE49-F238E27FC236}">
                <a16:creationId xmlns:a16="http://schemas.microsoft.com/office/drawing/2014/main" id="{92668C55-AF33-EE01-E70B-E35016D568C1}"/>
              </a:ext>
            </a:extLst>
          </p:cNvPr>
          <p:cNvSpPr txBox="1"/>
          <p:nvPr/>
        </p:nvSpPr>
        <p:spPr>
          <a:xfrm>
            <a:off x="95250" y="6464300"/>
            <a:ext cx="3900488" cy="277813"/>
          </a:xfrm>
          <a:prstGeom prst="rect">
            <a:avLst/>
          </a:prstGeom>
          <a:solidFill>
            <a:sysClr val="windowText" lastClr="000000">
              <a:lumMod val="60000"/>
              <a:lumOff val="40000"/>
              <a:alpha val="70000"/>
            </a:sysClr>
          </a:solidFill>
        </p:spPr>
        <p:txBody>
          <a:bodyPr>
            <a:spAutoFit/>
          </a:bodyPr>
          <a:lstStyle/>
          <a:p>
            <a:pPr eaLnBrk="1" fontAlgn="auto" hangingPunct="1">
              <a:spcBef>
                <a:spcPts val="0"/>
              </a:spcBef>
              <a:spcAft>
                <a:spcPts val="0"/>
              </a:spcAft>
              <a:defRPr/>
            </a:pPr>
            <a:r>
              <a:rPr lang="en-US" sz="1200" kern="0" dirty="0">
                <a:solidFill>
                  <a:prstClr val="white"/>
                </a:solidFill>
                <a:latin typeface="Calibri"/>
              </a:rPr>
              <a:t>Source: https://www.flickr.com/photos/nubui/9550939064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2BFACCE8-FCC1-E1FA-CC9C-0A85E57C9785}"/>
              </a:ext>
            </a:extLst>
          </p:cNvPr>
          <p:cNvSpPr>
            <a:spLocks noGrp="1" noChangeArrowheads="1"/>
          </p:cNvSpPr>
          <p:nvPr>
            <p:ph type="title"/>
          </p:nvPr>
        </p:nvSpPr>
        <p:spPr/>
        <p:txBody>
          <a:bodyPr/>
          <a:lstStyle/>
          <a:p>
            <a:r>
              <a:rPr lang="en-US" altLang="en-US"/>
              <a:t>Instruction types</a:t>
            </a:r>
          </a:p>
        </p:txBody>
      </p:sp>
      <p:sp>
        <p:nvSpPr>
          <p:cNvPr id="77827" name="Rectangle 3">
            <a:extLst>
              <a:ext uri="{FF2B5EF4-FFF2-40B4-BE49-F238E27FC236}">
                <a16:creationId xmlns:a16="http://schemas.microsoft.com/office/drawing/2014/main" id="{7C3F2858-8555-D0DA-44E8-6A599AA063F4}"/>
              </a:ext>
            </a:extLst>
          </p:cNvPr>
          <p:cNvSpPr>
            <a:spLocks noGrp="1" noChangeArrowheads="1"/>
          </p:cNvSpPr>
          <p:nvPr>
            <p:ph type="body" idx="1"/>
          </p:nvPr>
        </p:nvSpPr>
        <p:spPr>
          <a:xfrm>
            <a:off x="457200" y="1885950"/>
            <a:ext cx="8178800" cy="4783138"/>
          </a:xfrm>
        </p:spPr>
        <p:txBody>
          <a:bodyPr/>
          <a:lstStyle/>
          <a:p>
            <a:r>
              <a:rPr lang="en-MY" altLang="en-US"/>
              <a:t>Different types of instructions are required to support high-level programming languages.</a:t>
            </a:r>
          </a:p>
          <a:p>
            <a:pPr lvl="1"/>
            <a:endParaRPr lang="en-MY"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8DB98695-EA24-A0BE-F80C-37FBAF920C68}"/>
              </a:ext>
            </a:extLst>
          </p:cNvPr>
          <p:cNvSpPr>
            <a:spLocks noGrp="1" noChangeArrowheads="1"/>
          </p:cNvSpPr>
          <p:nvPr>
            <p:ph type="title"/>
          </p:nvPr>
        </p:nvSpPr>
        <p:spPr/>
        <p:txBody>
          <a:bodyPr/>
          <a:lstStyle/>
          <a:p>
            <a:r>
              <a:rPr lang="en-US" altLang="en-US"/>
              <a:t>Instruction types</a:t>
            </a:r>
          </a:p>
        </p:txBody>
      </p:sp>
      <p:sp>
        <p:nvSpPr>
          <p:cNvPr id="78851" name="Rectangle 3">
            <a:extLst>
              <a:ext uri="{FF2B5EF4-FFF2-40B4-BE49-F238E27FC236}">
                <a16:creationId xmlns:a16="http://schemas.microsoft.com/office/drawing/2014/main" id="{DE9E92FE-859F-8988-2D4E-464E11960B99}"/>
              </a:ext>
            </a:extLst>
          </p:cNvPr>
          <p:cNvSpPr>
            <a:spLocks noGrp="1" noChangeArrowheads="1"/>
          </p:cNvSpPr>
          <p:nvPr>
            <p:ph type="body" idx="1"/>
          </p:nvPr>
        </p:nvSpPr>
        <p:spPr>
          <a:xfrm>
            <a:off x="457200" y="1885950"/>
            <a:ext cx="8178800" cy="4783138"/>
          </a:xfrm>
        </p:spPr>
        <p:txBody>
          <a:bodyPr/>
          <a:lstStyle/>
          <a:p>
            <a:r>
              <a:rPr lang="en-US" altLang="en-US" sz="3600" b="1">
                <a:solidFill>
                  <a:srgbClr val="92D050"/>
                </a:solidFill>
              </a:rPr>
              <a:t>Data processing</a:t>
            </a:r>
          </a:p>
          <a:p>
            <a:pPr lvl="1"/>
            <a:r>
              <a:rPr lang="en-US" altLang="en-US"/>
              <a:t>Arithmetic instructions process </a:t>
            </a:r>
            <a:r>
              <a:rPr lang="en-US" altLang="en-US" sz="3200" b="1">
                <a:solidFill>
                  <a:srgbClr val="FFC000"/>
                </a:solidFill>
              </a:rPr>
              <a:t>numerical</a:t>
            </a:r>
            <a:r>
              <a:rPr lang="en-US" altLang="en-US"/>
              <a:t> data.</a:t>
            </a:r>
          </a:p>
          <a:p>
            <a:pPr lvl="1"/>
            <a:r>
              <a:rPr lang="en-US" altLang="en-US"/>
              <a:t>Logic instructions operate on </a:t>
            </a:r>
            <a:r>
              <a:rPr lang="en-US" altLang="en-US" sz="3200" b="1">
                <a:solidFill>
                  <a:srgbClr val="FFC000"/>
                </a:solidFill>
              </a:rPr>
              <a:t>bits</a:t>
            </a:r>
            <a:r>
              <a:rPr lang="en-US" altLang="en-US"/>
              <a:t>.</a:t>
            </a:r>
          </a:p>
          <a:p>
            <a:pPr lvl="1"/>
            <a:endParaRPr lang="en-MY"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7BEFEAD9-4D85-05E7-064B-CD1354AF2562}"/>
              </a:ext>
            </a:extLst>
          </p:cNvPr>
          <p:cNvSpPr>
            <a:spLocks noGrp="1" noChangeArrowheads="1"/>
          </p:cNvSpPr>
          <p:nvPr>
            <p:ph type="title"/>
          </p:nvPr>
        </p:nvSpPr>
        <p:spPr/>
        <p:txBody>
          <a:bodyPr/>
          <a:lstStyle/>
          <a:p>
            <a:r>
              <a:rPr lang="en-US" altLang="en-US"/>
              <a:t>Instruction types</a:t>
            </a:r>
          </a:p>
        </p:txBody>
      </p:sp>
      <p:sp>
        <p:nvSpPr>
          <p:cNvPr id="79875" name="Rectangle 3">
            <a:extLst>
              <a:ext uri="{FF2B5EF4-FFF2-40B4-BE49-F238E27FC236}">
                <a16:creationId xmlns:a16="http://schemas.microsoft.com/office/drawing/2014/main" id="{AB2C60DC-CA70-5FE7-F81E-1FF0B8429631}"/>
              </a:ext>
            </a:extLst>
          </p:cNvPr>
          <p:cNvSpPr>
            <a:spLocks noGrp="1" noChangeArrowheads="1"/>
          </p:cNvSpPr>
          <p:nvPr>
            <p:ph type="body" idx="1"/>
          </p:nvPr>
        </p:nvSpPr>
        <p:spPr>
          <a:xfrm>
            <a:off x="457200" y="1885950"/>
            <a:ext cx="8178800" cy="4783138"/>
          </a:xfrm>
        </p:spPr>
        <p:txBody>
          <a:bodyPr/>
          <a:lstStyle/>
          <a:p>
            <a:r>
              <a:rPr lang="en-US" altLang="en-US" sz="3600" b="1">
                <a:solidFill>
                  <a:srgbClr val="FF0000"/>
                </a:solidFill>
              </a:rPr>
              <a:t>Data storage </a:t>
            </a:r>
            <a:r>
              <a:rPr lang="en-US" altLang="en-US"/>
              <a:t>(main memory)</a:t>
            </a:r>
          </a:p>
          <a:p>
            <a:pPr lvl="1"/>
            <a:r>
              <a:rPr lang="en-US" altLang="en-US"/>
              <a:t>Memory instructions </a:t>
            </a:r>
            <a:r>
              <a:rPr lang="en-US" altLang="en-US" sz="3200" b="1">
                <a:solidFill>
                  <a:srgbClr val="FFC000"/>
                </a:solidFill>
              </a:rPr>
              <a:t>move</a:t>
            </a:r>
            <a:r>
              <a:rPr lang="en-US" altLang="en-US"/>
              <a:t> data between </a:t>
            </a:r>
            <a:r>
              <a:rPr lang="en-US" altLang="en-US" sz="3200" b="1">
                <a:solidFill>
                  <a:srgbClr val="FFC000"/>
                </a:solidFill>
              </a:rPr>
              <a:t>memory and registers</a:t>
            </a:r>
            <a:r>
              <a:rPr lang="en-US" altLang="en-US"/>
              <a:t>.</a:t>
            </a:r>
          </a:p>
          <a:p>
            <a:pPr lvl="1"/>
            <a:endParaRPr lang="en-MY"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0951EF28-E839-508C-43B2-DCF37D327AA0}"/>
              </a:ext>
            </a:extLst>
          </p:cNvPr>
          <p:cNvSpPr>
            <a:spLocks noGrp="1" noChangeArrowheads="1"/>
          </p:cNvSpPr>
          <p:nvPr>
            <p:ph type="title"/>
          </p:nvPr>
        </p:nvSpPr>
        <p:spPr/>
        <p:txBody>
          <a:bodyPr/>
          <a:lstStyle/>
          <a:p>
            <a:r>
              <a:rPr lang="en-US" altLang="en-US"/>
              <a:t>Instruction types</a:t>
            </a:r>
            <a:endParaRPr lang="en-MY" altLang="en-US"/>
          </a:p>
        </p:txBody>
      </p:sp>
      <p:sp>
        <p:nvSpPr>
          <p:cNvPr id="80899" name="Content Placeholder 2">
            <a:extLst>
              <a:ext uri="{FF2B5EF4-FFF2-40B4-BE49-F238E27FC236}">
                <a16:creationId xmlns:a16="http://schemas.microsoft.com/office/drawing/2014/main" id="{5854A81C-B9D7-47A9-BAC2-BCAEEDE3C99F}"/>
              </a:ext>
            </a:extLst>
          </p:cNvPr>
          <p:cNvSpPr>
            <a:spLocks noGrp="1" noChangeArrowheads="1"/>
          </p:cNvSpPr>
          <p:nvPr>
            <p:ph idx="1"/>
          </p:nvPr>
        </p:nvSpPr>
        <p:spPr/>
        <p:txBody>
          <a:bodyPr/>
          <a:lstStyle/>
          <a:p>
            <a:r>
              <a:rPr lang="en-MY" altLang="en-US" sz="3600" b="1">
                <a:solidFill>
                  <a:srgbClr val="00B0F0"/>
                </a:solidFill>
              </a:rPr>
              <a:t>Data movement </a:t>
            </a:r>
            <a:r>
              <a:rPr lang="en-MY" altLang="en-US"/>
              <a:t>(I/O)</a:t>
            </a:r>
          </a:p>
          <a:p>
            <a:pPr lvl="1"/>
            <a:r>
              <a:rPr lang="en-MY" altLang="en-US"/>
              <a:t>To transfer </a:t>
            </a:r>
            <a:r>
              <a:rPr lang="en-MY" altLang="en-US" sz="3200" b="1">
                <a:solidFill>
                  <a:srgbClr val="FFC000"/>
                </a:solidFill>
              </a:rPr>
              <a:t>programs and data into memory</a:t>
            </a:r>
            <a:r>
              <a:rPr lang="en-MY" altLang="en-US"/>
              <a:t>, and </a:t>
            </a:r>
            <a:r>
              <a:rPr lang="en-MY" altLang="en-US" sz="3200" b="1">
                <a:solidFill>
                  <a:srgbClr val="FFC000"/>
                </a:solidFill>
              </a:rPr>
              <a:t>results back </a:t>
            </a:r>
            <a:r>
              <a:rPr lang="en-MY" altLang="en-US"/>
              <a:t>to the user.</a:t>
            </a:r>
          </a:p>
          <a:p>
            <a:endParaRPr lang="en-MY"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D3946412-82D5-D32D-0AB1-3E939F3EE352}"/>
              </a:ext>
            </a:extLst>
          </p:cNvPr>
          <p:cNvSpPr>
            <a:spLocks noGrp="1" noChangeArrowheads="1"/>
          </p:cNvSpPr>
          <p:nvPr>
            <p:ph type="title"/>
          </p:nvPr>
        </p:nvSpPr>
        <p:spPr/>
        <p:txBody>
          <a:bodyPr/>
          <a:lstStyle/>
          <a:p>
            <a:r>
              <a:rPr lang="en-US" altLang="en-US"/>
              <a:t>Instruction types</a:t>
            </a:r>
            <a:endParaRPr lang="en-MY" altLang="en-US"/>
          </a:p>
        </p:txBody>
      </p:sp>
      <p:sp>
        <p:nvSpPr>
          <p:cNvPr id="81923" name="Content Placeholder 2">
            <a:extLst>
              <a:ext uri="{FF2B5EF4-FFF2-40B4-BE49-F238E27FC236}">
                <a16:creationId xmlns:a16="http://schemas.microsoft.com/office/drawing/2014/main" id="{1A08032B-269B-0509-1B26-C3583A3C9C39}"/>
              </a:ext>
            </a:extLst>
          </p:cNvPr>
          <p:cNvSpPr>
            <a:spLocks noGrp="1" noChangeArrowheads="1"/>
          </p:cNvSpPr>
          <p:nvPr>
            <p:ph idx="1"/>
          </p:nvPr>
        </p:nvSpPr>
        <p:spPr/>
        <p:txBody>
          <a:bodyPr/>
          <a:lstStyle/>
          <a:p>
            <a:r>
              <a:rPr lang="en-MY" altLang="en-US" sz="3600" b="1">
                <a:solidFill>
                  <a:srgbClr val="FFC000"/>
                </a:solidFill>
              </a:rPr>
              <a:t>Program flow control</a:t>
            </a:r>
          </a:p>
          <a:p>
            <a:pPr lvl="1"/>
            <a:r>
              <a:rPr lang="en-MY" altLang="en-US"/>
              <a:t>Test instructions test the value of a data word or </a:t>
            </a:r>
            <a:r>
              <a:rPr lang="en-MY" altLang="en-US" sz="3200" b="1">
                <a:solidFill>
                  <a:srgbClr val="FFCCCC"/>
                </a:solidFill>
              </a:rPr>
              <a:t>status</a:t>
            </a:r>
            <a:r>
              <a:rPr lang="en-MY" altLang="en-US"/>
              <a:t> of a computation.</a:t>
            </a:r>
          </a:p>
          <a:p>
            <a:pPr lvl="1"/>
            <a:r>
              <a:rPr lang="en-MY" altLang="en-US"/>
              <a:t>Branch instructions </a:t>
            </a:r>
            <a:r>
              <a:rPr lang="en-MY" altLang="en-US" sz="3200" b="1">
                <a:solidFill>
                  <a:srgbClr val="FFCCCC"/>
                </a:solidFill>
              </a:rPr>
              <a:t>divert the flow </a:t>
            </a:r>
            <a:r>
              <a:rPr lang="en-MY" altLang="en-US"/>
              <a:t>of the program to a different set of instructions depending on the decision made by the test instructions.</a:t>
            </a:r>
          </a:p>
          <a:p>
            <a:endParaRPr lang="en-MY"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FD96B8-A16A-619D-B207-ACCFC5757573}"/>
              </a:ext>
            </a:extLst>
          </p:cNvPr>
          <p:cNvSpPr>
            <a:spLocks noGrp="1"/>
          </p:cNvSpPr>
          <p:nvPr>
            <p:ph type="title"/>
          </p:nvPr>
        </p:nvSpPr>
        <p:spPr/>
        <p:txBody>
          <a:bodyPr/>
          <a:lstStyle/>
          <a:p>
            <a:r>
              <a:rPr lang="en-MY" dirty="0"/>
              <a:t>Attendance </a:t>
            </a:r>
          </a:p>
        </p:txBody>
      </p:sp>
    </p:spTree>
    <p:extLst>
      <p:ext uri="{BB962C8B-B14F-4D97-AF65-F5344CB8AC3E}">
        <p14:creationId xmlns:p14="http://schemas.microsoft.com/office/powerpoint/2010/main" val="3920045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88028793-BC07-D0A8-3091-19F0A13B93E5}"/>
              </a:ext>
            </a:extLst>
          </p:cNvPr>
          <p:cNvSpPr>
            <a:spLocks noGrp="1" noChangeArrowheads="1"/>
          </p:cNvSpPr>
          <p:nvPr>
            <p:ph type="title"/>
          </p:nvPr>
        </p:nvSpPr>
        <p:spPr/>
        <p:txBody>
          <a:bodyPr/>
          <a:lstStyle/>
          <a:p>
            <a:r>
              <a:rPr lang="en-US" altLang="en-US"/>
              <a:t>Instruction types</a:t>
            </a:r>
          </a:p>
        </p:txBody>
      </p:sp>
      <p:sp>
        <p:nvSpPr>
          <p:cNvPr id="82947" name="Rectangle 3">
            <a:extLst>
              <a:ext uri="{FF2B5EF4-FFF2-40B4-BE49-F238E27FC236}">
                <a16:creationId xmlns:a16="http://schemas.microsoft.com/office/drawing/2014/main" id="{BBDCF135-BA93-909D-17DB-58FE934A8884}"/>
              </a:ext>
            </a:extLst>
          </p:cNvPr>
          <p:cNvSpPr>
            <a:spLocks noGrp="1" noChangeArrowheads="1"/>
          </p:cNvSpPr>
          <p:nvPr>
            <p:ph type="body" idx="1"/>
          </p:nvPr>
        </p:nvSpPr>
        <p:spPr>
          <a:xfrm>
            <a:off x="457200" y="1885950"/>
            <a:ext cx="8178800" cy="4783138"/>
          </a:xfrm>
        </p:spPr>
        <p:txBody>
          <a:bodyPr/>
          <a:lstStyle/>
          <a:p>
            <a:r>
              <a:rPr lang="en-US" altLang="en-US"/>
              <a:t>Depends on how many addresses required in the instruction</a:t>
            </a:r>
          </a:p>
          <a:p>
            <a:pPr lvl="1"/>
            <a:r>
              <a:rPr lang="en-US" altLang="en-US"/>
              <a:t>3-address</a:t>
            </a:r>
          </a:p>
          <a:p>
            <a:pPr lvl="1"/>
            <a:r>
              <a:rPr lang="en-US" altLang="en-US"/>
              <a:t>2-address</a:t>
            </a:r>
          </a:p>
          <a:p>
            <a:pPr lvl="1"/>
            <a:r>
              <a:rPr lang="en-US" altLang="en-US"/>
              <a:t>1-address</a:t>
            </a:r>
          </a:p>
          <a:p>
            <a:pPr lvl="1"/>
            <a:r>
              <a:rPr lang="en-US" altLang="en-US"/>
              <a:t>0-address</a:t>
            </a:r>
          </a:p>
        </p:txBody>
      </p:sp>
      <p:sp>
        <p:nvSpPr>
          <p:cNvPr id="3" name="Rectangle 30">
            <a:extLst>
              <a:ext uri="{FF2B5EF4-FFF2-40B4-BE49-F238E27FC236}">
                <a16:creationId xmlns:a16="http://schemas.microsoft.com/office/drawing/2014/main" id="{63E210EE-81E0-5877-906E-28BAD5B9EFD8}"/>
              </a:ext>
            </a:extLst>
          </p:cNvPr>
          <p:cNvSpPr>
            <a:spLocks noChangeArrowheads="1"/>
          </p:cNvSpPr>
          <p:nvPr/>
        </p:nvSpPr>
        <p:spPr bwMode="auto">
          <a:xfrm>
            <a:off x="6121189" y="5630590"/>
            <a:ext cx="7697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dirty="0">
                <a:latin typeface="Nimbus Roman No9 L" charset="0"/>
              </a:rPr>
              <a:t>Operand</a:t>
            </a:r>
            <a:endParaRPr kumimoji="0" lang="en-CA" altLang="en-US" sz="2400" dirty="0">
              <a:latin typeface="Times New Roman" panose="02020603050405020304" pitchFamily="18" charset="0"/>
            </a:endParaRPr>
          </a:p>
        </p:txBody>
      </p:sp>
      <p:sp>
        <p:nvSpPr>
          <p:cNvPr id="4" name="Rectangle 31">
            <a:extLst>
              <a:ext uri="{FF2B5EF4-FFF2-40B4-BE49-F238E27FC236}">
                <a16:creationId xmlns:a16="http://schemas.microsoft.com/office/drawing/2014/main" id="{8BDBFD77-1C3C-274D-F9B8-9CC9C918A80E}"/>
              </a:ext>
            </a:extLst>
          </p:cNvPr>
          <p:cNvSpPr>
            <a:spLocks noChangeArrowheads="1"/>
          </p:cNvSpPr>
          <p:nvPr/>
        </p:nvSpPr>
        <p:spPr bwMode="auto">
          <a:xfrm>
            <a:off x="3006179" y="5630590"/>
            <a:ext cx="9509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Operation</a:t>
            </a:r>
            <a:endParaRPr kumimoji="0" lang="en-CA" altLang="en-US" sz="2400">
              <a:latin typeface="Times New Roman" panose="02020603050405020304" pitchFamily="18" charset="0"/>
            </a:endParaRPr>
          </a:p>
        </p:txBody>
      </p:sp>
      <p:sp>
        <p:nvSpPr>
          <p:cNvPr id="5" name="Line 32">
            <a:extLst>
              <a:ext uri="{FF2B5EF4-FFF2-40B4-BE49-F238E27FC236}">
                <a16:creationId xmlns:a16="http://schemas.microsoft.com/office/drawing/2014/main" id="{3D451C31-0E55-6F6A-44D2-1FDEC72DEB1C}"/>
              </a:ext>
            </a:extLst>
          </p:cNvPr>
          <p:cNvSpPr>
            <a:spLocks noChangeShapeType="1"/>
          </p:cNvSpPr>
          <p:nvPr/>
        </p:nvSpPr>
        <p:spPr bwMode="auto">
          <a:xfrm flipV="1">
            <a:off x="4246017" y="4797152"/>
            <a:ext cx="1587" cy="452438"/>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6" name="Rectangle 34">
            <a:extLst>
              <a:ext uri="{FF2B5EF4-FFF2-40B4-BE49-F238E27FC236}">
                <a16:creationId xmlns:a16="http://schemas.microsoft.com/office/drawing/2014/main" id="{740F26A1-85D4-B438-043C-A2698831AEEC}"/>
              </a:ext>
            </a:extLst>
          </p:cNvPr>
          <p:cNvSpPr>
            <a:spLocks noChangeArrowheads="1"/>
          </p:cNvSpPr>
          <p:nvPr/>
        </p:nvSpPr>
        <p:spPr bwMode="auto">
          <a:xfrm>
            <a:off x="2699792" y="4797152"/>
            <a:ext cx="6186487" cy="452438"/>
          </a:xfrm>
          <a:prstGeom prst="rect">
            <a:avLst/>
          </a:prstGeom>
          <a:noFill/>
          <a:ln w="2381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7" name="Rectangle 35">
            <a:extLst>
              <a:ext uri="{FF2B5EF4-FFF2-40B4-BE49-F238E27FC236}">
                <a16:creationId xmlns:a16="http://schemas.microsoft.com/office/drawing/2014/main" id="{60D00C63-BA47-B3DF-2FC6-E6F8C9860489}"/>
              </a:ext>
            </a:extLst>
          </p:cNvPr>
          <p:cNvSpPr>
            <a:spLocks noChangeArrowheads="1"/>
          </p:cNvSpPr>
          <p:nvPr/>
        </p:nvSpPr>
        <p:spPr bwMode="auto">
          <a:xfrm>
            <a:off x="3247479" y="4844777"/>
            <a:ext cx="517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8 bits</a:t>
            </a:r>
            <a:endParaRPr kumimoji="0" lang="en-CA" altLang="en-US" sz="2400">
              <a:latin typeface="Times New Roman" panose="02020603050405020304" pitchFamily="18" charset="0"/>
            </a:endParaRPr>
          </a:p>
        </p:txBody>
      </p:sp>
      <p:sp>
        <p:nvSpPr>
          <p:cNvPr id="8" name="Rectangle 36">
            <a:extLst>
              <a:ext uri="{FF2B5EF4-FFF2-40B4-BE49-F238E27FC236}">
                <a16:creationId xmlns:a16="http://schemas.microsoft.com/office/drawing/2014/main" id="{936EC770-DA8C-5CB3-1EAB-460237E35582}"/>
              </a:ext>
            </a:extLst>
          </p:cNvPr>
          <p:cNvSpPr>
            <a:spLocks noChangeArrowheads="1"/>
          </p:cNvSpPr>
          <p:nvPr/>
        </p:nvSpPr>
        <p:spPr bwMode="auto">
          <a:xfrm>
            <a:off x="6054179" y="4844777"/>
            <a:ext cx="63817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24 bits</a:t>
            </a:r>
            <a:endParaRPr kumimoji="0" lang="en-CA" altLang="en-US" sz="2400">
              <a:latin typeface="Times New Roman" panose="02020603050405020304" pitchFamily="18" charset="0"/>
            </a:endParaRPr>
          </a:p>
        </p:txBody>
      </p:sp>
      <p:sp>
        <p:nvSpPr>
          <p:cNvPr id="9" name="Freeform 37">
            <a:extLst>
              <a:ext uri="{FF2B5EF4-FFF2-40B4-BE49-F238E27FC236}">
                <a16:creationId xmlns:a16="http://schemas.microsoft.com/office/drawing/2014/main" id="{8919C99E-C198-CE9E-787B-3EEED8BC1594}"/>
              </a:ext>
            </a:extLst>
          </p:cNvPr>
          <p:cNvSpPr>
            <a:spLocks/>
          </p:cNvSpPr>
          <p:nvPr/>
        </p:nvSpPr>
        <p:spPr bwMode="auto">
          <a:xfrm>
            <a:off x="6405017" y="5416277"/>
            <a:ext cx="2466975" cy="100013"/>
          </a:xfrm>
          <a:custGeom>
            <a:avLst/>
            <a:gdLst>
              <a:gd name="T0" fmla="*/ 2147483646 w 28"/>
              <a:gd name="T1" fmla="*/ 0 h 5"/>
              <a:gd name="T2" fmla="*/ 2147483646 w 28"/>
              <a:gd name="T3" fmla="*/ 2147483646 h 5"/>
              <a:gd name="T4" fmla="*/ 2147483646 w 28"/>
              <a:gd name="T5" fmla="*/ 2147483646 h 5"/>
              <a:gd name="T6" fmla="*/ 2147483646 w 28"/>
              <a:gd name="T7" fmla="*/ 2147483646 h 5"/>
              <a:gd name="T8" fmla="*/ 2147483646 w 28"/>
              <a:gd name="T9" fmla="*/ 2147483646 h 5"/>
              <a:gd name="T10" fmla="*/ 2147483646 w 28"/>
              <a:gd name="T11" fmla="*/ 2147483646 h 5"/>
              <a:gd name="T12" fmla="*/ 2147483646 w 28"/>
              <a:gd name="T13" fmla="*/ 2147483646 h 5"/>
              <a:gd name="T14" fmla="*/ 2147483646 w 28"/>
              <a:gd name="T15" fmla="*/ 2147483646 h 5"/>
              <a:gd name="T16" fmla="*/ 2147483646 w 28"/>
              <a:gd name="T17" fmla="*/ 2147483646 h 5"/>
              <a:gd name="T18" fmla="*/ 2147483646 w 28"/>
              <a:gd name="T19" fmla="*/ 2147483646 h 5"/>
              <a:gd name="T20" fmla="*/ 2147483646 w 28"/>
              <a:gd name="T21" fmla="*/ 2147483646 h 5"/>
              <a:gd name="T22" fmla="*/ 2147483646 w 28"/>
              <a:gd name="T23" fmla="*/ 2147483646 h 5"/>
              <a:gd name="T24" fmla="*/ 2147483646 w 28"/>
              <a:gd name="T25" fmla="*/ 2147483646 h 5"/>
              <a:gd name="T26" fmla="*/ 0 w 28"/>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5"/>
              <a:gd name="T44" fmla="*/ 28 w 2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5">
                <a:moveTo>
                  <a:pt x="28" y="0"/>
                </a:moveTo>
                <a:lnTo>
                  <a:pt x="27" y="1"/>
                </a:lnTo>
                <a:lnTo>
                  <a:pt x="27" y="2"/>
                </a:lnTo>
                <a:lnTo>
                  <a:pt x="26" y="2"/>
                </a:lnTo>
                <a:lnTo>
                  <a:pt x="25" y="2"/>
                </a:lnTo>
                <a:lnTo>
                  <a:pt x="18" y="2"/>
                </a:lnTo>
                <a:lnTo>
                  <a:pt x="14" y="2"/>
                </a:lnTo>
                <a:lnTo>
                  <a:pt x="10" y="2"/>
                </a:lnTo>
                <a:lnTo>
                  <a:pt x="2" y="2"/>
                </a:lnTo>
                <a:lnTo>
                  <a:pt x="1" y="2"/>
                </a:lnTo>
                <a:lnTo>
                  <a:pt x="1" y="3"/>
                </a:lnTo>
                <a:lnTo>
                  <a:pt x="0" y="5"/>
                </a:lnTo>
              </a:path>
            </a:pathLst>
          </a:custGeom>
          <a:noFill/>
          <a:ln w="2381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 name="Freeform 38">
            <a:extLst>
              <a:ext uri="{FF2B5EF4-FFF2-40B4-BE49-F238E27FC236}">
                <a16:creationId xmlns:a16="http://schemas.microsoft.com/office/drawing/2014/main" id="{6FDC6C8B-8F2E-D796-68EE-AD395391F1A2}"/>
              </a:ext>
            </a:extLst>
          </p:cNvPr>
          <p:cNvSpPr>
            <a:spLocks/>
          </p:cNvSpPr>
          <p:nvPr/>
        </p:nvSpPr>
        <p:spPr bwMode="auto">
          <a:xfrm>
            <a:off x="4341267" y="5416277"/>
            <a:ext cx="2135187" cy="100013"/>
          </a:xfrm>
          <a:custGeom>
            <a:avLst/>
            <a:gdLst>
              <a:gd name="T0" fmla="*/ 0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2147483646 w 29"/>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0" y="0"/>
                </a:moveTo>
                <a:lnTo>
                  <a:pt x="1" y="1"/>
                </a:lnTo>
                <a:lnTo>
                  <a:pt x="1" y="2"/>
                </a:lnTo>
                <a:lnTo>
                  <a:pt x="2" y="2"/>
                </a:lnTo>
                <a:lnTo>
                  <a:pt x="3" y="2"/>
                </a:lnTo>
                <a:lnTo>
                  <a:pt x="11" y="2"/>
                </a:lnTo>
                <a:lnTo>
                  <a:pt x="14" y="2"/>
                </a:lnTo>
                <a:lnTo>
                  <a:pt x="18" y="2"/>
                </a:lnTo>
                <a:lnTo>
                  <a:pt x="26" y="2"/>
                </a:lnTo>
                <a:lnTo>
                  <a:pt x="27" y="2"/>
                </a:lnTo>
                <a:lnTo>
                  <a:pt x="28" y="3"/>
                </a:lnTo>
                <a:lnTo>
                  <a:pt x="29" y="5"/>
                </a:lnTo>
              </a:path>
            </a:pathLst>
          </a:custGeom>
          <a:noFill/>
          <a:ln w="2381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1" name="Freeform 39">
            <a:extLst>
              <a:ext uri="{FF2B5EF4-FFF2-40B4-BE49-F238E27FC236}">
                <a16:creationId xmlns:a16="http://schemas.microsoft.com/office/drawing/2014/main" id="{C7B36987-D5C7-46FE-EEDC-384D1B7032B3}"/>
              </a:ext>
            </a:extLst>
          </p:cNvPr>
          <p:cNvSpPr>
            <a:spLocks/>
          </p:cNvSpPr>
          <p:nvPr/>
        </p:nvSpPr>
        <p:spPr bwMode="auto">
          <a:xfrm>
            <a:off x="3485604" y="5416277"/>
            <a:ext cx="688975" cy="119063"/>
          </a:xfrm>
          <a:custGeom>
            <a:avLst/>
            <a:gdLst>
              <a:gd name="T0" fmla="*/ 2147483646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0 w 29"/>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7" y="2"/>
                </a:lnTo>
                <a:lnTo>
                  <a:pt x="26" y="2"/>
                </a:lnTo>
                <a:lnTo>
                  <a:pt x="18" y="2"/>
                </a:lnTo>
                <a:lnTo>
                  <a:pt x="14" y="2"/>
                </a:lnTo>
                <a:lnTo>
                  <a:pt x="11" y="2"/>
                </a:lnTo>
                <a:lnTo>
                  <a:pt x="3" y="2"/>
                </a:lnTo>
                <a:lnTo>
                  <a:pt x="2" y="2"/>
                </a:lnTo>
                <a:lnTo>
                  <a:pt x="1" y="2"/>
                </a:lnTo>
                <a:lnTo>
                  <a:pt x="1" y="3"/>
                </a:lnTo>
                <a:lnTo>
                  <a:pt x="0" y="5"/>
                </a:lnTo>
              </a:path>
            </a:pathLst>
          </a:custGeom>
          <a:noFill/>
          <a:ln w="2381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2" name="Freeform 40">
            <a:extLst>
              <a:ext uri="{FF2B5EF4-FFF2-40B4-BE49-F238E27FC236}">
                <a16:creationId xmlns:a16="http://schemas.microsoft.com/office/drawing/2014/main" id="{F202D23B-56E7-CA4B-261D-BDF8FAA83989}"/>
              </a:ext>
            </a:extLst>
          </p:cNvPr>
          <p:cNvSpPr>
            <a:spLocks/>
          </p:cNvSpPr>
          <p:nvPr/>
        </p:nvSpPr>
        <p:spPr bwMode="auto">
          <a:xfrm>
            <a:off x="2795042" y="5416277"/>
            <a:ext cx="690562" cy="119063"/>
          </a:xfrm>
          <a:custGeom>
            <a:avLst/>
            <a:gdLst>
              <a:gd name="T0" fmla="*/ 0 w 29"/>
              <a:gd name="T1" fmla="*/ 0 h 5"/>
              <a:gd name="T2" fmla="*/ 2147483646 w 29"/>
              <a:gd name="T3" fmla="*/ 2147483646 h 5"/>
              <a:gd name="T4" fmla="*/ 2147483646 w 29"/>
              <a:gd name="T5" fmla="*/ 2147483646 h 5"/>
              <a:gd name="T6" fmla="*/ 2147483646 w 29"/>
              <a:gd name="T7" fmla="*/ 2147483646 h 5"/>
              <a:gd name="T8" fmla="*/ 2147483646 w 29"/>
              <a:gd name="T9" fmla="*/ 2147483646 h 5"/>
              <a:gd name="T10" fmla="*/ 2147483646 w 29"/>
              <a:gd name="T11" fmla="*/ 2147483646 h 5"/>
              <a:gd name="T12" fmla="*/ 2147483646 w 29"/>
              <a:gd name="T13" fmla="*/ 2147483646 h 5"/>
              <a:gd name="T14" fmla="*/ 2147483646 w 29"/>
              <a:gd name="T15" fmla="*/ 2147483646 h 5"/>
              <a:gd name="T16" fmla="*/ 2147483646 w 29"/>
              <a:gd name="T17" fmla="*/ 2147483646 h 5"/>
              <a:gd name="T18" fmla="*/ 2147483646 w 29"/>
              <a:gd name="T19" fmla="*/ 2147483646 h 5"/>
              <a:gd name="T20" fmla="*/ 2147483646 w 29"/>
              <a:gd name="T21" fmla="*/ 2147483646 h 5"/>
              <a:gd name="T22" fmla="*/ 2147483646 w 29"/>
              <a:gd name="T23" fmla="*/ 2147483646 h 5"/>
              <a:gd name="T24" fmla="*/ 2147483646 w 29"/>
              <a:gd name="T25" fmla="*/ 2147483646 h 5"/>
              <a:gd name="T26" fmla="*/ 2147483646 w 29"/>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
              <a:gd name="T43" fmla="*/ 0 h 5"/>
              <a:gd name="T44" fmla="*/ 29 w 29"/>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 h="5">
                <a:moveTo>
                  <a:pt x="0" y="0"/>
                </a:moveTo>
                <a:lnTo>
                  <a:pt x="1" y="1"/>
                </a:lnTo>
                <a:lnTo>
                  <a:pt x="2" y="2"/>
                </a:lnTo>
                <a:lnTo>
                  <a:pt x="3" y="2"/>
                </a:lnTo>
                <a:lnTo>
                  <a:pt x="11" y="2"/>
                </a:lnTo>
                <a:lnTo>
                  <a:pt x="15" y="2"/>
                </a:lnTo>
                <a:lnTo>
                  <a:pt x="18" y="2"/>
                </a:lnTo>
                <a:lnTo>
                  <a:pt x="26" y="2"/>
                </a:lnTo>
                <a:lnTo>
                  <a:pt x="27" y="2"/>
                </a:lnTo>
                <a:lnTo>
                  <a:pt x="28" y="3"/>
                </a:lnTo>
                <a:lnTo>
                  <a:pt x="29" y="5"/>
                </a:lnTo>
              </a:path>
            </a:pathLst>
          </a:custGeom>
          <a:noFill/>
          <a:ln w="2381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D1D2311-FF60-C6C4-7908-E1128AE0B98E}"/>
              </a:ext>
            </a:extLst>
          </p:cNvPr>
          <p:cNvSpPr>
            <a:spLocks noGrp="1" noChangeArrowheads="1"/>
          </p:cNvSpPr>
          <p:nvPr>
            <p:ph type="title"/>
          </p:nvPr>
        </p:nvSpPr>
        <p:spPr/>
        <p:txBody>
          <a:bodyPr/>
          <a:lstStyle/>
          <a:p>
            <a:r>
              <a:rPr lang="en-US" altLang="en-US"/>
              <a:t>Instruction types</a:t>
            </a:r>
          </a:p>
        </p:txBody>
      </p:sp>
      <p:sp>
        <p:nvSpPr>
          <p:cNvPr id="83971" name="Rectangle 3">
            <a:extLst>
              <a:ext uri="{FF2B5EF4-FFF2-40B4-BE49-F238E27FC236}">
                <a16:creationId xmlns:a16="http://schemas.microsoft.com/office/drawing/2014/main" id="{B8AC7199-8FA5-7A15-4B03-1287191D68D5}"/>
              </a:ext>
            </a:extLst>
          </p:cNvPr>
          <p:cNvSpPr>
            <a:spLocks noGrp="1" noChangeArrowheads="1"/>
          </p:cNvSpPr>
          <p:nvPr>
            <p:ph type="body" idx="1"/>
          </p:nvPr>
        </p:nvSpPr>
        <p:spPr>
          <a:xfrm>
            <a:off x="457200" y="1885950"/>
            <a:ext cx="8178800" cy="4783138"/>
          </a:xfrm>
        </p:spPr>
        <p:txBody>
          <a:bodyPr/>
          <a:lstStyle/>
          <a:p>
            <a:r>
              <a:rPr lang="en-US" altLang="en-US" dirty="0"/>
              <a:t>Example:</a:t>
            </a:r>
          </a:p>
          <a:p>
            <a:pPr lvl="1"/>
            <a:r>
              <a:rPr lang="en-US" altLang="en-US" dirty="0"/>
              <a:t>C = A + B</a:t>
            </a:r>
          </a:p>
          <a:p>
            <a:pPr lvl="2"/>
            <a:r>
              <a:rPr lang="en-US" altLang="en-US" dirty="0"/>
              <a:t>Variable names = memory locations (addresses) </a:t>
            </a:r>
          </a:p>
          <a:p>
            <a:pPr lvl="2"/>
            <a:r>
              <a:rPr lang="en-US" altLang="en-US" dirty="0"/>
              <a:t>Variable values = content of memory location</a:t>
            </a:r>
          </a:p>
          <a:p>
            <a:pPr lvl="2"/>
            <a:r>
              <a:rPr lang="en-US" altLang="en-US" dirty="0"/>
              <a:t>C </a:t>
            </a:r>
            <a:r>
              <a:rPr lang="en-US" altLang="en-US" dirty="0">
                <a:sym typeface="Wingdings" panose="05000000000000000000" pitchFamily="2" charset="2"/>
              </a:rPr>
              <a:t> [A] + [B]</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CA46304B-53D3-C82C-DD38-A8807AEB0687}"/>
              </a:ext>
            </a:extLst>
          </p:cNvPr>
          <p:cNvSpPr>
            <a:spLocks noGrp="1" noChangeArrowheads="1"/>
          </p:cNvSpPr>
          <p:nvPr>
            <p:ph type="title"/>
          </p:nvPr>
        </p:nvSpPr>
        <p:spPr/>
        <p:txBody>
          <a:bodyPr/>
          <a:lstStyle/>
          <a:p>
            <a:r>
              <a:rPr lang="en-US" altLang="en-US"/>
              <a:t>Three-address Instruction</a:t>
            </a:r>
          </a:p>
        </p:txBody>
      </p:sp>
      <p:sp>
        <p:nvSpPr>
          <p:cNvPr id="84995" name="Rectangle 3">
            <a:extLst>
              <a:ext uri="{FF2B5EF4-FFF2-40B4-BE49-F238E27FC236}">
                <a16:creationId xmlns:a16="http://schemas.microsoft.com/office/drawing/2014/main" id="{807449E8-E483-6280-8CF7-219FA3263B13}"/>
              </a:ext>
            </a:extLst>
          </p:cNvPr>
          <p:cNvSpPr>
            <a:spLocks noGrp="1" noChangeArrowheads="1"/>
          </p:cNvSpPr>
          <p:nvPr>
            <p:ph type="body" idx="1"/>
          </p:nvPr>
        </p:nvSpPr>
        <p:spPr>
          <a:xfrm>
            <a:off x="457200" y="1885950"/>
            <a:ext cx="8178800" cy="1975098"/>
          </a:xfrm>
        </p:spPr>
        <p:txBody>
          <a:bodyPr/>
          <a:lstStyle/>
          <a:p>
            <a:r>
              <a:rPr lang="en-US" altLang="en-US" dirty="0"/>
              <a:t>For C </a:t>
            </a:r>
            <a:r>
              <a:rPr lang="en-US" altLang="en-US" dirty="0">
                <a:sym typeface="Wingdings" panose="05000000000000000000" pitchFamily="2" charset="2"/>
              </a:rPr>
              <a:t> [A] + [B]</a:t>
            </a:r>
          </a:p>
          <a:p>
            <a:pPr lvl="1"/>
            <a:r>
              <a:rPr lang="en-US" altLang="en-US" dirty="0">
                <a:sym typeface="Wingdings" panose="05000000000000000000" pitchFamily="2" charset="2"/>
              </a:rPr>
              <a:t>Requires 3 memory locations = 3 addresses</a:t>
            </a:r>
          </a:p>
          <a:p>
            <a:pPr lvl="1"/>
            <a:r>
              <a:rPr lang="en-US" altLang="en-US" dirty="0">
                <a:sym typeface="Wingdings" panose="05000000000000000000" pitchFamily="2" charset="2"/>
              </a:rPr>
              <a:t>Add A,B,C</a:t>
            </a:r>
          </a:p>
          <a:p>
            <a:pPr lvl="1"/>
            <a:r>
              <a:rPr lang="en-US" altLang="en-US" dirty="0">
                <a:solidFill>
                  <a:schemeClr val="tx2"/>
                </a:solidFill>
                <a:sym typeface="Wingdings" panose="05000000000000000000" pitchFamily="2" charset="2"/>
              </a:rPr>
              <a:t>Operation</a:t>
            </a:r>
            <a:r>
              <a:rPr lang="en-US" altLang="en-US" dirty="0">
                <a:sym typeface="Wingdings" panose="05000000000000000000" pitchFamily="2" charset="2"/>
              </a:rPr>
              <a:t> </a:t>
            </a:r>
            <a:r>
              <a:rPr lang="en-US" altLang="en-US" dirty="0">
                <a:solidFill>
                  <a:srgbClr val="FF0000"/>
                </a:solidFill>
                <a:sym typeface="Wingdings" panose="05000000000000000000" pitchFamily="2" charset="2"/>
              </a:rPr>
              <a:t>Source1</a:t>
            </a:r>
            <a:r>
              <a:rPr lang="en-US" altLang="en-US" dirty="0">
                <a:sym typeface="Wingdings" panose="05000000000000000000" pitchFamily="2" charset="2"/>
              </a:rPr>
              <a:t>, </a:t>
            </a:r>
            <a:r>
              <a:rPr lang="en-US" altLang="en-US" dirty="0">
                <a:solidFill>
                  <a:srgbClr val="FF0000"/>
                </a:solidFill>
                <a:sym typeface="Wingdings" panose="05000000000000000000" pitchFamily="2" charset="2"/>
              </a:rPr>
              <a:t>Source2</a:t>
            </a:r>
            <a:r>
              <a:rPr lang="en-US" altLang="en-US" dirty="0">
                <a:sym typeface="Wingdings" panose="05000000000000000000" pitchFamily="2" charset="2"/>
              </a:rPr>
              <a:t>, </a:t>
            </a:r>
            <a:r>
              <a:rPr lang="en-US" altLang="en-US" dirty="0">
                <a:solidFill>
                  <a:srgbClr val="00B050"/>
                </a:solidFill>
                <a:sym typeface="Wingdings" panose="05000000000000000000" pitchFamily="2" charset="2"/>
              </a:rPr>
              <a:t>Destination</a:t>
            </a:r>
          </a:p>
        </p:txBody>
      </p:sp>
      <p:grpSp>
        <p:nvGrpSpPr>
          <p:cNvPr id="6" name="Group 5">
            <a:extLst>
              <a:ext uri="{FF2B5EF4-FFF2-40B4-BE49-F238E27FC236}">
                <a16:creationId xmlns:a16="http://schemas.microsoft.com/office/drawing/2014/main" id="{42E74D1A-AD41-EBD8-AFD7-7E6377F47BE0}"/>
              </a:ext>
            </a:extLst>
          </p:cNvPr>
          <p:cNvGrpSpPr/>
          <p:nvPr/>
        </p:nvGrpSpPr>
        <p:grpSpPr>
          <a:xfrm>
            <a:off x="1043608" y="4437112"/>
            <a:ext cx="6624736" cy="432048"/>
            <a:chOff x="899592" y="4509120"/>
            <a:chExt cx="6624736" cy="432048"/>
          </a:xfrm>
        </p:grpSpPr>
        <p:sp>
          <p:nvSpPr>
            <p:cNvPr id="2" name="Rectangle 1">
              <a:extLst>
                <a:ext uri="{FF2B5EF4-FFF2-40B4-BE49-F238E27FC236}">
                  <a16:creationId xmlns:a16="http://schemas.microsoft.com/office/drawing/2014/main" id="{131E7EBE-8998-8D4C-DFB0-CEFE322042BD}"/>
                </a:ext>
              </a:extLst>
            </p:cNvPr>
            <p:cNvSpPr/>
            <p:nvPr/>
          </p:nvSpPr>
          <p:spPr bwMode="auto">
            <a:xfrm>
              <a:off x="899592" y="4509120"/>
              <a:ext cx="1656184"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3" name="Rectangle 2">
              <a:extLst>
                <a:ext uri="{FF2B5EF4-FFF2-40B4-BE49-F238E27FC236}">
                  <a16:creationId xmlns:a16="http://schemas.microsoft.com/office/drawing/2014/main" id="{FA1E0A00-7E04-CC9C-91D5-E2C3771D47ED}"/>
                </a:ext>
              </a:extLst>
            </p:cNvPr>
            <p:cNvSpPr/>
            <p:nvPr/>
          </p:nvSpPr>
          <p:spPr bwMode="auto">
            <a:xfrm>
              <a:off x="2555776" y="4509120"/>
              <a:ext cx="1656184"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4" name="Rectangle 3">
              <a:extLst>
                <a:ext uri="{FF2B5EF4-FFF2-40B4-BE49-F238E27FC236}">
                  <a16:creationId xmlns:a16="http://schemas.microsoft.com/office/drawing/2014/main" id="{53F3A550-C23B-022C-7BAB-E1CB6AAF9982}"/>
                </a:ext>
              </a:extLst>
            </p:cNvPr>
            <p:cNvSpPr/>
            <p:nvPr/>
          </p:nvSpPr>
          <p:spPr bwMode="auto">
            <a:xfrm>
              <a:off x="4211960" y="4509120"/>
              <a:ext cx="1656184"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5" name="Rectangle 4">
              <a:extLst>
                <a:ext uri="{FF2B5EF4-FFF2-40B4-BE49-F238E27FC236}">
                  <a16:creationId xmlns:a16="http://schemas.microsoft.com/office/drawing/2014/main" id="{3FBB8004-2280-58C4-2CD6-99BCF86F100C}"/>
                </a:ext>
              </a:extLst>
            </p:cNvPr>
            <p:cNvSpPr/>
            <p:nvPr/>
          </p:nvSpPr>
          <p:spPr bwMode="auto">
            <a:xfrm>
              <a:off x="5868144" y="4509120"/>
              <a:ext cx="1656184"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grpSp>
      <p:sp>
        <p:nvSpPr>
          <p:cNvPr id="7" name="TextBox 6">
            <a:extLst>
              <a:ext uri="{FF2B5EF4-FFF2-40B4-BE49-F238E27FC236}">
                <a16:creationId xmlns:a16="http://schemas.microsoft.com/office/drawing/2014/main" id="{41186B21-EE18-0993-899D-D0573EFB3648}"/>
              </a:ext>
            </a:extLst>
          </p:cNvPr>
          <p:cNvSpPr txBox="1"/>
          <p:nvPr/>
        </p:nvSpPr>
        <p:spPr>
          <a:xfrm>
            <a:off x="1270221" y="4483859"/>
            <a:ext cx="999248" cy="338554"/>
          </a:xfrm>
          <a:prstGeom prst="rect">
            <a:avLst/>
          </a:prstGeom>
          <a:noFill/>
        </p:spPr>
        <p:txBody>
          <a:bodyPr wrap="none" rtlCol="0">
            <a:spAutoFit/>
          </a:bodyPr>
          <a:lstStyle/>
          <a:p>
            <a:r>
              <a:rPr lang="en-MY" sz="1600" dirty="0"/>
              <a:t>operation</a:t>
            </a:r>
          </a:p>
        </p:txBody>
      </p:sp>
      <p:sp>
        <p:nvSpPr>
          <p:cNvPr id="8" name="TextBox 7">
            <a:extLst>
              <a:ext uri="{FF2B5EF4-FFF2-40B4-BE49-F238E27FC236}">
                <a16:creationId xmlns:a16="http://schemas.microsoft.com/office/drawing/2014/main" id="{C69EF9AA-0E94-33B4-8791-451A08BAA656}"/>
              </a:ext>
            </a:extLst>
          </p:cNvPr>
          <p:cNvSpPr txBox="1"/>
          <p:nvPr/>
        </p:nvSpPr>
        <p:spPr>
          <a:xfrm>
            <a:off x="3388320" y="4483859"/>
            <a:ext cx="383438" cy="338554"/>
          </a:xfrm>
          <a:prstGeom prst="rect">
            <a:avLst/>
          </a:prstGeom>
          <a:noFill/>
        </p:spPr>
        <p:txBody>
          <a:bodyPr wrap="none" rtlCol="0">
            <a:spAutoFit/>
          </a:bodyPr>
          <a:lstStyle/>
          <a:p>
            <a:r>
              <a:rPr lang="en-MY" sz="1600" dirty="0"/>
              <a:t>S1</a:t>
            </a:r>
          </a:p>
        </p:txBody>
      </p:sp>
      <p:sp>
        <p:nvSpPr>
          <p:cNvPr id="9" name="TextBox 8">
            <a:extLst>
              <a:ext uri="{FF2B5EF4-FFF2-40B4-BE49-F238E27FC236}">
                <a16:creationId xmlns:a16="http://schemas.microsoft.com/office/drawing/2014/main" id="{48C18BC4-A65D-6E71-3B5D-B9CFE1AEE9EC}"/>
              </a:ext>
            </a:extLst>
          </p:cNvPr>
          <p:cNvSpPr txBox="1"/>
          <p:nvPr/>
        </p:nvSpPr>
        <p:spPr>
          <a:xfrm>
            <a:off x="5014083" y="4483859"/>
            <a:ext cx="383438" cy="338554"/>
          </a:xfrm>
          <a:prstGeom prst="rect">
            <a:avLst/>
          </a:prstGeom>
          <a:noFill/>
        </p:spPr>
        <p:txBody>
          <a:bodyPr wrap="none" rtlCol="0">
            <a:spAutoFit/>
          </a:bodyPr>
          <a:lstStyle/>
          <a:p>
            <a:r>
              <a:rPr lang="en-MY" sz="1600" dirty="0"/>
              <a:t>S2</a:t>
            </a:r>
          </a:p>
        </p:txBody>
      </p:sp>
      <p:sp>
        <p:nvSpPr>
          <p:cNvPr id="10" name="TextBox 9">
            <a:extLst>
              <a:ext uri="{FF2B5EF4-FFF2-40B4-BE49-F238E27FC236}">
                <a16:creationId xmlns:a16="http://schemas.microsoft.com/office/drawing/2014/main" id="{1FE2A3F6-208D-F937-028F-622B2B39778F}"/>
              </a:ext>
            </a:extLst>
          </p:cNvPr>
          <p:cNvSpPr txBox="1"/>
          <p:nvPr/>
        </p:nvSpPr>
        <p:spPr>
          <a:xfrm>
            <a:off x="6269134" y="4483859"/>
            <a:ext cx="1142236" cy="338554"/>
          </a:xfrm>
          <a:prstGeom prst="rect">
            <a:avLst/>
          </a:prstGeom>
          <a:noFill/>
        </p:spPr>
        <p:txBody>
          <a:bodyPr wrap="none" rtlCol="0">
            <a:spAutoFit/>
          </a:bodyPr>
          <a:lstStyle/>
          <a:p>
            <a:r>
              <a:rPr lang="en-MY" sz="1600" dirty="0"/>
              <a:t>Destination</a:t>
            </a:r>
          </a:p>
        </p:txBody>
      </p:sp>
      <p:sp>
        <p:nvSpPr>
          <p:cNvPr id="11" name="Right Brace 10">
            <a:extLst>
              <a:ext uri="{FF2B5EF4-FFF2-40B4-BE49-F238E27FC236}">
                <a16:creationId xmlns:a16="http://schemas.microsoft.com/office/drawing/2014/main" id="{9E8AE7DB-456B-2BBA-8A31-4A05CA9EFC58}"/>
              </a:ext>
            </a:extLst>
          </p:cNvPr>
          <p:cNvSpPr/>
          <p:nvPr/>
        </p:nvSpPr>
        <p:spPr bwMode="auto">
          <a:xfrm rot="5400000">
            <a:off x="4953078" y="2729960"/>
            <a:ext cx="465482" cy="4965050"/>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12" name="TextBox 11">
            <a:extLst>
              <a:ext uri="{FF2B5EF4-FFF2-40B4-BE49-F238E27FC236}">
                <a16:creationId xmlns:a16="http://schemas.microsoft.com/office/drawing/2014/main" id="{7421E2E7-1C87-D0A4-6D28-0EB9787F840A}"/>
              </a:ext>
            </a:extLst>
          </p:cNvPr>
          <p:cNvSpPr txBox="1"/>
          <p:nvPr/>
        </p:nvSpPr>
        <p:spPr>
          <a:xfrm>
            <a:off x="4811302" y="5555811"/>
            <a:ext cx="788999" cy="338554"/>
          </a:xfrm>
          <a:prstGeom prst="rect">
            <a:avLst/>
          </a:prstGeom>
          <a:noFill/>
        </p:spPr>
        <p:txBody>
          <a:bodyPr wrap="none" rtlCol="0">
            <a:spAutoFit/>
          </a:bodyPr>
          <a:lstStyle/>
          <a:p>
            <a:r>
              <a:rPr lang="en-MY" sz="1600" dirty="0"/>
              <a:t>24  bits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DE8B7DDB-5E82-6332-4C9A-A01537AF26DF}"/>
              </a:ext>
            </a:extLst>
          </p:cNvPr>
          <p:cNvSpPr>
            <a:spLocks noGrp="1" noChangeArrowheads="1"/>
          </p:cNvSpPr>
          <p:nvPr>
            <p:ph type="title"/>
          </p:nvPr>
        </p:nvSpPr>
        <p:spPr/>
        <p:txBody>
          <a:bodyPr/>
          <a:lstStyle/>
          <a:p>
            <a:r>
              <a:rPr lang="en-US" altLang="en-US"/>
              <a:t>Three-address Instruction</a:t>
            </a:r>
          </a:p>
        </p:txBody>
      </p:sp>
      <p:sp>
        <p:nvSpPr>
          <p:cNvPr id="86019" name="Rectangle 3">
            <a:extLst>
              <a:ext uri="{FF2B5EF4-FFF2-40B4-BE49-F238E27FC236}">
                <a16:creationId xmlns:a16="http://schemas.microsoft.com/office/drawing/2014/main" id="{1C9AE763-2B0E-01F5-E8B9-5C7CB88EE174}"/>
              </a:ext>
            </a:extLst>
          </p:cNvPr>
          <p:cNvSpPr>
            <a:spLocks noGrp="1" noChangeArrowheads="1"/>
          </p:cNvSpPr>
          <p:nvPr>
            <p:ph type="body" idx="1"/>
          </p:nvPr>
        </p:nvSpPr>
        <p:spPr/>
        <p:txBody>
          <a:bodyPr/>
          <a:lstStyle/>
          <a:p>
            <a:r>
              <a:rPr lang="en-US" altLang="en-US" dirty="0">
                <a:sym typeface="Wingdings" panose="05000000000000000000" pitchFamily="2" charset="2"/>
              </a:rPr>
              <a:t>Considered </a:t>
            </a:r>
            <a:r>
              <a:rPr lang="en-US" altLang="en-US" sz="3600" b="1" dirty="0">
                <a:solidFill>
                  <a:srgbClr val="92D050"/>
                </a:solidFill>
                <a:sym typeface="Wingdings" panose="05000000000000000000" pitchFamily="2" charset="2"/>
              </a:rPr>
              <a:t>too large </a:t>
            </a:r>
            <a:r>
              <a:rPr lang="en-US" altLang="en-US" dirty="0">
                <a:sym typeface="Wingdings" panose="05000000000000000000" pitchFamily="2" charset="2"/>
              </a:rPr>
              <a:t>to fit in one word</a:t>
            </a:r>
          </a:p>
          <a:p>
            <a:r>
              <a:rPr lang="en-US" altLang="en-US" dirty="0">
                <a:sym typeface="Wingdings" panose="05000000000000000000" pitchFamily="2" charset="2"/>
              </a:rPr>
              <a:t>Format</a:t>
            </a:r>
          </a:p>
        </p:txBody>
      </p:sp>
      <p:grpSp>
        <p:nvGrpSpPr>
          <p:cNvPr id="2" name="Group 1">
            <a:extLst>
              <a:ext uri="{FF2B5EF4-FFF2-40B4-BE49-F238E27FC236}">
                <a16:creationId xmlns:a16="http://schemas.microsoft.com/office/drawing/2014/main" id="{74E97CA2-A185-B521-5E62-BA4F52212EB6}"/>
              </a:ext>
            </a:extLst>
          </p:cNvPr>
          <p:cNvGrpSpPr/>
          <p:nvPr/>
        </p:nvGrpSpPr>
        <p:grpSpPr>
          <a:xfrm>
            <a:off x="1478756" y="3861048"/>
            <a:ext cx="6186487" cy="452437"/>
            <a:chOff x="1443038" y="3284538"/>
            <a:chExt cx="6186487" cy="452437"/>
          </a:xfrm>
        </p:grpSpPr>
        <p:sp>
          <p:nvSpPr>
            <p:cNvPr id="86020" name="Line 8">
              <a:extLst>
                <a:ext uri="{FF2B5EF4-FFF2-40B4-BE49-F238E27FC236}">
                  <a16:creationId xmlns:a16="http://schemas.microsoft.com/office/drawing/2014/main" id="{D7B8AACB-21AE-CCD6-EA3F-65B279CC379F}"/>
                </a:ext>
              </a:extLst>
            </p:cNvPr>
            <p:cNvSpPr>
              <a:spLocks noChangeShapeType="1"/>
            </p:cNvSpPr>
            <p:nvPr/>
          </p:nvSpPr>
          <p:spPr bwMode="auto">
            <a:xfrm flipV="1">
              <a:off x="2989263" y="3284538"/>
              <a:ext cx="1587" cy="452437"/>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86021" name="Line 9">
              <a:extLst>
                <a:ext uri="{FF2B5EF4-FFF2-40B4-BE49-F238E27FC236}">
                  <a16:creationId xmlns:a16="http://schemas.microsoft.com/office/drawing/2014/main" id="{0ACBD7B4-7994-9F01-E878-CFB95247AF4C}"/>
                </a:ext>
              </a:extLst>
            </p:cNvPr>
            <p:cNvSpPr>
              <a:spLocks noChangeShapeType="1"/>
            </p:cNvSpPr>
            <p:nvPr/>
          </p:nvSpPr>
          <p:spPr bwMode="auto">
            <a:xfrm flipV="1">
              <a:off x="4537075" y="3284538"/>
              <a:ext cx="1588" cy="452437"/>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86022" name="Line 10">
              <a:extLst>
                <a:ext uri="{FF2B5EF4-FFF2-40B4-BE49-F238E27FC236}">
                  <a16:creationId xmlns:a16="http://schemas.microsoft.com/office/drawing/2014/main" id="{4600F430-F9F5-FFC0-EDAF-D5C1CF6B4F76}"/>
                </a:ext>
              </a:extLst>
            </p:cNvPr>
            <p:cNvSpPr>
              <a:spLocks noChangeShapeType="1"/>
            </p:cNvSpPr>
            <p:nvPr/>
          </p:nvSpPr>
          <p:spPr bwMode="auto">
            <a:xfrm flipV="1">
              <a:off x="6083300" y="3284538"/>
              <a:ext cx="1588" cy="452437"/>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86023" name="Rectangle 11">
              <a:extLst>
                <a:ext uri="{FF2B5EF4-FFF2-40B4-BE49-F238E27FC236}">
                  <a16:creationId xmlns:a16="http://schemas.microsoft.com/office/drawing/2014/main" id="{D8A504B5-FF13-F0AB-8093-85E61CF22FF4}"/>
                </a:ext>
              </a:extLst>
            </p:cNvPr>
            <p:cNvSpPr>
              <a:spLocks noChangeArrowheads="1"/>
            </p:cNvSpPr>
            <p:nvPr/>
          </p:nvSpPr>
          <p:spPr bwMode="auto">
            <a:xfrm>
              <a:off x="1443038" y="3284538"/>
              <a:ext cx="6186487" cy="452437"/>
            </a:xfrm>
            <a:prstGeom prst="rect">
              <a:avLst/>
            </a:prstGeom>
            <a:noFill/>
            <a:ln w="2381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86024" name="Rectangle 12">
              <a:extLst>
                <a:ext uri="{FF2B5EF4-FFF2-40B4-BE49-F238E27FC236}">
                  <a16:creationId xmlns:a16="http://schemas.microsoft.com/office/drawing/2014/main" id="{468FF217-9AB2-1FFE-99B9-F452781610C6}"/>
                </a:ext>
              </a:extLst>
            </p:cNvPr>
            <p:cNvSpPr>
              <a:spLocks noChangeArrowheads="1"/>
            </p:cNvSpPr>
            <p:nvPr/>
          </p:nvSpPr>
          <p:spPr bwMode="auto">
            <a:xfrm>
              <a:off x="1763713" y="3332163"/>
              <a:ext cx="95091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Operation</a:t>
              </a:r>
              <a:endParaRPr kumimoji="0" lang="en-CA" altLang="en-US" sz="2400">
                <a:latin typeface="Times New Roman" panose="02020603050405020304" pitchFamily="18" charset="0"/>
              </a:endParaRPr>
            </a:p>
          </p:txBody>
        </p:sp>
        <p:sp>
          <p:nvSpPr>
            <p:cNvPr id="86025" name="Rectangle 13">
              <a:extLst>
                <a:ext uri="{FF2B5EF4-FFF2-40B4-BE49-F238E27FC236}">
                  <a16:creationId xmlns:a16="http://schemas.microsoft.com/office/drawing/2014/main" id="{E787B163-78A1-77B7-B10E-A2A44B5F9FD8}"/>
                </a:ext>
              </a:extLst>
            </p:cNvPr>
            <p:cNvSpPr>
              <a:spLocks noChangeArrowheads="1"/>
            </p:cNvSpPr>
            <p:nvPr/>
          </p:nvSpPr>
          <p:spPr bwMode="auto">
            <a:xfrm>
              <a:off x="3348038" y="3332163"/>
              <a:ext cx="8667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Source 1</a:t>
              </a:r>
              <a:endParaRPr kumimoji="0" lang="en-CA" altLang="en-US" sz="2400">
                <a:latin typeface="Times New Roman" panose="02020603050405020304" pitchFamily="18" charset="0"/>
              </a:endParaRPr>
            </a:p>
          </p:txBody>
        </p:sp>
        <p:sp>
          <p:nvSpPr>
            <p:cNvPr id="86026" name="Rectangle 14">
              <a:extLst>
                <a:ext uri="{FF2B5EF4-FFF2-40B4-BE49-F238E27FC236}">
                  <a16:creationId xmlns:a16="http://schemas.microsoft.com/office/drawing/2014/main" id="{948B58F9-8F2D-96F4-E519-C63DF46EF107}"/>
                </a:ext>
              </a:extLst>
            </p:cNvPr>
            <p:cNvSpPr>
              <a:spLocks noChangeArrowheads="1"/>
            </p:cNvSpPr>
            <p:nvPr/>
          </p:nvSpPr>
          <p:spPr bwMode="auto">
            <a:xfrm>
              <a:off x="4859338" y="3332163"/>
              <a:ext cx="8667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Source 2</a:t>
              </a:r>
              <a:endParaRPr kumimoji="0" lang="en-CA" altLang="en-US" sz="2400">
                <a:latin typeface="Times New Roman" panose="02020603050405020304" pitchFamily="18" charset="0"/>
              </a:endParaRPr>
            </a:p>
          </p:txBody>
        </p:sp>
        <p:sp>
          <p:nvSpPr>
            <p:cNvPr id="86027" name="Rectangle 15">
              <a:extLst>
                <a:ext uri="{FF2B5EF4-FFF2-40B4-BE49-F238E27FC236}">
                  <a16:creationId xmlns:a16="http://schemas.microsoft.com/office/drawing/2014/main" id="{DCF5B897-01AC-00EC-50C1-4A31D44233B5}"/>
                </a:ext>
              </a:extLst>
            </p:cNvPr>
            <p:cNvSpPr>
              <a:spLocks noChangeArrowheads="1"/>
            </p:cNvSpPr>
            <p:nvPr/>
          </p:nvSpPr>
          <p:spPr bwMode="auto">
            <a:xfrm>
              <a:off x="6300788" y="3332163"/>
              <a:ext cx="10826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Destination</a:t>
              </a:r>
              <a:endParaRPr kumimoji="0" lang="en-CA" altLang="en-US" sz="2400">
                <a:latin typeface="Times New Roman" panose="02020603050405020304" pitchFamily="18" charset="0"/>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EEEF1"/>
        </a:solidFill>
        <a:effectLst/>
      </p:bgPr>
    </p:bg>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F85798A7-D597-BC4B-1953-60994828A71A}"/>
              </a:ext>
            </a:extLst>
          </p:cNvPr>
          <p:cNvSpPr>
            <a:spLocks noGrp="1" noChangeArrowheads="1"/>
          </p:cNvSpPr>
          <p:nvPr>
            <p:ph type="body" idx="1"/>
          </p:nvPr>
        </p:nvSpPr>
        <p:spPr/>
        <p:txBody>
          <a:bodyPr/>
          <a:lstStyle/>
          <a:p>
            <a:r>
              <a:rPr lang="en-US" altLang="en-US" dirty="0">
                <a:solidFill>
                  <a:srgbClr val="000000"/>
                </a:solidFill>
              </a:rPr>
              <a:t>Three-address instruction</a:t>
            </a:r>
          </a:p>
          <a:p>
            <a:pPr marL="342900" lvl="1" indent="-342900">
              <a:buFontTx/>
              <a:buChar char="•"/>
            </a:pPr>
            <a:r>
              <a:rPr lang="en-US" altLang="en-US" dirty="0">
                <a:solidFill>
                  <a:srgbClr val="000000"/>
                </a:solidFill>
              </a:rPr>
              <a:t>What are the consequences of having 3 addresses in one instruction (+ operation)?</a:t>
            </a:r>
          </a:p>
          <a:p>
            <a:endParaRPr lang="en-US" altLang="en-US" dirty="0">
              <a:solidFill>
                <a:srgbClr val="000000"/>
              </a:solidFill>
            </a:endParaRPr>
          </a:p>
        </p:txBody>
      </p:sp>
      <p:pic>
        <p:nvPicPr>
          <p:cNvPr id="87043" name="Picture 2">
            <a:extLst>
              <a:ext uri="{FF2B5EF4-FFF2-40B4-BE49-F238E27FC236}">
                <a16:creationId xmlns:a16="http://schemas.microsoft.com/office/drawing/2014/main" id="{02FB2D11-677E-7C4E-D9FB-0BB184ECA992}"/>
              </a:ext>
            </a:extLst>
          </p:cNvPr>
          <p:cNvPicPr>
            <a:picLocks noChangeAspect="1"/>
          </p:cNvPicPr>
          <p:nvPr/>
        </p:nvPicPr>
        <p:blipFill>
          <a:blip r:embed="rId3">
            <a:extLst>
              <a:ext uri="{28A0092B-C50C-407E-A947-70E740481C1C}">
                <a14:useLocalDpi xmlns:a14="http://schemas.microsoft.com/office/drawing/2010/main" val="0"/>
              </a:ext>
            </a:extLst>
          </a:blip>
          <a:srcRect l="7277" t="27142" r="7544" b="16251"/>
          <a:stretch>
            <a:fillRect/>
          </a:stretch>
        </p:blipFill>
        <p:spPr bwMode="auto">
          <a:xfrm>
            <a:off x="6037263" y="44450"/>
            <a:ext cx="303530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 name="Group 20">
            <a:extLst>
              <a:ext uri="{FF2B5EF4-FFF2-40B4-BE49-F238E27FC236}">
                <a16:creationId xmlns:a16="http://schemas.microsoft.com/office/drawing/2014/main" id="{6E1FC504-65E6-B617-46E7-1650BDE78536}"/>
              </a:ext>
            </a:extLst>
          </p:cNvPr>
          <p:cNvGrpSpPr/>
          <p:nvPr/>
        </p:nvGrpSpPr>
        <p:grpSpPr>
          <a:xfrm>
            <a:off x="1368426" y="4077072"/>
            <a:ext cx="6186487" cy="1329604"/>
            <a:chOff x="1368426" y="4077072"/>
            <a:chExt cx="6186487" cy="1329604"/>
          </a:xfrm>
        </p:grpSpPr>
        <p:grpSp>
          <p:nvGrpSpPr>
            <p:cNvPr id="3" name="Group 2">
              <a:extLst>
                <a:ext uri="{FF2B5EF4-FFF2-40B4-BE49-F238E27FC236}">
                  <a16:creationId xmlns:a16="http://schemas.microsoft.com/office/drawing/2014/main" id="{C8AE0CE9-D424-2985-7119-85BDD90E808A}"/>
                </a:ext>
              </a:extLst>
            </p:cNvPr>
            <p:cNvGrpSpPr/>
            <p:nvPr/>
          </p:nvGrpSpPr>
          <p:grpSpPr>
            <a:xfrm>
              <a:off x="1368426" y="4077072"/>
              <a:ext cx="6186487" cy="452437"/>
              <a:chOff x="1443038" y="3284538"/>
              <a:chExt cx="6186487" cy="452437"/>
            </a:xfrm>
          </p:grpSpPr>
          <p:sp>
            <p:nvSpPr>
              <p:cNvPr id="4" name="Line 8">
                <a:extLst>
                  <a:ext uri="{FF2B5EF4-FFF2-40B4-BE49-F238E27FC236}">
                    <a16:creationId xmlns:a16="http://schemas.microsoft.com/office/drawing/2014/main" id="{6FF9BA10-D959-7628-0624-96788DDE10F1}"/>
                  </a:ext>
                </a:extLst>
              </p:cNvPr>
              <p:cNvSpPr>
                <a:spLocks noChangeShapeType="1"/>
              </p:cNvSpPr>
              <p:nvPr/>
            </p:nvSpPr>
            <p:spPr bwMode="auto">
              <a:xfrm flipV="1">
                <a:off x="2989263" y="3284538"/>
                <a:ext cx="1587" cy="452437"/>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5" name="Line 9">
                <a:extLst>
                  <a:ext uri="{FF2B5EF4-FFF2-40B4-BE49-F238E27FC236}">
                    <a16:creationId xmlns:a16="http://schemas.microsoft.com/office/drawing/2014/main" id="{E933C216-F61E-FAF5-4A01-545774661726}"/>
                  </a:ext>
                </a:extLst>
              </p:cNvPr>
              <p:cNvSpPr>
                <a:spLocks noChangeShapeType="1"/>
              </p:cNvSpPr>
              <p:nvPr/>
            </p:nvSpPr>
            <p:spPr bwMode="auto">
              <a:xfrm flipV="1">
                <a:off x="4537075" y="3284538"/>
                <a:ext cx="1588" cy="452437"/>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6" name="Line 10">
                <a:extLst>
                  <a:ext uri="{FF2B5EF4-FFF2-40B4-BE49-F238E27FC236}">
                    <a16:creationId xmlns:a16="http://schemas.microsoft.com/office/drawing/2014/main" id="{B47F162F-DF0D-437D-9D29-4FEDAAEA03C3}"/>
                  </a:ext>
                </a:extLst>
              </p:cNvPr>
              <p:cNvSpPr>
                <a:spLocks noChangeShapeType="1"/>
              </p:cNvSpPr>
              <p:nvPr/>
            </p:nvSpPr>
            <p:spPr bwMode="auto">
              <a:xfrm flipV="1">
                <a:off x="6083300" y="3284538"/>
                <a:ext cx="1588" cy="452437"/>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7" name="Rectangle 11">
                <a:extLst>
                  <a:ext uri="{FF2B5EF4-FFF2-40B4-BE49-F238E27FC236}">
                    <a16:creationId xmlns:a16="http://schemas.microsoft.com/office/drawing/2014/main" id="{95B8E8A0-12F0-6C99-0AE0-D8A000CFFD40}"/>
                  </a:ext>
                </a:extLst>
              </p:cNvPr>
              <p:cNvSpPr>
                <a:spLocks noChangeArrowheads="1"/>
              </p:cNvSpPr>
              <p:nvPr/>
            </p:nvSpPr>
            <p:spPr bwMode="auto">
              <a:xfrm>
                <a:off x="1443038" y="3284538"/>
                <a:ext cx="6186487" cy="452437"/>
              </a:xfrm>
              <a:prstGeom prst="rect">
                <a:avLst/>
              </a:prstGeom>
              <a:noFill/>
              <a:ln w="2381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8" name="Rectangle 12">
                <a:extLst>
                  <a:ext uri="{FF2B5EF4-FFF2-40B4-BE49-F238E27FC236}">
                    <a16:creationId xmlns:a16="http://schemas.microsoft.com/office/drawing/2014/main" id="{D63A3242-EA1C-F732-5CD0-52CD34DE76E5}"/>
                  </a:ext>
                </a:extLst>
              </p:cNvPr>
              <p:cNvSpPr>
                <a:spLocks noChangeArrowheads="1"/>
              </p:cNvSpPr>
              <p:nvPr/>
            </p:nvSpPr>
            <p:spPr bwMode="auto">
              <a:xfrm>
                <a:off x="1763713" y="3332163"/>
                <a:ext cx="95091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Operation</a:t>
                </a:r>
                <a:endParaRPr kumimoji="0" lang="en-CA" altLang="en-US" sz="2400">
                  <a:latin typeface="Times New Roman" panose="02020603050405020304" pitchFamily="18" charset="0"/>
                </a:endParaRPr>
              </a:p>
            </p:txBody>
          </p:sp>
          <p:sp>
            <p:nvSpPr>
              <p:cNvPr id="9" name="Rectangle 13">
                <a:extLst>
                  <a:ext uri="{FF2B5EF4-FFF2-40B4-BE49-F238E27FC236}">
                    <a16:creationId xmlns:a16="http://schemas.microsoft.com/office/drawing/2014/main" id="{5B4870EE-17DE-ADD1-515B-0186DE27BA68}"/>
                  </a:ext>
                </a:extLst>
              </p:cNvPr>
              <p:cNvSpPr>
                <a:spLocks noChangeArrowheads="1"/>
              </p:cNvSpPr>
              <p:nvPr/>
            </p:nvSpPr>
            <p:spPr bwMode="auto">
              <a:xfrm>
                <a:off x="3348038" y="3332163"/>
                <a:ext cx="8667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Source 1</a:t>
                </a:r>
                <a:endParaRPr kumimoji="0" lang="en-CA" altLang="en-US" sz="2400">
                  <a:latin typeface="Times New Roman" panose="02020603050405020304" pitchFamily="18" charset="0"/>
                </a:endParaRPr>
              </a:p>
            </p:txBody>
          </p:sp>
          <p:sp>
            <p:nvSpPr>
              <p:cNvPr id="10" name="Rectangle 14">
                <a:extLst>
                  <a:ext uri="{FF2B5EF4-FFF2-40B4-BE49-F238E27FC236}">
                    <a16:creationId xmlns:a16="http://schemas.microsoft.com/office/drawing/2014/main" id="{CFA6FA92-0F4B-9492-957C-58584E7FBE9E}"/>
                  </a:ext>
                </a:extLst>
              </p:cNvPr>
              <p:cNvSpPr>
                <a:spLocks noChangeArrowheads="1"/>
              </p:cNvSpPr>
              <p:nvPr/>
            </p:nvSpPr>
            <p:spPr bwMode="auto">
              <a:xfrm>
                <a:off x="4859338" y="3332163"/>
                <a:ext cx="8667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Source 2</a:t>
                </a:r>
                <a:endParaRPr kumimoji="0" lang="en-CA" altLang="en-US" sz="2400">
                  <a:latin typeface="Times New Roman" panose="02020603050405020304" pitchFamily="18" charset="0"/>
                </a:endParaRPr>
              </a:p>
            </p:txBody>
          </p:sp>
          <p:sp>
            <p:nvSpPr>
              <p:cNvPr id="11" name="Rectangle 15">
                <a:extLst>
                  <a:ext uri="{FF2B5EF4-FFF2-40B4-BE49-F238E27FC236}">
                    <a16:creationId xmlns:a16="http://schemas.microsoft.com/office/drawing/2014/main" id="{8C7135B2-13AA-4A0C-279F-7758D9228038}"/>
                  </a:ext>
                </a:extLst>
              </p:cNvPr>
              <p:cNvSpPr>
                <a:spLocks noChangeArrowheads="1"/>
              </p:cNvSpPr>
              <p:nvPr/>
            </p:nvSpPr>
            <p:spPr bwMode="auto">
              <a:xfrm>
                <a:off x="6300788" y="3332163"/>
                <a:ext cx="10826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Destination</a:t>
                </a:r>
                <a:endParaRPr kumimoji="0" lang="en-CA" altLang="en-US" sz="2400">
                  <a:latin typeface="Times New Roman" panose="02020603050405020304" pitchFamily="18" charset="0"/>
                </a:endParaRPr>
              </a:p>
            </p:txBody>
          </p:sp>
        </p:grpSp>
        <p:sp>
          <p:nvSpPr>
            <p:cNvPr id="12" name="Right Brace 11">
              <a:extLst>
                <a:ext uri="{FF2B5EF4-FFF2-40B4-BE49-F238E27FC236}">
                  <a16:creationId xmlns:a16="http://schemas.microsoft.com/office/drawing/2014/main" id="{58A7FDFA-E121-2965-BC33-C33D55162634}"/>
                </a:ext>
              </a:extLst>
            </p:cNvPr>
            <p:cNvSpPr/>
            <p:nvPr/>
          </p:nvSpPr>
          <p:spPr bwMode="auto">
            <a:xfrm rot="5400000">
              <a:off x="1780084" y="4156434"/>
              <a:ext cx="580058" cy="1403374"/>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13" name="TextBox 12">
              <a:extLst>
                <a:ext uri="{FF2B5EF4-FFF2-40B4-BE49-F238E27FC236}">
                  <a16:creationId xmlns:a16="http://schemas.microsoft.com/office/drawing/2014/main" id="{E7171B08-D407-4F80-7BEB-D90FF4DD1AE7}"/>
                </a:ext>
              </a:extLst>
            </p:cNvPr>
            <p:cNvSpPr txBox="1"/>
            <p:nvPr/>
          </p:nvSpPr>
          <p:spPr>
            <a:xfrm>
              <a:off x="1711771" y="5035540"/>
              <a:ext cx="684803" cy="338554"/>
            </a:xfrm>
            <a:prstGeom prst="rect">
              <a:avLst/>
            </a:prstGeom>
            <a:noFill/>
          </p:spPr>
          <p:txBody>
            <a:bodyPr wrap="none" rtlCol="0">
              <a:spAutoFit/>
            </a:bodyPr>
            <a:lstStyle/>
            <a:p>
              <a:r>
                <a:rPr lang="en-MY" sz="1600" dirty="0"/>
                <a:t>8  bits</a:t>
              </a:r>
            </a:p>
          </p:txBody>
        </p:sp>
        <p:sp>
          <p:nvSpPr>
            <p:cNvPr id="14" name="Right Brace 13">
              <a:extLst>
                <a:ext uri="{FF2B5EF4-FFF2-40B4-BE49-F238E27FC236}">
                  <a16:creationId xmlns:a16="http://schemas.microsoft.com/office/drawing/2014/main" id="{AFF9A325-44E0-C94A-7E99-5EE7487F190E}"/>
                </a:ext>
              </a:extLst>
            </p:cNvPr>
            <p:cNvSpPr/>
            <p:nvPr/>
          </p:nvSpPr>
          <p:spPr bwMode="auto">
            <a:xfrm rot="5400000">
              <a:off x="3392997" y="4189016"/>
              <a:ext cx="580058" cy="1403374"/>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15" name="TextBox 14">
              <a:extLst>
                <a:ext uri="{FF2B5EF4-FFF2-40B4-BE49-F238E27FC236}">
                  <a16:creationId xmlns:a16="http://schemas.microsoft.com/office/drawing/2014/main" id="{B6576905-E6B0-9994-4D40-1CC1A1E05051}"/>
                </a:ext>
              </a:extLst>
            </p:cNvPr>
            <p:cNvSpPr txBox="1"/>
            <p:nvPr/>
          </p:nvSpPr>
          <p:spPr>
            <a:xfrm>
              <a:off x="3324684" y="5068122"/>
              <a:ext cx="684803" cy="338554"/>
            </a:xfrm>
            <a:prstGeom prst="rect">
              <a:avLst/>
            </a:prstGeom>
            <a:noFill/>
          </p:spPr>
          <p:txBody>
            <a:bodyPr wrap="none" rtlCol="0">
              <a:spAutoFit/>
            </a:bodyPr>
            <a:lstStyle/>
            <a:p>
              <a:r>
                <a:rPr lang="en-MY" sz="1600" dirty="0"/>
                <a:t>8  bits</a:t>
              </a:r>
            </a:p>
          </p:txBody>
        </p:sp>
        <p:sp>
          <p:nvSpPr>
            <p:cNvPr id="16" name="Right Brace 15">
              <a:extLst>
                <a:ext uri="{FF2B5EF4-FFF2-40B4-BE49-F238E27FC236}">
                  <a16:creationId xmlns:a16="http://schemas.microsoft.com/office/drawing/2014/main" id="{EF2E3709-4AC3-DD9B-0AAE-67A82FE208A8}"/>
                </a:ext>
              </a:extLst>
            </p:cNvPr>
            <p:cNvSpPr/>
            <p:nvPr/>
          </p:nvSpPr>
          <p:spPr bwMode="auto">
            <a:xfrm rot="5400000">
              <a:off x="4974029" y="4189016"/>
              <a:ext cx="580058" cy="1403374"/>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17" name="TextBox 16">
              <a:extLst>
                <a:ext uri="{FF2B5EF4-FFF2-40B4-BE49-F238E27FC236}">
                  <a16:creationId xmlns:a16="http://schemas.microsoft.com/office/drawing/2014/main" id="{50A2FACD-1917-D6A9-62B2-76A04E20BD85}"/>
                </a:ext>
              </a:extLst>
            </p:cNvPr>
            <p:cNvSpPr txBox="1"/>
            <p:nvPr/>
          </p:nvSpPr>
          <p:spPr>
            <a:xfrm>
              <a:off x="4905716" y="5068122"/>
              <a:ext cx="684803" cy="338554"/>
            </a:xfrm>
            <a:prstGeom prst="rect">
              <a:avLst/>
            </a:prstGeom>
            <a:noFill/>
          </p:spPr>
          <p:txBody>
            <a:bodyPr wrap="none" rtlCol="0">
              <a:spAutoFit/>
            </a:bodyPr>
            <a:lstStyle/>
            <a:p>
              <a:r>
                <a:rPr lang="en-MY" sz="1600" dirty="0"/>
                <a:t>8  bits</a:t>
              </a:r>
            </a:p>
          </p:txBody>
        </p:sp>
        <p:sp>
          <p:nvSpPr>
            <p:cNvPr id="18" name="Right Brace 17">
              <a:extLst>
                <a:ext uri="{FF2B5EF4-FFF2-40B4-BE49-F238E27FC236}">
                  <a16:creationId xmlns:a16="http://schemas.microsoft.com/office/drawing/2014/main" id="{90D37646-422F-6BA9-C7B9-6A1F7AC2E73B}"/>
                </a:ext>
              </a:extLst>
            </p:cNvPr>
            <p:cNvSpPr/>
            <p:nvPr/>
          </p:nvSpPr>
          <p:spPr bwMode="auto">
            <a:xfrm rot="5400000">
              <a:off x="6526401" y="4189016"/>
              <a:ext cx="580058" cy="1403374"/>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19" name="TextBox 18">
              <a:extLst>
                <a:ext uri="{FF2B5EF4-FFF2-40B4-BE49-F238E27FC236}">
                  <a16:creationId xmlns:a16="http://schemas.microsoft.com/office/drawing/2014/main" id="{AB399D68-2AE7-65DE-3F03-78A7356A2AAD}"/>
                </a:ext>
              </a:extLst>
            </p:cNvPr>
            <p:cNvSpPr txBox="1"/>
            <p:nvPr/>
          </p:nvSpPr>
          <p:spPr>
            <a:xfrm>
              <a:off x="6458088" y="5068122"/>
              <a:ext cx="684803" cy="338554"/>
            </a:xfrm>
            <a:prstGeom prst="rect">
              <a:avLst/>
            </a:prstGeom>
            <a:noFill/>
          </p:spPr>
          <p:txBody>
            <a:bodyPr wrap="none" rtlCol="0">
              <a:spAutoFit/>
            </a:bodyPr>
            <a:lstStyle/>
            <a:p>
              <a:r>
                <a:rPr lang="en-MY" sz="1600" dirty="0"/>
                <a:t>8  bits</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28841-98A1-4DE2-A010-3F8FD3233CC5}"/>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E8FEA46B-1918-CF97-3521-6C772AF1F1D9}"/>
              </a:ext>
            </a:extLst>
          </p:cNvPr>
          <p:cNvSpPr>
            <a:spLocks noGrp="1"/>
          </p:cNvSpPr>
          <p:nvPr>
            <p:ph idx="1"/>
          </p:nvPr>
        </p:nvSpPr>
        <p:spPr>
          <a:xfrm>
            <a:off x="457200" y="1885950"/>
            <a:ext cx="8178800" cy="1111002"/>
          </a:xfrm>
        </p:spPr>
        <p:txBody>
          <a:bodyPr/>
          <a:lstStyle/>
          <a:p>
            <a:pPr marL="0" indent="0">
              <a:buNone/>
            </a:pPr>
            <a:r>
              <a:rPr lang="en-MY" dirty="0"/>
              <a:t>Write a program for the following function using three-address instructions:</a:t>
            </a:r>
          </a:p>
        </p:txBody>
      </p:sp>
      <p:sp>
        <p:nvSpPr>
          <p:cNvPr id="7" name="TextBox 6">
            <a:extLst>
              <a:ext uri="{FF2B5EF4-FFF2-40B4-BE49-F238E27FC236}">
                <a16:creationId xmlns:a16="http://schemas.microsoft.com/office/drawing/2014/main" id="{AD355124-B58E-ECC5-DC17-2EBFFE8196D1}"/>
              </a:ext>
            </a:extLst>
          </p:cNvPr>
          <p:cNvSpPr txBox="1"/>
          <p:nvPr/>
        </p:nvSpPr>
        <p:spPr>
          <a:xfrm>
            <a:off x="406400" y="2996952"/>
            <a:ext cx="7433034" cy="584775"/>
          </a:xfrm>
          <a:prstGeom prst="rect">
            <a:avLst/>
          </a:prstGeom>
          <a:noFill/>
        </p:spPr>
        <p:txBody>
          <a:bodyPr wrap="square">
            <a:spAutoFit/>
          </a:bodyPr>
          <a:lstStyle/>
          <a:p>
            <a:r>
              <a:rPr lang="en-MY" sz="3200" b="1" dirty="0"/>
              <a:t>Y =  (A +B) * (C +D)</a:t>
            </a:r>
          </a:p>
        </p:txBody>
      </p:sp>
      <p:grpSp>
        <p:nvGrpSpPr>
          <p:cNvPr id="12" name="Group 11">
            <a:extLst>
              <a:ext uri="{FF2B5EF4-FFF2-40B4-BE49-F238E27FC236}">
                <a16:creationId xmlns:a16="http://schemas.microsoft.com/office/drawing/2014/main" id="{6371CCCF-9E19-7BE5-E660-092F40BDC6E5}"/>
              </a:ext>
            </a:extLst>
          </p:cNvPr>
          <p:cNvGrpSpPr/>
          <p:nvPr/>
        </p:nvGrpSpPr>
        <p:grpSpPr>
          <a:xfrm>
            <a:off x="2053788" y="3845368"/>
            <a:ext cx="4623895" cy="2246769"/>
            <a:chOff x="2053788" y="3845368"/>
            <a:chExt cx="4623895" cy="2246769"/>
          </a:xfrm>
        </p:grpSpPr>
        <p:sp>
          <p:nvSpPr>
            <p:cNvPr id="8" name="TextBox 7">
              <a:extLst>
                <a:ext uri="{FF2B5EF4-FFF2-40B4-BE49-F238E27FC236}">
                  <a16:creationId xmlns:a16="http://schemas.microsoft.com/office/drawing/2014/main" id="{9F2A6554-DDB3-633B-5B32-0BBE1A6F254A}"/>
                </a:ext>
              </a:extLst>
            </p:cNvPr>
            <p:cNvSpPr txBox="1"/>
            <p:nvPr/>
          </p:nvSpPr>
          <p:spPr>
            <a:xfrm>
              <a:off x="2053788" y="3845368"/>
              <a:ext cx="2185919" cy="2246769"/>
            </a:xfrm>
            <a:prstGeom prst="rect">
              <a:avLst/>
            </a:prstGeom>
            <a:noFill/>
          </p:spPr>
          <p:txBody>
            <a:bodyPr wrap="none" rtlCol="0">
              <a:spAutoFit/>
            </a:bodyPr>
            <a:lstStyle/>
            <a:p>
              <a:r>
                <a:rPr lang="en-MY" sz="2800" dirty="0">
                  <a:solidFill>
                    <a:srgbClr val="00B050"/>
                  </a:solidFill>
                </a:rPr>
                <a:t>ADD</a:t>
              </a:r>
              <a:r>
                <a:rPr lang="en-MY" sz="2800" dirty="0"/>
                <a:t> </a:t>
              </a:r>
              <a:r>
                <a:rPr lang="en-MY" sz="2800" dirty="0">
                  <a:solidFill>
                    <a:srgbClr val="FF0000"/>
                  </a:solidFill>
                </a:rPr>
                <a:t>R1</a:t>
              </a:r>
              <a:r>
                <a:rPr lang="en-MY" sz="2800" dirty="0"/>
                <a:t>, </a:t>
              </a:r>
              <a:r>
                <a:rPr lang="en-MY" sz="2800" dirty="0">
                  <a:solidFill>
                    <a:srgbClr val="00B0F0"/>
                  </a:solidFill>
                </a:rPr>
                <a:t>A</a:t>
              </a:r>
              <a:r>
                <a:rPr lang="en-MY" sz="2800" dirty="0"/>
                <a:t>, </a:t>
              </a:r>
              <a:r>
                <a:rPr lang="en-MY" sz="2800" dirty="0">
                  <a:solidFill>
                    <a:srgbClr val="00B0F0"/>
                  </a:solidFill>
                </a:rPr>
                <a:t>B</a:t>
              </a:r>
            </a:p>
            <a:p>
              <a:endParaRPr lang="en-MY" sz="2800" dirty="0"/>
            </a:p>
            <a:p>
              <a:r>
                <a:rPr lang="en-MY" sz="2800" dirty="0">
                  <a:solidFill>
                    <a:srgbClr val="00B050"/>
                  </a:solidFill>
                </a:rPr>
                <a:t>ADD</a:t>
              </a:r>
              <a:r>
                <a:rPr lang="en-MY" sz="2800" dirty="0"/>
                <a:t> </a:t>
              </a:r>
              <a:r>
                <a:rPr lang="en-MY" sz="2800" dirty="0">
                  <a:solidFill>
                    <a:srgbClr val="FF0000"/>
                  </a:solidFill>
                </a:rPr>
                <a:t>R2</a:t>
              </a:r>
              <a:r>
                <a:rPr lang="en-MY" sz="2800" dirty="0"/>
                <a:t>, </a:t>
              </a:r>
              <a:r>
                <a:rPr lang="en-MY" sz="2800" dirty="0">
                  <a:solidFill>
                    <a:srgbClr val="00B0F0"/>
                  </a:solidFill>
                </a:rPr>
                <a:t>C</a:t>
              </a:r>
              <a:r>
                <a:rPr lang="en-MY" sz="2800" dirty="0"/>
                <a:t>, </a:t>
              </a:r>
              <a:r>
                <a:rPr lang="en-MY" sz="2800" dirty="0">
                  <a:solidFill>
                    <a:srgbClr val="00B0F0"/>
                  </a:solidFill>
                </a:rPr>
                <a:t>D</a:t>
              </a:r>
            </a:p>
            <a:p>
              <a:endParaRPr lang="en-MY" sz="2800" dirty="0"/>
            </a:p>
            <a:p>
              <a:r>
                <a:rPr lang="en-MY" sz="2800" dirty="0">
                  <a:solidFill>
                    <a:srgbClr val="00B050"/>
                  </a:solidFill>
                </a:rPr>
                <a:t>MUL</a:t>
              </a:r>
              <a:r>
                <a:rPr lang="en-MY" sz="2800" dirty="0"/>
                <a:t> </a:t>
              </a:r>
              <a:r>
                <a:rPr lang="en-MY" sz="2800" dirty="0">
                  <a:solidFill>
                    <a:srgbClr val="FF0000"/>
                  </a:solidFill>
                </a:rPr>
                <a:t>Y</a:t>
              </a:r>
              <a:r>
                <a:rPr lang="en-MY" sz="2800" dirty="0"/>
                <a:t>, </a:t>
              </a:r>
              <a:r>
                <a:rPr lang="en-MY" sz="2800" dirty="0">
                  <a:solidFill>
                    <a:srgbClr val="00B0F0"/>
                  </a:solidFill>
                </a:rPr>
                <a:t>R1</a:t>
              </a:r>
              <a:r>
                <a:rPr lang="en-MY" sz="2800" dirty="0"/>
                <a:t>, </a:t>
              </a:r>
              <a:r>
                <a:rPr lang="en-MY" sz="2800" dirty="0">
                  <a:solidFill>
                    <a:srgbClr val="00B0F0"/>
                  </a:solidFill>
                </a:rPr>
                <a:t>R2</a:t>
              </a:r>
            </a:p>
          </p:txBody>
        </p:sp>
        <p:sp>
          <p:nvSpPr>
            <p:cNvPr id="9" name="TextBox 8">
              <a:extLst>
                <a:ext uri="{FF2B5EF4-FFF2-40B4-BE49-F238E27FC236}">
                  <a16:creationId xmlns:a16="http://schemas.microsoft.com/office/drawing/2014/main" id="{DE543B45-0516-8D9C-955F-FBDC286D3942}"/>
                </a:ext>
              </a:extLst>
            </p:cNvPr>
            <p:cNvSpPr txBox="1"/>
            <p:nvPr/>
          </p:nvSpPr>
          <p:spPr>
            <a:xfrm>
              <a:off x="4508500" y="3876146"/>
              <a:ext cx="2164375" cy="400110"/>
            </a:xfrm>
            <a:prstGeom prst="rect">
              <a:avLst/>
            </a:prstGeom>
            <a:noFill/>
          </p:spPr>
          <p:txBody>
            <a:bodyPr wrap="none" rtlCol="0">
              <a:spAutoFit/>
            </a:bodyPr>
            <a:lstStyle/>
            <a:p>
              <a:r>
                <a:rPr lang="en-MY" dirty="0"/>
                <a:t>R1 </a:t>
              </a:r>
              <a:r>
                <a:rPr lang="en-MY" dirty="0">
                  <a:sym typeface="Wingdings" panose="05000000000000000000" pitchFamily="2" charset="2"/>
                </a:rPr>
                <a:t> M[A] + M [B]</a:t>
              </a:r>
              <a:endParaRPr lang="en-MY" dirty="0"/>
            </a:p>
          </p:txBody>
        </p:sp>
        <p:sp>
          <p:nvSpPr>
            <p:cNvPr id="10" name="TextBox 9">
              <a:extLst>
                <a:ext uri="{FF2B5EF4-FFF2-40B4-BE49-F238E27FC236}">
                  <a16:creationId xmlns:a16="http://schemas.microsoft.com/office/drawing/2014/main" id="{CA66923A-E28A-530A-16FD-BFFD33D4F288}"/>
                </a:ext>
              </a:extLst>
            </p:cNvPr>
            <p:cNvSpPr txBox="1"/>
            <p:nvPr/>
          </p:nvSpPr>
          <p:spPr>
            <a:xfrm>
              <a:off x="4508499" y="4768697"/>
              <a:ext cx="2169184" cy="400110"/>
            </a:xfrm>
            <a:prstGeom prst="rect">
              <a:avLst/>
            </a:prstGeom>
            <a:noFill/>
          </p:spPr>
          <p:txBody>
            <a:bodyPr wrap="none" rtlCol="0">
              <a:spAutoFit/>
            </a:bodyPr>
            <a:lstStyle/>
            <a:p>
              <a:r>
                <a:rPr lang="en-MY" dirty="0"/>
                <a:t>R2 </a:t>
              </a:r>
              <a:r>
                <a:rPr lang="en-MY" dirty="0">
                  <a:sym typeface="Wingdings" panose="05000000000000000000" pitchFamily="2" charset="2"/>
                </a:rPr>
                <a:t> M[C] + M [D]</a:t>
              </a:r>
              <a:endParaRPr lang="en-MY" dirty="0"/>
            </a:p>
          </p:txBody>
        </p:sp>
        <p:sp>
          <p:nvSpPr>
            <p:cNvPr id="11" name="TextBox 10">
              <a:extLst>
                <a:ext uri="{FF2B5EF4-FFF2-40B4-BE49-F238E27FC236}">
                  <a16:creationId xmlns:a16="http://schemas.microsoft.com/office/drawing/2014/main" id="{21790EC4-8794-1F43-14DD-9ADAF0522EDE}"/>
                </a:ext>
              </a:extLst>
            </p:cNvPr>
            <p:cNvSpPr txBox="1"/>
            <p:nvPr/>
          </p:nvSpPr>
          <p:spPr>
            <a:xfrm>
              <a:off x="4546600" y="5661248"/>
              <a:ext cx="1835759" cy="400110"/>
            </a:xfrm>
            <a:prstGeom prst="rect">
              <a:avLst/>
            </a:prstGeom>
            <a:noFill/>
          </p:spPr>
          <p:txBody>
            <a:bodyPr wrap="none" rtlCol="0">
              <a:spAutoFit/>
            </a:bodyPr>
            <a:lstStyle/>
            <a:p>
              <a:r>
                <a:rPr lang="en-MY" dirty="0"/>
                <a:t>M[Y] </a:t>
              </a:r>
              <a:r>
                <a:rPr lang="en-MY" dirty="0">
                  <a:sym typeface="Wingdings" panose="05000000000000000000" pitchFamily="2" charset="2"/>
                </a:rPr>
                <a:t> R1 * R2</a:t>
              </a:r>
              <a:endParaRPr lang="en-MY" dirty="0"/>
            </a:p>
          </p:txBody>
        </p:sp>
      </p:grpSp>
    </p:spTree>
    <p:extLst>
      <p:ext uri="{BB962C8B-B14F-4D97-AF65-F5344CB8AC3E}">
        <p14:creationId xmlns:p14="http://schemas.microsoft.com/office/powerpoint/2010/main" val="32781742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A055DE0D-D630-0E56-3A00-A31AC2CEB31D}"/>
              </a:ext>
            </a:extLst>
          </p:cNvPr>
          <p:cNvSpPr>
            <a:spLocks noGrp="1" noChangeArrowheads="1"/>
          </p:cNvSpPr>
          <p:nvPr>
            <p:ph type="title"/>
          </p:nvPr>
        </p:nvSpPr>
        <p:spPr/>
        <p:txBody>
          <a:bodyPr/>
          <a:lstStyle/>
          <a:p>
            <a:r>
              <a:rPr lang="en-US" altLang="en-US"/>
              <a:t>Two-address Instruction</a:t>
            </a:r>
          </a:p>
        </p:txBody>
      </p:sp>
      <p:sp>
        <p:nvSpPr>
          <p:cNvPr id="88067" name="Rectangle 3">
            <a:extLst>
              <a:ext uri="{FF2B5EF4-FFF2-40B4-BE49-F238E27FC236}">
                <a16:creationId xmlns:a16="http://schemas.microsoft.com/office/drawing/2014/main" id="{567327CC-3244-33A7-6656-953F80DC4996}"/>
              </a:ext>
            </a:extLst>
          </p:cNvPr>
          <p:cNvSpPr>
            <a:spLocks noGrp="1" noChangeArrowheads="1"/>
          </p:cNvSpPr>
          <p:nvPr>
            <p:ph type="body" idx="1"/>
          </p:nvPr>
        </p:nvSpPr>
        <p:spPr>
          <a:xfrm>
            <a:off x="457200" y="1885951"/>
            <a:ext cx="8178800" cy="2263130"/>
          </a:xfrm>
        </p:spPr>
        <p:txBody>
          <a:bodyPr/>
          <a:lstStyle/>
          <a:p>
            <a:pPr>
              <a:lnSpc>
                <a:spcPct val="90000"/>
              </a:lnSpc>
            </a:pPr>
            <a:r>
              <a:rPr lang="en-US" altLang="en-US" dirty="0"/>
              <a:t>Simplify C </a:t>
            </a:r>
            <a:r>
              <a:rPr lang="en-US" altLang="en-US" dirty="0">
                <a:sym typeface="Wingdings" panose="05000000000000000000" pitchFamily="2" charset="2"/>
              </a:rPr>
              <a:t> [A] + [B]</a:t>
            </a:r>
          </a:p>
          <a:p>
            <a:pPr>
              <a:lnSpc>
                <a:spcPct val="90000"/>
              </a:lnSpc>
            </a:pPr>
            <a:r>
              <a:rPr lang="en-US" altLang="en-US" dirty="0">
                <a:sym typeface="Wingdings" panose="05000000000000000000" pitchFamily="2" charset="2"/>
              </a:rPr>
              <a:t>Consider </a:t>
            </a:r>
            <a:r>
              <a:rPr lang="en-US" altLang="en-US" b="1" dirty="0">
                <a:solidFill>
                  <a:srgbClr val="00B0F0"/>
                </a:solidFill>
                <a:sym typeface="Wingdings" panose="05000000000000000000" pitchFamily="2" charset="2"/>
              </a:rPr>
              <a:t>B</a:t>
            </a:r>
            <a:r>
              <a:rPr lang="en-US" altLang="en-US" dirty="0"/>
              <a:t> </a:t>
            </a:r>
            <a:r>
              <a:rPr lang="en-US" altLang="en-US" dirty="0">
                <a:sym typeface="Wingdings" panose="05000000000000000000" pitchFamily="2" charset="2"/>
              </a:rPr>
              <a:t> [A] + [</a:t>
            </a:r>
            <a:r>
              <a:rPr lang="en-US" altLang="en-US" b="1" dirty="0">
                <a:solidFill>
                  <a:srgbClr val="00B0F0"/>
                </a:solidFill>
                <a:sym typeface="Wingdings" panose="05000000000000000000" pitchFamily="2" charset="2"/>
              </a:rPr>
              <a:t>B</a:t>
            </a:r>
            <a:r>
              <a:rPr lang="en-US" altLang="en-US" dirty="0">
                <a:sym typeface="Wingdings" panose="05000000000000000000" pitchFamily="2" charset="2"/>
              </a:rPr>
              <a:t>]</a:t>
            </a:r>
          </a:p>
          <a:p>
            <a:pPr lvl="1">
              <a:lnSpc>
                <a:spcPct val="90000"/>
              </a:lnSpc>
            </a:pPr>
            <a:r>
              <a:rPr lang="en-US" altLang="en-US" dirty="0">
                <a:sym typeface="Wingdings" panose="05000000000000000000" pitchFamily="2" charset="2"/>
              </a:rPr>
              <a:t>Requires 2 memory locations = 2 addresses</a:t>
            </a:r>
          </a:p>
          <a:p>
            <a:pPr lvl="1">
              <a:lnSpc>
                <a:spcPct val="90000"/>
              </a:lnSpc>
            </a:pPr>
            <a:r>
              <a:rPr lang="en-US" altLang="en-US" dirty="0">
                <a:sym typeface="Wingdings" panose="05000000000000000000" pitchFamily="2" charset="2"/>
              </a:rPr>
              <a:t>Add A,B</a:t>
            </a:r>
          </a:p>
          <a:p>
            <a:pPr lvl="1">
              <a:lnSpc>
                <a:spcPct val="90000"/>
              </a:lnSpc>
            </a:pPr>
            <a:r>
              <a:rPr lang="en-US" altLang="en-US" dirty="0">
                <a:solidFill>
                  <a:schemeClr val="tx2"/>
                </a:solidFill>
                <a:sym typeface="Wingdings" panose="05000000000000000000" pitchFamily="2" charset="2"/>
              </a:rPr>
              <a:t>Operation</a:t>
            </a:r>
            <a:r>
              <a:rPr lang="en-US" altLang="en-US" dirty="0">
                <a:sym typeface="Wingdings" panose="05000000000000000000" pitchFamily="2" charset="2"/>
              </a:rPr>
              <a:t> </a:t>
            </a:r>
            <a:r>
              <a:rPr lang="en-US" altLang="en-US" dirty="0">
                <a:solidFill>
                  <a:srgbClr val="FF0000"/>
                </a:solidFill>
                <a:sym typeface="Wingdings" panose="05000000000000000000" pitchFamily="2" charset="2"/>
              </a:rPr>
              <a:t>Source</a:t>
            </a:r>
            <a:r>
              <a:rPr lang="en-US" altLang="en-US" dirty="0">
                <a:sym typeface="Wingdings" panose="05000000000000000000" pitchFamily="2" charset="2"/>
              </a:rPr>
              <a:t>, </a:t>
            </a:r>
            <a:r>
              <a:rPr lang="en-US" altLang="en-US" dirty="0">
                <a:solidFill>
                  <a:srgbClr val="00B050"/>
                </a:solidFill>
                <a:sym typeface="Wingdings" panose="05000000000000000000" pitchFamily="2" charset="2"/>
              </a:rPr>
              <a:t>Destination</a:t>
            </a:r>
          </a:p>
        </p:txBody>
      </p:sp>
      <p:grpSp>
        <p:nvGrpSpPr>
          <p:cNvPr id="2" name="Group 1">
            <a:extLst>
              <a:ext uri="{FF2B5EF4-FFF2-40B4-BE49-F238E27FC236}">
                <a16:creationId xmlns:a16="http://schemas.microsoft.com/office/drawing/2014/main" id="{40F931C2-317D-2A60-64BC-E722C5A802FD}"/>
              </a:ext>
            </a:extLst>
          </p:cNvPr>
          <p:cNvGrpSpPr/>
          <p:nvPr/>
        </p:nvGrpSpPr>
        <p:grpSpPr>
          <a:xfrm>
            <a:off x="1112114" y="4974600"/>
            <a:ext cx="6624736" cy="432048"/>
            <a:chOff x="899592" y="4509120"/>
            <a:chExt cx="6624736" cy="432048"/>
          </a:xfrm>
        </p:grpSpPr>
        <p:sp>
          <p:nvSpPr>
            <p:cNvPr id="3" name="Rectangle 2">
              <a:extLst>
                <a:ext uri="{FF2B5EF4-FFF2-40B4-BE49-F238E27FC236}">
                  <a16:creationId xmlns:a16="http://schemas.microsoft.com/office/drawing/2014/main" id="{72DDEBBC-6656-BC74-0411-65E77177DAD5}"/>
                </a:ext>
              </a:extLst>
            </p:cNvPr>
            <p:cNvSpPr/>
            <p:nvPr/>
          </p:nvSpPr>
          <p:spPr bwMode="auto">
            <a:xfrm>
              <a:off x="899592" y="4509120"/>
              <a:ext cx="1656184"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4" name="Rectangle 3">
              <a:extLst>
                <a:ext uri="{FF2B5EF4-FFF2-40B4-BE49-F238E27FC236}">
                  <a16:creationId xmlns:a16="http://schemas.microsoft.com/office/drawing/2014/main" id="{68E1495B-B2BE-4B92-78A7-D189B7886F32}"/>
                </a:ext>
              </a:extLst>
            </p:cNvPr>
            <p:cNvSpPr/>
            <p:nvPr/>
          </p:nvSpPr>
          <p:spPr bwMode="auto">
            <a:xfrm>
              <a:off x="2555776" y="4509120"/>
              <a:ext cx="2451774"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6" name="Rectangle 5">
              <a:extLst>
                <a:ext uri="{FF2B5EF4-FFF2-40B4-BE49-F238E27FC236}">
                  <a16:creationId xmlns:a16="http://schemas.microsoft.com/office/drawing/2014/main" id="{46068F92-757D-5932-FD34-1F36C5644A24}"/>
                </a:ext>
              </a:extLst>
            </p:cNvPr>
            <p:cNvSpPr/>
            <p:nvPr/>
          </p:nvSpPr>
          <p:spPr bwMode="auto">
            <a:xfrm>
              <a:off x="5007550" y="4509120"/>
              <a:ext cx="2516778"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grpSp>
      <p:sp>
        <p:nvSpPr>
          <p:cNvPr id="7" name="TextBox 6">
            <a:extLst>
              <a:ext uri="{FF2B5EF4-FFF2-40B4-BE49-F238E27FC236}">
                <a16:creationId xmlns:a16="http://schemas.microsoft.com/office/drawing/2014/main" id="{629B7D5D-81DC-9E18-C795-1A66E67424E2}"/>
              </a:ext>
            </a:extLst>
          </p:cNvPr>
          <p:cNvSpPr txBox="1"/>
          <p:nvPr/>
        </p:nvSpPr>
        <p:spPr>
          <a:xfrm>
            <a:off x="1338727" y="5021347"/>
            <a:ext cx="999248" cy="338554"/>
          </a:xfrm>
          <a:prstGeom prst="rect">
            <a:avLst/>
          </a:prstGeom>
          <a:noFill/>
        </p:spPr>
        <p:txBody>
          <a:bodyPr wrap="none" rtlCol="0">
            <a:spAutoFit/>
          </a:bodyPr>
          <a:lstStyle/>
          <a:p>
            <a:r>
              <a:rPr lang="en-MY" sz="1600" dirty="0"/>
              <a:t>operation</a:t>
            </a:r>
          </a:p>
        </p:txBody>
      </p:sp>
      <p:sp>
        <p:nvSpPr>
          <p:cNvPr id="8" name="TextBox 7">
            <a:extLst>
              <a:ext uri="{FF2B5EF4-FFF2-40B4-BE49-F238E27FC236}">
                <a16:creationId xmlns:a16="http://schemas.microsoft.com/office/drawing/2014/main" id="{01958F98-E375-C256-80D6-5BCDB133ED2E}"/>
              </a:ext>
            </a:extLst>
          </p:cNvPr>
          <p:cNvSpPr txBox="1"/>
          <p:nvPr/>
        </p:nvSpPr>
        <p:spPr>
          <a:xfrm>
            <a:off x="3802440" y="5021347"/>
            <a:ext cx="383438" cy="338554"/>
          </a:xfrm>
          <a:prstGeom prst="rect">
            <a:avLst/>
          </a:prstGeom>
          <a:noFill/>
        </p:spPr>
        <p:txBody>
          <a:bodyPr wrap="none" rtlCol="0">
            <a:spAutoFit/>
          </a:bodyPr>
          <a:lstStyle/>
          <a:p>
            <a:r>
              <a:rPr lang="en-MY" sz="1600" dirty="0"/>
              <a:t>S1</a:t>
            </a:r>
          </a:p>
        </p:txBody>
      </p:sp>
      <p:sp>
        <p:nvSpPr>
          <p:cNvPr id="10" name="TextBox 9">
            <a:extLst>
              <a:ext uri="{FF2B5EF4-FFF2-40B4-BE49-F238E27FC236}">
                <a16:creationId xmlns:a16="http://schemas.microsoft.com/office/drawing/2014/main" id="{5CA7F791-8E67-659D-9543-85B7FE477F4D}"/>
              </a:ext>
            </a:extLst>
          </p:cNvPr>
          <p:cNvSpPr txBox="1"/>
          <p:nvPr/>
        </p:nvSpPr>
        <p:spPr>
          <a:xfrm>
            <a:off x="6337640" y="5021347"/>
            <a:ext cx="1142236" cy="338554"/>
          </a:xfrm>
          <a:prstGeom prst="rect">
            <a:avLst/>
          </a:prstGeom>
          <a:noFill/>
        </p:spPr>
        <p:txBody>
          <a:bodyPr wrap="none" rtlCol="0">
            <a:spAutoFit/>
          </a:bodyPr>
          <a:lstStyle/>
          <a:p>
            <a:r>
              <a:rPr lang="en-MY" sz="1600" dirty="0"/>
              <a:t>Destination</a:t>
            </a:r>
          </a:p>
        </p:txBody>
      </p:sp>
      <p:sp>
        <p:nvSpPr>
          <p:cNvPr id="11" name="Right Brace 10">
            <a:extLst>
              <a:ext uri="{FF2B5EF4-FFF2-40B4-BE49-F238E27FC236}">
                <a16:creationId xmlns:a16="http://schemas.microsoft.com/office/drawing/2014/main" id="{6389A088-82DC-EDBC-029B-C94C21785283}"/>
              </a:ext>
            </a:extLst>
          </p:cNvPr>
          <p:cNvSpPr/>
          <p:nvPr/>
        </p:nvSpPr>
        <p:spPr bwMode="auto">
          <a:xfrm rot="5400000">
            <a:off x="5021584" y="3267448"/>
            <a:ext cx="465482" cy="4965050"/>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12" name="TextBox 11">
            <a:extLst>
              <a:ext uri="{FF2B5EF4-FFF2-40B4-BE49-F238E27FC236}">
                <a16:creationId xmlns:a16="http://schemas.microsoft.com/office/drawing/2014/main" id="{FEF10D75-12B4-24A9-3B9C-78EFDA59140E}"/>
              </a:ext>
            </a:extLst>
          </p:cNvPr>
          <p:cNvSpPr txBox="1"/>
          <p:nvPr/>
        </p:nvSpPr>
        <p:spPr>
          <a:xfrm>
            <a:off x="4879808" y="6093299"/>
            <a:ext cx="788999" cy="338554"/>
          </a:xfrm>
          <a:prstGeom prst="rect">
            <a:avLst/>
          </a:prstGeom>
          <a:noFill/>
        </p:spPr>
        <p:txBody>
          <a:bodyPr wrap="none" rtlCol="0">
            <a:spAutoFit/>
          </a:bodyPr>
          <a:lstStyle/>
          <a:p>
            <a:r>
              <a:rPr lang="en-MY" sz="1600" dirty="0"/>
              <a:t>24  bits</a:t>
            </a:r>
          </a:p>
        </p:txBody>
      </p:sp>
      <p:sp>
        <p:nvSpPr>
          <p:cNvPr id="5" name="Right Brace 4">
            <a:extLst>
              <a:ext uri="{FF2B5EF4-FFF2-40B4-BE49-F238E27FC236}">
                <a16:creationId xmlns:a16="http://schemas.microsoft.com/office/drawing/2014/main" id="{2081BE86-F382-76CC-5941-91F4623D2445}"/>
              </a:ext>
            </a:extLst>
          </p:cNvPr>
          <p:cNvSpPr/>
          <p:nvPr/>
        </p:nvSpPr>
        <p:spPr bwMode="auto">
          <a:xfrm rot="16200000" flipV="1">
            <a:off x="1650177" y="3964233"/>
            <a:ext cx="580058" cy="1403374"/>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9" name="TextBox 8">
            <a:extLst>
              <a:ext uri="{FF2B5EF4-FFF2-40B4-BE49-F238E27FC236}">
                <a16:creationId xmlns:a16="http://schemas.microsoft.com/office/drawing/2014/main" id="{EED7091E-086A-EF7C-FA86-70CDB9D1A430}"/>
              </a:ext>
            </a:extLst>
          </p:cNvPr>
          <p:cNvSpPr txBox="1"/>
          <p:nvPr/>
        </p:nvSpPr>
        <p:spPr>
          <a:xfrm>
            <a:off x="1597803" y="4093209"/>
            <a:ext cx="684803" cy="338554"/>
          </a:xfrm>
          <a:prstGeom prst="rect">
            <a:avLst/>
          </a:prstGeom>
          <a:noFill/>
        </p:spPr>
        <p:txBody>
          <a:bodyPr wrap="none" rtlCol="0">
            <a:spAutoFit/>
          </a:bodyPr>
          <a:lstStyle/>
          <a:p>
            <a:r>
              <a:rPr lang="en-MY" sz="1600" dirty="0"/>
              <a:t>8  bits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6D60E0BF-32A2-E301-76ED-CD78A48986C8}"/>
              </a:ext>
            </a:extLst>
          </p:cNvPr>
          <p:cNvSpPr>
            <a:spLocks noGrp="1" noChangeArrowheads="1"/>
          </p:cNvSpPr>
          <p:nvPr>
            <p:ph type="title"/>
          </p:nvPr>
        </p:nvSpPr>
        <p:spPr/>
        <p:txBody>
          <a:bodyPr/>
          <a:lstStyle/>
          <a:p>
            <a:r>
              <a:rPr lang="en-US" altLang="en-US"/>
              <a:t>Two-address Instruction</a:t>
            </a:r>
          </a:p>
        </p:txBody>
      </p:sp>
      <p:sp>
        <p:nvSpPr>
          <p:cNvPr id="89091" name="Rectangle 3">
            <a:extLst>
              <a:ext uri="{FF2B5EF4-FFF2-40B4-BE49-F238E27FC236}">
                <a16:creationId xmlns:a16="http://schemas.microsoft.com/office/drawing/2014/main" id="{BFC442A6-DB0F-07F1-48D1-E3D064D2C6D8}"/>
              </a:ext>
            </a:extLst>
          </p:cNvPr>
          <p:cNvSpPr>
            <a:spLocks noGrp="1" noChangeArrowheads="1"/>
          </p:cNvSpPr>
          <p:nvPr>
            <p:ph type="body" idx="1"/>
          </p:nvPr>
        </p:nvSpPr>
        <p:spPr>
          <a:xfrm>
            <a:off x="457200" y="1885950"/>
            <a:ext cx="8178800" cy="4422775"/>
          </a:xfrm>
        </p:spPr>
        <p:txBody>
          <a:bodyPr/>
          <a:lstStyle/>
          <a:p>
            <a:pPr>
              <a:lnSpc>
                <a:spcPct val="90000"/>
              </a:lnSpc>
            </a:pPr>
            <a:r>
              <a:rPr lang="en-US" altLang="en-US" dirty="0">
                <a:sym typeface="Wingdings" panose="05000000000000000000" pitchFamily="2" charset="2"/>
              </a:rPr>
              <a:t>Original </a:t>
            </a:r>
            <a:r>
              <a:rPr lang="en-US" altLang="en-US" dirty="0"/>
              <a:t>C </a:t>
            </a:r>
            <a:r>
              <a:rPr lang="en-US" altLang="en-US" dirty="0">
                <a:sym typeface="Wingdings" panose="05000000000000000000" pitchFamily="2" charset="2"/>
              </a:rPr>
              <a:t> [A] + [B] can still be accomplished</a:t>
            </a:r>
          </a:p>
          <a:p>
            <a:pPr lvl="1">
              <a:lnSpc>
                <a:spcPct val="90000"/>
              </a:lnSpc>
            </a:pPr>
            <a:r>
              <a:rPr lang="en-US" altLang="en-US" dirty="0">
                <a:sym typeface="Wingdings" panose="05000000000000000000" pitchFamily="2" charset="2"/>
              </a:rPr>
              <a:t>Move B,C</a:t>
            </a:r>
          </a:p>
          <a:p>
            <a:pPr lvl="1">
              <a:lnSpc>
                <a:spcPct val="90000"/>
              </a:lnSpc>
            </a:pPr>
            <a:r>
              <a:rPr lang="en-US" altLang="en-US" dirty="0">
                <a:sym typeface="Wingdings" panose="05000000000000000000" pitchFamily="2" charset="2"/>
              </a:rPr>
              <a:t>Add A,C</a:t>
            </a:r>
          </a:p>
          <a:p>
            <a:pPr>
              <a:lnSpc>
                <a:spcPct val="90000"/>
              </a:lnSpc>
            </a:pPr>
            <a:r>
              <a:rPr lang="en-US" altLang="en-US" dirty="0">
                <a:sym typeface="Wingdings" panose="05000000000000000000" pitchFamily="2" charset="2"/>
              </a:rPr>
              <a:t>2-address sometimes </a:t>
            </a:r>
            <a:r>
              <a:rPr lang="en-US" altLang="en-US" sz="3600" b="1" dirty="0">
                <a:solidFill>
                  <a:srgbClr val="FF0000"/>
                </a:solidFill>
                <a:sym typeface="Wingdings" panose="05000000000000000000" pitchFamily="2" charset="2"/>
              </a:rPr>
              <a:t>still too long</a:t>
            </a:r>
            <a:endParaRPr lang="en-US" altLang="en-US" b="1" dirty="0">
              <a:solidFill>
                <a:srgbClr val="FF0000"/>
              </a:solidFill>
              <a:sym typeface="Wingdings" panose="05000000000000000000" pitchFamily="2" charset="2"/>
            </a:endParaRPr>
          </a:p>
          <a:p>
            <a:pPr>
              <a:lnSpc>
                <a:spcPct val="90000"/>
              </a:lnSpc>
            </a:pPr>
            <a:r>
              <a:rPr lang="en-US" altLang="en-US" dirty="0">
                <a:sym typeface="Wingdings" panose="05000000000000000000" pitchFamily="2" charset="2"/>
              </a:rPr>
              <a:t>Format</a:t>
            </a:r>
          </a:p>
        </p:txBody>
      </p:sp>
      <p:grpSp>
        <p:nvGrpSpPr>
          <p:cNvPr id="4" name="Group 3">
            <a:extLst>
              <a:ext uri="{FF2B5EF4-FFF2-40B4-BE49-F238E27FC236}">
                <a16:creationId xmlns:a16="http://schemas.microsoft.com/office/drawing/2014/main" id="{68D714DE-5CDE-3D9A-78B5-9480B062BE61}"/>
              </a:ext>
            </a:extLst>
          </p:cNvPr>
          <p:cNvGrpSpPr/>
          <p:nvPr/>
        </p:nvGrpSpPr>
        <p:grpSpPr>
          <a:xfrm>
            <a:off x="1478756" y="4365104"/>
            <a:ext cx="6186488" cy="463550"/>
            <a:chOff x="1476375" y="4581525"/>
            <a:chExt cx="6186488" cy="463550"/>
          </a:xfrm>
        </p:grpSpPr>
        <p:sp>
          <p:nvSpPr>
            <p:cNvPr id="89092" name="Line 4">
              <a:extLst>
                <a:ext uri="{FF2B5EF4-FFF2-40B4-BE49-F238E27FC236}">
                  <a16:creationId xmlns:a16="http://schemas.microsoft.com/office/drawing/2014/main" id="{383B48AA-834C-BDC7-26DB-2BE2C4C9D12C}"/>
                </a:ext>
              </a:extLst>
            </p:cNvPr>
            <p:cNvSpPr>
              <a:spLocks noChangeShapeType="1"/>
            </p:cNvSpPr>
            <p:nvPr/>
          </p:nvSpPr>
          <p:spPr bwMode="auto">
            <a:xfrm flipV="1">
              <a:off x="3022600" y="4592638"/>
              <a:ext cx="1588" cy="452437"/>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89093" name="Rectangle 5">
              <a:extLst>
                <a:ext uri="{FF2B5EF4-FFF2-40B4-BE49-F238E27FC236}">
                  <a16:creationId xmlns:a16="http://schemas.microsoft.com/office/drawing/2014/main" id="{1B5AEF72-1778-5196-3641-020E87663765}"/>
                </a:ext>
              </a:extLst>
            </p:cNvPr>
            <p:cNvSpPr>
              <a:spLocks noChangeArrowheads="1"/>
            </p:cNvSpPr>
            <p:nvPr/>
          </p:nvSpPr>
          <p:spPr bwMode="auto">
            <a:xfrm>
              <a:off x="1476375" y="4592638"/>
              <a:ext cx="6186488" cy="452437"/>
            </a:xfrm>
            <a:prstGeom prst="rect">
              <a:avLst/>
            </a:prstGeom>
            <a:noFill/>
            <a:ln w="2381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89094" name="Rectangle 6">
              <a:extLst>
                <a:ext uri="{FF2B5EF4-FFF2-40B4-BE49-F238E27FC236}">
                  <a16:creationId xmlns:a16="http://schemas.microsoft.com/office/drawing/2014/main" id="{27516823-61F6-E176-A858-7F339FBC9D0F}"/>
                </a:ext>
              </a:extLst>
            </p:cNvPr>
            <p:cNvSpPr>
              <a:spLocks noChangeArrowheads="1"/>
            </p:cNvSpPr>
            <p:nvPr/>
          </p:nvSpPr>
          <p:spPr bwMode="auto">
            <a:xfrm>
              <a:off x="1797050" y="4640263"/>
              <a:ext cx="9509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Operation</a:t>
              </a:r>
              <a:endParaRPr kumimoji="0" lang="en-CA" altLang="en-US" sz="2400">
                <a:latin typeface="Times New Roman" panose="02020603050405020304" pitchFamily="18" charset="0"/>
              </a:endParaRPr>
            </a:p>
          </p:txBody>
        </p:sp>
        <p:sp>
          <p:nvSpPr>
            <p:cNvPr id="89095" name="Rectangle 7">
              <a:extLst>
                <a:ext uri="{FF2B5EF4-FFF2-40B4-BE49-F238E27FC236}">
                  <a16:creationId xmlns:a16="http://schemas.microsoft.com/office/drawing/2014/main" id="{E8983BDC-FDBA-E814-365F-6D271FADC3AC}"/>
                </a:ext>
              </a:extLst>
            </p:cNvPr>
            <p:cNvSpPr>
              <a:spLocks noChangeArrowheads="1"/>
            </p:cNvSpPr>
            <p:nvPr/>
          </p:nvSpPr>
          <p:spPr bwMode="auto">
            <a:xfrm>
              <a:off x="3813175" y="4640263"/>
              <a:ext cx="6858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Source</a:t>
              </a:r>
              <a:endParaRPr kumimoji="0" lang="en-CA" altLang="en-US" sz="2400">
                <a:latin typeface="Times New Roman" panose="02020603050405020304" pitchFamily="18" charset="0"/>
              </a:endParaRPr>
            </a:p>
          </p:txBody>
        </p:sp>
        <p:sp>
          <p:nvSpPr>
            <p:cNvPr id="89096" name="Rectangle 8">
              <a:extLst>
                <a:ext uri="{FF2B5EF4-FFF2-40B4-BE49-F238E27FC236}">
                  <a16:creationId xmlns:a16="http://schemas.microsoft.com/office/drawing/2014/main" id="{413AF791-5A8F-2561-1419-AC0A23F40072}"/>
                </a:ext>
              </a:extLst>
            </p:cNvPr>
            <p:cNvSpPr>
              <a:spLocks noChangeArrowheads="1"/>
            </p:cNvSpPr>
            <p:nvPr/>
          </p:nvSpPr>
          <p:spPr bwMode="auto">
            <a:xfrm>
              <a:off x="5970588" y="4641850"/>
              <a:ext cx="108267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Destination</a:t>
              </a:r>
              <a:endParaRPr kumimoji="0" lang="en-CA" altLang="en-US" sz="2400">
                <a:latin typeface="Times New Roman" panose="02020603050405020304" pitchFamily="18" charset="0"/>
              </a:endParaRPr>
            </a:p>
          </p:txBody>
        </p:sp>
        <p:sp>
          <p:nvSpPr>
            <p:cNvPr id="89097" name="Line 9">
              <a:extLst>
                <a:ext uri="{FF2B5EF4-FFF2-40B4-BE49-F238E27FC236}">
                  <a16:creationId xmlns:a16="http://schemas.microsoft.com/office/drawing/2014/main" id="{7D36B403-9471-9061-9100-EBBEB0BD7326}"/>
                </a:ext>
              </a:extLst>
            </p:cNvPr>
            <p:cNvSpPr>
              <a:spLocks noChangeShapeType="1"/>
            </p:cNvSpPr>
            <p:nvPr/>
          </p:nvSpPr>
          <p:spPr bwMode="auto">
            <a:xfrm flipV="1">
              <a:off x="5324475" y="4581525"/>
              <a:ext cx="1588" cy="452438"/>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grpSp>
      <p:sp>
        <p:nvSpPr>
          <p:cNvPr id="2" name="TextBox 1">
            <a:extLst>
              <a:ext uri="{FF2B5EF4-FFF2-40B4-BE49-F238E27FC236}">
                <a16:creationId xmlns:a16="http://schemas.microsoft.com/office/drawing/2014/main" id="{F33EDF4F-98B5-E35A-5F6C-0EA4A7550625}"/>
              </a:ext>
            </a:extLst>
          </p:cNvPr>
          <p:cNvSpPr txBox="1"/>
          <p:nvPr/>
        </p:nvSpPr>
        <p:spPr>
          <a:xfrm>
            <a:off x="2627784" y="2348880"/>
            <a:ext cx="1322734" cy="338554"/>
          </a:xfrm>
          <a:prstGeom prst="rect">
            <a:avLst/>
          </a:prstGeom>
          <a:noFill/>
        </p:spPr>
        <p:txBody>
          <a:bodyPr wrap="none" rtlCol="0">
            <a:spAutoFit/>
          </a:bodyPr>
          <a:lstStyle/>
          <a:p>
            <a:r>
              <a:rPr lang="en-MY" sz="1600" dirty="0">
                <a:solidFill>
                  <a:srgbClr val="FF0000"/>
                </a:solidFill>
              </a:rPr>
              <a:t>[Move B to C]</a:t>
            </a:r>
          </a:p>
        </p:txBody>
      </p:sp>
      <p:sp>
        <p:nvSpPr>
          <p:cNvPr id="3" name="TextBox 2">
            <a:extLst>
              <a:ext uri="{FF2B5EF4-FFF2-40B4-BE49-F238E27FC236}">
                <a16:creationId xmlns:a16="http://schemas.microsoft.com/office/drawing/2014/main" id="{6612A010-606C-1B5D-0705-ECFF13A6CBA6}"/>
              </a:ext>
            </a:extLst>
          </p:cNvPr>
          <p:cNvSpPr txBox="1"/>
          <p:nvPr/>
        </p:nvSpPr>
        <p:spPr>
          <a:xfrm>
            <a:off x="2465309" y="2811428"/>
            <a:ext cx="1186159" cy="338554"/>
          </a:xfrm>
          <a:prstGeom prst="rect">
            <a:avLst/>
          </a:prstGeom>
          <a:noFill/>
        </p:spPr>
        <p:txBody>
          <a:bodyPr wrap="none" rtlCol="0">
            <a:spAutoFit/>
          </a:bodyPr>
          <a:lstStyle/>
          <a:p>
            <a:r>
              <a:rPr lang="en-MY" sz="1600" dirty="0">
                <a:solidFill>
                  <a:srgbClr val="FF0000"/>
                </a:solidFill>
              </a:rPr>
              <a:t>[Add A to C]</a:t>
            </a:r>
          </a:p>
        </p:txBody>
      </p:sp>
      <p:sp>
        <p:nvSpPr>
          <p:cNvPr id="5" name="Right Brace 4">
            <a:extLst>
              <a:ext uri="{FF2B5EF4-FFF2-40B4-BE49-F238E27FC236}">
                <a16:creationId xmlns:a16="http://schemas.microsoft.com/office/drawing/2014/main" id="{D983FAE9-CECA-2355-959E-AC43BEBF8F8E}"/>
              </a:ext>
            </a:extLst>
          </p:cNvPr>
          <p:cNvSpPr/>
          <p:nvPr/>
        </p:nvSpPr>
        <p:spPr bwMode="auto">
          <a:xfrm rot="5400000">
            <a:off x="1923970" y="4495267"/>
            <a:ext cx="580058" cy="1403374"/>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6" name="TextBox 5">
            <a:extLst>
              <a:ext uri="{FF2B5EF4-FFF2-40B4-BE49-F238E27FC236}">
                <a16:creationId xmlns:a16="http://schemas.microsoft.com/office/drawing/2014/main" id="{FA287662-DB97-E7B6-433B-5A99C0326A14}"/>
              </a:ext>
            </a:extLst>
          </p:cNvPr>
          <p:cNvSpPr txBox="1"/>
          <p:nvPr/>
        </p:nvSpPr>
        <p:spPr>
          <a:xfrm>
            <a:off x="1855657" y="5374373"/>
            <a:ext cx="684803" cy="338554"/>
          </a:xfrm>
          <a:prstGeom prst="rect">
            <a:avLst/>
          </a:prstGeom>
          <a:noFill/>
        </p:spPr>
        <p:txBody>
          <a:bodyPr wrap="none" rtlCol="0">
            <a:spAutoFit/>
          </a:bodyPr>
          <a:lstStyle/>
          <a:p>
            <a:r>
              <a:rPr lang="en-MY" sz="1600" dirty="0"/>
              <a:t>8  bits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49713-8C40-9EA1-2B98-7F43E4840808}"/>
              </a:ext>
            </a:extLst>
          </p:cNvPr>
          <p:cNvSpPr>
            <a:spLocks noGrp="1"/>
          </p:cNvSpPr>
          <p:nvPr>
            <p:ph type="title"/>
          </p:nvPr>
        </p:nvSpPr>
        <p:spPr/>
        <p:txBody>
          <a:bodyPr/>
          <a:lstStyle/>
          <a:p>
            <a:endParaRPr lang="en-MY"/>
          </a:p>
        </p:txBody>
      </p:sp>
      <p:sp>
        <p:nvSpPr>
          <p:cNvPr id="6" name="Content Placeholder 2">
            <a:extLst>
              <a:ext uri="{FF2B5EF4-FFF2-40B4-BE49-F238E27FC236}">
                <a16:creationId xmlns:a16="http://schemas.microsoft.com/office/drawing/2014/main" id="{E83EBF24-71F6-FB92-206D-8F878C624EFC}"/>
              </a:ext>
            </a:extLst>
          </p:cNvPr>
          <p:cNvSpPr>
            <a:spLocks noGrp="1"/>
          </p:cNvSpPr>
          <p:nvPr>
            <p:ph idx="1"/>
          </p:nvPr>
        </p:nvSpPr>
        <p:spPr>
          <a:xfrm>
            <a:off x="457200" y="1885950"/>
            <a:ext cx="8178800" cy="1111002"/>
          </a:xfrm>
        </p:spPr>
        <p:txBody>
          <a:bodyPr/>
          <a:lstStyle/>
          <a:p>
            <a:pPr marL="0" indent="0">
              <a:buNone/>
            </a:pPr>
            <a:r>
              <a:rPr lang="en-MY" dirty="0"/>
              <a:t>Write a program for the following function using two-address instructions:</a:t>
            </a:r>
          </a:p>
        </p:txBody>
      </p:sp>
      <p:sp>
        <p:nvSpPr>
          <p:cNvPr id="7" name="TextBox 6">
            <a:extLst>
              <a:ext uri="{FF2B5EF4-FFF2-40B4-BE49-F238E27FC236}">
                <a16:creationId xmlns:a16="http://schemas.microsoft.com/office/drawing/2014/main" id="{4A035F90-0AEC-F19E-D7DF-E72041FF7DFA}"/>
              </a:ext>
            </a:extLst>
          </p:cNvPr>
          <p:cNvSpPr txBox="1"/>
          <p:nvPr/>
        </p:nvSpPr>
        <p:spPr>
          <a:xfrm>
            <a:off x="406400" y="2996952"/>
            <a:ext cx="7433034" cy="584775"/>
          </a:xfrm>
          <a:prstGeom prst="rect">
            <a:avLst/>
          </a:prstGeom>
          <a:noFill/>
        </p:spPr>
        <p:txBody>
          <a:bodyPr wrap="square">
            <a:spAutoFit/>
          </a:bodyPr>
          <a:lstStyle/>
          <a:p>
            <a:r>
              <a:rPr lang="en-MY" sz="3200" b="1" dirty="0"/>
              <a:t>Y =  (A +B) * (C +D)</a:t>
            </a:r>
          </a:p>
        </p:txBody>
      </p:sp>
      <p:sp>
        <p:nvSpPr>
          <p:cNvPr id="9" name="TextBox 8">
            <a:extLst>
              <a:ext uri="{FF2B5EF4-FFF2-40B4-BE49-F238E27FC236}">
                <a16:creationId xmlns:a16="http://schemas.microsoft.com/office/drawing/2014/main" id="{C7CCB2B8-824C-61BE-1042-CE73C135D6DA}"/>
              </a:ext>
            </a:extLst>
          </p:cNvPr>
          <p:cNvSpPr txBox="1"/>
          <p:nvPr/>
        </p:nvSpPr>
        <p:spPr>
          <a:xfrm>
            <a:off x="2190599" y="3828534"/>
            <a:ext cx="1883849" cy="2677656"/>
          </a:xfrm>
          <a:prstGeom prst="rect">
            <a:avLst/>
          </a:prstGeom>
          <a:noFill/>
        </p:spPr>
        <p:txBody>
          <a:bodyPr wrap="none" rtlCol="0">
            <a:spAutoFit/>
          </a:bodyPr>
          <a:lstStyle/>
          <a:p>
            <a:r>
              <a:rPr lang="en-MY" sz="2800" dirty="0">
                <a:solidFill>
                  <a:srgbClr val="00B050"/>
                </a:solidFill>
              </a:rPr>
              <a:t>MOV</a:t>
            </a:r>
            <a:r>
              <a:rPr lang="en-MY" sz="2800" dirty="0"/>
              <a:t> </a:t>
            </a:r>
            <a:r>
              <a:rPr lang="en-MY" sz="2800" dirty="0">
                <a:solidFill>
                  <a:srgbClr val="FF0000"/>
                </a:solidFill>
              </a:rPr>
              <a:t>R1</a:t>
            </a:r>
            <a:r>
              <a:rPr lang="en-MY" sz="2800" dirty="0"/>
              <a:t>, </a:t>
            </a:r>
            <a:r>
              <a:rPr lang="en-MY" sz="2800" dirty="0">
                <a:solidFill>
                  <a:srgbClr val="00B0F0"/>
                </a:solidFill>
              </a:rPr>
              <a:t>A</a:t>
            </a:r>
            <a:endParaRPr lang="en-MY" sz="2800" dirty="0"/>
          </a:p>
          <a:p>
            <a:r>
              <a:rPr lang="en-MY" sz="2800" dirty="0">
                <a:solidFill>
                  <a:srgbClr val="00B050"/>
                </a:solidFill>
              </a:rPr>
              <a:t>ADD</a:t>
            </a:r>
            <a:r>
              <a:rPr lang="en-MY" sz="2800" dirty="0"/>
              <a:t> </a:t>
            </a:r>
            <a:r>
              <a:rPr lang="en-MY" sz="2800" dirty="0">
                <a:solidFill>
                  <a:srgbClr val="FF0000"/>
                </a:solidFill>
              </a:rPr>
              <a:t>R1</a:t>
            </a:r>
            <a:r>
              <a:rPr lang="en-MY" sz="2800" dirty="0"/>
              <a:t>, </a:t>
            </a:r>
            <a:r>
              <a:rPr lang="en-MY" sz="2800" dirty="0">
                <a:solidFill>
                  <a:srgbClr val="00B0F0"/>
                </a:solidFill>
              </a:rPr>
              <a:t>B</a:t>
            </a:r>
          </a:p>
          <a:p>
            <a:r>
              <a:rPr lang="en-MY" sz="2800" dirty="0">
                <a:solidFill>
                  <a:srgbClr val="00B050"/>
                </a:solidFill>
              </a:rPr>
              <a:t>MOV</a:t>
            </a:r>
            <a:r>
              <a:rPr lang="en-MY" sz="2800" dirty="0"/>
              <a:t> </a:t>
            </a:r>
            <a:r>
              <a:rPr lang="en-MY" sz="2800" dirty="0">
                <a:solidFill>
                  <a:srgbClr val="FF0000"/>
                </a:solidFill>
              </a:rPr>
              <a:t>R2</a:t>
            </a:r>
            <a:r>
              <a:rPr lang="en-MY" sz="2800" dirty="0"/>
              <a:t>, </a:t>
            </a:r>
            <a:r>
              <a:rPr lang="en-MY" sz="2800" dirty="0">
                <a:solidFill>
                  <a:srgbClr val="00B0F0"/>
                </a:solidFill>
              </a:rPr>
              <a:t>C</a:t>
            </a:r>
            <a:endParaRPr lang="en-MY" sz="2800" dirty="0"/>
          </a:p>
          <a:p>
            <a:r>
              <a:rPr lang="en-MY" sz="2800" dirty="0">
                <a:solidFill>
                  <a:srgbClr val="00B050"/>
                </a:solidFill>
              </a:rPr>
              <a:t>ADD</a:t>
            </a:r>
            <a:r>
              <a:rPr lang="en-MY" sz="2800" dirty="0"/>
              <a:t> </a:t>
            </a:r>
            <a:r>
              <a:rPr lang="en-MY" sz="2800" dirty="0">
                <a:solidFill>
                  <a:srgbClr val="FF0000"/>
                </a:solidFill>
              </a:rPr>
              <a:t>R2</a:t>
            </a:r>
            <a:r>
              <a:rPr lang="en-MY" sz="2800" dirty="0"/>
              <a:t>, </a:t>
            </a:r>
            <a:r>
              <a:rPr lang="en-MY" sz="2800" dirty="0">
                <a:solidFill>
                  <a:srgbClr val="00B0F0"/>
                </a:solidFill>
              </a:rPr>
              <a:t>D</a:t>
            </a:r>
            <a:endParaRPr lang="en-MY" sz="2800" dirty="0"/>
          </a:p>
          <a:p>
            <a:r>
              <a:rPr lang="en-MY" sz="2800" dirty="0">
                <a:solidFill>
                  <a:srgbClr val="00B050"/>
                </a:solidFill>
              </a:rPr>
              <a:t>MUL</a:t>
            </a:r>
            <a:r>
              <a:rPr lang="en-MY" sz="2800" dirty="0"/>
              <a:t> </a:t>
            </a:r>
            <a:r>
              <a:rPr lang="en-MY" sz="2800" dirty="0">
                <a:solidFill>
                  <a:srgbClr val="FF0000"/>
                </a:solidFill>
              </a:rPr>
              <a:t>R1</a:t>
            </a:r>
            <a:r>
              <a:rPr lang="en-MY" sz="2800" dirty="0"/>
              <a:t>, </a:t>
            </a:r>
            <a:r>
              <a:rPr lang="en-MY" sz="2800" dirty="0">
                <a:solidFill>
                  <a:srgbClr val="00B0F0"/>
                </a:solidFill>
              </a:rPr>
              <a:t>R2</a:t>
            </a:r>
          </a:p>
          <a:p>
            <a:r>
              <a:rPr lang="en-MY" sz="2800" dirty="0">
                <a:solidFill>
                  <a:srgbClr val="00B050"/>
                </a:solidFill>
              </a:rPr>
              <a:t>MOV</a:t>
            </a:r>
            <a:r>
              <a:rPr lang="en-MY" sz="2800" dirty="0">
                <a:solidFill>
                  <a:srgbClr val="00B0F0"/>
                </a:solidFill>
              </a:rPr>
              <a:t> </a:t>
            </a:r>
            <a:r>
              <a:rPr lang="en-MY" sz="2800" dirty="0">
                <a:solidFill>
                  <a:srgbClr val="FF0000"/>
                </a:solidFill>
              </a:rPr>
              <a:t>Y</a:t>
            </a:r>
            <a:r>
              <a:rPr lang="en-MY" sz="2800" dirty="0">
                <a:solidFill>
                  <a:srgbClr val="00B0F0"/>
                </a:solidFill>
              </a:rPr>
              <a:t>, R1</a:t>
            </a:r>
          </a:p>
        </p:txBody>
      </p:sp>
      <p:sp>
        <p:nvSpPr>
          <p:cNvPr id="10" name="TextBox 9">
            <a:extLst>
              <a:ext uri="{FF2B5EF4-FFF2-40B4-BE49-F238E27FC236}">
                <a16:creationId xmlns:a16="http://schemas.microsoft.com/office/drawing/2014/main" id="{660820A1-50F0-4A8D-811E-4B932E95FBE2}"/>
              </a:ext>
            </a:extLst>
          </p:cNvPr>
          <p:cNvSpPr txBox="1"/>
          <p:nvPr/>
        </p:nvSpPr>
        <p:spPr>
          <a:xfrm>
            <a:off x="4183040" y="3876146"/>
            <a:ext cx="1346844" cy="400110"/>
          </a:xfrm>
          <a:prstGeom prst="rect">
            <a:avLst/>
          </a:prstGeom>
          <a:noFill/>
        </p:spPr>
        <p:txBody>
          <a:bodyPr wrap="none" rtlCol="0">
            <a:spAutoFit/>
          </a:bodyPr>
          <a:lstStyle/>
          <a:p>
            <a:r>
              <a:rPr lang="en-MY" dirty="0"/>
              <a:t>R1 </a:t>
            </a:r>
            <a:r>
              <a:rPr lang="en-MY" dirty="0">
                <a:sym typeface="Wingdings" panose="05000000000000000000" pitchFamily="2" charset="2"/>
              </a:rPr>
              <a:t> M[A]</a:t>
            </a:r>
            <a:endParaRPr lang="en-MY" dirty="0"/>
          </a:p>
        </p:txBody>
      </p:sp>
      <p:sp>
        <p:nvSpPr>
          <p:cNvPr id="11" name="TextBox 10">
            <a:extLst>
              <a:ext uri="{FF2B5EF4-FFF2-40B4-BE49-F238E27FC236}">
                <a16:creationId xmlns:a16="http://schemas.microsoft.com/office/drawing/2014/main" id="{213EC93A-EF51-1E6A-1FE7-129030D1F184}"/>
              </a:ext>
            </a:extLst>
          </p:cNvPr>
          <p:cNvSpPr txBox="1"/>
          <p:nvPr/>
        </p:nvSpPr>
        <p:spPr>
          <a:xfrm>
            <a:off x="4183040" y="4751863"/>
            <a:ext cx="1334020" cy="400110"/>
          </a:xfrm>
          <a:prstGeom prst="rect">
            <a:avLst/>
          </a:prstGeom>
          <a:noFill/>
        </p:spPr>
        <p:txBody>
          <a:bodyPr wrap="none" rtlCol="0">
            <a:spAutoFit/>
          </a:bodyPr>
          <a:lstStyle/>
          <a:p>
            <a:r>
              <a:rPr lang="en-MY" dirty="0"/>
              <a:t>R2 </a:t>
            </a:r>
            <a:r>
              <a:rPr lang="en-MY" dirty="0">
                <a:sym typeface="Wingdings" panose="05000000000000000000" pitchFamily="2" charset="2"/>
              </a:rPr>
              <a:t> M[C]</a:t>
            </a:r>
            <a:endParaRPr lang="en-MY" dirty="0"/>
          </a:p>
        </p:txBody>
      </p:sp>
      <p:sp>
        <p:nvSpPr>
          <p:cNvPr id="12" name="TextBox 11">
            <a:extLst>
              <a:ext uri="{FF2B5EF4-FFF2-40B4-BE49-F238E27FC236}">
                <a16:creationId xmlns:a16="http://schemas.microsoft.com/office/drawing/2014/main" id="{4EE29823-27E0-B5F2-ACCE-A31D8D734634}"/>
              </a:ext>
            </a:extLst>
          </p:cNvPr>
          <p:cNvSpPr txBox="1"/>
          <p:nvPr/>
        </p:nvSpPr>
        <p:spPr>
          <a:xfrm>
            <a:off x="4183040" y="5661965"/>
            <a:ext cx="4149598" cy="400110"/>
          </a:xfrm>
          <a:prstGeom prst="rect">
            <a:avLst/>
          </a:prstGeom>
          <a:noFill/>
        </p:spPr>
        <p:txBody>
          <a:bodyPr wrap="none" rtlCol="0">
            <a:spAutoFit/>
          </a:bodyPr>
          <a:lstStyle/>
          <a:p>
            <a:r>
              <a:rPr lang="en-MY" dirty="0">
                <a:sym typeface="Wingdings" panose="05000000000000000000" pitchFamily="2" charset="2"/>
              </a:rPr>
              <a:t>R1  R1 * R2 (Perform (A+B) * (C +D))</a:t>
            </a:r>
            <a:endParaRPr lang="en-MY" dirty="0"/>
          </a:p>
        </p:txBody>
      </p:sp>
      <p:sp>
        <p:nvSpPr>
          <p:cNvPr id="13" name="TextBox 12">
            <a:extLst>
              <a:ext uri="{FF2B5EF4-FFF2-40B4-BE49-F238E27FC236}">
                <a16:creationId xmlns:a16="http://schemas.microsoft.com/office/drawing/2014/main" id="{58F72BF3-FAC0-8096-E8E0-F717F432F962}"/>
              </a:ext>
            </a:extLst>
          </p:cNvPr>
          <p:cNvSpPr txBox="1"/>
          <p:nvPr/>
        </p:nvSpPr>
        <p:spPr>
          <a:xfrm>
            <a:off x="4183040" y="4310641"/>
            <a:ext cx="3532442" cy="400110"/>
          </a:xfrm>
          <a:prstGeom prst="rect">
            <a:avLst/>
          </a:prstGeom>
          <a:noFill/>
        </p:spPr>
        <p:txBody>
          <a:bodyPr wrap="none" rtlCol="0">
            <a:spAutoFit/>
          </a:bodyPr>
          <a:lstStyle/>
          <a:p>
            <a:r>
              <a:rPr lang="en-MY" dirty="0"/>
              <a:t>R1 </a:t>
            </a:r>
            <a:r>
              <a:rPr lang="en-MY" dirty="0">
                <a:sym typeface="Wingdings" panose="05000000000000000000" pitchFamily="2" charset="2"/>
              </a:rPr>
              <a:t> R1 + M[B] – Perform A + B</a:t>
            </a:r>
            <a:endParaRPr lang="en-MY" dirty="0"/>
          </a:p>
        </p:txBody>
      </p:sp>
      <p:sp>
        <p:nvSpPr>
          <p:cNvPr id="14" name="TextBox 13">
            <a:extLst>
              <a:ext uri="{FF2B5EF4-FFF2-40B4-BE49-F238E27FC236}">
                <a16:creationId xmlns:a16="http://schemas.microsoft.com/office/drawing/2014/main" id="{3964D521-0B8A-6513-FABF-4478E404B857}"/>
              </a:ext>
            </a:extLst>
          </p:cNvPr>
          <p:cNvSpPr txBox="1"/>
          <p:nvPr/>
        </p:nvSpPr>
        <p:spPr>
          <a:xfrm>
            <a:off x="4183040" y="5186358"/>
            <a:ext cx="3527632" cy="400110"/>
          </a:xfrm>
          <a:prstGeom prst="rect">
            <a:avLst/>
          </a:prstGeom>
          <a:noFill/>
        </p:spPr>
        <p:txBody>
          <a:bodyPr wrap="none" rtlCol="0">
            <a:spAutoFit/>
          </a:bodyPr>
          <a:lstStyle/>
          <a:p>
            <a:r>
              <a:rPr lang="en-MY" dirty="0"/>
              <a:t>R1 </a:t>
            </a:r>
            <a:r>
              <a:rPr lang="en-MY" dirty="0">
                <a:sym typeface="Wingdings" panose="05000000000000000000" pitchFamily="2" charset="2"/>
              </a:rPr>
              <a:t> R2 + M[D] – Perform C + D</a:t>
            </a:r>
            <a:endParaRPr lang="en-MY" dirty="0"/>
          </a:p>
        </p:txBody>
      </p:sp>
      <p:sp>
        <p:nvSpPr>
          <p:cNvPr id="15" name="TextBox 14">
            <a:extLst>
              <a:ext uri="{FF2B5EF4-FFF2-40B4-BE49-F238E27FC236}">
                <a16:creationId xmlns:a16="http://schemas.microsoft.com/office/drawing/2014/main" id="{937FEB24-58C5-127B-68E3-892500638F45}"/>
              </a:ext>
            </a:extLst>
          </p:cNvPr>
          <p:cNvSpPr txBox="1"/>
          <p:nvPr/>
        </p:nvSpPr>
        <p:spPr>
          <a:xfrm>
            <a:off x="4183040" y="6065404"/>
            <a:ext cx="1322798" cy="400110"/>
          </a:xfrm>
          <a:prstGeom prst="rect">
            <a:avLst/>
          </a:prstGeom>
          <a:noFill/>
        </p:spPr>
        <p:txBody>
          <a:bodyPr wrap="none" rtlCol="0">
            <a:spAutoFit/>
          </a:bodyPr>
          <a:lstStyle/>
          <a:p>
            <a:r>
              <a:rPr lang="en-MY" dirty="0"/>
              <a:t>M[Y] </a:t>
            </a:r>
            <a:r>
              <a:rPr lang="en-MY" dirty="0">
                <a:sym typeface="Wingdings" panose="05000000000000000000" pitchFamily="2" charset="2"/>
              </a:rPr>
              <a:t> R1</a:t>
            </a:r>
            <a:endParaRPr lang="en-MY" dirty="0"/>
          </a:p>
        </p:txBody>
      </p:sp>
    </p:spTree>
    <p:extLst>
      <p:ext uri="{BB962C8B-B14F-4D97-AF65-F5344CB8AC3E}">
        <p14:creationId xmlns:p14="http://schemas.microsoft.com/office/powerpoint/2010/main" val="11589421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7561250B-143B-68C9-16EB-7CF4610792ED}"/>
              </a:ext>
            </a:extLst>
          </p:cNvPr>
          <p:cNvSpPr>
            <a:spLocks noGrp="1" noChangeArrowheads="1"/>
          </p:cNvSpPr>
          <p:nvPr>
            <p:ph type="title"/>
          </p:nvPr>
        </p:nvSpPr>
        <p:spPr/>
        <p:txBody>
          <a:bodyPr/>
          <a:lstStyle/>
          <a:p>
            <a:r>
              <a:rPr lang="en-US" altLang="en-US"/>
              <a:t>One-address Instruction</a:t>
            </a:r>
          </a:p>
        </p:txBody>
      </p:sp>
      <p:sp>
        <p:nvSpPr>
          <p:cNvPr id="90115" name="Rectangle 3">
            <a:extLst>
              <a:ext uri="{FF2B5EF4-FFF2-40B4-BE49-F238E27FC236}">
                <a16:creationId xmlns:a16="http://schemas.microsoft.com/office/drawing/2014/main" id="{DD0E946A-F08D-1E09-406D-4D4CA342551B}"/>
              </a:ext>
            </a:extLst>
          </p:cNvPr>
          <p:cNvSpPr>
            <a:spLocks noGrp="1" noChangeArrowheads="1"/>
          </p:cNvSpPr>
          <p:nvPr>
            <p:ph type="body" idx="1"/>
          </p:nvPr>
        </p:nvSpPr>
        <p:spPr>
          <a:xfrm>
            <a:off x="457200" y="1885950"/>
            <a:ext cx="8507413" cy="4171950"/>
          </a:xfrm>
        </p:spPr>
        <p:txBody>
          <a:bodyPr/>
          <a:lstStyle/>
          <a:p>
            <a:pPr>
              <a:lnSpc>
                <a:spcPct val="90000"/>
              </a:lnSpc>
            </a:pPr>
            <a:r>
              <a:rPr lang="en-US" altLang="en-US"/>
              <a:t>When more than one operand is needed, the location of the other operand is </a:t>
            </a:r>
            <a:r>
              <a:rPr lang="en-US" altLang="en-US" sz="3600" b="1">
                <a:solidFill>
                  <a:srgbClr val="92D050"/>
                </a:solidFill>
              </a:rPr>
              <a:t>implicit</a:t>
            </a:r>
            <a:r>
              <a:rPr lang="en-US" altLang="en-US"/>
              <a:t> = </a:t>
            </a:r>
            <a:r>
              <a:rPr lang="en-US" altLang="en-US" sz="3600" b="1">
                <a:solidFill>
                  <a:srgbClr val="FF0000"/>
                </a:solidFill>
              </a:rPr>
              <a:t>accumulator</a:t>
            </a:r>
            <a:r>
              <a:rPr lang="en-US" altLang="en-US"/>
              <a:t> (a processor register)</a:t>
            </a:r>
          </a:p>
          <a:p>
            <a:pPr>
              <a:lnSpc>
                <a:spcPct val="90000"/>
              </a:lnSpc>
            </a:pPr>
            <a:endParaRPr lang="en-US" altLang="en-US">
              <a:sym typeface="Wingdings" panose="05000000000000000000" pitchFamily="2" charset="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596EB808-038B-0821-C34C-3F922944566D}"/>
              </a:ext>
            </a:extLst>
          </p:cNvPr>
          <p:cNvSpPr>
            <a:spLocks noGrp="1" noChangeArrowheads="1"/>
          </p:cNvSpPr>
          <p:nvPr>
            <p:ph type="title"/>
          </p:nvPr>
        </p:nvSpPr>
        <p:spPr/>
        <p:txBody>
          <a:bodyPr/>
          <a:lstStyle/>
          <a:p>
            <a:r>
              <a:rPr lang="en-US" altLang="en-US"/>
              <a:t>One-address Instruction</a:t>
            </a:r>
          </a:p>
        </p:txBody>
      </p:sp>
      <p:sp>
        <p:nvSpPr>
          <p:cNvPr id="91139" name="Rectangle 3">
            <a:extLst>
              <a:ext uri="{FF2B5EF4-FFF2-40B4-BE49-F238E27FC236}">
                <a16:creationId xmlns:a16="http://schemas.microsoft.com/office/drawing/2014/main" id="{8AC9EC46-F13C-C766-D9F4-DCBE7483DD03}"/>
              </a:ext>
            </a:extLst>
          </p:cNvPr>
          <p:cNvSpPr>
            <a:spLocks noGrp="1" noChangeArrowheads="1"/>
          </p:cNvSpPr>
          <p:nvPr>
            <p:ph type="body" idx="1"/>
          </p:nvPr>
        </p:nvSpPr>
        <p:spPr>
          <a:xfrm>
            <a:off x="457200" y="1885950"/>
            <a:ext cx="8507413" cy="2551162"/>
          </a:xfrm>
        </p:spPr>
        <p:txBody>
          <a:bodyPr/>
          <a:lstStyle/>
          <a:p>
            <a:pPr>
              <a:lnSpc>
                <a:spcPct val="90000"/>
              </a:lnSpc>
            </a:pPr>
            <a:r>
              <a:rPr lang="en-US" altLang="en-US" dirty="0"/>
              <a:t>Requires Load and Store (1-address) instructions</a:t>
            </a:r>
          </a:p>
          <a:p>
            <a:pPr>
              <a:lnSpc>
                <a:spcPct val="90000"/>
              </a:lnSpc>
            </a:pPr>
            <a:r>
              <a:rPr lang="en-US" altLang="en-US" dirty="0"/>
              <a:t>C </a:t>
            </a:r>
            <a:r>
              <a:rPr lang="en-US" altLang="en-US" dirty="0">
                <a:sym typeface="Wingdings" panose="05000000000000000000" pitchFamily="2" charset="2"/>
              </a:rPr>
              <a:t> [A] + [B]</a:t>
            </a:r>
          </a:p>
          <a:p>
            <a:pPr lvl="1">
              <a:lnSpc>
                <a:spcPct val="90000"/>
              </a:lnSpc>
            </a:pPr>
            <a:r>
              <a:rPr lang="en-US" altLang="en-US" dirty="0">
                <a:sym typeface="Wingdings" panose="05000000000000000000" pitchFamily="2" charset="2"/>
              </a:rPr>
              <a:t>Load A (to accumulator) </a:t>
            </a:r>
          </a:p>
          <a:p>
            <a:pPr lvl="1">
              <a:lnSpc>
                <a:spcPct val="90000"/>
              </a:lnSpc>
            </a:pPr>
            <a:r>
              <a:rPr lang="en-US" altLang="en-US" dirty="0">
                <a:sym typeface="Wingdings" panose="05000000000000000000" pitchFamily="2" charset="2"/>
              </a:rPr>
              <a:t>Add B (to accumulator)</a:t>
            </a:r>
          </a:p>
          <a:p>
            <a:pPr lvl="1">
              <a:lnSpc>
                <a:spcPct val="90000"/>
              </a:lnSpc>
            </a:pPr>
            <a:r>
              <a:rPr lang="en-US" altLang="en-US" dirty="0">
                <a:sym typeface="Wingdings" panose="05000000000000000000" pitchFamily="2" charset="2"/>
              </a:rPr>
              <a:t>Store C (from accumulator)</a:t>
            </a:r>
          </a:p>
          <a:p>
            <a:pPr>
              <a:lnSpc>
                <a:spcPct val="90000"/>
              </a:lnSpc>
            </a:pPr>
            <a:r>
              <a:rPr lang="en-US" altLang="en-US" dirty="0">
                <a:sym typeface="Wingdings" panose="05000000000000000000" pitchFamily="2" charset="2"/>
              </a:rPr>
              <a:t>Format</a:t>
            </a:r>
          </a:p>
        </p:txBody>
      </p:sp>
      <p:sp>
        <p:nvSpPr>
          <p:cNvPr id="91140" name="Line 4">
            <a:extLst>
              <a:ext uri="{FF2B5EF4-FFF2-40B4-BE49-F238E27FC236}">
                <a16:creationId xmlns:a16="http://schemas.microsoft.com/office/drawing/2014/main" id="{4190D82E-CA12-219C-875C-FD6164BD4364}"/>
              </a:ext>
            </a:extLst>
          </p:cNvPr>
          <p:cNvSpPr>
            <a:spLocks noChangeShapeType="1"/>
          </p:cNvSpPr>
          <p:nvPr/>
        </p:nvSpPr>
        <p:spPr bwMode="auto">
          <a:xfrm flipV="1">
            <a:off x="2989263" y="4724400"/>
            <a:ext cx="1587" cy="452438"/>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1141" name="Rectangle 5">
            <a:extLst>
              <a:ext uri="{FF2B5EF4-FFF2-40B4-BE49-F238E27FC236}">
                <a16:creationId xmlns:a16="http://schemas.microsoft.com/office/drawing/2014/main" id="{1B2AAF1D-3A1B-0FE9-C67D-417B9D9B4026}"/>
              </a:ext>
            </a:extLst>
          </p:cNvPr>
          <p:cNvSpPr>
            <a:spLocks noChangeArrowheads="1"/>
          </p:cNvSpPr>
          <p:nvPr/>
        </p:nvSpPr>
        <p:spPr bwMode="auto">
          <a:xfrm>
            <a:off x="1443038" y="4724400"/>
            <a:ext cx="6186487" cy="452438"/>
          </a:xfrm>
          <a:prstGeom prst="rect">
            <a:avLst/>
          </a:prstGeom>
          <a:noFill/>
          <a:ln w="2381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91142" name="Rectangle 6">
            <a:extLst>
              <a:ext uri="{FF2B5EF4-FFF2-40B4-BE49-F238E27FC236}">
                <a16:creationId xmlns:a16="http://schemas.microsoft.com/office/drawing/2014/main" id="{1C18F393-484C-25BF-E484-E09BAAD21477}"/>
              </a:ext>
            </a:extLst>
          </p:cNvPr>
          <p:cNvSpPr>
            <a:spLocks noChangeArrowheads="1"/>
          </p:cNvSpPr>
          <p:nvPr/>
        </p:nvSpPr>
        <p:spPr bwMode="auto">
          <a:xfrm>
            <a:off x="1763713" y="4772025"/>
            <a:ext cx="95091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Operation</a:t>
            </a:r>
            <a:endParaRPr kumimoji="0" lang="en-CA" altLang="en-US" sz="2400">
              <a:latin typeface="Times New Roman" panose="02020603050405020304" pitchFamily="18" charset="0"/>
            </a:endParaRPr>
          </a:p>
        </p:txBody>
      </p:sp>
      <p:sp>
        <p:nvSpPr>
          <p:cNvPr id="91143" name="Rectangle 7">
            <a:extLst>
              <a:ext uri="{FF2B5EF4-FFF2-40B4-BE49-F238E27FC236}">
                <a16:creationId xmlns:a16="http://schemas.microsoft.com/office/drawing/2014/main" id="{62D73BC3-DE2E-7BA1-F94F-18753916932E}"/>
              </a:ext>
            </a:extLst>
          </p:cNvPr>
          <p:cNvSpPr>
            <a:spLocks noChangeArrowheads="1"/>
          </p:cNvSpPr>
          <p:nvPr/>
        </p:nvSpPr>
        <p:spPr bwMode="auto">
          <a:xfrm>
            <a:off x="4427538" y="4772025"/>
            <a:ext cx="18288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700">
                <a:latin typeface="Nimbus Roman No9 L" charset="0"/>
              </a:rPr>
              <a:t>Source/Destination</a:t>
            </a:r>
            <a:endParaRPr kumimoji="0" lang="en-CA" altLang="en-US" sz="2400">
              <a:latin typeface="Times New Roman" panose="02020603050405020304" pitchFamily="18" charset="0"/>
            </a:endParaRPr>
          </a:p>
        </p:txBody>
      </p:sp>
      <p:sp>
        <p:nvSpPr>
          <p:cNvPr id="3" name="TextBox 2">
            <a:extLst>
              <a:ext uri="{FF2B5EF4-FFF2-40B4-BE49-F238E27FC236}">
                <a16:creationId xmlns:a16="http://schemas.microsoft.com/office/drawing/2014/main" id="{4EFF5101-F58A-5EC4-60B6-B4986847135A}"/>
              </a:ext>
            </a:extLst>
          </p:cNvPr>
          <p:cNvSpPr txBox="1"/>
          <p:nvPr/>
        </p:nvSpPr>
        <p:spPr>
          <a:xfrm>
            <a:off x="4427761" y="2852936"/>
            <a:ext cx="4824759" cy="338554"/>
          </a:xfrm>
          <a:prstGeom prst="rect">
            <a:avLst/>
          </a:prstGeom>
          <a:noFill/>
        </p:spPr>
        <p:txBody>
          <a:bodyPr wrap="square">
            <a:spAutoFit/>
          </a:bodyPr>
          <a:lstStyle/>
          <a:p>
            <a:r>
              <a:rPr lang="en-MY" sz="1600" dirty="0">
                <a:solidFill>
                  <a:srgbClr val="FF0000"/>
                </a:solidFill>
              </a:rPr>
              <a:t> [Copy content of memory location A into accumulator]</a:t>
            </a:r>
          </a:p>
        </p:txBody>
      </p:sp>
      <p:sp>
        <p:nvSpPr>
          <p:cNvPr id="5" name="TextBox 4">
            <a:extLst>
              <a:ext uri="{FF2B5EF4-FFF2-40B4-BE49-F238E27FC236}">
                <a16:creationId xmlns:a16="http://schemas.microsoft.com/office/drawing/2014/main" id="{5253D053-BD37-0182-205D-CE32625EB0E7}"/>
              </a:ext>
            </a:extLst>
          </p:cNvPr>
          <p:cNvSpPr txBox="1"/>
          <p:nvPr/>
        </p:nvSpPr>
        <p:spPr>
          <a:xfrm>
            <a:off x="4381039" y="3259723"/>
            <a:ext cx="3863369" cy="338554"/>
          </a:xfrm>
          <a:prstGeom prst="rect">
            <a:avLst/>
          </a:prstGeom>
          <a:noFill/>
        </p:spPr>
        <p:txBody>
          <a:bodyPr wrap="square">
            <a:spAutoFit/>
          </a:bodyPr>
          <a:lstStyle/>
          <a:p>
            <a:r>
              <a:rPr lang="en-MY" sz="1600" dirty="0">
                <a:solidFill>
                  <a:srgbClr val="FF0000"/>
                </a:solidFill>
              </a:rPr>
              <a:t>[Add the content of A into the accumulator] </a:t>
            </a:r>
          </a:p>
        </p:txBody>
      </p:sp>
      <p:sp>
        <p:nvSpPr>
          <p:cNvPr id="6" name="TextBox 5">
            <a:extLst>
              <a:ext uri="{FF2B5EF4-FFF2-40B4-BE49-F238E27FC236}">
                <a16:creationId xmlns:a16="http://schemas.microsoft.com/office/drawing/2014/main" id="{A492485C-A5AF-BC38-F366-CAC71DA6B13F}"/>
              </a:ext>
            </a:extLst>
          </p:cNvPr>
          <p:cNvSpPr txBox="1"/>
          <p:nvPr/>
        </p:nvSpPr>
        <p:spPr>
          <a:xfrm>
            <a:off x="4908455" y="3666510"/>
            <a:ext cx="3863369" cy="338554"/>
          </a:xfrm>
          <a:prstGeom prst="rect">
            <a:avLst/>
          </a:prstGeom>
          <a:noFill/>
        </p:spPr>
        <p:txBody>
          <a:bodyPr wrap="square">
            <a:spAutoFit/>
          </a:bodyPr>
          <a:lstStyle/>
          <a:p>
            <a:r>
              <a:rPr lang="en-MY" sz="1600" dirty="0">
                <a:solidFill>
                  <a:srgbClr val="FF0000"/>
                </a:solidFill>
              </a:rPr>
              <a:t>[Store accumulator value to C register]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EEEEF1"/>
        </a:solidFill>
        <a:effectLst/>
      </p:bgPr>
    </p:bg>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C57AA0B8-FDD1-A888-E993-DD3F6E8FD8B3}"/>
              </a:ext>
            </a:extLst>
          </p:cNvPr>
          <p:cNvSpPr>
            <a:spLocks noGrp="1" noChangeArrowheads="1"/>
          </p:cNvSpPr>
          <p:nvPr>
            <p:ph type="body" idx="1"/>
          </p:nvPr>
        </p:nvSpPr>
        <p:spPr/>
        <p:txBody>
          <a:bodyPr/>
          <a:lstStyle/>
          <a:p>
            <a:r>
              <a:rPr lang="en-US" altLang="en-US">
                <a:solidFill>
                  <a:srgbClr val="000000"/>
                </a:solidFill>
              </a:rPr>
              <a:t>One-address instruction</a:t>
            </a:r>
          </a:p>
          <a:p>
            <a:pPr marL="342900" lvl="1" indent="-342900">
              <a:buFontTx/>
              <a:buChar char="•"/>
            </a:pPr>
            <a:r>
              <a:rPr lang="en-US" altLang="en-US">
                <a:solidFill>
                  <a:srgbClr val="000000"/>
                </a:solidFill>
              </a:rPr>
              <a:t>What are the consequences of having 1 address in one instruction?</a:t>
            </a:r>
          </a:p>
          <a:p>
            <a:endParaRPr lang="en-US" altLang="en-US">
              <a:solidFill>
                <a:srgbClr val="000000"/>
              </a:solidFill>
            </a:endParaRPr>
          </a:p>
        </p:txBody>
      </p:sp>
      <p:pic>
        <p:nvPicPr>
          <p:cNvPr id="92163" name="Picture 2">
            <a:extLst>
              <a:ext uri="{FF2B5EF4-FFF2-40B4-BE49-F238E27FC236}">
                <a16:creationId xmlns:a16="http://schemas.microsoft.com/office/drawing/2014/main" id="{9963EC83-145D-A5F5-E94F-7130F07CC894}"/>
              </a:ext>
            </a:extLst>
          </p:cNvPr>
          <p:cNvPicPr>
            <a:picLocks noChangeAspect="1"/>
          </p:cNvPicPr>
          <p:nvPr/>
        </p:nvPicPr>
        <p:blipFill>
          <a:blip r:embed="rId2">
            <a:extLst>
              <a:ext uri="{28A0092B-C50C-407E-A947-70E740481C1C}">
                <a14:useLocalDpi xmlns:a14="http://schemas.microsoft.com/office/drawing/2010/main" val="0"/>
              </a:ext>
            </a:extLst>
          </a:blip>
          <a:srcRect l="7277" t="27142" r="7544" b="16251"/>
          <a:stretch>
            <a:fillRect/>
          </a:stretch>
        </p:blipFill>
        <p:spPr bwMode="auto">
          <a:xfrm>
            <a:off x="6037263" y="44450"/>
            <a:ext cx="303530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03BA922D-D67B-D0BD-0D73-2F3DDBC78EE6}"/>
              </a:ext>
            </a:extLst>
          </p:cNvPr>
          <p:cNvSpPr>
            <a:spLocks noGrp="1" noChangeArrowheads="1"/>
          </p:cNvSpPr>
          <p:nvPr>
            <p:ph type="title"/>
          </p:nvPr>
        </p:nvSpPr>
        <p:spPr/>
        <p:txBody>
          <a:bodyPr/>
          <a:lstStyle/>
          <a:p>
            <a:r>
              <a:rPr lang="en-US" altLang="en-US" sz="3200"/>
              <a:t>Zero-address Instruction and the Stack</a:t>
            </a:r>
          </a:p>
        </p:txBody>
      </p:sp>
      <p:sp>
        <p:nvSpPr>
          <p:cNvPr id="93187" name="Rectangle 3">
            <a:extLst>
              <a:ext uri="{FF2B5EF4-FFF2-40B4-BE49-F238E27FC236}">
                <a16:creationId xmlns:a16="http://schemas.microsoft.com/office/drawing/2014/main" id="{687DE4EA-CCF5-04AA-3D91-0586B1118E5E}"/>
              </a:ext>
            </a:extLst>
          </p:cNvPr>
          <p:cNvSpPr>
            <a:spLocks noGrp="1" noChangeArrowheads="1"/>
          </p:cNvSpPr>
          <p:nvPr>
            <p:ph type="body" idx="1"/>
          </p:nvPr>
        </p:nvSpPr>
        <p:spPr/>
        <p:txBody>
          <a:bodyPr/>
          <a:lstStyle/>
          <a:p>
            <a:r>
              <a:rPr lang="en-US" altLang="en-US"/>
              <a:t>Uses the </a:t>
            </a:r>
            <a:r>
              <a:rPr lang="en-US" altLang="en-US" sz="3600" b="1">
                <a:solidFill>
                  <a:srgbClr val="92D050"/>
                </a:solidFill>
              </a:rPr>
              <a:t>stack</a:t>
            </a:r>
            <a:r>
              <a:rPr lang="en-US" altLang="en-US"/>
              <a:t> structure</a:t>
            </a:r>
          </a:p>
          <a:p>
            <a:r>
              <a:rPr lang="en-US" altLang="en-US"/>
              <a:t>Addresses are implied</a:t>
            </a:r>
          </a:p>
          <a:p>
            <a:pPr lvl="1"/>
            <a:r>
              <a:rPr lang="en-US" altLang="en-US" sz="3200" b="1">
                <a:solidFill>
                  <a:srgbClr val="FFC000"/>
                </a:solidFill>
              </a:rPr>
              <a:t>Stack pointer</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C7874ACC-D05B-4B23-4CBE-97C93B656B9A}"/>
              </a:ext>
            </a:extLst>
          </p:cNvPr>
          <p:cNvSpPr>
            <a:spLocks noGrp="1" noChangeArrowheads="1"/>
          </p:cNvSpPr>
          <p:nvPr>
            <p:ph type="title"/>
          </p:nvPr>
        </p:nvSpPr>
        <p:spPr/>
        <p:txBody>
          <a:bodyPr/>
          <a:lstStyle/>
          <a:p>
            <a:r>
              <a:rPr lang="en-US" altLang="en-US"/>
              <a:t>Stack</a:t>
            </a:r>
          </a:p>
        </p:txBody>
      </p:sp>
      <p:sp>
        <p:nvSpPr>
          <p:cNvPr id="94211" name="Rectangle 3">
            <a:extLst>
              <a:ext uri="{FF2B5EF4-FFF2-40B4-BE49-F238E27FC236}">
                <a16:creationId xmlns:a16="http://schemas.microsoft.com/office/drawing/2014/main" id="{3C14CF54-408A-A754-D532-07648EF8CF84}"/>
              </a:ext>
            </a:extLst>
          </p:cNvPr>
          <p:cNvSpPr>
            <a:spLocks noGrp="1" noChangeArrowheads="1"/>
          </p:cNvSpPr>
          <p:nvPr>
            <p:ph type="body" idx="1"/>
          </p:nvPr>
        </p:nvSpPr>
        <p:spPr/>
        <p:txBody>
          <a:bodyPr/>
          <a:lstStyle/>
          <a:p>
            <a:r>
              <a:rPr lang="en-US" altLang="en-US"/>
              <a:t>List of data elements (words/bytes) with accessing restrictions</a:t>
            </a:r>
          </a:p>
          <a:p>
            <a:r>
              <a:rPr lang="en-US" altLang="en-US"/>
              <a:t>Elements </a:t>
            </a:r>
            <a:r>
              <a:rPr lang="en-US" altLang="en-US" sz="3600" b="1">
                <a:solidFill>
                  <a:srgbClr val="FF0000"/>
                </a:solidFill>
              </a:rPr>
              <a:t>added/removed at one end only – top </a:t>
            </a:r>
            <a:r>
              <a:rPr lang="en-US" altLang="en-US"/>
              <a:t>of the stack (other end is bottom)</a:t>
            </a:r>
          </a:p>
          <a:p>
            <a:r>
              <a:rPr lang="en-US" altLang="en-US"/>
              <a:t>LIFO (last in first out)</a:t>
            </a:r>
          </a:p>
          <a:p>
            <a:endParaRPr lang="en-US"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28A78116-83E9-25DE-6C03-764879FD43F5}"/>
              </a:ext>
            </a:extLst>
          </p:cNvPr>
          <p:cNvSpPr>
            <a:spLocks noGrp="1" noChangeArrowheads="1"/>
          </p:cNvSpPr>
          <p:nvPr>
            <p:ph type="title"/>
          </p:nvPr>
        </p:nvSpPr>
        <p:spPr/>
        <p:txBody>
          <a:bodyPr/>
          <a:lstStyle/>
          <a:p>
            <a:r>
              <a:rPr lang="en-US" altLang="en-US"/>
              <a:t>Stack</a:t>
            </a:r>
          </a:p>
        </p:txBody>
      </p:sp>
      <p:sp>
        <p:nvSpPr>
          <p:cNvPr id="95235" name="Rectangle 3">
            <a:extLst>
              <a:ext uri="{FF2B5EF4-FFF2-40B4-BE49-F238E27FC236}">
                <a16:creationId xmlns:a16="http://schemas.microsoft.com/office/drawing/2014/main" id="{1C0157AA-AAAC-1926-AE96-19C9994E5AE6}"/>
              </a:ext>
            </a:extLst>
          </p:cNvPr>
          <p:cNvSpPr>
            <a:spLocks noGrp="1" noChangeArrowheads="1"/>
          </p:cNvSpPr>
          <p:nvPr>
            <p:ph type="body" idx="1"/>
          </p:nvPr>
        </p:nvSpPr>
        <p:spPr/>
        <p:txBody>
          <a:bodyPr/>
          <a:lstStyle/>
          <a:p>
            <a:r>
              <a:rPr lang="en-US" altLang="en-US" sz="3600" b="1">
                <a:solidFill>
                  <a:srgbClr val="00B0F0"/>
                </a:solidFill>
              </a:rPr>
              <a:t>Push</a:t>
            </a:r>
            <a:r>
              <a:rPr lang="en-US" altLang="en-US"/>
              <a:t>: place new item on the stack</a:t>
            </a:r>
          </a:p>
          <a:p>
            <a:r>
              <a:rPr lang="en-US" altLang="en-US" sz="3600" b="1">
                <a:solidFill>
                  <a:srgbClr val="FFC000"/>
                </a:solidFill>
              </a:rPr>
              <a:t>Pop</a:t>
            </a:r>
            <a:r>
              <a:rPr lang="en-US" altLang="en-US"/>
              <a:t>: remove top item from the stack</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79442FDB-B048-E76B-16A4-2F7ACC9A0D9C}"/>
              </a:ext>
            </a:extLst>
          </p:cNvPr>
          <p:cNvSpPr>
            <a:spLocks noGrp="1" noChangeArrowheads="1"/>
          </p:cNvSpPr>
          <p:nvPr>
            <p:ph type="title"/>
          </p:nvPr>
        </p:nvSpPr>
        <p:spPr/>
        <p:txBody>
          <a:bodyPr/>
          <a:lstStyle/>
          <a:p>
            <a:r>
              <a:rPr lang="en-US" altLang="en-US"/>
              <a:t>Stack</a:t>
            </a:r>
          </a:p>
        </p:txBody>
      </p:sp>
      <p:sp>
        <p:nvSpPr>
          <p:cNvPr id="96259" name="Rectangle 3">
            <a:extLst>
              <a:ext uri="{FF2B5EF4-FFF2-40B4-BE49-F238E27FC236}">
                <a16:creationId xmlns:a16="http://schemas.microsoft.com/office/drawing/2014/main" id="{92D0BF49-03BB-9DD5-2C86-815D96A4E635}"/>
              </a:ext>
            </a:extLst>
          </p:cNvPr>
          <p:cNvSpPr>
            <a:spLocks noGrp="1" noChangeArrowheads="1"/>
          </p:cNvSpPr>
          <p:nvPr>
            <p:ph type="body" idx="1"/>
          </p:nvPr>
        </p:nvSpPr>
        <p:spPr/>
        <p:txBody>
          <a:bodyPr/>
          <a:lstStyle/>
          <a:p>
            <a:r>
              <a:rPr lang="en-US" altLang="en-US"/>
              <a:t>Assume first element placed in location BOTTOM</a:t>
            </a:r>
          </a:p>
          <a:p>
            <a:r>
              <a:rPr lang="en-US" altLang="en-US"/>
              <a:t>New elements pushed onto </a:t>
            </a:r>
            <a:r>
              <a:rPr lang="en-US" altLang="en-US" sz="3600" b="1">
                <a:solidFill>
                  <a:srgbClr val="92D050"/>
                </a:solidFill>
              </a:rPr>
              <a:t>successively lower addresses</a:t>
            </a:r>
            <a:endParaRPr lang="en-US" altLang="en-US" b="1">
              <a:solidFill>
                <a:srgbClr val="92D050"/>
              </a:solidFill>
            </a:endParaRPr>
          </a:p>
          <a:p>
            <a:pPr lvl="1"/>
            <a:r>
              <a:rPr lang="en-US" altLang="en-US"/>
              <a:t>Stack grows in direction of decreasing memory addresses</a:t>
            </a:r>
          </a:p>
          <a:p>
            <a:r>
              <a:rPr lang="en-US" altLang="en-US" sz="3600" b="1">
                <a:solidFill>
                  <a:srgbClr val="FF0000"/>
                </a:solidFill>
              </a:rPr>
              <a:t>Stack pointer </a:t>
            </a:r>
            <a:r>
              <a:rPr lang="en-US" altLang="en-US"/>
              <a:t>(SP) used to keep track of the address of the element at the </a:t>
            </a:r>
            <a:r>
              <a:rPr lang="en-US" altLang="en-US" sz="3600" b="1">
                <a:solidFill>
                  <a:srgbClr val="00B0F0"/>
                </a:solidFill>
              </a:rPr>
              <a:t>top</a:t>
            </a:r>
            <a:r>
              <a:rPr lang="en-US" altLang="en-US"/>
              <a:t> of the stack</a:t>
            </a:r>
          </a:p>
        </p:txBody>
      </p:sp>
      <p:pic>
        <p:nvPicPr>
          <p:cNvPr id="3" name="Picture 2">
            <a:extLst>
              <a:ext uri="{FF2B5EF4-FFF2-40B4-BE49-F238E27FC236}">
                <a16:creationId xmlns:a16="http://schemas.microsoft.com/office/drawing/2014/main" id="{3D436C8E-0650-5913-77ED-3DFE87416F46}"/>
              </a:ext>
            </a:extLst>
          </p:cNvPr>
          <p:cNvPicPr>
            <a:picLocks noChangeAspect="1"/>
          </p:cNvPicPr>
          <p:nvPr/>
        </p:nvPicPr>
        <p:blipFill>
          <a:blip r:embed="rId3"/>
          <a:stretch>
            <a:fillRect/>
          </a:stretch>
        </p:blipFill>
        <p:spPr>
          <a:xfrm>
            <a:off x="1115616" y="228600"/>
            <a:ext cx="6508044" cy="46867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3"/>
                                        </p:tgtEl>
                                        <p:attrNameLst>
                                          <p:attrName>ppt_x</p:attrName>
                                        </p:attrNameLst>
                                      </p:cBhvr>
                                      <p:tavLst>
                                        <p:tav tm="0">
                                          <p:val>
                                            <p:strVal val="ppt_x"/>
                                          </p:val>
                                        </p:tav>
                                        <p:tav tm="100000">
                                          <p:val>
                                            <p:strVal val="ppt_x"/>
                                          </p:val>
                                        </p:tav>
                                      </p:tavLst>
                                    </p:anim>
                                    <p:anim calcmode="lin" valueType="num">
                                      <p:cBhvr additive="base">
                                        <p:cTn id="13" dur="500"/>
                                        <p:tgtEl>
                                          <p:spTgt spid="3"/>
                                        </p:tgtEl>
                                        <p:attrNameLst>
                                          <p:attrName>ppt_y</p:attrName>
                                        </p:attrNameLst>
                                      </p:cBhvr>
                                      <p:tavLst>
                                        <p:tav tm="0">
                                          <p:val>
                                            <p:strVal val="ppt_y"/>
                                          </p:val>
                                        </p:tav>
                                        <p:tav tm="100000">
                                          <p:val>
                                            <p:strVal val="1+ppt_h/2"/>
                                          </p:val>
                                        </p:tav>
                                      </p:tavLst>
                                    </p:anim>
                                    <p:set>
                                      <p:cBhvr>
                                        <p:cTn id="14"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15D104E6-CBC2-87CD-C712-65FD63042DC1}"/>
              </a:ext>
            </a:extLst>
          </p:cNvPr>
          <p:cNvSpPr>
            <a:spLocks noGrp="1" noChangeArrowheads="1"/>
          </p:cNvSpPr>
          <p:nvPr>
            <p:ph type="title"/>
          </p:nvPr>
        </p:nvSpPr>
        <p:spPr/>
        <p:txBody>
          <a:bodyPr/>
          <a:lstStyle/>
          <a:p>
            <a:r>
              <a:rPr lang="en-US" altLang="en-US"/>
              <a:t>Stack</a:t>
            </a:r>
          </a:p>
        </p:txBody>
      </p:sp>
      <p:sp>
        <p:nvSpPr>
          <p:cNvPr id="97283" name="Rectangle 4">
            <a:extLst>
              <a:ext uri="{FF2B5EF4-FFF2-40B4-BE49-F238E27FC236}">
                <a16:creationId xmlns:a16="http://schemas.microsoft.com/office/drawing/2014/main" id="{A2413C25-85E7-1824-90E5-67A45374FEB6}"/>
              </a:ext>
            </a:extLst>
          </p:cNvPr>
          <p:cNvSpPr>
            <a:spLocks noChangeArrowheads="1"/>
          </p:cNvSpPr>
          <p:nvPr/>
        </p:nvSpPr>
        <p:spPr bwMode="auto">
          <a:xfrm>
            <a:off x="6656388" y="6524625"/>
            <a:ext cx="23082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A stack of words in the memory</a:t>
            </a:r>
            <a:endParaRPr kumimoji="0" lang="en-CA" altLang="en-US" sz="2400">
              <a:latin typeface="Times New Roman" panose="02020603050405020304" pitchFamily="18" charset="0"/>
            </a:endParaRPr>
          </a:p>
        </p:txBody>
      </p:sp>
      <p:sp>
        <p:nvSpPr>
          <p:cNvPr id="97284" name="Freeform 5">
            <a:extLst>
              <a:ext uri="{FF2B5EF4-FFF2-40B4-BE49-F238E27FC236}">
                <a16:creationId xmlns:a16="http://schemas.microsoft.com/office/drawing/2014/main" id="{F906C0AB-D2CE-644B-6492-94DED21F3F2D}"/>
              </a:ext>
            </a:extLst>
          </p:cNvPr>
          <p:cNvSpPr>
            <a:spLocks/>
          </p:cNvSpPr>
          <p:nvPr/>
        </p:nvSpPr>
        <p:spPr bwMode="auto">
          <a:xfrm>
            <a:off x="3500438" y="3116263"/>
            <a:ext cx="98425" cy="33337"/>
          </a:xfrm>
          <a:custGeom>
            <a:avLst/>
            <a:gdLst>
              <a:gd name="T0" fmla="*/ 0 w 6"/>
              <a:gd name="T1" fmla="*/ 2147483646 h 2"/>
              <a:gd name="T2" fmla="*/ 2147483646 w 6"/>
              <a:gd name="T3" fmla="*/ 2147483646 h 2"/>
              <a:gd name="T4" fmla="*/ 0 w 6"/>
              <a:gd name="T5" fmla="*/ 0 h 2"/>
              <a:gd name="T6" fmla="*/ 0 w 6"/>
              <a:gd name="T7" fmla="*/ 2147483646 h 2"/>
              <a:gd name="T8" fmla="*/ 0 w 6"/>
              <a:gd name="T9" fmla="*/ 2147483646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solidFill>
            <a:schemeClr val="tx1"/>
          </a:solidFill>
          <a:ln w="15875">
            <a:solidFill>
              <a:schemeClr val="tx1"/>
            </a:solidFill>
            <a:prstDash val="solid"/>
            <a:round/>
            <a:headEnd/>
            <a:tailEnd/>
          </a:ln>
        </p:spPr>
        <p:txBody>
          <a:bodyPr/>
          <a:lstStyle/>
          <a:p>
            <a:endParaRPr lang="en-MY"/>
          </a:p>
        </p:txBody>
      </p:sp>
      <p:sp>
        <p:nvSpPr>
          <p:cNvPr id="97285" name="Freeform 6">
            <a:extLst>
              <a:ext uri="{FF2B5EF4-FFF2-40B4-BE49-F238E27FC236}">
                <a16:creationId xmlns:a16="http://schemas.microsoft.com/office/drawing/2014/main" id="{95D06769-935B-4805-E822-D2240F15937A}"/>
              </a:ext>
            </a:extLst>
          </p:cNvPr>
          <p:cNvSpPr>
            <a:spLocks/>
          </p:cNvSpPr>
          <p:nvPr/>
        </p:nvSpPr>
        <p:spPr bwMode="auto">
          <a:xfrm>
            <a:off x="3500438" y="3116263"/>
            <a:ext cx="98425" cy="33337"/>
          </a:xfrm>
          <a:custGeom>
            <a:avLst/>
            <a:gdLst>
              <a:gd name="T0" fmla="*/ 0 w 62"/>
              <a:gd name="T1" fmla="*/ 2147483646 h 21"/>
              <a:gd name="T2" fmla="*/ 2147483646 w 62"/>
              <a:gd name="T3" fmla="*/ 2147483646 h 21"/>
              <a:gd name="T4" fmla="*/ 0 w 62"/>
              <a:gd name="T5" fmla="*/ 0 h 21"/>
              <a:gd name="T6" fmla="*/ 0 w 62"/>
              <a:gd name="T7" fmla="*/ 2147483646 h 21"/>
              <a:gd name="T8" fmla="*/ 0 w 62"/>
              <a:gd name="T9" fmla="*/ 2147483646 h 21"/>
              <a:gd name="T10" fmla="*/ 0 60000 65536"/>
              <a:gd name="T11" fmla="*/ 0 60000 65536"/>
              <a:gd name="T12" fmla="*/ 0 60000 65536"/>
              <a:gd name="T13" fmla="*/ 0 60000 65536"/>
              <a:gd name="T14" fmla="*/ 0 60000 65536"/>
              <a:gd name="T15" fmla="*/ 0 w 62"/>
              <a:gd name="T16" fmla="*/ 0 h 21"/>
              <a:gd name="T17" fmla="*/ 62 w 62"/>
              <a:gd name="T18" fmla="*/ 21 h 21"/>
            </a:gdLst>
            <a:ahLst/>
            <a:cxnLst>
              <a:cxn ang="T10">
                <a:pos x="T0" y="T1"/>
              </a:cxn>
              <a:cxn ang="T11">
                <a:pos x="T2" y="T3"/>
              </a:cxn>
              <a:cxn ang="T12">
                <a:pos x="T4" y="T5"/>
              </a:cxn>
              <a:cxn ang="T13">
                <a:pos x="T6" y="T7"/>
              </a:cxn>
              <a:cxn ang="T14">
                <a:pos x="T8" y="T9"/>
              </a:cxn>
            </a:cxnLst>
            <a:rect l="T15" t="T16" r="T17" b="T18"/>
            <a:pathLst>
              <a:path w="62" h="21">
                <a:moveTo>
                  <a:pt x="0" y="21"/>
                </a:moveTo>
                <a:lnTo>
                  <a:pt x="62" y="10"/>
                </a:lnTo>
                <a:lnTo>
                  <a:pt x="0" y="0"/>
                </a:lnTo>
                <a:lnTo>
                  <a:pt x="0" y="10"/>
                </a:lnTo>
                <a:lnTo>
                  <a:pt x="0" y="21"/>
                </a:lnTo>
                <a:close/>
              </a:path>
            </a:pathLst>
          </a:custGeom>
          <a:solidFill>
            <a:schemeClr val="tx1"/>
          </a:solidFill>
          <a:ln w="0">
            <a:solidFill>
              <a:schemeClr val="tx1"/>
            </a:solidFill>
            <a:prstDash val="solid"/>
            <a:round/>
            <a:headEnd/>
            <a:tailEnd/>
          </a:ln>
        </p:spPr>
        <p:txBody>
          <a:bodyPr/>
          <a:lstStyle/>
          <a:p>
            <a:endParaRPr lang="en-MY"/>
          </a:p>
        </p:txBody>
      </p:sp>
      <p:sp>
        <p:nvSpPr>
          <p:cNvPr id="97286" name="Line 7">
            <a:extLst>
              <a:ext uri="{FF2B5EF4-FFF2-40B4-BE49-F238E27FC236}">
                <a16:creationId xmlns:a16="http://schemas.microsoft.com/office/drawing/2014/main" id="{A362FD82-34E5-4CD9-FB6B-C23C8E701969}"/>
              </a:ext>
            </a:extLst>
          </p:cNvPr>
          <p:cNvSpPr>
            <a:spLocks noChangeShapeType="1"/>
          </p:cNvSpPr>
          <p:nvPr/>
        </p:nvSpPr>
        <p:spPr bwMode="auto">
          <a:xfrm flipH="1">
            <a:off x="3352800" y="3132138"/>
            <a:ext cx="131763"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287" name="Freeform 8">
            <a:extLst>
              <a:ext uri="{FF2B5EF4-FFF2-40B4-BE49-F238E27FC236}">
                <a16:creationId xmlns:a16="http://schemas.microsoft.com/office/drawing/2014/main" id="{72D87909-3A18-9E6E-458E-3F6D5F1A66BC}"/>
              </a:ext>
            </a:extLst>
          </p:cNvPr>
          <p:cNvSpPr>
            <a:spLocks/>
          </p:cNvSpPr>
          <p:nvPr/>
        </p:nvSpPr>
        <p:spPr bwMode="auto">
          <a:xfrm>
            <a:off x="3171825" y="2886075"/>
            <a:ext cx="49213" cy="98425"/>
          </a:xfrm>
          <a:custGeom>
            <a:avLst/>
            <a:gdLst>
              <a:gd name="T0" fmla="*/ 0 w 3"/>
              <a:gd name="T1" fmla="*/ 0 h 6"/>
              <a:gd name="T2" fmla="*/ 2147483646 w 3"/>
              <a:gd name="T3" fmla="*/ 2147483646 h 6"/>
              <a:gd name="T4" fmla="*/ 2147483646 w 3"/>
              <a:gd name="T5" fmla="*/ 0 h 6"/>
              <a:gd name="T6" fmla="*/ 2147483646 w 3"/>
              <a:gd name="T7" fmla="*/ 0 h 6"/>
              <a:gd name="T8" fmla="*/ 0 w 3"/>
              <a:gd name="T9" fmla="*/ 0 h 6"/>
              <a:gd name="T10" fmla="*/ 0 60000 65536"/>
              <a:gd name="T11" fmla="*/ 0 60000 65536"/>
              <a:gd name="T12" fmla="*/ 0 60000 65536"/>
              <a:gd name="T13" fmla="*/ 0 60000 65536"/>
              <a:gd name="T14" fmla="*/ 0 60000 65536"/>
              <a:gd name="T15" fmla="*/ 0 w 3"/>
              <a:gd name="T16" fmla="*/ 0 h 6"/>
              <a:gd name="T17" fmla="*/ 3 w 3"/>
              <a:gd name="T18" fmla="*/ 6 h 6"/>
            </a:gdLst>
            <a:ahLst/>
            <a:cxnLst>
              <a:cxn ang="T10">
                <a:pos x="T0" y="T1"/>
              </a:cxn>
              <a:cxn ang="T11">
                <a:pos x="T2" y="T3"/>
              </a:cxn>
              <a:cxn ang="T12">
                <a:pos x="T4" y="T5"/>
              </a:cxn>
              <a:cxn ang="T13">
                <a:pos x="T6" y="T7"/>
              </a:cxn>
              <a:cxn ang="T14">
                <a:pos x="T8" y="T9"/>
              </a:cxn>
            </a:cxnLst>
            <a:rect l="T15" t="T16" r="T17" b="T18"/>
            <a:pathLst>
              <a:path w="3" h="6">
                <a:moveTo>
                  <a:pt x="0" y="0"/>
                </a:moveTo>
                <a:lnTo>
                  <a:pt x="1" y="6"/>
                </a:lnTo>
                <a:lnTo>
                  <a:pt x="3" y="0"/>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288" name="Freeform 9">
            <a:extLst>
              <a:ext uri="{FF2B5EF4-FFF2-40B4-BE49-F238E27FC236}">
                <a16:creationId xmlns:a16="http://schemas.microsoft.com/office/drawing/2014/main" id="{C65366C8-7221-A772-F79B-A1F76023F82B}"/>
              </a:ext>
            </a:extLst>
          </p:cNvPr>
          <p:cNvSpPr>
            <a:spLocks/>
          </p:cNvSpPr>
          <p:nvPr/>
        </p:nvSpPr>
        <p:spPr bwMode="auto">
          <a:xfrm>
            <a:off x="3171825" y="2886075"/>
            <a:ext cx="49213" cy="98425"/>
          </a:xfrm>
          <a:custGeom>
            <a:avLst/>
            <a:gdLst>
              <a:gd name="T0" fmla="*/ 0 w 31"/>
              <a:gd name="T1" fmla="*/ 0 h 62"/>
              <a:gd name="T2" fmla="*/ 2147483646 w 31"/>
              <a:gd name="T3" fmla="*/ 2147483646 h 62"/>
              <a:gd name="T4" fmla="*/ 2147483646 w 31"/>
              <a:gd name="T5" fmla="*/ 0 h 62"/>
              <a:gd name="T6" fmla="*/ 2147483646 w 31"/>
              <a:gd name="T7" fmla="*/ 0 h 62"/>
              <a:gd name="T8" fmla="*/ 0 w 31"/>
              <a:gd name="T9" fmla="*/ 0 h 62"/>
              <a:gd name="T10" fmla="*/ 0 60000 65536"/>
              <a:gd name="T11" fmla="*/ 0 60000 65536"/>
              <a:gd name="T12" fmla="*/ 0 60000 65536"/>
              <a:gd name="T13" fmla="*/ 0 60000 65536"/>
              <a:gd name="T14" fmla="*/ 0 60000 65536"/>
              <a:gd name="T15" fmla="*/ 0 w 31"/>
              <a:gd name="T16" fmla="*/ 0 h 62"/>
              <a:gd name="T17" fmla="*/ 31 w 31"/>
              <a:gd name="T18" fmla="*/ 62 h 62"/>
            </a:gdLst>
            <a:ahLst/>
            <a:cxnLst>
              <a:cxn ang="T10">
                <a:pos x="T0" y="T1"/>
              </a:cxn>
              <a:cxn ang="T11">
                <a:pos x="T2" y="T3"/>
              </a:cxn>
              <a:cxn ang="T12">
                <a:pos x="T4" y="T5"/>
              </a:cxn>
              <a:cxn ang="T13">
                <a:pos x="T6" y="T7"/>
              </a:cxn>
              <a:cxn ang="T14">
                <a:pos x="T8" y="T9"/>
              </a:cxn>
            </a:cxnLst>
            <a:rect l="T15" t="T16" r="T17" b="T18"/>
            <a:pathLst>
              <a:path w="31" h="62">
                <a:moveTo>
                  <a:pt x="0" y="0"/>
                </a:moveTo>
                <a:lnTo>
                  <a:pt x="11" y="62"/>
                </a:lnTo>
                <a:lnTo>
                  <a:pt x="31" y="0"/>
                </a:lnTo>
                <a:lnTo>
                  <a:pt x="11" y="0"/>
                </a:lnTo>
                <a:lnTo>
                  <a:pt x="0" y="0"/>
                </a:lnTo>
                <a:close/>
              </a:path>
            </a:pathLst>
          </a:custGeom>
          <a:solidFill>
            <a:schemeClr val="tx1"/>
          </a:solidFill>
          <a:ln w="0">
            <a:solidFill>
              <a:schemeClr val="tx1"/>
            </a:solidFill>
            <a:prstDash val="solid"/>
            <a:round/>
            <a:headEnd/>
            <a:tailEnd/>
          </a:ln>
        </p:spPr>
        <p:txBody>
          <a:bodyPr/>
          <a:lstStyle/>
          <a:p>
            <a:endParaRPr lang="en-MY"/>
          </a:p>
        </p:txBody>
      </p:sp>
      <p:sp>
        <p:nvSpPr>
          <p:cNvPr id="97289" name="Freeform 10">
            <a:extLst>
              <a:ext uri="{FF2B5EF4-FFF2-40B4-BE49-F238E27FC236}">
                <a16:creationId xmlns:a16="http://schemas.microsoft.com/office/drawing/2014/main" id="{A47D0B46-F1D2-869B-D064-E961BDAE5A63}"/>
              </a:ext>
            </a:extLst>
          </p:cNvPr>
          <p:cNvSpPr>
            <a:spLocks/>
          </p:cNvSpPr>
          <p:nvPr/>
        </p:nvSpPr>
        <p:spPr bwMode="auto">
          <a:xfrm>
            <a:off x="3040063" y="2633663"/>
            <a:ext cx="149225" cy="246062"/>
          </a:xfrm>
          <a:custGeom>
            <a:avLst/>
            <a:gdLst>
              <a:gd name="T0" fmla="*/ 2147483646 w 9"/>
              <a:gd name="T1" fmla="*/ 2147483646 h 15"/>
              <a:gd name="T2" fmla="*/ 2147483646 w 9"/>
              <a:gd name="T3" fmla="*/ 2147483646 h 15"/>
              <a:gd name="T4" fmla="*/ 2147483646 w 9"/>
              <a:gd name="T5" fmla="*/ 0 h 15"/>
              <a:gd name="T6" fmla="*/ 2147483646 w 9"/>
              <a:gd name="T7" fmla="*/ 0 h 15"/>
              <a:gd name="T8" fmla="*/ 0 w 9"/>
              <a:gd name="T9" fmla="*/ 0 h 15"/>
              <a:gd name="T10" fmla="*/ 0 60000 65536"/>
              <a:gd name="T11" fmla="*/ 0 60000 65536"/>
              <a:gd name="T12" fmla="*/ 0 60000 65536"/>
              <a:gd name="T13" fmla="*/ 0 60000 65536"/>
              <a:gd name="T14" fmla="*/ 0 60000 65536"/>
              <a:gd name="T15" fmla="*/ 0 w 9"/>
              <a:gd name="T16" fmla="*/ 0 h 15"/>
              <a:gd name="T17" fmla="*/ 9 w 9"/>
              <a:gd name="T18" fmla="*/ 15 h 15"/>
            </a:gdLst>
            <a:ahLst/>
            <a:cxnLst>
              <a:cxn ang="T10">
                <a:pos x="T0" y="T1"/>
              </a:cxn>
              <a:cxn ang="T11">
                <a:pos x="T2" y="T3"/>
              </a:cxn>
              <a:cxn ang="T12">
                <a:pos x="T4" y="T5"/>
              </a:cxn>
              <a:cxn ang="T13">
                <a:pos x="T6" y="T7"/>
              </a:cxn>
              <a:cxn ang="T14">
                <a:pos x="T8" y="T9"/>
              </a:cxn>
            </a:cxnLst>
            <a:rect l="T15" t="T16" r="T17" b="T18"/>
            <a:pathLst>
              <a:path w="9" h="15">
                <a:moveTo>
                  <a:pt x="9" y="15"/>
                </a:moveTo>
                <a:lnTo>
                  <a:pt x="9" y="7"/>
                </a:lnTo>
                <a:lnTo>
                  <a:pt x="9" y="0"/>
                </a:lnTo>
                <a:lnTo>
                  <a:pt x="3" y="0"/>
                </a:lnTo>
                <a:lnTo>
                  <a:pt x="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290" name="Freeform 11">
            <a:extLst>
              <a:ext uri="{FF2B5EF4-FFF2-40B4-BE49-F238E27FC236}">
                <a16:creationId xmlns:a16="http://schemas.microsoft.com/office/drawing/2014/main" id="{C2153A78-0103-7416-4518-92CD225123CE}"/>
              </a:ext>
            </a:extLst>
          </p:cNvPr>
          <p:cNvSpPr>
            <a:spLocks/>
          </p:cNvSpPr>
          <p:nvPr/>
        </p:nvSpPr>
        <p:spPr bwMode="auto">
          <a:xfrm>
            <a:off x="5653088" y="3116263"/>
            <a:ext cx="98425" cy="33337"/>
          </a:xfrm>
          <a:custGeom>
            <a:avLst/>
            <a:gdLst>
              <a:gd name="T0" fmla="*/ 2147483646 w 6"/>
              <a:gd name="T1" fmla="*/ 0 h 2"/>
              <a:gd name="T2" fmla="*/ 0 w 6"/>
              <a:gd name="T3" fmla="*/ 2147483646 h 2"/>
              <a:gd name="T4" fmla="*/ 2147483646 w 6"/>
              <a:gd name="T5" fmla="*/ 2147483646 h 2"/>
              <a:gd name="T6" fmla="*/ 2147483646 w 6"/>
              <a:gd name="T7" fmla="*/ 2147483646 h 2"/>
              <a:gd name="T8" fmla="*/ 2147483646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291" name="Freeform 12">
            <a:extLst>
              <a:ext uri="{FF2B5EF4-FFF2-40B4-BE49-F238E27FC236}">
                <a16:creationId xmlns:a16="http://schemas.microsoft.com/office/drawing/2014/main" id="{7FEF7D6D-9D9C-BA36-1D32-2FE1F7ED6806}"/>
              </a:ext>
            </a:extLst>
          </p:cNvPr>
          <p:cNvSpPr>
            <a:spLocks/>
          </p:cNvSpPr>
          <p:nvPr/>
        </p:nvSpPr>
        <p:spPr bwMode="auto">
          <a:xfrm>
            <a:off x="5653088" y="3116263"/>
            <a:ext cx="98425" cy="33337"/>
          </a:xfrm>
          <a:custGeom>
            <a:avLst/>
            <a:gdLst>
              <a:gd name="T0" fmla="*/ 2147483646 w 62"/>
              <a:gd name="T1" fmla="*/ 0 h 21"/>
              <a:gd name="T2" fmla="*/ 0 w 62"/>
              <a:gd name="T3" fmla="*/ 2147483646 h 21"/>
              <a:gd name="T4" fmla="*/ 2147483646 w 62"/>
              <a:gd name="T5" fmla="*/ 2147483646 h 21"/>
              <a:gd name="T6" fmla="*/ 2147483646 w 62"/>
              <a:gd name="T7" fmla="*/ 2147483646 h 21"/>
              <a:gd name="T8" fmla="*/ 2147483646 w 62"/>
              <a:gd name="T9" fmla="*/ 0 h 21"/>
              <a:gd name="T10" fmla="*/ 0 60000 65536"/>
              <a:gd name="T11" fmla="*/ 0 60000 65536"/>
              <a:gd name="T12" fmla="*/ 0 60000 65536"/>
              <a:gd name="T13" fmla="*/ 0 60000 65536"/>
              <a:gd name="T14" fmla="*/ 0 60000 65536"/>
              <a:gd name="T15" fmla="*/ 0 w 62"/>
              <a:gd name="T16" fmla="*/ 0 h 21"/>
              <a:gd name="T17" fmla="*/ 62 w 62"/>
              <a:gd name="T18" fmla="*/ 21 h 21"/>
            </a:gdLst>
            <a:ahLst/>
            <a:cxnLst>
              <a:cxn ang="T10">
                <a:pos x="T0" y="T1"/>
              </a:cxn>
              <a:cxn ang="T11">
                <a:pos x="T2" y="T3"/>
              </a:cxn>
              <a:cxn ang="T12">
                <a:pos x="T4" y="T5"/>
              </a:cxn>
              <a:cxn ang="T13">
                <a:pos x="T6" y="T7"/>
              </a:cxn>
              <a:cxn ang="T14">
                <a:pos x="T8" y="T9"/>
              </a:cxn>
            </a:cxnLst>
            <a:rect l="T15" t="T16" r="T17" b="T18"/>
            <a:pathLst>
              <a:path w="62" h="21">
                <a:moveTo>
                  <a:pt x="62" y="0"/>
                </a:moveTo>
                <a:lnTo>
                  <a:pt x="0" y="10"/>
                </a:lnTo>
                <a:lnTo>
                  <a:pt x="62" y="21"/>
                </a:lnTo>
                <a:lnTo>
                  <a:pt x="62" y="10"/>
                </a:lnTo>
                <a:lnTo>
                  <a:pt x="62" y="0"/>
                </a:lnTo>
                <a:close/>
              </a:path>
            </a:pathLst>
          </a:custGeom>
          <a:solidFill>
            <a:schemeClr val="tx1"/>
          </a:solidFill>
          <a:ln w="0">
            <a:solidFill>
              <a:schemeClr val="tx1"/>
            </a:solidFill>
            <a:prstDash val="solid"/>
            <a:round/>
            <a:headEnd/>
            <a:tailEnd/>
          </a:ln>
        </p:spPr>
        <p:txBody>
          <a:bodyPr/>
          <a:lstStyle/>
          <a:p>
            <a:endParaRPr lang="en-MY"/>
          </a:p>
        </p:txBody>
      </p:sp>
      <p:sp>
        <p:nvSpPr>
          <p:cNvPr id="97292" name="Line 13">
            <a:extLst>
              <a:ext uri="{FF2B5EF4-FFF2-40B4-BE49-F238E27FC236}">
                <a16:creationId xmlns:a16="http://schemas.microsoft.com/office/drawing/2014/main" id="{B6900CFF-0DFD-9FC0-5A61-8E41DEC24E56}"/>
              </a:ext>
            </a:extLst>
          </p:cNvPr>
          <p:cNvSpPr>
            <a:spLocks noChangeShapeType="1"/>
          </p:cNvSpPr>
          <p:nvPr/>
        </p:nvSpPr>
        <p:spPr bwMode="auto">
          <a:xfrm>
            <a:off x="5751513" y="3132138"/>
            <a:ext cx="411162"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293" name="Freeform 14">
            <a:extLst>
              <a:ext uri="{FF2B5EF4-FFF2-40B4-BE49-F238E27FC236}">
                <a16:creationId xmlns:a16="http://schemas.microsoft.com/office/drawing/2014/main" id="{3019D25D-DFDD-4E4A-24AD-30271C84E478}"/>
              </a:ext>
            </a:extLst>
          </p:cNvPr>
          <p:cNvSpPr>
            <a:spLocks/>
          </p:cNvSpPr>
          <p:nvPr/>
        </p:nvSpPr>
        <p:spPr bwMode="auto">
          <a:xfrm>
            <a:off x="5653088" y="4826000"/>
            <a:ext cx="98425" cy="33338"/>
          </a:xfrm>
          <a:custGeom>
            <a:avLst/>
            <a:gdLst>
              <a:gd name="T0" fmla="*/ 2147483646 w 6"/>
              <a:gd name="T1" fmla="*/ 0 h 2"/>
              <a:gd name="T2" fmla="*/ 0 w 6"/>
              <a:gd name="T3" fmla="*/ 2147483646 h 2"/>
              <a:gd name="T4" fmla="*/ 2147483646 w 6"/>
              <a:gd name="T5" fmla="*/ 2147483646 h 2"/>
              <a:gd name="T6" fmla="*/ 2147483646 w 6"/>
              <a:gd name="T7" fmla="*/ 2147483646 h 2"/>
              <a:gd name="T8" fmla="*/ 2147483646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solidFill>
            <a:schemeClr val="tx1"/>
          </a:solidFill>
          <a:ln w="15875">
            <a:solidFill>
              <a:schemeClr val="tx1"/>
            </a:solidFill>
            <a:prstDash val="solid"/>
            <a:round/>
            <a:headEnd/>
            <a:tailEnd/>
          </a:ln>
        </p:spPr>
        <p:txBody>
          <a:bodyPr/>
          <a:lstStyle/>
          <a:p>
            <a:endParaRPr lang="en-MY"/>
          </a:p>
        </p:txBody>
      </p:sp>
      <p:sp>
        <p:nvSpPr>
          <p:cNvPr id="97294" name="Freeform 15">
            <a:extLst>
              <a:ext uri="{FF2B5EF4-FFF2-40B4-BE49-F238E27FC236}">
                <a16:creationId xmlns:a16="http://schemas.microsoft.com/office/drawing/2014/main" id="{BF7D33A5-0228-75B5-A682-0D07D1CEFD33}"/>
              </a:ext>
            </a:extLst>
          </p:cNvPr>
          <p:cNvSpPr>
            <a:spLocks/>
          </p:cNvSpPr>
          <p:nvPr/>
        </p:nvSpPr>
        <p:spPr bwMode="auto">
          <a:xfrm>
            <a:off x="5653088" y="4826000"/>
            <a:ext cx="98425" cy="33338"/>
          </a:xfrm>
          <a:custGeom>
            <a:avLst/>
            <a:gdLst>
              <a:gd name="T0" fmla="*/ 2147483646 w 62"/>
              <a:gd name="T1" fmla="*/ 0 h 21"/>
              <a:gd name="T2" fmla="*/ 0 w 62"/>
              <a:gd name="T3" fmla="*/ 2147483646 h 21"/>
              <a:gd name="T4" fmla="*/ 2147483646 w 62"/>
              <a:gd name="T5" fmla="*/ 2147483646 h 21"/>
              <a:gd name="T6" fmla="*/ 2147483646 w 62"/>
              <a:gd name="T7" fmla="*/ 2147483646 h 21"/>
              <a:gd name="T8" fmla="*/ 2147483646 w 62"/>
              <a:gd name="T9" fmla="*/ 0 h 21"/>
              <a:gd name="T10" fmla="*/ 0 60000 65536"/>
              <a:gd name="T11" fmla="*/ 0 60000 65536"/>
              <a:gd name="T12" fmla="*/ 0 60000 65536"/>
              <a:gd name="T13" fmla="*/ 0 60000 65536"/>
              <a:gd name="T14" fmla="*/ 0 60000 65536"/>
              <a:gd name="T15" fmla="*/ 0 w 62"/>
              <a:gd name="T16" fmla="*/ 0 h 21"/>
              <a:gd name="T17" fmla="*/ 62 w 62"/>
              <a:gd name="T18" fmla="*/ 21 h 21"/>
            </a:gdLst>
            <a:ahLst/>
            <a:cxnLst>
              <a:cxn ang="T10">
                <a:pos x="T0" y="T1"/>
              </a:cxn>
              <a:cxn ang="T11">
                <a:pos x="T2" y="T3"/>
              </a:cxn>
              <a:cxn ang="T12">
                <a:pos x="T4" y="T5"/>
              </a:cxn>
              <a:cxn ang="T13">
                <a:pos x="T6" y="T7"/>
              </a:cxn>
              <a:cxn ang="T14">
                <a:pos x="T8" y="T9"/>
              </a:cxn>
            </a:cxnLst>
            <a:rect l="T15" t="T16" r="T17" b="T18"/>
            <a:pathLst>
              <a:path w="62" h="21">
                <a:moveTo>
                  <a:pt x="62" y="0"/>
                </a:moveTo>
                <a:lnTo>
                  <a:pt x="0" y="10"/>
                </a:lnTo>
                <a:lnTo>
                  <a:pt x="62" y="21"/>
                </a:lnTo>
                <a:lnTo>
                  <a:pt x="62" y="10"/>
                </a:lnTo>
                <a:lnTo>
                  <a:pt x="62" y="0"/>
                </a:lnTo>
                <a:close/>
              </a:path>
            </a:pathLst>
          </a:custGeom>
          <a:solidFill>
            <a:schemeClr val="tx1"/>
          </a:solidFill>
          <a:ln w="0">
            <a:solidFill>
              <a:schemeClr val="tx1"/>
            </a:solidFill>
            <a:prstDash val="solid"/>
            <a:round/>
            <a:headEnd/>
            <a:tailEnd/>
          </a:ln>
        </p:spPr>
        <p:txBody>
          <a:bodyPr/>
          <a:lstStyle/>
          <a:p>
            <a:endParaRPr lang="en-MY"/>
          </a:p>
        </p:txBody>
      </p:sp>
      <p:sp>
        <p:nvSpPr>
          <p:cNvPr id="97295" name="Line 16">
            <a:extLst>
              <a:ext uri="{FF2B5EF4-FFF2-40B4-BE49-F238E27FC236}">
                <a16:creationId xmlns:a16="http://schemas.microsoft.com/office/drawing/2014/main" id="{84876D08-BC23-E860-ECF6-7D39D6373D87}"/>
              </a:ext>
            </a:extLst>
          </p:cNvPr>
          <p:cNvSpPr>
            <a:spLocks noChangeShapeType="1"/>
          </p:cNvSpPr>
          <p:nvPr/>
        </p:nvSpPr>
        <p:spPr bwMode="auto">
          <a:xfrm>
            <a:off x="5751513" y="4841875"/>
            <a:ext cx="411162"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296" name="Rectangle 17">
            <a:extLst>
              <a:ext uri="{FF2B5EF4-FFF2-40B4-BE49-F238E27FC236}">
                <a16:creationId xmlns:a16="http://schemas.microsoft.com/office/drawing/2014/main" id="{9E4CB00E-547D-285E-DCA4-AB675AF1EC37}"/>
              </a:ext>
            </a:extLst>
          </p:cNvPr>
          <p:cNvSpPr>
            <a:spLocks noChangeArrowheads="1"/>
          </p:cNvSpPr>
          <p:nvPr/>
        </p:nvSpPr>
        <p:spPr bwMode="auto">
          <a:xfrm>
            <a:off x="2514600" y="2673350"/>
            <a:ext cx="5064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register</a:t>
            </a:r>
            <a:endParaRPr kumimoji="0" lang="en-CA" altLang="en-US" sz="2400">
              <a:latin typeface="Times New Roman" panose="02020603050405020304" pitchFamily="18" charset="0"/>
            </a:endParaRPr>
          </a:p>
        </p:txBody>
      </p:sp>
      <p:sp>
        <p:nvSpPr>
          <p:cNvPr id="97297" name="Rectangle 18">
            <a:extLst>
              <a:ext uri="{FF2B5EF4-FFF2-40B4-BE49-F238E27FC236}">
                <a16:creationId xmlns:a16="http://schemas.microsoft.com/office/drawing/2014/main" id="{3028FE64-4444-CEDC-A13F-147F28889D58}"/>
              </a:ext>
            </a:extLst>
          </p:cNvPr>
          <p:cNvSpPr>
            <a:spLocks noChangeArrowheads="1"/>
          </p:cNvSpPr>
          <p:nvPr/>
        </p:nvSpPr>
        <p:spPr bwMode="auto">
          <a:xfrm>
            <a:off x="2563813" y="2360613"/>
            <a:ext cx="3810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Stack</a:t>
            </a:r>
            <a:endParaRPr kumimoji="0" lang="en-CA" altLang="en-US" sz="2400">
              <a:latin typeface="Times New Roman" panose="02020603050405020304" pitchFamily="18" charset="0"/>
            </a:endParaRPr>
          </a:p>
        </p:txBody>
      </p:sp>
      <p:sp>
        <p:nvSpPr>
          <p:cNvPr id="97298" name="Rectangle 19">
            <a:extLst>
              <a:ext uri="{FF2B5EF4-FFF2-40B4-BE49-F238E27FC236}">
                <a16:creationId xmlns:a16="http://schemas.microsoft.com/office/drawing/2014/main" id="{B2D4F819-FE87-9B51-D4AE-15AD602704BC}"/>
              </a:ext>
            </a:extLst>
          </p:cNvPr>
          <p:cNvSpPr>
            <a:spLocks noChangeArrowheads="1"/>
          </p:cNvSpPr>
          <p:nvPr/>
        </p:nvSpPr>
        <p:spPr bwMode="auto">
          <a:xfrm>
            <a:off x="2514600" y="2525713"/>
            <a:ext cx="4635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pointer</a:t>
            </a:r>
            <a:endParaRPr kumimoji="0" lang="en-CA" altLang="en-US" sz="2400">
              <a:latin typeface="Times New Roman" panose="02020603050405020304" pitchFamily="18" charset="0"/>
            </a:endParaRPr>
          </a:p>
        </p:txBody>
      </p:sp>
      <p:sp>
        <p:nvSpPr>
          <p:cNvPr id="97299" name="Line 20">
            <a:extLst>
              <a:ext uri="{FF2B5EF4-FFF2-40B4-BE49-F238E27FC236}">
                <a16:creationId xmlns:a16="http://schemas.microsoft.com/office/drawing/2014/main" id="{527DA214-E8D8-B333-CD51-A4CA55CF14FE}"/>
              </a:ext>
            </a:extLst>
          </p:cNvPr>
          <p:cNvSpPr>
            <a:spLocks noChangeShapeType="1"/>
          </p:cNvSpPr>
          <p:nvPr/>
        </p:nvSpPr>
        <p:spPr bwMode="auto">
          <a:xfrm flipH="1">
            <a:off x="3714750" y="3625850"/>
            <a:ext cx="2119313"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300" name="Line 21">
            <a:extLst>
              <a:ext uri="{FF2B5EF4-FFF2-40B4-BE49-F238E27FC236}">
                <a16:creationId xmlns:a16="http://schemas.microsoft.com/office/drawing/2014/main" id="{53F60761-46D0-7F64-E8B3-8544CADFD4C7}"/>
              </a:ext>
            </a:extLst>
          </p:cNvPr>
          <p:cNvSpPr>
            <a:spLocks noChangeShapeType="1"/>
          </p:cNvSpPr>
          <p:nvPr/>
        </p:nvSpPr>
        <p:spPr bwMode="auto">
          <a:xfrm flipH="1">
            <a:off x="3714750" y="3297238"/>
            <a:ext cx="2119313"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301" name="Rectangle 22">
            <a:extLst>
              <a:ext uri="{FF2B5EF4-FFF2-40B4-BE49-F238E27FC236}">
                <a16:creationId xmlns:a16="http://schemas.microsoft.com/office/drawing/2014/main" id="{2EDED164-E859-14FC-9FBA-8AE0DC03E9C5}"/>
              </a:ext>
            </a:extLst>
          </p:cNvPr>
          <p:cNvSpPr>
            <a:spLocks noChangeArrowheads="1"/>
          </p:cNvSpPr>
          <p:nvPr/>
        </p:nvSpPr>
        <p:spPr bwMode="auto">
          <a:xfrm>
            <a:off x="3714750" y="1916113"/>
            <a:ext cx="2119313" cy="4159250"/>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97302" name="Rectangle 23">
            <a:extLst>
              <a:ext uri="{FF2B5EF4-FFF2-40B4-BE49-F238E27FC236}">
                <a16:creationId xmlns:a16="http://schemas.microsoft.com/office/drawing/2014/main" id="{2CFADEE2-8436-9FC2-29EF-D384642FAEC5}"/>
              </a:ext>
            </a:extLst>
          </p:cNvPr>
          <p:cNvSpPr>
            <a:spLocks noChangeArrowheads="1"/>
          </p:cNvSpPr>
          <p:nvPr/>
        </p:nvSpPr>
        <p:spPr bwMode="auto">
          <a:xfrm>
            <a:off x="4700588" y="3363913"/>
            <a:ext cx="1682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17</a:t>
            </a:r>
            <a:endParaRPr kumimoji="0" lang="en-CA" altLang="en-US" sz="2400">
              <a:latin typeface="Times New Roman" panose="02020603050405020304" pitchFamily="18" charset="0"/>
            </a:endParaRPr>
          </a:p>
        </p:txBody>
      </p:sp>
      <p:sp>
        <p:nvSpPr>
          <p:cNvPr id="97303" name="Rectangle 24">
            <a:extLst>
              <a:ext uri="{FF2B5EF4-FFF2-40B4-BE49-F238E27FC236}">
                <a16:creationId xmlns:a16="http://schemas.microsoft.com/office/drawing/2014/main" id="{A3ECFD48-E471-7E7E-7DD4-1E47AE8F4111}"/>
              </a:ext>
            </a:extLst>
          </p:cNvPr>
          <p:cNvSpPr>
            <a:spLocks noChangeArrowheads="1"/>
          </p:cNvSpPr>
          <p:nvPr/>
        </p:nvSpPr>
        <p:spPr bwMode="auto">
          <a:xfrm>
            <a:off x="2925763" y="4743450"/>
            <a:ext cx="6540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BOTTOM</a:t>
            </a:r>
            <a:endParaRPr kumimoji="0" lang="en-CA" altLang="en-US" sz="2400">
              <a:latin typeface="Times New Roman" panose="02020603050405020304" pitchFamily="18" charset="0"/>
            </a:endParaRPr>
          </a:p>
        </p:txBody>
      </p:sp>
      <p:sp>
        <p:nvSpPr>
          <p:cNvPr id="97304" name="Rectangle 25">
            <a:extLst>
              <a:ext uri="{FF2B5EF4-FFF2-40B4-BE49-F238E27FC236}">
                <a16:creationId xmlns:a16="http://schemas.microsoft.com/office/drawing/2014/main" id="{A77E56D6-842B-7A79-A426-C448D1D65536}"/>
              </a:ext>
            </a:extLst>
          </p:cNvPr>
          <p:cNvSpPr>
            <a:spLocks noChangeArrowheads="1"/>
          </p:cNvSpPr>
          <p:nvPr/>
        </p:nvSpPr>
        <p:spPr bwMode="auto">
          <a:xfrm>
            <a:off x="3451225" y="1998663"/>
            <a:ext cx="841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0</a:t>
            </a:r>
            <a:endParaRPr kumimoji="0" lang="en-CA" altLang="en-US" sz="2400">
              <a:latin typeface="Times New Roman" panose="02020603050405020304" pitchFamily="18" charset="0"/>
            </a:endParaRPr>
          </a:p>
        </p:txBody>
      </p:sp>
      <p:sp>
        <p:nvSpPr>
          <p:cNvPr id="97305" name="Rectangle 26">
            <a:extLst>
              <a:ext uri="{FF2B5EF4-FFF2-40B4-BE49-F238E27FC236}">
                <a16:creationId xmlns:a16="http://schemas.microsoft.com/office/drawing/2014/main" id="{C85AAB38-B1E0-1E39-DE07-8807D648F665}"/>
              </a:ext>
            </a:extLst>
          </p:cNvPr>
          <p:cNvSpPr>
            <a:spLocks noChangeArrowheads="1"/>
          </p:cNvSpPr>
          <p:nvPr/>
        </p:nvSpPr>
        <p:spPr bwMode="auto">
          <a:xfrm>
            <a:off x="3122613" y="3035300"/>
            <a:ext cx="203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SP</a:t>
            </a:r>
            <a:endParaRPr kumimoji="0" lang="en-CA" altLang="en-US" sz="2400">
              <a:latin typeface="Times New Roman" panose="02020603050405020304" pitchFamily="18" charset="0"/>
            </a:endParaRPr>
          </a:p>
        </p:txBody>
      </p:sp>
      <p:sp>
        <p:nvSpPr>
          <p:cNvPr id="97306" name="Rectangle 27">
            <a:extLst>
              <a:ext uri="{FF2B5EF4-FFF2-40B4-BE49-F238E27FC236}">
                <a16:creationId xmlns:a16="http://schemas.microsoft.com/office/drawing/2014/main" id="{B4218FA3-0784-B3EB-949D-E24D6DF8F00A}"/>
              </a:ext>
            </a:extLst>
          </p:cNvPr>
          <p:cNvSpPr>
            <a:spLocks noChangeArrowheads="1"/>
          </p:cNvSpPr>
          <p:nvPr/>
        </p:nvSpPr>
        <p:spPr bwMode="auto">
          <a:xfrm>
            <a:off x="6261100" y="2952750"/>
            <a:ext cx="5064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Current</a:t>
            </a:r>
            <a:endParaRPr kumimoji="0" lang="en-CA" altLang="en-US" sz="2400">
              <a:latin typeface="Times New Roman" panose="02020603050405020304" pitchFamily="18" charset="0"/>
            </a:endParaRPr>
          </a:p>
        </p:txBody>
      </p:sp>
      <p:sp>
        <p:nvSpPr>
          <p:cNvPr id="97307" name="Rectangle 28">
            <a:extLst>
              <a:ext uri="{FF2B5EF4-FFF2-40B4-BE49-F238E27FC236}">
                <a16:creationId xmlns:a16="http://schemas.microsoft.com/office/drawing/2014/main" id="{B1C01A06-961B-0753-F2B0-A2B33F01E4A8}"/>
              </a:ext>
            </a:extLst>
          </p:cNvPr>
          <p:cNvSpPr>
            <a:spLocks noChangeArrowheads="1"/>
          </p:cNvSpPr>
          <p:nvPr/>
        </p:nvSpPr>
        <p:spPr bwMode="auto">
          <a:xfrm>
            <a:off x="6261100" y="3116263"/>
            <a:ext cx="7937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top element</a:t>
            </a:r>
            <a:endParaRPr kumimoji="0" lang="en-CA" altLang="en-US" sz="2400">
              <a:latin typeface="Times New Roman" panose="02020603050405020304" pitchFamily="18" charset="0"/>
            </a:endParaRPr>
          </a:p>
        </p:txBody>
      </p:sp>
      <p:sp>
        <p:nvSpPr>
          <p:cNvPr id="97308" name="Rectangle 29">
            <a:extLst>
              <a:ext uri="{FF2B5EF4-FFF2-40B4-BE49-F238E27FC236}">
                <a16:creationId xmlns:a16="http://schemas.microsoft.com/office/drawing/2014/main" id="{C644B032-2C54-EBA2-A602-77F1B5807B04}"/>
              </a:ext>
            </a:extLst>
          </p:cNvPr>
          <p:cNvSpPr>
            <a:spLocks noChangeArrowheads="1"/>
          </p:cNvSpPr>
          <p:nvPr/>
        </p:nvSpPr>
        <p:spPr bwMode="auto">
          <a:xfrm>
            <a:off x="6261100" y="4810125"/>
            <a:ext cx="5397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element</a:t>
            </a:r>
            <a:endParaRPr kumimoji="0" lang="en-CA" altLang="en-US" sz="2400">
              <a:latin typeface="Times New Roman" panose="02020603050405020304" pitchFamily="18" charset="0"/>
            </a:endParaRPr>
          </a:p>
        </p:txBody>
      </p:sp>
      <p:sp>
        <p:nvSpPr>
          <p:cNvPr id="97309" name="Rectangle 30">
            <a:extLst>
              <a:ext uri="{FF2B5EF4-FFF2-40B4-BE49-F238E27FC236}">
                <a16:creationId xmlns:a16="http://schemas.microsoft.com/office/drawing/2014/main" id="{D7D56A7E-F4F8-9C59-CA3F-7A35BA7E76AD}"/>
              </a:ext>
            </a:extLst>
          </p:cNvPr>
          <p:cNvSpPr>
            <a:spLocks noChangeArrowheads="1"/>
          </p:cNvSpPr>
          <p:nvPr/>
        </p:nvSpPr>
        <p:spPr bwMode="auto">
          <a:xfrm>
            <a:off x="6261100" y="4645025"/>
            <a:ext cx="482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Bottom</a:t>
            </a:r>
            <a:endParaRPr kumimoji="0" lang="en-CA" altLang="en-US" sz="2400">
              <a:latin typeface="Times New Roman" panose="02020603050405020304" pitchFamily="18" charset="0"/>
            </a:endParaRPr>
          </a:p>
        </p:txBody>
      </p:sp>
      <p:sp>
        <p:nvSpPr>
          <p:cNvPr id="97310" name="Rectangle 31">
            <a:extLst>
              <a:ext uri="{FF2B5EF4-FFF2-40B4-BE49-F238E27FC236}">
                <a16:creationId xmlns:a16="http://schemas.microsoft.com/office/drawing/2014/main" id="{988DD1F2-A43B-9E44-3B8E-A8E5368934D1}"/>
              </a:ext>
            </a:extLst>
          </p:cNvPr>
          <p:cNvSpPr>
            <a:spLocks noChangeArrowheads="1"/>
          </p:cNvSpPr>
          <p:nvPr/>
        </p:nvSpPr>
        <p:spPr bwMode="auto">
          <a:xfrm>
            <a:off x="2268538" y="3889375"/>
            <a:ext cx="3810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Stack</a:t>
            </a:r>
            <a:endParaRPr kumimoji="0" lang="en-CA" altLang="en-US" sz="2400">
              <a:latin typeface="Times New Roman" panose="02020603050405020304" pitchFamily="18" charset="0"/>
            </a:endParaRPr>
          </a:p>
        </p:txBody>
      </p:sp>
      <p:sp>
        <p:nvSpPr>
          <p:cNvPr id="97311" name="Freeform 32">
            <a:extLst>
              <a:ext uri="{FF2B5EF4-FFF2-40B4-BE49-F238E27FC236}">
                <a16:creationId xmlns:a16="http://schemas.microsoft.com/office/drawing/2014/main" id="{EE59151A-8A81-EB6E-AF9B-4E11ED07A7E8}"/>
              </a:ext>
            </a:extLst>
          </p:cNvPr>
          <p:cNvSpPr>
            <a:spLocks/>
          </p:cNvSpPr>
          <p:nvPr/>
        </p:nvSpPr>
        <p:spPr bwMode="auto">
          <a:xfrm>
            <a:off x="4749800" y="5237163"/>
            <a:ext cx="33338" cy="31750"/>
          </a:xfrm>
          <a:custGeom>
            <a:avLst/>
            <a:gdLst>
              <a:gd name="T0" fmla="*/ 2147483646 w 21"/>
              <a:gd name="T1" fmla="*/ 2147483646 h 20"/>
              <a:gd name="T2" fmla="*/ 2147483646 w 21"/>
              <a:gd name="T3" fmla="*/ 0 h 20"/>
              <a:gd name="T4" fmla="*/ 0 w 21"/>
              <a:gd name="T5" fmla="*/ 0 h 20"/>
              <a:gd name="T6" fmla="*/ 0 w 21"/>
              <a:gd name="T7" fmla="*/ 2147483646 h 20"/>
              <a:gd name="T8" fmla="*/ 0 w 21"/>
              <a:gd name="T9" fmla="*/ 2147483646 h 20"/>
              <a:gd name="T10" fmla="*/ 2147483646 w 21"/>
              <a:gd name="T11" fmla="*/ 2147483646 h 20"/>
              <a:gd name="T12" fmla="*/ 2147483646 w 21"/>
              <a:gd name="T13" fmla="*/ 2147483646 h 20"/>
              <a:gd name="T14" fmla="*/ 2147483646 w 21"/>
              <a:gd name="T15" fmla="*/ 2147483646 h 20"/>
              <a:gd name="T16" fmla="*/ 2147483646 w 21"/>
              <a:gd name="T17" fmla="*/ 0 h 20"/>
              <a:gd name="T18" fmla="*/ 2147483646 w 21"/>
              <a:gd name="T19" fmla="*/ 0 h 20"/>
              <a:gd name="T20" fmla="*/ 2147483646 w 21"/>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0"/>
              <a:gd name="T35" fmla="*/ 21 w 21"/>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0">
                <a:moveTo>
                  <a:pt x="10" y="10"/>
                </a:moveTo>
                <a:lnTo>
                  <a:pt x="10" y="0"/>
                </a:lnTo>
                <a:lnTo>
                  <a:pt x="0" y="0"/>
                </a:lnTo>
                <a:lnTo>
                  <a:pt x="0" y="10"/>
                </a:lnTo>
                <a:lnTo>
                  <a:pt x="0" y="20"/>
                </a:lnTo>
                <a:lnTo>
                  <a:pt x="10" y="20"/>
                </a:lnTo>
                <a:lnTo>
                  <a:pt x="21" y="20"/>
                </a:lnTo>
                <a:lnTo>
                  <a:pt x="21" y="10"/>
                </a:lnTo>
                <a:lnTo>
                  <a:pt x="21" y="0"/>
                </a:lnTo>
                <a:lnTo>
                  <a:pt x="10" y="0"/>
                </a:lnTo>
                <a:lnTo>
                  <a:pt x="10" y="10"/>
                </a:lnTo>
                <a:close/>
              </a:path>
            </a:pathLst>
          </a:custGeom>
          <a:solidFill>
            <a:srgbClr val="000000"/>
          </a:solidFill>
          <a:ln w="0">
            <a:solidFill>
              <a:schemeClr val="tx1"/>
            </a:solidFill>
            <a:prstDash val="solid"/>
            <a:round/>
            <a:headEnd/>
            <a:tailEnd/>
          </a:ln>
        </p:spPr>
        <p:txBody>
          <a:bodyPr/>
          <a:lstStyle/>
          <a:p>
            <a:endParaRPr lang="en-MY"/>
          </a:p>
        </p:txBody>
      </p:sp>
      <p:sp>
        <p:nvSpPr>
          <p:cNvPr id="97312" name="Freeform 33">
            <a:extLst>
              <a:ext uri="{FF2B5EF4-FFF2-40B4-BE49-F238E27FC236}">
                <a16:creationId xmlns:a16="http://schemas.microsoft.com/office/drawing/2014/main" id="{7CD478BC-D37A-3D53-F221-6FF085B4AB91}"/>
              </a:ext>
            </a:extLst>
          </p:cNvPr>
          <p:cNvSpPr>
            <a:spLocks/>
          </p:cNvSpPr>
          <p:nvPr/>
        </p:nvSpPr>
        <p:spPr bwMode="auto">
          <a:xfrm>
            <a:off x="4765675" y="5237163"/>
            <a:ext cx="17463"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313" name="Freeform 34">
            <a:extLst>
              <a:ext uri="{FF2B5EF4-FFF2-40B4-BE49-F238E27FC236}">
                <a16:creationId xmlns:a16="http://schemas.microsoft.com/office/drawing/2014/main" id="{58829806-BFF8-1EF8-AEA8-CA02A1C9DFD2}"/>
              </a:ext>
            </a:extLst>
          </p:cNvPr>
          <p:cNvSpPr>
            <a:spLocks/>
          </p:cNvSpPr>
          <p:nvPr/>
        </p:nvSpPr>
        <p:spPr bwMode="auto">
          <a:xfrm>
            <a:off x="4749800" y="5367338"/>
            <a:ext cx="33338" cy="33337"/>
          </a:xfrm>
          <a:custGeom>
            <a:avLst/>
            <a:gdLst>
              <a:gd name="T0" fmla="*/ 2147483646 w 21"/>
              <a:gd name="T1" fmla="*/ 2147483646 h 21"/>
              <a:gd name="T2" fmla="*/ 2147483646 w 21"/>
              <a:gd name="T3" fmla="*/ 0 h 21"/>
              <a:gd name="T4" fmla="*/ 0 w 21"/>
              <a:gd name="T5" fmla="*/ 0 h 21"/>
              <a:gd name="T6" fmla="*/ 0 w 21"/>
              <a:gd name="T7" fmla="*/ 2147483646 h 21"/>
              <a:gd name="T8" fmla="*/ 0 w 21"/>
              <a:gd name="T9" fmla="*/ 2147483646 h 21"/>
              <a:gd name="T10" fmla="*/ 2147483646 w 21"/>
              <a:gd name="T11" fmla="*/ 2147483646 h 21"/>
              <a:gd name="T12" fmla="*/ 2147483646 w 21"/>
              <a:gd name="T13" fmla="*/ 2147483646 h 21"/>
              <a:gd name="T14" fmla="*/ 2147483646 w 21"/>
              <a:gd name="T15" fmla="*/ 2147483646 h 21"/>
              <a:gd name="T16" fmla="*/ 2147483646 w 21"/>
              <a:gd name="T17" fmla="*/ 0 h 21"/>
              <a:gd name="T18" fmla="*/ 2147483646 w 21"/>
              <a:gd name="T19" fmla="*/ 0 h 21"/>
              <a:gd name="T20" fmla="*/ 2147483646 w 21"/>
              <a:gd name="T21" fmla="*/ 2147483646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0" y="11"/>
                </a:moveTo>
                <a:lnTo>
                  <a:pt x="10" y="0"/>
                </a:lnTo>
                <a:lnTo>
                  <a:pt x="0" y="0"/>
                </a:lnTo>
                <a:lnTo>
                  <a:pt x="0" y="11"/>
                </a:lnTo>
                <a:lnTo>
                  <a:pt x="0" y="21"/>
                </a:lnTo>
                <a:lnTo>
                  <a:pt x="10" y="21"/>
                </a:lnTo>
                <a:lnTo>
                  <a:pt x="21" y="21"/>
                </a:lnTo>
                <a:lnTo>
                  <a:pt x="21" y="11"/>
                </a:lnTo>
                <a:lnTo>
                  <a:pt x="21" y="0"/>
                </a:lnTo>
                <a:lnTo>
                  <a:pt x="10" y="0"/>
                </a:lnTo>
                <a:lnTo>
                  <a:pt x="10" y="11"/>
                </a:lnTo>
                <a:close/>
              </a:path>
            </a:pathLst>
          </a:custGeom>
          <a:solidFill>
            <a:srgbClr val="000000"/>
          </a:solidFill>
          <a:ln w="0">
            <a:solidFill>
              <a:schemeClr val="tx1"/>
            </a:solidFill>
            <a:prstDash val="solid"/>
            <a:round/>
            <a:headEnd/>
            <a:tailEnd/>
          </a:ln>
        </p:spPr>
        <p:txBody>
          <a:bodyPr/>
          <a:lstStyle/>
          <a:p>
            <a:endParaRPr lang="en-MY"/>
          </a:p>
        </p:txBody>
      </p:sp>
      <p:sp>
        <p:nvSpPr>
          <p:cNvPr id="97314" name="Freeform 35">
            <a:extLst>
              <a:ext uri="{FF2B5EF4-FFF2-40B4-BE49-F238E27FC236}">
                <a16:creationId xmlns:a16="http://schemas.microsoft.com/office/drawing/2014/main" id="{DC752412-3C86-9D79-8354-22403FE7FD61}"/>
              </a:ext>
            </a:extLst>
          </p:cNvPr>
          <p:cNvSpPr>
            <a:spLocks/>
          </p:cNvSpPr>
          <p:nvPr/>
        </p:nvSpPr>
        <p:spPr bwMode="auto">
          <a:xfrm>
            <a:off x="4765675" y="5367338"/>
            <a:ext cx="17463"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315" name="Freeform 36">
            <a:extLst>
              <a:ext uri="{FF2B5EF4-FFF2-40B4-BE49-F238E27FC236}">
                <a16:creationId xmlns:a16="http://schemas.microsoft.com/office/drawing/2014/main" id="{71970699-5B8B-4995-DE29-CF3B84049904}"/>
              </a:ext>
            </a:extLst>
          </p:cNvPr>
          <p:cNvSpPr>
            <a:spLocks/>
          </p:cNvSpPr>
          <p:nvPr/>
        </p:nvSpPr>
        <p:spPr bwMode="auto">
          <a:xfrm>
            <a:off x="4749800" y="5499100"/>
            <a:ext cx="33338" cy="33338"/>
          </a:xfrm>
          <a:custGeom>
            <a:avLst/>
            <a:gdLst>
              <a:gd name="T0" fmla="*/ 2147483646 w 21"/>
              <a:gd name="T1" fmla="*/ 2147483646 h 21"/>
              <a:gd name="T2" fmla="*/ 2147483646 w 21"/>
              <a:gd name="T3" fmla="*/ 0 h 21"/>
              <a:gd name="T4" fmla="*/ 0 w 21"/>
              <a:gd name="T5" fmla="*/ 0 h 21"/>
              <a:gd name="T6" fmla="*/ 0 w 21"/>
              <a:gd name="T7" fmla="*/ 2147483646 h 21"/>
              <a:gd name="T8" fmla="*/ 0 w 21"/>
              <a:gd name="T9" fmla="*/ 2147483646 h 21"/>
              <a:gd name="T10" fmla="*/ 2147483646 w 21"/>
              <a:gd name="T11" fmla="*/ 2147483646 h 21"/>
              <a:gd name="T12" fmla="*/ 2147483646 w 21"/>
              <a:gd name="T13" fmla="*/ 2147483646 h 21"/>
              <a:gd name="T14" fmla="*/ 2147483646 w 21"/>
              <a:gd name="T15" fmla="*/ 2147483646 h 21"/>
              <a:gd name="T16" fmla="*/ 2147483646 w 21"/>
              <a:gd name="T17" fmla="*/ 0 h 21"/>
              <a:gd name="T18" fmla="*/ 2147483646 w 21"/>
              <a:gd name="T19" fmla="*/ 0 h 21"/>
              <a:gd name="T20" fmla="*/ 2147483646 w 21"/>
              <a:gd name="T21" fmla="*/ 2147483646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0" y="11"/>
                </a:moveTo>
                <a:lnTo>
                  <a:pt x="10" y="0"/>
                </a:lnTo>
                <a:lnTo>
                  <a:pt x="0" y="0"/>
                </a:lnTo>
                <a:lnTo>
                  <a:pt x="0" y="11"/>
                </a:lnTo>
                <a:lnTo>
                  <a:pt x="0" y="21"/>
                </a:lnTo>
                <a:lnTo>
                  <a:pt x="10" y="21"/>
                </a:lnTo>
                <a:lnTo>
                  <a:pt x="21" y="21"/>
                </a:lnTo>
                <a:lnTo>
                  <a:pt x="21" y="11"/>
                </a:lnTo>
                <a:lnTo>
                  <a:pt x="21" y="0"/>
                </a:lnTo>
                <a:lnTo>
                  <a:pt x="10" y="0"/>
                </a:lnTo>
                <a:lnTo>
                  <a:pt x="10" y="11"/>
                </a:lnTo>
                <a:close/>
              </a:path>
            </a:pathLst>
          </a:custGeom>
          <a:solidFill>
            <a:srgbClr val="000000"/>
          </a:solidFill>
          <a:ln w="0">
            <a:solidFill>
              <a:schemeClr val="tx1"/>
            </a:solidFill>
            <a:prstDash val="solid"/>
            <a:round/>
            <a:headEnd/>
            <a:tailEnd/>
          </a:ln>
        </p:spPr>
        <p:txBody>
          <a:bodyPr/>
          <a:lstStyle/>
          <a:p>
            <a:endParaRPr lang="en-MY"/>
          </a:p>
        </p:txBody>
      </p:sp>
      <p:sp>
        <p:nvSpPr>
          <p:cNvPr id="97316" name="Freeform 37">
            <a:extLst>
              <a:ext uri="{FF2B5EF4-FFF2-40B4-BE49-F238E27FC236}">
                <a16:creationId xmlns:a16="http://schemas.microsoft.com/office/drawing/2014/main" id="{EBBF71B7-4A36-6558-8A97-F2196C5CED6C}"/>
              </a:ext>
            </a:extLst>
          </p:cNvPr>
          <p:cNvSpPr>
            <a:spLocks/>
          </p:cNvSpPr>
          <p:nvPr/>
        </p:nvSpPr>
        <p:spPr bwMode="auto">
          <a:xfrm>
            <a:off x="4765675" y="5499100"/>
            <a:ext cx="17463" cy="17463"/>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317" name="Freeform 38">
            <a:extLst>
              <a:ext uri="{FF2B5EF4-FFF2-40B4-BE49-F238E27FC236}">
                <a16:creationId xmlns:a16="http://schemas.microsoft.com/office/drawing/2014/main" id="{2999D680-FA9E-9F9A-3E7A-AE73B04891CD}"/>
              </a:ext>
            </a:extLst>
          </p:cNvPr>
          <p:cNvSpPr>
            <a:spLocks/>
          </p:cNvSpPr>
          <p:nvPr/>
        </p:nvSpPr>
        <p:spPr bwMode="auto">
          <a:xfrm>
            <a:off x="4749800" y="4168775"/>
            <a:ext cx="33338" cy="31750"/>
          </a:xfrm>
          <a:custGeom>
            <a:avLst/>
            <a:gdLst>
              <a:gd name="T0" fmla="*/ 2147483646 w 21"/>
              <a:gd name="T1" fmla="*/ 2147483646 h 20"/>
              <a:gd name="T2" fmla="*/ 2147483646 w 21"/>
              <a:gd name="T3" fmla="*/ 0 h 20"/>
              <a:gd name="T4" fmla="*/ 0 w 21"/>
              <a:gd name="T5" fmla="*/ 0 h 20"/>
              <a:gd name="T6" fmla="*/ 0 w 21"/>
              <a:gd name="T7" fmla="*/ 2147483646 h 20"/>
              <a:gd name="T8" fmla="*/ 0 w 21"/>
              <a:gd name="T9" fmla="*/ 2147483646 h 20"/>
              <a:gd name="T10" fmla="*/ 2147483646 w 21"/>
              <a:gd name="T11" fmla="*/ 2147483646 h 20"/>
              <a:gd name="T12" fmla="*/ 2147483646 w 21"/>
              <a:gd name="T13" fmla="*/ 2147483646 h 20"/>
              <a:gd name="T14" fmla="*/ 2147483646 w 21"/>
              <a:gd name="T15" fmla="*/ 2147483646 h 20"/>
              <a:gd name="T16" fmla="*/ 2147483646 w 21"/>
              <a:gd name="T17" fmla="*/ 0 h 20"/>
              <a:gd name="T18" fmla="*/ 2147483646 w 21"/>
              <a:gd name="T19" fmla="*/ 0 h 20"/>
              <a:gd name="T20" fmla="*/ 2147483646 w 21"/>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0"/>
              <a:gd name="T35" fmla="*/ 21 w 21"/>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0">
                <a:moveTo>
                  <a:pt x="10" y="10"/>
                </a:moveTo>
                <a:lnTo>
                  <a:pt x="10" y="0"/>
                </a:lnTo>
                <a:lnTo>
                  <a:pt x="0" y="0"/>
                </a:lnTo>
                <a:lnTo>
                  <a:pt x="0" y="10"/>
                </a:lnTo>
                <a:lnTo>
                  <a:pt x="0" y="20"/>
                </a:lnTo>
                <a:lnTo>
                  <a:pt x="10" y="20"/>
                </a:lnTo>
                <a:lnTo>
                  <a:pt x="21" y="20"/>
                </a:lnTo>
                <a:lnTo>
                  <a:pt x="21" y="10"/>
                </a:lnTo>
                <a:lnTo>
                  <a:pt x="21" y="0"/>
                </a:lnTo>
                <a:lnTo>
                  <a:pt x="10" y="0"/>
                </a:lnTo>
                <a:lnTo>
                  <a:pt x="10" y="10"/>
                </a:lnTo>
                <a:close/>
              </a:path>
            </a:pathLst>
          </a:custGeom>
          <a:solidFill>
            <a:srgbClr val="000000"/>
          </a:solidFill>
          <a:ln w="0">
            <a:solidFill>
              <a:schemeClr val="tx1"/>
            </a:solidFill>
            <a:prstDash val="solid"/>
            <a:round/>
            <a:headEnd/>
            <a:tailEnd/>
          </a:ln>
        </p:spPr>
        <p:txBody>
          <a:bodyPr/>
          <a:lstStyle/>
          <a:p>
            <a:endParaRPr lang="en-MY"/>
          </a:p>
        </p:txBody>
      </p:sp>
      <p:sp>
        <p:nvSpPr>
          <p:cNvPr id="97318" name="Freeform 39">
            <a:extLst>
              <a:ext uri="{FF2B5EF4-FFF2-40B4-BE49-F238E27FC236}">
                <a16:creationId xmlns:a16="http://schemas.microsoft.com/office/drawing/2014/main" id="{2835C0E1-0085-DA94-DEBB-0A25D7B2D6D1}"/>
              </a:ext>
            </a:extLst>
          </p:cNvPr>
          <p:cNvSpPr>
            <a:spLocks/>
          </p:cNvSpPr>
          <p:nvPr/>
        </p:nvSpPr>
        <p:spPr bwMode="auto">
          <a:xfrm>
            <a:off x="4765675" y="4168775"/>
            <a:ext cx="17463"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319" name="Freeform 40">
            <a:extLst>
              <a:ext uri="{FF2B5EF4-FFF2-40B4-BE49-F238E27FC236}">
                <a16:creationId xmlns:a16="http://schemas.microsoft.com/office/drawing/2014/main" id="{AD70FD59-C533-BECF-E264-9AF3C1E54F11}"/>
              </a:ext>
            </a:extLst>
          </p:cNvPr>
          <p:cNvSpPr>
            <a:spLocks/>
          </p:cNvSpPr>
          <p:nvPr/>
        </p:nvSpPr>
        <p:spPr bwMode="auto">
          <a:xfrm>
            <a:off x="4749800" y="4300538"/>
            <a:ext cx="33338" cy="31750"/>
          </a:xfrm>
          <a:custGeom>
            <a:avLst/>
            <a:gdLst>
              <a:gd name="T0" fmla="*/ 2147483646 w 21"/>
              <a:gd name="T1" fmla="*/ 2147483646 h 20"/>
              <a:gd name="T2" fmla="*/ 2147483646 w 21"/>
              <a:gd name="T3" fmla="*/ 0 h 20"/>
              <a:gd name="T4" fmla="*/ 0 w 21"/>
              <a:gd name="T5" fmla="*/ 0 h 20"/>
              <a:gd name="T6" fmla="*/ 0 w 21"/>
              <a:gd name="T7" fmla="*/ 2147483646 h 20"/>
              <a:gd name="T8" fmla="*/ 0 w 21"/>
              <a:gd name="T9" fmla="*/ 2147483646 h 20"/>
              <a:gd name="T10" fmla="*/ 2147483646 w 21"/>
              <a:gd name="T11" fmla="*/ 2147483646 h 20"/>
              <a:gd name="T12" fmla="*/ 2147483646 w 21"/>
              <a:gd name="T13" fmla="*/ 2147483646 h 20"/>
              <a:gd name="T14" fmla="*/ 2147483646 w 21"/>
              <a:gd name="T15" fmla="*/ 2147483646 h 20"/>
              <a:gd name="T16" fmla="*/ 2147483646 w 21"/>
              <a:gd name="T17" fmla="*/ 0 h 20"/>
              <a:gd name="T18" fmla="*/ 2147483646 w 21"/>
              <a:gd name="T19" fmla="*/ 0 h 20"/>
              <a:gd name="T20" fmla="*/ 2147483646 w 21"/>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0"/>
              <a:gd name="T35" fmla="*/ 21 w 21"/>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0">
                <a:moveTo>
                  <a:pt x="10" y="10"/>
                </a:moveTo>
                <a:lnTo>
                  <a:pt x="10" y="0"/>
                </a:lnTo>
                <a:lnTo>
                  <a:pt x="0" y="0"/>
                </a:lnTo>
                <a:lnTo>
                  <a:pt x="0" y="10"/>
                </a:lnTo>
                <a:lnTo>
                  <a:pt x="0" y="20"/>
                </a:lnTo>
                <a:lnTo>
                  <a:pt x="10" y="20"/>
                </a:lnTo>
                <a:lnTo>
                  <a:pt x="21" y="20"/>
                </a:lnTo>
                <a:lnTo>
                  <a:pt x="21" y="10"/>
                </a:lnTo>
                <a:lnTo>
                  <a:pt x="21" y="0"/>
                </a:lnTo>
                <a:lnTo>
                  <a:pt x="10" y="0"/>
                </a:lnTo>
                <a:lnTo>
                  <a:pt x="10" y="10"/>
                </a:lnTo>
                <a:close/>
              </a:path>
            </a:pathLst>
          </a:custGeom>
          <a:solidFill>
            <a:srgbClr val="000000"/>
          </a:solidFill>
          <a:ln w="0">
            <a:solidFill>
              <a:schemeClr val="tx1"/>
            </a:solidFill>
            <a:prstDash val="solid"/>
            <a:round/>
            <a:headEnd/>
            <a:tailEnd/>
          </a:ln>
        </p:spPr>
        <p:txBody>
          <a:bodyPr/>
          <a:lstStyle/>
          <a:p>
            <a:endParaRPr lang="en-MY"/>
          </a:p>
        </p:txBody>
      </p:sp>
      <p:sp>
        <p:nvSpPr>
          <p:cNvPr id="97320" name="Freeform 41">
            <a:extLst>
              <a:ext uri="{FF2B5EF4-FFF2-40B4-BE49-F238E27FC236}">
                <a16:creationId xmlns:a16="http://schemas.microsoft.com/office/drawing/2014/main" id="{8BB5E6CE-180F-DC0C-9C53-0DB6DC0E547F}"/>
              </a:ext>
            </a:extLst>
          </p:cNvPr>
          <p:cNvSpPr>
            <a:spLocks/>
          </p:cNvSpPr>
          <p:nvPr/>
        </p:nvSpPr>
        <p:spPr bwMode="auto">
          <a:xfrm>
            <a:off x="4765675" y="4300538"/>
            <a:ext cx="17463"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321" name="Freeform 42">
            <a:extLst>
              <a:ext uri="{FF2B5EF4-FFF2-40B4-BE49-F238E27FC236}">
                <a16:creationId xmlns:a16="http://schemas.microsoft.com/office/drawing/2014/main" id="{6940CFA3-15B6-74D0-31CB-D341A8C70BF2}"/>
              </a:ext>
            </a:extLst>
          </p:cNvPr>
          <p:cNvSpPr>
            <a:spLocks/>
          </p:cNvSpPr>
          <p:nvPr/>
        </p:nvSpPr>
        <p:spPr bwMode="auto">
          <a:xfrm>
            <a:off x="4749800" y="4430713"/>
            <a:ext cx="33338" cy="33337"/>
          </a:xfrm>
          <a:custGeom>
            <a:avLst/>
            <a:gdLst>
              <a:gd name="T0" fmla="*/ 2147483646 w 21"/>
              <a:gd name="T1" fmla="*/ 2147483646 h 21"/>
              <a:gd name="T2" fmla="*/ 2147483646 w 21"/>
              <a:gd name="T3" fmla="*/ 0 h 21"/>
              <a:gd name="T4" fmla="*/ 0 w 21"/>
              <a:gd name="T5" fmla="*/ 0 h 21"/>
              <a:gd name="T6" fmla="*/ 0 w 21"/>
              <a:gd name="T7" fmla="*/ 2147483646 h 21"/>
              <a:gd name="T8" fmla="*/ 0 w 21"/>
              <a:gd name="T9" fmla="*/ 2147483646 h 21"/>
              <a:gd name="T10" fmla="*/ 2147483646 w 21"/>
              <a:gd name="T11" fmla="*/ 2147483646 h 21"/>
              <a:gd name="T12" fmla="*/ 2147483646 w 21"/>
              <a:gd name="T13" fmla="*/ 2147483646 h 21"/>
              <a:gd name="T14" fmla="*/ 2147483646 w 21"/>
              <a:gd name="T15" fmla="*/ 2147483646 h 21"/>
              <a:gd name="T16" fmla="*/ 2147483646 w 21"/>
              <a:gd name="T17" fmla="*/ 0 h 21"/>
              <a:gd name="T18" fmla="*/ 2147483646 w 21"/>
              <a:gd name="T19" fmla="*/ 0 h 21"/>
              <a:gd name="T20" fmla="*/ 2147483646 w 21"/>
              <a:gd name="T21" fmla="*/ 2147483646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0" y="11"/>
                </a:moveTo>
                <a:lnTo>
                  <a:pt x="10" y="0"/>
                </a:lnTo>
                <a:lnTo>
                  <a:pt x="0" y="0"/>
                </a:lnTo>
                <a:lnTo>
                  <a:pt x="0" y="11"/>
                </a:lnTo>
                <a:lnTo>
                  <a:pt x="0" y="21"/>
                </a:lnTo>
                <a:lnTo>
                  <a:pt x="10" y="21"/>
                </a:lnTo>
                <a:lnTo>
                  <a:pt x="21" y="21"/>
                </a:lnTo>
                <a:lnTo>
                  <a:pt x="21" y="11"/>
                </a:lnTo>
                <a:lnTo>
                  <a:pt x="21" y="0"/>
                </a:lnTo>
                <a:lnTo>
                  <a:pt x="10" y="0"/>
                </a:lnTo>
                <a:lnTo>
                  <a:pt x="10" y="11"/>
                </a:lnTo>
                <a:close/>
              </a:path>
            </a:pathLst>
          </a:custGeom>
          <a:solidFill>
            <a:srgbClr val="000000"/>
          </a:solidFill>
          <a:ln w="0">
            <a:solidFill>
              <a:schemeClr val="tx1"/>
            </a:solidFill>
            <a:prstDash val="solid"/>
            <a:round/>
            <a:headEnd/>
            <a:tailEnd/>
          </a:ln>
        </p:spPr>
        <p:txBody>
          <a:bodyPr/>
          <a:lstStyle/>
          <a:p>
            <a:endParaRPr lang="en-MY"/>
          </a:p>
        </p:txBody>
      </p:sp>
      <p:sp>
        <p:nvSpPr>
          <p:cNvPr id="97322" name="Freeform 43">
            <a:extLst>
              <a:ext uri="{FF2B5EF4-FFF2-40B4-BE49-F238E27FC236}">
                <a16:creationId xmlns:a16="http://schemas.microsoft.com/office/drawing/2014/main" id="{C0E9C384-2910-DA08-3910-FCFD8520A703}"/>
              </a:ext>
            </a:extLst>
          </p:cNvPr>
          <p:cNvSpPr>
            <a:spLocks/>
          </p:cNvSpPr>
          <p:nvPr/>
        </p:nvSpPr>
        <p:spPr bwMode="auto">
          <a:xfrm>
            <a:off x="4765675" y="4430713"/>
            <a:ext cx="17463"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323" name="Rectangle 44">
            <a:extLst>
              <a:ext uri="{FF2B5EF4-FFF2-40B4-BE49-F238E27FC236}">
                <a16:creationId xmlns:a16="http://schemas.microsoft.com/office/drawing/2014/main" id="{AB36436C-9115-E4AE-6205-242F7F3B2B86}"/>
              </a:ext>
            </a:extLst>
          </p:cNvPr>
          <p:cNvSpPr>
            <a:spLocks noChangeArrowheads="1"/>
          </p:cNvSpPr>
          <p:nvPr/>
        </p:nvSpPr>
        <p:spPr bwMode="auto">
          <a:xfrm>
            <a:off x="3189288" y="5811838"/>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2</a:t>
            </a:r>
            <a:endParaRPr kumimoji="0" lang="en-CA" altLang="en-US" sz="2400">
              <a:latin typeface="Times New Roman" panose="02020603050405020304" pitchFamily="18" charset="0"/>
            </a:endParaRPr>
          </a:p>
        </p:txBody>
      </p:sp>
      <p:sp>
        <p:nvSpPr>
          <p:cNvPr id="97324" name="Rectangle 45">
            <a:extLst>
              <a:ext uri="{FF2B5EF4-FFF2-40B4-BE49-F238E27FC236}">
                <a16:creationId xmlns:a16="http://schemas.microsoft.com/office/drawing/2014/main" id="{29BE49F8-EF17-DCF3-B957-A5CE78DE1053}"/>
              </a:ext>
            </a:extLst>
          </p:cNvPr>
          <p:cNvSpPr>
            <a:spLocks noChangeArrowheads="1"/>
          </p:cNvSpPr>
          <p:nvPr/>
        </p:nvSpPr>
        <p:spPr bwMode="auto">
          <a:xfrm>
            <a:off x="3270250" y="5762625"/>
            <a:ext cx="57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900" i="1">
                <a:latin typeface="Nimbus Roman No9 L" charset="0"/>
              </a:rPr>
              <a:t>k</a:t>
            </a:r>
            <a:endParaRPr kumimoji="0" lang="en-CA" altLang="en-US" sz="2400">
              <a:latin typeface="Times New Roman" panose="02020603050405020304" pitchFamily="18" charset="0"/>
            </a:endParaRPr>
          </a:p>
        </p:txBody>
      </p:sp>
      <p:sp>
        <p:nvSpPr>
          <p:cNvPr id="97325" name="Rectangle 46">
            <a:extLst>
              <a:ext uri="{FF2B5EF4-FFF2-40B4-BE49-F238E27FC236}">
                <a16:creationId xmlns:a16="http://schemas.microsoft.com/office/drawing/2014/main" id="{6529EAB5-D465-CA80-D9EA-7D923054ECEB}"/>
              </a:ext>
            </a:extLst>
          </p:cNvPr>
          <p:cNvSpPr>
            <a:spLocks noChangeArrowheads="1"/>
          </p:cNvSpPr>
          <p:nvPr/>
        </p:nvSpPr>
        <p:spPr bwMode="auto">
          <a:xfrm>
            <a:off x="3451225" y="5811838"/>
            <a:ext cx="841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1</a:t>
            </a:r>
            <a:endParaRPr kumimoji="0" lang="en-CA" altLang="en-US" sz="2400">
              <a:latin typeface="Times New Roman" panose="02020603050405020304" pitchFamily="18" charset="0"/>
            </a:endParaRPr>
          </a:p>
        </p:txBody>
      </p:sp>
      <p:sp>
        <p:nvSpPr>
          <p:cNvPr id="97326" name="Rectangle 47">
            <a:extLst>
              <a:ext uri="{FF2B5EF4-FFF2-40B4-BE49-F238E27FC236}">
                <a16:creationId xmlns:a16="http://schemas.microsoft.com/office/drawing/2014/main" id="{3D1DEEAB-6CE2-7022-AD55-F16089EE1226}"/>
              </a:ext>
            </a:extLst>
          </p:cNvPr>
          <p:cNvSpPr>
            <a:spLocks noChangeArrowheads="1"/>
          </p:cNvSpPr>
          <p:nvPr/>
        </p:nvSpPr>
        <p:spPr bwMode="auto">
          <a:xfrm>
            <a:off x="3336925" y="5811838"/>
            <a:ext cx="50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t>
            </a:r>
            <a:endParaRPr kumimoji="0" lang="en-CA" altLang="en-US" sz="2400">
              <a:latin typeface="Times New Roman" panose="02020603050405020304" pitchFamily="18" charset="0"/>
            </a:endParaRPr>
          </a:p>
        </p:txBody>
      </p:sp>
      <p:sp>
        <p:nvSpPr>
          <p:cNvPr id="97327" name="Freeform 48">
            <a:extLst>
              <a:ext uri="{FF2B5EF4-FFF2-40B4-BE49-F238E27FC236}">
                <a16:creationId xmlns:a16="http://schemas.microsoft.com/office/drawing/2014/main" id="{E555D720-1C47-0A3F-6C1C-3B3865902A19}"/>
              </a:ext>
            </a:extLst>
          </p:cNvPr>
          <p:cNvSpPr>
            <a:spLocks/>
          </p:cNvSpPr>
          <p:nvPr/>
        </p:nvSpPr>
        <p:spPr bwMode="auto">
          <a:xfrm>
            <a:off x="2728913" y="3051175"/>
            <a:ext cx="82550" cy="952500"/>
          </a:xfrm>
          <a:custGeom>
            <a:avLst/>
            <a:gdLst>
              <a:gd name="T0" fmla="*/ 2147483646 w 5"/>
              <a:gd name="T1" fmla="*/ 0 h 58"/>
              <a:gd name="T2" fmla="*/ 2147483646 w 5"/>
              <a:gd name="T3" fmla="*/ 2147483646 h 58"/>
              <a:gd name="T4" fmla="*/ 2147483646 w 5"/>
              <a:gd name="T5" fmla="*/ 2147483646 h 58"/>
              <a:gd name="T6" fmla="*/ 2147483646 w 5"/>
              <a:gd name="T7" fmla="*/ 2147483646 h 58"/>
              <a:gd name="T8" fmla="*/ 2147483646 w 5"/>
              <a:gd name="T9" fmla="*/ 2147483646 h 58"/>
              <a:gd name="T10" fmla="*/ 2147483646 w 5"/>
              <a:gd name="T11" fmla="*/ 2147483646 h 58"/>
              <a:gd name="T12" fmla="*/ 2147483646 w 5"/>
              <a:gd name="T13" fmla="*/ 2147483646 h 58"/>
              <a:gd name="T14" fmla="*/ 2147483646 w 5"/>
              <a:gd name="T15" fmla="*/ 2147483646 h 58"/>
              <a:gd name="T16" fmla="*/ 2147483646 w 5"/>
              <a:gd name="T17" fmla="*/ 2147483646 h 58"/>
              <a:gd name="T18" fmla="*/ 2147483646 w 5"/>
              <a:gd name="T19" fmla="*/ 2147483646 h 58"/>
              <a:gd name="T20" fmla="*/ 2147483646 w 5"/>
              <a:gd name="T21" fmla="*/ 2147483646 h 58"/>
              <a:gd name="T22" fmla="*/ 2147483646 w 5"/>
              <a:gd name="T23" fmla="*/ 2147483646 h 58"/>
              <a:gd name="T24" fmla="*/ 2147483646 w 5"/>
              <a:gd name="T25" fmla="*/ 2147483646 h 58"/>
              <a:gd name="T26" fmla="*/ 2147483646 w 5"/>
              <a:gd name="T27" fmla="*/ 2147483646 h 58"/>
              <a:gd name="T28" fmla="*/ 0 w 5"/>
              <a:gd name="T29" fmla="*/ 2147483646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58"/>
              <a:gd name="T47" fmla="*/ 5 w 5"/>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58">
                <a:moveTo>
                  <a:pt x="5" y="0"/>
                </a:moveTo>
                <a:lnTo>
                  <a:pt x="4" y="1"/>
                </a:lnTo>
                <a:lnTo>
                  <a:pt x="3" y="2"/>
                </a:lnTo>
                <a:lnTo>
                  <a:pt x="3" y="3"/>
                </a:lnTo>
                <a:lnTo>
                  <a:pt x="3" y="21"/>
                </a:lnTo>
                <a:lnTo>
                  <a:pt x="3" y="29"/>
                </a:lnTo>
                <a:lnTo>
                  <a:pt x="3" y="37"/>
                </a:lnTo>
                <a:lnTo>
                  <a:pt x="3" y="55"/>
                </a:lnTo>
                <a:lnTo>
                  <a:pt x="3" y="56"/>
                </a:lnTo>
                <a:lnTo>
                  <a:pt x="2" y="57"/>
                </a:lnTo>
                <a:lnTo>
                  <a:pt x="0" y="58"/>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328" name="Freeform 49">
            <a:extLst>
              <a:ext uri="{FF2B5EF4-FFF2-40B4-BE49-F238E27FC236}">
                <a16:creationId xmlns:a16="http://schemas.microsoft.com/office/drawing/2014/main" id="{5857D21C-4B67-873E-A26D-DD06E154BF34}"/>
              </a:ext>
            </a:extLst>
          </p:cNvPr>
          <p:cNvSpPr>
            <a:spLocks/>
          </p:cNvSpPr>
          <p:nvPr/>
        </p:nvSpPr>
        <p:spPr bwMode="auto">
          <a:xfrm>
            <a:off x="2728913" y="4003675"/>
            <a:ext cx="82550" cy="936625"/>
          </a:xfrm>
          <a:custGeom>
            <a:avLst/>
            <a:gdLst>
              <a:gd name="T0" fmla="*/ 2147483646 w 5"/>
              <a:gd name="T1" fmla="*/ 2147483646 h 57"/>
              <a:gd name="T2" fmla="*/ 2147483646 w 5"/>
              <a:gd name="T3" fmla="*/ 2147483646 h 57"/>
              <a:gd name="T4" fmla="*/ 2147483646 w 5"/>
              <a:gd name="T5" fmla="*/ 2147483646 h 57"/>
              <a:gd name="T6" fmla="*/ 2147483646 w 5"/>
              <a:gd name="T7" fmla="*/ 2147483646 h 57"/>
              <a:gd name="T8" fmla="*/ 2147483646 w 5"/>
              <a:gd name="T9" fmla="*/ 2147483646 h 57"/>
              <a:gd name="T10" fmla="*/ 2147483646 w 5"/>
              <a:gd name="T11" fmla="*/ 2147483646 h 57"/>
              <a:gd name="T12" fmla="*/ 2147483646 w 5"/>
              <a:gd name="T13" fmla="*/ 2147483646 h 57"/>
              <a:gd name="T14" fmla="*/ 2147483646 w 5"/>
              <a:gd name="T15" fmla="*/ 2147483646 h 57"/>
              <a:gd name="T16" fmla="*/ 2147483646 w 5"/>
              <a:gd name="T17" fmla="*/ 2147483646 h 57"/>
              <a:gd name="T18" fmla="*/ 2147483646 w 5"/>
              <a:gd name="T19" fmla="*/ 2147483646 h 57"/>
              <a:gd name="T20" fmla="*/ 2147483646 w 5"/>
              <a:gd name="T21" fmla="*/ 2147483646 h 57"/>
              <a:gd name="T22" fmla="*/ 2147483646 w 5"/>
              <a:gd name="T23" fmla="*/ 2147483646 h 57"/>
              <a:gd name="T24" fmla="*/ 2147483646 w 5"/>
              <a:gd name="T25" fmla="*/ 2147483646 h 57"/>
              <a:gd name="T26" fmla="*/ 2147483646 w 5"/>
              <a:gd name="T27" fmla="*/ 2147483646 h 57"/>
              <a:gd name="T28" fmla="*/ 0 w 5"/>
              <a:gd name="T29" fmla="*/ 0 h 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57"/>
              <a:gd name="T47" fmla="*/ 5 w 5"/>
              <a:gd name="T48" fmla="*/ 57 h 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57">
                <a:moveTo>
                  <a:pt x="5" y="57"/>
                </a:moveTo>
                <a:lnTo>
                  <a:pt x="4" y="56"/>
                </a:lnTo>
                <a:lnTo>
                  <a:pt x="3" y="56"/>
                </a:lnTo>
                <a:lnTo>
                  <a:pt x="3" y="55"/>
                </a:lnTo>
                <a:lnTo>
                  <a:pt x="3" y="54"/>
                </a:lnTo>
                <a:lnTo>
                  <a:pt x="3" y="37"/>
                </a:lnTo>
                <a:lnTo>
                  <a:pt x="3" y="28"/>
                </a:lnTo>
                <a:lnTo>
                  <a:pt x="3" y="20"/>
                </a:lnTo>
                <a:lnTo>
                  <a:pt x="3" y="3"/>
                </a:lnTo>
                <a:lnTo>
                  <a:pt x="3" y="2"/>
                </a:lnTo>
                <a:lnTo>
                  <a:pt x="3" y="1"/>
                </a:lnTo>
                <a:lnTo>
                  <a:pt x="2" y="1"/>
                </a:lnTo>
                <a:lnTo>
                  <a:pt x="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7329" name="Text Box 50">
            <a:extLst>
              <a:ext uri="{FF2B5EF4-FFF2-40B4-BE49-F238E27FC236}">
                <a16:creationId xmlns:a16="http://schemas.microsoft.com/office/drawing/2014/main" id="{A5FC4B94-D5E9-BE24-D57B-0D6CA7DBC6E9}"/>
              </a:ext>
            </a:extLst>
          </p:cNvPr>
          <p:cNvSpPr txBox="1">
            <a:spLocks noChangeArrowheads="1"/>
          </p:cNvSpPr>
          <p:nvPr/>
        </p:nvSpPr>
        <p:spPr bwMode="auto">
          <a:xfrm>
            <a:off x="4619625" y="2243138"/>
            <a:ext cx="266700"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97330" name="Line 51">
            <a:extLst>
              <a:ext uri="{FF2B5EF4-FFF2-40B4-BE49-F238E27FC236}">
                <a16:creationId xmlns:a16="http://schemas.microsoft.com/office/drawing/2014/main" id="{80A5FC1C-A675-879A-F119-5F813F3F7F7F}"/>
              </a:ext>
            </a:extLst>
          </p:cNvPr>
          <p:cNvSpPr>
            <a:spLocks noChangeShapeType="1"/>
          </p:cNvSpPr>
          <p:nvPr/>
        </p:nvSpPr>
        <p:spPr bwMode="auto">
          <a:xfrm flipH="1">
            <a:off x="3714750" y="2244725"/>
            <a:ext cx="2119313"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331" name="Line 52">
            <a:extLst>
              <a:ext uri="{FF2B5EF4-FFF2-40B4-BE49-F238E27FC236}">
                <a16:creationId xmlns:a16="http://schemas.microsoft.com/office/drawing/2014/main" id="{D1DA1839-6E12-588C-5AC7-DD7381F49F86}"/>
              </a:ext>
            </a:extLst>
          </p:cNvPr>
          <p:cNvSpPr>
            <a:spLocks noChangeShapeType="1"/>
          </p:cNvSpPr>
          <p:nvPr/>
        </p:nvSpPr>
        <p:spPr bwMode="auto">
          <a:xfrm flipH="1">
            <a:off x="3714750" y="2984500"/>
            <a:ext cx="2119313"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332" name="Text Box 53">
            <a:extLst>
              <a:ext uri="{FF2B5EF4-FFF2-40B4-BE49-F238E27FC236}">
                <a16:creationId xmlns:a16="http://schemas.microsoft.com/office/drawing/2014/main" id="{7950064A-0A8D-6063-5CC5-4E6473FCF9DB}"/>
              </a:ext>
            </a:extLst>
          </p:cNvPr>
          <p:cNvSpPr txBox="1">
            <a:spLocks noChangeArrowheads="1"/>
          </p:cNvSpPr>
          <p:nvPr/>
        </p:nvSpPr>
        <p:spPr bwMode="auto">
          <a:xfrm>
            <a:off x="4638675" y="3948113"/>
            <a:ext cx="2667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a:p>
            <a:pPr eaLnBrk="1" hangingPunct="1">
              <a:lnSpc>
                <a:spcPct val="20000"/>
              </a:lnSpc>
              <a:spcBef>
                <a:spcPct val="50000"/>
              </a:spcBef>
              <a:buClrTx/>
              <a:buFontTx/>
              <a:buNone/>
            </a:pPr>
            <a:endParaRPr kumimoji="0" lang="en-CA" altLang="en-US" sz="1600">
              <a:latin typeface="Nimbus Roman No9 L" charset="0"/>
            </a:endParaRPr>
          </a:p>
        </p:txBody>
      </p:sp>
      <p:sp>
        <p:nvSpPr>
          <p:cNvPr id="97333" name="Line 54">
            <a:extLst>
              <a:ext uri="{FF2B5EF4-FFF2-40B4-BE49-F238E27FC236}">
                <a16:creationId xmlns:a16="http://schemas.microsoft.com/office/drawing/2014/main" id="{BF155F9C-2CA4-1E41-5484-76FF886E1729}"/>
              </a:ext>
            </a:extLst>
          </p:cNvPr>
          <p:cNvSpPr>
            <a:spLocks noChangeShapeType="1"/>
          </p:cNvSpPr>
          <p:nvPr/>
        </p:nvSpPr>
        <p:spPr bwMode="auto">
          <a:xfrm flipH="1">
            <a:off x="3714750" y="3938588"/>
            <a:ext cx="2119313"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334" name="Line 55">
            <a:extLst>
              <a:ext uri="{FF2B5EF4-FFF2-40B4-BE49-F238E27FC236}">
                <a16:creationId xmlns:a16="http://schemas.microsoft.com/office/drawing/2014/main" id="{5794C4A4-6FCB-FC5C-8211-E530F82D83BA}"/>
              </a:ext>
            </a:extLst>
          </p:cNvPr>
          <p:cNvSpPr>
            <a:spLocks noChangeShapeType="1"/>
          </p:cNvSpPr>
          <p:nvPr/>
        </p:nvSpPr>
        <p:spPr bwMode="auto">
          <a:xfrm flipH="1">
            <a:off x="3714750" y="4694238"/>
            <a:ext cx="2119313"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335" name="Text Box 56">
            <a:extLst>
              <a:ext uri="{FF2B5EF4-FFF2-40B4-BE49-F238E27FC236}">
                <a16:creationId xmlns:a16="http://schemas.microsoft.com/office/drawing/2014/main" id="{89222B02-E4E2-1725-AAC3-A6D16BE9E158}"/>
              </a:ext>
            </a:extLst>
          </p:cNvPr>
          <p:cNvSpPr txBox="1">
            <a:spLocks noChangeArrowheads="1"/>
          </p:cNvSpPr>
          <p:nvPr/>
        </p:nvSpPr>
        <p:spPr bwMode="auto">
          <a:xfrm>
            <a:off x="4648200" y="5005388"/>
            <a:ext cx="2667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a:p>
            <a:pPr eaLnBrk="1" hangingPunct="1">
              <a:lnSpc>
                <a:spcPct val="20000"/>
              </a:lnSpc>
              <a:spcBef>
                <a:spcPct val="50000"/>
              </a:spcBef>
              <a:buClrTx/>
              <a:buFontTx/>
              <a:buNone/>
            </a:pPr>
            <a:endParaRPr kumimoji="0" lang="en-CA" altLang="en-US" sz="1600">
              <a:latin typeface="Nimbus Roman No9 L" charset="0"/>
            </a:endParaRPr>
          </a:p>
        </p:txBody>
      </p:sp>
      <p:sp>
        <p:nvSpPr>
          <p:cNvPr id="97336" name="Line 57">
            <a:extLst>
              <a:ext uri="{FF2B5EF4-FFF2-40B4-BE49-F238E27FC236}">
                <a16:creationId xmlns:a16="http://schemas.microsoft.com/office/drawing/2014/main" id="{42CC9188-F4CD-A199-2956-A84B720A86C8}"/>
              </a:ext>
            </a:extLst>
          </p:cNvPr>
          <p:cNvSpPr>
            <a:spLocks noChangeShapeType="1"/>
          </p:cNvSpPr>
          <p:nvPr/>
        </p:nvSpPr>
        <p:spPr bwMode="auto">
          <a:xfrm>
            <a:off x="3714750" y="5006975"/>
            <a:ext cx="2119313"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337" name="Line 58">
            <a:extLst>
              <a:ext uri="{FF2B5EF4-FFF2-40B4-BE49-F238E27FC236}">
                <a16:creationId xmlns:a16="http://schemas.microsoft.com/office/drawing/2014/main" id="{B4912EF8-8FF7-3031-6975-F4A7B16D3DB2}"/>
              </a:ext>
            </a:extLst>
          </p:cNvPr>
          <p:cNvSpPr>
            <a:spLocks noChangeShapeType="1"/>
          </p:cNvSpPr>
          <p:nvPr/>
        </p:nvSpPr>
        <p:spPr bwMode="auto">
          <a:xfrm>
            <a:off x="3714750" y="5746750"/>
            <a:ext cx="2119313"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7338" name="Rectangle 59">
            <a:extLst>
              <a:ext uri="{FF2B5EF4-FFF2-40B4-BE49-F238E27FC236}">
                <a16:creationId xmlns:a16="http://schemas.microsoft.com/office/drawing/2014/main" id="{3EEA660D-A928-F74F-2E74-7DD3EEBA85DB}"/>
              </a:ext>
            </a:extLst>
          </p:cNvPr>
          <p:cNvSpPr>
            <a:spLocks noChangeArrowheads="1"/>
          </p:cNvSpPr>
          <p:nvPr/>
        </p:nvSpPr>
        <p:spPr bwMode="auto">
          <a:xfrm>
            <a:off x="4667250" y="3692525"/>
            <a:ext cx="2524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739</a:t>
            </a:r>
            <a:endParaRPr kumimoji="0" lang="en-CA" altLang="en-US" sz="2400">
              <a:latin typeface="Times New Roman" panose="02020603050405020304" pitchFamily="18" charset="0"/>
            </a:endParaRPr>
          </a:p>
        </p:txBody>
      </p:sp>
      <p:sp>
        <p:nvSpPr>
          <p:cNvPr id="97339" name="Rectangle 60">
            <a:extLst>
              <a:ext uri="{FF2B5EF4-FFF2-40B4-BE49-F238E27FC236}">
                <a16:creationId xmlns:a16="http://schemas.microsoft.com/office/drawing/2014/main" id="{019A0DD7-6E37-9709-F9FE-ACA7A57B633E}"/>
              </a:ext>
            </a:extLst>
          </p:cNvPr>
          <p:cNvSpPr>
            <a:spLocks noChangeArrowheads="1"/>
          </p:cNvSpPr>
          <p:nvPr/>
        </p:nvSpPr>
        <p:spPr bwMode="auto">
          <a:xfrm>
            <a:off x="4700588" y="4743450"/>
            <a:ext cx="168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43</a:t>
            </a:r>
            <a:endParaRPr kumimoji="0" lang="en-CA" altLang="en-US" sz="2400">
              <a:latin typeface="Times New Roman" panose="02020603050405020304" pitchFamily="18" charset="0"/>
            </a:endParaRPr>
          </a:p>
        </p:txBody>
      </p:sp>
      <p:sp>
        <p:nvSpPr>
          <p:cNvPr id="97340" name="Rectangle 61">
            <a:extLst>
              <a:ext uri="{FF2B5EF4-FFF2-40B4-BE49-F238E27FC236}">
                <a16:creationId xmlns:a16="http://schemas.microsoft.com/office/drawing/2014/main" id="{D66FCB78-8128-A6DD-003E-225FE231F5E0}"/>
              </a:ext>
            </a:extLst>
          </p:cNvPr>
          <p:cNvSpPr>
            <a:spLocks noChangeArrowheads="1"/>
          </p:cNvSpPr>
          <p:nvPr/>
        </p:nvSpPr>
        <p:spPr bwMode="auto">
          <a:xfrm>
            <a:off x="4733925" y="3051175"/>
            <a:ext cx="168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28</a:t>
            </a:r>
            <a:endParaRPr kumimoji="0" lang="en-CA" altLang="en-US" sz="2400">
              <a:latin typeface="Times New Roman" panose="02020603050405020304" pitchFamily="18" charset="0"/>
            </a:endParaRPr>
          </a:p>
        </p:txBody>
      </p:sp>
      <p:sp>
        <p:nvSpPr>
          <p:cNvPr id="97341" name="Rectangle 62">
            <a:extLst>
              <a:ext uri="{FF2B5EF4-FFF2-40B4-BE49-F238E27FC236}">
                <a16:creationId xmlns:a16="http://schemas.microsoft.com/office/drawing/2014/main" id="{C0A1E1E0-8869-CCE2-9B65-6737931DE975}"/>
              </a:ext>
            </a:extLst>
          </p:cNvPr>
          <p:cNvSpPr>
            <a:spLocks noChangeArrowheads="1"/>
          </p:cNvSpPr>
          <p:nvPr/>
        </p:nvSpPr>
        <p:spPr bwMode="auto">
          <a:xfrm>
            <a:off x="4651375" y="3051175"/>
            <a:ext cx="50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t>
            </a:r>
            <a:endParaRPr kumimoji="0" lang="en-CA" altLang="en-US" sz="2400">
              <a:latin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571D1605-F465-6977-5D61-686109442DD6}"/>
              </a:ext>
            </a:extLst>
          </p:cNvPr>
          <p:cNvSpPr>
            <a:spLocks noGrp="1" noChangeArrowheads="1"/>
          </p:cNvSpPr>
          <p:nvPr>
            <p:ph type="title"/>
          </p:nvPr>
        </p:nvSpPr>
        <p:spPr/>
        <p:txBody>
          <a:bodyPr/>
          <a:lstStyle/>
          <a:p>
            <a:r>
              <a:rPr lang="en-US" altLang="en-US"/>
              <a:t>Stack</a:t>
            </a:r>
          </a:p>
        </p:txBody>
      </p:sp>
      <p:sp>
        <p:nvSpPr>
          <p:cNvPr id="98307" name="Rectangle 4">
            <a:extLst>
              <a:ext uri="{FF2B5EF4-FFF2-40B4-BE49-F238E27FC236}">
                <a16:creationId xmlns:a16="http://schemas.microsoft.com/office/drawing/2014/main" id="{213857EA-09F6-BB91-7E5D-7EC2CE60CB94}"/>
              </a:ext>
            </a:extLst>
          </p:cNvPr>
          <p:cNvSpPr>
            <a:spLocks noGrp="1" noChangeArrowheads="1"/>
          </p:cNvSpPr>
          <p:nvPr>
            <p:ph type="body" idx="1"/>
          </p:nvPr>
        </p:nvSpPr>
        <p:spPr>
          <a:xfrm>
            <a:off x="457200" y="1885950"/>
            <a:ext cx="3106738" cy="2479675"/>
          </a:xfrm>
          <a:noFill/>
        </p:spPr>
        <p:txBody>
          <a:bodyPr/>
          <a:lstStyle/>
          <a:p>
            <a:r>
              <a:rPr lang="en-US" altLang="en-US"/>
              <a:t>Push</a:t>
            </a:r>
          </a:p>
          <a:p>
            <a:pPr lvl="1"/>
            <a:r>
              <a:rPr lang="en-US" altLang="en-US" sz="1800"/>
              <a:t>Subtract #4,SP</a:t>
            </a:r>
          </a:p>
          <a:p>
            <a:pPr lvl="1"/>
            <a:r>
              <a:rPr lang="en-US" altLang="en-US" sz="1800"/>
              <a:t>Move NEWITEM,(SP)</a:t>
            </a:r>
          </a:p>
          <a:p>
            <a:r>
              <a:rPr lang="en-US" altLang="en-US"/>
              <a:t>Pop</a:t>
            </a:r>
          </a:p>
          <a:p>
            <a:pPr lvl="1"/>
            <a:r>
              <a:rPr lang="en-US" altLang="en-US" sz="2000"/>
              <a:t>Move (SP),ITEM</a:t>
            </a:r>
          </a:p>
          <a:p>
            <a:pPr lvl="1"/>
            <a:r>
              <a:rPr lang="en-US" altLang="en-US" sz="2000"/>
              <a:t>Add #4,SP</a:t>
            </a:r>
          </a:p>
        </p:txBody>
      </p:sp>
      <p:sp>
        <p:nvSpPr>
          <p:cNvPr id="98308" name="Line 5">
            <a:extLst>
              <a:ext uri="{FF2B5EF4-FFF2-40B4-BE49-F238E27FC236}">
                <a16:creationId xmlns:a16="http://schemas.microsoft.com/office/drawing/2014/main" id="{B3BF66C6-BB1B-822E-A310-E7C0413D55CE}"/>
              </a:ext>
            </a:extLst>
          </p:cNvPr>
          <p:cNvSpPr>
            <a:spLocks noChangeShapeType="1"/>
          </p:cNvSpPr>
          <p:nvPr/>
        </p:nvSpPr>
        <p:spPr bwMode="auto">
          <a:xfrm flipH="1">
            <a:off x="7240588" y="2727325"/>
            <a:ext cx="1460500" cy="1588"/>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09" name="Rectangle 6">
            <a:extLst>
              <a:ext uri="{FF2B5EF4-FFF2-40B4-BE49-F238E27FC236}">
                <a16:creationId xmlns:a16="http://schemas.microsoft.com/office/drawing/2014/main" id="{5D362CF4-A78C-DA16-BC13-F21BAC5C1FD8}"/>
              </a:ext>
            </a:extLst>
          </p:cNvPr>
          <p:cNvSpPr>
            <a:spLocks noChangeArrowheads="1"/>
          </p:cNvSpPr>
          <p:nvPr/>
        </p:nvSpPr>
        <p:spPr bwMode="auto">
          <a:xfrm>
            <a:off x="7207250" y="5946775"/>
            <a:ext cx="13128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Sans L" charset="0"/>
              </a:rPr>
              <a:t>After pop into ITEM</a:t>
            </a:r>
            <a:endParaRPr kumimoji="0" lang="en-CA" altLang="en-US" sz="2400">
              <a:latin typeface="Times New Roman" panose="02020603050405020304" pitchFamily="18" charset="0"/>
            </a:endParaRPr>
          </a:p>
        </p:txBody>
      </p:sp>
      <p:sp>
        <p:nvSpPr>
          <p:cNvPr id="98310" name="Rectangle 7">
            <a:extLst>
              <a:ext uri="{FF2B5EF4-FFF2-40B4-BE49-F238E27FC236}">
                <a16:creationId xmlns:a16="http://schemas.microsoft.com/office/drawing/2014/main" id="{D2C4B35F-7CA1-55B9-720E-57897D74FF8B}"/>
              </a:ext>
            </a:extLst>
          </p:cNvPr>
          <p:cNvSpPr>
            <a:spLocks noChangeArrowheads="1"/>
          </p:cNvSpPr>
          <p:nvPr/>
        </p:nvSpPr>
        <p:spPr bwMode="auto">
          <a:xfrm>
            <a:off x="3868738" y="5946775"/>
            <a:ext cx="1804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Sans L" charset="0"/>
              </a:rPr>
              <a:t>After push from NEWITEM</a:t>
            </a:r>
            <a:endParaRPr kumimoji="0" lang="en-CA" altLang="en-US" sz="2400">
              <a:latin typeface="Times New Roman" panose="02020603050405020304" pitchFamily="18" charset="0"/>
            </a:endParaRPr>
          </a:p>
        </p:txBody>
      </p:sp>
      <p:sp>
        <p:nvSpPr>
          <p:cNvPr id="98311" name="Rectangle 8">
            <a:extLst>
              <a:ext uri="{FF2B5EF4-FFF2-40B4-BE49-F238E27FC236}">
                <a16:creationId xmlns:a16="http://schemas.microsoft.com/office/drawing/2014/main" id="{2996446B-5C38-A434-9CDF-BAF227BE63CF}"/>
              </a:ext>
            </a:extLst>
          </p:cNvPr>
          <p:cNvSpPr>
            <a:spLocks noChangeArrowheads="1"/>
          </p:cNvSpPr>
          <p:nvPr/>
        </p:nvSpPr>
        <p:spPr bwMode="auto">
          <a:xfrm>
            <a:off x="7240588" y="2441575"/>
            <a:ext cx="1460500" cy="2700338"/>
          </a:xfrm>
          <a:prstGeom prst="rect">
            <a:avLst/>
          </a:prstGeom>
          <a:noFill/>
          <a:ln w="1746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98312" name="Rectangle 9">
            <a:extLst>
              <a:ext uri="{FF2B5EF4-FFF2-40B4-BE49-F238E27FC236}">
                <a16:creationId xmlns:a16="http://schemas.microsoft.com/office/drawing/2014/main" id="{016EF166-113E-DDF6-355B-2B0A29DFEC0F}"/>
              </a:ext>
            </a:extLst>
          </p:cNvPr>
          <p:cNvSpPr>
            <a:spLocks noChangeArrowheads="1"/>
          </p:cNvSpPr>
          <p:nvPr/>
        </p:nvSpPr>
        <p:spPr bwMode="auto">
          <a:xfrm>
            <a:off x="7896225" y="3062288"/>
            <a:ext cx="1682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17</a:t>
            </a:r>
            <a:endParaRPr kumimoji="0" lang="en-CA" altLang="en-US" sz="2400">
              <a:latin typeface="Times New Roman" panose="02020603050405020304" pitchFamily="18" charset="0"/>
            </a:endParaRPr>
          </a:p>
        </p:txBody>
      </p:sp>
      <p:sp>
        <p:nvSpPr>
          <p:cNvPr id="98313" name="Rectangle 10">
            <a:extLst>
              <a:ext uri="{FF2B5EF4-FFF2-40B4-BE49-F238E27FC236}">
                <a16:creationId xmlns:a16="http://schemas.microsoft.com/office/drawing/2014/main" id="{FD4F905B-9FEF-1914-2B47-E74F70796FAC}"/>
              </a:ext>
            </a:extLst>
          </p:cNvPr>
          <p:cNvSpPr>
            <a:spLocks noChangeArrowheads="1"/>
          </p:cNvSpPr>
          <p:nvPr/>
        </p:nvSpPr>
        <p:spPr bwMode="auto">
          <a:xfrm>
            <a:off x="7861300" y="3348038"/>
            <a:ext cx="2524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739</a:t>
            </a:r>
            <a:endParaRPr kumimoji="0" lang="en-CA" altLang="en-US" sz="2400">
              <a:latin typeface="Times New Roman" panose="02020603050405020304" pitchFamily="18" charset="0"/>
            </a:endParaRPr>
          </a:p>
        </p:txBody>
      </p:sp>
      <p:sp>
        <p:nvSpPr>
          <p:cNvPr id="98314" name="Rectangle 11">
            <a:extLst>
              <a:ext uri="{FF2B5EF4-FFF2-40B4-BE49-F238E27FC236}">
                <a16:creationId xmlns:a16="http://schemas.microsoft.com/office/drawing/2014/main" id="{069579A2-35E5-974E-0739-3580C565242F}"/>
              </a:ext>
            </a:extLst>
          </p:cNvPr>
          <p:cNvSpPr>
            <a:spLocks noChangeArrowheads="1"/>
          </p:cNvSpPr>
          <p:nvPr/>
        </p:nvSpPr>
        <p:spPr bwMode="auto">
          <a:xfrm>
            <a:off x="7896225" y="4900613"/>
            <a:ext cx="2524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43</a:t>
            </a:r>
            <a:endParaRPr kumimoji="0" lang="en-CA" altLang="en-US" sz="2400">
              <a:latin typeface="Times New Roman" panose="02020603050405020304" pitchFamily="18" charset="0"/>
            </a:endParaRPr>
          </a:p>
        </p:txBody>
      </p:sp>
      <p:sp>
        <p:nvSpPr>
          <p:cNvPr id="98315" name="Rectangle 12">
            <a:extLst>
              <a:ext uri="{FF2B5EF4-FFF2-40B4-BE49-F238E27FC236}">
                <a16:creationId xmlns:a16="http://schemas.microsoft.com/office/drawing/2014/main" id="{BD439778-47D4-2EC3-830B-E585D84E2069}"/>
              </a:ext>
            </a:extLst>
          </p:cNvPr>
          <p:cNvSpPr>
            <a:spLocks noChangeArrowheads="1"/>
          </p:cNvSpPr>
          <p:nvPr/>
        </p:nvSpPr>
        <p:spPr bwMode="auto">
          <a:xfrm>
            <a:off x="6688138" y="5376863"/>
            <a:ext cx="3651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ITEM</a:t>
            </a:r>
            <a:endParaRPr kumimoji="0" lang="en-CA" altLang="en-US" sz="2400">
              <a:latin typeface="Times New Roman" panose="02020603050405020304" pitchFamily="18" charset="0"/>
            </a:endParaRPr>
          </a:p>
        </p:txBody>
      </p:sp>
      <p:grpSp>
        <p:nvGrpSpPr>
          <p:cNvPr id="8" name="Group 7">
            <a:extLst>
              <a:ext uri="{FF2B5EF4-FFF2-40B4-BE49-F238E27FC236}">
                <a16:creationId xmlns:a16="http://schemas.microsoft.com/office/drawing/2014/main" id="{4E6FA4F9-42AF-7A4A-9C01-5911BFAA9CD8}"/>
              </a:ext>
            </a:extLst>
          </p:cNvPr>
          <p:cNvGrpSpPr/>
          <p:nvPr/>
        </p:nvGrpSpPr>
        <p:grpSpPr>
          <a:xfrm>
            <a:off x="6586538" y="2742382"/>
            <a:ext cx="554037" cy="182562"/>
            <a:chOff x="6586538" y="2742382"/>
            <a:chExt cx="554037" cy="182562"/>
          </a:xfrm>
        </p:grpSpPr>
        <p:sp>
          <p:nvSpPr>
            <p:cNvPr id="98316" name="Freeform 13">
              <a:extLst>
                <a:ext uri="{FF2B5EF4-FFF2-40B4-BE49-F238E27FC236}">
                  <a16:creationId xmlns:a16="http://schemas.microsoft.com/office/drawing/2014/main" id="{774991A9-63AB-FC6D-63E4-734508A4B928}"/>
                </a:ext>
              </a:extLst>
            </p:cNvPr>
            <p:cNvSpPr>
              <a:spLocks/>
            </p:cNvSpPr>
            <p:nvPr/>
          </p:nvSpPr>
          <p:spPr bwMode="auto">
            <a:xfrm>
              <a:off x="7023100" y="2809057"/>
              <a:ext cx="117475" cy="68262"/>
            </a:xfrm>
            <a:custGeom>
              <a:avLst/>
              <a:gdLst>
                <a:gd name="T0" fmla="*/ 0 w 7"/>
                <a:gd name="T1" fmla="*/ 2147483646 h 4"/>
                <a:gd name="T2" fmla="*/ 2147483646 w 7"/>
                <a:gd name="T3" fmla="*/ 2147483646 h 4"/>
                <a:gd name="T4" fmla="*/ 0 w 7"/>
                <a:gd name="T5" fmla="*/ 0 h 4"/>
                <a:gd name="T6" fmla="*/ 0 w 7"/>
                <a:gd name="T7" fmla="*/ 2147483646 h 4"/>
                <a:gd name="T8" fmla="*/ 0 w 7"/>
                <a:gd name="T9" fmla="*/ 2147483646 h 4"/>
                <a:gd name="T10" fmla="*/ 0 60000 65536"/>
                <a:gd name="T11" fmla="*/ 0 60000 65536"/>
                <a:gd name="T12" fmla="*/ 0 60000 65536"/>
                <a:gd name="T13" fmla="*/ 0 60000 65536"/>
                <a:gd name="T14" fmla="*/ 0 60000 65536"/>
                <a:gd name="T15" fmla="*/ 0 w 7"/>
                <a:gd name="T16" fmla="*/ 0 h 4"/>
                <a:gd name="T17" fmla="*/ 7 w 7"/>
                <a:gd name="T18" fmla="*/ 4 h 4"/>
              </a:gdLst>
              <a:ahLst/>
              <a:cxnLst>
                <a:cxn ang="T10">
                  <a:pos x="T0" y="T1"/>
                </a:cxn>
                <a:cxn ang="T11">
                  <a:pos x="T2" y="T3"/>
                </a:cxn>
                <a:cxn ang="T12">
                  <a:pos x="T4" y="T5"/>
                </a:cxn>
                <a:cxn ang="T13">
                  <a:pos x="T6" y="T7"/>
                </a:cxn>
                <a:cxn ang="T14">
                  <a:pos x="T8" y="T9"/>
                </a:cxn>
              </a:cxnLst>
              <a:rect l="T15" t="T16" r="T17" b="T18"/>
              <a:pathLst>
                <a:path w="7" h="4">
                  <a:moveTo>
                    <a:pt x="0" y="4"/>
                  </a:moveTo>
                  <a:lnTo>
                    <a:pt x="7" y="2"/>
                  </a:lnTo>
                  <a:lnTo>
                    <a:pt x="0" y="0"/>
                  </a:lnTo>
                  <a:lnTo>
                    <a:pt x="0" y="2"/>
                  </a:lnTo>
                  <a:lnTo>
                    <a:pt x="0" y="4"/>
                  </a:lnTo>
                </a:path>
              </a:pathLst>
            </a:custGeom>
            <a:solidFill>
              <a:schemeClr val="tx1"/>
            </a:solidFill>
            <a:ln w="17463">
              <a:solidFill>
                <a:schemeClr val="tx1"/>
              </a:solidFill>
              <a:prstDash val="solid"/>
              <a:round/>
              <a:headEnd/>
              <a:tailEnd/>
            </a:ln>
          </p:spPr>
          <p:txBody>
            <a:bodyPr/>
            <a:lstStyle/>
            <a:p>
              <a:endParaRPr lang="en-MY"/>
            </a:p>
          </p:txBody>
        </p:sp>
        <p:sp>
          <p:nvSpPr>
            <p:cNvPr id="98317" name="Freeform 14">
              <a:extLst>
                <a:ext uri="{FF2B5EF4-FFF2-40B4-BE49-F238E27FC236}">
                  <a16:creationId xmlns:a16="http://schemas.microsoft.com/office/drawing/2014/main" id="{54C730EF-638B-7B60-7C40-C9E774134839}"/>
                </a:ext>
              </a:extLst>
            </p:cNvPr>
            <p:cNvSpPr>
              <a:spLocks/>
            </p:cNvSpPr>
            <p:nvPr/>
          </p:nvSpPr>
          <p:spPr bwMode="auto">
            <a:xfrm>
              <a:off x="7023100" y="2809057"/>
              <a:ext cx="117475" cy="68262"/>
            </a:xfrm>
            <a:custGeom>
              <a:avLst/>
              <a:gdLst>
                <a:gd name="T0" fmla="*/ 0 w 74"/>
                <a:gd name="T1" fmla="*/ 2147483646 h 43"/>
                <a:gd name="T2" fmla="*/ 2147483646 w 74"/>
                <a:gd name="T3" fmla="*/ 2147483646 h 43"/>
                <a:gd name="T4" fmla="*/ 0 w 74"/>
                <a:gd name="T5" fmla="*/ 0 h 43"/>
                <a:gd name="T6" fmla="*/ 0 w 74"/>
                <a:gd name="T7" fmla="*/ 2147483646 h 43"/>
                <a:gd name="T8" fmla="*/ 0 w 74"/>
                <a:gd name="T9" fmla="*/ 2147483646 h 43"/>
                <a:gd name="T10" fmla="*/ 0 60000 65536"/>
                <a:gd name="T11" fmla="*/ 0 60000 65536"/>
                <a:gd name="T12" fmla="*/ 0 60000 65536"/>
                <a:gd name="T13" fmla="*/ 0 60000 65536"/>
                <a:gd name="T14" fmla="*/ 0 60000 65536"/>
                <a:gd name="T15" fmla="*/ 0 w 74"/>
                <a:gd name="T16" fmla="*/ 0 h 43"/>
                <a:gd name="T17" fmla="*/ 74 w 74"/>
                <a:gd name="T18" fmla="*/ 43 h 43"/>
              </a:gdLst>
              <a:ahLst/>
              <a:cxnLst>
                <a:cxn ang="T10">
                  <a:pos x="T0" y="T1"/>
                </a:cxn>
                <a:cxn ang="T11">
                  <a:pos x="T2" y="T3"/>
                </a:cxn>
                <a:cxn ang="T12">
                  <a:pos x="T4" y="T5"/>
                </a:cxn>
                <a:cxn ang="T13">
                  <a:pos x="T6" y="T7"/>
                </a:cxn>
                <a:cxn ang="T14">
                  <a:pos x="T8" y="T9"/>
                </a:cxn>
              </a:cxnLst>
              <a:rect l="T15" t="T16" r="T17" b="T18"/>
              <a:pathLst>
                <a:path w="74" h="43">
                  <a:moveTo>
                    <a:pt x="0" y="43"/>
                  </a:moveTo>
                  <a:lnTo>
                    <a:pt x="74" y="21"/>
                  </a:lnTo>
                  <a:lnTo>
                    <a:pt x="0" y="0"/>
                  </a:lnTo>
                  <a:lnTo>
                    <a:pt x="0" y="21"/>
                  </a:lnTo>
                  <a:lnTo>
                    <a:pt x="0" y="43"/>
                  </a:lnTo>
                  <a:close/>
                </a:path>
              </a:pathLst>
            </a:custGeom>
            <a:solidFill>
              <a:schemeClr val="tx1"/>
            </a:solidFill>
            <a:ln w="0">
              <a:solidFill>
                <a:schemeClr val="tx1"/>
              </a:solidFill>
              <a:prstDash val="solid"/>
              <a:round/>
              <a:headEnd/>
              <a:tailEnd/>
            </a:ln>
          </p:spPr>
          <p:txBody>
            <a:bodyPr/>
            <a:lstStyle/>
            <a:p>
              <a:endParaRPr lang="en-MY"/>
            </a:p>
          </p:txBody>
        </p:sp>
        <p:sp>
          <p:nvSpPr>
            <p:cNvPr id="98318" name="Line 15">
              <a:extLst>
                <a:ext uri="{FF2B5EF4-FFF2-40B4-BE49-F238E27FC236}">
                  <a16:creationId xmlns:a16="http://schemas.microsoft.com/office/drawing/2014/main" id="{5EE5D14E-A9CB-C0B8-EEDA-2F1122B5FC2B}"/>
                </a:ext>
              </a:extLst>
            </p:cNvPr>
            <p:cNvSpPr>
              <a:spLocks noChangeShapeType="1"/>
            </p:cNvSpPr>
            <p:nvPr/>
          </p:nvSpPr>
          <p:spPr bwMode="auto">
            <a:xfrm flipH="1">
              <a:off x="6854825" y="2842394"/>
              <a:ext cx="168275" cy="1588"/>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19" name="Rectangle 16">
              <a:extLst>
                <a:ext uri="{FF2B5EF4-FFF2-40B4-BE49-F238E27FC236}">
                  <a16:creationId xmlns:a16="http://schemas.microsoft.com/office/drawing/2014/main" id="{76AD1FC6-4509-1F17-3B93-B7EC6803F128}"/>
                </a:ext>
              </a:extLst>
            </p:cNvPr>
            <p:cNvSpPr>
              <a:spLocks noChangeArrowheads="1"/>
            </p:cNvSpPr>
            <p:nvPr/>
          </p:nvSpPr>
          <p:spPr bwMode="auto">
            <a:xfrm>
              <a:off x="6586538" y="2742382"/>
              <a:ext cx="203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SP</a:t>
              </a:r>
              <a:endParaRPr kumimoji="0" lang="en-CA" altLang="en-US" sz="2400">
                <a:latin typeface="Times New Roman" panose="02020603050405020304" pitchFamily="18" charset="0"/>
              </a:endParaRPr>
            </a:p>
          </p:txBody>
        </p:sp>
      </p:grpSp>
      <p:sp>
        <p:nvSpPr>
          <p:cNvPr id="98320" name="Line 17">
            <a:extLst>
              <a:ext uri="{FF2B5EF4-FFF2-40B4-BE49-F238E27FC236}">
                <a16:creationId xmlns:a16="http://schemas.microsoft.com/office/drawing/2014/main" id="{4F41BCC1-C8F8-59D0-F7DC-D1DDBFF9DC96}"/>
              </a:ext>
            </a:extLst>
          </p:cNvPr>
          <p:cNvSpPr>
            <a:spLocks noChangeShapeType="1"/>
          </p:cNvSpPr>
          <p:nvPr/>
        </p:nvSpPr>
        <p:spPr bwMode="auto">
          <a:xfrm flipH="1">
            <a:off x="7240588" y="3314700"/>
            <a:ext cx="1460500" cy="1588"/>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21" name="Line 18">
            <a:extLst>
              <a:ext uri="{FF2B5EF4-FFF2-40B4-BE49-F238E27FC236}">
                <a16:creationId xmlns:a16="http://schemas.microsoft.com/office/drawing/2014/main" id="{C627251B-1A25-4CDB-3652-2ECE50E47A33}"/>
              </a:ext>
            </a:extLst>
          </p:cNvPr>
          <p:cNvSpPr>
            <a:spLocks noChangeShapeType="1"/>
          </p:cNvSpPr>
          <p:nvPr/>
        </p:nvSpPr>
        <p:spPr bwMode="auto">
          <a:xfrm flipH="1">
            <a:off x="7240588" y="3598863"/>
            <a:ext cx="1460500" cy="158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22" name="Line 19">
            <a:extLst>
              <a:ext uri="{FF2B5EF4-FFF2-40B4-BE49-F238E27FC236}">
                <a16:creationId xmlns:a16="http://schemas.microsoft.com/office/drawing/2014/main" id="{C68B09FD-A72E-F903-0087-EE4E44FDD8EC}"/>
              </a:ext>
            </a:extLst>
          </p:cNvPr>
          <p:cNvSpPr>
            <a:spLocks noChangeShapeType="1"/>
          </p:cNvSpPr>
          <p:nvPr/>
        </p:nvSpPr>
        <p:spPr bwMode="auto">
          <a:xfrm flipH="1">
            <a:off x="7240588" y="4857750"/>
            <a:ext cx="1460500" cy="1588"/>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24" name="Rectangle 21">
            <a:extLst>
              <a:ext uri="{FF2B5EF4-FFF2-40B4-BE49-F238E27FC236}">
                <a16:creationId xmlns:a16="http://schemas.microsoft.com/office/drawing/2014/main" id="{18823458-567A-164A-6B20-05F49D49EFDD}"/>
              </a:ext>
            </a:extLst>
          </p:cNvPr>
          <p:cNvSpPr>
            <a:spLocks noChangeArrowheads="1"/>
          </p:cNvSpPr>
          <p:nvPr/>
        </p:nvSpPr>
        <p:spPr bwMode="auto">
          <a:xfrm>
            <a:off x="5932488" y="3700463"/>
            <a:ext cx="3810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Stack</a:t>
            </a:r>
            <a:endParaRPr kumimoji="0" lang="en-CA" altLang="en-US" sz="2400">
              <a:latin typeface="Times New Roman" panose="02020603050405020304" pitchFamily="18" charset="0"/>
            </a:endParaRPr>
          </a:p>
        </p:txBody>
      </p:sp>
      <p:sp>
        <p:nvSpPr>
          <p:cNvPr id="98325" name="Line 22">
            <a:extLst>
              <a:ext uri="{FF2B5EF4-FFF2-40B4-BE49-F238E27FC236}">
                <a16:creationId xmlns:a16="http://schemas.microsoft.com/office/drawing/2014/main" id="{AA4D21C6-CB3B-95F9-50BB-992DB52E6E8D}"/>
              </a:ext>
            </a:extLst>
          </p:cNvPr>
          <p:cNvSpPr>
            <a:spLocks noChangeShapeType="1"/>
          </p:cNvSpPr>
          <p:nvPr/>
        </p:nvSpPr>
        <p:spPr bwMode="auto">
          <a:xfrm flipH="1">
            <a:off x="4154488" y="2441575"/>
            <a:ext cx="1443037" cy="1588"/>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26" name="Rectangle 23">
            <a:extLst>
              <a:ext uri="{FF2B5EF4-FFF2-40B4-BE49-F238E27FC236}">
                <a16:creationId xmlns:a16="http://schemas.microsoft.com/office/drawing/2014/main" id="{CCE73688-C5A2-F928-2254-63E700060D01}"/>
              </a:ext>
            </a:extLst>
          </p:cNvPr>
          <p:cNvSpPr>
            <a:spLocks noChangeArrowheads="1"/>
          </p:cNvSpPr>
          <p:nvPr/>
        </p:nvSpPr>
        <p:spPr bwMode="auto">
          <a:xfrm>
            <a:off x="4154488" y="2157413"/>
            <a:ext cx="1443037" cy="2984500"/>
          </a:xfrm>
          <a:prstGeom prst="rect">
            <a:avLst/>
          </a:prstGeom>
          <a:noFill/>
          <a:ln w="1746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98327" name="Freeform 24">
            <a:extLst>
              <a:ext uri="{FF2B5EF4-FFF2-40B4-BE49-F238E27FC236}">
                <a16:creationId xmlns:a16="http://schemas.microsoft.com/office/drawing/2014/main" id="{4D30C7A4-652D-5154-5299-FA680C4F0566}"/>
              </a:ext>
            </a:extLst>
          </p:cNvPr>
          <p:cNvSpPr>
            <a:spLocks/>
          </p:cNvSpPr>
          <p:nvPr/>
        </p:nvSpPr>
        <p:spPr bwMode="auto">
          <a:xfrm>
            <a:off x="3919538" y="2559050"/>
            <a:ext cx="133350" cy="50800"/>
          </a:xfrm>
          <a:custGeom>
            <a:avLst/>
            <a:gdLst>
              <a:gd name="T0" fmla="*/ 0 w 8"/>
              <a:gd name="T1" fmla="*/ 2147483646 h 3"/>
              <a:gd name="T2" fmla="*/ 2147483646 w 8"/>
              <a:gd name="T3" fmla="*/ 2147483646 h 3"/>
              <a:gd name="T4" fmla="*/ 0 w 8"/>
              <a:gd name="T5" fmla="*/ 0 h 3"/>
              <a:gd name="T6" fmla="*/ 0 w 8"/>
              <a:gd name="T7" fmla="*/ 2147483646 h 3"/>
              <a:gd name="T8" fmla="*/ 0 w 8"/>
              <a:gd name="T9" fmla="*/ 2147483646 h 3"/>
              <a:gd name="T10" fmla="*/ 0 60000 65536"/>
              <a:gd name="T11" fmla="*/ 0 60000 65536"/>
              <a:gd name="T12" fmla="*/ 0 60000 65536"/>
              <a:gd name="T13" fmla="*/ 0 60000 65536"/>
              <a:gd name="T14" fmla="*/ 0 60000 65536"/>
              <a:gd name="T15" fmla="*/ 0 w 8"/>
              <a:gd name="T16" fmla="*/ 0 h 3"/>
              <a:gd name="T17" fmla="*/ 8 w 8"/>
              <a:gd name="T18" fmla="*/ 3 h 3"/>
            </a:gdLst>
            <a:ahLst/>
            <a:cxnLst>
              <a:cxn ang="T10">
                <a:pos x="T0" y="T1"/>
              </a:cxn>
              <a:cxn ang="T11">
                <a:pos x="T2" y="T3"/>
              </a:cxn>
              <a:cxn ang="T12">
                <a:pos x="T4" y="T5"/>
              </a:cxn>
              <a:cxn ang="T13">
                <a:pos x="T6" y="T7"/>
              </a:cxn>
              <a:cxn ang="T14">
                <a:pos x="T8" y="T9"/>
              </a:cxn>
            </a:cxnLst>
            <a:rect l="T15" t="T16" r="T17" b="T18"/>
            <a:pathLst>
              <a:path w="8" h="3">
                <a:moveTo>
                  <a:pt x="0" y="3"/>
                </a:moveTo>
                <a:lnTo>
                  <a:pt x="8" y="1"/>
                </a:lnTo>
                <a:lnTo>
                  <a:pt x="0" y="0"/>
                </a:lnTo>
                <a:lnTo>
                  <a:pt x="0" y="1"/>
                </a:lnTo>
                <a:lnTo>
                  <a:pt x="0" y="3"/>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8328" name="Freeform 25">
            <a:extLst>
              <a:ext uri="{FF2B5EF4-FFF2-40B4-BE49-F238E27FC236}">
                <a16:creationId xmlns:a16="http://schemas.microsoft.com/office/drawing/2014/main" id="{6DB5CBF3-00C8-8C4D-42F8-D5031F18CE39}"/>
              </a:ext>
            </a:extLst>
          </p:cNvPr>
          <p:cNvSpPr>
            <a:spLocks/>
          </p:cNvSpPr>
          <p:nvPr/>
        </p:nvSpPr>
        <p:spPr bwMode="auto">
          <a:xfrm>
            <a:off x="3919538" y="2559050"/>
            <a:ext cx="133350" cy="50800"/>
          </a:xfrm>
          <a:custGeom>
            <a:avLst/>
            <a:gdLst>
              <a:gd name="T0" fmla="*/ 0 w 84"/>
              <a:gd name="T1" fmla="*/ 2147483646 h 32"/>
              <a:gd name="T2" fmla="*/ 2147483646 w 84"/>
              <a:gd name="T3" fmla="*/ 2147483646 h 32"/>
              <a:gd name="T4" fmla="*/ 0 w 84"/>
              <a:gd name="T5" fmla="*/ 0 h 32"/>
              <a:gd name="T6" fmla="*/ 0 w 84"/>
              <a:gd name="T7" fmla="*/ 2147483646 h 32"/>
              <a:gd name="T8" fmla="*/ 0 w 84"/>
              <a:gd name="T9" fmla="*/ 2147483646 h 32"/>
              <a:gd name="T10" fmla="*/ 0 60000 65536"/>
              <a:gd name="T11" fmla="*/ 0 60000 65536"/>
              <a:gd name="T12" fmla="*/ 0 60000 65536"/>
              <a:gd name="T13" fmla="*/ 0 60000 65536"/>
              <a:gd name="T14" fmla="*/ 0 60000 65536"/>
              <a:gd name="T15" fmla="*/ 0 w 84"/>
              <a:gd name="T16" fmla="*/ 0 h 32"/>
              <a:gd name="T17" fmla="*/ 84 w 84"/>
              <a:gd name="T18" fmla="*/ 32 h 32"/>
            </a:gdLst>
            <a:ahLst/>
            <a:cxnLst>
              <a:cxn ang="T10">
                <a:pos x="T0" y="T1"/>
              </a:cxn>
              <a:cxn ang="T11">
                <a:pos x="T2" y="T3"/>
              </a:cxn>
              <a:cxn ang="T12">
                <a:pos x="T4" y="T5"/>
              </a:cxn>
              <a:cxn ang="T13">
                <a:pos x="T6" y="T7"/>
              </a:cxn>
              <a:cxn ang="T14">
                <a:pos x="T8" y="T9"/>
              </a:cxn>
            </a:cxnLst>
            <a:rect l="T15" t="T16" r="T17" b="T18"/>
            <a:pathLst>
              <a:path w="84" h="32">
                <a:moveTo>
                  <a:pt x="0" y="32"/>
                </a:moveTo>
                <a:lnTo>
                  <a:pt x="84" y="11"/>
                </a:lnTo>
                <a:lnTo>
                  <a:pt x="0" y="0"/>
                </a:lnTo>
                <a:lnTo>
                  <a:pt x="0" y="11"/>
                </a:lnTo>
                <a:lnTo>
                  <a:pt x="0" y="32"/>
                </a:lnTo>
                <a:close/>
              </a:path>
            </a:pathLst>
          </a:custGeom>
          <a:solidFill>
            <a:schemeClr val="tx1"/>
          </a:solidFill>
          <a:ln w="0">
            <a:solidFill>
              <a:schemeClr val="tx1"/>
            </a:solidFill>
            <a:prstDash val="solid"/>
            <a:round/>
            <a:headEnd/>
            <a:tailEnd/>
          </a:ln>
        </p:spPr>
        <p:txBody>
          <a:bodyPr/>
          <a:lstStyle/>
          <a:p>
            <a:endParaRPr lang="en-MY"/>
          </a:p>
        </p:txBody>
      </p:sp>
      <p:sp>
        <p:nvSpPr>
          <p:cNvPr id="98329" name="Line 26">
            <a:extLst>
              <a:ext uri="{FF2B5EF4-FFF2-40B4-BE49-F238E27FC236}">
                <a16:creationId xmlns:a16="http://schemas.microsoft.com/office/drawing/2014/main" id="{4F41C321-4728-F57B-90DD-86E2CF557513}"/>
              </a:ext>
            </a:extLst>
          </p:cNvPr>
          <p:cNvSpPr>
            <a:spLocks noChangeShapeType="1"/>
          </p:cNvSpPr>
          <p:nvPr/>
        </p:nvSpPr>
        <p:spPr bwMode="auto">
          <a:xfrm flipH="1">
            <a:off x="3768725" y="2576513"/>
            <a:ext cx="150813" cy="158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30" name="Rectangle 27">
            <a:extLst>
              <a:ext uri="{FF2B5EF4-FFF2-40B4-BE49-F238E27FC236}">
                <a16:creationId xmlns:a16="http://schemas.microsoft.com/office/drawing/2014/main" id="{6DB738C6-E079-2385-06EC-6D7F9AE19F78}"/>
              </a:ext>
            </a:extLst>
          </p:cNvPr>
          <p:cNvSpPr>
            <a:spLocks noChangeArrowheads="1"/>
          </p:cNvSpPr>
          <p:nvPr/>
        </p:nvSpPr>
        <p:spPr bwMode="auto">
          <a:xfrm>
            <a:off x="3500438" y="2474913"/>
            <a:ext cx="203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SP</a:t>
            </a:r>
            <a:endParaRPr kumimoji="0" lang="en-CA" altLang="en-US" sz="2400">
              <a:latin typeface="Times New Roman" panose="02020603050405020304" pitchFamily="18" charset="0"/>
            </a:endParaRPr>
          </a:p>
        </p:txBody>
      </p:sp>
      <p:sp>
        <p:nvSpPr>
          <p:cNvPr id="98331" name="Rectangle 28">
            <a:extLst>
              <a:ext uri="{FF2B5EF4-FFF2-40B4-BE49-F238E27FC236}">
                <a16:creationId xmlns:a16="http://schemas.microsoft.com/office/drawing/2014/main" id="{AEE99DE7-5E31-9762-0D50-5BFDCA129E1D}"/>
              </a:ext>
            </a:extLst>
          </p:cNvPr>
          <p:cNvSpPr>
            <a:spLocks noChangeArrowheads="1"/>
          </p:cNvSpPr>
          <p:nvPr/>
        </p:nvSpPr>
        <p:spPr bwMode="auto">
          <a:xfrm>
            <a:off x="3248025" y="5376863"/>
            <a:ext cx="7207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NEWITEM</a:t>
            </a:r>
            <a:endParaRPr kumimoji="0" lang="en-CA" altLang="en-US" sz="2400">
              <a:latin typeface="Times New Roman" panose="02020603050405020304" pitchFamily="18" charset="0"/>
            </a:endParaRPr>
          </a:p>
        </p:txBody>
      </p:sp>
      <p:sp>
        <p:nvSpPr>
          <p:cNvPr id="98332" name="Rectangle 29">
            <a:extLst>
              <a:ext uri="{FF2B5EF4-FFF2-40B4-BE49-F238E27FC236}">
                <a16:creationId xmlns:a16="http://schemas.microsoft.com/office/drawing/2014/main" id="{076F40B0-5C1D-38F3-DAC8-1943DAA8F5AB}"/>
              </a:ext>
            </a:extLst>
          </p:cNvPr>
          <p:cNvSpPr>
            <a:spLocks noChangeArrowheads="1"/>
          </p:cNvSpPr>
          <p:nvPr/>
        </p:nvSpPr>
        <p:spPr bwMode="auto">
          <a:xfrm>
            <a:off x="4808538" y="2474913"/>
            <a:ext cx="1682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19</a:t>
            </a:r>
            <a:endParaRPr kumimoji="0" lang="en-CA" altLang="en-US" sz="2400">
              <a:latin typeface="Times New Roman" panose="02020603050405020304" pitchFamily="18" charset="0"/>
            </a:endParaRPr>
          </a:p>
        </p:txBody>
      </p:sp>
      <p:sp>
        <p:nvSpPr>
          <p:cNvPr id="98333" name="Rectangle 30">
            <a:extLst>
              <a:ext uri="{FF2B5EF4-FFF2-40B4-BE49-F238E27FC236}">
                <a16:creationId xmlns:a16="http://schemas.microsoft.com/office/drawing/2014/main" id="{B1D04BEE-62D8-5CA8-5B2D-F6B1A0154666}"/>
              </a:ext>
            </a:extLst>
          </p:cNvPr>
          <p:cNvSpPr>
            <a:spLocks noChangeArrowheads="1"/>
          </p:cNvSpPr>
          <p:nvPr/>
        </p:nvSpPr>
        <p:spPr bwMode="auto">
          <a:xfrm>
            <a:off x="4808538" y="3062288"/>
            <a:ext cx="1682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17</a:t>
            </a:r>
            <a:endParaRPr kumimoji="0" lang="en-CA" altLang="en-US" sz="2400">
              <a:latin typeface="Times New Roman" panose="02020603050405020304" pitchFamily="18" charset="0"/>
            </a:endParaRPr>
          </a:p>
        </p:txBody>
      </p:sp>
      <p:sp>
        <p:nvSpPr>
          <p:cNvPr id="98334" name="Rectangle 31">
            <a:extLst>
              <a:ext uri="{FF2B5EF4-FFF2-40B4-BE49-F238E27FC236}">
                <a16:creationId xmlns:a16="http://schemas.microsoft.com/office/drawing/2014/main" id="{F73CAB0D-770D-DCC3-0D5B-C2B0A52F954F}"/>
              </a:ext>
            </a:extLst>
          </p:cNvPr>
          <p:cNvSpPr>
            <a:spLocks noChangeArrowheads="1"/>
          </p:cNvSpPr>
          <p:nvPr/>
        </p:nvSpPr>
        <p:spPr bwMode="auto">
          <a:xfrm>
            <a:off x="4757738" y="3348038"/>
            <a:ext cx="25241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739</a:t>
            </a:r>
            <a:endParaRPr kumimoji="0" lang="en-CA" altLang="en-US" sz="2400">
              <a:latin typeface="Times New Roman" panose="02020603050405020304" pitchFamily="18" charset="0"/>
            </a:endParaRPr>
          </a:p>
        </p:txBody>
      </p:sp>
      <p:sp>
        <p:nvSpPr>
          <p:cNvPr id="98336" name="Line 33">
            <a:extLst>
              <a:ext uri="{FF2B5EF4-FFF2-40B4-BE49-F238E27FC236}">
                <a16:creationId xmlns:a16="http://schemas.microsoft.com/office/drawing/2014/main" id="{6BA5DA79-DA3C-2FE7-FA79-85573508F552}"/>
              </a:ext>
            </a:extLst>
          </p:cNvPr>
          <p:cNvSpPr>
            <a:spLocks noChangeShapeType="1"/>
          </p:cNvSpPr>
          <p:nvPr/>
        </p:nvSpPr>
        <p:spPr bwMode="auto">
          <a:xfrm flipH="1">
            <a:off x="4154488" y="2727325"/>
            <a:ext cx="1443037" cy="1588"/>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37" name="Line 34">
            <a:extLst>
              <a:ext uri="{FF2B5EF4-FFF2-40B4-BE49-F238E27FC236}">
                <a16:creationId xmlns:a16="http://schemas.microsoft.com/office/drawing/2014/main" id="{0DAF41D8-50D5-B805-1757-49E7A2057CB8}"/>
              </a:ext>
            </a:extLst>
          </p:cNvPr>
          <p:cNvSpPr>
            <a:spLocks noChangeShapeType="1"/>
          </p:cNvSpPr>
          <p:nvPr/>
        </p:nvSpPr>
        <p:spPr bwMode="auto">
          <a:xfrm flipH="1">
            <a:off x="4154488" y="3011488"/>
            <a:ext cx="1443037" cy="158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38" name="Line 35">
            <a:extLst>
              <a:ext uri="{FF2B5EF4-FFF2-40B4-BE49-F238E27FC236}">
                <a16:creationId xmlns:a16="http://schemas.microsoft.com/office/drawing/2014/main" id="{203E290B-3D71-04B7-815A-9E68BEE74BAA}"/>
              </a:ext>
            </a:extLst>
          </p:cNvPr>
          <p:cNvSpPr>
            <a:spLocks noChangeShapeType="1"/>
          </p:cNvSpPr>
          <p:nvPr/>
        </p:nvSpPr>
        <p:spPr bwMode="auto">
          <a:xfrm flipH="1">
            <a:off x="4154488" y="3314700"/>
            <a:ext cx="1443037" cy="1588"/>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39" name="Line 36">
            <a:extLst>
              <a:ext uri="{FF2B5EF4-FFF2-40B4-BE49-F238E27FC236}">
                <a16:creationId xmlns:a16="http://schemas.microsoft.com/office/drawing/2014/main" id="{3805B224-E061-AA3C-A87B-7EDE0FBC955D}"/>
              </a:ext>
            </a:extLst>
          </p:cNvPr>
          <p:cNvSpPr>
            <a:spLocks noChangeShapeType="1"/>
          </p:cNvSpPr>
          <p:nvPr/>
        </p:nvSpPr>
        <p:spPr bwMode="auto">
          <a:xfrm flipH="1">
            <a:off x="4154488" y="3598863"/>
            <a:ext cx="1443037" cy="158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grpSp>
        <p:nvGrpSpPr>
          <p:cNvPr id="2" name="Group 1">
            <a:extLst>
              <a:ext uri="{FF2B5EF4-FFF2-40B4-BE49-F238E27FC236}">
                <a16:creationId xmlns:a16="http://schemas.microsoft.com/office/drawing/2014/main" id="{972D8866-986C-D63A-75A0-CB4D84CD4B35}"/>
              </a:ext>
            </a:extLst>
          </p:cNvPr>
          <p:cNvGrpSpPr/>
          <p:nvPr/>
        </p:nvGrpSpPr>
        <p:grpSpPr>
          <a:xfrm>
            <a:off x="4161632" y="5311052"/>
            <a:ext cx="1443037" cy="285750"/>
            <a:chOff x="4161632" y="5311052"/>
            <a:chExt cx="1443037" cy="285750"/>
          </a:xfrm>
        </p:grpSpPr>
        <p:sp>
          <p:nvSpPr>
            <p:cNvPr id="98340" name="Rectangle 37">
              <a:extLst>
                <a:ext uri="{FF2B5EF4-FFF2-40B4-BE49-F238E27FC236}">
                  <a16:creationId xmlns:a16="http://schemas.microsoft.com/office/drawing/2014/main" id="{2468CD51-A5C7-8BC9-FF22-5BACEA7C0D3F}"/>
                </a:ext>
              </a:extLst>
            </p:cNvPr>
            <p:cNvSpPr>
              <a:spLocks noChangeArrowheads="1"/>
            </p:cNvSpPr>
            <p:nvPr/>
          </p:nvSpPr>
          <p:spPr bwMode="auto">
            <a:xfrm>
              <a:off x="4161632" y="5311052"/>
              <a:ext cx="1443037" cy="285750"/>
            </a:xfrm>
            <a:prstGeom prst="rect">
              <a:avLst/>
            </a:prstGeom>
            <a:solidFill>
              <a:schemeClr val="accent5">
                <a:lumMod val="90000"/>
              </a:schemeClr>
            </a:solidFill>
            <a:ln w="17463">
              <a:solidFill>
                <a:schemeClr val="tx1"/>
              </a:solidFill>
              <a:miter lim="800000"/>
              <a:headEnd/>
              <a:tailEnd/>
            </a:ln>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dirty="0">
                <a:solidFill>
                  <a:srgbClr val="000000"/>
                </a:solidFill>
                <a:latin typeface="Nimbus Roman No9 L" charset="0"/>
              </a:endParaRPr>
            </a:p>
          </p:txBody>
        </p:sp>
        <p:sp>
          <p:nvSpPr>
            <p:cNvPr id="98335" name="Rectangle 32">
              <a:extLst>
                <a:ext uri="{FF2B5EF4-FFF2-40B4-BE49-F238E27FC236}">
                  <a16:creationId xmlns:a16="http://schemas.microsoft.com/office/drawing/2014/main" id="{76DF4588-DB14-5DF8-1179-605625D4F0D2}"/>
                </a:ext>
              </a:extLst>
            </p:cNvPr>
            <p:cNvSpPr>
              <a:spLocks noChangeArrowheads="1"/>
            </p:cNvSpPr>
            <p:nvPr/>
          </p:nvSpPr>
          <p:spPr bwMode="auto">
            <a:xfrm>
              <a:off x="4808538" y="5376863"/>
              <a:ext cx="1682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dirty="0">
                  <a:latin typeface="Nimbus Roman No9 L" charset="0"/>
                </a:rPr>
                <a:t>19</a:t>
              </a:r>
              <a:endParaRPr kumimoji="0" lang="en-CA" altLang="en-US" sz="2400" dirty="0">
                <a:latin typeface="Times New Roman" panose="02020603050405020304" pitchFamily="18" charset="0"/>
              </a:endParaRPr>
            </a:p>
          </p:txBody>
        </p:sp>
      </p:grpSp>
      <p:sp>
        <p:nvSpPr>
          <p:cNvPr id="98341" name="Line 38">
            <a:extLst>
              <a:ext uri="{FF2B5EF4-FFF2-40B4-BE49-F238E27FC236}">
                <a16:creationId xmlns:a16="http://schemas.microsoft.com/office/drawing/2014/main" id="{748A34D8-6DAC-013C-F21C-0F6AC6B28766}"/>
              </a:ext>
            </a:extLst>
          </p:cNvPr>
          <p:cNvSpPr>
            <a:spLocks noChangeShapeType="1"/>
          </p:cNvSpPr>
          <p:nvPr/>
        </p:nvSpPr>
        <p:spPr bwMode="auto">
          <a:xfrm flipH="1">
            <a:off x="4154488" y="4857750"/>
            <a:ext cx="1443037" cy="1588"/>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98342" name="Rectangle 39">
            <a:extLst>
              <a:ext uri="{FF2B5EF4-FFF2-40B4-BE49-F238E27FC236}">
                <a16:creationId xmlns:a16="http://schemas.microsoft.com/office/drawing/2014/main" id="{7C82B66F-FE2C-0035-CA12-AA1580C8F858}"/>
              </a:ext>
            </a:extLst>
          </p:cNvPr>
          <p:cNvSpPr>
            <a:spLocks noChangeArrowheads="1"/>
          </p:cNvSpPr>
          <p:nvPr/>
        </p:nvSpPr>
        <p:spPr bwMode="auto">
          <a:xfrm>
            <a:off x="4808538" y="4891088"/>
            <a:ext cx="1682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43</a:t>
            </a:r>
            <a:endParaRPr kumimoji="0" lang="en-CA" altLang="en-US" sz="2400">
              <a:latin typeface="Times New Roman" panose="02020603050405020304" pitchFamily="18" charset="0"/>
            </a:endParaRPr>
          </a:p>
        </p:txBody>
      </p:sp>
      <p:sp>
        <p:nvSpPr>
          <p:cNvPr id="98343" name="Line 40">
            <a:extLst>
              <a:ext uri="{FF2B5EF4-FFF2-40B4-BE49-F238E27FC236}">
                <a16:creationId xmlns:a16="http://schemas.microsoft.com/office/drawing/2014/main" id="{C8662046-6C25-F2D2-52D2-FD4D3E5A68D1}"/>
              </a:ext>
            </a:extLst>
          </p:cNvPr>
          <p:cNvSpPr>
            <a:spLocks noChangeShapeType="1"/>
          </p:cNvSpPr>
          <p:nvPr/>
        </p:nvSpPr>
        <p:spPr bwMode="auto">
          <a:xfrm flipH="1">
            <a:off x="7240588" y="3011488"/>
            <a:ext cx="1460500" cy="158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grpSp>
        <p:nvGrpSpPr>
          <p:cNvPr id="3" name="Group 2">
            <a:extLst>
              <a:ext uri="{FF2B5EF4-FFF2-40B4-BE49-F238E27FC236}">
                <a16:creationId xmlns:a16="http://schemas.microsoft.com/office/drawing/2014/main" id="{B616F31B-B7AE-F8B9-84E2-204CBFA48A96}"/>
              </a:ext>
            </a:extLst>
          </p:cNvPr>
          <p:cNvGrpSpPr/>
          <p:nvPr/>
        </p:nvGrpSpPr>
        <p:grpSpPr>
          <a:xfrm>
            <a:off x="7240588" y="5343525"/>
            <a:ext cx="1460500" cy="285750"/>
            <a:chOff x="7240588" y="5343525"/>
            <a:chExt cx="1460500" cy="285750"/>
          </a:xfrm>
        </p:grpSpPr>
        <p:sp>
          <p:nvSpPr>
            <p:cNvPr id="98323" name="Rectangle 20">
              <a:extLst>
                <a:ext uri="{FF2B5EF4-FFF2-40B4-BE49-F238E27FC236}">
                  <a16:creationId xmlns:a16="http://schemas.microsoft.com/office/drawing/2014/main" id="{1AA1F77E-AC28-CAE9-85F1-215A27CE70B3}"/>
                </a:ext>
              </a:extLst>
            </p:cNvPr>
            <p:cNvSpPr>
              <a:spLocks noChangeArrowheads="1"/>
            </p:cNvSpPr>
            <p:nvPr/>
          </p:nvSpPr>
          <p:spPr bwMode="auto">
            <a:xfrm>
              <a:off x="7240588" y="5343525"/>
              <a:ext cx="1460500" cy="285750"/>
            </a:xfrm>
            <a:prstGeom prst="rect">
              <a:avLst/>
            </a:prstGeom>
            <a:noFill/>
            <a:ln w="1746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98344" name="Rectangle 41">
              <a:extLst>
                <a:ext uri="{FF2B5EF4-FFF2-40B4-BE49-F238E27FC236}">
                  <a16:creationId xmlns:a16="http://schemas.microsoft.com/office/drawing/2014/main" id="{679E5CCC-FA86-BA59-027E-4FEB561E88EE}"/>
                </a:ext>
              </a:extLst>
            </p:cNvPr>
            <p:cNvSpPr>
              <a:spLocks noChangeArrowheads="1"/>
            </p:cNvSpPr>
            <p:nvPr/>
          </p:nvSpPr>
          <p:spPr bwMode="auto">
            <a:xfrm>
              <a:off x="7929563" y="5394325"/>
              <a:ext cx="168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28</a:t>
              </a:r>
              <a:endParaRPr kumimoji="0" lang="en-CA" altLang="en-US" sz="2400">
                <a:latin typeface="Times New Roman" panose="02020603050405020304" pitchFamily="18" charset="0"/>
              </a:endParaRPr>
            </a:p>
          </p:txBody>
        </p:sp>
        <p:sp>
          <p:nvSpPr>
            <p:cNvPr id="98345" name="Rectangle 42">
              <a:extLst>
                <a:ext uri="{FF2B5EF4-FFF2-40B4-BE49-F238E27FC236}">
                  <a16:creationId xmlns:a16="http://schemas.microsoft.com/office/drawing/2014/main" id="{AF1AA4CD-DA56-BA01-7F5D-4431F59A7C0E}"/>
                </a:ext>
              </a:extLst>
            </p:cNvPr>
            <p:cNvSpPr>
              <a:spLocks noChangeArrowheads="1"/>
            </p:cNvSpPr>
            <p:nvPr/>
          </p:nvSpPr>
          <p:spPr bwMode="auto">
            <a:xfrm>
              <a:off x="7845425" y="5394325"/>
              <a:ext cx="50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t>
              </a:r>
              <a:endParaRPr kumimoji="0" lang="en-CA" altLang="en-US" sz="2400">
                <a:latin typeface="Times New Roman" panose="02020603050405020304" pitchFamily="18" charset="0"/>
              </a:endParaRPr>
            </a:p>
          </p:txBody>
        </p:sp>
      </p:grpSp>
      <p:sp>
        <p:nvSpPr>
          <p:cNvPr id="98346" name="Freeform 43">
            <a:extLst>
              <a:ext uri="{FF2B5EF4-FFF2-40B4-BE49-F238E27FC236}">
                <a16:creationId xmlns:a16="http://schemas.microsoft.com/office/drawing/2014/main" id="{323502E1-709A-8D67-D6F2-727FDA23E541}"/>
              </a:ext>
            </a:extLst>
          </p:cNvPr>
          <p:cNvSpPr>
            <a:spLocks/>
          </p:cNvSpPr>
          <p:nvPr/>
        </p:nvSpPr>
        <p:spPr bwMode="auto">
          <a:xfrm>
            <a:off x="7945438" y="4051300"/>
            <a:ext cx="33337" cy="34925"/>
          </a:xfrm>
          <a:custGeom>
            <a:avLst/>
            <a:gdLst>
              <a:gd name="T0" fmla="*/ 2147483646 w 21"/>
              <a:gd name="T1" fmla="*/ 2147483646 h 22"/>
              <a:gd name="T2" fmla="*/ 2147483646 w 21"/>
              <a:gd name="T3" fmla="*/ 0 h 22"/>
              <a:gd name="T4" fmla="*/ 0 w 21"/>
              <a:gd name="T5" fmla="*/ 0 h 22"/>
              <a:gd name="T6" fmla="*/ 0 w 21"/>
              <a:gd name="T7" fmla="*/ 2147483646 h 22"/>
              <a:gd name="T8" fmla="*/ 0 w 21"/>
              <a:gd name="T9" fmla="*/ 2147483646 h 22"/>
              <a:gd name="T10" fmla="*/ 2147483646 w 21"/>
              <a:gd name="T11" fmla="*/ 2147483646 h 22"/>
              <a:gd name="T12" fmla="*/ 2147483646 w 21"/>
              <a:gd name="T13" fmla="*/ 2147483646 h 22"/>
              <a:gd name="T14" fmla="*/ 2147483646 w 21"/>
              <a:gd name="T15" fmla="*/ 2147483646 h 22"/>
              <a:gd name="T16" fmla="*/ 2147483646 w 21"/>
              <a:gd name="T17" fmla="*/ 0 h 22"/>
              <a:gd name="T18" fmla="*/ 2147483646 w 21"/>
              <a:gd name="T19" fmla="*/ 0 h 22"/>
              <a:gd name="T20" fmla="*/ 2147483646 w 21"/>
              <a:gd name="T21" fmla="*/ 2147483646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2"/>
              <a:gd name="T35" fmla="*/ 21 w 21"/>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2">
                <a:moveTo>
                  <a:pt x="11" y="11"/>
                </a:moveTo>
                <a:lnTo>
                  <a:pt x="11" y="0"/>
                </a:lnTo>
                <a:lnTo>
                  <a:pt x="0" y="0"/>
                </a:lnTo>
                <a:lnTo>
                  <a:pt x="0" y="11"/>
                </a:lnTo>
                <a:lnTo>
                  <a:pt x="0" y="22"/>
                </a:lnTo>
                <a:lnTo>
                  <a:pt x="11" y="22"/>
                </a:lnTo>
                <a:lnTo>
                  <a:pt x="21" y="22"/>
                </a:lnTo>
                <a:lnTo>
                  <a:pt x="21" y="11"/>
                </a:lnTo>
                <a:lnTo>
                  <a:pt x="21" y="0"/>
                </a:lnTo>
                <a:lnTo>
                  <a:pt x="11" y="0"/>
                </a:lnTo>
                <a:lnTo>
                  <a:pt x="11" y="11"/>
                </a:lnTo>
                <a:close/>
              </a:path>
            </a:pathLst>
          </a:custGeom>
          <a:solidFill>
            <a:srgbClr val="000000"/>
          </a:solidFill>
          <a:ln w="0">
            <a:solidFill>
              <a:schemeClr val="tx1"/>
            </a:solidFill>
            <a:prstDash val="solid"/>
            <a:round/>
            <a:headEnd/>
            <a:tailEnd/>
          </a:ln>
        </p:spPr>
        <p:txBody>
          <a:bodyPr/>
          <a:lstStyle/>
          <a:p>
            <a:endParaRPr lang="en-MY"/>
          </a:p>
        </p:txBody>
      </p:sp>
      <p:sp>
        <p:nvSpPr>
          <p:cNvPr id="98347" name="Freeform 44">
            <a:extLst>
              <a:ext uri="{FF2B5EF4-FFF2-40B4-BE49-F238E27FC236}">
                <a16:creationId xmlns:a16="http://schemas.microsoft.com/office/drawing/2014/main" id="{96349E50-4AEB-3686-335E-0EDD406BFDE9}"/>
              </a:ext>
            </a:extLst>
          </p:cNvPr>
          <p:cNvSpPr>
            <a:spLocks/>
          </p:cNvSpPr>
          <p:nvPr/>
        </p:nvSpPr>
        <p:spPr bwMode="auto">
          <a:xfrm>
            <a:off x="7962900" y="4068763"/>
            <a:ext cx="15875"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8348" name="Freeform 45">
            <a:extLst>
              <a:ext uri="{FF2B5EF4-FFF2-40B4-BE49-F238E27FC236}">
                <a16:creationId xmlns:a16="http://schemas.microsoft.com/office/drawing/2014/main" id="{B465CD9B-6D8F-9F9B-DEDC-D0DCF5A826B8}"/>
              </a:ext>
            </a:extLst>
          </p:cNvPr>
          <p:cNvSpPr>
            <a:spLocks/>
          </p:cNvSpPr>
          <p:nvPr/>
        </p:nvSpPr>
        <p:spPr bwMode="auto">
          <a:xfrm>
            <a:off x="7945438" y="4203700"/>
            <a:ext cx="33337" cy="33338"/>
          </a:xfrm>
          <a:custGeom>
            <a:avLst/>
            <a:gdLst>
              <a:gd name="T0" fmla="*/ 2147483646 w 21"/>
              <a:gd name="T1" fmla="*/ 2147483646 h 21"/>
              <a:gd name="T2" fmla="*/ 2147483646 w 21"/>
              <a:gd name="T3" fmla="*/ 0 h 21"/>
              <a:gd name="T4" fmla="*/ 0 w 21"/>
              <a:gd name="T5" fmla="*/ 0 h 21"/>
              <a:gd name="T6" fmla="*/ 0 w 21"/>
              <a:gd name="T7" fmla="*/ 2147483646 h 21"/>
              <a:gd name="T8" fmla="*/ 0 w 21"/>
              <a:gd name="T9" fmla="*/ 2147483646 h 21"/>
              <a:gd name="T10" fmla="*/ 2147483646 w 21"/>
              <a:gd name="T11" fmla="*/ 2147483646 h 21"/>
              <a:gd name="T12" fmla="*/ 2147483646 w 21"/>
              <a:gd name="T13" fmla="*/ 2147483646 h 21"/>
              <a:gd name="T14" fmla="*/ 2147483646 w 21"/>
              <a:gd name="T15" fmla="*/ 2147483646 h 21"/>
              <a:gd name="T16" fmla="*/ 2147483646 w 21"/>
              <a:gd name="T17" fmla="*/ 0 h 21"/>
              <a:gd name="T18" fmla="*/ 2147483646 w 21"/>
              <a:gd name="T19" fmla="*/ 0 h 21"/>
              <a:gd name="T20" fmla="*/ 2147483646 w 21"/>
              <a:gd name="T21" fmla="*/ 2147483646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1" y="10"/>
                </a:moveTo>
                <a:lnTo>
                  <a:pt x="11" y="0"/>
                </a:lnTo>
                <a:lnTo>
                  <a:pt x="0" y="0"/>
                </a:lnTo>
                <a:lnTo>
                  <a:pt x="0" y="10"/>
                </a:lnTo>
                <a:lnTo>
                  <a:pt x="0" y="21"/>
                </a:lnTo>
                <a:lnTo>
                  <a:pt x="11" y="21"/>
                </a:lnTo>
                <a:lnTo>
                  <a:pt x="21" y="21"/>
                </a:lnTo>
                <a:lnTo>
                  <a:pt x="21" y="10"/>
                </a:lnTo>
                <a:lnTo>
                  <a:pt x="21" y="0"/>
                </a:lnTo>
                <a:lnTo>
                  <a:pt x="11" y="0"/>
                </a:lnTo>
                <a:lnTo>
                  <a:pt x="11" y="10"/>
                </a:lnTo>
                <a:close/>
              </a:path>
            </a:pathLst>
          </a:custGeom>
          <a:solidFill>
            <a:srgbClr val="000000"/>
          </a:solidFill>
          <a:ln w="0">
            <a:solidFill>
              <a:schemeClr val="tx1"/>
            </a:solidFill>
            <a:prstDash val="solid"/>
            <a:round/>
            <a:headEnd/>
            <a:tailEnd/>
          </a:ln>
        </p:spPr>
        <p:txBody>
          <a:bodyPr/>
          <a:lstStyle/>
          <a:p>
            <a:endParaRPr lang="en-MY"/>
          </a:p>
        </p:txBody>
      </p:sp>
      <p:sp>
        <p:nvSpPr>
          <p:cNvPr id="98349" name="Freeform 46">
            <a:extLst>
              <a:ext uri="{FF2B5EF4-FFF2-40B4-BE49-F238E27FC236}">
                <a16:creationId xmlns:a16="http://schemas.microsoft.com/office/drawing/2014/main" id="{6A31A6CD-0BD6-334E-FD2A-601EF510BD6D}"/>
              </a:ext>
            </a:extLst>
          </p:cNvPr>
          <p:cNvSpPr>
            <a:spLocks/>
          </p:cNvSpPr>
          <p:nvPr/>
        </p:nvSpPr>
        <p:spPr bwMode="auto">
          <a:xfrm>
            <a:off x="7962900" y="4203700"/>
            <a:ext cx="15875"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8350" name="Freeform 47">
            <a:extLst>
              <a:ext uri="{FF2B5EF4-FFF2-40B4-BE49-F238E27FC236}">
                <a16:creationId xmlns:a16="http://schemas.microsoft.com/office/drawing/2014/main" id="{2EB1B1BD-B703-27EE-3B54-252DFD9D673F}"/>
              </a:ext>
            </a:extLst>
          </p:cNvPr>
          <p:cNvSpPr>
            <a:spLocks/>
          </p:cNvSpPr>
          <p:nvPr/>
        </p:nvSpPr>
        <p:spPr bwMode="auto">
          <a:xfrm>
            <a:off x="7945438" y="4337050"/>
            <a:ext cx="33337" cy="33338"/>
          </a:xfrm>
          <a:custGeom>
            <a:avLst/>
            <a:gdLst>
              <a:gd name="T0" fmla="*/ 2147483646 w 21"/>
              <a:gd name="T1" fmla="*/ 2147483646 h 21"/>
              <a:gd name="T2" fmla="*/ 2147483646 w 21"/>
              <a:gd name="T3" fmla="*/ 0 h 21"/>
              <a:gd name="T4" fmla="*/ 0 w 21"/>
              <a:gd name="T5" fmla="*/ 0 h 21"/>
              <a:gd name="T6" fmla="*/ 0 w 21"/>
              <a:gd name="T7" fmla="*/ 2147483646 h 21"/>
              <a:gd name="T8" fmla="*/ 0 w 21"/>
              <a:gd name="T9" fmla="*/ 2147483646 h 21"/>
              <a:gd name="T10" fmla="*/ 2147483646 w 21"/>
              <a:gd name="T11" fmla="*/ 2147483646 h 21"/>
              <a:gd name="T12" fmla="*/ 2147483646 w 21"/>
              <a:gd name="T13" fmla="*/ 2147483646 h 21"/>
              <a:gd name="T14" fmla="*/ 2147483646 w 21"/>
              <a:gd name="T15" fmla="*/ 2147483646 h 21"/>
              <a:gd name="T16" fmla="*/ 2147483646 w 21"/>
              <a:gd name="T17" fmla="*/ 0 h 21"/>
              <a:gd name="T18" fmla="*/ 2147483646 w 21"/>
              <a:gd name="T19" fmla="*/ 0 h 21"/>
              <a:gd name="T20" fmla="*/ 2147483646 w 21"/>
              <a:gd name="T21" fmla="*/ 2147483646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1" y="11"/>
                </a:moveTo>
                <a:lnTo>
                  <a:pt x="11" y="0"/>
                </a:lnTo>
                <a:lnTo>
                  <a:pt x="0" y="0"/>
                </a:lnTo>
                <a:lnTo>
                  <a:pt x="0" y="11"/>
                </a:lnTo>
                <a:lnTo>
                  <a:pt x="0" y="21"/>
                </a:lnTo>
                <a:lnTo>
                  <a:pt x="11" y="21"/>
                </a:lnTo>
                <a:lnTo>
                  <a:pt x="21" y="21"/>
                </a:lnTo>
                <a:lnTo>
                  <a:pt x="21" y="11"/>
                </a:lnTo>
                <a:lnTo>
                  <a:pt x="21" y="0"/>
                </a:lnTo>
                <a:lnTo>
                  <a:pt x="11" y="0"/>
                </a:lnTo>
                <a:lnTo>
                  <a:pt x="11" y="11"/>
                </a:lnTo>
                <a:close/>
              </a:path>
            </a:pathLst>
          </a:custGeom>
          <a:solidFill>
            <a:srgbClr val="000000"/>
          </a:solidFill>
          <a:ln w="0">
            <a:solidFill>
              <a:schemeClr val="tx1"/>
            </a:solidFill>
            <a:prstDash val="solid"/>
            <a:round/>
            <a:headEnd/>
            <a:tailEnd/>
          </a:ln>
        </p:spPr>
        <p:txBody>
          <a:bodyPr/>
          <a:lstStyle/>
          <a:p>
            <a:endParaRPr lang="en-MY"/>
          </a:p>
        </p:txBody>
      </p:sp>
      <p:sp>
        <p:nvSpPr>
          <p:cNvPr id="98351" name="Freeform 48">
            <a:extLst>
              <a:ext uri="{FF2B5EF4-FFF2-40B4-BE49-F238E27FC236}">
                <a16:creationId xmlns:a16="http://schemas.microsoft.com/office/drawing/2014/main" id="{F8A6FCD5-C620-ABE4-2364-E6DC92E32F20}"/>
              </a:ext>
            </a:extLst>
          </p:cNvPr>
          <p:cNvSpPr>
            <a:spLocks/>
          </p:cNvSpPr>
          <p:nvPr/>
        </p:nvSpPr>
        <p:spPr bwMode="auto">
          <a:xfrm>
            <a:off x="7962900" y="4354513"/>
            <a:ext cx="15875"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8352" name="Rectangle 49">
            <a:extLst>
              <a:ext uri="{FF2B5EF4-FFF2-40B4-BE49-F238E27FC236}">
                <a16:creationId xmlns:a16="http://schemas.microsoft.com/office/drawing/2014/main" id="{5A3C6DB1-B5CC-2C50-08E0-AD5C59DDBF14}"/>
              </a:ext>
            </a:extLst>
          </p:cNvPr>
          <p:cNvSpPr>
            <a:spLocks noChangeArrowheads="1"/>
          </p:cNvSpPr>
          <p:nvPr/>
        </p:nvSpPr>
        <p:spPr bwMode="auto">
          <a:xfrm>
            <a:off x="7929563" y="2778125"/>
            <a:ext cx="168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28</a:t>
            </a:r>
            <a:endParaRPr kumimoji="0" lang="en-CA" altLang="en-US" sz="2400">
              <a:latin typeface="Times New Roman" panose="02020603050405020304" pitchFamily="18" charset="0"/>
            </a:endParaRPr>
          </a:p>
        </p:txBody>
      </p:sp>
      <p:sp>
        <p:nvSpPr>
          <p:cNvPr id="98353" name="Rectangle 50">
            <a:extLst>
              <a:ext uri="{FF2B5EF4-FFF2-40B4-BE49-F238E27FC236}">
                <a16:creationId xmlns:a16="http://schemas.microsoft.com/office/drawing/2014/main" id="{74389A31-EA4E-4A27-979B-82CDF3149E2A}"/>
              </a:ext>
            </a:extLst>
          </p:cNvPr>
          <p:cNvSpPr>
            <a:spLocks noChangeArrowheads="1"/>
          </p:cNvSpPr>
          <p:nvPr/>
        </p:nvSpPr>
        <p:spPr bwMode="auto">
          <a:xfrm>
            <a:off x="7845425" y="2778125"/>
            <a:ext cx="50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t>
            </a:r>
            <a:endParaRPr kumimoji="0" lang="en-CA" altLang="en-US" sz="2400">
              <a:latin typeface="Times New Roman" panose="02020603050405020304" pitchFamily="18" charset="0"/>
            </a:endParaRPr>
          </a:p>
        </p:txBody>
      </p:sp>
      <p:sp>
        <p:nvSpPr>
          <p:cNvPr id="98354" name="Rectangle 51">
            <a:extLst>
              <a:ext uri="{FF2B5EF4-FFF2-40B4-BE49-F238E27FC236}">
                <a16:creationId xmlns:a16="http://schemas.microsoft.com/office/drawing/2014/main" id="{63BACC68-A9BF-6824-0DF3-385C598F9054}"/>
              </a:ext>
            </a:extLst>
          </p:cNvPr>
          <p:cNvSpPr>
            <a:spLocks noChangeArrowheads="1"/>
          </p:cNvSpPr>
          <p:nvPr/>
        </p:nvSpPr>
        <p:spPr bwMode="auto">
          <a:xfrm>
            <a:off x="4841875" y="2778125"/>
            <a:ext cx="168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28</a:t>
            </a:r>
            <a:endParaRPr kumimoji="0" lang="en-CA" altLang="en-US" sz="2400">
              <a:latin typeface="Times New Roman" panose="02020603050405020304" pitchFamily="18" charset="0"/>
            </a:endParaRPr>
          </a:p>
        </p:txBody>
      </p:sp>
      <p:sp>
        <p:nvSpPr>
          <p:cNvPr id="98355" name="Rectangle 52">
            <a:extLst>
              <a:ext uri="{FF2B5EF4-FFF2-40B4-BE49-F238E27FC236}">
                <a16:creationId xmlns:a16="http://schemas.microsoft.com/office/drawing/2014/main" id="{119C223C-159B-1E6A-0D7C-944A6F38986D}"/>
              </a:ext>
            </a:extLst>
          </p:cNvPr>
          <p:cNvSpPr>
            <a:spLocks noChangeArrowheads="1"/>
          </p:cNvSpPr>
          <p:nvPr/>
        </p:nvSpPr>
        <p:spPr bwMode="auto">
          <a:xfrm>
            <a:off x="4757738" y="2778125"/>
            <a:ext cx="50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t>
            </a:r>
            <a:endParaRPr kumimoji="0" lang="en-CA" altLang="en-US" sz="2400">
              <a:latin typeface="Times New Roman" panose="02020603050405020304" pitchFamily="18" charset="0"/>
            </a:endParaRPr>
          </a:p>
        </p:txBody>
      </p:sp>
      <p:sp>
        <p:nvSpPr>
          <p:cNvPr id="98356" name="Freeform 53">
            <a:extLst>
              <a:ext uri="{FF2B5EF4-FFF2-40B4-BE49-F238E27FC236}">
                <a16:creationId xmlns:a16="http://schemas.microsoft.com/office/drawing/2014/main" id="{48B04B74-5BD9-308F-C90D-18A2C37E4FEA}"/>
              </a:ext>
            </a:extLst>
          </p:cNvPr>
          <p:cNvSpPr>
            <a:spLocks/>
          </p:cNvSpPr>
          <p:nvPr/>
        </p:nvSpPr>
        <p:spPr bwMode="auto">
          <a:xfrm>
            <a:off x="5748338" y="2459038"/>
            <a:ext cx="66675" cy="1341437"/>
          </a:xfrm>
          <a:custGeom>
            <a:avLst/>
            <a:gdLst>
              <a:gd name="T0" fmla="*/ 0 w 4"/>
              <a:gd name="T1" fmla="*/ 0 h 80"/>
              <a:gd name="T2" fmla="*/ 2147483646 w 4"/>
              <a:gd name="T3" fmla="*/ 2147483646 h 80"/>
              <a:gd name="T4" fmla="*/ 2147483646 w 4"/>
              <a:gd name="T5" fmla="*/ 2147483646 h 80"/>
              <a:gd name="T6" fmla="*/ 2147483646 w 4"/>
              <a:gd name="T7" fmla="*/ 2147483646 h 80"/>
              <a:gd name="T8" fmla="*/ 2147483646 w 4"/>
              <a:gd name="T9" fmla="*/ 2147483646 h 80"/>
              <a:gd name="T10" fmla="*/ 2147483646 w 4"/>
              <a:gd name="T11" fmla="*/ 2147483646 h 80"/>
              <a:gd name="T12" fmla="*/ 2147483646 w 4"/>
              <a:gd name="T13" fmla="*/ 2147483646 h 80"/>
              <a:gd name="T14" fmla="*/ 2147483646 w 4"/>
              <a:gd name="T15" fmla="*/ 2147483646 h 80"/>
              <a:gd name="T16" fmla="*/ 2147483646 w 4"/>
              <a:gd name="T17" fmla="*/ 2147483646 h 80"/>
              <a:gd name="T18" fmla="*/ 2147483646 w 4"/>
              <a:gd name="T19" fmla="*/ 2147483646 h 80"/>
              <a:gd name="T20" fmla="*/ 2147483646 w 4"/>
              <a:gd name="T21" fmla="*/ 2147483646 h 80"/>
              <a:gd name="T22" fmla="*/ 2147483646 w 4"/>
              <a:gd name="T23" fmla="*/ 2147483646 h 80"/>
              <a:gd name="T24" fmla="*/ 2147483646 w 4"/>
              <a:gd name="T25" fmla="*/ 2147483646 h 80"/>
              <a:gd name="T26" fmla="*/ 2147483646 w 4"/>
              <a:gd name="T27" fmla="*/ 2147483646 h 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80"/>
              <a:gd name="T44" fmla="*/ 4 w 4"/>
              <a:gd name="T45" fmla="*/ 80 h 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80">
                <a:moveTo>
                  <a:pt x="0" y="0"/>
                </a:moveTo>
                <a:lnTo>
                  <a:pt x="1" y="1"/>
                </a:lnTo>
                <a:lnTo>
                  <a:pt x="2" y="1"/>
                </a:lnTo>
                <a:lnTo>
                  <a:pt x="2" y="2"/>
                </a:lnTo>
                <a:lnTo>
                  <a:pt x="2" y="27"/>
                </a:lnTo>
                <a:lnTo>
                  <a:pt x="2" y="40"/>
                </a:lnTo>
                <a:lnTo>
                  <a:pt x="2" y="52"/>
                </a:lnTo>
                <a:lnTo>
                  <a:pt x="2" y="77"/>
                </a:lnTo>
                <a:lnTo>
                  <a:pt x="2" y="78"/>
                </a:lnTo>
                <a:lnTo>
                  <a:pt x="3" y="79"/>
                </a:lnTo>
                <a:lnTo>
                  <a:pt x="4" y="80"/>
                </a:lnTo>
              </a:path>
            </a:pathLst>
          </a:custGeom>
          <a:noFill/>
          <a:ln w="1746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8357" name="Freeform 54">
            <a:extLst>
              <a:ext uri="{FF2B5EF4-FFF2-40B4-BE49-F238E27FC236}">
                <a16:creationId xmlns:a16="http://schemas.microsoft.com/office/drawing/2014/main" id="{545A4B75-5774-56FD-92CA-2E6724982BD3}"/>
              </a:ext>
            </a:extLst>
          </p:cNvPr>
          <p:cNvSpPr>
            <a:spLocks/>
          </p:cNvSpPr>
          <p:nvPr/>
        </p:nvSpPr>
        <p:spPr bwMode="auto">
          <a:xfrm>
            <a:off x="5748338" y="3800475"/>
            <a:ext cx="66675" cy="1341438"/>
          </a:xfrm>
          <a:custGeom>
            <a:avLst/>
            <a:gdLst>
              <a:gd name="T0" fmla="*/ 0 w 4"/>
              <a:gd name="T1" fmla="*/ 2147483646 h 80"/>
              <a:gd name="T2" fmla="*/ 2147483646 w 4"/>
              <a:gd name="T3" fmla="*/ 2147483646 h 80"/>
              <a:gd name="T4" fmla="*/ 2147483646 w 4"/>
              <a:gd name="T5" fmla="*/ 2147483646 h 80"/>
              <a:gd name="T6" fmla="*/ 2147483646 w 4"/>
              <a:gd name="T7" fmla="*/ 2147483646 h 80"/>
              <a:gd name="T8" fmla="*/ 2147483646 w 4"/>
              <a:gd name="T9" fmla="*/ 2147483646 h 80"/>
              <a:gd name="T10" fmla="*/ 2147483646 w 4"/>
              <a:gd name="T11" fmla="*/ 2147483646 h 80"/>
              <a:gd name="T12" fmla="*/ 2147483646 w 4"/>
              <a:gd name="T13" fmla="*/ 2147483646 h 80"/>
              <a:gd name="T14" fmla="*/ 2147483646 w 4"/>
              <a:gd name="T15" fmla="*/ 2147483646 h 80"/>
              <a:gd name="T16" fmla="*/ 2147483646 w 4"/>
              <a:gd name="T17" fmla="*/ 2147483646 h 80"/>
              <a:gd name="T18" fmla="*/ 2147483646 w 4"/>
              <a:gd name="T19" fmla="*/ 2147483646 h 80"/>
              <a:gd name="T20" fmla="*/ 2147483646 w 4"/>
              <a:gd name="T21" fmla="*/ 2147483646 h 80"/>
              <a:gd name="T22" fmla="*/ 2147483646 w 4"/>
              <a:gd name="T23" fmla="*/ 2147483646 h 80"/>
              <a:gd name="T24" fmla="*/ 2147483646 w 4"/>
              <a:gd name="T25" fmla="*/ 2147483646 h 80"/>
              <a:gd name="T26" fmla="*/ 2147483646 w 4"/>
              <a:gd name="T27" fmla="*/ 0 h 80"/>
              <a:gd name="T28" fmla="*/ 2147483646 w 4"/>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80"/>
              <a:gd name="T47" fmla="*/ 4 w 4"/>
              <a:gd name="T48" fmla="*/ 80 h 8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80">
                <a:moveTo>
                  <a:pt x="0" y="80"/>
                </a:moveTo>
                <a:lnTo>
                  <a:pt x="1" y="79"/>
                </a:lnTo>
                <a:lnTo>
                  <a:pt x="1" y="78"/>
                </a:lnTo>
                <a:lnTo>
                  <a:pt x="2" y="78"/>
                </a:lnTo>
                <a:lnTo>
                  <a:pt x="2" y="77"/>
                </a:lnTo>
                <a:lnTo>
                  <a:pt x="2" y="52"/>
                </a:lnTo>
                <a:lnTo>
                  <a:pt x="2" y="40"/>
                </a:lnTo>
                <a:lnTo>
                  <a:pt x="2" y="27"/>
                </a:lnTo>
                <a:lnTo>
                  <a:pt x="2" y="2"/>
                </a:lnTo>
                <a:lnTo>
                  <a:pt x="2" y="1"/>
                </a:lnTo>
                <a:lnTo>
                  <a:pt x="3" y="0"/>
                </a:lnTo>
                <a:lnTo>
                  <a:pt x="4" y="0"/>
                </a:lnTo>
              </a:path>
            </a:pathLst>
          </a:custGeom>
          <a:noFill/>
          <a:ln w="1746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8358" name="Freeform 55">
            <a:extLst>
              <a:ext uri="{FF2B5EF4-FFF2-40B4-BE49-F238E27FC236}">
                <a16:creationId xmlns:a16="http://schemas.microsoft.com/office/drawing/2014/main" id="{2AD71249-CF48-1E6C-7FE6-E9E5A95AE5BB}"/>
              </a:ext>
            </a:extLst>
          </p:cNvPr>
          <p:cNvSpPr>
            <a:spLocks/>
          </p:cNvSpPr>
          <p:nvPr/>
        </p:nvSpPr>
        <p:spPr bwMode="auto">
          <a:xfrm>
            <a:off x="4859338" y="4051300"/>
            <a:ext cx="33337" cy="34925"/>
          </a:xfrm>
          <a:custGeom>
            <a:avLst/>
            <a:gdLst>
              <a:gd name="T0" fmla="*/ 2147483646 w 21"/>
              <a:gd name="T1" fmla="*/ 2147483646 h 22"/>
              <a:gd name="T2" fmla="*/ 2147483646 w 21"/>
              <a:gd name="T3" fmla="*/ 0 h 22"/>
              <a:gd name="T4" fmla="*/ 0 w 21"/>
              <a:gd name="T5" fmla="*/ 0 h 22"/>
              <a:gd name="T6" fmla="*/ 0 w 21"/>
              <a:gd name="T7" fmla="*/ 2147483646 h 22"/>
              <a:gd name="T8" fmla="*/ 0 w 21"/>
              <a:gd name="T9" fmla="*/ 2147483646 h 22"/>
              <a:gd name="T10" fmla="*/ 2147483646 w 21"/>
              <a:gd name="T11" fmla="*/ 2147483646 h 22"/>
              <a:gd name="T12" fmla="*/ 2147483646 w 21"/>
              <a:gd name="T13" fmla="*/ 2147483646 h 22"/>
              <a:gd name="T14" fmla="*/ 2147483646 w 21"/>
              <a:gd name="T15" fmla="*/ 2147483646 h 22"/>
              <a:gd name="T16" fmla="*/ 2147483646 w 21"/>
              <a:gd name="T17" fmla="*/ 0 h 22"/>
              <a:gd name="T18" fmla="*/ 2147483646 w 21"/>
              <a:gd name="T19" fmla="*/ 0 h 22"/>
              <a:gd name="T20" fmla="*/ 2147483646 w 21"/>
              <a:gd name="T21" fmla="*/ 2147483646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2"/>
              <a:gd name="T35" fmla="*/ 21 w 21"/>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2">
                <a:moveTo>
                  <a:pt x="10" y="11"/>
                </a:moveTo>
                <a:lnTo>
                  <a:pt x="10" y="0"/>
                </a:lnTo>
                <a:lnTo>
                  <a:pt x="0" y="0"/>
                </a:lnTo>
                <a:lnTo>
                  <a:pt x="0" y="11"/>
                </a:lnTo>
                <a:lnTo>
                  <a:pt x="0" y="22"/>
                </a:lnTo>
                <a:lnTo>
                  <a:pt x="10" y="22"/>
                </a:lnTo>
                <a:lnTo>
                  <a:pt x="21" y="22"/>
                </a:lnTo>
                <a:lnTo>
                  <a:pt x="21" y="11"/>
                </a:lnTo>
                <a:lnTo>
                  <a:pt x="21" y="0"/>
                </a:lnTo>
                <a:lnTo>
                  <a:pt x="10" y="0"/>
                </a:lnTo>
                <a:lnTo>
                  <a:pt x="10" y="11"/>
                </a:lnTo>
                <a:close/>
              </a:path>
            </a:pathLst>
          </a:custGeom>
          <a:solidFill>
            <a:srgbClr val="000000"/>
          </a:solidFill>
          <a:ln w="0">
            <a:solidFill>
              <a:schemeClr val="tx1"/>
            </a:solidFill>
            <a:prstDash val="solid"/>
            <a:round/>
            <a:headEnd/>
            <a:tailEnd/>
          </a:ln>
        </p:spPr>
        <p:txBody>
          <a:bodyPr/>
          <a:lstStyle/>
          <a:p>
            <a:endParaRPr lang="en-MY"/>
          </a:p>
        </p:txBody>
      </p:sp>
      <p:sp>
        <p:nvSpPr>
          <p:cNvPr id="98359" name="Freeform 56">
            <a:extLst>
              <a:ext uri="{FF2B5EF4-FFF2-40B4-BE49-F238E27FC236}">
                <a16:creationId xmlns:a16="http://schemas.microsoft.com/office/drawing/2014/main" id="{2282BB99-466D-AF62-088E-3708664F8837}"/>
              </a:ext>
            </a:extLst>
          </p:cNvPr>
          <p:cNvSpPr>
            <a:spLocks/>
          </p:cNvSpPr>
          <p:nvPr/>
        </p:nvSpPr>
        <p:spPr bwMode="auto">
          <a:xfrm>
            <a:off x="4875213" y="4068763"/>
            <a:ext cx="17462"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8360" name="Freeform 57">
            <a:extLst>
              <a:ext uri="{FF2B5EF4-FFF2-40B4-BE49-F238E27FC236}">
                <a16:creationId xmlns:a16="http://schemas.microsoft.com/office/drawing/2014/main" id="{F0242977-5283-AC51-BF33-D55FF341583C}"/>
              </a:ext>
            </a:extLst>
          </p:cNvPr>
          <p:cNvSpPr>
            <a:spLocks/>
          </p:cNvSpPr>
          <p:nvPr/>
        </p:nvSpPr>
        <p:spPr bwMode="auto">
          <a:xfrm>
            <a:off x="4859338" y="4203700"/>
            <a:ext cx="33337" cy="33338"/>
          </a:xfrm>
          <a:custGeom>
            <a:avLst/>
            <a:gdLst>
              <a:gd name="T0" fmla="*/ 2147483646 w 21"/>
              <a:gd name="T1" fmla="*/ 2147483646 h 21"/>
              <a:gd name="T2" fmla="*/ 2147483646 w 21"/>
              <a:gd name="T3" fmla="*/ 0 h 21"/>
              <a:gd name="T4" fmla="*/ 0 w 21"/>
              <a:gd name="T5" fmla="*/ 0 h 21"/>
              <a:gd name="T6" fmla="*/ 0 w 21"/>
              <a:gd name="T7" fmla="*/ 2147483646 h 21"/>
              <a:gd name="T8" fmla="*/ 0 w 21"/>
              <a:gd name="T9" fmla="*/ 2147483646 h 21"/>
              <a:gd name="T10" fmla="*/ 2147483646 w 21"/>
              <a:gd name="T11" fmla="*/ 2147483646 h 21"/>
              <a:gd name="T12" fmla="*/ 2147483646 w 21"/>
              <a:gd name="T13" fmla="*/ 2147483646 h 21"/>
              <a:gd name="T14" fmla="*/ 2147483646 w 21"/>
              <a:gd name="T15" fmla="*/ 2147483646 h 21"/>
              <a:gd name="T16" fmla="*/ 2147483646 w 21"/>
              <a:gd name="T17" fmla="*/ 0 h 21"/>
              <a:gd name="T18" fmla="*/ 2147483646 w 21"/>
              <a:gd name="T19" fmla="*/ 0 h 21"/>
              <a:gd name="T20" fmla="*/ 2147483646 w 21"/>
              <a:gd name="T21" fmla="*/ 2147483646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0" y="10"/>
                </a:moveTo>
                <a:lnTo>
                  <a:pt x="10" y="0"/>
                </a:lnTo>
                <a:lnTo>
                  <a:pt x="0" y="0"/>
                </a:lnTo>
                <a:lnTo>
                  <a:pt x="0" y="10"/>
                </a:lnTo>
                <a:lnTo>
                  <a:pt x="0" y="21"/>
                </a:lnTo>
                <a:lnTo>
                  <a:pt x="10" y="21"/>
                </a:lnTo>
                <a:lnTo>
                  <a:pt x="21" y="21"/>
                </a:lnTo>
                <a:lnTo>
                  <a:pt x="21" y="10"/>
                </a:lnTo>
                <a:lnTo>
                  <a:pt x="21" y="0"/>
                </a:lnTo>
                <a:lnTo>
                  <a:pt x="10" y="0"/>
                </a:lnTo>
                <a:lnTo>
                  <a:pt x="10" y="10"/>
                </a:lnTo>
                <a:close/>
              </a:path>
            </a:pathLst>
          </a:custGeom>
          <a:solidFill>
            <a:srgbClr val="000000"/>
          </a:solidFill>
          <a:ln w="0">
            <a:solidFill>
              <a:schemeClr val="tx1"/>
            </a:solidFill>
            <a:prstDash val="solid"/>
            <a:round/>
            <a:headEnd/>
            <a:tailEnd/>
          </a:ln>
        </p:spPr>
        <p:txBody>
          <a:bodyPr/>
          <a:lstStyle/>
          <a:p>
            <a:endParaRPr lang="en-MY"/>
          </a:p>
        </p:txBody>
      </p:sp>
      <p:sp>
        <p:nvSpPr>
          <p:cNvPr id="98361" name="Freeform 58">
            <a:extLst>
              <a:ext uri="{FF2B5EF4-FFF2-40B4-BE49-F238E27FC236}">
                <a16:creationId xmlns:a16="http://schemas.microsoft.com/office/drawing/2014/main" id="{A768B59A-0C68-2D66-4EB6-6B49F7D1ADBD}"/>
              </a:ext>
            </a:extLst>
          </p:cNvPr>
          <p:cNvSpPr>
            <a:spLocks/>
          </p:cNvSpPr>
          <p:nvPr/>
        </p:nvSpPr>
        <p:spPr bwMode="auto">
          <a:xfrm>
            <a:off x="4875213" y="4203700"/>
            <a:ext cx="17462"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98362" name="Freeform 59">
            <a:extLst>
              <a:ext uri="{FF2B5EF4-FFF2-40B4-BE49-F238E27FC236}">
                <a16:creationId xmlns:a16="http://schemas.microsoft.com/office/drawing/2014/main" id="{7496631E-13CF-22B8-5D0A-021D12FD324A}"/>
              </a:ext>
            </a:extLst>
          </p:cNvPr>
          <p:cNvSpPr>
            <a:spLocks/>
          </p:cNvSpPr>
          <p:nvPr/>
        </p:nvSpPr>
        <p:spPr bwMode="auto">
          <a:xfrm>
            <a:off x="4859338" y="4337050"/>
            <a:ext cx="33337" cy="33338"/>
          </a:xfrm>
          <a:custGeom>
            <a:avLst/>
            <a:gdLst>
              <a:gd name="T0" fmla="*/ 2147483646 w 21"/>
              <a:gd name="T1" fmla="*/ 2147483646 h 21"/>
              <a:gd name="T2" fmla="*/ 2147483646 w 21"/>
              <a:gd name="T3" fmla="*/ 0 h 21"/>
              <a:gd name="T4" fmla="*/ 0 w 21"/>
              <a:gd name="T5" fmla="*/ 0 h 21"/>
              <a:gd name="T6" fmla="*/ 0 w 21"/>
              <a:gd name="T7" fmla="*/ 2147483646 h 21"/>
              <a:gd name="T8" fmla="*/ 0 w 21"/>
              <a:gd name="T9" fmla="*/ 2147483646 h 21"/>
              <a:gd name="T10" fmla="*/ 2147483646 w 21"/>
              <a:gd name="T11" fmla="*/ 2147483646 h 21"/>
              <a:gd name="T12" fmla="*/ 2147483646 w 21"/>
              <a:gd name="T13" fmla="*/ 2147483646 h 21"/>
              <a:gd name="T14" fmla="*/ 2147483646 w 21"/>
              <a:gd name="T15" fmla="*/ 2147483646 h 21"/>
              <a:gd name="T16" fmla="*/ 2147483646 w 21"/>
              <a:gd name="T17" fmla="*/ 0 h 21"/>
              <a:gd name="T18" fmla="*/ 2147483646 w 21"/>
              <a:gd name="T19" fmla="*/ 0 h 21"/>
              <a:gd name="T20" fmla="*/ 2147483646 w 21"/>
              <a:gd name="T21" fmla="*/ 2147483646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0" y="11"/>
                </a:moveTo>
                <a:lnTo>
                  <a:pt x="10" y="0"/>
                </a:lnTo>
                <a:lnTo>
                  <a:pt x="0" y="0"/>
                </a:lnTo>
                <a:lnTo>
                  <a:pt x="0" y="11"/>
                </a:lnTo>
                <a:lnTo>
                  <a:pt x="0" y="21"/>
                </a:lnTo>
                <a:lnTo>
                  <a:pt x="10" y="21"/>
                </a:lnTo>
                <a:lnTo>
                  <a:pt x="21" y="21"/>
                </a:lnTo>
                <a:lnTo>
                  <a:pt x="21" y="11"/>
                </a:lnTo>
                <a:lnTo>
                  <a:pt x="21" y="0"/>
                </a:lnTo>
                <a:lnTo>
                  <a:pt x="10" y="0"/>
                </a:lnTo>
                <a:lnTo>
                  <a:pt x="10" y="11"/>
                </a:lnTo>
                <a:close/>
              </a:path>
            </a:pathLst>
          </a:custGeom>
          <a:solidFill>
            <a:srgbClr val="000000"/>
          </a:solidFill>
          <a:ln w="0">
            <a:solidFill>
              <a:schemeClr val="tx1"/>
            </a:solidFill>
            <a:prstDash val="solid"/>
            <a:round/>
            <a:headEnd/>
            <a:tailEnd/>
          </a:ln>
        </p:spPr>
        <p:txBody>
          <a:bodyPr/>
          <a:lstStyle/>
          <a:p>
            <a:endParaRPr lang="en-MY"/>
          </a:p>
        </p:txBody>
      </p:sp>
      <p:sp>
        <p:nvSpPr>
          <p:cNvPr id="98363" name="Freeform 60">
            <a:extLst>
              <a:ext uri="{FF2B5EF4-FFF2-40B4-BE49-F238E27FC236}">
                <a16:creationId xmlns:a16="http://schemas.microsoft.com/office/drawing/2014/main" id="{36EB1A31-CEB3-4081-62EE-F7CFFFEFC3BB}"/>
              </a:ext>
            </a:extLst>
          </p:cNvPr>
          <p:cNvSpPr>
            <a:spLocks/>
          </p:cNvSpPr>
          <p:nvPr/>
        </p:nvSpPr>
        <p:spPr bwMode="auto">
          <a:xfrm>
            <a:off x="4875213" y="4354513"/>
            <a:ext cx="17462"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grpSp>
        <p:nvGrpSpPr>
          <p:cNvPr id="4" name="Group 3">
            <a:extLst>
              <a:ext uri="{FF2B5EF4-FFF2-40B4-BE49-F238E27FC236}">
                <a16:creationId xmlns:a16="http://schemas.microsoft.com/office/drawing/2014/main" id="{EDEBF54F-2860-FA8B-780F-A240FAB82E3C}"/>
              </a:ext>
            </a:extLst>
          </p:cNvPr>
          <p:cNvGrpSpPr/>
          <p:nvPr/>
        </p:nvGrpSpPr>
        <p:grpSpPr>
          <a:xfrm>
            <a:off x="7248525" y="2726531"/>
            <a:ext cx="1460500" cy="285750"/>
            <a:chOff x="7240588" y="5343525"/>
            <a:chExt cx="1460500" cy="285750"/>
          </a:xfrm>
          <a:solidFill>
            <a:srgbClr val="FFFF00"/>
          </a:solidFill>
        </p:grpSpPr>
        <p:sp>
          <p:nvSpPr>
            <p:cNvPr id="5" name="Rectangle 20">
              <a:extLst>
                <a:ext uri="{FF2B5EF4-FFF2-40B4-BE49-F238E27FC236}">
                  <a16:creationId xmlns:a16="http://schemas.microsoft.com/office/drawing/2014/main" id="{1C15D6B4-0B41-57BF-90D1-5E43D349E78B}"/>
                </a:ext>
              </a:extLst>
            </p:cNvPr>
            <p:cNvSpPr>
              <a:spLocks noChangeArrowheads="1"/>
            </p:cNvSpPr>
            <p:nvPr/>
          </p:nvSpPr>
          <p:spPr bwMode="auto">
            <a:xfrm>
              <a:off x="7240588" y="5343525"/>
              <a:ext cx="1460500" cy="285750"/>
            </a:xfrm>
            <a:prstGeom prst="rect">
              <a:avLst/>
            </a:prstGeom>
            <a:grpFill/>
            <a:ln w="17463">
              <a:solidFill>
                <a:schemeClr val="tx1"/>
              </a:solidFill>
              <a:miter lim="800000"/>
              <a:headEnd/>
              <a:tailEnd/>
            </a:ln>
          </p:spPr>
          <p:txBody>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7" name="Rectangle 42">
              <a:extLst>
                <a:ext uri="{FF2B5EF4-FFF2-40B4-BE49-F238E27FC236}">
                  <a16:creationId xmlns:a16="http://schemas.microsoft.com/office/drawing/2014/main" id="{3B131BF4-8B32-3A2F-2743-94CBD387C0FF}"/>
                </a:ext>
              </a:extLst>
            </p:cNvPr>
            <p:cNvSpPr>
              <a:spLocks noChangeArrowheads="1"/>
            </p:cNvSpPr>
            <p:nvPr/>
          </p:nvSpPr>
          <p:spPr bwMode="auto">
            <a:xfrm>
              <a:off x="7845425" y="5394325"/>
              <a:ext cx="50800" cy="1825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t>
              </a:r>
              <a:endParaRPr kumimoji="0" lang="en-CA" altLang="en-US" sz="2400">
                <a:latin typeface="Times New Roman" panose="02020603050405020304" pitchFamily="18" charset="0"/>
              </a:endParaRPr>
            </a:p>
          </p:txBody>
        </p:sp>
        <p:sp>
          <p:nvSpPr>
            <p:cNvPr id="6" name="Rectangle 41">
              <a:extLst>
                <a:ext uri="{FF2B5EF4-FFF2-40B4-BE49-F238E27FC236}">
                  <a16:creationId xmlns:a16="http://schemas.microsoft.com/office/drawing/2014/main" id="{EECC8786-731E-8E83-5E01-D7D1BC428BD7}"/>
                </a:ext>
              </a:extLst>
            </p:cNvPr>
            <p:cNvSpPr>
              <a:spLocks noChangeArrowheads="1"/>
            </p:cNvSpPr>
            <p:nvPr/>
          </p:nvSpPr>
          <p:spPr bwMode="auto">
            <a:xfrm>
              <a:off x="7929563" y="5394325"/>
              <a:ext cx="168275" cy="1825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dirty="0">
                  <a:latin typeface="Nimbus Roman No9 L" charset="0"/>
                </a:rPr>
                <a:t>28</a:t>
              </a:r>
              <a:endParaRPr kumimoji="0" lang="en-CA" altLang="en-US" sz="2400"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22222E-6 -3.7037E-7 L -0.00104 -0.41481 " pathEditMode="relative" rAng="0" ptsTypes="AA">
                                      <p:cBhvr>
                                        <p:cTn id="6" dur="2000" fill="hold"/>
                                        <p:tgtEl>
                                          <p:spTgt spid="2"/>
                                        </p:tgtEl>
                                        <p:attrNameLst>
                                          <p:attrName>ppt_x</p:attrName>
                                          <p:attrName>ppt_y</p:attrName>
                                        </p:attrNameLst>
                                      </p:cBhvr>
                                      <p:rCtr x="-52" y="-20741"/>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5.55556E-7 2.96296E-6 L 5.55556E-7 0.37731 " pathEditMode="relative" rAng="0" ptsTypes="AA">
                                      <p:cBhvr>
                                        <p:cTn id="10" dur="2000" fill="hold"/>
                                        <p:tgtEl>
                                          <p:spTgt spid="4"/>
                                        </p:tgtEl>
                                        <p:attrNameLst>
                                          <p:attrName>ppt_x</p:attrName>
                                          <p:attrName>ppt_y</p:attrName>
                                        </p:attrNameLst>
                                      </p:cBhvr>
                                      <p:rCtr x="0" y="18866"/>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8.33333E-7 -2.96296E-6 L -0.00087 0.05556 " pathEditMode="relative" rAng="0" ptsTypes="AA">
                                      <p:cBhvr>
                                        <p:cTn id="14" dur="2000" fill="hold"/>
                                        <p:tgtEl>
                                          <p:spTgt spid="8"/>
                                        </p:tgtEl>
                                        <p:attrNameLst>
                                          <p:attrName>ppt_x</p:attrName>
                                          <p:attrName>ppt_y</p:attrName>
                                        </p:attrNameLst>
                                      </p:cBhvr>
                                      <p:rCtr x="-52" y="27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76A21878-235F-5669-D8F1-9C5B95CEF760}"/>
              </a:ext>
            </a:extLst>
          </p:cNvPr>
          <p:cNvSpPr>
            <a:spLocks noGrp="1" noChangeArrowheads="1"/>
          </p:cNvSpPr>
          <p:nvPr>
            <p:ph type="title"/>
          </p:nvPr>
        </p:nvSpPr>
        <p:spPr/>
        <p:txBody>
          <a:bodyPr/>
          <a:lstStyle/>
          <a:p>
            <a:r>
              <a:rPr lang="en-US" altLang="en-US" sz="3200"/>
              <a:t>Example: </a:t>
            </a:r>
            <a:r>
              <a:rPr lang="en-US" altLang="en-US" sz="3200" i="1"/>
              <a:t>n</a:t>
            </a:r>
            <a:r>
              <a:rPr lang="en-US" altLang="en-US" sz="3200"/>
              <a:t>-address instructions on PowerPC</a:t>
            </a:r>
            <a:endParaRPr lang="en-US" altLang="en-US" sz="3200" i="1"/>
          </a:p>
        </p:txBody>
      </p:sp>
      <p:graphicFrame>
        <p:nvGraphicFramePr>
          <p:cNvPr id="132178" name="Group 82">
            <a:extLst>
              <a:ext uri="{FF2B5EF4-FFF2-40B4-BE49-F238E27FC236}">
                <a16:creationId xmlns:a16="http://schemas.microsoft.com/office/drawing/2014/main" id="{9A2C74A2-58D8-21B1-D65C-D793443FCFDA}"/>
              </a:ext>
            </a:extLst>
          </p:cNvPr>
          <p:cNvGraphicFramePr>
            <a:graphicFrameLocks noGrp="1"/>
          </p:cNvGraphicFramePr>
          <p:nvPr/>
        </p:nvGraphicFramePr>
        <p:xfrm>
          <a:off x="395288" y="2533650"/>
          <a:ext cx="4176712" cy="2616200"/>
        </p:xfrm>
        <a:graphic>
          <a:graphicData uri="http://schemas.openxmlformats.org/drawingml/2006/table">
            <a:tbl>
              <a:tblPr/>
              <a:tblGrid>
                <a:gridCol w="1393825">
                  <a:extLst>
                    <a:ext uri="{9D8B030D-6E8A-4147-A177-3AD203B41FA5}">
                      <a16:colId xmlns:a16="http://schemas.microsoft.com/office/drawing/2014/main" val="20000"/>
                    </a:ext>
                  </a:extLst>
                </a:gridCol>
                <a:gridCol w="1520825">
                  <a:extLst>
                    <a:ext uri="{9D8B030D-6E8A-4147-A177-3AD203B41FA5}">
                      <a16:colId xmlns:a16="http://schemas.microsoft.com/office/drawing/2014/main" val="20001"/>
                    </a:ext>
                  </a:extLst>
                </a:gridCol>
                <a:gridCol w="1262062">
                  <a:extLst>
                    <a:ext uri="{9D8B030D-6E8A-4147-A177-3AD203B41FA5}">
                      <a16:colId xmlns:a16="http://schemas.microsoft.com/office/drawing/2014/main" val="20002"/>
                    </a:ext>
                  </a:extLst>
                </a:gridCol>
              </a:tblGrid>
              <a:tr h="431800">
                <a:tc gridSpan="3">
                  <a:txBody>
                    <a:bodyPr/>
                    <a:lstStyle/>
                    <a:p>
                      <a:pPr marL="533400" marR="0" lvl="0" indent="-533400" algn="l" defTabSz="914400" rtl="0" eaLnBrk="0" fontAlgn="base" latinLnBrk="0" hangingPunct="0">
                        <a:lnSpc>
                          <a:spcPct val="100000"/>
                        </a:lnSpc>
                        <a:spcBef>
                          <a:spcPct val="20000"/>
                        </a:spcBef>
                        <a:spcAft>
                          <a:spcPct val="0"/>
                        </a:spcAft>
                        <a:buClr>
                          <a:schemeClr val="tx1"/>
                        </a:buClr>
                        <a:buSzTx/>
                        <a:buFontTx/>
                        <a:buNone/>
                        <a:tabLst/>
                      </a:pPr>
                      <a:r>
                        <a:rPr kumimoji="1" lang="en-US" sz="1600" b="1" i="0" u="sng" strike="noStrike" cap="none" normalizeH="0" baseline="0">
                          <a:ln>
                            <a:noFill/>
                          </a:ln>
                          <a:solidFill>
                            <a:srgbClr val="000000"/>
                          </a:solidFill>
                          <a:effectLst/>
                          <a:latin typeface="Tahoma" pitchFamily="34" charset="0"/>
                        </a:rPr>
                        <a:t>3-address instruction</a:t>
                      </a:r>
                    </a:p>
                  </a:txBody>
                  <a:tcPr horzOverflow="overflow">
                    <a:lnL cap="flat">
                      <a:noFill/>
                    </a:lnL>
                    <a:lnR cap="flat">
                      <a:noFill/>
                    </a:lnR>
                    <a:lnT cap="flat">
                      <a:noFill/>
                    </a:lnT>
                    <a:lnB>
                      <a:noFill/>
                    </a:lnB>
                    <a:lnTlToBr>
                      <a:noFill/>
                    </a:lnTlToBr>
                    <a:lnBlToTr>
                      <a:noFill/>
                    </a:lnBlToTr>
                    <a:solidFill>
                      <a:srgbClr val="FFCC99"/>
                    </a:solidFill>
                  </a:tcPr>
                </a:tc>
                <a:tc hMerge="1">
                  <a:txBody>
                    <a:bodyPr/>
                    <a:lstStyle/>
                    <a:p>
                      <a:endParaRPr lang="en-MY"/>
                    </a:p>
                  </a:txBody>
                  <a:tcPr/>
                </a:tc>
                <a:tc hMerge="1">
                  <a:txBody>
                    <a:bodyPr/>
                    <a:lstStyle/>
                    <a:p>
                      <a:endParaRPr lang="en-MY"/>
                    </a:p>
                  </a:txBody>
                  <a:tcPr/>
                </a:tc>
                <a:extLst>
                  <a:ext uri="{0D108BD9-81ED-4DB2-BD59-A6C34878D82A}">
                    <a16:rowId xmlns:a16="http://schemas.microsoft.com/office/drawing/2014/main" val="10000"/>
                  </a:ext>
                </a:extLst>
              </a:tr>
              <a:tr h="4572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a:ln>
                          <a:noFill/>
                        </a:ln>
                        <a:solidFill>
                          <a:srgbClr val="000000"/>
                        </a:solidFill>
                        <a:effectLst/>
                        <a:latin typeface="Tahoma" pitchFamily="34" charset="0"/>
                      </a:endParaRPr>
                    </a:p>
                  </a:txBody>
                  <a:tcPr horzOverflow="overflow">
                    <a:lnL cap="flat">
                      <a:noFill/>
                    </a:lnL>
                    <a:lnR>
                      <a:noFill/>
                    </a:lnR>
                    <a:lnT>
                      <a:noFill/>
                    </a:lnT>
                    <a:lnB>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a:ln>
                          <a:noFill/>
                        </a:ln>
                        <a:solidFill>
                          <a:srgbClr val="000000"/>
                        </a:solidFill>
                        <a:effectLst/>
                        <a:latin typeface="Tahoma" pitchFamily="34" charset="0"/>
                      </a:endParaRPr>
                    </a:p>
                  </a:txBody>
                  <a:tcPr horzOverflow="overflow">
                    <a:lnL>
                      <a:noFill/>
                    </a:lnL>
                    <a:lnR>
                      <a:noFill/>
                    </a:lnR>
                    <a:lnT>
                      <a:noFill/>
                    </a:lnT>
                    <a:lnB>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COMMENT</a:t>
                      </a:r>
                    </a:p>
                  </a:txBody>
                  <a:tcPr horzOverflow="overflow">
                    <a:lnL>
                      <a:noFill/>
                    </a:lnL>
                    <a:lnR cap="flat">
                      <a:noFill/>
                    </a:lnR>
                    <a:lnT>
                      <a:noFill/>
                    </a:lnT>
                    <a:lnB>
                      <a:noFill/>
                    </a:lnB>
                    <a:lnTlToBr>
                      <a:noFill/>
                    </a:lnTlToBr>
                    <a:lnBlToTr>
                      <a:noFill/>
                    </a:lnBlToTr>
                    <a:solidFill>
                      <a:srgbClr val="FFCC99"/>
                    </a:solidFill>
                  </a:tcPr>
                </a:tc>
                <a:extLst>
                  <a:ext uri="{0D108BD9-81ED-4DB2-BD59-A6C34878D82A}">
                    <a16:rowId xmlns:a16="http://schemas.microsoft.com/office/drawing/2014/main" val="10001"/>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SUB</a:t>
                      </a:r>
                    </a:p>
                  </a:txBody>
                  <a:tcPr horzOverflow="overflow">
                    <a:lnL cap="flat">
                      <a:noFill/>
                    </a:lnL>
                    <a:lnR>
                      <a:noFill/>
                    </a:lnR>
                    <a:lnT>
                      <a:noFill/>
                    </a:lnT>
                    <a:lnB>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 A, B</a:t>
                      </a:r>
                    </a:p>
                  </a:txBody>
                  <a:tcPr horzOverflow="overflow">
                    <a:lnL>
                      <a:noFill/>
                    </a:lnL>
                    <a:lnR>
                      <a:noFill/>
                    </a:lnR>
                    <a:lnT>
                      <a:noFill/>
                    </a:lnT>
                    <a:lnB>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a:t>
                      </a:r>
                      <a:r>
                        <a:rPr kumimoji="1" lang="en-US" sz="1600" b="1" i="0" u="none" strike="noStrike" cap="none" normalizeH="0" baseline="0">
                          <a:ln>
                            <a:noFill/>
                          </a:ln>
                          <a:solidFill>
                            <a:srgbClr val="000000"/>
                          </a:solidFill>
                          <a:effectLst/>
                          <a:latin typeface="Tahoma" pitchFamily="34" charset="0"/>
                          <a:sym typeface="Wingdings" pitchFamily="2" charset="2"/>
                        </a:rPr>
                        <a:t> A – B</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FFCC99"/>
                    </a:solidFill>
                  </a:tcPr>
                </a:tc>
                <a:extLst>
                  <a:ext uri="{0D108BD9-81ED-4DB2-BD59-A6C34878D82A}">
                    <a16:rowId xmlns:a16="http://schemas.microsoft.com/office/drawing/2014/main" val="10002"/>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MPY</a:t>
                      </a:r>
                    </a:p>
                  </a:txBody>
                  <a:tcPr horzOverflow="overflow">
                    <a:lnL cap="flat">
                      <a:noFill/>
                    </a:lnL>
                    <a:lnR>
                      <a:noFill/>
                    </a:lnR>
                    <a:lnT>
                      <a:noFill/>
                    </a:lnT>
                    <a:lnB>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 D, E</a:t>
                      </a:r>
                    </a:p>
                  </a:txBody>
                  <a:tcPr horzOverflow="overflow">
                    <a:lnL>
                      <a:noFill/>
                    </a:lnL>
                    <a:lnR>
                      <a:noFill/>
                    </a:lnR>
                    <a:lnT>
                      <a:noFill/>
                    </a:lnT>
                    <a:lnB>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a:t>
                      </a:r>
                      <a:r>
                        <a:rPr kumimoji="1" lang="en-US" sz="1600" b="1" i="0" u="none" strike="noStrike" cap="none" normalizeH="0" baseline="0">
                          <a:ln>
                            <a:noFill/>
                          </a:ln>
                          <a:solidFill>
                            <a:srgbClr val="000000"/>
                          </a:solidFill>
                          <a:effectLst/>
                          <a:latin typeface="Tahoma" pitchFamily="34" charset="0"/>
                          <a:sym typeface="Wingdings" pitchFamily="2" charset="2"/>
                        </a:rPr>
                        <a:t> D * E</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FFCC99"/>
                    </a:solidFill>
                  </a:tcPr>
                </a:tc>
                <a:extLst>
                  <a:ext uri="{0D108BD9-81ED-4DB2-BD59-A6C34878D82A}">
                    <a16:rowId xmlns:a16="http://schemas.microsoft.com/office/drawing/2014/main" val="10003"/>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ADD</a:t>
                      </a:r>
                    </a:p>
                  </a:txBody>
                  <a:tcPr horzOverflow="overflow">
                    <a:lnL cap="flat">
                      <a:noFill/>
                    </a:lnL>
                    <a:lnR>
                      <a:noFill/>
                    </a:lnR>
                    <a:lnT>
                      <a:noFill/>
                    </a:lnT>
                    <a:lnB>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 T, C</a:t>
                      </a:r>
                    </a:p>
                  </a:txBody>
                  <a:tcPr horzOverflow="overflow">
                    <a:lnL>
                      <a:noFill/>
                    </a:lnL>
                    <a:lnR>
                      <a:noFill/>
                    </a:lnR>
                    <a:lnT>
                      <a:noFill/>
                    </a:lnT>
                    <a:lnB>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a:t>
                      </a:r>
                      <a:r>
                        <a:rPr kumimoji="1" lang="en-US" sz="1600" b="1" i="0" u="none" strike="noStrike" cap="none" normalizeH="0" baseline="0">
                          <a:ln>
                            <a:noFill/>
                          </a:ln>
                          <a:solidFill>
                            <a:srgbClr val="000000"/>
                          </a:solidFill>
                          <a:effectLst/>
                          <a:latin typeface="Tahoma" pitchFamily="34" charset="0"/>
                          <a:sym typeface="Wingdings" pitchFamily="2" charset="2"/>
                        </a:rPr>
                        <a:t> T + C</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FFCC99"/>
                    </a:solidFill>
                  </a:tcPr>
                </a:tc>
                <a:extLst>
                  <a:ext uri="{0D108BD9-81ED-4DB2-BD59-A6C34878D82A}">
                    <a16:rowId xmlns:a16="http://schemas.microsoft.com/office/drawing/2014/main" val="10004"/>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DIV</a:t>
                      </a:r>
                    </a:p>
                  </a:txBody>
                  <a:tcPr horzOverflow="overflow">
                    <a:lnL cap="flat">
                      <a:noFill/>
                    </a:lnL>
                    <a:lnR>
                      <a:noFill/>
                    </a:lnR>
                    <a:lnT>
                      <a:noFill/>
                    </a:lnT>
                    <a:lnB cap="flat">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 Y, T</a:t>
                      </a:r>
                    </a:p>
                  </a:txBody>
                  <a:tcPr horzOverflow="overflow">
                    <a:lnL>
                      <a:noFill/>
                    </a:lnL>
                    <a:lnR>
                      <a:noFill/>
                    </a:lnR>
                    <a:lnT>
                      <a:noFill/>
                    </a:lnT>
                    <a:lnB cap="flat">
                      <a:noFill/>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 </a:t>
                      </a:r>
                      <a:r>
                        <a:rPr kumimoji="1" lang="en-US" sz="1600" b="1" i="0" u="none" strike="noStrike" cap="none" normalizeH="0" baseline="0">
                          <a:ln>
                            <a:noFill/>
                          </a:ln>
                          <a:solidFill>
                            <a:srgbClr val="000000"/>
                          </a:solidFill>
                          <a:effectLst/>
                          <a:latin typeface="Tahoma" pitchFamily="34" charset="0"/>
                          <a:sym typeface="Wingdings" pitchFamily="2" charset="2"/>
                        </a:rPr>
                        <a:t> Y / T</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cap="flat">
                      <a:noFill/>
                    </a:lnB>
                    <a:lnTlToBr>
                      <a:noFill/>
                    </a:lnTlToBr>
                    <a:lnBlToTr>
                      <a:noFill/>
                    </a:lnBlToTr>
                    <a:solidFill>
                      <a:srgbClr val="FFCC99"/>
                    </a:solidFill>
                  </a:tcPr>
                </a:tc>
                <a:extLst>
                  <a:ext uri="{0D108BD9-81ED-4DB2-BD59-A6C34878D82A}">
                    <a16:rowId xmlns:a16="http://schemas.microsoft.com/office/drawing/2014/main" val="10005"/>
                  </a:ext>
                </a:extLst>
              </a:tr>
            </a:tbl>
          </a:graphicData>
        </a:graphic>
      </p:graphicFrame>
      <p:graphicFrame>
        <p:nvGraphicFramePr>
          <p:cNvPr id="132181" name="Group 85">
            <a:extLst>
              <a:ext uri="{FF2B5EF4-FFF2-40B4-BE49-F238E27FC236}">
                <a16:creationId xmlns:a16="http://schemas.microsoft.com/office/drawing/2014/main" id="{4196693E-08FE-AC83-F544-07C9747FCEB8}"/>
              </a:ext>
            </a:extLst>
          </p:cNvPr>
          <p:cNvGraphicFramePr>
            <a:graphicFrameLocks noGrp="1"/>
          </p:cNvGraphicFramePr>
          <p:nvPr/>
        </p:nvGraphicFramePr>
        <p:xfrm>
          <a:off x="5014913" y="2535238"/>
          <a:ext cx="3949700" cy="3403600"/>
        </p:xfrm>
        <a:graphic>
          <a:graphicData uri="http://schemas.openxmlformats.org/drawingml/2006/table">
            <a:tbl>
              <a:tblPr/>
              <a:tblGrid>
                <a:gridCol w="1289050">
                  <a:extLst>
                    <a:ext uri="{9D8B030D-6E8A-4147-A177-3AD203B41FA5}">
                      <a16:colId xmlns:a16="http://schemas.microsoft.com/office/drawing/2014/main" val="20000"/>
                    </a:ext>
                  </a:extLst>
                </a:gridCol>
                <a:gridCol w="1408112">
                  <a:extLst>
                    <a:ext uri="{9D8B030D-6E8A-4147-A177-3AD203B41FA5}">
                      <a16:colId xmlns:a16="http://schemas.microsoft.com/office/drawing/2014/main" val="20001"/>
                    </a:ext>
                  </a:extLst>
                </a:gridCol>
                <a:gridCol w="1252538">
                  <a:extLst>
                    <a:ext uri="{9D8B030D-6E8A-4147-A177-3AD203B41FA5}">
                      <a16:colId xmlns:a16="http://schemas.microsoft.com/office/drawing/2014/main" val="20002"/>
                    </a:ext>
                  </a:extLst>
                </a:gridCol>
              </a:tblGrid>
              <a:tr h="431800">
                <a:tc gridSpan="3">
                  <a:txBody>
                    <a:bodyPr/>
                    <a:lstStyle/>
                    <a:p>
                      <a:pPr marL="533400" marR="0" lvl="0" indent="-533400" algn="l" defTabSz="914400" rtl="0" eaLnBrk="0" fontAlgn="base" latinLnBrk="0" hangingPunct="0">
                        <a:lnSpc>
                          <a:spcPct val="100000"/>
                        </a:lnSpc>
                        <a:spcBef>
                          <a:spcPct val="20000"/>
                        </a:spcBef>
                        <a:spcAft>
                          <a:spcPct val="0"/>
                        </a:spcAft>
                        <a:buClr>
                          <a:schemeClr val="tx1"/>
                        </a:buClr>
                        <a:buSzTx/>
                        <a:buFontTx/>
                        <a:buNone/>
                        <a:tabLst/>
                      </a:pPr>
                      <a:r>
                        <a:rPr kumimoji="1" lang="en-US" sz="1600" b="1" i="0" u="sng" strike="noStrike" cap="none" normalizeH="0" baseline="0">
                          <a:ln>
                            <a:noFill/>
                          </a:ln>
                          <a:solidFill>
                            <a:srgbClr val="000000"/>
                          </a:solidFill>
                          <a:effectLst/>
                          <a:latin typeface="Tahoma" pitchFamily="34" charset="0"/>
                        </a:rPr>
                        <a:t>2-address instruction</a:t>
                      </a:r>
                    </a:p>
                  </a:txBody>
                  <a:tcPr horzOverflow="overflow">
                    <a:lnL cap="flat">
                      <a:noFill/>
                    </a:lnL>
                    <a:lnR cap="flat">
                      <a:noFill/>
                    </a:lnR>
                    <a:lnT cap="flat">
                      <a:noFill/>
                    </a:lnT>
                    <a:lnB>
                      <a:noFill/>
                    </a:lnB>
                    <a:lnTlToBr>
                      <a:noFill/>
                    </a:lnTlToBr>
                    <a:lnBlToTr>
                      <a:noFill/>
                    </a:lnBlToTr>
                    <a:solidFill>
                      <a:srgbClr val="99FFCC"/>
                    </a:solidFill>
                  </a:tcPr>
                </a:tc>
                <a:tc hMerge="1">
                  <a:txBody>
                    <a:bodyPr/>
                    <a:lstStyle/>
                    <a:p>
                      <a:endParaRPr lang="en-MY"/>
                    </a:p>
                  </a:txBody>
                  <a:tcPr/>
                </a:tc>
                <a:tc hMerge="1">
                  <a:txBody>
                    <a:bodyPr/>
                    <a:lstStyle/>
                    <a:p>
                      <a:endParaRPr lang="en-MY"/>
                    </a:p>
                  </a:txBody>
                  <a:tcPr/>
                </a:tc>
                <a:extLst>
                  <a:ext uri="{0D108BD9-81ED-4DB2-BD59-A6C34878D82A}">
                    <a16:rowId xmlns:a16="http://schemas.microsoft.com/office/drawing/2014/main" val="10000"/>
                  </a:ext>
                </a:extLst>
              </a:tr>
              <a:tr h="4572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a:ln>
                          <a:noFill/>
                        </a:ln>
                        <a:solidFill>
                          <a:srgbClr val="000000"/>
                        </a:solidFill>
                        <a:effectLst/>
                        <a:latin typeface="Tahoma" pitchFamily="34" charset="0"/>
                      </a:endParaRPr>
                    </a:p>
                  </a:txBody>
                  <a:tcPr horzOverflow="overflow">
                    <a:lnL cap="flat">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a:ln>
                          <a:noFill/>
                        </a:ln>
                        <a:solidFill>
                          <a:srgbClr val="000000"/>
                        </a:solidFill>
                        <a:effectLst/>
                        <a:latin typeface="Tahoma" pitchFamily="34" charset="0"/>
                      </a:endParaRPr>
                    </a:p>
                  </a:txBody>
                  <a:tcPr horzOverflow="overflow">
                    <a:lnL>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COMMENT</a:t>
                      </a:r>
                    </a:p>
                  </a:txBody>
                  <a:tcPr horzOverflow="overflow">
                    <a:lnL>
                      <a:noFill/>
                    </a:lnL>
                    <a:lnR cap="flat">
                      <a:noFill/>
                    </a:lnR>
                    <a:lnT>
                      <a:noFill/>
                    </a:lnT>
                    <a:lnB>
                      <a:noFill/>
                    </a:lnB>
                    <a:lnTlToBr>
                      <a:noFill/>
                    </a:lnTlToBr>
                    <a:lnBlToTr>
                      <a:noFill/>
                    </a:lnBlToTr>
                    <a:solidFill>
                      <a:srgbClr val="99FFCC"/>
                    </a:solidFill>
                  </a:tcPr>
                </a:tc>
                <a:extLst>
                  <a:ext uri="{0D108BD9-81ED-4DB2-BD59-A6C34878D82A}">
                    <a16:rowId xmlns:a16="http://schemas.microsoft.com/office/drawing/2014/main" val="10001"/>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MOVE</a:t>
                      </a:r>
                    </a:p>
                  </a:txBody>
                  <a:tcPr horzOverflow="overflow">
                    <a:lnL cap="flat">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 A</a:t>
                      </a:r>
                    </a:p>
                  </a:txBody>
                  <a:tcPr horzOverflow="overflow">
                    <a:lnL>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a:t>
                      </a:r>
                      <a:r>
                        <a:rPr kumimoji="1" lang="en-US" sz="1600" b="1" i="0" u="none" strike="noStrike" cap="none" normalizeH="0" baseline="0">
                          <a:ln>
                            <a:noFill/>
                          </a:ln>
                          <a:solidFill>
                            <a:srgbClr val="000000"/>
                          </a:solidFill>
                          <a:effectLst/>
                          <a:latin typeface="Tahoma" pitchFamily="34" charset="0"/>
                          <a:sym typeface="Wingdings" pitchFamily="2" charset="2"/>
                        </a:rPr>
                        <a:t> A</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99FFCC"/>
                    </a:solidFill>
                  </a:tcPr>
                </a:tc>
                <a:extLst>
                  <a:ext uri="{0D108BD9-81ED-4DB2-BD59-A6C34878D82A}">
                    <a16:rowId xmlns:a16="http://schemas.microsoft.com/office/drawing/2014/main" val="10002"/>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SUB</a:t>
                      </a:r>
                    </a:p>
                  </a:txBody>
                  <a:tcPr horzOverflow="overflow">
                    <a:lnL cap="flat">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 B</a:t>
                      </a:r>
                    </a:p>
                  </a:txBody>
                  <a:tcPr horzOverflow="overflow">
                    <a:lnL>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a:t>
                      </a:r>
                      <a:r>
                        <a:rPr kumimoji="1" lang="en-US" sz="1600" b="1" i="0" u="none" strike="noStrike" cap="none" normalizeH="0" baseline="0">
                          <a:ln>
                            <a:noFill/>
                          </a:ln>
                          <a:solidFill>
                            <a:srgbClr val="000000"/>
                          </a:solidFill>
                          <a:effectLst/>
                          <a:latin typeface="Tahoma" pitchFamily="34" charset="0"/>
                          <a:sym typeface="Wingdings" pitchFamily="2" charset="2"/>
                        </a:rPr>
                        <a:t> Y – B</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99FFCC"/>
                    </a:solidFill>
                  </a:tcPr>
                </a:tc>
                <a:extLst>
                  <a:ext uri="{0D108BD9-81ED-4DB2-BD59-A6C34878D82A}">
                    <a16:rowId xmlns:a16="http://schemas.microsoft.com/office/drawing/2014/main" val="10003"/>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MOVE</a:t>
                      </a:r>
                    </a:p>
                  </a:txBody>
                  <a:tcPr horzOverflow="overflow">
                    <a:lnL cap="flat">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 D</a:t>
                      </a:r>
                    </a:p>
                  </a:txBody>
                  <a:tcPr horzOverflow="overflow">
                    <a:lnL>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a:t>
                      </a:r>
                      <a:r>
                        <a:rPr kumimoji="1" lang="en-US" sz="1600" b="1" i="0" u="none" strike="noStrike" cap="none" normalizeH="0" baseline="0">
                          <a:ln>
                            <a:noFill/>
                          </a:ln>
                          <a:solidFill>
                            <a:srgbClr val="000000"/>
                          </a:solidFill>
                          <a:effectLst/>
                          <a:latin typeface="Tahoma" pitchFamily="34" charset="0"/>
                          <a:sym typeface="Wingdings" pitchFamily="2" charset="2"/>
                        </a:rPr>
                        <a:t> D</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99FFCC"/>
                    </a:solidFill>
                  </a:tcPr>
                </a:tc>
                <a:extLst>
                  <a:ext uri="{0D108BD9-81ED-4DB2-BD59-A6C34878D82A}">
                    <a16:rowId xmlns:a16="http://schemas.microsoft.com/office/drawing/2014/main" val="10004"/>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MPY</a:t>
                      </a:r>
                    </a:p>
                  </a:txBody>
                  <a:tcPr horzOverflow="overflow">
                    <a:lnL cap="flat">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 E</a:t>
                      </a:r>
                    </a:p>
                  </a:txBody>
                  <a:tcPr horzOverflow="overflow">
                    <a:lnL>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a:t>
                      </a:r>
                      <a:r>
                        <a:rPr kumimoji="1" lang="en-US" sz="1600" b="1" i="0" u="none" strike="noStrike" cap="none" normalizeH="0" baseline="0">
                          <a:ln>
                            <a:noFill/>
                          </a:ln>
                          <a:solidFill>
                            <a:srgbClr val="000000"/>
                          </a:solidFill>
                          <a:effectLst/>
                          <a:latin typeface="Tahoma" pitchFamily="34" charset="0"/>
                          <a:sym typeface="Wingdings" pitchFamily="2" charset="2"/>
                        </a:rPr>
                        <a:t> T * E</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99FFCC"/>
                    </a:solidFill>
                  </a:tcPr>
                </a:tc>
                <a:extLst>
                  <a:ext uri="{0D108BD9-81ED-4DB2-BD59-A6C34878D82A}">
                    <a16:rowId xmlns:a16="http://schemas.microsoft.com/office/drawing/2014/main" val="10005"/>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ADD</a:t>
                      </a:r>
                    </a:p>
                  </a:txBody>
                  <a:tcPr horzOverflow="overflow">
                    <a:lnL cap="flat">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 C</a:t>
                      </a:r>
                    </a:p>
                  </a:txBody>
                  <a:tcPr horzOverflow="overflow">
                    <a:lnL>
                      <a:noFill/>
                    </a:lnL>
                    <a:lnR>
                      <a:noFill/>
                    </a:lnR>
                    <a:lnT>
                      <a:noFill/>
                    </a:lnT>
                    <a:lnB>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T</a:t>
                      </a:r>
                      <a:r>
                        <a:rPr kumimoji="1" lang="en-US" sz="1600" b="1" i="0" u="none" strike="noStrike" cap="none" normalizeH="0" baseline="0">
                          <a:ln>
                            <a:noFill/>
                          </a:ln>
                          <a:solidFill>
                            <a:srgbClr val="000000"/>
                          </a:solidFill>
                          <a:effectLst/>
                          <a:latin typeface="Tahoma" pitchFamily="34" charset="0"/>
                          <a:sym typeface="Wingdings" pitchFamily="2" charset="2"/>
                        </a:rPr>
                        <a:t> T + C</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99FFCC"/>
                    </a:solidFill>
                  </a:tcPr>
                </a:tc>
                <a:extLst>
                  <a:ext uri="{0D108BD9-81ED-4DB2-BD59-A6C34878D82A}">
                    <a16:rowId xmlns:a16="http://schemas.microsoft.com/office/drawing/2014/main" val="10006"/>
                  </a:ext>
                </a:extLst>
              </a:tr>
              <a:tr h="3556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DIV</a:t>
                      </a:r>
                    </a:p>
                  </a:txBody>
                  <a:tcPr horzOverflow="overflow">
                    <a:lnL cap="flat">
                      <a:noFill/>
                    </a:lnL>
                    <a:lnR>
                      <a:noFill/>
                    </a:lnR>
                    <a:lnT>
                      <a:noFill/>
                    </a:lnT>
                    <a:lnB cap="flat">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 T</a:t>
                      </a:r>
                    </a:p>
                  </a:txBody>
                  <a:tcPr horzOverflow="overflow">
                    <a:lnL>
                      <a:noFill/>
                    </a:lnL>
                    <a:lnR>
                      <a:noFill/>
                    </a:lnR>
                    <a:lnT>
                      <a:noFill/>
                    </a:lnT>
                    <a:lnB cap="flat">
                      <a:noFill/>
                    </a:lnB>
                    <a:lnTlToBr>
                      <a:noFill/>
                    </a:lnTlToBr>
                    <a:lnBlToTr>
                      <a:noFill/>
                    </a:lnBlToTr>
                    <a:solidFill>
                      <a:srgbClr val="99FF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a:t>
                      </a:r>
                      <a:r>
                        <a:rPr kumimoji="1" lang="en-US" sz="1600" b="1" i="0" u="none" strike="noStrike" cap="none" normalizeH="0" baseline="0">
                          <a:ln>
                            <a:noFill/>
                          </a:ln>
                          <a:solidFill>
                            <a:srgbClr val="000000"/>
                          </a:solidFill>
                          <a:effectLst/>
                          <a:latin typeface="Tahoma" pitchFamily="34" charset="0"/>
                          <a:sym typeface="Wingdings" pitchFamily="2" charset="2"/>
                        </a:rPr>
                        <a:t>Y / T</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cap="flat">
                      <a:noFill/>
                    </a:lnB>
                    <a:lnTlToBr>
                      <a:noFill/>
                    </a:lnTlToBr>
                    <a:lnBlToTr>
                      <a:noFill/>
                    </a:lnBlToTr>
                    <a:solidFill>
                      <a:srgbClr val="99FFCC"/>
                    </a:solidFill>
                  </a:tcPr>
                </a:tc>
                <a:extLst>
                  <a:ext uri="{0D108BD9-81ED-4DB2-BD59-A6C34878D82A}">
                    <a16:rowId xmlns:a16="http://schemas.microsoft.com/office/drawing/2014/main" val="10007"/>
                  </a:ext>
                </a:extLst>
              </a:tr>
            </a:tbl>
          </a:graphicData>
        </a:graphic>
      </p:graphicFrame>
      <p:sp>
        <p:nvSpPr>
          <p:cNvPr id="99371" name="Text Box 76">
            <a:extLst>
              <a:ext uri="{FF2B5EF4-FFF2-40B4-BE49-F238E27FC236}">
                <a16:creationId xmlns:a16="http://schemas.microsoft.com/office/drawing/2014/main" id="{C25F4281-5A8B-C124-8F5A-C737476CA1DE}"/>
              </a:ext>
            </a:extLst>
          </p:cNvPr>
          <p:cNvSpPr txBox="1">
            <a:spLocks noChangeArrowheads="1"/>
          </p:cNvSpPr>
          <p:nvPr/>
        </p:nvSpPr>
        <p:spPr bwMode="auto">
          <a:xfrm>
            <a:off x="3203575" y="1903413"/>
            <a:ext cx="2697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US" altLang="en-US" sz="1600" b="1">
                <a:latin typeface="Tahoma" panose="020B0604030504040204" pitchFamily="34" charset="0"/>
              </a:rPr>
              <a:t>Y = (A – B) / (C + D * E)</a:t>
            </a:r>
          </a:p>
        </p:txBody>
      </p:sp>
      <p:sp>
        <p:nvSpPr>
          <p:cNvPr id="99372" name="Rectangle 120">
            <a:extLst>
              <a:ext uri="{FF2B5EF4-FFF2-40B4-BE49-F238E27FC236}">
                <a16:creationId xmlns:a16="http://schemas.microsoft.com/office/drawing/2014/main" id="{FF141EEC-C459-173D-B7E8-804E707EA0B9}"/>
              </a:ext>
            </a:extLst>
          </p:cNvPr>
          <p:cNvSpPr>
            <a:spLocks noGrp="1" noChangeArrowheads="1"/>
          </p:cNvSpPr>
          <p:nvPr>
            <p:ph type="body" idx="1"/>
          </p:nvPr>
        </p:nvSpPr>
        <p:spPr>
          <a:xfrm>
            <a:off x="107950" y="6310313"/>
            <a:ext cx="4537075" cy="431800"/>
          </a:xfrm>
          <a:noFill/>
        </p:spPr>
        <p:txBody>
          <a:bodyPr/>
          <a:lstStyle/>
          <a:p>
            <a:pPr>
              <a:buFontTx/>
              <a:buNone/>
            </a:pPr>
            <a:r>
              <a:rPr lang="en-US" altLang="en-US" sz="1600">
                <a:sym typeface="Wingdings" panose="05000000000000000000" pitchFamily="2" charset="2"/>
              </a:rPr>
              <a:t>Note different ordering of source/destination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50D7B7FB-F74F-028E-88DD-3475EB9CD35D}"/>
              </a:ext>
            </a:extLst>
          </p:cNvPr>
          <p:cNvSpPr>
            <a:spLocks noGrp="1" noChangeArrowheads="1"/>
          </p:cNvSpPr>
          <p:nvPr>
            <p:ph type="title"/>
          </p:nvPr>
        </p:nvSpPr>
        <p:spPr/>
        <p:txBody>
          <a:bodyPr/>
          <a:lstStyle/>
          <a:p>
            <a:r>
              <a:rPr lang="en-US" altLang="en-US" sz="3200"/>
              <a:t>Example: </a:t>
            </a:r>
            <a:r>
              <a:rPr lang="en-US" altLang="en-US" sz="3200" i="1"/>
              <a:t>n</a:t>
            </a:r>
            <a:r>
              <a:rPr lang="en-US" altLang="en-US" sz="3200"/>
              <a:t>-address instructions on PowerPC</a:t>
            </a:r>
          </a:p>
        </p:txBody>
      </p:sp>
      <p:graphicFrame>
        <p:nvGraphicFramePr>
          <p:cNvPr id="134237" name="Group 93">
            <a:extLst>
              <a:ext uri="{FF2B5EF4-FFF2-40B4-BE49-F238E27FC236}">
                <a16:creationId xmlns:a16="http://schemas.microsoft.com/office/drawing/2014/main" id="{1A21EC5B-5444-8529-7F1B-9B68071F0762}"/>
              </a:ext>
            </a:extLst>
          </p:cNvPr>
          <p:cNvGraphicFramePr>
            <a:graphicFrameLocks noGrp="1"/>
          </p:cNvGraphicFramePr>
          <p:nvPr/>
        </p:nvGraphicFramePr>
        <p:xfrm>
          <a:off x="468313" y="2197100"/>
          <a:ext cx="4014787" cy="4343400"/>
        </p:xfrm>
        <a:graphic>
          <a:graphicData uri="http://schemas.openxmlformats.org/drawingml/2006/table">
            <a:tbl>
              <a:tblPr/>
              <a:tblGrid>
                <a:gridCol w="1338262">
                  <a:extLst>
                    <a:ext uri="{9D8B030D-6E8A-4147-A177-3AD203B41FA5}">
                      <a16:colId xmlns:a16="http://schemas.microsoft.com/office/drawing/2014/main" val="20000"/>
                    </a:ext>
                  </a:extLst>
                </a:gridCol>
                <a:gridCol w="1125538">
                  <a:extLst>
                    <a:ext uri="{9D8B030D-6E8A-4147-A177-3AD203B41FA5}">
                      <a16:colId xmlns:a16="http://schemas.microsoft.com/office/drawing/2014/main" val="20001"/>
                    </a:ext>
                  </a:extLst>
                </a:gridCol>
                <a:gridCol w="1550987">
                  <a:extLst>
                    <a:ext uri="{9D8B030D-6E8A-4147-A177-3AD203B41FA5}">
                      <a16:colId xmlns:a16="http://schemas.microsoft.com/office/drawing/2014/main" val="20002"/>
                    </a:ext>
                  </a:extLst>
                </a:gridCol>
              </a:tblGrid>
              <a:tr h="431800">
                <a:tc gridSpan="3">
                  <a:txBody>
                    <a:bodyPr/>
                    <a:lstStyle/>
                    <a:p>
                      <a:pPr marL="533400" marR="0" lvl="0" indent="-533400" algn="l" defTabSz="914400" rtl="0" eaLnBrk="0" fontAlgn="base" latinLnBrk="0" hangingPunct="0">
                        <a:lnSpc>
                          <a:spcPct val="100000"/>
                        </a:lnSpc>
                        <a:spcBef>
                          <a:spcPct val="20000"/>
                        </a:spcBef>
                        <a:spcAft>
                          <a:spcPct val="0"/>
                        </a:spcAft>
                        <a:buClr>
                          <a:schemeClr val="tx1"/>
                        </a:buClr>
                        <a:buSzTx/>
                        <a:buFontTx/>
                        <a:buNone/>
                        <a:tabLst/>
                      </a:pPr>
                      <a:r>
                        <a:rPr kumimoji="1" lang="en-US" sz="1600" b="1" i="0" u="sng" strike="noStrike" cap="none" normalizeH="0" baseline="0">
                          <a:ln>
                            <a:noFill/>
                          </a:ln>
                          <a:solidFill>
                            <a:srgbClr val="000000"/>
                          </a:solidFill>
                          <a:effectLst/>
                          <a:latin typeface="Tahoma" pitchFamily="34" charset="0"/>
                        </a:rPr>
                        <a:t>1-address instruction</a:t>
                      </a:r>
                    </a:p>
                  </a:txBody>
                  <a:tcPr horzOverflow="overflow">
                    <a:lnL cap="flat">
                      <a:noFill/>
                    </a:lnL>
                    <a:lnR cap="flat">
                      <a:noFill/>
                    </a:lnR>
                    <a:lnT cap="flat">
                      <a:noFill/>
                    </a:lnT>
                    <a:lnB>
                      <a:noFill/>
                    </a:lnB>
                    <a:lnTlToBr>
                      <a:noFill/>
                    </a:lnTlToBr>
                    <a:lnBlToTr>
                      <a:noFill/>
                    </a:lnBlToTr>
                    <a:solidFill>
                      <a:srgbClr val="CCECFF"/>
                    </a:solidFill>
                  </a:tcPr>
                </a:tc>
                <a:tc hMerge="1">
                  <a:txBody>
                    <a:bodyPr/>
                    <a:lstStyle/>
                    <a:p>
                      <a:endParaRPr lang="en-MY"/>
                    </a:p>
                  </a:txBody>
                  <a:tcPr/>
                </a:tc>
                <a:tc hMerge="1">
                  <a:txBody>
                    <a:bodyPr/>
                    <a:lstStyle/>
                    <a:p>
                      <a:endParaRPr lang="en-MY"/>
                    </a:p>
                  </a:txBody>
                  <a:tcPr/>
                </a:tc>
                <a:extLst>
                  <a:ext uri="{0D108BD9-81ED-4DB2-BD59-A6C34878D82A}">
                    <a16:rowId xmlns:a16="http://schemas.microsoft.com/office/drawing/2014/main" val="10000"/>
                  </a:ext>
                </a:extLst>
              </a:tr>
              <a:tr h="4572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a:ln>
                          <a:noFill/>
                        </a:ln>
                        <a:solidFill>
                          <a:srgbClr val="000000"/>
                        </a:solidFill>
                        <a:effectLst/>
                        <a:latin typeface="Tahoma" pitchFamily="34" charset="0"/>
                      </a:endParaRPr>
                    </a:p>
                  </a:txBody>
                  <a:tcPr horzOverflow="overflow">
                    <a:lnL cap="flat">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a:ln>
                          <a:noFill/>
                        </a:ln>
                        <a:solidFill>
                          <a:srgbClr val="000000"/>
                        </a:solidFill>
                        <a:effectLst/>
                        <a:latin typeface="Tahoma" pitchFamily="34" charset="0"/>
                      </a:endParaRPr>
                    </a:p>
                  </a:txBody>
                  <a:tcPr horzOverflow="overflow">
                    <a:lnL>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COMMENT</a:t>
                      </a:r>
                    </a:p>
                  </a:txBody>
                  <a:tcPr horzOverflow="overflow">
                    <a:lnL>
                      <a:noFill/>
                    </a:lnL>
                    <a:lnR cap="flat">
                      <a:noFill/>
                    </a:lnR>
                    <a:lnT>
                      <a:noFill/>
                    </a:lnT>
                    <a:lnB>
                      <a:noFill/>
                    </a:lnB>
                    <a:lnTlToBr>
                      <a:noFill/>
                    </a:lnTlToBr>
                    <a:lnBlToTr>
                      <a:noFill/>
                    </a:lnBlToTr>
                    <a:solidFill>
                      <a:srgbClr val="CCECFF"/>
                    </a:solidFill>
                  </a:tcPr>
                </a:tc>
                <a:extLst>
                  <a:ext uri="{0D108BD9-81ED-4DB2-BD59-A6C34878D82A}">
                    <a16:rowId xmlns:a16="http://schemas.microsoft.com/office/drawing/2014/main" val="10001"/>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LOAD</a:t>
                      </a:r>
                    </a:p>
                  </a:txBody>
                  <a:tcPr horzOverflow="overflow">
                    <a:lnL cap="flat">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D</a:t>
                      </a:r>
                    </a:p>
                  </a:txBody>
                  <a:tcPr horzOverflow="overflow">
                    <a:lnL>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AC</a:t>
                      </a:r>
                      <a:r>
                        <a:rPr kumimoji="1" lang="en-US" sz="1600" b="1" i="0" u="none" strike="noStrike" cap="none" normalizeH="0" baseline="0">
                          <a:ln>
                            <a:noFill/>
                          </a:ln>
                          <a:solidFill>
                            <a:srgbClr val="000000"/>
                          </a:solidFill>
                          <a:effectLst/>
                          <a:latin typeface="Tahoma" pitchFamily="34" charset="0"/>
                          <a:sym typeface="Wingdings" pitchFamily="2" charset="2"/>
                        </a:rPr>
                        <a:t> D</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CCECFF"/>
                    </a:solidFill>
                  </a:tcPr>
                </a:tc>
                <a:extLst>
                  <a:ext uri="{0D108BD9-81ED-4DB2-BD59-A6C34878D82A}">
                    <a16:rowId xmlns:a16="http://schemas.microsoft.com/office/drawing/2014/main" val="10002"/>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MPY</a:t>
                      </a:r>
                    </a:p>
                  </a:txBody>
                  <a:tcPr horzOverflow="overflow">
                    <a:lnL cap="flat">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E</a:t>
                      </a:r>
                    </a:p>
                  </a:txBody>
                  <a:tcPr horzOverflow="overflow">
                    <a:lnL>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AC</a:t>
                      </a:r>
                      <a:r>
                        <a:rPr kumimoji="1" lang="en-US" sz="1600" b="1" i="0" u="none" strike="noStrike" cap="none" normalizeH="0" baseline="0">
                          <a:ln>
                            <a:noFill/>
                          </a:ln>
                          <a:solidFill>
                            <a:srgbClr val="000000"/>
                          </a:solidFill>
                          <a:effectLst/>
                          <a:latin typeface="Tahoma" pitchFamily="34" charset="0"/>
                          <a:sym typeface="Wingdings" pitchFamily="2" charset="2"/>
                        </a:rPr>
                        <a:t> AC * E</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CCECFF"/>
                    </a:solidFill>
                  </a:tcPr>
                </a:tc>
                <a:extLst>
                  <a:ext uri="{0D108BD9-81ED-4DB2-BD59-A6C34878D82A}">
                    <a16:rowId xmlns:a16="http://schemas.microsoft.com/office/drawing/2014/main" val="10003"/>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ADD</a:t>
                      </a:r>
                    </a:p>
                  </a:txBody>
                  <a:tcPr horzOverflow="overflow">
                    <a:lnL cap="flat">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C</a:t>
                      </a:r>
                    </a:p>
                  </a:txBody>
                  <a:tcPr horzOverflow="overflow">
                    <a:lnL>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AC</a:t>
                      </a:r>
                      <a:r>
                        <a:rPr kumimoji="1" lang="en-US" sz="1600" b="1" i="0" u="none" strike="noStrike" cap="none" normalizeH="0" baseline="0">
                          <a:ln>
                            <a:noFill/>
                          </a:ln>
                          <a:solidFill>
                            <a:srgbClr val="000000"/>
                          </a:solidFill>
                          <a:effectLst/>
                          <a:latin typeface="Tahoma" pitchFamily="34" charset="0"/>
                          <a:sym typeface="Wingdings" pitchFamily="2" charset="2"/>
                        </a:rPr>
                        <a:t> AC + C</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CCECFF"/>
                    </a:solidFill>
                  </a:tcPr>
                </a:tc>
                <a:extLst>
                  <a:ext uri="{0D108BD9-81ED-4DB2-BD59-A6C34878D82A}">
                    <a16:rowId xmlns:a16="http://schemas.microsoft.com/office/drawing/2014/main" val="10004"/>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STOR</a:t>
                      </a:r>
                    </a:p>
                  </a:txBody>
                  <a:tcPr horzOverflow="overflow">
                    <a:lnL cap="flat">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a:t>
                      </a:r>
                    </a:p>
                  </a:txBody>
                  <a:tcPr horzOverflow="overflow">
                    <a:lnL>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a:t>
                      </a:r>
                      <a:r>
                        <a:rPr kumimoji="1" lang="en-US" sz="1600" b="1" i="0" u="none" strike="noStrike" cap="none" normalizeH="0" baseline="0">
                          <a:ln>
                            <a:noFill/>
                          </a:ln>
                          <a:solidFill>
                            <a:srgbClr val="000000"/>
                          </a:solidFill>
                          <a:effectLst/>
                          <a:latin typeface="Tahoma" pitchFamily="34" charset="0"/>
                          <a:sym typeface="Wingdings" pitchFamily="2" charset="2"/>
                        </a:rPr>
                        <a:t> AC</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CCECFF"/>
                    </a:solidFill>
                  </a:tcPr>
                </a:tc>
                <a:extLst>
                  <a:ext uri="{0D108BD9-81ED-4DB2-BD59-A6C34878D82A}">
                    <a16:rowId xmlns:a16="http://schemas.microsoft.com/office/drawing/2014/main" val="10005"/>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LOAD</a:t>
                      </a:r>
                    </a:p>
                  </a:txBody>
                  <a:tcPr horzOverflow="overflow">
                    <a:lnL cap="flat">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a:t>
                      </a:r>
                    </a:p>
                  </a:txBody>
                  <a:tcPr horzOverflow="overflow">
                    <a:lnL>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AC</a:t>
                      </a:r>
                      <a:r>
                        <a:rPr kumimoji="1" lang="en-US" sz="1600" b="1" i="0" u="none" strike="noStrike" cap="none" normalizeH="0" baseline="0">
                          <a:ln>
                            <a:noFill/>
                          </a:ln>
                          <a:solidFill>
                            <a:srgbClr val="000000"/>
                          </a:solidFill>
                          <a:effectLst/>
                          <a:latin typeface="Tahoma" pitchFamily="34" charset="0"/>
                          <a:sym typeface="Wingdings" pitchFamily="2" charset="2"/>
                        </a:rPr>
                        <a:t>A</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CCECFF"/>
                    </a:solidFill>
                  </a:tcPr>
                </a:tc>
                <a:extLst>
                  <a:ext uri="{0D108BD9-81ED-4DB2-BD59-A6C34878D82A}">
                    <a16:rowId xmlns:a16="http://schemas.microsoft.com/office/drawing/2014/main" val="10006"/>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SUB</a:t>
                      </a:r>
                    </a:p>
                  </a:txBody>
                  <a:tcPr horzOverflow="overflow">
                    <a:lnL cap="flat">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B</a:t>
                      </a:r>
                    </a:p>
                  </a:txBody>
                  <a:tcPr horzOverflow="overflow">
                    <a:lnL>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AC</a:t>
                      </a:r>
                      <a:r>
                        <a:rPr kumimoji="1" lang="en-US" sz="1600" b="1" i="0" u="none" strike="noStrike" cap="none" normalizeH="0" baseline="0">
                          <a:ln>
                            <a:noFill/>
                          </a:ln>
                          <a:solidFill>
                            <a:srgbClr val="000000"/>
                          </a:solidFill>
                          <a:effectLst/>
                          <a:latin typeface="Tahoma" pitchFamily="34" charset="0"/>
                          <a:sym typeface="Wingdings" pitchFamily="2" charset="2"/>
                        </a:rPr>
                        <a:t> AC – B</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CCECFF"/>
                    </a:solidFill>
                  </a:tcPr>
                </a:tc>
                <a:extLst>
                  <a:ext uri="{0D108BD9-81ED-4DB2-BD59-A6C34878D82A}">
                    <a16:rowId xmlns:a16="http://schemas.microsoft.com/office/drawing/2014/main" val="10007"/>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DIV</a:t>
                      </a:r>
                    </a:p>
                  </a:txBody>
                  <a:tcPr horzOverflow="overflow">
                    <a:lnL cap="flat">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a:t>
                      </a:r>
                    </a:p>
                  </a:txBody>
                  <a:tcPr horzOverflow="overflow">
                    <a:lnL>
                      <a:noFill/>
                    </a:lnL>
                    <a:lnR>
                      <a:noFill/>
                    </a:lnR>
                    <a:lnT>
                      <a:noFill/>
                    </a:lnT>
                    <a:lnB>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AC</a:t>
                      </a:r>
                      <a:r>
                        <a:rPr kumimoji="1" lang="en-US" sz="1600" b="1" i="0" u="none" strike="noStrike" cap="none" normalizeH="0" baseline="0">
                          <a:ln>
                            <a:noFill/>
                          </a:ln>
                          <a:solidFill>
                            <a:srgbClr val="000000"/>
                          </a:solidFill>
                          <a:effectLst/>
                          <a:latin typeface="Tahoma" pitchFamily="34" charset="0"/>
                          <a:sym typeface="Wingdings" pitchFamily="2" charset="2"/>
                        </a:rPr>
                        <a:t> AC / Y</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CCECFF"/>
                    </a:solidFill>
                  </a:tcPr>
                </a:tc>
                <a:extLst>
                  <a:ext uri="{0D108BD9-81ED-4DB2-BD59-A6C34878D82A}">
                    <a16:rowId xmlns:a16="http://schemas.microsoft.com/office/drawing/2014/main" val="10008"/>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STOR</a:t>
                      </a:r>
                    </a:p>
                  </a:txBody>
                  <a:tcPr horzOverflow="overflow">
                    <a:lnL cap="flat">
                      <a:noFill/>
                    </a:lnL>
                    <a:lnR>
                      <a:noFill/>
                    </a:lnR>
                    <a:lnT>
                      <a:noFill/>
                    </a:lnT>
                    <a:lnB cap="flat">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a:t>
                      </a:r>
                    </a:p>
                  </a:txBody>
                  <a:tcPr horzOverflow="overflow">
                    <a:lnL>
                      <a:noFill/>
                    </a:lnL>
                    <a:lnR>
                      <a:noFill/>
                    </a:lnR>
                    <a:lnT>
                      <a:noFill/>
                    </a:lnT>
                    <a:lnB cap="flat">
                      <a:noFill/>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Y</a:t>
                      </a:r>
                      <a:r>
                        <a:rPr kumimoji="1" lang="en-US" sz="1600" b="1" i="0" u="none" strike="noStrike" cap="none" normalizeH="0" baseline="0">
                          <a:ln>
                            <a:noFill/>
                          </a:ln>
                          <a:solidFill>
                            <a:srgbClr val="000000"/>
                          </a:solidFill>
                          <a:effectLst/>
                          <a:latin typeface="Tahoma" pitchFamily="34" charset="0"/>
                          <a:sym typeface="Wingdings" pitchFamily="2" charset="2"/>
                        </a:rPr>
                        <a:t> AC</a:t>
                      </a:r>
                      <a:endParaRPr kumimoji="1" lang="en-US"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cap="flat">
                      <a:noFill/>
                    </a:lnB>
                    <a:lnTlToBr>
                      <a:noFill/>
                    </a:lnTlToBr>
                    <a:lnBlToTr>
                      <a:noFill/>
                    </a:lnBlToTr>
                    <a:solidFill>
                      <a:srgbClr val="CCECFF"/>
                    </a:solidFill>
                  </a:tcPr>
                </a:tc>
                <a:extLst>
                  <a:ext uri="{0D108BD9-81ED-4DB2-BD59-A6C34878D82A}">
                    <a16:rowId xmlns:a16="http://schemas.microsoft.com/office/drawing/2014/main" val="10009"/>
                  </a:ext>
                </a:extLst>
              </a:tr>
            </a:tbl>
          </a:graphicData>
        </a:graphic>
      </p:graphicFrame>
      <p:graphicFrame>
        <p:nvGraphicFramePr>
          <p:cNvPr id="134238" name="Group 94">
            <a:extLst>
              <a:ext uri="{FF2B5EF4-FFF2-40B4-BE49-F238E27FC236}">
                <a16:creationId xmlns:a16="http://schemas.microsoft.com/office/drawing/2014/main" id="{FCA290C0-5F54-7285-33AD-27F5CC31EC08}"/>
              </a:ext>
            </a:extLst>
          </p:cNvPr>
          <p:cNvGraphicFramePr>
            <a:graphicFrameLocks noGrp="1"/>
          </p:cNvGraphicFramePr>
          <p:nvPr>
            <p:extLst>
              <p:ext uri="{D42A27DB-BD31-4B8C-83A1-F6EECF244321}">
                <p14:modId xmlns:p14="http://schemas.microsoft.com/office/powerpoint/2010/main" val="3291980676"/>
              </p:ext>
            </p:extLst>
          </p:nvPr>
        </p:nvGraphicFramePr>
        <p:xfrm>
          <a:off x="4660902" y="980728"/>
          <a:ext cx="4159570" cy="5207000"/>
        </p:xfrm>
        <a:graphic>
          <a:graphicData uri="http://schemas.openxmlformats.org/drawingml/2006/table">
            <a:tbl>
              <a:tblPr/>
              <a:tblGrid>
                <a:gridCol w="1386523">
                  <a:extLst>
                    <a:ext uri="{9D8B030D-6E8A-4147-A177-3AD203B41FA5}">
                      <a16:colId xmlns:a16="http://schemas.microsoft.com/office/drawing/2014/main" val="20000"/>
                    </a:ext>
                  </a:extLst>
                </a:gridCol>
                <a:gridCol w="828831">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tblGrid>
              <a:tr h="431800">
                <a:tc gridSpan="3">
                  <a:txBody>
                    <a:bodyPr/>
                    <a:lstStyle/>
                    <a:p>
                      <a:pPr marL="533400" marR="0" lvl="0" indent="-533400" algn="l" defTabSz="914400" rtl="0" eaLnBrk="0" fontAlgn="base" latinLnBrk="0" hangingPunct="0">
                        <a:lnSpc>
                          <a:spcPct val="100000"/>
                        </a:lnSpc>
                        <a:spcBef>
                          <a:spcPct val="20000"/>
                        </a:spcBef>
                        <a:spcAft>
                          <a:spcPct val="0"/>
                        </a:spcAft>
                        <a:buClr>
                          <a:schemeClr val="tx1"/>
                        </a:buClr>
                        <a:buSzTx/>
                        <a:buFontTx/>
                        <a:buNone/>
                        <a:tabLst/>
                      </a:pPr>
                      <a:r>
                        <a:rPr kumimoji="1" lang="en-US" sz="1600" b="1" i="0" u="sng" strike="noStrike" cap="none" normalizeH="0" baseline="0">
                          <a:ln>
                            <a:noFill/>
                          </a:ln>
                          <a:solidFill>
                            <a:srgbClr val="000000"/>
                          </a:solidFill>
                          <a:effectLst/>
                          <a:latin typeface="Tahoma" pitchFamily="34" charset="0"/>
                        </a:rPr>
                        <a:t>0-address instruction</a:t>
                      </a:r>
                    </a:p>
                  </a:txBody>
                  <a:tcPr horzOverflow="overflow">
                    <a:lnL cap="flat">
                      <a:noFill/>
                    </a:lnL>
                    <a:lnR cap="flat">
                      <a:noFill/>
                    </a:lnR>
                    <a:lnT cap="flat">
                      <a:noFill/>
                    </a:lnT>
                    <a:lnB>
                      <a:noFill/>
                    </a:lnB>
                    <a:lnTlToBr>
                      <a:noFill/>
                    </a:lnTlToBr>
                    <a:lnBlToTr>
                      <a:noFill/>
                    </a:lnBlToTr>
                    <a:solidFill>
                      <a:srgbClr val="FFCCCC"/>
                    </a:solidFill>
                  </a:tcPr>
                </a:tc>
                <a:tc hMerge="1">
                  <a:txBody>
                    <a:bodyPr/>
                    <a:lstStyle/>
                    <a:p>
                      <a:endParaRPr lang="en-MY"/>
                    </a:p>
                  </a:txBody>
                  <a:tcPr/>
                </a:tc>
                <a:tc hMerge="1">
                  <a:txBody>
                    <a:bodyPr/>
                    <a:lstStyle/>
                    <a:p>
                      <a:endParaRPr lang="en-MY"/>
                    </a:p>
                  </a:txBody>
                  <a:tcPr/>
                </a:tc>
                <a:extLst>
                  <a:ext uri="{0D108BD9-81ED-4DB2-BD59-A6C34878D82A}">
                    <a16:rowId xmlns:a16="http://schemas.microsoft.com/office/drawing/2014/main" val="10000"/>
                  </a:ext>
                </a:extLst>
              </a:tr>
              <a:tr h="457200">
                <a:tc gridSpan="3">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=&gt; Using stack</a:t>
                      </a:r>
                    </a:p>
                  </a:txBody>
                  <a:tcPr horzOverflow="overflow">
                    <a:lnL cap="flat">
                      <a:noFill/>
                    </a:lnL>
                    <a:lnR cap="flat">
                      <a:noFill/>
                    </a:lnR>
                    <a:lnT>
                      <a:noFill/>
                    </a:lnT>
                    <a:lnB>
                      <a:noFill/>
                    </a:lnB>
                    <a:lnTlToBr>
                      <a:noFill/>
                    </a:lnTlToBr>
                    <a:lnBlToTr>
                      <a:noFill/>
                    </a:lnBlToTr>
                    <a:solidFill>
                      <a:srgbClr val="FFCCCC"/>
                    </a:solidFill>
                  </a:tcPr>
                </a:tc>
                <a:tc hMerge="1">
                  <a:txBody>
                    <a:bodyPr/>
                    <a:lstStyle/>
                    <a:p>
                      <a:endParaRPr lang="en-MY"/>
                    </a:p>
                  </a:txBody>
                  <a:tcPr/>
                </a:tc>
                <a:tc hMerge="1">
                  <a:txBody>
                    <a:bodyPr/>
                    <a:lstStyle/>
                    <a:p>
                      <a:endParaRPr lang="en-MY"/>
                    </a:p>
                  </a:txBody>
                  <a:tcPr/>
                </a:tc>
                <a:extLst>
                  <a:ext uri="{0D108BD9-81ED-4DB2-BD59-A6C34878D82A}">
                    <a16:rowId xmlns:a16="http://schemas.microsoft.com/office/drawing/2014/main" val="10001"/>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PUSH</a:t>
                      </a:r>
                    </a:p>
                  </a:txBody>
                  <a:tcPr horzOverflow="overflow">
                    <a:lnL cap="flat">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A</a:t>
                      </a:r>
                    </a:p>
                  </a:txBody>
                  <a:tcPr horzOverflow="overflow">
                    <a:lnL>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1600" b="1" i="0" u="none" strike="noStrike" cap="none" normalizeH="0" baseline="0" dirty="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FFCCCC"/>
                    </a:solidFill>
                  </a:tcPr>
                </a:tc>
                <a:extLst>
                  <a:ext uri="{0D108BD9-81ED-4DB2-BD59-A6C34878D82A}">
                    <a16:rowId xmlns:a16="http://schemas.microsoft.com/office/drawing/2014/main" val="10002"/>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PUSH</a:t>
                      </a:r>
                    </a:p>
                  </a:txBody>
                  <a:tcPr horzOverflow="overflow">
                    <a:lnL cap="flat">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B</a:t>
                      </a:r>
                    </a:p>
                  </a:txBody>
                  <a:tcPr horzOverflow="overflow">
                    <a:lnL>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1600" b="1" i="0" u="none" strike="noStrike" cap="none" normalizeH="0" baseline="0" dirty="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FFCCCC"/>
                    </a:solidFill>
                  </a:tcPr>
                </a:tc>
                <a:extLst>
                  <a:ext uri="{0D108BD9-81ED-4DB2-BD59-A6C34878D82A}">
                    <a16:rowId xmlns:a16="http://schemas.microsoft.com/office/drawing/2014/main" val="10003"/>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SUB</a:t>
                      </a:r>
                    </a:p>
                  </a:txBody>
                  <a:tcPr horzOverflow="overflow">
                    <a:lnL cap="flat">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a:ln>
                          <a:noFill/>
                        </a:ln>
                        <a:solidFill>
                          <a:srgbClr val="000000"/>
                        </a:solidFill>
                        <a:effectLst/>
                        <a:latin typeface="Tahoma" pitchFamily="34" charset="0"/>
                      </a:endParaRPr>
                    </a:p>
                  </a:txBody>
                  <a:tcPr horzOverflow="overflow">
                    <a:lnL>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dirty="0">
                          <a:ln>
                            <a:noFill/>
                          </a:ln>
                          <a:solidFill>
                            <a:srgbClr val="000000"/>
                          </a:solidFill>
                          <a:effectLst/>
                          <a:latin typeface="Tahoma" pitchFamily="34" charset="0"/>
                        </a:rPr>
                        <a:t>A-B</a:t>
                      </a:r>
                    </a:p>
                  </a:txBody>
                  <a:tcPr horzOverflow="overflow">
                    <a:lnL>
                      <a:noFill/>
                    </a:lnL>
                    <a:lnR cap="flat">
                      <a:noFill/>
                    </a:lnR>
                    <a:lnT>
                      <a:noFill/>
                    </a:lnT>
                    <a:lnB>
                      <a:noFill/>
                    </a:lnB>
                    <a:lnTlToBr>
                      <a:noFill/>
                    </a:lnTlToBr>
                    <a:lnBlToTr>
                      <a:noFill/>
                    </a:lnBlToTr>
                    <a:solidFill>
                      <a:srgbClr val="FFCCCC"/>
                    </a:solidFill>
                  </a:tcPr>
                </a:tc>
                <a:extLst>
                  <a:ext uri="{0D108BD9-81ED-4DB2-BD59-A6C34878D82A}">
                    <a16:rowId xmlns:a16="http://schemas.microsoft.com/office/drawing/2014/main" val="10004"/>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PUSH</a:t>
                      </a:r>
                    </a:p>
                  </a:txBody>
                  <a:tcPr horzOverflow="overflow">
                    <a:lnL cap="flat">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dirty="0">
                          <a:ln>
                            <a:noFill/>
                          </a:ln>
                          <a:solidFill>
                            <a:srgbClr val="000000"/>
                          </a:solidFill>
                          <a:effectLst/>
                          <a:latin typeface="Tahoma" pitchFamily="34" charset="0"/>
                        </a:rPr>
                        <a:t>C</a:t>
                      </a:r>
                    </a:p>
                  </a:txBody>
                  <a:tcPr horzOverflow="overflow">
                    <a:lnL>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FFCCCC"/>
                    </a:solidFill>
                  </a:tcPr>
                </a:tc>
                <a:extLst>
                  <a:ext uri="{0D108BD9-81ED-4DB2-BD59-A6C34878D82A}">
                    <a16:rowId xmlns:a16="http://schemas.microsoft.com/office/drawing/2014/main" val="10005"/>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PUSH</a:t>
                      </a:r>
                    </a:p>
                  </a:txBody>
                  <a:tcPr horzOverflow="overflow">
                    <a:lnL cap="flat">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dirty="0">
                          <a:ln>
                            <a:noFill/>
                          </a:ln>
                          <a:solidFill>
                            <a:srgbClr val="000000"/>
                          </a:solidFill>
                          <a:effectLst/>
                          <a:latin typeface="Tahoma" pitchFamily="34" charset="0"/>
                        </a:rPr>
                        <a:t>D</a:t>
                      </a:r>
                    </a:p>
                  </a:txBody>
                  <a:tcPr horzOverflow="overflow">
                    <a:lnL>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dirty="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FFCCCC"/>
                    </a:solidFill>
                  </a:tcPr>
                </a:tc>
                <a:extLst>
                  <a:ext uri="{0D108BD9-81ED-4DB2-BD59-A6C34878D82A}">
                    <a16:rowId xmlns:a16="http://schemas.microsoft.com/office/drawing/2014/main" val="10006"/>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PUSH</a:t>
                      </a:r>
                    </a:p>
                  </a:txBody>
                  <a:tcPr horzOverflow="overflow">
                    <a:lnL cap="flat">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dirty="0">
                          <a:ln>
                            <a:noFill/>
                          </a:ln>
                          <a:solidFill>
                            <a:srgbClr val="000000"/>
                          </a:solidFill>
                          <a:effectLst/>
                          <a:latin typeface="Tahoma" pitchFamily="34" charset="0"/>
                        </a:rPr>
                        <a:t>E</a:t>
                      </a:r>
                    </a:p>
                  </a:txBody>
                  <a:tcPr horzOverflow="overflow">
                    <a:lnL>
                      <a:noFill/>
                    </a:lnL>
                    <a:lnR>
                      <a:noFill/>
                    </a:lnR>
                    <a:lnT>
                      <a:noFill/>
                    </a:lnT>
                    <a:lnB>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dirty="0">
                        <a:ln>
                          <a:noFill/>
                        </a:ln>
                        <a:solidFill>
                          <a:srgbClr val="000000"/>
                        </a:solidFill>
                        <a:effectLst/>
                        <a:latin typeface="Tahoma" pitchFamily="34" charset="0"/>
                      </a:endParaRPr>
                    </a:p>
                  </a:txBody>
                  <a:tcPr horzOverflow="overflow">
                    <a:lnL>
                      <a:noFill/>
                    </a:lnL>
                    <a:lnR cap="flat">
                      <a:noFill/>
                    </a:lnR>
                    <a:lnT>
                      <a:noFill/>
                    </a:lnT>
                    <a:lnB>
                      <a:noFill/>
                    </a:lnB>
                    <a:lnTlToBr>
                      <a:noFill/>
                    </a:lnTlToBr>
                    <a:lnBlToTr>
                      <a:noFill/>
                    </a:lnBlToTr>
                    <a:solidFill>
                      <a:srgbClr val="FFCCCC"/>
                    </a:solidFill>
                  </a:tcPr>
                </a:tc>
                <a:extLst>
                  <a:ext uri="{0D108BD9-81ED-4DB2-BD59-A6C34878D82A}">
                    <a16:rowId xmlns:a16="http://schemas.microsoft.com/office/drawing/2014/main" val="10007"/>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a:ln>
                            <a:noFill/>
                          </a:ln>
                          <a:solidFill>
                            <a:srgbClr val="000000"/>
                          </a:solidFill>
                          <a:effectLst/>
                          <a:latin typeface="Tahoma" pitchFamily="34" charset="0"/>
                        </a:rPr>
                        <a:t>MUL</a:t>
                      </a:r>
                    </a:p>
                  </a:txBody>
                  <a:tcPr horzOverflow="overflow">
                    <a:lnL cap="flat">
                      <a:noFill/>
                    </a:lnL>
                    <a:lnR>
                      <a:noFill/>
                    </a:lnR>
                    <a:lnT>
                      <a:noFill/>
                    </a:lnT>
                    <a:lnB cap="flat">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dirty="0">
                        <a:ln>
                          <a:noFill/>
                        </a:ln>
                        <a:solidFill>
                          <a:srgbClr val="000000"/>
                        </a:solidFill>
                        <a:effectLst/>
                        <a:latin typeface="Tahoma" pitchFamily="34" charset="0"/>
                      </a:endParaRPr>
                    </a:p>
                  </a:txBody>
                  <a:tcPr horzOverflow="overflow">
                    <a:lnL>
                      <a:noFill/>
                    </a:lnL>
                    <a:lnR>
                      <a:noFill/>
                    </a:lnR>
                    <a:lnT>
                      <a:noFill/>
                    </a:lnT>
                    <a:lnB cap="flat">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defRPr/>
                      </a:pPr>
                      <a:r>
                        <a:rPr kumimoji="1" lang="ms-MY" sz="1600" b="1" i="0" u="none" strike="noStrike" cap="none" normalizeH="0" baseline="0" dirty="0">
                          <a:ln>
                            <a:noFill/>
                          </a:ln>
                          <a:solidFill>
                            <a:srgbClr val="000000"/>
                          </a:solidFill>
                          <a:effectLst/>
                          <a:latin typeface="Tahoma" pitchFamily="34" charset="0"/>
                        </a:rPr>
                        <a:t>D*E</a:t>
                      </a:r>
                    </a:p>
                  </a:txBody>
                  <a:tcPr horzOverflow="overflow">
                    <a:lnL>
                      <a:noFill/>
                    </a:lnL>
                    <a:lnR cap="flat">
                      <a:noFill/>
                    </a:lnR>
                    <a:lnT>
                      <a:noFill/>
                    </a:lnT>
                    <a:lnB cap="flat">
                      <a:noFill/>
                    </a:lnB>
                    <a:lnTlToBr>
                      <a:noFill/>
                    </a:lnTlToBr>
                    <a:lnBlToTr>
                      <a:noFill/>
                    </a:lnBlToTr>
                    <a:solidFill>
                      <a:srgbClr val="FFCCCC"/>
                    </a:solidFill>
                  </a:tcPr>
                </a:tc>
                <a:extLst>
                  <a:ext uri="{0D108BD9-81ED-4DB2-BD59-A6C34878D82A}">
                    <a16:rowId xmlns:a16="http://schemas.microsoft.com/office/drawing/2014/main" val="10008"/>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dirty="0">
                          <a:ln>
                            <a:noFill/>
                          </a:ln>
                          <a:solidFill>
                            <a:srgbClr val="000000"/>
                          </a:solidFill>
                          <a:effectLst/>
                          <a:latin typeface="Tahoma" pitchFamily="34" charset="0"/>
                        </a:rPr>
                        <a:t>ADD</a:t>
                      </a:r>
                    </a:p>
                  </a:txBody>
                  <a:tcPr horzOverflow="overflow">
                    <a:lnL cap="flat">
                      <a:noFill/>
                    </a:lnL>
                    <a:lnR>
                      <a:noFill/>
                    </a:lnR>
                    <a:lnT>
                      <a:noFill/>
                    </a:lnT>
                    <a:lnB cap="flat">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dirty="0">
                        <a:ln>
                          <a:noFill/>
                        </a:ln>
                        <a:solidFill>
                          <a:srgbClr val="000000"/>
                        </a:solidFill>
                        <a:effectLst/>
                        <a:latin typeface="Tahoma" pitchFamily="34" charset="0"/>
                      </a:endParaRPr>
                    </a:p>
                  </a:txBody>
                  <a:tcPr horzOverflow="overflow">
                    <a:lnL>
                      <a:noFill/>
                    </a:lnL>
                    <a:lnR>
                      <a:noFill/>
                    </a:lnR>
                    <a:lnT>
                      <a:noFill/>
                    </a:lnT>
                    <a:lnB cap="flat">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defRPr/>
                      </a:pPr>
                      <a:r>
                        <a:rPr kumimoji="1" lang="ms-MY" sz="1600" b="1" i="0" u="none" strike="noStrike" cap="none" normalizeH="0" baseline="0" dirty="0">
                          <a:ln>
                            <a:noFill/>
                          </a:ln>
                          <a:solidFill>
                            <a:srgbClr val="000000"/>
                          </a:solidFill>
                          <a:effectLst/>
                          <a:latin typeface="Tahoma" pitchFamily="34" charset="0"/>
                        </a:rPr>
                        <a:t>(C+D*E)</a:t>
                      </a:r>
                    </a:p>
                  </a:txBody>
                  <a:tcPr horzOverflow="overflow">
                    <a:lnL>
                      <a:noFill/>
                    </a:lnL>
                    <a:lnR cap="flat">
                      <a:noFill/>
                    </a:lnR>
                    <a:lnT>
                      <a:noFill/>
                    </a:lnT>
                    <a:lnB cap="flat">
                      <a:noFill/>
                    </a:lnB>
                    <a:lnTlToBr>
                      <a:noFill/>
                    </a:lnTlToBr>
                    <a:lnBlToTr>
                      <a:noFill/>
                    </a:lnBlToTr>
                    <a:solidFill>
                      <a:srgbClr val="FFCCCC"/>
                    </a:solidFill>
                  </a:tcPr>
                </a:tc>
                <a:extLst>
                  <a:ext uri="{0D108BD9-81ED-4DB2-BD59-A6C34878D82A}">
                    <a16:rowId xmlns:a16="http://schemas.microsoft.com/office/drawing/2014/main" val="2636987720"/>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dirty="0">
                          <a:ln>
                            <a:noFill/>
                          </a:ln>
                          <a:solidFill>
                            <a:srgbClr val="000000"/>
                          </a:solidFill>
                          <a:effectLst/>
                          <a:latin typeface="Tahoma" pitchFamily="34" charset="0"/>
                        </a:rPr>
                        <a:t>DIV</a:t>
                      </a:r>
                    </a:p>
                  </a:txBody>
                  <a:tcPr horzOverflow="overflow">
                    <a:lnL cap="flat">
                      <a:noFill/>
                    </a:lnL>
                    <a:lnR>
                      <a:noFill/>
                    </a:lnR>
                    <a:lnT>
                      <a:noFill/>
                    </a:lnT>
                    <a:lnB cap="flat">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dirty="0">
                        <a:ln>
                          <a:noFill/>
                        </a:ln>
                        <a:solidFill>
                          <a:srgbClr val="000000"/>
                        </a:solidFill>
                        <a:effectLst/>
                        <a:latin typeface="Tahoma" pitchFamily="34" charset="0"/>
                      </a:endParaRPr>
                    </a:p>
                  </a:txBody>
                  <a:tcPr horzOverflow="overflow">
                    <a:lnL>
                      <a:noFill/>
                    </a:lnL>
                    <a:lnR>
                      <a:noFill/>
                    </a:lnR>
                    <a:lnT>
                      <a:noFill/>
                    </a:lnT>
                    <a:lnB cap="flat">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defRPr/>
                      </a:pPr>
                      <a:r>
                        <a:rPr kumimoji="1" lang="ms-MY" sz="1600" b="1" i="0" u="none" strike="noStrike" cap="none" normalizeH="0" baseline="0" dirty="0">
                          <a:ln>
                            <a:noFill/>
                          </a:ln>
                          <a:solidFill>
                            <a:srgbClr val="000000"/>
                          </a:solidFill>
                          <a:effectLst/>
                          <a:latin typeface="Tahoma" pitchFamily="34" charset="0"/>
                        </a:rPr>
                        <a:t>(A-B)/(C+D*E)</a:t>
                      </a:r>
                    </a:p>
                  </a:txBody>
                  <a:tcPr horzOverflow="overflow">
                    <a:lnL>
                      <a:noFill/>
                    </a:lnL>
                    <a:lnR cap="flat">
                      <a:noFill/>
                    </a:lnR>
                    <a:lnT>
                      <a:noFill/>
                    </a:lnT>
                    <a:lnB cap="flat">
                      <a:noFill/>
                    </a:lnB>
                    <a:lnTlToBr>
                      <a:noFill/>
                    </a:lnTlToBr>
                    <a:lnBlToTr>
                      <a:noFill/>
                    </a:lnBlToTr>
                    <a:solidFill>
                      <a:srgbClr val="FFCCCC"/>
                    </a:solidFill>
                  </a:tcPr>
                </a:tc>
                <a:extLst>
                  <a:ext uri="{0D108BD9-81ED-4DB2-BD59-A6C34878D82A}">
                    <a16:rowId xmlns:a16="http://schemas.microsoft.com/office/drawing/2014/main" val="2941571258"/>
                  </a:ext>
                </a:extLst>
              </a:tr>
              <a:tr h="4318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1600" b="1" i="0" u="none" strike="noStrike" cap="none" normalizeH="0" baseline="0" dirty="0">
                          <a:ln>
                            <a:noFill/>
                          </a:ln>
                          <a:solidFill>
                            <a:srgbClr val="000000"/>
                          </a:solidFill>
                          <a:effectLst/>
                          <a:latin typeface="Tahoma" pitchFamily="34" charset="0"/>
                        </a:rPr>
                        <a:t>POP Y</a:t>
                      </a:r>
                    </a:p>
                  </a:txBody>
                  <a:tcPr horzOverflow="overflow">
                    <a:lnL cap="flat">
                      <a:noFill/>
                    </a:lnL>
                    <a:lnR>
                      <a:noFill/>
                    </a:lnR>
                    <a:lnT>
                      <a:noFill/>
                    </a:lnT>
                    <a:lnB cap="flat">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dirty="0">
                        <a:ln>
                          <a:noFill/>
                        </a:ln>
                        <a:solidFill>
                          <a:srgbClr val="000000"/>
                        </a:solidFill>
                        <a:effectLst/>
                        <a:latin typeface="Tahoma" pitchFamily="34" charset="0"/>
                      </a:endParaRPr>
                    </a:p>
                  </a:txBody>
                  <a:tcPr horzOverflow="overflow">
                    <a:lnL>
                      <a:noFill/>
                    </a:lnL>
                    <a:lnR>
                      <a:noFill/>
                    </a:lnR>
                    <a:lnT>
                      <a:noFill/>
                    </a:lnT>
                    <a:lnB cap="flat">
                      <a:noFill/>
                    </a:lnB>
                    <a:lnTlToBr>
                      <a:noFill/>
                    </a:lnTlToBr>
                    <a:lnBlToTr>
                      <a:noFill/>
                    </a:lnBlToTr>
                    <a:solidFill>
                      <a:srgbClr val="FFCCCC"/>
                    </a:solid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ms-MY" sz="1600" b="1" i="0" u="none" strike="noStrike" cap="none" normalizeH="0" baseline="0" dirty="0">
                        <a:ln>
                          <a:noFill/>
                        </a:ln>
                        <a:solidFill>
                          <a:srgbClr val="000000"/>
                        </a:solidFill>
                        <a:effectLst/>
                        <a:latin typeface="Tahoma" pitchFamily="34" charset="0"/>
                      </a:endParaRPr>
                    </a:p>
                  </a:txBody>
                  <a:tcPr horzOverflow="overflow">
                    <a:lnL>
                      <a:noFill/>
                    </a:lnL>
                    <a:lnR cap="flat">
                      <a:noFill/>
                    </a:lnR>
                    <a:lnT>
                      <a:noFill/>
                    </a:lnT>
                    <a:lnB cap="flat">
                      <a:noFill/>
                    </a:lnB>
                    <a:lnTlToBr>
                      <a:noFill/>
                    </a:lnTlToBr>
                    <a:lnBlToTr>
                      <a:noFill/>
                    </a:lnBlToTr>
                    <a:solidFill>
                      <a:srgbClr val="FFCCCC"/>
                    </a:solidFill>
                  </a:tcPr>
                </a:tc>
                <a:extLst>
                  <a:ext uri="{0D108BD9-81ED-4DB2-BD59-A6C34878D82A}">
                    <a16:rowId xmlns:a16="http://schemas.microsoft.com/office/drawing/2014/main" val="3515245339"/>
                  </a:ext>
                </a:extLst>
              </a:tr>
            </a:tbl>
          </a:graphicData>
        </a:graphic>
      </p:graphicFrame>
      <p:sp>
        <p:nvSpPr>
          <p:cNvPr id="100408" name="Text Box 89">
            <a:extLst>
              <a:ext uri="{FF2B5EF4-FFF2-40B4-BE49-F238E27FC236}">
                <a16:creationId xmlns:a16="http://schemas.microsoft.com/office/drawing/2014/main" id="{FF048AFE-36BC-554D-D6FB-93723590444B}"/>
              </a:ext>
            </a:extLst>
          </p:cNvPr>
          <p:cNvSpPr txBox="1">
            <a:spLocks noChangeArrowheads="1"/>
          </p:cNvSpPr>
          <p:nvPr/>
        </p:nvSpPr>
        <p:spPr bwMode="auto">
          <a:xfrm>
            <a:off x="899592" y="1616075"/>
            <a:ext cx="2697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US" altLang="en-US" sz="1600" b="1" dirty="0">
                <a:latin typeface="Tahoma" panose="020B0604030504040204" pitchFamily="34" charset="0"/>
              </a:rPr>
              <a:t>Y = (A – B) / (C + D * E)</a:t>
            </a:r>
          </a:p>
        </p:txBody>
      </p:sp>
      <p:sp>
        <p:nvSpPr>
          <p:cNvPr id="100409" name="Rectangle 95">
            <a:extLst>
              <a:ext uri="{FF2B5EF4-FFF2-40B4-BE49-F238E27FC236}">
                <a16:creationId xmlns:a16="http://schemas.microsoft.com/office/drawing/2014/main" id="{3CF571DC-4902-AEB7-E4D0-AFEADC300929}"/>
              </a:ext>
            </a:extLst>
          </p:cNvPr>
          <p:cNvSpPr>
            <a:spLocks noGrp="1" noChangeArrowheads="1"/>
          </p:cNvSpPr>
          <p:nvPr>
            <p:ph type="body" idx="1"/>
          </p:nvPr>
        </p:nvSpPr>
        <p:spPr>
          <a:xfrm>
            <a:off x="4787900" y="6381750"/>
            <a:ext cx="4321175" cy="431800"/>
          </a:xfrm>
          <a:noFill/>
        </p:spPr>
        <p:txBody>
          <a:bodyPr/>
          <a:lstStyle/>
          <a:p>
            <a:pPr>
              <a:buFontTx/>
              <a:buNone/>
            </a:pPr>
            <a:r>
              <a:rPr lang="en-US" altLang="en-US" sz="1600">
                <a:sym typeface="Wingdings" panose="05000000000000000000" pitchFamily="2" charset="2"/>
              </a:rPr>
              <a:t>Note different ordering of source/destination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28">
            <a:extLst>
              <a:ext uri="{FF2B5EF4-FFF2-40B4-BE49-F238E27FC236}">
                <a16:creationId xmlns:a16="http://schemas.microsoft.com/office/drawing/2014/main" id="{8EE04B5E-BD74-D4C0-6E55-748EF85F2981}"/>
              </a:ext>
            </a:extLst>
          </p:cNvPr>
          <p:cNvSpPr>
            <a:spLocks noGrp="1" noChangeArrowheads="1"/>
          </p:cNvSpPr>
          <p:nvPr>
            <p:ph type="title"/>
          </p:nvPr>
        </p:nvSpPr>
        <p:spPr/>
        <p:txBody>
          <a:bodyPr/>
          <a:lstStyle/>
          <a:p>
            <a:r>
              <a:rPr lang="en-US" altLang="en-US" sz="3200"/>
              <a:t>Example: </a:t>
            </a:r>
            <a:r>
              <a:rPr lang="en-US" altLang="en-US" sz="3200" i="1"/>
              <a:t>n</a:t>
            </a:r>
            <a:r>
              <a:rPr lang="en-US" altLang="en-US" sz="3200"/>
              <a:t>-address instructions on PowerPC</a:t>
            </a:r>
          </a:p>
        </p:txBody>
      </p:sp>
      <p:graphicFrame>
        <p:nvGraphicFramePr>
          <p:cNvPr id="140868" name="Group 580">
            <a:extLst>
              <a:ext uri="{FF2B5EF4-FFF2-40B4-BE49-F238E27FC236}">
                <a16:creationId xmlns:a16="http://schemas.microsoft.com/office/drawing/2014/main" id="{8B179DC5-1BFD-280B-1F06-3BB5424B3888}"/>
              </a:ext>
            </a:extLst>
          </p:cNvPr>
          <p:cNvGraphicFramePr>
            <a:graphicFrameLocks noGrp="1"/>
          </p:cNvGraphicFramePr>
          <p:nvPr>
            <p:ph sz="half" idx="2"/>
          </p:nvPr>
        </p:nvGraphicFramePr>
        <p:xfrm>
          <a:off x="7132638" y="4605338"/>
          <a:ext cx="1616075" cy="2066925"/>
        </p:xfrm>
        <a:graphic>
          <a:graphicData uri="http://schemas.openxmlformats.org/drawingml/2006/table">
            <a:tbl>
              <a:tblPr/>
              <a:tblGrid>
                <a:gridCol w="808037">
                  <a:extLst>
                    <a:ext uri="{9D8B030D-6E8A-4147-A177-3AD203B41FA5}">
                      <a16:colId xmlns:a16="http://schemas.microsoft.com/office/drawing/2014/main" val="20000"/>
                    </a:ext>
                  </a:extLst>
                </a:gridCol>
                <a:gridCol w="808038">
                  <a:extLst>
                    <a:ext uri="{9D8B030D-6E8A-4147-A177-3AD203B41FA5}">
                      <a16:colId xmlns:a16="http://schemas.microsoft.com/office/drawing/2014/main" val="20001"/>
                    </a:ext>
                  </a:extLst>
                </a:gridCol>
              </a:tblGrid>
              <a:tr h="430279">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marT="45727" marB="45727"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66">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marT="45727" marB="45727"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148">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en-US" sz="1400" b="1" i="0" u="none" strike="noStrike" cap="none" normalizeH="0" baseline="0">
                        <a:ln>
                          <a:noFill/>
                        </a:ln>
                        <a:solidFill>
                          <a:schemeClr val="tx1"/>
                        </a:solidFill>
                        <a:effectLst/>
                        <a:latin typeface="Tahoma" pitchFamily="34" charset="0"/>
                      </a:endParaRPr>
                    </a:p>
                  </a:txBody>
                  <a:tcPr marT="45727" marB="45727"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en-US" sz="1400" b="1" i="0" u="none" strike="noStrike" cap="none" normalizeH="0" baseline="0">
                        <a:ln>
                          <a:noFill/>
                        </a:ln>
                        <a:solidFill>
                          <a:schemeClr val="tx1"/>
                        </a:solidFill>
                        <a:effectLst/>
                        <a:latin typeface="Tahoma" pitchFamily="34" charset="0"/>
                      </a:endParaRP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1632">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ms-MY" sz="1400" b="1" i="0" u="none" strike="noStrike" cap="none" normalizeH="0" baseline="0">
                          <a:ln>
                            <a:noFill/>
                          </a:ln>
                          <a:solidFill>
                            <a:schemeClr val="tx1"/>
                          </a:solidFill>
                          <a:effectLst/>
                          <a:latin typeface="Tahoma" pitchFamily="34" charset="0"/>
                        </a:rPr>
                        <a:t>top</a:t>
                      </a:r>
                    </a:p>
                  </a:txBody>
                  <a:tcPr marT="45727" marB="45727"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(A – B) / (C + D * E)</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1395" name="Text Box 4">
            <a:extLst>
              <a:ext uri="{FF2B5EF4-FFF2-40B4-BE49-F238E27FC236}">
                <a16:creationId xmlns:a16="http://schemas.microsoft.com/office/drawing/2014/main" id="{C09946BF-3F74-368B-D2AE-CE3A2726D333}"/>
              </a:ext>
            </a:extLst>
          </p:cNvPr>
          <p:cNvSpPr txBox="1">
            <a:spLocks noChangeArrowheads="1"/>
          </p:cNvSpPr>
          <p:nvPr/>
        </p:nvSpPr>
        <p:spPr bwMode="auto">
          <a:xfrm>
            <a:off x="2229392" y="1531471"/>
            <a:ext cx="46153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US" altLang="en-US" b="1" dirty="0">
                <a:latin typeface="Tahoma" panose="020B0604030504040204" pitchFamily="34" charset="0"/>
              </a:rPr>
              <a:t>Y = (A – B) / (C + D * E)</a:t>
            </a:r>
          </a:p>
        </p:txBody>
      </p:sp>
      <p:graphicFrame>
        <p:nvGraphicFramePr>
          <p:cNvPr id="140811" name="Group 523">
            <a:extLst>
              <a:ext uri="{FF2B5EF4-FFF2-40B4-BE49-F238E27FC236}">
                <a16:creationId xmlns:a16="http://schemas.microsoft.com/office/drawing/2014/main" id="{36253802-2AE2-199F-95AD-242E16A3FB3B}"/>
              </a:ext>
            </a:extLst>
          </p:cNvPr>
          <p:cNvGraphicFramePr>
            <a:graphicFrameLocks noGrp="1"/>
          </p:cNvGraphicFramePr>
          <p:nvPr/>
        </p:nvGraphicFramePr>
        <p:xfrm>
          <a:off x="466725" y="2349500"/>
          <a:ext cx="1371600" cy="18796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top</a:t>
                      </a: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dirty="0">
                          <a:ln>
                            <a:noFill/>
                          </a:ln>
                          <a:solidFill>
                            <a:schemeClr val="tx1"/>
                          </a:solidFill>
                          <a:effectLst/>
                          <a:latin typeface="Tahoma" pitchFamily="34" charset="0"/>
                        </a:rPr>
                        <a:t>A</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40818" name="Group 530">
            <a:extLst>
              <a:ext uri="{FF2B5EF4-FFF2-40B4-BE49-F238E27FC236}">
                <a16:creationId xmlns:a16="http://schemas.microsoft.com/office/drawing/2014/main" id="{39CC3042-B9E7-4E4C-4B58-AEB3F457C20B}"/>
              </a:ext>
            </a:extLst>
          </p:cNvPr>
          <p:cNvGraphicFramePr>
            <a:graphicFrameLocks noGrp="1"/>
          </p:cNvGraphicFramePr>
          <p:nvPr/>
        </p:nvGraphicFramePr>
        <p:xfrm>
          <a:off x="2411413" y="2349500"/>
          <a:ext cx="1371600" cy="18796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dirty="0">
                          <a:ln>
                            <a:noFill/>
                          </a:ln>
                          <a:solidFill>
                            <a:schemeClr val="tx1"/>
                          </a:solidFill>
                          <a:effectLst/>
                          <a:latin typeface="Tahoma" pitchFamily="34" charset="0"/>
                        </a:rPr>
                        <a:t>top</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B</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dirty="0">
                          <a:ln>
                            <a:noFill/>
                          </a:ln>
                          <a:solidFill>
                            <a:schemeClr val="tx1"/>
                          </a:solidFill>
                          <a:effectLst/>
                          <a:latin typeface="Tahoma" pitchFamily="34" charset="0"/>
                        </a:rPr>
                        <a:t>A</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40826" name="Group 538">
            <a:extLst>
              <a:ext uri="{FF2B5EF4-FFF2-40B4-BE49-F238E27FC236}">
                <a16:creationId xmlns:a16="http://schemas.microsoft.com/office/drawing/2014/main" id="{54BF80D3-5452-B3CA-3D27-576A5AFC09D9}"/>
              </a:ext>
            </a:extLst>
          </p:cNvPr>
          <p:cNvGraphicFramePr>
            <a:graphicFrameLocks noGrp="1"/>
          </p:cNvGraphicFramePr>
          <p:nvPr/>
        </p:nvGraphicFramePr>
        <p:xfrm>
          <a:off x="3851275" y="2341563"/>
          <a:ext cx="1371600" cy="18796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en-US"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en-US"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en-US"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ms-MY" sz="1400" b="1" i="0" u="none" strike="noStrike" cap="none" normalizeH="0" baseline="0">
                          <a:ln>
                            <a:noFill/>
                          </a:ln>
                          <a:solidFill>
                            <a:schemeClr val="tx1"/>
                          </a:solidFill>
                          <a:effectLst/>
                          <a:latin typeface="Tahoma" pitchFamily="34" charset="0"/>
                        </a:rPr>
                        <a:t>top</a:t>
                      </a: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A - B</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40833" name="Group 545">
            <a:extLst>
              <a:ext uri="{FF2B5EF4-FFF2-40B4-BE49-F238E27FC236}">
                <a16:creationId xmlns:a16="http://schemas.microsoft.com/office/drawing/2014/main" id="{DFB6486F-BB91-E19E-ED8E-79320D1B3225}"/>
              </a:ext>
            </a:extLst>
          </p:cNvPr>
          <p:cNvGraphicFramePr>
            <a:graphicFrameLocks noGrp="1"/>
          </p:cNvGraphicFramePr>
          <p:nvPr/>
        </p:nvGraphicFramePr>
        <p:xfrm>
          <a:off x="5721350" y="2341563"/>
          <a:ext cx="1371600" cy="18796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top</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A - B</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40847" name="Group 559">
            <a:extLst>
              <a:ext uri="{FF2B5EF4-FFF2-40B4-BE49-F238E27FC236}">
                <a16:creationId xmlns:a16="http://schemas.microsoft.com/office/drawing/2014/main" id="{7724322A-94C7-BB90-958E-FB6503CFA210}"/>
              </a:ext>
            </a:extLst>
          </p:cNvPr>
          <p:cNvGraphicFramePr>
            <a:graphicFrameLocks noGrp="1"/>
          </p:cNvGraphicFramePr>
          <p:nvPr/>
        </p:nvGraphicFramePr>
        <p:xfrm>
          <a:off x="536575" y="4605338"/>
          <a:ext cx="1371600" cy="18796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ms-MY" sz="1400" b="1" i="0" u="none" strike="noStrike" cap="none" normalizeH="0" baseline="0">
                          <a:ln>
                            <a:noFill/>
                          </a:ln>
                          <a:solidFill>
                            <a:schemeClr val="tx1"/>
                          </a:solidFill>
                          <a:effectLst/>
                          <a:latin typeface="Tahoma" pitchFamily="34" charset="0"/>
                        </a:rPr>
                        <a:t>top</a:t>
                      </a:r>
                    </a:p>
                  </a:txBody>
                  <a:tcPr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ms-MY" sz="1400" b="1" i="0" u="none" strike="noStrike" cap="none" normalizeH="0" baseline="0">
                          <a:ln>
                            <a:noFill/>
                          </a:ln>
                          <a:solidFill>
                            <a:schemeClr val="tx1"/>
                          </a:solidFill>
                          <a:effectLst/>
                          <a:latin typeface="Tahoma" pitchFamily="34" charset="0"/>
                        </a:rPr>
                        <a:t>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ms-MY" sz="1400" b="1" i="0" u="none" strike="noStrike" cap="none" normalizeH="0" baseline="0">
                          <a:ln>
                            <a:noFill/>
                          </a:ln>
                          <a:solidFill>
                            <a:schemeClr val="tx1"/>
                          </a:solidFill>
                          <a:effectLst/>
                          <a:latin typeface="Tahoma" pitchFamily="34" charset="0"/>
                        </a:rPr>
                        <a:t>D</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en-US"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A - B</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40854" name="Group 566">
            <a:extLst>
              <a:ext uri="{FF2B5EF4-FFF2-40B4-BE49-F238E27FC236}">
                <a16:creationId xmlns:a16="http://schemas.microsoft.com/office/drawing/2014/main" id="{D0F23CD7-10F6-C5F7-76D2-EBBB062BBB57}"/>
              </a:ext>
            </a:extLst>
          </p:cNvPr>
          <p:cNvGraphicFramePr>
            <a:graphicFrameLocks noGrp="1"/>
          </p:cNvGraphicFramePr>
          <p:nvPr/>
        </p:nvGraphicFramePr>
        <p:xfrm>
          <a:off x="2771775" y="4605338"/>
          <a:ext cx="1371600" cy="18796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top</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D * 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A - B</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40861" name="Group 573">
            <a:extLst>
              <a:ext uri="{FF2B5EF4-FFF2-40B4-BE49-F238E27FC236}">
                <a16:creationId xmlns:a16="http://schemas.microsoft.com/office/drawing/2014/main" id="{D8EB8C0C-5E11-2F70-4A07-0B3760DDF469}"/>
              </a:ext>
            </a:extLst>
          </p:cNvPr>
          <p:cNvGraphicFramePr>
            <a:graphicFrameLocks noGrp="1"/>
          </p:cNvGraphicFramePr>
          <p:nvPr/>
        </p:nvGraphicFramePr>
        <p:xfrm>
          <a:off x="5000625" y="4605338"/>
          <a:ext cx="1371600" cy="1927225"/>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69701">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marT="45701" marB="45701"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marT="45701" marB="4570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701">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marT="45701" marB="45701"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marT="45701" marB="4570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21">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top</a:t>
                      </a:r>
                    </a:p>
                  </a:txBody>
                  <a:tcPr marT="45701" marB="45701"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C + D * E</a:t>
                      </a:r>
                    </a:p>
                  </a:txBody>
                  <a:tcPr marT="45701" marB="4570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701">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marT="45701" marB="4570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A - B</a:t>
                      </a:r>
                    </a:p>
                  </a:txBody>
                  <a:tcPr marT="45701" marB="4570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1508" name="Text Box 483">
            <a:extLst>
              <a:ext uri="{FF2B5EF4-FFF2-40B4-BE49-F238E27FC236}">
                <a16:creationId xmlns:a16="http://schemas.microsoft.com/office/drawing/2014/main" id="{FC237445-2F2F-5003-A8DB-6390F9DD11E8}"/>
              </a:ext>
            </a:extLst>
          </p:cNvPr>
          <p:cNvSpPr txBox="1">
            <a:spLocks noChangeArrowheads="1"/>
          </p:cNvSpPr>
          <p:nvPr/>
        </p:nvSpPr>
        <p:spPr bwMode="auto">
          <a:xfrm>
            <a:off x="34925" y="2484438"/>
            <a:ext cx="11509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b="1" dirty="0">
                <a:solidFill>
                  <a:srgbClr val="FF6699"/>
                </a:solidFill>
                <a:latin typeface="Tahoma" panose="020B0604030504040204" pitchFamily="34" charset="0"/>
              </a:rPr>
              <a:t>PUSH A</a:t>
            </a:r>
          </a:p>
        </p:txBody>
      </p:sp>
      <p:sp>
        <p:nvSpPr>
          <p:cNvPr id="101509" name="Text Box 484">
            <a:extLst>
              <a:ext uri="{FF2B5EF4-FFF2-40B4-BE49-F238E27FC236}">
                <a16:creationId xmlns:a16="http://schemas.microsoft.com/office/drawing/2014/main" id="{7E657131-4F38-FC57-D484-E09EB6C7C1F7}"/>
              </a:ext>
            </a:extLst>
          </p:cNvPr>
          <p:cNvSpPr txBox="1">
            <a:spLocks noChangeArrowheads="1"/>
          </p:cNvSpPr>
          <p:nvPr/>
        </p:nvSpPr>
        <p:spPr bwMode="auto">
          <a:xfrm>
            <a:off x="1908175" y="2484438"/>
            <a:ext cx="11509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b="1" dirty="0">
                <a:solidFill>
                  <a:srgbClr val="FF6699"/>
                </a:solidFill>
                <a:latin typeface="Tahoma" panose="020B0604030504040204" pitchFamily="34" charset="0"/>
              </a:rPr>
              <a:t>PUSH B</a:t>
            </a:r>
          </a:p>
        </p:txBody>
      </p:sp>
      <p:sp>
        <p:nvSpPr>
          <p:cNvPr id="101510" name="Text Box 485">
            <a:extLst>
              <a:ext uri="{FF2B5EF4-FFF2-40B4-BE49-F238E27FC236}">
                <a16:creationId xmlns:a16="http://schemas.microsoft.com/office/drawing/2014/main" id="{1357A38E-A2A4-95CE-76D3-44ABF3684F7D}"/>
              </a:ext>
            </a:extLst>
          </p:cNvPr>
          <p:cNvSpPr txBox="1">
            <a:spLocks noChangeArrowheads="1"/>
          </p:cNvSpPr>
          <p:nvPr/>
        </p:nvSpPr>
        <p:spPr bwMode="auto">
          <a:xfrm>
            <a:off x="3852863" y="2484438"/>
            <a:ext cx="11509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b="1">
                <a:solidFill>
                  <a:srgbClr val="FF6699"/>
                </a:solidFill>
                <a:latin typeface="Tahoma" panose="020B0604030504040204" pitchFamily="34" charset="0"/>
              </a:rPr>
              <a:t>SUB</a:t>
            </a:r>
          </a:p>
        </p:txBody>
      </p:sp>
      <p:sp>
        <p:nvSpPr>
          <p:cNvPr id="101511" name="Text Box 486">
            <a:extLst>
              <a:ext uri="{FF2B5EF4-FFF2-40B4-BE49-F238E27FC236}">
                <a16:creationId xmlns:a16="http://schemas.microsoft.com/office/drawing/2014/main" id="{ACB56AD1-28DC-42D2-0BF3-37EFFCA09419}"/>
              </a:ext>
            </a:extLst>
          </p:cNvPr>
          <p:cNvSpPr txBox="1">
            <a:spLocks noChangeArrowheads="1"/>
          </p:cNvSpPr>
          <p:nvPr/>
        </p:nvSpPr>
        <p:spPr bwMode="auto">
          <a:xfrm>
            <a:off x="5292725" y="2484438"/>
            <a:ext cx="11509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b="1">
                <a:solidFill>
                  <a:srgbClr val="FF6699"/>
                </a:solidFill>
                <a:latin typeface="Tahoma" panose="020B0604030504040204" pitchFamily="34" charset="0"/>
              </a:rPr>
              <a:t>PUSH C</a:t>
            </a:r>
          </a:p>
        </p:txBody>
      </p:sp>
      <p:sp>
        <p:nvSpPr>
          <p:cNvPr id="101512" name="Text Box 487">
            <a:extLst>
              <a:ext uri="{FF2B5EF4-FFF2-40B4-BE49-F238E27FC236}">
                <a16:creationId xmlns:a16="http://schemas.microsoft.com/office/drawing/2014/main" id="{07813C55-3CF1-6E67-5117-0AF12786A612}"/>
              </a:ext>
            </a:extLst>
          </p:cNvPr>
          <p:cNvSpPr txBox="1">
            <a:spLocks noChangeArrowheads="1"/>
          </p:cNvSpPr>
          <p:nvPr/>
        </p:nvSpPr>
        <p:spPr bwMode="auto">
          <a:xfrm>
            <a:off x="71438" y="5292725"/>
            <a:ext cx="14763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b="1">
                <a:solidFill>
                  <a:srgbClr val="FF6699"/>
                </a:solidFill>
                <a:latin typeface="Tahoma" panose="020B0604030504040204" pitchFamily="34" charset="0"/>
              </a:rPr>
              <a:t>PUSH E</a:t>
            </a:r>
          </a:p>
        </p:txBody>
      </p:sp>
      <p:graphicFrame>
        <p:nvGraphicFramePr>
          <p:cNvPr id="140840" name="Group 552">
            <a:extLst>
              <a:ext uri="{FF2B5EF4-FFF2-40B4-BE49-F238E27FC236}">
                <a16:creationId xmlns:a16="http://schemas.microsoft.com/office/drawing/2014/main" id="{4B226C9D-6490-D2F5-7A33-F0C022254913}"/>
              </a:ext>
            </a:extLst>
          </p:cNvPr>
          <p:cNvGraphicFramePr>
            <a:graphicFrameLocks noGrp="1"/>
          </p:cNvGraphicFramePr>
          <p:nvPr/>
        </p:nvGraphicFramePr>
        <p:xfrm>
          <a:off x="7593013" y="2341563"/>
          <a:ext cx="1371600" cy="18796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ms-MY" sz="1400" b="1" i="0" u="none" strike="noStrike" cap="none" normalizeH="0" baseline="0">
                          <a:ln>
                            <a:noFill/>
                          </a:ln>
                          <a:solidFill>
                            <a:schemeClr val="tx1"/>
                          </a:solidFill>
                          <a:effectLst/>
                          <a:latin typeface="Tahoma" pitchFamily="34" charset="0"/>
                        </a:rPr>
                        <a:t>top</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ms-MY" sz="1400" b="1" i="0" u="none" strike="noStrike" cap="none" normalizeH="0" baseline="0">
                          <a:ln>
                            <a:noFill/>
                          </a:ln>
                          <a:solidFill>
                            <a:schemeClr val="tx1"/>
                          </a:solidFill>
                          <a:effectLst/>
                          <a:latin typeface="Tahoma" pitchFamily="34" charset="0"/>
                        </a:rPr>
                        <a:t>D</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en-US"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endParaRPr kumimoji="1" lang="ms-MY" sz="1400" b="1" i="0" u="none" strike="noStrike" cap="none" normalizeH="0" baseline="0">
                        <a:ln>
                          <a:noFill/>
                        </a:ln>
                        <a:solidFill>
                          <a:schemeClr val="tx1"/>
                        </a:solidFill>
                        <a:effectLst/>
                        <a:latin typeface="Tahoma" pitchFamily="34" charset="0"/>
                      </a:endParaRP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0000"/>
                        </a:buClr>
                        <a:buSzTx/>
                        <a:buFontTx/>
                        <a:buNone/>
                        <a:tabLst/>
                      </a:pPr>
                      <a:r>
                        <a:rPr kumimoji="1" lang="en-US" sz="1400" b="1" i="0" u="none" strike="noStrike" cap="none" normalizeH="0" baseline="0">
                          <a:ln>
                            <a:noFill/>
                          </a:ln>
                          <a:solidFill>
                            <a:schemeClr val="tx1"/>
                          </a:solidFill>
                          <a:effectLst/>
                          <a:latin typeface="Tahoma" pitchFamily="34" charset="0"/>
                        </a:rPr>
                        <a:t>A - B</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1529" name="Text Box 510">
            <a:extLst>
              <a:ext uri="{FF2B5EF4-FFF2-40B4-BE49-F238E27FC236}">
                <a16:creationId xmlns:a16="http://schemas.microsoft.com/office/drawing/2014/main" id="{BC45264A-0E7E-97F6-C1D8-5A699104F15E}"/>
              </a:ext>
            </a:extLst>
          </p:cNvPr>
          <p:cNvSpPr txBox="1">
            <a:spLocks noChangeArrowheads="1"/>
          </p:cNvSpPr>
          <p:nvPr/>
        </p:nvSpPr>
        <p:spPr bwMode="auto">
          <a:xfrm>
            <a:off x="7164388" y="2484438"/>
            <a:ext cx="1295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b="1">
                <a:solidFill>
                  <a:srgbClr val="FF6699"/>
                </a:solidFill>
                <a:latin typeface="Tahoma" panose="020B0604030504040204" pitchFamily="34" charset="0"/>
              </a:rPr>
              <a:t>PUSH D</a:t>
            </a:r>
          </a:p>
        </p:txBody>
      </p:sp>
      <p:sp>
        <p:nvSpPr>
          <p:cNvPr id="101530" name="Text Box 511">
            <a:extLst>
              <a:ext uri="{FF2B5EF4-FFF2-40B4-BE49-F238E27FC236}">
                <a16:creationId xmlns:a16="http://schemas.microsoft.com/office/drawing/2014/main" id="{8B2E9B34-2ED2-1ECD-8AE2-316A78C64F1F}"/>
              </a:ext>
            </a:extLst>
          </p:cNvPr>
          <p:cNvSpPr txBox="1">
            <a:spLocks noChangeArrowheads="1"/>
          </p:cNvSpPr>
          <p:nvPr/>
        </p:nvSpPr>
        <p:spPr bwMode="auto">
          <a:xfrm>
            <a:off x="2627313" y="4789488"/>
            <a:ext cx="10080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b="1">
                <a:solidFill>
                  <a:srgbClr val="FF6699"/>
                </a:solidFill>
                <a:latin typeface="Tahoma" panose="020B0604030504040204" pitchFamily="34" charset="0"/>
              </a:rPr>
              <a:t>MUL</a:t>
            </a:r>
          </a:p>
        </p:txBody>
      </p:sp>
      <p:sp>
        <p:nvSpPr>
          <p:cNvPr id="101531" name="Text Box 512">
            <a:extLst>
              <a:ext uri="{FF2B5EF4-FFF2-40B4-BE49-F238E27FC236}">
                <a16:creationId xmlns:a16="http://schemas.microsoft.com/office/drawing/2014/main" id="{62EF2D9C-FAB1-3B3F-EFD0-5E6A908A2786}"/>
              </a:ext>
            </a:extLst>
          </p:cNvPr>
          <p:cNvSpPr txBox="1">
            <a:spLocks noChangeArrowheads="1"/>
          </p:cNvSpPr>
          <p:nvPr/>
        </p:nvSpPr>
        <p:spPr bwMode="auto">
          <a:xfrm>
            <a:off x="4932363" y="4789488"/>
            <a:ext cx="10080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b="1">
                <a:solidFill>
                  <a:srgbClr val="FF6699"/>
                </a:solidFill>
                <a:latin typeface="Tahoma" panose="020B0604030504040204" pitchFamily="34" charset="0"/>
              </a:rPr>
              <a:t>ADD</a:t>
            </a:r>
          </a:p>
        </p:txBody>
      </p:sp>
      <p:sp>
        <p:nvSpPr>
          <p:cNvPr id="101532" name="Text Box 513">
            <a:extLst>
              <a:ext uri="{FF2B5EF4-FFF2-40B4-BE49-F238E27FC236}">
                <a16:creationId xmlns:a16="http://schemas.microsoft.com/office/drawing/2014/main" id="{039EE2A5-F1CF-32F7-B155-1D0E6E37ADA9}"/>
              </a:ext>
            </a:extLst>
          </p:cNvPr>
          <p:cNvSpPr txBox="1">
            <a:spLocks noChangeArrowheads="1"/>
          </p:cNvSpPr>
          <p:nvPr/>
        </p:nvSpPr>
        <p:spPr bwMode="auto">
          <a:xfrm>
            <a:off x="7235825" y="4789488"/>
            <a:ext cx="10080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b="1">
                <a:solidFill>
                  <a:srgbClr val="FF6699"/>
                </a:solidFill>
                <a:latin typeface="Tahoma" panose="020B0604030504040204" pitchFamily="34" charset="0"/>
              </a:rPr>
              <a:t>DIV</a:t>
            </a:r>
          </a:p>
        </p:txBody>
      </p:sp>
      <p:sp>
        <p:nvSpPr>
          <p:cNvPr id="3" name="TextBox 2">
            <a:extLst>
              <a:ext uri="{FF2B5EF4-FFF2-40B4-BE49-F238E27FC236}">
                <a16:creationId xmlns:a16="http://schemas.microsoft.com/office/drawing/2014/main" id="{D7B69268-194E-74D2-A8BD-A94666A79EB3}"/>
              </a:ext>
            </a:extLst>
          </p:cNvPr>
          <p:cNvSpPr txBox="1"/>
          <p:nvPr/>
        </p:nvSpPr>
        <p:spPr>
          <a:xfrm>
            <a:off x="7235825" y="111453"/>
            <a:ext cx="1731144" cy="461665"/>
          </a:xfrm>
          <a:prstGeom prst="rect">
            <a:avLst/>
          </a:prstGeom>
          <a:noFill/>
        </p:spPr>
        <p:txBody>
          <a:bodyPr wrap="square">
            <a:spAutoFit/>
          </a:bodyPr>
          <a:lstStyle/>
          <a:p>
            <a:r>
              <a:rPr lang="en-MY" sz="2400" b="1" i="0" dirty="0">
                <a:solidFill>
                  <a:srgbClr val="000000"/>
                </a:solidFill>
                <a:effectLst/>
                <a:latin typeface="Lato" panose="020F0502020204030204" pitchFamily="34" charset="0"/>
              </a:rPr>
              <a:t> PEMDAS </a:t>
            </a:r>
            <a:endParaRPr lang="en-MY" sz="2400" b="1" dirty="0"/>
          </a:p>
        </p:txBody>
      </p:sp>
      <p:sp>
        <p:nvSpPr>
          <p:cNvPr id="5" name="Rectangle 4">
            <a:extLst>
              <a:ext uri="{FF2B5EF4-FFF2-40B4-BE49-F238E27FC236}">
                <a16:creationId xmlns:a16="http://schemas.microsoft.com/office/drawing/2014/main" id="{C120A95E-6218-CA01-F403-9C2E379071A2}"/>
              </a:ext>
            </a:extLst>
          </p:cNvPr>
          <p:cNvSpPr/>
          <p:nvPr/>
        </p:nvSpPr>
        <p:spPr bwMode="auto">
          <a:xfrm>
            <a:off x="2984374" y="1531471"/>
            <a:ext cx="1371601" cy="523220"/>
          </a:xfrm>
          <a:prstGeom prst="rect">
            <a:avLst/>
          </a:prstGeom>
          <a:noFill/>
          <a:ln>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6" name="Rectangle 5">
            <a:extLst>
              <a:ext uri="{FF2B5EF4-FFF2-40B4-BE49-F238E27FC236}">
                <a16:creationId xmlns:a16="http://schemas.microsoft.com/office/drawing/2014/main" id="{0433DB35-9965-70D0-CCAE-C271371953DB}"/>
              </a:ext>
            </a:extLst>
          </p:cNvPr>
          <p:cNvSpPr/>
          <p:nvPr/>
        </p:nvSpPr>
        <p:spPr bwMode="auto">
          <a:xfrm>
            <a:off x="5497003" y="1555750"/>
            <a:ext cx="1235238" cy="523220"/>
          </a:xfrm>
          <a:prstGeom prst="rect">
            <a:avLst/>
          </a:prstGeom>
          <a:noFill/>
          <a:ln>
            <a:solidFill>
              <a:schemeClr val="tx2"/>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DF7E78-FDED-2279-9A80-FDB4A0EE9FCD}"/>
              </a:ext>
            </a:extLst>
          </p:cNvPr>
          <p:cNvSpPr>
            <a:spLocks noGrp="1"/>
          </p:cNvSpPr>
          <p:nvPr>
            <p:ph type="title"/>
          </p:nvPr>
        </p:nvSpPr>
        <p:spPr/>
        <p:txBody>
          <a:bodyPr/>
          <a:lstStyle/>
          <a:p>
            <a:endParaRPr lang="en-MY" dirty="0"/>
          </a:p>
        </p:txBody>
      </p:sp>
      <p:sp>
        <p:nvSpPr>
          <p:cNvPr id="7" name="Text Box 4">
            <a:extLst>
              <a:ext uri="{FF2B5EF4-FFF2-40B4-BE49-F238E27FC236}">
                <a16:creationId xmlns:a16="http://schemas.microsoft.com/office/drawing/2014/main" id="{173EA8A3-1B4B-0613-BFEF-1D33B1974BB3}"/>
              </a:ext>
            </a:extLst>
          </p:cNvPr>
          <p:cNvSpPr txBox="1">
            <a:spLocks noChangeArrowheads="1"/>
          </p:cNvSpPr>
          <p:nvPr/>
        </p:nvSpPr>
        <p:spPr bwMode="auto">
          <a:xfrm>
            <a:off x="105405" y="3717032"/>
            <a:ext cx="46153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US" altLang="en-US" b="1" dirty="0">
                <a:latin typeface="Tahoma" panose="020B0604030504040204" pitchFamily="34" charset="0"/>
              </a:rPr>
              <a:t>Y = (A – B) / (C + D * E)</a:t>
            </a:r>
          </a:p>
        </p:txBody>
      </p:sp>
      <p:graphicFrame>
        <p:nvGraphicFramePr>
          <p:cNvPr id="8" name="Table 7">
            <a:extLst>
              <a:ext uri="{FF2B5EF4-FFF2-40B4-BE49-F238E27FC236}">
                <a16:creationId xmlns:a16="http://schemas.microsoft.com/office/drawing/2014/main" id="{157750DC-6DAE-46B7-FC8E-3FF35F6AA903}"/>
              </a:ext>
            </a:extLst>
          </p:cNvPr>
          <p:cNvGraphicFramePr>
            <a:graphicFrameLocks noGrp="1"/>
          </p:cNvGraphicFramePr>
          <p:nvPr>
            <p:extLst>
              <p:ext uri="{D42A27DB-BD31-4B8C-83A1-F6EECF244321}">
                <p14:modId xmlns:p14="http://schemas.microsoft.com/office/powerpoint/2010/main" val="519107492"/>
              </p:ext>
            </p:extLst>
          </p:nvPr>
        </p:nvGraphicFramePr>
        <p:xfrm>
          <a:off x="4715460" y="2204864"/>
          <a:ext cx="4064000" cy="407924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3598379959"/>
                    </a:ext>
                  </a:extLst>
                </a:gridCol>
                <a:gridCol w="2032000">
                  <a:extLst>
                    <a:ext uri="{9D8B030D-6E8A-4147-A177-3AD203B41FA5}">
                      <a16:colId xmlns:a16="http://schemas.microsoft.com/office/drawing/2014/main" val="3399146324"/>
                    </a:ext>
                  </a:extLst>
                </a:gridCol>
              </a:tblGrid>
              <a:tr h="370840">
                <a:tc>
                  <a:txBody>
                    <a:bodyPr/>
                    <a:lstStyle/>
                    <a:p>
                      <a:pPr algn="ctr"/>
                      <a:r>
                        <a:rPr lang="en-MY" sz="1400" b="1" dirty="0"/>
                        <a:t>Instruction </a:t>
                      </a:r>
                    </a:p>
                  </a:txBody>
                  <a:tcPr/>
                </a:tc>
                <a:tc>
                  <a:txBody>
                    <a:bodyPr/>
                    <a:lstStyle/>
                    <a:p>
                      <a:pPr algn="ctr"/>
                      <a:r>
                        <a:rPr lang="en-MY" sz="1400" b="1" dirty="0"/>
                        <a:t>Stack </a:t>
                      </a:r>
                    </a:p>
                  </a:txBody>
                  <a:tcPr/>
                </a:tc>
                <a:extLst>
                  <a:ext uri="{0D108BD9-81ED-4DB2-BD59-A6C34878D82A}">
                    <a16:rowId xmlns:a16="http://schemas.microsoft.com/office/drawing/2014/main" val="2628107623"/>
                  </a:ext>
                </a:extLst>
              </a:tr>
              <a:tr h="370840">
                <a:tc>
                  <a:txBody>
                    <a:bodyPr/>
                    <a:lstStyle/>
                    <a:p>
                      <a:r>
                        <a:rPr lang="en-MY" sz="1400" dirty="0"/>
                        <a:t>PUSH A</a:t>
                      </a:r>
                    </a:p>
                  </a:txBody>
                  <a:tcPr/>
                </a:tc>
                <a:tc>
                  <a:txBody>
                    <a:bodyPr/>
                    <a:lstStyle/>
                    <a:p>
                      <a:r>
                        <a:rPr lang="en-MY" sz="1400" dirty="0"/>
                        <a:t>A</a:t>
                      </a:r>
                    </a:p>
                  </a:txBody>
                  <a:tcPr/>
                </a:tc>
                <a:extLst>
                  <a:ext uri="{0D108BD9-81ED-4DB2-BD59-A6C34878D82A}">
                    <a16:rowId xmlns:a16="http://schemas.microsoft.com/office/drawing/2014/main" val="2513082931"/>
                  </a:ext>
                </a:extLst>
              </a:tr>
              <a:tr h="370840">
                <a:tc>
                  <a:txBody>
                    <a:bodyPr/>
                    <a:lstStyle/>
                    <a:p>
                      <a:r>
                        <a:rPr lang="en-MY" sz="1400" dirty="0"/>
                        <a:t>PUSH B</a:t>
                      </a:r>
                    </a:p>
                  </a:txBody>
                  <a:tcPr/>
                </a:tc>
                <a:tc>
                  <a:txBody>
                    <a:bodyPr/>
                    <a:lstStyle/>
                    <a:p>
                      <a:r>
                        <a:rPr lang="en-MY" sz="1400" dirty="0"/>
                        <a:t>B</a:t>
                      </a:r>
                    </a:p>
                  </a:txBody>
                  <a:tcPr/>
                </a:tc>
                <a:extLst>
                  <a:ext uri="{0D108BD9-81ED-4DB2-BD59-A6C34878D82A}">
                    <a16:rowId xmlns:a16="http://schemas.microsoft.com/office/drawing/2014/main" val="2521906733"/>
                  </a:ext>
                </a:extLst>
              </a:tr>
              <a:tr h="370840">
                <a:tc>
                  <a:txBody>
                    <a:bodyPr/>
                    <a:lstStyle/>
                    <a:p>
                      <a:r>
                        <a:rPr lang="en-MY" sz="1400" dirty="0"/>
                        <a:t>SUB</a:t>
                      </a:r>
                    </a:p>
                  </a:txBody>
                  <a:tcPr/>
                </a:tc>
                <a:tc>
                  <a:txBody>
                    <a:bodyPr/>
                    <a:lstStyle/>
                    <a:p>
                      <a:r>
                        <a:rPr lang="en-MY" sz="1400" dirty="0"/>
                        <a:t>(A-B)</a:t>
                      </a:r>
                    </a:p>
                  </a:txBody>
                  <a:tcPr/>
                </a:tc>
                <a:extLst>
                  <a:ext uri="{0D108BD9-81ED-4DB2-BD59-A6C34878D82A}">
                    <a16:rowId xmlns:a16="http://schemas.microsoft.com/office/drawing/2014/main" val="3399107391"/>
                  </a:ext>
                </a:extLst>
              </a:tr>
              <a:tr h="370840">
                <a:tc>
                  <a:txBody>
                    <a:bodyPr/>
                    <a:lstStyle/>
                    <a:p>
                      <a:r>
                        <a:rPr lang="en-MY" sz="1400" dirty="0"/>
                        <a:t>PUSH C</a:t>
                      </a:r>
                    </a:p>
                  </a:txBody>
                  <a:tcPr/>
                </a:tc>
                <a:tc>
                  <a:txBody>
                    <a:bodyPr/>
                    <a:lstStyle/>
                    <a:p>
                      <a:r>
                        <a:rPr lang="en-MY" sz="1400" dirty="0"/>
                        <a:t>C</a:t>
                      </a:r>
                    </a:p>
                  </a:txBody>
                  <a:tcPr/>
                </a:tc>
                <a:extLst>
                  <a:ext uri="{0D108BD9-81ED-4DB2-BD59-A6C34878D82A}">
                    <a16:rowId xmlns:a16="http://schemas.microsoft.com/office/drawing/2014/main" val="1812878301"/>
                  </a:ext>
                </a:extLst>
              </a:tr>
              <a:tr h="370840">
                <a:tc>
                  <a:txBody>
                    <a:bodyPr/>
                    <a:lstStyle/>
                    <a:p>
                      <a:r>
                        <a:rPr lang="en-MY" sz="1400" dirty="0"/>
                        <a:t>PUSH D</a:t>
                      </a:r>
                    </a:p>
                  </a:txBody>
                  <a:tcPr/>
                </a:tc>
                <a:tc>
                  <a:txBody>
                    <a:bodyPr/>
                    <a:lstStyle/>
                    <a:p>
                      <a:r>
                        <a:rPr lang="en-MY" sz="1400" dirty="0"/>
                        <a:t>D</a:t>
                      </a:r>
                    </a:p>
                  </a:txBody>
                  <a:tcPr/>
                </a:tc>
                <a:extLst>
                  <a:ext uri="{0D108BD9-81ED-4DB2-BD59-A6C34878D82A}">
                    <a16:rowId xmlns:a16="http://schemas.microsoft.com/office/drawing/2014/main" val="659661615"/>
                  </a:ext>
                </a:extLst>
              </a:tr>
              <a:tr h="370840">
                <a:tc>
                  <a:txBody>
                    <a:bodyPr/>
                    <a:lstStyle/>
                    <a:p>
                      <a:r>
                        <a:rPr lang="en-MY" sz="1400" dirty="0"/>
                        <a:t>PUSH E </a:t>
                      </a:r>
                    </a:p>
                  </a:txBody>
                  <a:tcPr/>
                </a:tc>
                <a:tc>
                  <a:txBody>
                    <a:bodyPr/>
                    <a:lstStyle/>
                    <a:p>
                      <a:r>
                        <a:rPr lang="en-MY" sz="1400" dirty="0"/>
                        <a:t>E</a:t>
                      </a:r>
                    </a:p>
                  </a:txBody>
                  <a:tcPr/>
                </a:tc>
                <a:extLst>
                  <a:ext uri="{0D108BD9-81ED-4DB2-BD59-A6C34878D82A}">
                    <a16:rowId xmlns:a16="http://schemas.microsoft.com/office/drawing/2014/main" val="415577256"/>
                  </a:ext>
                </a:extLst>
              </a:tr>
              <a:tr h="370840">
                <a:tc>
                  <a:txBody>
                    <a:bodyPr/>
                    <a:lstStyle/>
                    <a:p>
                      <a:r>
                        <a:rPr lang="en-MY" sz="1400" dirty="0"/>
                        <a:t>MUL</a:t>
                      </a:r>
                    </a:p>
                  </a:txBody>
                  <a:tcPr/>
                </a:tc>
                <a:tc>
                  <a:txBody>
                    <a:bodyPr/>
                    <a:lstStyle/>
                    <a:p>
                      <a:r>
                        <a:rPr lang="en-MY" sz="1400" dirty="0"/>
                        <a:t>(D*E)</a:t>
                      </a:r>
                    </a:p>
                  </a:txBody>
                  <a:tcPr/>
                </a:tc>
                <a:extLst>
                  <a:ext uri="{0D108BD9-81ED-4DB2-BD59-A6C34878D82A}">
                    <a16:rowId xmlns:a16="http://schemas.microsoft.com/office/drawing/2014/main" val="663508587"/>
                  </a:ext>
                </a:extLst>
              </a:tr>
              <a:tr h="370840">
                <a:tc>
                  <a:txBody>
                    <a:bodyPr/>
                    <a:lstStyle/>
                    <a:p>
                      <a:r>
                        <a:rPr lang="en-MY" sz="1400" dirty="0"/>
                        <a:t>ADD</a:t>
                      </a:r>
                    </a:p>
                  </a:txBody>
                  <a:tcPr/>
                </a:tc>
                <a:tc>
                  <a:txBody>
                    <a:bodyPr/>
                    <a:lstStyle/>
                    <a:p>
                      <a:r>
                        <a:rPr lang="en-MY" sz="1400" dirty="0"/>
                        <a:t>(C + D * E)</a:t>
                      </a:r>
                    </a:p>
                  </a:txBody>
                  <a:tcPr/>
                </a:tc>
                <a:extLst>
                  <a:ext uri="{0D108BD9-81ED-4DB2-BD59-A6C34878D82A}">
                    <a16:rowId xmlns:a16="http://schemas.microsoft.com/office/drawing/2014/main" val="2622670744"/>
                  </a:ext>
                </a:extLst>
              </a:tr>
              <a:tr h="370840">
                <a:tc>
                  <a:txBody>
                    <a:bodyPr/>
                    <a:lstStyle/>
                    <a:p>
                      <a:r>
                        <a:rPr lang="en-MY" sz="1400" dirty="0"/>
                        <a:t>DIV</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sz="1400" dirty="0"/>
                        <a:t>(A – B) / (C + D * E)</a:t>
                      </a:r>
                    </a:p>
                  </a:txBody>
                  <a:tcPr/>
                </a:tc>
                <a:extLst>
                  <a:ext uri="{0D108BD9-81ED-4DB2-BD59-A6C34878D82A}">
                    <a16:rowId xmlns:a16="http://schemas.microsoft.com/office/drawing/2014/main" val="3270964142"/>
                  </a:ext>
                </a:extLst>
              </a:tr>
              <a:tr h="370840">
                <a:tc>
                  <a:txBody>
                    <a:bodyPr/>
                    <a:lstStyle/>
                    <a:p>
                      <a:r>
                        <a:rPr lang="en-MY" sz="1400" dirty="0"/>
                        <a:t>POP 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400" dirty="0"/>
                    </a:p>
                  </a:txBody>
                  <a:tcPr/>
                </a:tc>
                <a:extLst>
                  <a:ext uri="{0D108BD9-81ED-4DB2-BD59-A6C34878D82A}">
                    <a16:rowId xmlns:a16="http://schemas.microsoft.com/office/drawing/2014/main" val="223352582"/>
                  </a:ext>
                </a:extLst>
              </a:tr>
            </a:tbl>
          </a:graphicData>
        </a:graphic>
      </p:graphicFrame>
    </p:spTree>
    <p:extLst>
      <p:ext uri="{BB962C8B-B14F-4D97-AF65-F5344CB8AC3E}">
        <p14:creationId xmlns:p14="http://schemas.microsoft.com/office/powerpoint/2010/main" val="40573423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2A18C84F-8D15-F9A7-4B72-7950E0DB288D}"/>
              </a:ext>
            </a:extLst>
          </p:cNvPr>
          <p:cNvSpPr>
            <a:spLocks noGrp="1" noChangeArrowheads="1"/>
          </p:cNvSpPr>
          <p:nvPr>
            <p:ph type="title"/>
          </p:nvPr>
        </p:nvSpPr>
        <p:spPr/>
        <p:txBody>
          <a:bodyPr/>
          <a:lstStyle/>
          <a:p>
            <a:r>
              <a:rPr lang="en-US" altLang="en-US"/>
              <a:t>Queue</a:t>
            </a:r>
          </a:p>
        </p:txBody>
      </p:sp>
      <p:sp>
        <p:nvSpPr>
          <p:cNvPr id="102403" name="Rectangle 3">
            <a:extLst>
              <a:ext uri="{FF2B5EF4-FFF2-40B4-BE49-F238E27FC236}">
                <a16:creationId xmlns:a16="http://schemas.microsoft.com/office/drawing/2014/main" id="{0B496262-3EC1-C81D-0CD7-635213A10C2B}"/>
              </a:ext>
            </a:extLst>
          </p:cNvPr>
          <p:cNvSpPr>
            <a:spLocks noGrp="1" noChangeArrowheads="1"/>
          </p:cNvSpPr>
          <p:nvPr>
            <p:ph type="body" idx="1"/>
          </p:nvPr>
        </p:nvSpPr>
        <p:spPr>
          <a:xfrm>
            <a:off x="457200" y="1885950"/>
            <a:ext cx="8178800" cy="4711700"/>
          </a:xfrm>
        </p:spPr>
        <p:txBody>
          <a:bodyPr/>
          <a:lstStyle/>
          <a:p>
            <a:pPr>
              <a:lnSpc>
                <a:spcPct val="90000"/>
              </a:lnSpc>
            </a:pPr>
            <a:r>
              <a:rPr lang="en-US" altLang="en-US"/>
              <a:t>A data structure</a:t>
            </a:r>
          </a:p>
          <a:p>
            <a:pPr>
              <a:lnSpc>
                <a:spcPct val="90000"/>
              </a:lnSpc>
            </a:pPr>
            <a:r>
              <a:rPr lang="en-US" altLang="en-US"/>
              <a:t>FIFO (first in first out)</a:t>
            </a:r>
          </a:p>
          <a:p>
            <a:pPr>
              <a:lnSpc>
                <a:spcPct val="90000"/>
              </a:lnSpc>
            </a:pPr>
            <a:r>
              <a:rPr lang="en-US" altLang="en-US"/>
              <a:t>Assume queue grows in direction of increasing memory addresses</a:t>
            </a:r>
          </a:p>
          <a:p>
            <a:pPr lvl="1">
              <a:lnSpc>
                <a:spcPct val="90000"/>
              </a:lnSpc>
            </a:pPr>
            <a:r>
              <a:rPr lang="en-US" altLang="en-US"/>
              <a:t>New data added at the back (high-memory address)</a:t>
            </a:r>
          </a:p>
          <a:p>
            <a:pPr lvl="1">
              <a:lnSpc>
                <a:spcPct val="90000"/>
              </a:lnSpc>
            </a:pPr>
            <a:r>
              <a:rPr lang="en-US" altLang="en-US"/>
              <a:t>Retrieved from the front (low-address end)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87DADB18-6C1D-AAED-6F34-BB5B5885D085}"/>
              </a:ext>
            </a:extLst>
          </p:cNvPr>
          <p:cNvSpPr>
            <a:spLocks noGrp="1" noChangeArrowheads="1"/>
          </p:cNvSpPr>
          <p:nvPr>
            <p:ph type="title"/>
          </p:nvPr>
        </p:nvSpPr>
        <p:spPr/>
        <p:txBody>
          <a:bodyPr/>
          <a:lstStyle/>
          <a:p>
            <a:r>
              <a:rPr lang="en-US" altLang="en-US"/>
              <a:t>Queue</a:t>
            </a:r>
          </a:p>
        </p:txBody>
      </p:sp>
      <p:sp>
        <p:nvSpPr>
          <p:cNvPr id="103427" name="Rectangle 3">
            <a:extLst>
              <a:ext uri="{FF2B5EF4-FFF2-40B4-BE49-F238E27FC236}">
                <a16:creationId xmlns:a16="http://schemas.microsoft.com/office/drawing/2014/main" id="{062C5077-8F8A-E984-9A2B-0A0B8D067206}"/>
              </a:ext>
            </a:extLst>
          </p:cNvPr>
          <p:cNvSpPr>
            <a:spLocks noGrp="1" noChangeArrowheads="1"/>
          </p:cNvSpPr>
          <p:nvPr>
            <p:ph type="body" idx="1"/>
          </p:nvPr>
        </p:nvSpPr>
        <p:spPr>
          <a:xfrm>
            <a:off x="457200" y="1885950"/>
            <a:ext cx="8178800" cy="4711700"/>
          </a:xfrm>
        </p:spPr>
        <p:txBody>
          <a:bodyPr/>
          <a:lstStyle/>
          <a:p>
            <a:pPr>
              <a:lnSpc>
                <a:spcPct val="90000"/>
              </a:lnSpc>
            </a:pPr>
            <a:r>
              <a:rPr lang="en-US" altLang="en-US"/>
              <a:t>Difference between queue and stack</a:t>
            </a:r>
          </a:p>
          <a:p>
            <a:pPr lvl="1">
              <a:lnSpc>
                <a:spcPct val="90000"/>
              </a:lnSpc>
            </a:pPr>
            <a:r>
              <a:rPr lang="en-US" altLang="en-US"/>
              <a:t>One end of stack is fixed (bottom), one pointer for top of stack</a:t>
            </a:r>
          </a:p>
          <a:p>
            <a:pPr lvl="1">
              <a:lnSpc>
                <a:spcPct val="90000"/>
              </a:lnSpc>
            </a:pPr>
            <a:r>
              <a:rPr lang="en-US" altLang="en-US"/>
              <a:t>Both ends of queue move to higher addresses, two pointers for both ends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bg>
      <p:bgPr>
        <a:solidFill>
          <a:srgbClr val="C4C4C4"/>
        </a:solidFill>
        <a:effectLst/>
      </p:bgPr>
    </p:bg>
    <p:spTree>
      <p:nvGrpSpPr>
        <p:cNvPr id="1" name=""/>
        <p:cNvGrpSpPr/>
        <p:nvPr/>
      </p:nvGrpSpPr>
      <p:grpSpPr>
        <a:xfrm>
          <a:off x="0" y="0"/>
          <a:ext cx="0" cy="0"/>
          <a:chOff x="0" y="0"/>
          <a:chExt cx="0" cy="0"/>
        </a:xfrm>
      </p:grpSpPr>
      <p:sp>
        <p:nvSpPr>
          <p:cNvPr id="104450" name="Rectangle 3">
            <a:extLst>
              <a:ext uri="{FF2B5EF4-FFF2-40B4-BE49-F238E27FC236}">
                <a16:creationId xmlns:a16="http://schemas.microsoft.com/office/drawing/2014/main" id="{74AB311C-F9A6-B5A3-9E96-7FB337733604}"/>
              </a:ext>
            </a:extLst>
          </p:cNvPr>
          <p:cNvSpPr>
            <a:spLocks noGrp="1" noChangeArrowheads="1"/>
          </p:cNvSpPr>
          <p:nvPr>
            <p:ph type="body" idx="1"/>
          </p:nvPr>
        </p:nvSpPr>
        <p:spPr/>
        <p:txBody>
          <a:bodyPr/>
          <a:lstStyle/>
          <a:p>
            <a:r>
              <a:rPr lang="en-US" altLang="en-US">
                <a:solidFill>
                  <a:srgbClr val="000000"/>
                </a:solidFill>
              </a:rPr>
              <a:t>3, 2, 1, 0-address instruction</a:t>
            </a:r>
          </a:p>
          <a:p>
            <a:r>
              <a:rPr lang="en-US" altLang="en-US">
                <a:solidFill>
                  <a:srgbClr val="000000"/>
                </a:solidFill>
              </a:rPr>
              <a:t>Which would you prefer?</a:t>
            </a:r>
          </a:p>
          <a:p>
            <a:endParaRPr lang="en-US" altLang="en-US">
              <a:solidFill>
                <a:srgbClr val="000000"/>
              </a:solidFill>
            </a:endParaRPr>
          </a:p>
        </p:txBody>
      </p:sp>
      <p:pic>
        <p:nvPicPr>
          <p:cNvPr id="104451" name="Picture 2">
            <a:extLst>
              <a:ext uri="{FF2B5EF4-FFF2-40B4-BE49-F238E27FC236}">
                <a16:creationId xmlns:a16="http://schemas.microsoft.com/office/drawing/2014/main" id="{3F8F0145-C052-3F99-245F-425AF66307FE}"/>
              </a:ext>
            </a:extLst>
          </p:cNvPr>
          <p:cNvPicPr>
            <a:picLocks noChangeAspect="1"/>
          </p:cNvPicPr>
          <p:nvPr/>
        </p:nvPicPr>
        <p:blipFill>
          <a:blip r:embed="rId2">
            <a:extLst>
              <a:ext uri="{28A0092B-C50C-407E-A947-70E740481C1C}">
                <a14:useLocalDpi xmlns:a14="http://schemas.microsoft.com/office/drawing/2010/main" val="0"/>
              </a:ext>
            </a:extLst>
          </a:blip>
          <a:srcRect l="7277" t="27142" r="7544" b="16251"/>
          <a:stretch>
            <a:fillRect/>
          </a:stretch>
        </p:blipFill>
        <p:spPr bwMode="auto">
          <a:xfrm>
            <a:off x="6037263" y="44450"/>
            <a:ext cx="303530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8DBCBC02-298D-674C-9CEB-EFFA1B809757}"/>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06499" name="Rectangle 3">
            <a:extLst>
              <a:ext uri="{FF2B5EF4-FFF2-40B4-BE49-F238E27FC236}">
                <a16:creationId xmlns:a16="http://schemas.microsoft.com/office/drawing/2014/main" id="{E260EDC8-643E-FACA-AB8E-EFDCA47188F8}"/>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06500" name="Rectangle 4">
            <a:extLst>
              <a:ext uri="{FF2B5EF4-FFF2-40B4-BE49-F238E27FC236}">
                <a16:creationId xmlns:a16="http://schemas.microsoft.com/office/drawing/2014/main" id="{3C8421F1-0959-E7CC-1D6E-3EAAB620B37E}"/>
              </a:ext>
            </a:extLst>
          </p:cNvPr>
          <p:cNvSpPr>
            <a:spLocks noGrp="1" noChangeArrowheads="1"/>
          </p:cNvSpPr>
          <p:nvPr>
            <p:ph type="title"/>
          </p:nvPr>
        </p:nvSpPr>
        <p:spPr>
          <a:noFill/>
        </p:spPr>
        <p:txBody>
          <a:bodyPr lIns="90488" tIns="44450" rIns="90488" bIns="44450"/>
          <a:lstStyle/>
          <a:p>
            <a:r>
              <a:rPr lang="en-US" altLang="en-US"/>
              <a:t>How Many Addresses</a:t>
            </a:r>
          </a:p>
        </p:txBody>
      </p:sp>
      <p:sp>
        <p:nvSpPr>
          <p:cNvPr id="106501" name="Rectangle 5">
            <a:extLst>
              <a:ext uri="{FF2B5EF4-FFF2-40B4-BE49-F238E27FC236}">
                <a16:creationId xmlns:a16="http://schemas.microsoft.com/office/drawing/2014/main" id="{60C9DE8D-6C23-2EE1-0309-CA8D5738E6AB}"/>
              </a:ext>
            </a:extLst>
          </p:cNvPr>
          <p:cNvSpPr>
            <a:spLocks noGrp="1" noChangeArrowheads="1"/>
          </p:cNvSpPr>
          <p:nvPr>
            <p:ph type="body" idx="1"/>
          </p:nvPr>
        </p:nvSpPr>
        <p:spPr>
          <a:noFill/>
        </p:spPr>
        <p:txBody>
          <a:bodyPr lIns="90488" tIns="44450" rIns="90488" bIns="44450"/>
          <a:lstStyle/>
          <a:p>
            <a:r>
              <a:rPr lang="en-US" altLang="en-US" sz="3600" b="1">
                <a:solidFill>
                  <a:srgbClr val="92D050"/>
                </a:solidFill>
              </a:rPr>
              <a:t>More</a:t>
            </a:r>
            <a:r>
              <a:rPr lang="en-US" altLang="en-US"/>
              <a:t> addresses</a:t>
            </a:r>
          </a:p>
          <a:p>
            <a:pPr lvl="1"/>
            <a:r>
              <a:rPr lang="en-US" altLang="en-US"/>
              <a:t>More </a:t>
            </a:r>
            <a:r>
              <a:rPr lang="en-US" altLang="en-US" sz="3200" b="1">
                <a:solidFill>
                  <a:srgbClr val="FF0000"/>
                </a:solidFill>
              </a:rPr>
              <a:t>complex</a:t>
            </a:r>
            <a:r>
              <a:rPr lang="en-US" altLang="en-US"/>
              <a:t> (powerful?) instructions</a:t>
            </a:r>
          </a:p>
          <a:p>
            <a:pPr lvl="1"/>
            <a:r>
              <a:rPr lang="en-US" altLang="en-US"/>
              <a:t>More registers</a:t>
            </a:r>
          </a:p>
          <a:p>
            <a:pPr lvl="2"/>
            <a:r>
              <a:rPr lang="en-US" altLang="en-US"/>
              <a:t>Inter-register operations are quicker</a:t>
            </a:r>
          </a:p>
          <a:p>
            <a:pPr lvl="1"/>
            <a:r>
              <a:rPr lang="en-US" altLang="en-US" sz="3200" b="1">
                <a:solidFill>
                  <a:srgbClr val="00B0F0"/>
                </a:solidFill>
              </a:rPr>
              <a:t>Fewer instructions </a:t>
            </a:r>
            <a:r>
              <a:rPr lang="en-US" altLang="en-US"/>
              <a:t>per program</a:t>
            </a: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134E1089-3154-7EF2-F441-EB5C54ABC125}"/>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07523" name="Rectangle 3">
            <a:extLst>
              <a:ext uri="{FF2B5EF4-FFF2-40B4-BE49-F238E27FC236}">
                <a16:creationId xmlns:a16="http://schemas.microsoft.com/office/drawing/2014/main" id="{26D61D76-A73E-6699-39A3-86EDA72FF16C}"/>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07524" name="Rectangle 4">
            <a:extLst>
              <a:ext uri="{FF2B5EF4-FFF2-40B4-BE49-F238E27FC236}">
                <a16:creationId xmlns:a16="http://schemas.microsoft.com/office/drawing/2014/main" id="{D9F94AF3-B3E5-CF51-BA43-22578651B745}"/>
              </a:ext>
            </a:extLst>
          </p:cNvPr>
          <p:cNvSpPr>
            <a:spLocks noGrp="1" noChangeArrowheads="1"/>
          </p:cNvSpPr>
          <p:nvPr>
            <p:ph type="title"/>
          </p:nvPr>
        </p:nvSpPr>
        <p:spPr>
          <a:noFill/>
        </p:spPr>
        <p:txBody>
          <a:bodyPr lIns="90488" tIns="44450" rIns="90488" bIns="44450"/>
          <a:lstStyle/>
          <a:p>
            <a:r>
              <a:rPr lang="en-US" altLang="en-US"/>
              <a:t>How Many Addresses</a:t>
            </a:r>
          </a:p>
        </p:txBody>
      </p:sp>
      <p:sp>
        <p:nvSpPr>
          <p:cNvPr id="107525" name="Rectangle 5">
            <a:extLst>
              <a:ext uri="{FF2B5EF4-FFF2-40B4-BE49-F238E27FC236}">
                <a16:creationId xmlns:a16="http://schemas.microsoft.com/office/drawing/2014/main" id="{859414E5-4CCA-81B3-36B4-2F48014321AA}"/>
              </a:ext>
            </a:extLst>
          </p:cNvPr>
          <p:cNvSpPr>
            <a:spLocks noGrp="1" noChangeArrowheads="1"/>
          </p:cNvSpPr>
          <p:nvPr>
            <p:ph type="body" idx="1"/>
          </p:nvPr>
        </p:nvSpPr>
        <p:spPr>
          <a:noFill/>
        </p:spPr>
        <p:txBody>
          <a:bodyPr lIns="90488" tIns="44450" rIns="90488" bIns="44450"/>
          <a:lstStyle/>
          <a:p>
            <a:r>
              <a:rPr lang="en-US" altLang="en-US" sz="3600" b="1" dirty="0">
                <a:solidFill>
                  <a:srgbClr val="FF0000"/>
                </a:solidFill>
              </a:rPr>
              <a:t>Fewer</a:t>
            </a:r>
            <a:r>
              <a:rPr lang="en-US" altLang="en-US" dirty="0"/>
              <a:t> addresses</a:t>
            </a:r>
          </a:p>
          <a:p>
            <a:pPr lvl="1"/>
            <a:r>
              <a:rPr lang="en-US" altLang="en-US" dirty="0"/>
              <a:t>Less complex (powerful?), more </a:t>
            </a:r>
            <a:r>
              <a:rPr lang="en-US" altLang="en-US" sz="3200" b="1" dirty="0">
                <a:solidFill>
                  <a:srgbClr val="00B0F0"/>
                </a:solidFill>
              </a:rPr>
              <a:t>primitive</a:t>
            </a:r>
            <a:r>
              <a:rPr lang="en-US" altLang="en-US" dirty="0"/>
              <a:t> instructions</a:t>
            </a:r>
          </a:p>
          <a:p>
            <a:pPr lvl="1"/>
            <a:r>
              <a:rPr lang="en-US" altLang="en-US" sz="3200" b="1" dirty="0">
                <a:solidFill>
                  <a:srgbClr val="FFC000"/>
                </a:solidFill>
              </a:rPr>
              <a:t>More (but shorter) instructions </a:t>
            </a:r>
            <a:r>
              <a:rPr lang="en-US" altLang="en-US" dirty="0"/>
              <a:t>per program</a:t>
            </a:r>
          </a:p>
          <a:p>
            <a:pPr lvl="1"/>
            <a:r>
              <a:rPr lang="en-US" altLang="en-US" sz="3200" b="1" dirty="0">
                <a:solidFill>
                  <a:schemeClr val="accent2"/>
                </a:solidFill>
              </a:rPr>
              <a:t>Faster fetch/execution </a:t>
            </a:r>
            <a:r>
              <a:rPr lang="en-US" altLang="en-US" dirty="0"/>
              <a:t>of instructions</a:t>
            </a:r>
            <a:endParaRPr lang="en-US" altLang="en-US" sz="2000" dirty="0"/>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0816D7EA-07EA-37BE-1297-B070E869995D}"/>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08547" name="Rectangle 3">
            <a:extLst>
              <a:ext uri="{FF2B5EF4-FFF2-40B4-BE49-F238E27FC236}">
                <a16:creationId xmlns:a16="http://schemas.microsoft.com/office/drawing/2014/main" id="{F19FAB57-2F54-9B42-2E9A-D33A8B8DA4B3}"/>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08548" name="Rectangle 4">
            <a:extLst>
              <a:ext uri="{FF2B5EF4-FFF2-40B4-BE49-F238E27FC236}">
                <a16:creationId xmlns:a16="http://schemas.microsoft.com/office/drawing/2014/main" id="{CA5EC30B-7B0A-D0D8-018A-E022C7397D44}"/>
              </a:ext>
            </a:extLst>
          </p:cNvPr>
          <p:cNvSpPr>
            <a:spLocks noGrp="1" noChangeArrowheads="1"/>
          </p:cNvSpPr>
          <p:nvPr>
            <p:ph type="title"/>
          </p:nvPr>
        </p:nvSpPr>
        <p:spPr>
          <a:noFill/>
        </p:spPr>
        <p:txBody>
          <a:bodyPr lIns="90488" tIns="44450" rIns="90488" bIns="44450"/>
          <a:lstStyle/>
          <a:p>
            <a:r>
              <a:rPr lang="en-US" altLang="en-US"/>
              <a:t>Design Decisions</a:t>
            </a:r>
          </a:p>
        </p:txBody>
      </p:sp>
      <p:sp>
        <p:nvSpPr>
          <p:cNvPr id="108549" name="Rectangle 5">
            <a:extLst>
              <a:ext uri="{FF2B5EF4-FFF2-40B4-BE49-F238E27FC236}">
                <a16:creationId xmlns:a16="http://schemas.microsoft.com/office/drawing/2014/main" id="{B025CAE2-6E04-311B-75E7-86F6826F4313}"/>
              </a:ext>
            </a:extLst>
          </p:cNvPr>
          <p:cNvSpPr>
            <a:spLocks noGrp="1" noChangeArrowheads="1"/>
          </p:cNvSpPr>
          <p:nvPr>
            <p:ph type="body" idx="1"/>
          </p:nvPr>
        </p:nvSpPr>
        <p:spPr>
          <a:noFill/>
        </p:spPr>
        <p:txBody>
          <a:bodyPr lIns="90488" tIns="44450" rIns="90488" bIns="44450"/>
          <a:lstStyle/>
          <a:p>
            <a:r>
              <a:rPr lang="en-US" altLang="en-US" sz="3600" b="1" dirty="0">
                <a:solidFill>
                  <a:srgbClr val="92D050"/>
                </a:solidFill>
              </a:rPr>
              <a:t>Operation repertoire</a:t>
            </a:r>
          </a:p>
          <a:p>
            <a:pPr lvl="1"/>
            <a:r>
              <a:rPr lang="en-US" altLang="en-US" dirty="0"/>
              <a:t>How many ops?</a:t>
            </a:r>
          </a:p>
          <a:p>
            <a:pPr lvl="1"/>
            <a:r>
              <a:rPr lang="en-US" altLang="en-US" dirty="0"/>
              <a:t>What can they do?</a:t>
            </a:r>
          </a:p>
          <a:p>
            <a:pPr lvl="1"/>
            <a:r>
              <a:rPr lang="en-US" altLang="en-US" dirty="0"/>
              <a:t>How complex are they?</a:t>
            </a:r>
          </a:p>
          <a:p>
            <a:r>
              <a:rPr lang="en-US" altLang="en-US" sz="3600" b="1" dirty="0">
                <a:solidFill>
                  <a:srgbClr val="FF0000"/>
                </a:solidFill>
              </a:rPr>
              <a:t>Data types</a:t>
            </a:r>
          </a:p>
          <a:p>
            <a:r>
              <a:rPr lang="en-US" altLang="en-US" sz="3600" b="1" dirty="0">
                <a:solidFill>
                  <a:srgbClr val="00B0F0"/>
                </a:solidFill>
              </a:rPr>
              <a:t>Instruction formats</a:t>
            </a:r>
          </a:p>
          <a:p>
            <a:pPr lvl="1"/>
            <a:r>
              <a:rPr lang="en-US" altLang="en-US" dirty="0"/>
              <a:t>Length of op code field</a:t>
            </a:r>
          </a:p>
          <a:p>
            <a:pPr lvl="1"/>
            <a:r>
              <a:rPr lang="en-US" altLang="en-US" dirty="0"/>
              <a:t>Number of addresses</a:t>
            </a:r>
          </a:p>
          <a:p>
            <a:pPr>
              <a:buFont typeface="Monotype Sorts" pitchFamily="2" charset="2"/>
              <a:buChar char="y"/>
            </a:pPr>
            <a:endParaRPr lang="en-US" altLang="en-US" sz="2400" dirty="0"/>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451BF03A-9589-0A60-2AAA-3120DFC0AF48}"/>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09571" name="Rectangle 3">
            <a:extLst>
              <a:ext uri="{FF2B5EF4-FFF2-40B4-BE49-F238E27FC236}">
                <a16:creationId xmlns:a16="http://schemas.microsoft.com/office/drawing/2014/main" id="{CDFC709F-8053-1D01-A065-DA2B88AEBCD3}"/>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09572" name="Rectangle 4">
            <a:extLst>
              <a:ext uri="{FF2B5EF4-FFF2-40B4-BE49-F238E27FC236}">
                <a16:creationId xmlns:a16="http://schemas.microsoft.com/office/drawing/2014/main" id="{1865B10C-3DD1-5C18-3CD8-D9BC1133FB50}"/>
              </a:ext>
            </a:extLst>
          </p:cNvPr>
          <p:cNvSpPr>
            <a:spLocks noGrp="1" noChangeArrowheads="1"/>
          </p:cNvSpPr>
          <p:nvPr>
            <p:ph type="title"/>
          </p:nvPr>
        </p:nvSpPr>
        <p:spPr>
          <a:noFill/>
        </p:spPr>
        <p:txBody>
          <a:bodyPr lIns="90488" tIns="44450" rIns="90488" bIns="44450"/>
          <a:lstStyle/>
          <a:p>
            <a:r>
              <a:rPr lang="en-US" altLang="en-US"/>
              <a:t>Design Decisions</a:t>
            </a:r>
          </a:p>
        </p:txBody>
      </p:sp>
      <p:sp>
        <p:nvSpPr>
          <p:cNvPr id="109573" name="Rectangle 5">
            <a:extLst>
              <a:ext uri="{FF2B5EF4-FFF2-40B4-BE49-F238E27FC236}">
                <a16:creationId xmlns:a16="http://schemas.microsoft.com/office/drawing/2014/main" id="{28FB5205-2ACA-B214-1941-27517F9BD74A}"/>
              </a:ext>
            </a:extLst>
          </p:cNvPr>
          <p:cNvSpPr>
            <a:spLocks noGrp="1" noChangeArrowheads="1"/>
          </p:cNvSpPr>
          <p:nvPr>
            <p:ph type="body" idx="1"/>
          </p:nvPr>
        </p:nvSpPr>
        <p:spPr>
          <a:noFill/>
        </p:spPr>
        <p:txBody>
          <a:bodyPr lIns="90488" tIns="44450" rIns="90488" bIns="44450"/>
          <a:lstStyle/>
          <a:p>
            <a:r>
              <a:rPr lang="en-US" altLang="en-US" sz="3600" b="1" dirty="0">
                <a:solidFill>
                  <a:srgbClr val="FFC000"/>
                </a:solidFill>
              </a:rPr>
              <a:t>Registers</a:t>
            </a:r>
            <a:endParaRPr lang="en-US" altLang="en-US" b="1" dirty="0">
              <a:solidFill>
                <a:srgbClr val="FFC000"/>
              </a:solidFill>
            </a:endParaRPr>
          </a:p>
          <a:p>
            <a:pPr lvl="1"/>
            <a:r>
              <a:rPr lang="en-US" altLang="en-US" dirty="0"/>
              <a:t>Number of CPU registers available</a:t>
            </a:r>
          </a:p>
          <a:p>
            <a:pPr lvl="1"/>
            <a:r>
              <a:rPr lang="en-US" altLang="en-US" dirty="0"/>
              <a:t>Which operations can be performed on which registers?</a:t>
            </a:r>
          </a:p>
          <a:p>
            <a:r>
              <a:rPr lang="en-US" altLang="en-US" sz="3600" b="1" dirty="0">
                <a:solidFill>
                  <a:schemeClr val="accent2"/>
                </a:solidFill>
              </a:rPr>
              <a:t>Addressing modes </a:t>
            </a:r>
            <a:r>
              <a:rPr lang="en-US" altLang="en-US" dirty="0"/>
              <a:t>(later…)</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7DE2778D-88F3-96E4-1743-4D4B41849D58}"/>
              </a:ext>
            </a:extLst>
          </p:cNvPr>
          <p:cNvSpPr>
            <a:spLocks noGrp="1" noChangeArrowheads="1"/>
          </p:cNvSpPr>
          <p:nvPr>
            <p:ph type="title"/>
          </p:nvPr>
        </p:nvSpPr>
        <p:spPr/>
        <p:txBody>
          <a:bodyPr/>
          <a:lstStyle/>
          <a:p>
            <a:r>
              <a:rPr lang="en-US" altLang="en-US"/>
              <a:t>Outline</a:t>
            </a:r>
          </a:p>
        </p:txBody>
      </p:sp>
      <p:sp>
        <p:nvSpPr>
          <p:cNvPr id="110595" name="Rectangle 3">
            <a:extLst>
              <a:ext uri="{FF2B5EF4-FFF2-40B4-BE49-F238E27FC236}">
                <a16:creationId xmlns:a16="http://schemas.microsoft.com/office/drawing/2014/main" id="{85BF812A-FBC1-CF74-0EC4-11744D875CEB}"/>
              </a:ext>
            </a:extLst>
          </p:cNvPr>
          <p:cNvSpPr>
            <a:spLocks noGrp="1" noChangeArrowheads="1"/>
          </p:cNvSpPr>
          <p:nvPr>
            <p:ph type="body" idx="1"/>
          </p:nvPr>
        </p:nvSpPr>
        <p:spPr>
          <a:xfrm>
            <a:off x="457200" y="1600200"/>
            <a:ext cx="8178800" cy="5029200"/>
          </a:xfrm>
        </p:spPr>
        <p:txBody>
          <a:bodyPr/>
          <a:lstStyle/>
          <a:p>
            <a:r>
              <a:rPr lang="en-US" altLang="en-US">
                <a:solidFill>
                  <a:srgbClr val="808080"/>
                </a:solidFill>
              </a:rPr>
              <a:t>Memory locations and addresses</a:t>
            </a:r>
          </a:p>
          <a:p>
            <a:pPr lvl="1"/>
            <a:r>
              <a:rPr lang="en-US" altLang="en-US">
                <a:solidFill>
                  <a:srgbClr val="808080"/>
                </a:solidFill>
              </a:rPr>
              <a:t>Byte addressability</a:t>
            </a:r>
          </a:p>
          <a:p>
            <a:pPr lvl="1"/>
            <a:r>
              <a:rPr lang="en-US" altLang="en-US">
                <a:solidFill>
                  <a:srgbClr val="808080"/>
                </a:solidFill>
              </a:rPr>
              <a:t>Big-endian and Little-endian Assignments</a:t>
            </a:r>
          </a:p>
          <a:p>
            <a:r>
              <a:rPr lang="en-US" altLang="en-US">
                <a:solidFill>
                  <a:srgbClr val="808080"/>
                </a:solidFill>
              </a:rPr>
              <a:t>Memory operations</a:t>
            </a:r>
          </a:p>
          <a:p>
            <a:r>
              <a:rPr lang="en-US" altLang="en-US">
                <a:solidFill>
                  <a:srgbClr val="808080"/>
                </a:solidFill>
              </a:rPr>
              <a:t>Instructions and instruction sequencing</a:t>
            </a:r>
          </a:p>
          <a:p>
            <a:pPr lvl="1"/>
            <a:r>
              <a:rPr lang="en-US" altLang="en-US">
                <a:solidFill>
                  <a:srgbClr val="808080"/>
                </a:solidFill>
              </a:rPr>
              <a:t>Notation</a:t>
            </a:r>
          </a:p>
          <a:p>
            <a:pPr lvl="1"/>
            <a:r>
              <a:rPr lang="en-US" altLang="en-US">
                <a:solidFill>
                  <a:srgbClr val="808080"/>
                </a:solidFill>
              </a:rPr>
              <a:t>Types of instruction</a:t>
            </a:r>
          </a:p>
          <a:p>
            <a:pPr lvl="1"/>
            <a:r>
              <a:rPr lang="en-US" altLang="en-US"/>
              <a:t>Types of operands</a:t>
            </a:r>
          </a:p>
          <a:p>
            <a:pPr lvl="1"/>
            <a:r>
              <a:rPr lang="en-US" altLang="en-US"/>
              <a:t>Types of operations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11D66D19-DC52-6EB9-42C0-8E82FD691D7C}"/>
              </a:ext>
            </a:extLst>
          </p:cNvPr>
          <p:cNvSpPr>
            <a:spLocks noGrp="1" noChangeArrowheads="1"/>
          </p:cNvSpPr>
          <p:nvPr>
            <p:ph type="title"/>
          </p:nvPr>
        </p:nvSpPr>
        <p:spPr/>
        <p:txBody>
          <a:bodyPr/>
          <a:lstStyle/>
          <a:p>
            <a:r>
              <a:rPr lang="en-US" altLang="en-US"/>
              <a:t>Types of Operand</a:t>
            </a:r>
            <a:endParaRPr lang="en-MY" altLang="en-US"/>
          </a:p>
        </p:txBody>
      </p:sp>
      <p:sp>
        <p:nvSpPr>
          <p:cNvPr id="111619" name="Content Placeholder 2">
            <a:extLst>
              <a:ext uri="{FF2B5EF4-FFF2-40B4-BE49-F238E27FC236}">
                <a16:creationId xmlns:a16="http://schemas.microsoft.com/office/drawing/2014/main" id="{D8459E01-9EE4-AF9D-8E79-B03E3B9CCBF4}"/>
              </a:ext>
            </a:extLst>
          </p:cNvPr>
          <p:cNvSpPr>
            <a:spLocks noGrp="1" noChangeArrowheads="1"/>
          </p:cNvSpPr>
          <p:nvPr>
            <p:ph idx="1"/>
          </p:nvPr>
        </p:nvSpPr>
        <p:spPr>
          <a:xfrm>
            <a:off x="457200" y="1885950"/>
            <a:ext cx="8178800" cy="4783138"/>
          </a:xfrm>
        </p:spPr>
        <p:txBody>
          <a:bodyPr/>
          <a:lstStyle/>
          <a:p>
            <a:r>
              <a:rPr lang="en-US" altLang="en-US" dirty="0"/>
              <a:t>Machine instructions operate on data (the operand). </a:t>
            </a:r>
          </a:p>
          <a:p>
            <a:r>
              <a:rPr lang="en-US" altLang="en-US" dirty="0"/>
              <a:t>General categories of data are:</a:t>
            </a:r>
          </a:p>
          <a:p>
            <a:r>
              <a:rPr lang="en-US" altLang="en-US" sz="3600" b="1" dirty="0">
                <a:solidFill>
                  <a:srgbClr val="92D050"/>
                </a:solidFill>
              </a:rPr>
              <a:t>Addresses</a:t>
            </a:r>
          </a:p>
          <a:p>
            <a:pPr lvl="1"/>
            <a:r>
              <a:rPr lang="en-US" altLang="en-US" dirty="0"/>
              <a:t>A form of data.</a:t>
            </a:r>
          </a:p>
          <a:p>
            <a:pPr lvl="1"/>
            <a:r>
              <a:rPr lang="en-US" altLang="en-US" dirty="0"/>
              <a:t>Sometimes, calculations are performed on addresses.</a:t>
            </a:r>
          </a:p>
          <a:p>
            <a:pPr lvl="1"/>
            <a:r>
              <a:rPr lang="en-US" altLang="en-US" dirty="0"/>
              <a:t>Can be considered unsigned integers.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a:extLst>
              <a:ext uri="{FF2B5EF4-FFF2-40B4-BE49-F238E27FC236}">
                <a16:creationId xmlns:a16="http://schemas.microsoft.com/office/drawing/2014/main" id="{FFED6CD4-3DB4-93DB-0410-D5C3529D4932}"/>
              </a:ext>
            </a:extLst>
          </p:cNvPr>
          <p:cNvSpPr>
            <a:spLocks noGrp="1" noChangeArrowheads="1"/>
          </p:cNvSpPr>
          <p:nvPr>
            <p:ph type="title"/>
          </p:nvPr>
        </p:nvSpPr>
        <p:spPr/>
        <p:txBody>
          <a:bodyPr/>
          <a:lstStyle/>
          <a:p>
            <a:r>
              <a:rPr lang="en-US" altLang="en-US"/>
              <a:t>Types of Operand</a:t>
            </a:r>
            <a:endParaRPr lang="en-MY" altLang="en-US"/>
          </a:p>
        </p:txBody>
      </p:sp>
      <p:sp>
        <p:nvSpPr>
          <p:cNvPr id="112643" name="Content Placeholder 2">
            <a:extLst>
              <a:ext uri="{FF2B5EF4-FFF2-40B4-BE49-F238E27FC236}">
                <a16:creationId xmlns:a16="http://schemas.microsoft.com/office/drawing/2014/main" id="{7FD8386F-03AD-3619-FE3A-C6E7D4F2B280}"/>
              </a:ext>
            </a:extLst>
          </p:cNvPr>
          <p:cNvSpPr>
            <a:spLocks noGrp="1" noChangeArrowheads="1"/>
          </p:cNvSpPr>
          <p:nvPr>
            <p:ph idx="1"/>
          </p:nvPr>
        </p:nvSpPr>
        <p:spPr>
          <a:xfrm>
            <a:off x="457200" y="1885950"/>
            <a:ext cx="8178800" cy="4783138"/>
          </a:xfrm>
        </p:spPr>
        <p:txBody>
          <a:bodyPr/>
          <a:lstStyle/>
          <a:p>
            <a:r>
              <a:rPr lang="en-US" altLang="en-US" dirty="0"/>
              <a:t>Machine instructions operate on data (the operand). </a:t>
            </a:r>
          </a:p>
          <a:p>
            <a:r>
              <a:rPr lang="en-US" altLang="en-US" dirty="0"/>
              <a:t>General categories of data are:</a:t>
            </a:r>
          </a:p>
          <a:p>
            <a:r>
              <a:rPr lang="en-US" altLang="en-US" sz="3600" b="1" dirty="0">
                <a:solidFill>
                  <a:srgbClr val="FF0000"/>
                </a:solidFill>
              </a:rPr>
              <a:t>Numbers</a:t>
            </a:r>
          </a:p>
          <a:p>
            <a:pPr lvl="1"/>
            <a:r>
              <a:rPr lang="en-US" altLang="en-US" dirty="0"/>
              <a:t>Integer/floating point/decimal</a:t>
            </a:r>
          </a:p>
          <a:p>
            <a:pPr lvl="1"/>
            <a:r>
              <a:rPr lang="en-US" altLang="en-US" dirty="0"/>
              <a:t>Packed decimal useful for simple decimal computation (0=0000, 1=0001, 2=0010, …, 9=1001)</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a:extLst>
              <a:ext uri="{FF2B5EF4-FFF2-40B4-BE49-F238E27FC236}">
                <a16:creationId xmlns:a16="http://schemas.microsoft.com/office/drawing/2014/main" id="{D3F36ED2-96E1-BB35-5B74-2B3813A18C1C}"/>
              </a:ext>
            </a:extLst>
          </p:cNvPr>
          <p:cNvSpPr>
            <a:spLocks noGrp="1" noChangeArrowheads="1"/>
          </p:cNvSpPr>
          <p:nvPr>
            <p:ph type="title"/>
          </p:nvPr>
        </p:nvSpPr>
        <p:spPr/>
        <p:txBody>
          <a:bodyPr/>
          <a:lstStyle/>
          <a:p>
            <a:r>
              <a:rPr lang="en-US" altLang="en-US"/>
              <a:t>Types of Operand</a:t>
            </a:r>
            <a:endParaRPr lang="en-MY" altLang="en-US"/>
          </a:p>
        </p:txBody>
      </p:sp>
      <p:sp>
        <p:nvSpPr>
          <p:cNvPr id="113667" name="Content Placeholder 2">
            <a:extLst>
              <a:ext uri="{FF2B5EF4-FFF2-40B4-BE49-F238E27FC236}">
                <a16:creationId xmlns:a16="http://schemas.microsoft.com/office/drawing/2014/main" id="{BE2851DD-3A77-01E5-C1FD-F8F0839734AC}"/>
              </a:ext>
            </a:extLst>
          </p:cNvPr>
          <p:cNvSpPr>
            <a:spLocks noGrp="1" noChangeArrowheads="1"/>
          </p:cNvSpPr>
          <p:nvPr>
            <p:ph idx="1"/>
          </p:nvPr>
        </p:nvSpPr>
        <p:spPr/>
        <p:txBody>
          <a:bodyPr/>
          <a:lstStyle/>
          <a:p>
            <a:r>
              <a:rPr lang="en-US" altLang="en-US" dirty="0"/>
              <a:t>Machine instructions operate on data (the operand). </a:t>
            </a:r>
          </a:p>
          <a:p>
            <a:r>
              <a:rPr lang="en-US" altLang="en-US" dirty="0"/>
              <a:t>General categories of data are:</a:t>
            </a:r>
            <a:endParaRPr lang="en-MY" altLang="en-US" dirty="0"/>
          </a:p>
          <a:p>
            <a:r>
              <a:rPr lang="en-MY" altLang="en-US" sz="3600" b="1" dirty="0">
                <a:solidFill>
                  <a:srgbClr val="00B0F0"/>
                </a:solidFill>
              </a:rPr>
              <a:t>Characters</a:t>
            </a:r>
            <a:endParaRPr lang="en-MY" altLang="en-US" b="1" dirty="0">
              <a:solidFill>
                <a:srgbClr val="00B0F0"/>
              </a:solidFill>
            </a:endParaRPr>
          </a:p>
          <a:p>
            <a:pPr lvl="1"/>
            <a:r>
              <a:rPr lang="en-MY" altLang="en-US" dirty="0"/>
              <a:t>ASCII (7-bit pattern = 128 different characters)</a:t>
            </a:r>
          </a:p>
          <a:p>
            <a:pPr lvl="1"/>
            <a:r>
              <a:rPr lang="en-MY" altLang="en-US" dirty="0"/>
              <a:t>EBCDIC (8-bit code)</a:t>
            </a:r>
          </a:p>
          <a:p>
            <a:endParaRPr lang="en-MY"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a:extLst>
              <a:ext uri="{FF2B5EF4-FFF2-40B4-BE49-F238E27FC236}">
                <a16:creationId xmlns:a16="http://schemas.microsoft.com/office/drawing/2014/main" id="{1460080F-BA5C-2567-5A2B-A0D0AA39F91E}"/>
              </a:ext>
            </a:extLst>
          </p:cNvPr>
          <p:cNvSpPr>
            <a:spLocks noGrp="1" noChangeArrowheads="1"/>
          </p:cNvSpPr>
          <p:nvPr>
            <p:ph type="title"/>
          </p:nvPr>
        </p:nvSpPr>
        <p:spPr/>
        <p:txBody>
          <a:bodyPr/>
          <a:lstStyle/>
          <a:p>
            <a:r>
              <a:rPr lang="en-US" altLang="en-US"/>
              <a:t>Types of Operand</a:t>
            </a:r>
            <a:endParaRPr lang="en-MY" altLang="en-US"/>
          </a:p>
        </p:txBody>
      </p:sp>
      <p:sp>
        <p:nvSpPr>
          <p:cNvPr id="114691" name="Content Placeholder 2">
            <a:extLst>
              <a:ext uri="{FF2B5EF4-FFF2-40B4-BE49-F238E27FC236}">
                <a16:creationId xmlns:a16="http://schemas.microsoft.com/office/drawing/2014/main" id="{309F814F-D9EE-6EE0-423F-4AE8E21DBA17}"/>
              </a:ext>
            </a:extLst>
          </p:cNvPr>
          <p:cNvSpPr>
            <a:spLocks noGrp="1" noChangeArrowheads="1"/>
          </p:cNvSpPr>
          <p:nvPr>
            <p:ph idx="1"/>
          </p:nvPr>
        </p:nvSpPr>
        <p:spPr/>
        <p:txBody>
          <a:bodyPr/>
          <a:lstStyle/>
          <a:p>
            <a:r>
              <a:rPr lang="en-US" altLang="en-US" dirty="0"/>
              <a:t>Machine instructions operate on data (the operand). </a:t>
            </a:r>
          </a:p>
          <a:p>
            <a:r>
              <a:rPr lang="en-US" altLang="en-US" dirty="0"/>
              <a:t>General categories of data are:</a:t>
            </a:r>
            <a:endParaRPr lang="en-MY" altLang="en-US" dirty="0"/>
          </a:p>
          <a:p>
            <a:r>
              <a:rPr lang="en-MY" altLang="en-US" sz="3600" b="1" dirty="0">
                <a:solidFill>
                  <a:srgbClr val="FFC000"/>
                </a:solidFill>
              </a:rPr>
              <a:t>Logical </a:t>
            </a:r>
            <a:r>
              <a:rPr lang="en-MY" altLang="en-US" dirty="0"/>
              <a:t>Data</a:t>
            </a:r>
          </a:p>
          <a:p>
            <a:pPr lvl="1"/>
            <a:r>
              <a:rPr lang="en-MY" altLang="en-US" dirty="0"/>
              <a:t>Bits or flags</a:t>
            </a:r>
          </a:p>
          <a:p>
            <a:endParaRPr lang="en-MY"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700088E0-8A46-131B-ED19-4E7809F22CC4}"/>
              </a:ext>
            </a:extLst>
          </p:cNvPr>
          <p:cNvSpPr>
            <a:spLocks noGrp="1" noChangeArrowheads="1"/>
          </p:cNvSpPr>
          <p:nvPr>
            <p:ph type="title"/>
          </p:nvPr>
        </p:nvSpPr>
        <p:spPr/>
        <p:txBody>
          <a:bodyPr/>
          <a:lstStyle/>
          <a:p>
            <a:r>
              <a:rPr lang="en-US" altLang="en-US"/>
              <a:t>Outline</a:t>
            </a:r>
          </a:p>
        </p:txBody>
      </p:sp>
      <p:sp>
        <p:nvSpPr>
          <p:cNvPr id="115715" name="Rectangle 3">
            <a:extLst>
              <a:ext uri="{FF2B5EF4-FFF2-40B4-BE49-F238E27FC236}">
                <a16:creationId xmlns:a16="http://schemas.microsoft.com/office/drawing/2014/main" id="{81188A82-3CCC-EF37-F185-3346120C0824}"/>
              </a:ext>
            </a:extLst>
          </p:cNvPr>
          <p:cNvSpPr>
            <a:spLocks noGrp="1" noChangeArrowheads="1"/>
          </p:cNvSpPr>
          <p:nvPr>
            <p:ph type="body" idx="1"/>
          </p:nvPr>
        </p:nvSpPr>
        <p:spPr>
          <a:xfrm>
            <a:off x="457200" y="1600200"/>
            <a:ext cx="8178800" cy="5029200"/>
          </a:xfrm>
        </p:spPr>
        <p:txBody>
          <a:bodyPr/>
          <a:lstStyle/>
          <a:p>
            <a:r>
              <a:rPr lang="en-US" altLang="en-US">
                <a:solidFill>
                  <a:srgbClr val="808080"/>
                </a:solidFill>
              </a:rPr>
              <a:t>Memory locations and addresses</a:t>
            </a:r>
          </a:p>
          <a:p>
            <a:pPr lvl="1"/>
            <a:r>
              <a:rPr lang="en-US" altLang="en-US">
                <a:solidFill>
                  <a:srgbClr val="808080"/>
                </a:solidFill>
              </a:rPr>
              <a:t>Byte addressability</a:t>
            </a:r>
          </a:p>
          <a:p>
            <a:pPr lvl="1"/>
            <a:r>
              <a:rPr lang="en-US" altLang="en-US">
                <a:solidFill>
                  <a:srgbClr val="808080"/>
                </a:solidFill>
              </a:rPr>
              <a:t>Big-endian and Little-endian Assignments</a:t>
            </a:r>
          </a:p>
          <a:p>
            <a:r>
              <a:rPr lang="en-US" altLang="en-US">
                <a:solidFill>
                  <a:srgbClr val="808080"/>
                </a:solidFill>
              </a:rPr>
              <a:t>Memory operations</a:t>
            </a:r>
          </a:p>
          <a:p>
            <a:r>
              <a:rPr lang="en-US" altLang="en-US">
                <a:solidFill>
                  <a:srgbClr val="808080"/>
                </a:solidFill>
              </a:rPr>
              <a:t>Instructions and instruction sequencing</a:t>
            </a:r>
          </a:p>
          <a:p>
            <a:pPr lvl="1"/>
            <a:r>
              <a:rPr lang="en-US" altLang="en-US">
                <a:solidFill>
                  <a:srgbClr val="808080"/>
                </a:solidFill>
              </a:rPr>
              <a:t>Notation</a:t>
            </a:r>
          </a:p>
          <a:p>
            <a:pPr lvl="1"/>
            <a:r>
              <a:rPr lang="en-US" altLang="en-US">
                <a:solidFill>
                  <a:srgbClr val="808080"/>
                </a:solidFill>
              </a:rPr>
              <a:t>Types of instruction</a:t>
            </a:r>
          </a:p>
          <a:p>
            <a:pPr lvl="1"/>
            <a:r>
              <a:rPr lang="en-US" altLang="en-US">
                <a:solidFill>
                  <a:srgbClr val="808080"/>
                </a:solidFill>
              </a:rPr>
              <a:t>Types of operands</a:t>
            </a:r>
          </a:p>
          <a:p>
            <a:pPr lvl="1"/>
            <a:r>
              <a:rPr lang="en-US" altLang="en-US"/>
              <a:t>Types of operations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9EE892C2-F686-81EA-2CD4-972CEB5D9D4E}"/>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16739" name="Rectangle 3">
            <a:extLst>
              <a:ext uri="{FF2B5EF4-FFF2-40B4-BE49-F238E27FC236}">
                <a16:creationId xmlns:a16="http://schemas.microsoft.com/office/drawing/2014/main" id="{796D3C4D-A5BA-A5C0-D8D8-ECD9A35F1AE1}"/>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16740" name="Rectangle 4">
            <a:extLst>
              <a:ext uri="{FF2B5EF4-FFF2-40B4-BE49-F238E27FC236}">
                <a16:creationId xmlns:a16="http://schemas.microsoft.com/office/drawing/2014/main" id="{5F437E63-ED93-383B-3A70-D908B65720A5}"/>
              </a:ext>
            </a:extLst>
          </p:cNvPr>
          <p:cNvSpPr>
            <a:spLocks noGrp="1" noChangeArrowheads="1"/>
          </p:cNvSpPr>
          <p:nvPr>
            <p:ph type="title"/>
          </p:nvPr>
        </p:nvSpPr>
        <p:spPr>
          <a:noFill/>
        </p:spPr>
        <p:txBody>
          <a:bodyPr lIns="90488" tIns="44450" rIns="90488" bIns="44450"/>
          <a:lstStyle/>
          <a:p>
            <a:r>
              <a:rPr lang="en-US" altLang="en-US"/>
              <a:t>Types of Operation</a:t>
            </a:r>
          </a:p>
        </p:txBody>
      </p:sp>
      <p:sp>
        <p:nvSpPr>
          <p:cNvPr id="116741" name="Rectangle 5">
            <a:extLst>
              <a:ext uri="{FF2B5EF4-FFF2-40B4-BE49-F238E27FC236}">
                <a16:creationId xmlns:a16="http://schemas.microsoft.com/office/drawing/2014/main" id="{A89D83D9-8E60-2C6A-10AF-E42D88D7612F}"/>
              </a:ext>
            </a:extLst>
          </p:cNvPr>
          <p:cNvSpPr>
            <a:spLocks noGrp="1" noChangeArrowheads="1"/>
          </p:cNvSpPr>
          <p:nvPr>
            <p:ph type="body" idx="1"/>
          </p:nvPr>
        </p:nvSpPr>
        <p:spPr>
          <a:noFill/>
        </p:spPr>
        <p:txBody>
          <a:bodyPr lIns="90488" tIns="44450" rIns="90488" bIns="44450"/>
          <a:lstStyle/>
          <a:p>
            <a:r>
              <a:rPr lang="en-US" altLang="en-US"/>
              <a:t>Data Transfer</a:t>
            </a:r>
          </a:p>
          <a:p>
            <a:r>
              <a:rPr lang="en-US" altLang="en-US"/>
              <a:t>Arithmetic</a:t>
            </a:r>
          </a:p>
          <a:p>
            <a:r>
              <a:rPr lang="en-US" altLang="en-US"/>
              <a:t>Logical</a:t>
            </a:r>
          </a:p>
          <a:p>
            <a:r>
              <a:rPr lang="en-US" altLang="en-US"/>
              <a:t>Conversion</a:t>
            </a:r>
          </a:p>
          <a:p>
            <a:r>
              <a:rPr lang="en-US" altLang="en-US"/>
              <a:t>I/O</a:t>
            </a:r>
          </a:p>
          <a:p>
            <a:r>
              <a:rPr lang="en-US" altLang="en-US"/>
              <a:t>System Control</a:t>
            </a:r>
          </a:p>
          <a:p>
            <a:r>
              <a:rPr lang="en-US" altLang="en-US"/>
              <a:t>Transfer of Control</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019D625C-4C05-69E5-6016-312498F2A667}"/>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17763" name="Rectangle 3">
            <a:extLst>
              <a:ext uri="{FF2B5EF4-FFF2-40B4-BE49-F238E27FC236}">
                <a16:creationId xmlns:a16="http://schemas.microsoft.com/office/drawing/2014/main" id="{CC3E2AE9-4E2A-3AE7-C54C-58FA0700CCB9}"/>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17764" name="Rectangle 4">
            <a:extLst>
              <a:ext uri="{FF2B5EF4-FFF2-40B4-BE49-F238E27FC236}">
                <a16:creationId xmlns:a16="http://schemas.microsoft.com/office/drawing/2014/main" id="{AA0D19A5-72C3-9A22-EE42-D65F18EFC176}"/>
              </a:ext>
            </a:extLst>
          </p:cNvPr>
          <p:cNvSpPr>
            <a:spLocks noGrp="1" noChangeArrowheads="1"/>
          </p:cNvSpPr>
          <p:nvPr>
            <p:ph type="title"/>
          </p:nvPr>
        </p:nvSpPr>
        <p:spPr>
          <a:noFill/>
        </p:spPr>
        <p:txBody>
          <a:bodyPr lIns="90488" tIns="44450" rIns="90488" bIns="44450"/>
          <a:lstStyle/>
          <a:p>
            <a:r>
              <a:rPr lang="en-US" altLang="en-US"/>
              <a:t>Data Transfer</a:t>
            </a:r>
          </a:p>
        </p:txBody>
      </p:sp>
      <p:sp>
        <p:nvSpPr>
          <p:cNvPr id="117765" name="Rectangle 5">
            <a:extLst>
              <a:ext uri="{FF2B5EF4-FFF2-40B4-BE49-F238E27FC236}">
                <a16:creationId xmlns:a16="http://schemas.microsoft.com/office/drawing/2014/main" id="{35276E18-5AC8-35F2-917B-419BB3919CA4}"/>
              </a:ext>
            </a:extLst>
          </p:cNvPr>
          <p:cNvSpPr>
            <a:spLocks noGrp="1" noChangeArrowheads="1"/>
          </p:cNvSpPr>
          <p:nvPr>
            <p:ph type="body" idx="1"/>
          </p:nvPr>
        </p:nvSpPr>
        <p:spPr>
          <a:xfrm>
            <a:off x="457200" y="1885950"/>
            <a:ext cx="8686800" cy="4667250"/>
          </a:xfrm>
          <a:noFill/>
        </p:spPr>
        <p:txBody>
          <a:bodyPr lIns="90488" tIns="44450" rIns="90488" bIns="44450"/>
          <a:lstStyle/>
          <a:p>
            <a:r>
              <a:rPr lang="en-US" altLang="en-US"/>
              <a:t>Move, Store, Load, Exchange, Clear, Set, Push, Pop</a:t>
            </a:r>
          </a:p>
          <a:p>
            <a:r>
              <a:rPr lang="en-US" altLang="en-US"/>
              <a:t>Specify</a:t>
            </a:r>
          </a:p>
          <a:p>
            <a:pPr lvl="1"/>
            <a:r>
              <a:rPr lang="en-US" altLang="en-US" sz="3200" b="1">
                <a:solidFill>
                  <a:srgbClr val="92D050"/>
                </a:solidFill>
              </a:rPr>
              <a:t>Source</a:t>
            </a:r>
            <a:r>
              <a:rPr lang="en-US" altLang="en-US"/>
              <a:t> &amp; </a:t>
            </a:r>
            <a:r>
              <a:rPr lang="en-US" altLang="en-US" sz="3200" b="1">
                <a:solidFill>
                  <a:srgbClr val="FF0000"/>
                </a:solidFill>
              </a:rPr>
              <a:t>destination</a:t>
            </a:r>
            <a:r>
              <a:rPr lang="en-US" altLang="en-US"/>
              <a:t> </a:t>
            </a:r>
            <a:r>
              <a:rPr kumimoji="0" lang="en-US" altLang="en-US"/>
              <a:t>(e.g. memory, register, stack, etc.)</a:t>
            </a:r>
            <a:endParaRPr lang="en-US" altLang="en-US"/>
          </a:p>
          <a:p>
            <a:pPr lvl="1"/>
            <a:r>
              <a:rPr lang="en-US" altLang="en-US" sz="3200" b="1">
                <a:solidFill>
                  <a:srgbClr val="00B0F0"/>
                </a:solidFill>
              </a:rPr>
              <a:t>Amount</a:t>
            </a:r>
            <a:r>
              <a:rPr lang="en-US" altLang="en-US"/>
              <a:t> (length) of data</a:t>
            </a:r>
          </a:p>
          <a:p>
            <a:pPr lvl="1"/>
            <a:r>
              <a:rPr lang="en-US" altLang="en-US" sz="3200" b="1">
                <a:solidFill>
                  <a:srgbClr val="FFC000"/>
                </a:solidFill>
              </a:rPr>
              <a:t>Addressing mode</a:t>
            </a: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FDBB326E-145D-9B1D-08FC-BE8CA7F33FF5}"/>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18787" name="Rectangle 3">
            <a:extLst>
              <a:ext uri="{FF2B5EF4-FFF2-40B4-BE49-F238E27FC236}">
                <a16:creationId xmlns:a16="http://schemas.microsoft.com/office/drawing/2014/main" id="{0A00F680-AC90-B334-E877-1769B400F4BA}"/>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18788" name="Rectangle 4">
            <a:extLst>
              <a:ext uri="{FF2B5EF4-FFF2-40B4-BE49-F238E27FC236}">
                <a16:creationId xmlns:a16="http://schemas.microsoft.com/office/drawing/2014/main" id="{AF01F659-6EF8-EF17-FD1A-E9B5C6311CCB}"/>
              </a:ext>
            </a:extLst>
          </p:cNvPr>
          <p:cNvSpPr>
            <a:spLocks noGrp="1" noChangeArrowheads="1"/>
          </p:cNvSpPr>
          <p:nvPr>
            <p:ph type="title"/>
          </p:nvPr>
        </p:nvSpPr>
        <p:spPr>
          <a:noFill/>
        </p:spPr>
        <p:txBody>
          <a:bodyPr lIns="90488" tIns="44450" rIns="90488" bIns="44450"/>
          <a:lstStyle/>
          <a:p>
            <a:r>
              <a:rPr lang="en-US" altLang="en-US"/>
              <a:t>Data Transfer</a:t>
            </a:r>
          </a:p>
        </p:txBody>
      </p:sp>
      <p:sp>
        <p:nvSpPr>
          <p:cNvPr id="118789" name="Rectangle 5">
            <a:extLst>
              <a:ext uri="{FF2B5EF4-FFF2-40B4-BE49-F238E27FC236}">
                <a16:creationId xmlns:a16="http://schemas.microsoft.com/office/drawing/2014/main" id="{F3EDF9B2-EF3F-5339-E52B-5681F85B02DF}"/>
              </a:ext>
            </a:extLst>
          </p:cNvPr>
          <p:cNvSpPr>
            <a:spLocks noGrp="1" noChangeArrowheads="1"/>
          </p:cNvSpPr>
          <p:nvPr>
            <p:ph type="body" idx="1"/>
          </p:nvPr>
        </p:nvSpPr>
        <p:spPr>
          <a:xfrm>
            <a:off x="457200" y="1885950"/>
            <a:ext cx="8686800" cy="4667250"/>
          </a:xfrm>
          <a:noFill/>
        </p:spPr>
        <p:txBody>
          <a:bodyPr lIns="90488" tIns="44450" rIns="90488" bIns="44450"/>
          <a:lstStyle/>
          <a:p>
            <a:r>
              <a:rPr lang="en-US" altLang="en-US"/>
              <a:t>May be different instructions for different movements (between register/memory)</a:t>
            </a:r>
          </a:p>
          <a:p>
            <a:pPr lvl="1"/>
            <a:r>
              <a:rPr lang="en-US" altLang="en-US"/>
              <a:t>e.g. IBM 370</a:t>
            </a:r>
          </a:p>
          <a:p>
            <a:r>
              <a:rPr lang="en-US" altLang="en-US"/>
              <a:t>Or one instruction and different addresses</a:t>
            </a:r>
          </a:p>
          <a:p>
            <a:pPr lvl="1"/>
            <a:r>
              <a:rPr lang="en-US" altLang="en-US"/>
              <a:t>e.g. VAX</a:t>
            </a: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2B0E59D2-C366-8EA8-6F54-B085ACECDCE5}"/>
              </a:ext>
            </a:extLst>
          </p:cNvPr>
          <p:cNvSpPr>
            <a:spLocks noGrp="1" noChangeArrowheads="1"/>
          </p:cNvSpPr>
          <p:nvPr>
            <p:ph type="title"/>
          </p:nvPr>
        </p:nvSpPr>
        <p:spPr/>
        <p:txBody>
          <a:bodyPr/>
          <a:lstStyle/>
          <a:p>
            <a:r>
              <a:rPr lang="en-US" altLang="en-US"/>
              <a:t>Data Transfer</a:t>
            </a:r>
          </a:p>
        </p:txBody>
      </p:sp>
      <p:sp>
        <p:nvSpPr>
          <p:cNvPr id="119811" name="Rectangle 3">
            <a:extLst>
              <a:ext uri="{FF2B5EF4-FFF2-40B4-BE49-F238E27FC236}">
                <a16:creationId xmlns:a16="http://schemas.microsoft.com/office/drawing/2014/main" id="{D8D27F32-5CC9-9D62-2BD0-D560D72D935B}"/>
              </a:ext>
            </a:extLst>
          </p:cNvPr>
          <p:cNvSpPr>
            <a:spLocks noGrp="1" noChangeArrowheads="1"/>
          </p:cNvSpPr>
          <p:nvPr>
            <p:ph type="body" idx="1"/>
          </p:nvPr>
        </p:nvSpPr>
        <p:spPr/>
        <p:txBody>
          <a:bodyPr/>
          <a:lstStyle/>
          <a:p>
            <a:r>
              <a:rPr lang="en-US" altLang="en-US"/>
              <a:t>Data transfer operations is perhaps simplest for CPU:</a:t>
            </a:r>
          </a:p>
          <a:p>
            <a:pPr lvl="1"/>
            <a:r>
              <a:rPr lang="en-US" altLang="en-US"/>
              <a:t>e.g. if source and destination are registers, CPU causes data to be </a:t>
            </a:r>
            <a:r>
              <a:rPr lang="en-US" altLang="en-US" sz="3200" b="1">
                <a:solidFill>
                  <a:srgbClr val="92D050"/>
                </a:solidFill>
              </a:rPr>
              <a:t>transferred between registers</a:t>
            </a:r>
            <a:endParaRPr lang="en-US" altLang="en-US" b="1">
              <a:solidFill>
                <a:srgbClr val="92D050"/>
              </a:solidFill>
            </a:endParaRPr>
          </a:p>
          <a:p>
            <a:pPr lvl="1"/>
            <a:endParaRPr lang="en-US"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59AD055A-BEC1-F404-86DE-AFC6C2A33DDD}"/>
              </a:ext>
            </a:extLst>
          </p:cNvPr>
          <p:cNvSpPr>
            <a:spLocks noGrp="1" noChangeArrowheads="1"/>
          </p:cNvSpPr>
          <p:nvPr>
            <p:ph type="title"/>
          </p:nvPr>
        </p:nvSpPr>
        <p:spPr/>
        <p:txBody>
          <a:bodyPr/>
          <a:lstStyle/>
          <a:p>
            <a:r>
              <a:rPr lang="en-US" altLang="en-US"/>
              <a:t>Data Transfer</a:t>
            </a:r>
          </a:p>
        </p:txBody>
      </p:sp>
      <p:sp>
        <p:nvSpPr>
          <p:cNvPr id="120835" name="Rectangle 3">
            <a:extLst>
              <a:ext uri="{FF2B5EF4-FFF2-40B4-BE49-F238E27FC236}">
                <a16:creationId xmlns:a16="http://schemas.microsoft.com/office/drawing/2014/main" id="{09FB8542-6760-0B6A-BCAF-1809FD2A5873}"/>
              </a:ext>
            </a:extLst>
          </p:cNvPr>
          <p:cNvSpPr>
            <a:spLocks noGrp="1" noChangeArrowheads="1"/>
          </p:cNvSpPr>
          <p:nvPr>
            <p:ph type="body" idx="1"/>
          </p:nvPr>
        </p:nvSpPr>
        <p:spPr/>
        <p:txBody>
          <a:bodyPr/>
          <a:lstStyle/>
          <a:p>
            <a:r>
              <a:rPr lang="en-US" altLang="en-US"/>
              <a:t>Data transfer operations is perhaps simplest for CPU:</a:t>
            </a:r>
          </a:p>
          <a:p>
            <a:pPr lvl="1"/>
            <a:r>
              <a:rPr lang="en-US" altLang="en-US"/>
              <a:t>e.g. if one or both operands are in memory:</a:t>
            </a:r>
          </a:p>
          <a:p>
            <a:pPr lvl="2"/>
            <a:r>
              <a:rPr lang="en-US" altLang="en-US" sz="2800" b="1">
                <a:solidFill>
                  <a:srgbClr val="FF0000"/>
                </a:solidFill>
              </a:rPr>
              <a:t>Calculate memory address </a:t>
            </a:r>
            <a:r>
              <a:rPr lang="en-US" altLang="en-US"/>
              <a:t>based on address mode</a:t>
            </a:r>
          </a:p>
          <a:p>
            <a:pPr lvl="2"/>
            <a:r>
              <a:rPr lang="en-US" altLang="en-US"/>
              <a:t>If address in virtual memory, </a:t>
            </a:r>
            <a:r>
              <a:rPr lang="en-US" altLang="en-US" sz="2800" b="1">
                <a:solidFill>
                  <a:srgbClr val="00B0F0"/>
                </a:solidFill>
              </a:rPr>
              <a:t>translate</a:t>
            </a:r>
            <a:r>
              <a:rPr lang="en-US" altLang="en-US"/>
              <a:t> virtual to actual address</a:t>
            </a:r>
          </a:p>
          <a:p>
            <a:pPr lvl="2"/>
            <a:r>
              <a:rPr lang="en-US" altLang="en-US"/>
              <a:t>Determine address item is in cache</a:t>
            </a:r>
          </a:p>
          <a:p>
            <a:pPr lvl="2"/>
            <a:r>
              <a:rPr lang="en-US" altLang="en-US"/>
              <a:t>If not, issue command to memory module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CC02C90E-BDEA-92B9-0245-4D3DC8089B3B}"/>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1859" name="Rectangle 3">
            <a:extLst>
              <a:ext uri="{FF2B5EF4-FFF2-40B4-BE49-F238E27FC236}">
                <a16:creationId xmlns:a16="http://schemas.microsoft.com/office/drawing/2014/main" id="{D5A73ABE-902C-3EB4-C525-90A1EB1A0AE3}"/>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1860" name="Rectangle 4">
            <a:extLst>
              <a:ext uri="{FF2B5EF4-FFF2-40B4-BE49-F238E27FC236}">
                <a16:creationId xmlns:a16="http://schemas.microsoft.com/office/drawing/2014/main" id="{4E9A1AFE-0B8C-6093-05B9-E62BF0ECE769}"/>
              </a:ext>
            </a:extLst>
          </p:cNvPr>
          <p:cNvSpPr>
            <a:spLocks noGrp="1" noChangeArrowheads="1"/>
          </p:cNvSpPr>
          <p:nvPr>
            <p:ph type="title"/>
          </p:nvPr>
        </p:nvSpPr>
        <p:spPr>
          <a:noFill/>
        </p:spPr>
        <p:txBody>
          <a:bodyPr lIns="90488" tIns="44450" rIns="90488" bIns="44450"/>
          <a:lstStyle/>
          <a:p>
            <a:r>
              <a:rPr lang="en-US" altLang="en-US"/>
              <a:t>Arithmetic</a:t>
            </a:r>
          </a:p>
        </p:txBody>
      </p:sp>
      <p:sp>
        <p:nvSpPr>
          <p:cNvPr id="121861" name="Rectangle 5">
            <a:extLst>
              <a:ext uri="{FF2B5EF4-FFF2-40B4-BE49-F238E27FC236}">
                <a16:creationId xmlns:a16="http://schemas.microsoft.com/office/drawing/2014/main" id="{DF8EA3A8-025C-C156-0E81-12D0C6E22A95}"/>
              </a:ext>
            </a:extLst>
          </p:cNvPr>
          <p:cNvSpPr>
            <a:spLocks noGrp="1" noChangeArrowheads="1"/>
          </p:cNvSpPr>
          <p:nvPr>
            <p:ph type="body" idx="1"/>
          </p:nvPr>
        </p:nvSpPr>
        <p:spPr>
          <a:xfrm>
            <a:off x="457200" y="1885950"/>
            <a:ext cx="8178800" cy="4362450"/>
          </a:xfrm>
          <a:noFill/>
        </p:spPr>
        <p:txBody>
          <a:bodyPr lIns="90488" tIns="44450" rIns="90488" bIns="44450"/>
          <a:lstStyle/>
          <a:p>
            <a:r>
              <a:rPr lang="en-US" altLang="en-US"/>
              <a:t>Add, Subtract, Multiply, Divide, Absolute, etc.</a:t>
            </a:r>
          </a:p>
          <a:p>
            <a:r>
              <a:rPr lang="en-US" altLang="en-US"/>
              <a:t>For signed integer (fixed-point) numbers</a:t>
            </a:r>
          </a:p>
          <a:p>
            <a:r>
              <a:rPr lang="en-US" altLang="en-US"/>
              <a:t>Often also for floating point numbers</a:t>
            </a:r>
          </a:p>
          <a:p>
            <a:r>
              <a:rPr lang="en-US" altLang="en-US"/>
              <a:t>May include single-operand instructions:</a:t>
            </a:r>
          </a:p>
          <a:p>
            <a:pPr lvl="1"/>
            <a:r>
              <a:rPr lang="en-US" altLang="en-US"/>
              <a:t>Absolute (|a|)</a:t>
            </a:r>
          </a:p>
          <a:p>
            <a:pPr lvl="1"/>
            <a:r>
              <a:rPr lang="en-US" altLang="en-US"/>
              <a:t>Increment (a++)</a:t>
            </a:r>
          </a:p>
          <a:p>
            <a:pPr lvl="1"/>
            <a:r>
              <a:rPr lang="en-US" altLang="en-US"/>
              <a:t>Decrement (a--)</a:t>
            </a:r>
          </a:p>
          <a:p>
            <a:pPr lvl="1"/>
            <a:r>
              <a:rPr lang="en-US" altLang="en-US"/>
              <a:t>Negate (-a)</a:t>
            </a:r>
          </a:p>
          <a:p>
            <a:r>
              <a:rPr lang="en-US" altLang="en-US"/>
              <a:t>Involves the ALU</a:t>
            </a: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4">
            <a:extLst>
              <a:ext uri="{FF2B5EF4-FFF2-40B4-BE49-F238E27FC236}">
                <a16:creationId xmlns:a16="http://schemas.microsoft.com/office/drawing/2014/main" id="{B26FAB1E-3C9F-2E62-08BE-EDAE749BDC00}"/>
              </a:ext>
            </a:extLst>
          </p:cNvPr>
          <p:cNvSpPr>
            <a:spLocks noGrp="1" noChangeArrowheads="1"/>
          </p:cNvSpPr>
          <p:nvPr>
            <p:ph type="title"/>
          </p:nvPr>
        </p:nvSpPr>
        <p:spPr>
          <a:noFill/>
        </p:spPr>
        <p:txBody>
          <a:bodyPr lIns="90488" tIns="44450" rIns="90488" bIns="44450"/>
          <a:lstStyle/>
          <a:p>
            <a:r>
              <a:rPr lang="en-US" altLang="en-US"/>
              <a:t>Logical</a:t>
            </a:r>
          </a:p>
        </p:txBody>
      </p:sp>
      <p:sp>
        <p:nvSpPr>
          <p:cNvPr id="122883" name="Rectangle 5">
            <a:extLst>
              <a:ext uri="{FF2B5EF4-FFF2-40B4-BE49-F238E27FC236}">
                <a16:creationId xmlns:a16="http://schemas.microsoft.com/office/drawing/2014/main" id="{94A368A9-269A-4278-BC59-B4CCDF98E196}"/>
              </a:ext>
            </a:extLst>
          </p:cNvPr>
          <p:cNvSpPr>
            <a:spLocks noGrp="1" noChangeArrowheads="1"/>
          </p:cNvSpPr>
          <p:nvPr>
            <p:ph type="body" idx="1"/>
          </p:nvPr>
        </p:nvSpPr>
        <p:spPr>
          <a:noFill/>
        </p:spPr>
        <p:txBody>
          <a:bodyPr lIns="90488" tIns="44450" rIns="90488" bIns="44450"/>
          <a:lstStyle/>
          <a:p>
            <a:r>
              <a:rPr lang="en-US" altLang="en-US"/>
              <a:t>Bitwise operations</a:t>
            </a:r>
          </a:p>
          <a:p>
            <a:r>
              <a:rPr lang="en-US" altLang="en-US"/>
              <a:t>AND, OR, NOT, XOR, EQUAL</a:t>
            </a:r>
          </a:p>
          <a:p>
            <a:r>
              <a:rPr lang="en-US" altLang="en-US"/>
              <a:t>Logical Shifts</a:t>
            </a:r>
          </a:p>
          <a:p>
            <a:pPr lvl="1"/>
            <a:r>
              <a:rPr lang="en-US" altLang="en-US"/>
              <a:t>Bits shifted to left or right</a:t>
            </a:r>
          </a:p>
          <a:p>
            <a:pPr lvl="1"/>
            <a:r>
              <a:rPr lang="en-US" altLang="en-US"/>
              <a:t>Bit shifted out is lost; at other end, 0 shifted in</a:t>
            </a:r>
          </a:p>
        </p:txBody>
      </p:sp>
      <p:sp>
        <p:nvSpPr>
          <p:cNvPr id="45063" name="Rectangle 7">
            <a:extLst>
              <a:ext uri="{FF2B5EF4-FFF2-40B4-BE49-F238E27FC236}">
                <a16:creationId xmlns:a16="http://schemas.microsoft.com/office/drawing/2014/main" id="{570AF5A4-55EC-47FE-AF22-81E5BD88287D}"/>
              </a:ext>
            </a:extLst>
          </p:cNvPr>
          <p:cNvSpPr>
            <a:spLocks noChangeArrowheads="1"/>
          </p:cNvSpPr>
          <p:nvPr/>
        </p:nvSpPr>
        <p:spPr bwMode="auto">
          <a:xfrm>
            <a:off x="852488" y="48926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64" name="Rectangle 8">
            <a:extLst>
              <a:ext uri="{FF2B5EF4-FFF2-40B4-BE49-F238E27FC236}">
                <a16:creationId xmlns:a16="http://schemas.microsoft.com/office/drawing/2014/main" id="{A08C36C6-B722-0A4F-6DC3-EA6789E98ED5}"/>
              </a:ext>
            </a:extLst>
          </p:cNvPr>
          <p:cNvSpPr>
            <a:spLocks noChangeArrowheads="1"/>
          </p:cNvSpPr>
          <p:nvPr/>
        </p:nvSpPr>
        <p:spPr bwMode="auto">
          <a:xfrm>
            <a:off x="1385888" y="48926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65" name="Rectangle 9">
            <a:extLst>
              <a:ext uri="{FF2B5EF4-FFF2-40B4-BE49-F238E27FC236}">
                <a16:creationId xmlns:a16="http://schemas.microsoft.com/office/drawing/2014/main" id="{F3774461-A967-C69D-C338-7319FFE25D3E}"/>
              </a:ext>
            </a:extLst>
          </p:cNvPr>
          <p:cNvSpPr>
            <a:spLocks noChangeArrowheads="1"/>
          </p:cNvSpPr>
          <p:nvPr/>
        </p:nvSpPr>
        <p:spPr bwMode="auto">
          <a:xfrm>
            <a:off x="1919288" y="48926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66" name="Rectangle 10">
            <a:extLst>
              <a:ext uri="{FF2B5EF4-FFF2-40B4-BE49-F238E27FC236}">
                <a16:creationId xmlns:a16="http://schemas.microsoft.com/office/drawing/2014/main" id="{C249F620-F332-0EE1-5EF5-54E6F7F6ACAE}"/>
              </a:ext>
            </a:extLst>
          </p:cNvPr>
          <p:cNvSpPr>
            <a:spLocks noChangeArrowheads="1"/>
          </p:cNvSpPr>
          <p:nvPr/>
        </p:nvSpPr>
        <p:spPr bwMode="auto">
          <a:xfrm>
            <a:off x="2452688" y="48926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67" name="Rectangle 11">
            <a:extLst>
              <a:ext uri="{FF2B5EF4-FFF2-40B4-BE49-F238E27FC236}">
                <a16:creationId xmlns:a16="http://schemas.microsoft.com/office/drawing/2014/main" id="{CA4815C6-5ADE-1082-336A-C5BAF2B68B26}"/>
              </a:ext>
            </a:extLst>
          </p:cNvPr>
          <p:cNvSpPr>
            <a:spLocks noChangeArrowheads="1"/>
          </p:cNvSpPr>
          <p:nvPr/>
        </p:nvSpPr>
        <p:spPr bwMode="auto">
          <a:xfrm>
            <a:off x="5195888" y="48926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68" name="Rectangle 12">
            <a:extLst>
              <a:ext uri="{FF2B5EF4-FFF2-40B4-BE49-F238E27FC236}">
                <a16:creationId xmlns:a16="http://schemas.microsoft.com/office/drawing/2014/main" id="{49C7D3FE-D211-B45C-06C6-4BE190B4A2E8}"/>
              </a:ext>
            </a:extLst>
          </p:cNvPr>
          <p:cNvSpPr>
            <a:spLocks noChangeArrowheads="1"/>
          </p:cNvSpPr>
          <p:nvPr/>
        </p:nvSpPr>
        <p:spPr bwMode="auto">
          <a:xfrm>
            <a:off x="5729288" y="48926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122890" name="Rectangle 13">
            <a:extLst>
              <a:ext uri="{FF2B5EF4-FFF2-40B4-BE49-F238E27FC236}">
                <a16:creationId xmlns:a16="http://schemas.microsoft.com/office/drawing/2014/main" id="{33B777B6-9B20-ADDE-BF2F-9988A4DE6ADB}"/>
              </a:ext>
            </a:extLst>
          </p:cNvPr>
          <p:cNvSpPr>
            <a:spLocks noChangeArrowheads="1"/>
          </p:cNvSpPr>
          <p:nvPr/>
        </p:nvSpPr>
        <p:spPr bwMode="auto">
          <a:xfrm>
            <a:off x="2986088" y="4892675"/>
            <a:ext cx="2209800" cy="457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 • •</a:t>
            </a:r>
          </a:p>
        </p:txBody>
      </p:sp>
      <p:grpSp>
        <p:nvGrpSpPr>
          <p:cNvPr id="2" name="Group 44">
            <a:extLst>
              <a:ext uri="{FF2B5EF4-FFF2-40B4-BE49-F238E27FC236}">
                <a16:creationId xmlns:a16="http://schemas.microsoft.com/office/drawing/2014/main" id="{E7809988-D779-FF64-5DDB-3BF6F52621C1}"/>
              </a:ext>
            </a:extLst>
          </p:cNvPr>
          <p:cNvGrpSpPr>
            <a:grpSpLocks/>
          </p:cNvGrpSpPr>
          <p:nvPr/>
        </p:nvGrpSpPr>
        <p:grpSpPr bwMode="auto">
          <a:xfrm>
            <a:off x="455613" y="4419600"/>
            <a:ext cx="625475" cy="473075"/>
            <a:chOff x="287" y="2784"/>
            <a:chExt cx="394" cy="298"/>
          </a:xfrm>
        </p:grpSpPr>
        <p:sp>
          <p:nvSpPr>
            <p:cNvPr id="122922" name="Freeform 20">
              <a:extLst>
                <a:ext uri="{FF2B5EF4-FFF2-40B4-BE49-F238E27FC236}">
                  <a16:creationId xmlns:a16="http://schemas.microsoft.com/office/drawing/2014/main" id="{DB147381-662F-244F-003D-CA5448352C52}"/>
                </a:ext>
              </a:extLst>
            </p:cNvPr>
            <p:cNvSpPr>
              <a:spLocks/>
            </p:cNvSpPr>
            <p:nvPr/>
          </p:nvSpPr>
          <p:spPr bwMode="auto">
            <a:xfrm>
              <a:off x="441" y="2914"/>
              <a:ext cx="240" cy="168"/>
            </a:xfrm>
            <a:custGeom>
              <a:avLst/>
              <a:gdLst>
                <a:gd name="T0" fmla="*/ 0 w 240"/>
                <a:gd name="T1" fmla="*/ 24 h 168"/>
                <a:gd name="T2" fmla="*/ 144 w 240"/>
                <a:gd name="T3" fmla="*/ 24 h 168"/>
                <a:gd name="T4" fmla="*/ 240 w 240"/>
                <a:gd name="T5" fmla="*/ 168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52" y="12"/>
                    <a:pt x="104" y="0"/>
                    <a:pt x="144" y="24"/>
                  </a:cubicBezTo>
                  <a:cubicBezTo>
                    <a:pt x="184" y="48"/>
                    <a:pt x="212" y="108"/>
                    <a:pt x="240" y="168"/>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23" name="Text Box 21">
              <a:extLst>
                <a:ext uri="{FF2B5EF4-FFF2-40B4-BE49-F238E27FC236}">
                  <a16:creationId xmlns:a16="http://schemas.microsoft.com/office/drawing/2014/main" id="{BF4D1C91-BF05-F5D7-AE01-07FCC70800B1}"/>
                </a:ext>
              </a:extLst>
            </p:cNvPr>
            <p:cNvSpPr txBox="1">
              <a:spLocks noChangeArrowheads="1"/>
            </p:cNvSpPr>
            <p:nvPr/>
          </p:nvSpPr>
          <p:spPr bwMode="auto">
            <a:xfrm>
              <a:off x="287" y="2784"/>
              <a:ext cx="202"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0</a:t>
              </a:r>
            </a:p>
          </p:txBody>
        </p:sp>
      </p:grpSp>
      <p:grpSp>
        <p:nvGrpSpPr>
          <p:cNvPr id="3" name="Group 45">
            <a:extLst>
              <a:ext uri="{FF2B5EF4-FFF2-40B4-BE49-F238E27FC236}">
                <a16:creationId xmlns:a16="http://schemas.microsoft.com/office/drawing/2014/main" id="{654ABE2B-425B-C2C9-95C1-5896D516ABCD}"/>
              </a:ext>
            </a:extLst>
          </p:cNvPr>
          <p:cNvGrpSpPr>
            <a:grpSpLocks/>
          </p:cNvGrpSpPr>
          <p:nvPr/>
        </p:nvGrpSpPr>
        <p:grpSpPr bwMode="auto">
          <a:xfrm>
            <a:off x="1157288" y="4587875"/>
            <a:ext cx="5334000" cy="304800"/>
            <a:chOff x="729" y="2890"/>
            <a:chExt cx="3360" cy="192"/>
          </a:xfrm>
        </p:grpSpPr>
        <p:sp>
          <p:nvSpPr>
            <p:cNvPr id="122915" name="Freeform 14">
              <a:extLst>
                <a:ext uri="{FF2B5EF4-FFF2-40B4-BE49-F238E27FC236}">
                  <a16:creationId xmlns:a16="http://schemas.microsoft.com/office/drawing/2014/main" id="{2822FFD9-5D32-91EB-0697-3B8ED5B278F2}"/>
                </a:ext>
              </a:extLst>
            </p:cNvPr>
            <p:cNvSpPr>
              <a:spLocks/>
            </p:cNvSpPr>
            <p:nvPr/>
          </p:nvSpPr>
          <p:spPr bwMode="auto">
            <a:xfrm>
              <a:off x="729" y="293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16" name="Freeform 15">
              <a:extLst>
                <a:ext uri="{FF2B5EF4-FFF2-40B4-BE49-F238E27FC236}">
                  <a16:creationId xmlns:a16="http://schemas.microsoft.com/office/drawing/2014/main" id="{DFD9A460-0511-CE89-A3CB-54837DF200C7}"/>
                </a:ext>
              </a:extLst>
            </p:cNvPr>
            <p:cNvSpPr>
              <a:spLocks/>
            </p:cNvSpPr>
            <p:nvPr/>
          </p:nvSpPr>
          <p:spPr bwMode="auto">
            <a:xfrm>
              <a:off x="1065" y="293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17" name="Freeform 16">
              <a:extLst>
                <a:ext uri="{FF2B5EF4-FFF2-40B4-BE49-F238E27FC236}">
                  <a16:creationId xmlns:a16="http://schemas.microsoft.com/office/drawing/2014/main" id="{33A94517-C967-3296-4FBA-5C70728E897B}"/>
                </a:ext>
              </a:extLst>
            </p:cNvPr>
            <p:cNvSpPr>
              <a:spLocks/>
            </p:cNvSpPr>
            <p:nvPr/>
          </p:nvSpPr>
          <p:spPr bwMode="auto">
            <a:xfrm>
              <a:off x="1401" y="293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18" name="Freeform 17">
              <a:extLst>
                <a:ext uri="{FF2B5EF4-FFF2-40B4-BE49-F238E27FC236}">
                  <a16:creationId xmlns:a16="http://schemas.microsoft.com/office/drawing/2014/main" id="{B84456C5-2B70-3434-BA25-5AA14E401071}"/>
                </a:ext>
              </a:extLst>
            </p:cNvPr>
            <p:cNvSpPr>
              <a:spLocks/>
            </p:cNvSpPr>
            <p:nvPr/>
          </p:nvSpPr>
          <p:spPr bwMode="auto">
            <a:xfrm>
              <a:off x="1737" y="293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19" name="Freeform 18">
              <a:extLst>
                <a:ext uri="{FF2B5EF4-FFF2-40B4-BE49-F238E27FC236}">
                  <a16:creationId xmlns:a16="http://schemas.microsoft.com/office/drawing/2014/main" id="{7729F009-BDB5-D5DB-6D45-B3DC334A1097}"/>
                </a:ext>
              </a:extLst>
            </p:cNvPr>
            <p:cNvSpPr>
              <a:spLocks/>
            </p:cNvSpPr>
            <p:nvPr/>
          </p:nvSpPr>
          <p:spPr bwMode="auto">
            <a:xfrm>
              <a:off x="3129" y="293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20" name="Freeform 19">
              <a:extLst>
                <a:ext uri="{FF2B5EF4-FFF2-40B4-BE49-F238E27FC236}">
                  <a16:creationId xmlns:a16="http://schemas.microsoft.com/office/drawing/2014/main" id="{D4167F3C-A85F-F57F-CBF5-B50F1D4B9548}"/>
                </a:ext>
              </a:extLst>
            </p:cNvPr>
            <p:cNvSpPr>
              <a:spLocks/>
            </p:cNvSpPr>
            <p:nvPr/>
          </p:nvSpPr>
          <p:spPr bwMode="auto">
            <a:xfrm>
              <a:off x="3465" y="293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21" name="Freeform 22">
              <a:extLst>
                <a:ext uri="{FF2B5EF4-FFF2-40B4-BE49-F238E27FC236}">
                  <a16:creationId xmlns:a16="http://schemas.microsoft.com/office/drawing/2014/main" id="{A4D08C3E-573A-C73B-C6E9-DAC76CD05B48}"/>
                </a:ext>
              </a:extLst>
            </p:cNvPr>
            <p:cNvSpPr>
              <a:spLocks/>
            </p:cNvSpPr>
            <p:nvPr/>
          </p:nvSpPr>
          <p:spPr bwMode="auto">
            <a:xfrm flipH="1">
              <a:off x="3849" y="2890"/>
              <a:ext cx="240" cy="168"/>
            </a:xfrm>
            <a:custGeom>
              <a:avLst/>
              <a:gdLst>
                <a:gd name="T0" fmla="*/ 0 w 240"/>
                <a:gd name="T1" fmla="*/ 24 h 168"/>
                <a:gd name="T2" fmla="*/ 144 w 240"/>
                <a:gd name="T3" fmla="*/ 24 h 168"/>
                <a:gd name="T4" fmla="*/ 240 w 240"/>
                <a:gd name="T5" fmla="*/ 168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52" y="12"/>
                    <a:pt x="104" y="0"/>
                    <a:pt x="144" y="24"/>
                  </a:cubicBezTo>
                  <a:cubicBezTo>
                    <a:pt x="184" y="48"/>
                    <a:pt x="212" y="108"/>
                    <a:pt x="240" y="168"/>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sp>
        <p:nvSpPr>
          <p:cNvPr id="122893" name="Rectangle 2">
            <a:extLst>
              <a:ext uri="{FF2B5EF4-FFF2-40B4-BE49-F238E27FC236}">
                <a16:creationId xmlns:a16="http://schemas.microsoft.com/office/drawing/2014/main" id="{3EA5EA58-0A16-A786-59C3-3594F8B1F64D}"/>
              </a:ext>
            </a:extLst>
          </p:cNvPr>
          <p:cNvSpPr>
            <a:spLocks noChangeArrowheads="1"/>
          </p:cNvSpPr>
          <p:nvPr/>
        </p:nvSpPr>
        <p:spPr bwMode="auto">
          <a:xfrm>
            <a:off x="874713" y="59245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2894" name="Rectangle 3">
            <a:extLst>
              <a:ext uri="{FF2B5EF4-FFF2-40B4-BE49-F238E27FC236}">
                <a16:creationId xmlns:a16="http://schemas.microsoft.com/office/drawing/2014/main" id="{A093578F-7143-1413-B2A4-679AED9BCCF0}"/>
              </a:ext>
            </a:extLst>
          </p:cNvPr>
          <p:cNvSpPr>
            <a:spLocks noChangeArrowheads="1"/>
          </p:cNvSpPr>
          <p:nvPr/>
        </p:nvSpPr>
        <p:spPr bwMode="auto">
          <a:xfrm>
            <a:off x="2819400" y="57721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45079" name="Rectangle 23">
            <a:extLst>
              <a:ext uri="{FF2B5EF4-FFF2-40B4-BE49-F238E27FC236}">
                <a16:creationId xmlns:a16="http://schemas.microsoft.com/office/drawing/2014/main" id="{D363369D-15D0-ECB2-74E7-8D89CCFCB53F}"/>
              </a:ext>
            </a:extLst>
          </p:cNvPr>
          <p:cNvSpPr>
            <a:spLocks noChangeArrowheads="1"/>
          </p:cNvSpPr>
          <p:nvPr/>
        </p:nvSpPr>
        <p:spPr bwMode="auto">
          <a:xfrm>
            <a:off x="852488" y="60960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80" name="Rectangle 24">
            <a:extLst>
              <a:ext uri="{FF2B5EF4-FFF2-40B4-BE49-F238E27FC236}">
                <a16:creationId xmlns:a16="http://schemas.microsoft.com/office/drawing/2014/main" id="{275749C1-FF39-18D7-01B2-EA8ABEE916EB}"/>
              </a:ext>
            </a:extLst>
          </p:cNvPr>
          <p:cNvSpPr>
            <a:spLocks noChangeArrowheads="1"/>
          </p:cNvSpPr>
          <p:nvPr/>
        </p:nvSpPr>
        <p:spPr bwMode="auto">
          <a:xfrm>
            <a:off x="1385888" y="60960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81" name="Rectangle 25">
            <a:extLst>
              <a:ext uri="{FF2B5EF4-FFF2-40B4-BE49-F238E27FC236}">
                <a16:creationId xmlns:a16="http://schemas.microsoft.com/office/drawing/2014/main" id="{F2A8FB06-30E2-E77D-0239-A30127C8093A}"/>
              </a:ext>
            </a:extLst>
          </p:cNvPr>
          <p:cNvSpPr>
            <a:spLocks noChangeArrowheads="1"/>
          </p:cNvSpPr>
          <p:nvPr/>
        </p:nvSpPr>
        <p:spPr bwMode="auto">
          <a:xfrm>
            <a:off x="1919288" y="60960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82" name="Rectangle 26">
            <a:extLst>
              <a:ext uri="{FF2B5EF4-FFF2-40B4-BE49-F238E27FC236}">
                <a16:creationId xmlns:a16="http://schemas.microsoft.com/office/drawing/2014/main" id="{5D113AEF-A1AC-427C-1D05-EA725003BF32}"/>
              </a:ext>
            </a:extLst>
          </p:cNvPr>
          <p:cNvSpPr>
            <a:spLocks noChangeArrowheads="1"/>
          </p:cNvSpPr>
          <p:nvPr/>
        </p:nvSpPr>
        <p:spPr bwMode="auto">
          <a:xfrm>
            <a:off x="2452688" y="60960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83" name="Rectangle 27">
            <a:extLst>
              <a:ext uri="{FF2B5EF4-FFF2-40B4-BE49-F238E27FC236}">
                <a16:creationId xmlns:a16="http://schemas.microsoft.com/office/drawing/2014/main" id="{E421BCDB-E59A-CCB7-1364-A4C102A9B564}"/>
              </a:ext>
            </a:extLst>
          </p:cNvPr>
          <p:cNvSpPr>
            <a:spLocks noChangeArrowheads="1"/>
          </p:cNvSpPr>
          <p:nvPr/>
        </p:nvSpPr>
        <p:spPr bwMode="auto">
          <a:xfrm>
            <a:off x="5195888" y="60960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45084" name="Rectangle 28">
            <a:extLst>
              <a:ext uri="{FF2B5EF4-FFF2-40B4-BE49-F238E27FC236}">
                <a16:creationId xmlns:a16="http://schemas.microsoft.com/office/drawing/2014/main" id="{CB49A06E-755F-B093-F47E-4ABC5E551A8F}"/>
              </a:ext>
            </a:extLst>
          </p:cNvPr>
          <p:cNvSpPr>
            <a:spLocks noChangeArrowheads="1"/>
          </p:cNvSpPr>
          <p:nvPr/>
        </p:nvSpPr>
        <p:spPr bwMode="auto">
          <a:xfrm>
            <a:off x="5729288" y="60960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122901" name="Rectangle 29">
            <a:extLst>
              <a:ext uri="{FF2B5EF4-FFF2-40B4-BE49-F238E27FC236}">
                <a16:creationId xmlns:a16="http://schemas.microsoft.com/office/drawing/2014/main" id="{4565155A-E19A-DBF3-6ABB-472D68DED0D6}"/>
              </a:ext>
            </a:extLst>
          </p:cNvPr>
          <p:cNvSpPr>
            <a:spLocks noChangeArrowheads="1"/>
          </p:cNvSpPr>
          <p:nvPr/>
        </p:nvSpPr>
        <p:spPr bwMode="auto">
          <a:xfrm>
            <a:off x="2986088" y="6096000"/>
            <a:ext cx="2209800" cy="457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 • •</a:t>
            </a:r>
          </a:p>
        </p:txBody>
      </p:sp>
      <p:grpSp>
        <p:nvGrpSpPr>
          <p:cNvPr id="4" name="Group 46">
            <a:extLst>
              <a:ext uri="{FF2B5EF4-FFF2-40B4-BE49-F238E27FC236}">
                <a16:creationId xmlns:a16="http://schemas.microsoft.com/office/drawing/2014/main" id="{1C5CF59C-2EDF-CFFE-98B4-8E890AB963CB}"/>
              </a:ext>
            </a:extLst>
          </p:cNvPr>
          <p:cNvGrpSpPr>
            <a:grpSpLocks/>
          </p:cNvGrpSpPr>
          <p:nvPr/>
        </p:nvGrpSpPr>
        <p:grpSpPr bwMode="auto">
          <a:xfrm>
            <a:off x="700088" y="5829300"/>
            <a:ext cx="5257800" cy="266700"/>
            <a:chOff x="441" y="3672"/>
            <a:chExt cx="3312" cy="168"/>
          </a:xfrm>
        </p:grpSpPr>
        <p:sp>
          <p:nvSpPr>
            <p:cNvPr id="122908" name="Freeform 30">
              <a:extLst>
                <a:ext uri="{FF2B5EF4-FFF2-40B4-BE49-F238E27FC236}">
                  <a16:creationId xmlns:a16="http://schemas.microsoft.com/office/drawing/2014/main" id="{60817F8E-9797-2834-CC14-4B526999C711}"/>
                </a:ext>
              </a:extLst>
            </p:cNvPr>
            <p:cNvSpPr>
              <a:spLocks/>
            </p:cNvSpPr>
            <p:nvPr/>
          </p:nvSpPr>
          <p:spPr bwMode="auto">
            <a:xfrm>
              <a:off x="729" y="3696"/>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09" name="Freeform 31">
              <a:extLst>
                <a:ext uri="{FF2B5EF4-FFF2-40B4-BE49-F238E27FC236}">
                  <a16:creationId xmlns:a16="http://schemas.microsoft.com/office/drawing/2014/main" id="{4DFB49E1-BFDF-C981-8344-A386D2441ADF}"/>
                </a:ext>
              </a:extLst>
            </p:cNvPr>
            <p:cNvSpPr>
              <a:spLocks/>
            </p:cNvSpPr>
            <p:nvPr/>
          </p:nvSpPr>
          <p:spPr bwMode="auto">
            <a:xfrm>
              <a:off x="1065" y="3696"/>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10" name="Freeform 32">
              <a:extLst>
                <a:ext uri="{FF2B5EF4-FFF2-40B4-BE49-F238E27FC236}">
                  <a16:creationId xmlns:a16="http://schemas.microsoft.com/office/drawing/2014/main" id="{40EC73B4-DE18-AD45-01B5-0C7058B7CDC4}"/>
                </a:ext>
              </a:extLst>
            </p:cNvPr>
            <p:cNvSpPr>
              <a:spLocks/>
            </p:cNvSpPr>
            <p:nvPr/>
          </p:nvSpPr>
          <p:spPr bwMode="auto">
            <a:xfrm>
              <a:off x="1401" y="3696"/>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11" name="Freeform 33">
              <a:extLst>
                <a:ext uri="{FF2B5EF4-FFF2-40B4-BE49-F238E27FC236}">
                  <a16:creationId xmlns:a16="http://schemas.microsoft.com/office/drawing/2014/main" id="{868D1991-2126-DCE9-9C9D-A0C75415E1D7}"/>
                </a:ext>
              </a:extLst>
            </p:cNvPr>
            <p:cNvSpPr>
              <a:spLocks/>
            </p:cNvSpPr>
            <p:nvPr/>
          </p:nvSpPr>
          <p:spPr bwMode="auto">
            <a:xfrm>
              <a:off x="1737" y="3696"/>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12" name="Freeform 34">
              <a:extLst>
                <a:ext uri="{FF2B5EF4-FFF2-40B4-BE49-F238E27FC236}">
                  <a16:creationId xmlns:a16="http://schemas.microsoft.com/office/drawing/2014/main" id="{1857B7C8-6BD6-86BA-A599-85061248EEE0}"/>
                </a:ext>
              </a:extLst>
            </p:cNvPr>
            <p:cNvSpPr>
              <a:spLocks/>
            </p:cNvSpPr>
            <p:nvPr/>
          </p:nvSpPr>
          <p:spPr bwMode="auto">
            <a:xfrm>
              <a:off x="3129" y="3696"/>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13" name="Freeform 35">
              <a:extLst>
                <a:ext uri="{FF2B5EF4-FFF2-40B4-BE49-F238E27FC236}">
                  <a16:creationId xmlns:a16="http://schemas.microsoft.com/office/drawing/2014/main" id="{E053F812-0DF1-AB65-E8ED-3128F25015A3}"/>
                </a:ext>
              </a:extLst>
            </p:cNvPr>
            <p:cNvSpPr>
              <a:spLocks/>
            </p:cNvSpPr>
            <p:nvPr/>
          </p:nvSpPr>
          <p:spPr bwMode="auto">
            <a:xfrm>
              <a:off x="3465" y="3696"/>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2914" name="Freeform 36">
              <a:extLst>
                <a:ext uri="{FF2B5EF4-FFF2-40B4-BE49-F238E27FC236}">
                  <a16:creationId xmlns:a16="http://schemas.microsoft.com/office/drawing/2014/main" id="{00FD612E-60A5-4DC9-1D97-244FD538A1E4}"/>
                </a:ext>
              </a:extLst>
            </p:cNvPr>
            <p:cNvSpPr>
              <a:spLocks/>
            </p:cNvSpPr>
            <p:nvPr/>
          </p:nvSpPr>
          <p:spPr bwMode="auto">
            <a:xfrm>
              <a:off x="441" y="3672"/>
              <a:ext cx="240" cy="168"/>
            </a:xfrm>
            <a:custGeom>
              <a:avLst/>
              <a:gdLst>
                <a:gd name="T0" fmla="*/ 0 w 240"/>
                <a:gd name="T1" fmla="*/ 24 h 168"/>
                <a:gd name="T2" fmla="*/ 144 w 240"/>
                <a:gd name="T3" fmla="*/ 24 h 168"/>
                <a:gd name="T4" fmla="*/ 240 w 240"/>
                <a:gd name="T5" fmla="*/ 168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52" y="12"/>
                    <a:pt x="104" y="0"/>
                    <a:pt x="144" y="24"/>
                  </a:cubicBezTo>
                  <a:cubicBezTo>
                    <a:pt x="184" y="48"/>
                    <a:pt x="212" y="108"/>
                    <a:pt x="240" y="168"/>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grpSp>
        <p:nvGrpSpPr>
          <p:cNvPr id="5" name="Group 47">
            <a:extLst>
              <a:ext uri="{FF2B5EF4-FFF2-40B4-BE49-F238E27FC236}">
                <a16:creationId xmlns:a16="http://schemas.microsoft.com/office/drawing/2014/main" id="{5684C97D-A200-E21D-2D0E-C20EFB779DA1}"/>
              </a:ext>
            </a:extLst>
          </p:cNvPr>
          <p:cNvGrpSpPr>
            <a:grpSpLocks/>
          </p:cNvGrpSpPr>
          <p:nvPr/>
        </p:nvGrpSpPr>
        <p:grpSpPr bwMode="auto">
          <a:xfrm>
            <a:off x="6110288" y="5622925"/>
            <a:ext cx="609600" cy="434975"/>
            <a:chOff x="3849" y="3542"/>
            <a:chExt cx="384" cy="274"/>
          </a:xfrm>
        </p:grpSpPr>
        <p:sp>
          <p:nvSpPr>
            <p:cNvPr id="122906" name="Text Box 37">
              <a:extLst>
                <a:ext uri="{FF2B5EF4-FFF2-40B4-BE49-F238E27FC236}">
                  <a16:creationId xmlns:a16="http://schemas.microsoft.com/office/drawing/2014/main" id="{D0C6E19F-5F3B-ECCB-BDF0-3F82D2E5843E}"/>
                </a:ext>
              </a:extLst>
            </p:cNvPr>
            <p:cNvSpPr txBox="1">
              <a:spLocks noChangeArrowheads="1"/>
            </p:cNvSpPr>
            <p:nvPr/>
          </p:nvSpPr>
          <p:spPr bwMode="auto">
            <a:xfrm>
              <a:off x="4031" y="3542"/>
              <a:ext cx="202"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0</a:t>
              </a:r>
            </a:p>
          </p:txBody>
        </p:sp>
        <p:sp>
          <p:nvSpPr>
            <p:cNvPr id="122907" name="Freeform 38">
              <a:extLst>
                <a:ext uri="{FF2B5EF4-FFF2-40B4-BE49-F238E27FC236}">
                  <a16:creationId xmlns:a16="http://schemas.microsoft.com/office/drawing/2014/main" id="{76E56183-386F-4E33-B56D-4F30B2410630}"/>
                </a:ext>
              </a:extLst>
            </p:cNvPr>
            <p:cNvSpPr>
              <a:spLocks/>
            </p:cNvSpPr>
            <p:nvPr/>
          </p:nvSpPr>
          <p:spPr bwMode="auto">
            <a:xfrm flipH="1">
              <a:off x="3849" y="3648"/>
              <a:ext cx="240" cy="168"/>
            </a:xfrm>
            <a:custGeom>
              <a:avLst/>
              <a:gdLst>
                <a:gd name="T0" fmla="*/ 0 w 240"/>
                <a:gd name="T1" fmla="*/ 24 h 168"/>
                <a:gd name="T2" fmla="*/ 144 w 240"/>
                <a:gd name="T3" fmla="*/ 24 h 168"/>
                <a:gd name="T4" fmla="*/ 240 w 240"/>
                <a:gd name="T5" fmla="*/ 168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52" y="12"/>
                    <a:pt x="104" y="0"/>
                    <a:pt x="144" y="24"/>
                  </a:cubicBezTo>
                  <a:cubicBezTo>
                    <a:pt x="184" y="48"/>
                    <a:pt x="212" y="108"/>
                    <a:pt x="240" y="168"/>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sp>
        <p:nvSpPr>
          <p:cNvPr id="122904" name="Text Box 39">
            <a:extLst>
              <a:ext uri="{FF2B5EF4-FFF2-40B4-BE49-F238E27FC236}">
                <a16:creationId xmlns:a16="http://schemas.microsoft.com/office/drawing/2014/main" id="{A10F0436-82CB-A857-6F8D-BC74852B8DBB}"/>
              </a:ext>
            </a:extLst>
          </p:cNvPr>
          <p:cNvSpPr txBox="1">
            <a:spLocks noChangeArrowheads="1"/>
          </p:cNvSpPr>
          <p:nvPr/>
        </p:nvSpPr>
        <p:spPr bwMode="auto">
          <a:xfrm>
            <a:off x="6629400" y="4860925"/>
            <a:ext cx="21304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a:latin typeface="Tahoma" panose="020B0604030504040204" pitchFamily="34" charset="0"/>
              </a:rPr>
              <a:t>Logical right shift</a:t>
            </a:r>
          </a:p>
        </p:txBody>
      </p:sp>
      <p:sp>
        <p:nvSpPr>
          <p:cNvPr id="122905" name="Text Box 40">
            <a:extLst>
              <a:ext uri="{FF2B5EF4-FFF2-40B4-BE49-F238E27FC236}">
                <a16:creationId xmlns:a16="http://schemas.microsoft.com/office/drawing/2014/main" id="{ABF93447-F797-A662-C3F8-7D3693BD911E}"/>
              </a:ext>
            </a:extLst>
          </p:cNvPr>
          <p:cNvSpPr txBox="1">
            <a:spLocks noChangeArrowheads="1"/>
          </p:cNvSpPr>
          <p:nvPr/>
        </p:nvSpPr>
        <p:spPr bwMode="auto">
          <a:xfrm>
            <a:off x="6629400" y="6096000"/>
            <a:ext cx="1970088"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a:latin typeface="Tahoma" panose="020B0604030504040204" pitchFamily="34" charset="0"/>
              </a:rPr>
              <a:t>Logical left shift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righ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48EBC817-FA37-7172-754C-9EF6872B6A0E}"/>
              </a:ext>
            </a:extLst>
          </p:cNvPr>
          <p:cNvSpPr>
            <a:spLocks noGrp="1" noChangeArrowheads="1"/>
          </p:cNvSpPr>
          <p:nvPr>
            <p:ph type="title"/>
          </p:nvPr>
        </p:nvSpPr>
        <p:spPr/>
        <p:txBody>
          <a:bodyPr/>
          <a:lstStyle/>
          <a:p>
            <a:r>
              <a:rPr lang="en-US" altLang="en-US"/>
              <a:t>Logical</a:t>
            </a:r>
          </a:p>
        </p:txBody>
      </p:sp>
      <p:sp>
        <p:nvSpPr>
          <p:cNvPr id="123907" name="Rectangle 3">
            <a:extLst>
              <a:ext uri="{FF2B5EF4-FFF2-40B4-BE49-F238E27FC236}">
                <a16:creationId xmlns:a16="http://schemas.microsoft.com/office/drawing/2014/main" id="{06662918-3AB7-AF25-F7A7-8819F9FD8668}"/>
              </a:ext>
            </a:extLst>
          </p:cNvPr>
          <p:cNvSpPr>
            <a:spLocks noGrp="1" noChangeArrowheads="1"/>
          </p:cNvSpPr>
          <p:nvPr>
            <p:ph type="body" idx="1"/>
          </p:nvPr>
        </p:nvSpPr>
        <p:spPr>
          <a:xfrm>
            <a:off x="457200" y="1885950"/>
            <a:ext cx="8178800" cy="4667250"/>
          </a:xfrm>
        </p:spPr>
        <p:txBody>
          <a:bodyPr/>
          <a:lstStyle/>
          <a:p>
            <a:pPr lvl="1"/>
            <a:r>
              <a:rPr lang="en-US" altLang="en-US"/>
              <a:t>Useful to transmitting characters to IO device:</a:t>
            </a:r>
          </a:p>
          <a:p>
            <a:pPr lvl="2"/>
            <a:r>
              <a:rPr lang="en-US" altLang="en-US"/>
              <a:t>e.g. for 16 bit word containing 2 characters</a:t>
            </a:r>
          </a:p>
          <a:p>
            <a:pPr lvl="2"/>
            <a:r>
              <a:rPr lang="en-US" altLang="en-US"/>
              <a:t>Load word into register</a:t>
            </a:r>
          </a:p>
          <a:p>
            <a:pPr lvl="2"/>
            <a:r>
              <a:rPr lang="en-US" altLang="en-US"/>
              <a:t>Shift right eight times (shifts remaining characters to right half of register)</a:t>
            </a:r>
          </a:p>
          <a:p>
            <a:pPr lvl="2"/>
            <a:r>
              <a:rPr lang="en-US" altLang="en-US"/>
              <a:t>Perform IO (IO module read lower-order 8 bits from bus)</a:t>
            </a:r>
          </a:p>
          <a:p>
            <a:pPr lvl="3"/>
            <a:r>
              <a:rPr lang="en-US" altLang="en-US"/>
              <a:t>This is the LEFT character</a:t>
            </a:r>
          </a:p>
          <a:p>
            <a:pPr lvl="2"/>
            <a:r>
              <a:rPr lang="en-US" altLang="en-US"/>
              <a:t>Then load words again</a:t>
            </a:r>
          </a:p>
          <a:p>
            <a:pPr lvl="2"/>
            <a:r>
              <a:rPr lang="en-US" altLang="en-US"/>
              <a:t>AND with 0000000011111111 (masks out character on the left)</a:t>
            </a:r>
          </a:p>
          <a:p>
            <a:pPr lvl="2"/>
            <a:r>
              <a:rPr lang="en-US" altLang="en-US"/>
              <a:t>Perform IO for second character</a:t>
            </a:r>
          </a:p>
          <a:p>
            <a:pPr lvl="3"/>
            <a:r>
              <a:rPr lang="en-US" altLang="en-US"/>
              <a:t>This is the RIGHT character</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BBD55A61-2611-F6B8-CB61-4F56593B2BFD}"/>
              </a:ext>
            </a:extLst>
          </p:cNvPr>
          <p:cNvSpPr>
            <a:spLocks noGrp="1" noChangeArrowheads="1"/>
          </p:cNvSpPr>
          <p:nvPr>
            <p:ph type="title"/>
          </p:nvPr>
        </p:nvSpPr>
        <p:spPr/>
        <p:txBody>
          <a:bodyPr/>
          <a:lstStyle/>
          <a:p>
            <a:r>
              <a:rPr lang="en-US" altLang="en-US"/>
              <a:t>Logical</a:t>
            </a:r>
          </a:p>
        </p:txBody>
      </p:sp>
      <p:sp>
        <p:nvSpPr>
          <p:cNvPr id="124931" name="Rectangle 3">
            <a:extLst>
              <a:ext uri="{FF2B5EF4-FFF2-40B4-BE49-F238E27FC236}">
                <a16:creationId xmlns:a16="http://schemas.microsoft.com/office/drawing/2014/main" id="{149F394E-06F4-89AB-58AE-012E27DA2627}"/>
              </a:ext>
            </a:extLst>
          </p:cNvPr>
          <p:cNvSpPr>
            <a:spLocks noGrp="1" noChangeArrowheads="1"/>
          </p:cNvSpPr>
          <p:nvPr>
            <p:ph type="body" idx="1"/>
          </p:nvPr>
        </p:nvSpPr>
        <p:spPr/>
        <p:txBody>
          <a:bodyPr/>
          <a:lstStyle/>
          <a:p>
            <a:r>
              <a:rPr lang="en-US" altLang="en-US"/>
              <a:t>Arithmetic Shifts</a:t>
            </a:r>
          </a:p>
          <a:p>
            <a:pPr lvl="1"/>
            <a:r>
              <a:rPr lang="en-US" altLang="en-US"/>
              <a:t>Does not shift sign bit (sign bit is replicated to right or left)</a:t>
            </a:r>
          </a:p>
        </p:txBody>
      </p:sp>
      <p:sp>
        <p:nvSpPr>
          <p:cNvPr id="84998" name="Rectangle 6">
            <a:extLst>
              <a:ext uri="{FF2B5EF4-FFF2-40B4-BE49-F238E27FC236}">
                <a16:creationId xmlns:a16="http://schemas.microsoft.com/office/drawing/2014/main" id="{0FE60D65-81AB-DA5D-D312-D3A2BC98D3E9}"/>
              </a:ext>
            </a:extLst>
          </p:cNvPr>
          <p:cNvSpPr>
            <a:spLocks noChangeArrowheads="1"/>
          </p:cNvSpPr>
          <p:nvPr/>
        </p:nvSpPr>
        <p:spPr bwMode="auto">
          <a:xfrm>
            <a:off x="852488" y="39782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4999" name="Rectangle 7">
            <a:extLst>
              <a:ext uri="{FF2B5EF4-FFF2-40B4-BE49-F238E27FC236}">
                <a16:creationId xmlns:a16="http://schemas.microsoft.com/office/drawing/2014/main" id="{AD8030DE-582A-3A0E-1A3B-409E08ABBB3B}"/>
              </a:ext>
            </a:extLst>
          </p:cNvPr>
          <p:cNvSpPr>
            <a:spLocks noChangeArrowheads="1"/>
          </p:cNvSpPr>
          <p:nvPr/>
        </p:nvSpPr>
        <p:spPr bwMode="auto">
          <a:xfrm>
            <a:off x="1385888" y="39782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00" name="Rectangle 8">
            <a:extLst>
              <a:ext uri="{FF2B5EF4-FFF2-40B4-BE49-F238E27FC236}">
                <a16:creationId xmlns:a16="http://schemas.microsoft.com/office/drawing/2014/main" id="{86F8657C-39F9-B7D1-0ADA-44E0ABA77EA9}"/>
              </a:ext>
            </a:extLst>
          </p:cNvPr>
          <p:cNvSpPr>
            <a:spLocks noChangeArrowheads="1"/>
          </p:cNvSpPr>
          <p:nvPr/>
        </p:nvSpPr>
        <p:spPr bwMode="auto">
          <a:xfrm>
            <a:off x="1919288" y="39782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01" name="Rectangle 9">
            <a:extLst>
              <a:ext uri="{FF2B5EF4-FFF2-40B4-BE49-F238E27FC236}">
                <a16:creationId xmlns:a16="http://schemas.microsoft.com/office/drawing/2014/main" id="{AD53196C-3F85-B144-6B65-B42D9BCB145F}"/>
              </a:ext>
            </a:extLst>
          </p:cNvPr>
          <p:cNvSpPr>
            <a:spLocks noChangeArrowheads="1"/>
          </p:cNvSpPr>
          <p:nvPr/>
        </p:nvSpPr>
        <p:spPr bwMode="auto">
          <a:xfrm>
            <a:off x="2452688" y="39782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02" name="Rectangle 10">
            <a:extLst>
              <a:ext uri="{FF2B5EF4-FFF2-40B4-BE49-F238E27FC236}">
                <a16:creationId xmlns:a16="http://schemas.microsoft.com/office/drawing/2014/main" id="{5AB86E6C-B818-81EA-EF24-A587E420DA63}"/>
              </a:ext>
            </a:extLst>
          </p:cNvPr>
          <p:cNvSpPr>
            <a:spLocks noChangeArrowheads="1"/>
          </p:cNvSpPr>
          <p:nvPr/>
        </p:nvSpPr>
        <p:spPr bwMode="auto">
          <a:xfrm>
            <a:off x="5195888" y="39782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03" name="Rectangle 11">
            <a:extLst>
              <a:ext uri="{FF2B5EF4-FFF2-40B4-BE49-F238E27FC236}">
                <a16:creationId xmlns:a16="http://schemas.microsoft.com/office/drawing/2014/main" id="{325EE584-1860-E3D8-3B2F-29602852FFF9}"/>
              </a:ext>
            </a:extLst>
          </p:cNvPr>
          <p:cNvSpPr>
            <a:spLocks noChangeArrowheads="1"/>
          </p:cNvSpPr>
          <p:nvPr/>
        </p:nvSpPr>
        <p:spPr bwMode="auto">
          <a:xfrm>
            <a:off x="5729288" y="39782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124938" name="Rectangle 12">
            <a:extLst>
              <a:ext uri="{FF2B5EF4-FFF2-40B4-BE49-F238E27FC236}">
                <a16:creationId xmlns:a16="http://schemas.microsoft.com/office/drawing/2014/main" id="{CD78C27F-13BC-2273-2951-9DDF243E0C20}"/>
              </a:ext>
            </a:extLst>
          </p:cNvPr>
          <p:cNvSpPr>
            <a:spLocks noChangeArrowheads="1"/>
          </p:cNvSpPr>
          <p:nvPr/>
        </p:nvSpPr>
        <p:spPr bwMode="auto">
          <a:xfrm>
            <a:off x="2986088" y="3978275"/>
            <a:ext cx="2209800" cy="457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 • •</a:t>
            </a:r>
          </a:p>
        </p:txBody>
      </p:sp>
      <p:sp>
        <p:nvSpPr>
          <p:cNvPr id="85011" name="Freeform 19">
            <a:extLst>
              <a:ext uri="{FF2B5EF4-FFF2-40B4-BE49-F238E27FC236}">
                <a16:creationId xmlns:a16="http://schemas.microsoft.com/office/drawing/2014/main" id="{CF78712D-2491-C28D-CD5A-D9AA1B5784E4}"/>
              </a:ext>
            </a:extLst>
          </p:cNvPr>
          <p:cNvSpPr>
            <a:spLocks/>
          </p:cNvSpPr>
          <p:nvPr/>
        </p:nvSpPr>
        <p:spPr bwMode="auto">
          <a:xfrm>
            <a:off x="882650" y="3738563"/>
            <a:ext cx="198438" cy="239712"/>
          </a:xfrm>
          <a:custGeom>
            <a:avLst/>
            <a:gdLst>
              <a:gd name="T0" fmla="*/ 0 w 125"/>
              <a:gd name="T1" fmla="*/ 2147483646 h 151"/>
              <a:gd name="T2" fmla="*/ 2147483646 w 125"/>
              <a:gd name="T3" fmla="*/ 2147483646 h 151"/>
              <a:gd name="T4" fmla="*/ 2147483646 w 125"/>
              <a:gd name="T5" fmla="*/ 2147483646 h 151"/>
              <a:gd name="T6" fmla="*/ 0 60000 65536"/>
              <a:gd name="T7" fmla="*/ 0 60000 65536"/>
              <a:gd name="T8" fmla="*/ 0 60000 65536"/>
              <a:gd name="T9" fmla="*/ 0 w 125"/>
              <a:gd name="T10" fmla="*/ 0 h 151"/>
              <a:gd name="T11" fmla="*/ 125 w 125"/>
              <a:gd name="T12" fmla="*/ 151 h 151"/>
            </a:gdLst>
            <a:ahLst/>
            <a:cxnLst>
              <a:cxn ang="T6">
                <a:pos x="T0" y="T1"/>
              </a:cxn>
              <a:cxn ang="T7">
                <a:pos x="T2" y="T3"/>
              </a:cxn>
              <a:cxn ang="T8">
                <a:pos x="T4" y="T5"/>
              </a:cxn>
            </a:cxnLst>
            <a:rect l="T9" t="T10" r="T11" b="T12"/>
            <a:pathLst>
              <a:path w="125" h="151">
                <a:moveTo>
                  <a:pt x="0" y="111"/>
                </a:moveTo>
                <a:cubicBezTo>
                  <a:pt x="7" y="94"/>
                  <a:pt x="8" y="0"/>
                  <a:pt x="29" y="7"/>
                </a:cubicBezTo>
                <a:cubicBezTo>
                  <a:pt x="50" y="14"/>
                  <a:pt x="97" y="91"/>
                  <a:pt x="125" y="151"/>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nvGrpSpPr>
          <p:cNvPr id="2" name="Group 43">
            <a:extLst>
              <a:ext uri="{FF2B5EF4-FFF2-40B4-BE49-F238E27FC236}">
                <a16:creationId xmlns:a16="http://schemas.microsoft.com/office/drawing/2014/main" id="{40BC3219-217B-73C5-D373-5613702003C1}"/>
              </a:ext>
            </a:extLst>
          </p:cNvPr>
          <p:cNvGrpSpPr>
            <a:grpSpLocks/>
          </p:cNvGrpSpPr>
          <p:nvPr/>
        </p:nvGrpSpPr>
        <p:grpSpPr bwMode="auto">
          <a:xfrm>
            <a:off x="1157288" y="3673475"/>
            <a:ext cx="5334000" cy="304800"/>
            <a:chOff x="729" y="2314"/>
            <a:chExt cx="3360" cy="192"/>
          </a:xfrm>
        </p:grpSpPr>
        <p:sp>
          <p:nvSpPr>
            <p:cNvPr id="124961" name="Freeform 13">
              <a:extLst>
                <a:ext uri="{FF2B5EF4-FFF2-40B4-BE49-F238E27FC236}">
                  <a16:creationId xmlns:a16="http://schemas.microsoft.com/office/drawing/2014/main" id="{7091921E-2770-19A4-9FB8-2637B690FEE1}"/>
                </a:ext>
              </a:extLst>
            </p:cNvPr>
            <p:cNvSpPr>
              <a:spLocks/>
            </p:cNvSpPr>
            <p:nvPr/>
          </p:nvSpPr>
          <p:spPr bwMode="auto">
            <a:xfrm>
              <a:off x="729"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62" name="Freeform 14">
              <a:extLst>
                <a:ext uri="{FF2B5EF4-FFF2-40B4-BE49-F238E27FC236}">
                  <a16:creationId xmlns:a16="http://schemas.microsoft.com/office/drawing/2014/main" id="{5ED347F6-53C4-D580-5CDF-411D1FBDC3D9}"/>
                </a:ext>
              </a:extLst>
            </p:cNvPr>
            <p:cNvSpPr>
              <a:spLocks/>
            </p:cNvSpPr>
            <p:nvPr/>
          </p:nvSpPr>
          <p:spPr bwMode="auto">
            <a:xfrm>
              <a:off x="1065"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63" name="Freeform 15">
              <a:extLst>
                <a:ext uri="{FF2B5EF4-FFF2-40B4-BE49-F238E27FC236}">
                  <a16:creationId xmlns:a16="http://schemas.microsoft.com/office/drawing/2014/main" id="{5B16C8A7-91C7-F02B-6161-6E28F9700946}"/>
                </a:ext>
              </a:extLst>
            </p:cNvPr>
            <p:cNvSpPr>
              <a:spLocks/>
            </p:cNvSpPr>
            <p:nvPr/>
          </p:nvSpPr>
          <p:spPr bwMode="auto">
            <a:xfrm>
              <a:off x="1401"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64" name="Freeform 16">
              <a:extLst>
                <a:ext uri="{FF2B5EF4-FFF2-40B4-BE49-F238E27FC236}">
                  <a16:creationId xmlns:a16="http://schemas.microsoft.com/office/drawing/2014/main" id="{2278F2A5-0337-7D76-553A-357CBAD80E4F}"/>
                </a:ext>
              </a:extLst>
            </p:cNvPr>
            <p:cNvSpPr>
              <a:spLocks/>
            </p:cNvSpPr>
            <p:nvPr/>
          </p:nvSpPr>
          <p:spPr bwMode="auto">
            <a:xfrm>
              <a:off x="1737"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65" name="Freeform 17">
              <a:extLst>
                <a:ext uri="{FF2B5EF4-FFF2-40B4-BE49-F238E27FC236}">
                  <a16:creationId xmlns:a16="http://schemas.microsoft.com/office/drawing/2014/main" id="{AF644AA3-9D66-277D-16C4-A7225B9589DB}"/>
                </a:ext>
              </a:extLst>
            </p:cNvPr>
            <p:cNvSpPr>
              <a:spLocks/>
            </p:cNvSpPr>
            <p:nvPr/>
          </p:nvSpPr>
          <p:spPr bwMode="auto">
            <a:xfrm>
              <a:off x="3129"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66" name="Freeform 18">
              <a:extLst>
                <a:ext uri="{FF2B5EF4-FFF2-40B4-BE49-F238E27FC236}">
                  <a16:creationId xmlns:a16="http://schemas.microsoft.com/office/drawing/2014/main" id="{ACEFE40D-34CE-7756-F7D9-FB2A95D876A9}"/>
                </a:ext>
              </a:extLst>
            </p:cNvPr>
            <p:cNvSpPr>
              <a:spLocks/>
            </p:cNvSpPr>
            <p:nvPr/>
          </p:nvSpPr>
          <p:spPr bwMode="auto">
            <a:xfrm>
              <a:off x="3465"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67" name="Freeform 21">
              <a:extLst>
                <a:ext uri="{FF2B5EF4-FFF2-40B4-BE49-F238E27FC236}">
                  <a16:creationId xmlns:a16="http://schemas.microsoft.com/office/drawing/2014/main" id="{267ED17E-6532-0530-12B0-A0AFAF04F184}"/>
                </a:ext>
              </a:extLst>
            </p:cNvPr>
            <p:cNvSpPr>
              <a:spLocks/>
            </p:cNvSpPr>
            <p:nvPr/>
          </p:nvSpPr>
          <p:spPr bwMode="auto">
            <a:xfrm flipH="1">
              <a:off x="3849" y="2314"/>
              <a:ext cx="240" cy="168"/>
            </a:xfrm>
            <a:custGeom>
              <a:avLst/>
              <a:gdLst>
                <a:gd name="T0" fmla="*/ 0 w 240"/>
                <a:gd name="T1" fmla="*/ 24 h 168"/>
                <a:gd name="T2" fmla="*/ 144 w 240"/>
                <a:gd name="T3" fmla="*/ 24 h 168"/>
                <a:gd name="T4" fmla="*/ 240 w 240"/>
                <a:gd name="T5" fmla="*/ 168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52" y="12"/>
                    <a:pt x="104" y="0"/>
                    <a:pt x="144" y="24"/>
                  </a:cubicBezTo>
                  <a:cubicBezTo>
                    <a:pt x="184" y="48"/>
                    <a:pt x="212" y="108"/>
                    <a:pt x="240" y="168"/>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sp>
        <p:nvSpPr>
          <p:cNvPr id="124941" name="Text Box 38">
            <a:extLst>
              <a:ext uri="{FF2B5EF4-FFF2-40B4-BE49-F238E27FC236}">
                <a16:creationId xmlns:a16="http://schemas.microsoft.com/office/drawing/2014/main" id="{D79D072A-A721-1DD0-179A-E8E3EBF78362}"/>
              </a:ext>
            </a:extLst>
          </p:cNvPr>
          <p:cNvSpPr txBox="1">
            <a:spLocks noChangeArrowheads="1"/>
          </p:cNvSpPr>
          <p:nvPr/>
        </p:nvSpPr>
        <p:spPr bwMode="auto">
          <a:xfrm>
            <a:off x="6629400" y="3946525"/>
            <a:ext cx="24987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a:latin typeface="Tahoma" panose="020B0604030504040204" pitchFamily="34" charset="0"/>
              </a:rPr>
              <a:t>Arithmetic right shift</a:t>
            </a:r>
          </a:p>
        </p:txBody>
      </p:sp>
      <p:sp>
        <p:nvSpPr>
          <p:cNvPr id="124942" name="Text Box 39">
            <a:extLst>
              <a:ext uri="{FF2B5EF4-FFF2-40B4-BE49-F238E27FC236}">
                <a16:creationId xmlns:a16="http://schemas.microsoft.com/office/drawing/2014/main" id="{96527653-C9FD-65F3-06EE-2E3F20EB0FF6}"/>
              </a:ext>
            </a:extLst>
          </p:cNvPr>
          <p:cNvSpPr txBox="1">
            <a:spLocks noChangeArrowheads="1"/>
          </p:cNvSpPr>
          <p:nvPr/>
        </p:nvSpPr>
        <p:spPr bwMode="auto">
          <a:xfrm>
            <a:off x="6629400" y="5181600"/>
            <a:ext cx="2338388"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a:latin typeface="Tahoma" panose="020B0604030504040204" pitchFamily="34" charset="0"/>
              </a:rPr>
              <a:t>Arithmetic left shift</a:t>
            </a:r>
          </a:p>
        </p:txBody>
      </p:sp>
      <p:sp>
        <p:nvSpPr>
          <p:cNvPr id="124943" name="Rectangle 4">
            <a:extLst>
              <a:ext uri="{FF2B5EF4-FFF2-40B4-BE49-F238E27FC236}">
                <a16:creationId xmlns:a16="http://schemas.microsoft.com/office/drawing/2014/main" id="{E09C8722-1EC2-0E4E-A312-6336D3D9878B}"/>
              </a:ext>
            </a:extLst>
          </p:cNvPr>
          <p:cNvSpPr>
            <a:spLocks noChangeArrowheads="1"/>
          </p:cNvSpPr>
          <p:nvPr/>
        </p:nvSpPr>
        <p:spPr bwMode="auto">
          <a:xfrm>
            <a:off x="874713" y="50101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85014" name="Rectangle 22">
            <a:extLst>
              <a:ext uri="{FF2B5EF4-FFF2-40B4-BE49-F238E27FC236}">
                <a16:creationId xmlns:a16="http://schemas.microsoft.com/office/drawing/2014/main" id="{AF74D601-5288-FEA0-1C08-C839F19160EB}"/>
              </a:ext>
            </a:extLst>
          </p:cNvPr>
          <p:cNvSpPr>
            <a:spLocks noChangeArrowheads="1"/>
          </p:cNvSpPr>
          <p:nvPr/>
        </p:nvSpPr>
        <p:spPr bwMode="auto">
          <a:xfrm>
            <a:off x="852488" y="51816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5" name="Rectangle 23">
            <a:extLst>
              <a:ext uri="{FF2B5EF4-FFF2-40B4-BE49-F238E27FC236}">
                <a16:creationId xmlns:a16="http://schemas.microsoft.com/office/drawing/2014/main" id="{8458F013-E5AA-C030-41A1-23A0B38E2018}"/>
              </a:ext>
            </a:extLst>
          </p:cNvPr>
          <p:cNvSpPr>
            <a:spLocks noChangeArrowheads="1"/>
          </p:cNvSpPr>
          <p:nvPr/>
        </p:nvSpPr>
        <p:spPr bwMode="auto">
          <a:xfrm>
            <a:off x="1385888" y="51816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6" name="Rectangle 24">
            <a:extLst>
              <a:ext uri="{FF2B5EF4-FFF2-40B4-BE49-F238E27FC236}">
                <a16:creationId xmlns:a16="http://schemas.microsoft.com/office/drawing/2014/main" id="{BBA5EC69-F42A-BC1B-0F98-614BE98B992E}"/>
              </a:ext>
            </a:extLst>
          </p:cNvPr>
          <p:cNvSpPr>
            <a:spLocks noChangeArrowheads="1"/>
          </p:cNvSpPr>
          <p:nvPr/>
        </p:nvSpPr>
        <p:spPr bwMode="auto">
          <a:xfrm>
            <a:off x="1919288" y="51816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7" name="Rectangle 25">
            <a:extLst>
              <a:ext uri="{FF2B5EF4-FFF2-40B4-BE49-F238E27FC236}">
                <a16:creationId xmlns:a16="http://schemas.microsoft.com/office/drawing/2014/main" id="{53CA7849-B45F-1E07-592A-009F6AD17044}"/>
              </a:ext>
            </a:extLst>
          </p:cNvPr>
          <p:cNvSpPr>
            <a:spLocks noChangeArrowheads="1"/>
          </p:cNvSpPr>
          <p:nvPr/>
        </p:nvSpPr>
        <p:spPr bwMode="auto">
          <a:xfrm>
            <a:off x="2452688" y="51816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8" name="Rectangle 26">
            <a:extLst>
              <a:ext uri="{FF2B5EF4-FFF2-40B4-BE49-F238E27FC236}">
                <a16:creationId xmlns:a16="http://schemas.microsoft.com/office/drawing/2014/main" id="{B203418B-B230-02CB-67CB-2FDE4624A7F5}"/>
              </a:ext>
            </a:extLst>
          </p:cNvPr>
          <p:cNvSpPr>
            <a:spLocks noChangeArrowheads="1"/>
          </p:cNvSpPr>
          <p:nvPr/>
        </p:nvSpPr>
        <p:spPr bwMode="auto">
          <a:xfrm>
            <a:off x="5195888" y="51816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9" name="Rectangle 27">
            <a:extLst>
              <a:ext uri="{FF2B5EF4-FFF2-40B4-BE49-F238E27FC236}">
                <a16:creationId xmlns:a16="http://schemas.microsoft.com/office/drawing/2014/main" id="{82FB11D7-0F53-CC2D-9B22-EF4C2AE79B0B}"/>
              </a:ext>
            </a:extLst>
          </p:cNvPr>
          <p:cNvSpPr>
            <a:spLocks noChangeArrowheads="1"/>
          </p:cNvSpPr>
          <p:nvPr/>
        </p:nvSpPr>
        <p:spPr bwMode="auto">
          <a:xfrm>
            <a:off x="5729288" y="51816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124950" name="Rectangle 28">
            <a:extLst>
              <a:ext uri="{FF2B5EF4-FFF2-40B4-BE49-F238E27FC236}">
                <a16:creationId xmlns:a16="http://schemas.microsoft.com/office/drawing/2014/main" id="{4EC0D51F-6296-EFD4-08B9-7E1E9574C1B8}"/>
              </a:ext>
            </a:extLst>
          </p:cNvPr>
          <p:cNvSpPr>
            <a:spLocks noChangeArrowheads="1"/>
          </p:cNvSpPr>
          <p:nvPr/>
        </p:nvSpPr>
        <p:spPr bwMode="auto">
          <a:xfrm>
            <a:off x="2986088" y="5181600"/>
            <a:ext cx="2209800" cy="457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 • •</a:t>
            </a:r>
          </a:p>
        </p:txBody>
      </p:sp>
      <p:grpSp>
        <p:nvGrpSpPr>
          <p:cNvPr id="3" name="Group 44">
            <a:extLst>
              <a:ext uri="{FF2B5EF4-FFF2-40B4-BE49-F238E27FC236}">
                <a16:creationId xmlns:a16="http://schemas.microsoft.com/office/drawing/2014/main" id="{7DF4CCB4-5D59-C558-0CF9-C271D9D34957}"/>
              </a:ext>
            </a:extLst>
          </p:cNvPr>
          <p:cNvGrpSpPr>
            <a:grpSpLocks/>
          </p:cNvGrpSpPr>
          <p:nvPr/>
        </p:nvGrpSpPr>
        <p:grpSpPr bwMode="auto">
          <a:xfrm>
            <a:off x="700088" y="4857750"/>
            <a:ext cx="5257800" cy="457200"/>
            <a:chOff x="441" y="3060"/>
            <a:chExt cx="3312" cy="288"/>
          </a:xfrm>
        </p:grpSpPr>
        <p:sp>
          <p:nvSpPr>
            <p:cNvPr id="124953" name="Rectangle 5">
              <a:extLst>
                <a:ext uri="{FF2B5EF4-FFF2-40B4-BE49-F238E27FC236}">
                  <a16:creationId xmlns:a16="http://schemas.microsoft.com/office/drawing/2014/main" id="{F94DA2BB-C6F8-A68E-70EF-FB112E559838}"/>
                </a:ext>
              </a:extLst>
            </p:cNvPr>
            <p:cNvSpPr>
              <a:spLocks noChangeArrowheads="1"/>
            </p:cNvSpPr>
            <p:nvPr/>
          </p:nvSpPr>
          <p:spPr bwMode="auto">
            <a:xfrm>
              <a:off x="1776" y="3060"/>
              <a:ext cx="18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4954" name="Freeform 29">
              <a:extLst>
                <a:ext uri="{FF2B5EF4-FFF2-40B4-BE49-F238E27FC236}">
                  <a16:creationId xmlns:a16="http://schemas.microsoft.com/office/drawing/2014/main" id="{9E37F29D-F532-A899-BADF-965E203A9493}"/>
                </a:ext>
              </a:extLst>
            </p:cNvPr>
            <p:cNvSpPr>
              <a:spLocks/>
            </p:cNvSpPr>
            <p:nvPr/>
          </p:nvSpPr>
          <p:spPr bwMode="auto">
            <a:xfrm>
              <a:off x="729" y="312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55" name="Freeform 30">
              <a:extLst>
                <a:ext uri="{FF2B5EF4-FFF2-40B4-BE49-F238E27FC236}">
                  <a16:creationId xmlns:a16="http://schemas.microsoft.com/office/drawing/2014/main" id="{AFC7D591-036B-0B3C-ABCA-26D94EF9AD6C}"/>
                </a:ext>
              </a:extLst>
            </p:cNvPr>
            <p:cNvSpPr>
              <a:spLocks/>
            </p:cNvSpPr>
            <p:nvPr/>
          </p:nvSpPr>
          <p:spPr bwMode="auto">
            <a:xfrm>
              <a:off x="1065" y="312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56" name="Freeform 31">
              <a:extLst>
                <a:ext uri="{FF2B5EF4-FFF2-40B4-BE49-F238E27FC236}">
                  <a16:creationId xmlns:a16="http://schemas.microsoft.com/office/drawing/2014/main" id="{CECB96C6-5CA1-6C24-0260-CAE8479B9B39}"/>
                </a:ext>
              </a:extLst>
            </p:cNvPr>
            <p:cNvSpPr>
              <a:spLocks/>
            </p:cNvSpPr>
            <p:nvPr/>
          </p:nvSpPr>
          <p:spPr bwMode="auto">
            <a:xfrm>
              <a:off x="1401" y="312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57" name="Freeform 32">
              <a:extLst>
                <a:ext uri="{FF2B5EF4-FFF2-40B4-BE49-F238E27FC236}">
                  <a16:creationId xmlns:a16="http://schemas.microsoft.com/office/drawing/2014/main" id="{55D8104A-85C9-3E89-3BBF-289B94172A79}"/>
                </a:ext>
              </a:extLst>
            </p:cNvPr>
            <p:cNvSpPr>
              <a:spLocks/>
            </p:cNvSpPr>
            <p:nvPr/>
          </p:nvSpPr>
          <p:spPr bwMode="auto">
            <a:xfrm>
              <a:off x="1737" y="312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58" name="Freeform 33">
              <a:extLst>
                <a:ext uri="{FF2B5EF4-FFF2-40B4-BE49-F238E27FC236}">
                  <a16:creationId xmlns:a16="http://schemas.microsoft.com/office/drawing/2014/main" id="{B09AE85F-E22F-4509-FF47-062A8C3D2E5A}"/>
                </a:ext>
              </a:extLst>
            </p:cNvPr>
            <p:cNvSpPr>
              <a:spLocks/>
            </p:cNvSpPr>
            <p:nvPr/>
          </p:nvSpPr>
          <p:spPr bwMode="auto">
            <a:xfrm>
              <a:off x="3129" y="312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59" name="Freeform 34">
              <a:extLst>
                <a:ext uri="{FF2B5EF4-FFF2-40B4-BE49-F238E27FC236}">
                  <a16:creationId xmlns:a16="http://schemas.microsoft.com/office/drawing/2014/main" id="{F1E514B3-FCA5-8AB5-EA07-C608A3D5D2CA}"/>
                </a:ext>
              </a:extLst>
            </p:cNvPr>
            <p:cNvSpPr>
              <a:spLocks/>
            </p:cNvSpPr>
            <p:nvPr/>
          </p:nvSpPr>
          <p:spPr bwMode="auto">
            <a:xfrm>
              <a:off x="3465" y="312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4960" name="Freeform 35">
              <a:extLst>
                <a:ext uri="{FF2B5EF4-FFF2-40B4-BE49-F238E27FC236}">
                  <a16:creationId xmlns:a16="http://schemas.microsoft.com/office/drawing/2014/main" id="{437D6EE0-9DC7-2FE7-6C03-41CB39D41F6D}"/>
                </a:ext>
              </a:extLst>
            </p:cNvPr>
            <p:cNvSpPr>
              <a:spLocks/>
            </p:cNvSpPr>
            <p:nvPr/>
          </p:nvSpPr>
          <p:spPr bwMode="auto">
            <a:xfrm>
              <a:off x="441" y="3096"/>
              <a:ext cx="240" cy="168"/>
            </a:xfrm>
            <a:custGeom>
              <a:avLst/>
              <a:gdLst>
                <a:gd name="T0" fmla="*/ 0 w 240"/>
                <a:gd name="T1" fmla="*/ 24 h 168"/>
                <a:gd name="T2" fmla="*/ 144 w 240"/>
                <a:gd name="T3" fmla="*/ 24 h 168"/>
                <a:gd name="T4" fmla="*/ 240 w 240"/>
                <a:gd name="T5" fmla="*/ 168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52" y="12"/>
                    <a:pt x="104" y="0"/>
                    <a:pt x="144" y="24"/>
                  </a:cubicBezTo>
                  <a:cubicBezTo>
                    <a:pt x="184" y="48"/>
                    <a:pt x="212" y="108"/>
                    <a:pt x="240" y="168"/>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sp>
        <p:nvSpPr>
          <p:cNvPr id="85032" name="Freeform 40">
            <a:extLst>
              <a:ext uri="{FF2B5EF4-FFF2-40B4-BE49-F238E27FC236}">
                <a16:creationId xmlns:a16="http://schemas.microsoft.com/office/drawing/2014/main" id="{460B3189-A875-5467-F701-C793CB9BDDAF}"/>
              </a:ext>
            </a:extLst>
          </p:cNvPr>
          <p:cNvSpPr>
            <a:spLocks/>
          </p:cNvSpPr>
          <p:nvPr/>
        </p:nvSpPr>
        <p:spPr bwMode="auto">
          <a:xfrm flipH="1">
            <a:off x="6049963" y="4953000"/>
            <a:ext cx="198437" cy="239713"/>
          </a:xfrm>
          <a:custGeom>
            <a:avLst/>
            <a:gdLst>
              <a:gd name="T0" fmla="*/ 0 w 125"/>
              <a:gd name="T1" fmla="*/ 2147483646 h 151"/>
              <a:gd name="T2" fmla="*/ 2147483646 w 125"/>
              <a:gd name="T3" fmla="*/ 2147483646 h 151"/>
              <a:gd name="T4" fmla="*/ 2147483646 w 125"/>
              <a:gd name="T5" fmla="*/ 2147483646 h 151"/>
              <a:gd name="T6" fmla="*/ 0 60000 65536"/>
              <a:gd name="T7" fmla="*/ 0 60000 65536"/>
              <a:gd name="T8" fmla="*/ 0 60000 65536"/>
              <a:gd name="T9" fmla="*/ 0 w 125"/>
              <a:gd name="T10" fmla="*/ 0 h 151"/>
              <a:gd name="T11" fmla="*/ 125 w 125"/>
              <a:gd name="T12" fmla="*/ 151 h 151"/>
            </a:gdLst>
            <a:ahLst/>
            <a:cxnLst>
              <a:cxn ang="T6">
                <a:pos x="T0" y="T1"/>
              </a:cxn>
              <a:cxn ang="T7">
                <a:pos x="T2" y="T3"/>
              </a:cxn>
              <a:cxn ang="T8">
                <a:pos x="T4" y="T5"/>
              </a:cxn>
            </a:cxnLst>
            <a:rect l="T9" t="T10" r="T11" b="T12"/>
            <a:pathLst>
              <a:path w="125" h="151">
                <a:moveTo>
                  <a:pt x="0" y="111"/>
                </a:moveTo>
                <a:cubicBezTo>
                  <a:pt x="7" y="94"/>
                  <a:pt x="8" y="0"/>
                  <a:pt x="29" y="7"/>
                </a:cubicBezTo>
                <a:cubicBezTo>
                  <a:pt x="50" y="14"/>
                  <a:pt x="97" y="91"/>
                  <a:pt x="125" y="151"/>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5011"/>
                                        </p:tgtEl>
                                        <p:attrNameLst>
                                          <p:attrName>style.visibility</p:attrName>
                                        </p:attrNameLst>
                                      </p:cBhvr>
                                      <p:to>
                                        <p:strVal val="visible"/>
                                      </p:to>
                                    </p:set>
                                    <p:animEffect transition="in" filter="wipe(left)">
                                      <p:cBhvr>
                                        <p:cTn id="7" dur="500"/>
                                        <p:tgtEl>
                                          <p:spTgt spid="850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85032"/>
                                        </p:tgtEl>
                                        <p:attrNameLst>
                                          <p:attrName>style.visibility</p:attrName>
                                        </p:attrNameLst>
                                      </p:cBhvr>
                                      <p:to>
                                        <p:strVal val="visible"/>
                                      </p:to>
                                    </p:set>
                                    <p:animEffect transition="in" filter="wipe(right)">
                                      <p:cBhvr>
                                        <p:cTn id="17" dur="500"/>
                                        <p:tgtEl>
                                          <p:spTgt spid="850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righ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pic>
        <p:nvPicPr>
          <p:cNvPr id="125954" name="Picture 2">
            <a:extLst>
              <a:ext uri="{FF2B5EF4-FFF2-40B4-BE49-F238E27FC236}">
                <a16:creationId xmlns:a16="http://schemas.microsoft.com/office/drawing/2014/main" id="{0C09F5DA-0AD7-4C71-6556-8ABF484BC2C1}"/>
              </a:ext>
            </a:extLst>
          </p:cNvPr>
          <p:cNvPicPr>
            <a:picLocks noChangeAspect="1"/>
          </p:cNvPicPr>
          <p:nvPr/>
        </p:nvPicPr>
        <p:blipFill>
          <a:blip r:embed="rId2">
            <a:extLst>
              <a:ext uri="{28A0092B-C50C-407E-A947-70E740481C1C}">
                <a14:useLocalDpi xmlns:a14="http://schemas.microsoft.com/office/drawing/2010/main" val="0"/>
              </a:ext>
            </a:extLst>
          </a:blip>
          <a:srcRect l="7277" t="27142" r="7544" b="16251"/>
          <a:stretch>
            <a:fillRect/>
          </a:stretch>
        </p:blipFill>
        <p:spPr bwMode="auto">
          <a:xfrm>
            <a:off x="6037263" y="44450"/>
            <a:ext cx="303530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5" name="Rectangle 2">
            <a:extLst>
              <a:ext uri="{FF2B5EF4-FFF2-40B4-BE49-F238E27FC236}">
                <a16:creationId xmlns:a16="http://schemas.microsoft.com/office/drawing/2014/main" id="{098A348E-482F-5F3E-0028-F7F7FAC20DCD}"/>
              </a:ext>
            </a:extLst>
          </p:cNvPr>
          <p:cNvSpPr>
            <a:spLocks noGrp="1" noChangeArrowheads="1"/>
          </p:cNvSpPr>
          <p:nvPr>
            <p:ph type="title"/>
          </p:nvPr>
        </p:nvSpPr>
        <p:spPr/>
        <p:txBody>
          <a:bodyPr/>
          <a:lstStyle/>
          <a:p>
            <a:r>
              <a:rPr lang="en-US" altLang="en-US">
                <a:solidFill>
                  <a:schemeClr val="bg2"/>
                </a:solidFill>
              </a:rPr>
              <a:t>Logical</a:t>
            </a:r>
          </a:p>
        </p:txBody>
      </p:sp>
      <p:sp>
        <p:nvSpPr>
          <p:cNvPr id="125956" name="Rectangle 3">
            <a:extLst>
              <a:ext uri="{FF2B5EF4-FFF2-40B4-BE49-F238E27FC236}">
                <a16:creationId xmlns:a16="http://schemas.microsoft.com/office/drawing/2014/main" id="{6BD02F16-A4B9-B87F-0046-31C495CC6C56}"/>
              </a:ext>
            </a:extLst>
          </p:cNvPr>
          <p:cNvSpPr>
            <a:spLocks noGrp="1" noChangeArrowheads="1"/>
          </p:cNvSpPr>
          <p:nvPr>
            <p:ph type="body" idx="1"/>
          </p:nvPr>
        </p:nvSpPr>
        <p:spPr/>
        <p:txBody>
          <a:bodyPr/>
          <a:lstStyle/>
          <a:p>
            <a:r>
              <a:rPr lang="en-US" altLang="en-US">
                <a:solidFill>
                  <a:schemeClr val="bg2"/>
                </a:solidFill>
              </a:rPr>
              <a:t>Arithmetic Shifts</a:t>
            </a:r>
          </a:p>
          <a:p>
            <a:pPr lvl="1"/>
            <a:r>
              <a:rPr lang="en-US" altLang="en-US">
                <a:solidFill>
                  <a:schemeClr val="bg2"/>
                </a:solidFill>
              </a:rPr>
              <a:t>Does not shift sign bit (sign bit is replicated to right or left)</a:t>
            </a:r>
          </a:p>
        </p:txBody>
      </p:sp>
      <p:sp>
        <p:nvSpPr>
          <p:cNvPr id="84998" name="Rectangle 6">
            <a:extLst>
              <a:ext uri="{FF2B5EF4-FFF2-40B4-BE49-F238E27FC236}">
                <a16:creationId xmlns:a16="http://schemas.microsoft.com/office/drawing/2014/main" id="{1381E877-A6F3-B999-8363-5C4CDB9A8690}"/>
              </a:ext>
            </a:extLst>
          </p:cNvPr>
          <p:cNvSpPr>
            <a:spLocks noChangeArrowheads="1"/>
          </p:cNvSpPr>
          <p:nvPr/>
        </p:nvSpPr>
        <p:spPr bwMode="auto">
          <a:xfrm>
            <a:off x="852488" y="3978275"/>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4999" name="Rectangle 7">
            <a:extLst>
              <a:ext uri="{FF2B5EF4-FFF2-40B4-BE49-F238E27FC236}">
                <a16:creationId xmlns:a16="http://schemas.microsoft.com/office/drawing/2014/main" id="{526C3E8A-21F3-A10C-45B1-5FC2CEDB759A}"/>
              </a:ext>
            </a:extLst>
          </p:cNvPr>
          <p:cNvSpPr>
            <a:spLocks noChangeArrowheads="1"/>
          </p:cNvSpPr>
          <p:nvPr/>
        </p:nvSpPr>
        <p:spPr bwMode="auto">
          <a:xfrm>
            <a:off x="1385888" y="3978275"/>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00" name="Rectangle 8">
            <a:extLst>
              <a:ext uri="{FF2B5EF4-FFF2-40B4-BE49-F238E27FC236}">
                <a16:creationId xmlns:a16="http://schemas.microsoft.com/office/drawing/2014/main" id="{5CD3F43A-BFE4-1547-09B8-FEF76ACF9C3E}"/>
              </a:ext>
            </a:extLst>
          </p:cNvPr>
          <p:cNvSpPr>
            <a:spLocks noChangeArrowheads="1"/>
          </p:cNvSpPr>
          <p:nvPr/>
        </p:nvSpPr>
        <p:spPr bwMode="auto">
          <a:xfrm>
            <a:off x="1919288" y="3978275"/>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01" name="Rectangle 9">
            <a:extLst>
              <a:ext uri="{FF2B5EF4-FFF2-40B4-BE49-F238E27FC236}">
                <a16:creationId xmlns:a16="http://schemas.microsoft.com/office/drawing/2014/main" id="{20751272-7F33-B9CA-A4CF-391479FA7E3A}"/>
              </a:ext>
            </a:extLst>
          </p:cNvPr>
          <p:cNvSpPr>
            <a:spLocks noChangeArrowheads="1"/>
          </p:cNvSpPr>
          <p:nvPr/>
        </p:nvSpPr>
        <p:spPr bwMode="auto">
          <a:xfrm>
            <a:off x="2452688" y="3978275"/>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02" name="Rectangle 10">
            <a:extLst>
              <a:ext uri="{FF2B5EF4-FFF2-40B4-BE49-F238E27FC236}">
                <a16:creationId xmlns:a16="http://schemas.microsoft.com/office/drawing/2014/main" id="{9ACBED1F-7C6E-7F75-BA26-935D9047A7C0}"/>
              </a:ext>
            </a:extLst>
          </p:cNvPr>
          <p:cNvSpPr>
            <a:spLocks noChangeArrowheads="1"/>
          </p:cNvSpPr>
          <p:nvPr/>
        </p:nvSpPr>
        <p:spPr bwMode="auto">
          <a:xfrm>
            <a:off x="5195888" y="3978275"/>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03" name="Rectangle 11">
            <a:extLst>
              <a:ext uri="{FF2B5EF4-FFF2-40B4-BE49-F238E27FC236}">
                <a16:creationId xmlns:a16="http://schemas.microsoft.com/office/drawing/2014/main" id="{DCB62CB4-EFCF-844E-FE60-27683B19080E}"/>
              </a:ext>
            </a:extLst>
          </p:cNvPr>
          <p:cNvSpPr>
            <a:spLocks noChangeArrowheads="1"/>
          </p:cNvSpPr>
          <p:nvPr/>
        </p:nvSpPr>
        <p:spPr bwMode="auto">
          <a:xfrm>
            <a:off x="5729288" y="3978275"/>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125963" name="Rectangle 12">
            <a:extLst>
              <a:ext uri="{FF2B5EF4-FFF2-40B4-BE49-F238E27FC236}">
                <a16:creationId xmlns:a16="http://schemas.microsoft.com/office/drawing/2014/main" id="{7A05087E-DF1F-9739-0AAB-E3B00CBD87F9}"/>
              </a:ext>
            </a:extLst>
          </p:cNvPr>
          <p:cNvSpPr>
            <a:spLocks noChangeArrowheads="1"/>
          </p:cNvSpPr>
          <p:nvPr/>
        </p:nvSpPr>
        <p:spPr bwMode="auto">
          <a:xfrm>
            <a:off x="2986088" y="3978275"/>
            <a:ext cx="2209800" cy="457200"/>
          </a:xfrm>
          <a:prstGeom prst="rect">
            <a:avLst/>
          </a:prstGeom>
          <a:noFill/>
          <a:ln w="2857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 • •</a:t>
            </a:r>
          </a:p>
        </p:txBody>
      </p:sp>
      <p:sp>
        <p:nvSpPr>
          <p:cNvPr id="125964" name="Freeform 19">
            <a:extLst>
              <a:ext uri="{FF2B5EF4-FFF2-40B4-BE49-F238E27FC236}">
                <a16:creationId xmlns:a16="http://schemas.microsoft.com/office/drawing/2014/main" id="{DF3B9FA9-888B-1ECC-27BD-E2EFF7B892DB}"/>
              </a:ext>
            </a:extLst>
          </p:cNvPr>
          <p:cNvSpPr>
            <a:spLocks/>
          </p:cNvSpPr>
          <p:nvPr/>
        </p:nvSpPr>
        <p:spPr bwMode="auto">
          <a:xfrm>
            <a:off x="882650" y="3738563"/>
            <a:ext cx="198438" cy="239712"/>
          </a:xfrm>
          <a:custGeom>
            <a:avLst/>
            <a:gdLst>
              <a:gd name="T0" fmla="*/ 0 w 125"/>
              <a:gd name="T1" fmla="*/ 2147483646 h 151"/>
              <a:gd name="T2" fmla="*/ 2147483646 w 125"/>
              <a:gd name="T3" fmla="*/ 2147483646 h 151"/>
              <a:gd name="T4" fmla="*/ 2147483646 w 125"/>
              <a:gd name="T5" fmla="*/ 2147483646 h 151"/>
              <a:gd name="T6" fmla="*/ 0 60000 65536"/>
              <a:gd name="T7" fmla="*/ 0 60000 65536"/>
              <a:gd name="T8" fmla="*/ 0 60000 65536"/>
              <a:gd name="T9" fmla="*/ 0 w 125"/>
              <a:gd name="T10" fmla="*/ 0 h 151"/>
              <a:gd name="T11" fmla="*/ 125 w 125"/>
              <a:gd name="T12" fmla="*/ 151 h 151"/>
            </a:gdLst>
            <a:ahLst/>
            <a:cxnLst>
              <a:cxn ang="T6">
                <a:pos x="T0" y="T1"/>
              </a:cxn>
              <a:cxn ang="T7">
                <a:pos x="T2" y="T3"/>
              </a:cxn>
              <a:cxn ang="T8">
                <a:pos x="T4" y="T5"/>
              </a:cxn>
            </a:cxnLst>
            <a:rect l="T9" t="T10" r="T11" b="T12"/>
            <a:pathLst>
              <a:path w="125" h="151">
                <a:moveTo>
                  <a:pt x="0" y="111"/>
                </a:moveTo>
                <a:cubicBezTo>
                  <a:pt x="7" y="94"/>
                  <a:pt x="8" y="0"/>
                  <a:pt x="29" y="7"/>
                </a:cubicBezTo>
                <a:cubicBezTo>
                  <a:pt x="50" y="14"/>
                  <a:pt x="97" y="91"/>
                  <a:pt x="125" y="151"/>
                </a:cubicBezTo>
              </a:path>
            </a:pathLst>
          </a:custGeom>
          <a:noFill/>
          <a:ln w="28575" cap="flat" cmpd="sng">
            <a:solidFill>
              <a:schemeClr val="bg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nvGrpSpPr>
          <p:cNvPr id="125965" name="Group 43">
            <a:extLst>
              <a:ext uri="{FF2B5EF4-FFF2-40B4-BE49-F238E27FC236}">
                <a16:creationId xmlns:a16="http://schemas.microsoft.com/office/drawing/2014/main" id="{B34700F9-2C99-8923-6DF0-FA24551292D7}"/>
              </a:ext>
            </a:extLst>
          </p:cNvPr>
          <p:cNvGrpSpPr>
            <a:grpSpLocks/>
          </p:cNvGrpSpPr>
          <p:nvPr/>
        </p:nvGrpSpPr>
        <p:grpSpPr bwMode="auto">
          <a:xfrm>
            <a:off x="1157288" y="3673475"/>
            <a:ext cx="5334000" cy="304800"/>
            <a:chOff x="729" y="2314"/>
            <a:chExt cx="3360" cy="192"/>
          </a:xfrm>
        </p:grpSpPr>
        <p:sp>
          <p:nvSpPr>
            <p:cNvPr id="125986" name="Freeform 13">
              <a:extLst>
                <a:ext uri="{FF2B5EF4-FFF2-40B4-BE49-F238E27FC236}">
                  <a16:creationId xmlns:a16="http://schemas.microsoft.com/office/drawing/2014/main" id="{B403782B-ABFD-9FAF-4646-92DF27A729E1}"/>
                </a:ext>
              </a:extLst>
            </p:cNvPr>
            <p:cNvSpPr>
              <a:spLocks/>
            </p:cNvSpPr>
            <p:nvPr/>
          </p:nvSpPr>
          <p:spPr bwMode="auto">
            <a:xfrm>
              <a:off x="729"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87" name="Freeform 14">
              <a:extLst>
                <a:ext uri="{FF2B5EF4-FFF2-40B4-BE49-F238E27FC236}">
                  <a16:creationId xmlns:a16="http://schemas.microsoft.com/office/drawing/2014/main" id="{1F1796E0-A7A6-6557-72C2-558443CB344D}"/>
                </a:ext>
              </a:extLst>
            </p:cNvPr>
            <p:cNvSpPr>
              <a:spLocks/>
            </p:cNvSpPr>
            <p:nvPr/>
          </p:nvSpPr>
          <p:spPr bwMode="auto">
            <a:xfrm>
              <a:off x="1065"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88" name="Freeform 15">
              <a:extLst>
                <a:ext uri="{FF2B5EF4-FFF2-40B4-BE49-F238E27FC236}">
                  <a16:creationId xmlns:a16="http://schemas.microsoft.com/office/drawing/2014/main" id="{9C3580FB-E852-4B54-0A48-E5D7C71E38AD}"/>
                </a:ext>
              </a:extLst>
            </p:cNvPr>
            <p:cNvSpPr>
              <a:spLocks/>
            </p:cNvSpPr>
            <p:nvPr/>
          </p:nvSpPr>
          <p:spPr bwMode="auto">
            <a:xfrm>
              <a:off x="1401"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89" name="Freeform 16">
              <a:extLst>
                <a:ext uri="{FF2B5EF4-FFF2-40B4-BE49-F238E27FC236}">
                  <a16:creationId xmlns:a16="http://schemas.microsoft.com/office/drawing/2014/main" id="{8C7A02B6-A728-63C9-C55F-B136E2E719A0}"/>
                </a:ext>
              </a:extLst>
            </p:cNvPr>
            <p:cNvSpPr>
              <a:spLocks/>
            </p:cNvSpPr>
            <p:nvPr/>
          </p:nvSpPr>
          <p:spPr bwMode="auto">
            <a:xfrm>
              <a:off x="1737"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90" name="Freeform 17">
              <a:extLst>
                <a:ext uri="{FF2B5EF4-FFF2-40B4-BE49-F238E27FC236}">
                  <a16:creationId xmlns:a16="http://schemas.microsoft.com/office/drawing/2014/main" id="{AB500422-6C59-D893-0156-43598B4A7600}"/>
                </a:ext>
              </a:extLst>
            </p:cNvPr>
            <p:cNvSpPr>
              <a:spLocks/>
            </p:cNvSpPr>
            <p:nvPr/>
          </p:nvSpPr>
          <p:spPr bwMode="auto">
            <a:xfrm>
              <a:off x="3129"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91" name="Freeform 18">
              <a:extLst>
                <a:ext uri="{FF2B5EF4-FFF2-40B4-BE49-F238E27FC236}">
                  <a16:creationId xmlns:a16="http://schemas.microsoft.com/office/drawing/2014/main" id="{6156CF3E-0300-97B5-88DA-4C1178B1267E}"/>
                </a:ext>
              </a:extLst>
            </p:cNvPr>
            <p:cNvSpPr>
              <a:spLocks/>
            </p:cNvSpPr>
            <p:nvPr/>
          </p:nvSpPr>
          <p:spPr bwMode="auto">
            <a:xfrm>
              <a:off x="3465" y="2362"/>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92" name="Freeform 21">
              <a:extLst>
                <a:ext uri="{FF2B5EF4-FFF2-40B4-BE49-F238E27FC236}">
                  <a16:creationId xmlns:a16="http://schemas.microsoft.com/office/drawing/2014/main" id="{555A607E-AA6A-5A1A-901D-95277F90E3DD}"/>
                </a:ext>
              </a:extLst>
            </p:cNvPr>
            <p:cNvSpPr>
              <a:spLocks/>
            </p:cNvSpPr>
            <p:nvPr/>
          </p:nvSpPr>
          <p:spPr bwMode="auto">
            <a:xfrm flipH="1">
              <a:off x="3849" y="2314"/>
              <a:ext cx="240" cy="168"/>
            </a:xfrm>
            <a:custGeom>
              <a:avLst/>
              <a:gdLst>
                <a:gd name="T0" fmla="*/ 0 w 240"/>
                <a:gd name="T1" fmla="*/ 24 h 168"/>
                <a:gd name="T2" fmla="*/ 144 w 240"/>
                <a:gd name="T3" fmla="*/ 24 h 168"/>
                <a:gd name="T4" fmla="*/ 240 w 240"/>
                <a:gd name="T5" fmla="*/ 168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52" y="12"/>
                    <a:pt x="104" y="0"/>
                    <a:pt x="144" y="24"/>
                  </a:cubicBezTo>
                  <a:cubicBezTo>
                    <a:pt x="184" y="48"/>
                    <a:pt x="212" y="108"/>
                    <a:pt x="240" y="168"/>
                  </a:cubicBezTo>
                </a:path>
              </a:pathLst>
            </a:custGeom>
            <a:noFill/>
            <a:ln w="28575" cap="flat" cmpd="sng">
              <a:solidFill>
                <a:schemeClr val="bg2"/>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sp>
        <p:nvSpPr>
          <p:cNvPr id="125966" name="Text Box 38">
            <a:extLst>
              <a:ext uri="{FF2B5EF4-FFF2-40B4-BE49-F238E27FC236}">
                <a16:creationId xmlns:a16="http://schemas.microsoft.com/office/drawing/2014/main" id="{0221963F-4713-67FA-5BA4-3A35113285DE}"/>
              </a:ext>
            </a:extLst>
          </p:cNvPr>
          <p:cNvSpPr txBox="1">
            <a:spLocks noChangeArrowheads="1"/>
          </p:cNvSpPr>
          <p:nvPr/>
        </p:nvSpPr>
        <p:spPr bwMode="auto">
          <a:xfrm>
            <a:off x="6629400" y="3946525"/>
            <a:ext cx="24987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a:solidFill>
                  <a:schemeClr val="bg2"/>
                </a:solidFill>
                <a:latin typeface="Tahoma" panose="020B0604030504040204" pitchFamily="34" charset="0"/>
              </a:rPr>
              <a:t>Arithmetic right shift</a:t>
            </a:r>
          </a:p>
        </p:txBody>
      </p:sp>
      <p:sp>
        <p:nvSpPr>
          <p:cNvPr id="125967" name="Text Box 39">
            <a:extLst>
              <a:ext uri="{FF2B5EF4-FFF2-40B4-BE49-F238E27FC236}">
                <a16:creationId xmlns:a16="http://schemas.microsoft.com/office/drawing/2014/main" id="{7B13D797-9791-3266-1686-46692543DE5E}"/>
              </a:ext>
            </a:extLst>
          </p:cNvPr>
          <p:cNvSpPr txBox="1">
            <a:spLocks noChangeArrowheads="1"/>
          </p:cNvSpPr>
          <p:nvPr/>
        </p:nvSpPr>
        <p:spPr bwMode="auto">
          <a:xfrm>
            <a:off x="6629400" y="5181600"/>
            <a:ext cx="2338388"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a:solidFill>
                  <a:schemeClr val="bg2"/>
                </a:solidFill>
                <a:latin typeface="Tahoma" panose="020B0604030504040204" pitchFamily="34" charset="0"/>
              </a:rPr>
              <a:t>Arithmetic left shift</a:t>
            </a:r>
          </a:p>
        </p:txBody>
      </p:sp>
      <p:sp>
        <p:nvSpPr>
          <p:cNvPr id="125968" name="Rectangle 4">
            <a:extLst>
              <a:ext uri="{FF2B5EF4-FFF2-40B4-BE49-F238E27FC236}">
                <a16:creationId xmlns:a16="http://schemas.microsoft.com/office/drawing/2014/main" id="{8A5EBE28-7C61-A1A8-67AF-34D7CA44AC88}"/>
              </a:ext>
            </a:extLst>
          </p:cNvPr>
          <p:cNvSpPr>
            <a:spLocks noChangeArrowheads="1"/>
          </p:cNvSpPr>
          <p:nvPr/>
        </p:nvSpPr>
        <p:spPr bwMode="auto">
          <a:xfrm>
            <a:off x="874713" y="50101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85014" name="Rectangle 22">
            <a:extLst>
              <a:ext uri="{FF2B5EF4-FFF2-40B4-BE49-F238E27FC236}">
                <a16:creationId xmlns:a16="http://schemas.microsoft.com/office/drawing/2014/main" id="{3304108E-CC6C-B999-D5CC-2FA41E8E2A24}"/>
              </a:ext>
            </a:extLst>
          </p:cNvPr>
          <p:cNvSpPr>
            <a:spLocks noChangeArrowheads="1"/>
          </p:cNvSpPr>
          <p:nvPr/>
        </p:nvSpPr>
        <p:spPr bwMode="auto">
          <a:xfrm>
            <a:off x="852488" y="5181600"/>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5" name="Rectangle 23">
            <a:extLst>
              <a:ext uri="{FF2B5EF4-FFF2-40B4-BE49-F238E27FC236}">
                <a16:creationId xmlns:a16="http://schemas.microsoft.com/office/drawing/2014/main" id="{9C422B29-73AE-6E7E-5DCD-1AF960FA753C}"/>
              </a:ext>
            </a:extLst>
          </p:cNvPr>
          <p:cNvSpPr>
            <a:spLocks noChangeArrowheads="1"/>
          </p:cNvSpPr>
          <p:nvPr/>
        </p:nvSpPr>
        <p:spPr bwMode="auto">
          <a:xfrm>
            <a:off x="1385888" y="5181600"/>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6" name="Rectangle 24">
            <a:extLst>
              <a:ext uri="{FF2B5EF4-FFF2-40B4-BE49-F238E27FC236}">
                <a16:creationId xmlns:a16="http://schemas.microsoft.com/office/drawing/2014/main" id="{88BD2797-6897-816D-A2E9-F95B63DECDC9}"/>
              </a:ext>
            </a:extLst>
          </p:cNvPr>
          <p:cNvSpPr>
            <a:spLocks noChangeArrowheads="1"/>
          </p:cNvSpPr>
          <p:nvPr/>
        </p:nvSpPr>
        <p:spPr bwMode="auto">
          <a:xfrm>
            <a:off x="1919288" y="5181600"/>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7" name="Rectangle 25">
            <a:extLst>
              <a:ext uri="{FF2B5EF4-FFF2-40B4-BE49-F238E27FC236}">
                <a16:creationId xmlns:a16="http://schemas.microsoft.com/office/drawing/2014/main" id="{44513659-CAB3-1027-87BE-10C7A26757EA}"/>
              </a:ext>
            </a:extLst>
          </p:cNvPr>
          <p:cNvSpPr>
            <a:spLocks noChangeArrowheads="1"/>
          </p:cNvSpPr>
          <p:nvPr/>
        </p:nvSpPr>
        <p:spPr bwMode="auto">
          <a:xfrm>
            <a:off x="2452688" y="5181600"/>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8" name="Rectangle 26">
            <a:extLst>
              <a:ext uri="{FF2B5EF4-FFF2-40B4-BE49-F238E27FC236}">
                <a16:creationId xmlns:a16="http://schemas.microsoft.com/office/drawing/2014/main" id="{3E7DF8D6-DBFF-263C-FA8C-592372FB2CE8}"/>
              </a:ext>
            </a:extLst>
          </p:cNvPr>
          <p:cNvSpPr>
            <a:spLocks noChangeArrowheads="1"/>
          </p:cNvSpPr>
          <p:nvPr/>
        </p:nvSpPr>
        <p:spPr bwMode="auto">
          <a:xfrm>
            <a:off x="5195888" y="5181600"/>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5019" name="Rectangle 27">
            <a:extLst>
              <a:ext uri="{FF2B5EF4-FFF2-40B4-BE49-F238E27FC236}">
                <a16:creationId xmlns:a16="http://schemas.microsoft.com/office/drawing/2014/main" id="{04F7EB49-190C-D329-F9B8-E41DCE851989}"/>
              </a:ext>
            </a:extLst>
          </p:cNvPr>
          <p:cNvSpPr>
            <a:spLocks noChangeArrowheads="1"/>
          </p:cNvSpPr>
          <p:nvPr/>
        </p:nvSpPr>
        <p:spPr bwMode="auto">
          <a:xfrm>
            <a:off x="5729288" y="5181600"/>
            <a:ext cx="533400" cy="457200"/>
          </a:xfrm>
          <a:prstGeom prst="rect">
            <a:avLst/>
          </a:prstGeom>
          <a:solidFill>
            <a:schemeClr val="bg2">
              <a:lumMod val="60000"/>
              <a:lumOff val="40000"/>
            </a:schemeClr>
          </a:solidFill>
          <a:ln w="28575">
            <a:solidFill>
              <a:schemeClr val="bg2"/>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125975" name="Rectangle 28">
            <a:extLst>
              <a:ext uri="{FF2B5EF4-FFF2-40B4-BE49-F238E27FC236}">
                <a16:creationId xmlns:a16="http://schemas.microsoft.com/office/drawing/2014/main" id="{1580FA8B-C981-113F-1402-9EFD7B84ED4C}"/>
              </a:ext>
            </a:extLst>
          </p:cNvPr>
          <p:cNvSpPr>
            <a:spLocks noChangeArrowheads="1"/>
          </p:cNvSpPr>
          <p:nvPr/>
        </p:nvSpPr>
        <p:spPr bwMode="auto">
          <a:xfrm>
            <a:off x="2986088" y="5181600"/>
            <a:ext cx="2209800" cy="457200"/>
          </a:xfrm>
          <a:prstGeom prst="rect">
            <a:avLst/>
          </a:prstGeom>
          <a:noFill/>
          <a:ln w="2857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 • •</a:t>
            </a:r>
          </a:p>
        </p:txBody>
      </p:sp>
      <p:sp>
        <p:nvSpPr>
          <p:cNvPr id="125976" name="Rectangle 5">
            <a:extLst>
              <a:ext uri="{FF2B5EF4-FFF2-40B4-BE49-F238E27FC236}">
                <a16:creationId xmlns:a16="http://schemas.microsoft.com/office/drawing/2014/main" id="{858577CF-7DB7-2043-2E91-1DDB993C5BD0}"/>
              </a:ext>
            </a:extLst>
          </p:cNvPr>
          <p:cNvSpPr>
            <a:spLocks noChangeArrowheads="1"/>
          </p:cNvSpPr>
          <p:nvPr/>
        </p:nvSpPr>
        <p:spPr bwMode="auto">
          <a:xfrm>
            <a:off x="2819400" y="48577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5977" name="Freeform 29">
            <a:extLst>
              <a:ext uri="{FF2B5EF4-FFF2-40B4-BE49-F238E27FC236}">
                <a16:creationId xmlns:a16="http://schemas.microsoft.com/office/drawing/2014/main" id="{722714EA-46C6-CF66-2BE7-061A50DEAA13}"/>
              </a:ext>
            </a:extLst>
          </p:cNvPr>
          <p:cNvSpPr>
            <a:spLocks/>
          </p:cNvSpPr>
          <p:nvPr/>
        </p:nvSpPr>
        <p:spPr bwMode="auto">
          <a:xfrm>
            <a:off x="1157288" y="4953000"/>
            <a:ext cx="457200" cy="228600"/>
          </a:xfrm>
          <a:custGeom>
            <a:avLst/>
            <a:gdLst>
              <a:gd name="T0" fmla="*/ 0 w 288"/>
              <a:gd name="T1" fmla="*/ 2147483646 h 144"/>
              <a:gd name="T2" fmla="*/ 2147483646 w 288"/>
              <a:gd name="T3" fmla="*/ 0 h 144"/>
              <a:gd name="T4" fmla="*/ 2147483646 w 288"/>
              <a:gd name="T5" fmla="*/ 2147483646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78" name="Freeform 30">
            <a:extLst>
              <a:ext uri="{FF2B5EF4-FFF2-40B4-BE49-F238E27FC236}">
                <a16:creationId xmlns:a16="http://schemas.microsoft.com/office/drawing/2014/main" id="{A11B75BD-CD52-3C29-2533-B24D40C90E1F}"/>
              </a:ext>
            </a:extLst>
          </p:cNvPr>
          <p:cNvSpPr>
            <a:spLocks/>
          </p:cNvSpPr>
          <p:nvPr/>
        </p:nvSpPr>
        <p:spPr bwMode="auto">
          <a:xfrm>
            <a:off x="1690688" y="4953000"/>
            <a:ext cx="457200" cy="228600"/>
          </a:xfrm>
          <a:custGeom>
            <a:avLst/>
            <a:gdLst>
              <a:gd name="T0" fmla="*/ 0 w 288"/>
              <a:gd name="T1" fmla="*/ 2147483646 h 144"/>
              <a:gd name="T2" fmla="*/ 2147483646 w 288"/>
              <a:gd name="T3" fmla="*/ 0 h 144"/>
              <a:gd name="T4" fmla="*/ 2147483646 w 288"/>
              <a:gd name="T5" fmla="*/ 2147483646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79" name="Freeform 31">
            <a:extLst>
              <a:ext uri="{FF2B5EF4-FFF2-40B4-BE49-F238E27FC236}">
                <a16:creationId xmlns:a16="http://schemas.microsoft.com/office/drawing/2014/main" id="{C09CC05F-E03F-5614-B496-EE11E69B0E85}"/>
              </a:ext>
            </a:extLst>
          </p:cNvPr>
          <p:cNvSpPr>
            <a:spLocks/>
          </p:cNvSpPr>
          <p:nvPr/>
        </p:nvSpPr>
        <p:spPr bwMode="auto">
          <a:xfrm>
            <a:off x="2224088" y="4953000"/>
            <a:ext cx="457200" cy="228600"/>
          </a:xfrm>
          <a:custGeom>
            <a:avLst/>
            <a:gdLst>
              <a:gd name="T0" fmla="*/ 0 w 288"/>
              <a:gd name="T1" fmla="*/ 2147483646 h 144"/>
              <a:gd name="T2" fmla="*/ 2147483646 w 288"/>
              <a:gd name="T3" fmla="*/ 0 h 144"/>
              <a:gd name="T4" fmla="*/ 2147483646 w 288"/>
              <a:gd name="T5" fmla="*/ 2147483646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80" name="Freeform 32">
            <a:extLst>
              <a:ext uri="{FF2B5EF4-FFF2-40B4-BE49-F238E27FC236}">
                <a16:creationId xmlns:a16="http://schemas.microsoft.com/office/drawing/2014/main" id="{AEC735E4-B336-87B2-2F86-4AA7FD81B14B}"/>
              </a:ext>
            </a:extLst>
          </p:cNvPr>
          <p:cNvSpPr>
            <a:spLocks/>
          </p:cNvSpPr>
          <p:nvPr/>
        </p:nvSpPr>
        <p:spPr bwMode="auto">
          <a:xfrm>
            <a:off x="2757488" y="4953000"/>
            <a:ext cx="457200" cy="228600"/>
          </a:xfrm>
          <a:custGeom>
            <a:avLst/>
            <a:gdLst>
              <a:gd name="T0" fmla="*/ 0 w 288"/>
              <a:gd name="T1" fmla="*/ 2147483646 h 144"/>
              <a:gd name="T2" fmla="*/ 2147483646 w 288"/>
              <a:gd name="T3" fmla="*/ 0 h 144"/>
              <a:gd name="T4" fmla="*/ 2147483646 w 288"/>
              <a:gd name="T5" fmla="*/ 2147483646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81" name="Freeform 33">
            <a:extLst>
              <a:ext uri="{FF2B5EF4-FFF2-40B4-BE49-F238E27FC236}">
                <a16:creationId xmlns:a16="http://schemas.microsoft.com/office/drawing/2014/main" id="{39DB0EDE-8614-9AEB-89F9-909B5F9B99C8}"/>
              </a:ext>
            </a:extLst>
          </p:cNvPr>
          <p:cNvSpPr>
            <a:spLocks/>
          </p:cNvSpPr>
          <p:nvPr/>
        </p:nvSpPr>
        <p:spPr bwMode="auto">
          <a:xfrm>
            <a:off x="4967288" y="4953000"/>
            <a:ext cx="457200" cy="228600"/>
          </a:xfrm>
          <a:custGeom>
            <a:avLst/>
            <a:gdLst>
              <a:gd name="T0" fmla="*/ 0 w 288"/>
              <a:gd name="T1" fmla="*/ 2147483646 h 144"/>
              <a:gd name="T2" fmla="*/ 2147483646 w 288"/>
              <a:gd name="T3" fmla="*/ 0 h 144"/>
              <a:gd name="T4" fmla="*/ 2147483646 w 288"/>
              <a:gd name="T5" fmla="*/ 2147483646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82" name="Freeform 34">
            <a:extLst>
              <a:ext uri="{FF2B5EF4-FFF2-40B4-BE49-F238E27FC236}">
                <a16:creationId xmlns:a16="http://schemas.microsoft.com/office/drawing/2014/main" id="{7A7F522D-F959-FE0F-9685-EA06EA575FD0}"/>
              </a:ext>
            </a:extLst>
          </p:cNvPr>
          <p:cNvSpPr>
            <a:spLocks/>
          </p:cNvSpPr>
          <p:nvPr/>
        </p:nvSpPr>
        <p:spPr bwMode="auto">
          <a:xfrm>
            <a:off x="5500688" y="4953000"/>
            <a:ext cx="457200" cy="228600"/>
          </a:xfrm>
          <a:custGeom>
            <a:avLst/>
            <a:gdLst>
              <a:gd name="T0" fmla="*/ 0 w 288"/>
              <a:gd name="T1" fmla="*/ 2147483646 h 144"/>
              <a:gd name="T2" fmla="*/ 2147483646 w 288"/>
              <a:gd name="T3" fmla="*/ 0 h 144"/>
              <a:gd name="T4" fmla="*/ 2147483646 w 288"/>
              <a:gd name="T5" fmla="*/ 2147483646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bg2"/>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83" name="Freeform 35">
            <a:extLst>
              <a:ext uri="{FF2B5EF4-FFF2-40B4-BE49-F238E27FC236}">
                <a16:creationId xmlns:a16="http://schemas.microsoft.com/office/drawing/2014/main" id="{0F29657F-4886-E4C1-C95E-8347C8E187CF}"/>
              </a:ext>
            </a:extLst>
          </p:cNvPr>
          <p:cNvSpPr>
            <a:spLocks/>
          </p:cNvSpPr>
          <p:nvPr/>
        </p:nvSpPr>
        <p:spPr bwMode="auto">
          <a:xfrm>
            <a:off x="700088" y="4914900"/>
            <a:ext cx="381000" cy="266700"/>
          </a:xfrm>
          <a:custGeom>
            <a:avLst/>
            <a:gdLst>
              <a:gd name="T0" fmla="*/ 0 w 240"/>
              <a:gd name="T1" fmla="*/ 2147483646 h 168"/>
              <a:gd name="T2" fmla="*/ 2147483646 w 240"/>
              <a:gd name="T3" fmla="*/ 2147483646 h 168"/>
              <a:gd name="T4" fmla="*/ 2147483646 w 240"/>
              <a:gd name="T5" fmla="*/ 2147483646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52" y="12"/>
                  <a:pt x="104" y="0"/>
                  <a:pt x="144" y="24"/>
                </a:cubicBezTo>
                <a:cubicBezTo>
                  <a:pt x="184" y="48"/>
                  <a:pt x="212" y="108"/>
                  <a:pt x="240" y="168"/>
                </a:cubicBezTo>
              </a:path>
            </a:pathLst>
          </a:custGeom>
          <a:noFill/>
          <a:ln w="28575" cap="flat" cmpd="sng">
            <a:solidFill>
              <a:schemeClr val="bg2"/>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84" name="Freeform 40">
            <a:extLst>
              <a:ext uri="{FF2B5EF4-FFF2-40B4-BE49-F238E27FC236}">
                <a16:creationId xmlns:a16="http://schemas.microsoft.com/office/drawing/2014/main" id="{7946DAA6-BDC1-EF69-D003-4C14B384EDF8}"/>
              </a:ext>
            </a:extLst>
          </p:cNvPr>
          <p:cNvSpPr>
            <a:spLocks/>
          </p:cNvSpPr>
          <p:nvPr/>
        </p:nvSpPr>
        <p:spPr bwMode="auto">
          <a:xfrm flipH="1">
            <a:off x="6049963" y="4953000"/>
            <a:ext cx="198437" cy="239713"/>
          </a:xfrm>
          <a:custGeom>
            <a:avLst/>
            <a:gdLst>
              <a:gd name="T0" fmla="*/ 0 w 125"/>
              <a:gd name="T1" fmla="*/ 2147483646 h 151"/>
              <a:gd name="T2" fmla="*/ 2147483646 w 125"/>
              <a:gd name="T3" fmla="*/ 2147483646 h 151"/>
              <a:gd name="T4" fmla="*/ 2147483646 w 125"/>
              <a:gd name="T5" fmla="*/ 2147483646 h 151"/>
              <a:gd name="T6" fmla="*/ 0 60000 65536"/>
              <a:gd name="T7" fmla="*/ 0 60000 65536"/>
              <a:gd name="T8" fmla="*/ 0 60000 65536"/>
              <a:gd name="T9" fmla="*/ 0 w 125"/>
              <a:gd name="T10" fmla="*/ 0 h 151"/>
              <a:gd name="T11" fmla="*/ 125 w 125"/>
              <a:gd name="T12" fmla="*/ 151 h 151"/>
            </a:gdLst>
            <a:ahLst/>
            <a:cxnLst>
              <a:cxn ang="T6">
                <a:pos x="T0" y="T1"/>
              </a:cxn>
              <a:cxn ang="T7">
                <a:pos x="T2" y="T3"/>
              </a:cxn>
              <a:cxn ang="T8">
                <a:pos x="T4" y="T5"/>
              </a:cxn>
            </a:cxnLst>
            <a:rect l="T9" t="T10" r="T11" b="T12"/>
            <a:pathLst>
              <a:path w="125" h="151">
                <a:moveTo>
                  <a:pt x="0" y="111"/>
                </a:moveTo>
                <a:cubicBezTo>
                  <a:pt x="7" y="94"/>
                  <a:pt x="8" y="0"/>
                  <a:pt x="29" y="7"/>
                </a:cubicBezTo>
                <a:cubicBezTo>
                  <a:pt x="50" y="14"/>
                  <a:pt x="97" y="91"/>
                  <a:pt x="125" y="151"/>
                </a:cubicBezTo>
              </a:path>
            </a:pathLst>
          </a:custGeom>
          <a:noFill/>
          <a:ln w="28575" cap="flat" cmpd="sng">
            <a:solidFill>
              <a:schemeClr val="bg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5985" name="TextBox 3">
            <a:extLst>
              <a:ext uri="{FF2B5EF4-FFF2-40B4-BE49-F238E27FC236}">
                <a16:creationId xmlns:a16="http://schemas.microsoft.com/office/drawing/2014/main" id="{172B0E39-AA7E-E26B-FE28-9F0D05E34AAF}"/>
              </a:ext>
            </a:extLst>
          </p:cNvPr>
          <p:cNvSpPr txBox="1">
            <a:spLocks noChangeArrowheads="1"/>
          </p:cNvSpPr>
          <p:nvPr/>
        </p:nvSpPr>
        <p:spPr bwMode="auto">
          <a:xfrm>
            <a:off x="1403350" y="-100013"/>
            <a:ext cx="4954588" cy="1076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spcBef>
                <a:spcPct val="0"/>
              </a:spcBef>
              <a:buClrTx/>
              <a:buFontTx/>
              <a:buNone/>
            </a:pPr>
            <a:r>
              <a:rPr kumimoji="0" lang="en-MY" altLang="en-US" sz="3600" b="1">
                <a:solidFill>
                  <a:srgbClr val="FF0000"/>
                </a:solidFill>
                <a:latin typeface="Nimbus Roman No9 L" charset="0"/>
              </a:rPr>
              <a:t>Still remember this?!?</a:t>
            </a:r>
          </a:p>
          <a:p>
            <a:pPr>
              <a:spcBef>
                <a:spcPct val="0"/>
              </a:spcBef>
              <a:buClrTx/>
              <a:buFontTx/>
              <a:buNone/>
            </a:pPr>
            <a:r>
              <a:rPr kumimoji="0" lang="en-MY" altLang="en-US" b="1">
                <a:solidFill>
                  <a:srgbClr val="FF0000"/>
                </a:solidFill>
                <a:latin typeface="Nimbus Roman No9 L" charset="0"/>
              </a:rPr>
              <a:t>When do you shift right or left?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5CC5E94E-6A34-257C-AF60-DC39247F5092}"/>
              </a:ext>
            </a:extLst>
          </p:cNvPr>
          <p:cNvSpPr>
            <a:spLocks noGrp="1" noChangeArrowheads="1"/>
          </p:cNvSpPr>
          <p:nvPr>
            <p:ph type="title"/>
          </p:nvPr>
        </p:nvSpPr>
        <p:spPr/>
        <p:txBody>
          <a:bodyPr/>
          <a:lstStyle/>
          <a:p>
            <a:r>
              <a:rPr lang="en-US" altLang="en-US"/>
              <a:t>Logical</a:t>
            </a:r>
          </a:p>
        </p:txBody>
      </p:sp>
      <p:sp>
        <p:nvSpPr>
          <p:cNvPr id="126979" name="Rectangle 3">
            <a:extLst>
              <a:ext uri="{FF2B5EF4-FFF2-40B4-BE49-F238E27FC236}">
                <a16:creationId xmlns:a16="http://schemas.microsoft.com/office/drawing/2014/main" id="{BE88233F-E5EF-AFC2-6D57-F9F15B5C39F0}"/>
              </a:ext>
            </a:extLst>
          </p:cNvPr>
          <p:cNvSpPr>
            <a:spLocks noGrp="1" noChangeArrowheads="1"/>
          </p:cNvSpPr>
          <p:nvPr>
            <p:ph type="body" idx="1"/>
          </p:nvPr>
        </p:nvSpPr>
        <p:spPr/>
        <p:txBody>
          <a:bodyPr/>
          <a:lstStyle/>
          <a:p>
            <a:r>
              <a:rPr lang="en-US" altLang="en-US"/>
              <a:t>Rotate (cyclic shift)</a:t>
            </a:r>
          </a:p>
        </p:txBody>
      </p:sp>
      <p:sp>
        <p:nvSpPr>
          <p:cNvPr id="126980" name="Rectangle 4">
            <a:extLst>
              <a:ext uri="{FF2B5EF4-FFF2-40B4-BE49-F238E27FC236}">
                <a16:creationId xmlns:a16="http://schemas.microsoft.com/office/drawing/2014/main" id="{B9C53C69-DEF7-88DB-CA55-237D1B502BED}"/>
              </a:ext>
            </a:extLst>
          </p:cNvPr>
          <p:cNvSpPr>
            <a:spLocks noChangeArrowheads="1"/>
          </p:cNvSpPr>
          <p:nvPr/>
        </p:nvSpPr>
        <p:spPr bwMode="auto">
          <a:xfrm>
            <a:off x="874713" y="45148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6981" name="Rectangle 5">
            <a:extLst>
              <a:ext uri="{FF2B5EF4-FFF2-40B4-BE49-F238E27FC236}">
                <a16:creationId xmlns:a16="http://schemas.microsoft.com/office/drawing/2014/main" id="{9AB3DD76-49A1-71F8-2515-B02E885B5F5A}"/>
              </a:ext>
            </a:extLst>
          </p:cNvPr>
          <p:cNvSpPr>
            <a:spLocks noChangeArrowheads="1"/>
          </p:cNvSpPr>
          <p:nvPr/>
        </p:nvSpPr>
        <p:spPr bwMode="auto">
          <a:xfrm>
            <a:off x="2819400" y="43624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86022" name="Rectangle 6">
            <a:extLst>
              <a:ext uri="{FF2B5EF4-FFF2-40B4-BE49-F238E27FC236}">
                <a16:creationId xmlns:a16="http://schemas.microsoft.com/office/drawing/2014/main" id="{0DF59ED5-3C42-A246-8950-1975FE3DC822}"/>
              </a:ext>
            </a:extLst>
          </p:cNvPr>
          <p:cNvSpPr>
            <a:spLocks noChangeArrowheads="1"/>
          </p:cNvSpPr>
          <p:nvPr/>
        </p:nvSpPr>
        <p:spPr bwMode="auto">
          <a:xfrm>
            <a:off x="852488" y="34829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23" name="Rectangle 7">
            <a:extLst>
              <a:ext uri="{FF2B5EF4-FFF2-40B4-BE49-F238E27FC236}">
                <a16:creationId xmlns:a16="http://schemas.microsoft.com/office/drawing/2014/main" id="{855F533E-725A-7C0F-0104-AB55B3F0799F}"/>
              </a:ext>
            </a:extLst>
          </p:cNvPr>
          <p:cNvSpPr>
            <a:spLocks noChangeArrowheads="1"/>
          </p:cNvSpPr>
          <p:nvPr/>
        </p:nvSpPr>
        <p:spPr bwMode="auto">
          <a:xfrm>
            <a:off x="1385888" y="34829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24" name="Rectangle 8">
            <a:extLst>
              <a:ext uri="{FF2B5EF4-FFF2-40B4-BE49-F238E27FC236}">
                <a16:creationId xmlns:a16="http://schemas.microsoft.com/office/drawing/2014/main" id="{5A828875-B7C4-BB73-8D2E-15F9A7D5F9C3}"/>
              </a:ext>
            </a:extLst>
          </p:cNvPr>
          <p:cNvSpPr>
            <a:spLocks noChangeArrowheads="1"/>
          </p:cNvSpPr>
          <p:nvPr/>
        </p:nvSpPr>
        <p:spPr bwMode="auto">
          <a:xfrm>
            <a:off x="1919288" y="34829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25" name="Rectangle 9">
            <a:extLst>
              <a:ext uri="{FF2B5EF4-FFF2-40B4-BE49-F238E27FC236}">
                <a16:creationId xmlns:a16="http://schemas.microsoft.com/office/drawing/2014/main" id="{1D081D52-C8C3-F782-C9E6-76435C45DEBC}"/>
              </a:ext>
            </a:extLst>
          </p:cNvPr>
          <p:cNvSpPr>
            <a:spLocks noChangeArrowheads="1"/>
          </p:cNvSpPr>
          <p:nvPr/>
        </p:nvSpPr>
        <p:spPr bwMode="auto">
          <a:xfrm>
            <a:off x="2452688" y="34829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26" name="Rectangle 10">
            <a:extLst>
              <a:ext uri="{FF2B5EF4-FFF2-40B4-BE49-F238E27FC236}">
                <a16:creationId xmlns:a16="http://schemas.microsoft.com/office/drawing/2014/main" id="{43A3031F-5320-A349-A9C6-18DDC64282F6}"/>
              </a:ext>
            </a:extLst>
          </p:cNvPr>
          <p:cNvSpPr>
            <a:spLocks noChangeArrowheads="1"/>
          </p:cNvSpPr>
          <p:nvPr/>
        </p:nvSpPr>
        <p:spPr bwMode="auto">
          <a:xfrm>
            <a:off x="5195888" y="34829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27" name="Rectangle 11">
            <a:extLst>
              <a:ext uri="{FF2B5EF4-FFF2-40B4-BE49-F238E27FC236}">
                <a16:creationId xmlns:a16="http://schemas.microsoft.com/office/drawing/2014/main" id="{46DE7C73-9359-7B25-AAB3-F2899688D6F5}"/>
              </a:ext>
            </a:extLst>
          </p:cNvPr>
          <p:cNvSpPr>
            <a:spLocks noChangeArrowheads="1"/>
          </p:cNvSpPr>
          <p:nvPr/>
        </p:nvSpPr>
        <p:spPr bwMode="auto">
          <a:xfrm>
            <a:off x="5729288" y="3482975"/>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126988" name="Rectangle 12">
            <a:extLst>
              <a:ext uri="{FF2B5EF4-FFF2-40B4-BE49-F238E27FC236}">
                <a16:creationId xmlns:a16="http://schemas.microsoft.com/office/drawing/2014/main" id="{A3698132-22D6-4560-80C2-4534F9250B6A}"/>
              </a:ext>
            </a:extLst>
          </p:cNvPr>
          <p:cNvSpPr>
            <a:spLocks noChangeArrowheads="1"/>
          </p:cNvSpPr>
          <p:nvPr/>
        </p:nvSpPr>
        <p:spPr bwMode="auto">
          <a:xfrm>
            <a:off x="2986088" y="3482975"/>
            <a:ext cx="2209800" cy="457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 • •</a:t>
            </a:r>
          </a:p>
        </p:txBody>
      </p:sp>
      <p:grpSp>
        <p:nvGrpSpPr>
          <p:cNvPr id="2" name="Group 42">
            <a:extLst>
              <a:ext uri="{FF2B5EF4-FFF2-40B4-BE49-F238E27FC236}">
                <a16:creationId xmlns:a16="http://schemas.microsoft.com/office/drawing/2014/main" id="{B6EAEC92-E36C-9D12-4D7B-F7B995AA1719}"/>
              </a:ext>
            </a:extLst>
          </p:cNvPr>
          <p:cNvGrpSpPr>
            <a:grpSpLocks/>
          </p:cNvGrpSpPr>
          <p:nvPr/>
        </p:nvGrpSpPr>
        <p:grpSpPr bwMode="auto">
          <a:xfrm>
            <a:off x="1157288" y="3254375"/>
            <a:ext cx="4800600" cy="228600"/>
            <a:chOff x="729" y="2050"/>
            <a:chExt cx="3024" cy="144"/>
          </a:xfrm>
        </p:grpSpPr>
        <p:sp>
          <p:nvSpPr>
            <p:cNvPr id="127008" name="Freeform 13">
              <a:extLst>
                <a:ext uri="{FF2B5EF4-FFF2-40B4-BE49-F238E27FC236}">
                  <a16:creationId xmlns:a16="http://schemas.microsoft.com/office/drawing/2014/main" id="{EAE56BFB-0F05-7BA3-8ACA-EB801D15969B}"/>
                </a:ext>
              </a:extLst>
            </p:cNvPr>
            <p:cNvSpPr>
              <a:spLocks/>
            </p:cNvSpPr>
            <p:nvPr/>
          </p:nvSpPr>
          <p:spPr bwMode="auto">
            <a:xfrm>
              <a:off x="729" y="205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09" name="Freeform 14">
              <a:extLst>
                <a:ext uri="{FF2B5EF4-FFF2-40B4-BE49-F238E27FC236}">
                  <a16:creationId xmlns:a16="http://schemas.microsoft.com/office/drawing/2014/main" id="{57283A3A-12C3-6F11-1B31-97458E8938A3}"/>
                </a:ext>
              </a:extLst>
            </p:cNvPr>
            <p:cNvSpPr>
              <a:spLocks/>
            </p:cNvSpPr>
            <p:nvPr/>
          </p:nvSpPr>
          <p:spPr bwMode="auto">
            <a:xfrm>
              <a:off x="1065" y="205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10" name="Freeform 15">
              <a:extLst>
                <a:ext uri="{FF2B5EF4-FFF2-40B4-BE49-F238E27FC236}">
                  <a16:creationId xmlns:a16="http://schemas.microsoft.com/office/drawing/2014/main" id="{43BE32E6-4FD8-69AE-4305-0BC298250702}"/>
                </a:ext>
              </a:extLst>
            </p:cNvPr>
            <p:cNvSpPr>
              <a:spLocks/>
            </p:cNvSpPr>
            <p:nvPr/>
          </p:nvSpPr>
          <p:spPr bwMode="auto">
            <a:xfrm>
              <a:off x="1401" y="205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11" name="Freeform 16">
              <a:extLst>
                <a:ext uri="{FF2B5EF4-FFF2-40B4-BE49-F238E27FC236}">
                  <a16:creationId xmlns:a16="http://schemas.microsoft.com/office/drawing/2014/main" id="{7309ED37-014E-B3A5-BBAF-44CA3D52046A}"/>
                </a:ext>
              </a:extLst>
            </p:cNvPr>
            <p:cNvSpPr>
              <a:spLocks/>
            </p:cNvSpPr>
            <p:nvPr/>
          </p:nvSpPr>
          <p:spPr bwMode="auto">
            <a:xfrm>
              <a:off x="1737" y="205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12" name="Freeform 17">
              <a:extLst>
                <a:ext uri="{FF2B5EF4-FFF2-40B4-BE49-F238E27FC236}">
                  <a16:creationId xmlns:a16="http://schemas.microsoft.com/office/drawing/2014/main" id="{A248BBFB-C2FB-A6FA-67D0-B09D719EB263}"/>
                </a:ext>
              </a:extLst>
            </p:cNvPr>
            <p:cNvSpPr>
              <a:spLocks/>
            </p:cNvSpPr>
            <p:nvPr/>
          </p:nvSpPr>
          <p:spPr bwMode="auto">
            <a:xfrm>
              <a:off x="3129" y="205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13" name="Freeform 18">
              <a:extLst>
                <a:ext uri="{FF2B5EF4-FFF2-40B4-BE49-F238E27FC236}">
                  <a16:creationId xmlns:a16="http://schemas.microsoft.com/office/drawing/2014/main" id="{C65061C7-F9CC-C132-416B-65ECD961AB6E}"/>
                </a:ext>
              </a:extLst>
            </p:cNvPr>
            <p:cNvSpPr>
              <a:spLocks/>
            </p:cNvSpPr>
            <p:nvPr/>
          </p:nvSpPr>
          <p:spPr bwMode="auto">
            <a:xfrm>
              <a:off x="3465" y="2050"/>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sp>
        <p:nvSpPr>
          <p:cNvPr id="86037" name="Rectangle 21">
            <a:extLst>
              <a:ext uri="{FF2B5EF4-FFF2-40B4-BE49-F238E27FC236}">
                <a16:creationId xmlns:a16="http://schemas.microsoft.com/office/drawing/2014/main" id="{29C58F19-A01B-B880-5DEF-6DEA98B15DDD}"/>
              </a:ext>
            </a:extLst>
          </p:cNvPr>
          <p:cNvSpPr>
            <a:spLocks noChangeArrowheads="1"/>
          </p:cNvSpPr>
          <p:nvPr/>
        </p:nvSpPr>
        <p:spPr bwMode="auto">
          <a:xfrm>
            <a:off x="852488" y="46863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38" name="Rectangle 22">
            <a:extLst>
              <a:ext uri="{FF2B5EF4-FFF2-40B4-BE49-F238E27FC236}">
                <a16:creationId xmlns:a16="http://schemas.microsoft.com/office/drawing/2014/main" id="{419652FE-3175-C648-ED2C-96D8F63DD371}"/>
              </a:ext>
            </a:extLst>
          </p:cNvPr>
          <p:cNvSpPr>
            <a:spLocks noChangeArrowheads="1"/>
          </p:cNvSpPr>
          <p:nvPr/>
        </p:nvSpPr>
        <p:spPr bwMode="auto">
          <a:xfrm>
            <a:off x="1385888" y="46863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39" name="Rectangle 23">
            <a:extLst>
              <a:ext uri="{FF2B5EF4-FFF2-40B4-BE49-F238E27FC236}">
                <a16:creationId xmlns:a16="http://schemas.microsoft.com/office/drawing/2014/main" id="{2ED069D2-79E5-9ABA-4DD6-AF1F73C4D3C8}"/>
              </a:ext>
            </a:extLst>
          </p:cNvPr>
          <p:cNvSpPr>
            <a:spLocks noChangeArrowheads="1"/>
          </p:cNvSpPr>
          <p:nvPr/>
        </p:nvSpPr>
        <p:spPr bwMode="auto">
          <a:xfrm>
            <a:off x="1919288" y="46863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40" name="Rectangle 24">
            <a:extLst>
              <a:ext uri="{FF2B5EF4-FFF2-40B4-BE49-F238E27FC236}">
                <a16:creationId xmlns:a16="http://schemas.microsoft.com/office/drawing/2014/main" id="{5CE37F18-3BB6-4356-58D7-3B427E62616B}"/>
              </a:ext>
            </a:extLst>
          </p:cNvPr>
          <p:cNvSpPr>
            <a:spLocks noChangeArrowheads="1"/>
          </p:cNvSpPr>
          <p:nvPr/>
        </p:nvSpPr>
        <p:spPr bwMode="auto">
          <a:xfrm>
            <a:off x="2452688" y="46863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41" name="Rectangle 25">
            <a:extLst>
              <a:ext uri="{FF2B5EF4-FFF2-40B4-BE49-F238E27FC236}">
                <a16:creationId xmlns:a16="http://schemas.microsoft.com/office/drawing/2014/main" id="{23F1CAF6-B82E-24B3-C7C3-4B7601C90943}"/>
              </a:ext>
            </a:extLst>
          </p:cNvPr>
          <p:cNvSpPr>
            <a:spLocks noChangeArrowheads="1"/>
          </p:cNvSpPr>
          <p:nvPr/>
        </p:nvSpPr>
        <p:spPr bwMode="auto">
          <a:xfrm>
            <a:off x="5195888" y="46863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86042" name="Rectangle 26">
            <a:extLst>
              <a:ext uri="{FF2B5EF4-FFF2-40B4-BE49-F238E27FC236}">
                <a16:creationId xmlns:a16="http://schemas.microsoft.com/office/drawing/2014/main" id="{AA2A31CB-911F-F2EF-9FF1-5F7095604D13}"/>
              </a:ext>
            </a:extLst>
          </p:cNvPr>
          <p:cNvSpPr>
            <a:spLocks noChangeArrowheads="1"/>
          </p:cNvSpPr>
          <p:nvPr/>
        </p:nvSpPr>
        <p:spPr bwMode="auto">
          <a:xfrm>
            <a:off x="5729288" y="4686300"/>
            <a:ext cx="533400" cy="457200"/>
          </a:xfrm>
          <a:prstGeom prst="rect">
            <a:avLst/>
          </a:prstGeom>
          <a:solidFill>
            <a:schemeClr val="bg2">
              <a:lumMod val="60000"/>
              <a:lumOff val="40000"/>
            </a:schemeClr>
          </a:solidFill>
          <a:ln w="28575">
            <a:solidFill>
              <a:schemeClr val="tx1"/>
            </a:solidFill>
            <a:miter lim="800000"/>
            <a:headEnd/>
            <a:tailEnd/>
          </a:ln>
          <a:effectLst/>
        </p:spPr>
        <p:txBody>
          <a:bodyPr wrap="none" lIns="90000" tIns="46800" rIns="90000" bIns="46800" anchor="ctr"/>
          <a:lstStyle/>
          <a:p>
            <a:pPr eaLnBrk="1" hangingPunct="1">
              <a:lnSpc>
                <a:spcPct val="20000"/>
              </a:lnSpc>
              <a:spcBef>
                <a:spcPct val="50000"/>
              </a:spcBef>
              <a:defRPr/>
            </a:pPr>
            <a:endParaRPr lang="en-MY"/>
          </a:p>
        </p:txBody>
      </p:sp>
      <p:sp>
        <p:nvSpPr>
          <p:cNvPr id="126996" name="Rectangle 27">
            <a:extLst>
              <a:ext uri="{FF2B5EF4-FFF2-40B4-BE49-F238E27FC236}">
                <a16:creationId xmlns:a16="http://schemas.microsoft.com/office/drawing/2014/main" id="{1049D113-DD59-A37A-B94F-3949E649A9D1}"/>
              </a:ext>
            </a:extLst>
          </p:cNvPr>
          <p:cNvSpPr>
            <a:spLocks noChangeArrowheads="1"/>
          </p:cNvSpPr>
          <p:nvPr/>
        </p:nvSpPr>
        <p:spPr bwMode="auto">
          <a:xfrm>
            <a:off x="2986088" y="4686300"/>
            <a:ext cx="2209800" cy="457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latin typeface="Tahoma" panose="020B0604030504040204" pitchFamily="34" charset="0"/>
              </a:rPr>
              <a:t>• • •</a:t>
            </a:r>
          </a:p>
        </p:txBody>
      </p:sp>
      <p:grpSp>
        <p:nvGrpSpPr>
          <p:cNvPr id="3" name="Group 43">
            <a:extLst>
              <a:ext uri="{FF2B5EF4-FFF2-40B4-BE49-F238E27FC236}">
                <a16:creationId xmlns:a16="http://schemas.microsoft.com/office/drawing/2014/main" id="{2F86C6BF-0C7D-938C-AA22-98DF88343729}"/>
              </a:ext>
            </a:extLst>
          </p:cNvPr>
          <p:cNvGrpSpPr>
            <a:grpSpLocks/>
          </p:cNvGrpSpPr>
          <p:nvPr/>
        </p:nvGrpSpPr>
        <p:grpSpPr bwMode="auto">
          <a:xfrm>
            <a:off x="1157288" y="4457700"/>
            <a:ext cx="4800600" cy="228600"/>
            <a:chOff x="729" y="2808"/>
            <a:chExt cx="3024" cy="144"/>
          </a:xfrm>
        </p:grpSpPr>
        <p:sp>
          <p:nvSpPr>
            <p:cNvPr id="127002" name="Freeform 28">
              <a:extLst>
                <a:ext uri="{FF2B5EF4-FFF2-40B4-BE49-F238E27FC236}">
                  <a16:creationId xmlns:a16="http://schemas.microsoft.com/office/drawing/2014/main" id="{8F0EC8E5-4FDB-543F-E101-86A57DE50A22}"/>
                </a:ext>
              </a:extLst>
            </p:cNvPr>
            <p:cNvSpPr>
              <a:spLocks/>
            </p:cNvSpPr>
            <p:nvPr/>
          </p:nvSpPr>
          <p:spPr bwMode="auto">
            <a:xfrm>
              <a:off x="729" y="280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03" name="Freeform 29">
              <a:extLst>
                <a:ext uri="{FF2B5EF4-FFF2-40B4-BE49-F238E27FC236}">
                  <a16:creationId xmlns:a16="http://schemas.microsoft.com/office/drawing/2014/main" id="{62CAB9F3-6F4D-5EF5-10F6-E67B3B5E8D2A}"/>
                </a:ext>
              </a:extLst>
            </p:cNvPr>
            <p:cNvSpPr>
              <a:spLocks/>
            </p:cNvSpPr>
            <p:nvPr/>
          </p:nvSpPr>
          <p:spPr bwMode="auto">
            <a:xfrm>
              <a:off x="1065" y="280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04" name="Freeform 30">
              <a:extLst>
                <a:ext uri="{FF2B5EF4-FFF2-40B4-BE49-F238E27FC236}">
                  <a16:creationId xmlns:a16="http://schemas.microsoft.com/office/drawing/2014/main" id="{B9960092-71B1-6996-CCA4-6DF2D904371E}"/>
                </a:ext>
              </a:extLst>
            </p:cNvPr>
            <p:cNvSpPr>
              <a:spLocks/>
            </p:cNvSpPr>
            <p:nvPr/>
          </p:nvSpPr>
          <p:spPr bwMode="auto">
            <a:xfrm>
              <a:off x="1401" y="280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05" name="Freeform 31">
              <a:extLst>
                <a:ext uri="{FF2B5EF4-FFF2-40B4-BE49-F238E27FC236}">
                  <a16:creationId xmlns:a16="http://schemas.microsoft.com/office/drawing/2014/main" id="{46EAF5F2-6839-7B4B-CB60-5F4AFC5804CD}"/>
                </a:ext>
              </a:extLst>
            </p:cNvPr>
            <p:cNvSpPr>
              <a:spLocks/>
            </p:cNvSpPr>
            <p:nvPr/>
          </p:nvSpPr>
          <p:spPr bwMode="auto">
            <a:xfrm>
              <a:off x="1737" y="280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06" name="Freeform 32">
              <a:extLst>
                <a:ext uri="{FF2B5EF4-FFF2-40B4-BE49-F238E27FC236}">
                  <a16:creationId xmlns:a16="http://schemas.microsoft.com/office/drawing/2014/main" id="{725C18F5-4C20-6131-6E06-3A4264BA2646}"/>
                </a:ext>
              </a:extLst>
            </p:cNvPr>
            <p:cNvSpPr>
              <a:spLocks/>
            </p:cNvSpPr>
            <p:nvPr/>
          </p:nvSpPr>
          <p:spPr bwMode="auto">
            <a:xfrm>
              <a:off x="3129" y="280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sp>
          <p:nvSpPr>
            <p:cNvPr id="127007" name="Freeform 33">
              <a:extLst>
                <a:ext uri="{FF2B5EF4-FFF2-40B4-BE49-F238E27FC236}">
                  <a16:creationId xmlns:a16="http://schemas.microsoft.com/office/drawing/2014/main" id="{D11D04E5-28BB-1E9F-B799-2F5B3078E7D0}"/>
                </a:ext>
              </a:extLst>
            </p:cNvPr>
            <p:cNvSpPr>
              <a:spLocks/>
            </p:cNvSpPr>
            <p:nvPr/>
          </p:nvSpPr>
          <p:spPr bwMode="auto">
            <a:xfrm>
              <a:off x="3465" y="2808"/>
              <a:ext cx="288" cy="144"/>
            </a:xfrm>
            <a:custGeom>
              <a:avLst/>
              <a:gdLst>
                <a:gd name="T0" fmla="*/ 0 w 288"/>
                <a:gd name="T1" fmla="*/ 144 h 144"/>
                <a:gd name="T2" fmla="*/ 144 w 288"/>
                <a:gd name="T3" fmla="*/ 0 h 144"/>
                <a:gd name="T4" fmla="*/ 288 w 288"/>
                <a:gd name="T5" fmla="*/ 144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0" y="144"/>
                  </a:moveTo>
                  <a:cubicBezTo>
                    <a:pt x="48" y="72"/>
                    <a:pt x="96" y="0"/>
                    <a:pt x="144" y="0"/>
                  </a:cubicBezTo>
                  <a:cubicBezTo>
                    <a:pt x="192" y="0"/>
                    <a:pt x="248" y="96"/>
                    <a:pt x="288" y="144"/>
                  </a:cubicBez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MY"/>
            </a:p>
          </p:txBody>
        </p:sp>
      </p:grpSp>
      <p:sp>
        <p:nvSpPr>
          <p:cNvPr id="126998" name="Text Box 35">
            <a:extLst>
              <a:ext uri="{FF2B5EF4-FFF2-40B4-BE49-F238E27FC236}">
                <a16:creationId xmlns:a16="http://schemas.microsoft.com/office/drawing/2014/main" id="{870885C4-C2AB-C62F-4EB0-1843B1785B5F}"/>
              </a:ext>
            </a:extLst>
          </p:cNvPr>
          <p:cNvSpPr txBox="1">
            <a:spLocks noChangeArrowheads="1"/>
          </p:cNvSpPr>
          <p:nvPr/>
        </p:nvSpPr>
        <p:spPr bwMode="auto">
          <a:xfrm>
            <a:off x="6629400" y="3451225"/>
            <a:ext cx="15208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a:latin typeface="Tahoma" panose="020B0604030504040204" pitchFamily="34" charset="0"/>
              </a:rPr>
              <a:t>Rotate right</a:t>
            </a:r>
          </a:p>
        </p:txBody>
      </p:sp>
      <p:sp>
        <p:nvSpPr>
          <p:cNvPr id="126999" name="Text Box 36">
            <a:extLst>
              <a:ext uri="{FF2B5EF4-FFF2-40B4-BE49-F238E27FC236}">
                <a16:creationId xmlns:a16="http://schemas.microsoft.com/office/drawing/2014/main" id="{DEB2BA0F-97FD-E317-54A0-1DF380AE0BA1}"/>
              </a:ext>
            </a:extLst>
          </p:cNvPr>
          <p:cNvSpPr txBox="1">
            <a:spLocks noChangeArrowheads="1"/>
          </p:cNvSpPr>
          <p:nvPr/>
        </p:nvSpPr>
        <p:spPr bwMode="auto">
          <a:xfrm>
            <a:off x="6629400" y="4686300"/>
            <a:ext cx="1360488"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a:latin typeface="Tahoma" panose="020B0604030504040204" pitchFamily="34" charset="0"/>
              </a:rPr>
              <a:t>Rotate left</a:t>
            </a:r>
          </a:p>
        </p:txBody>
      </p:sp>
      <p:sp>
        <p:nvSpPr>
          <p:cNvPr id="86056" name="AutoShape 40">
            <a:extLst>
              <a:ext uri="{FF2B5EF4-FFF2-40B4-BE49-F238E27FC236}">
                <a16:creationId xmlns:a16="http://schemas.microsoft.com/office/drawing/2014/main" id="{AD9FB383-2C6A-D291-538A-CAA7B1371928}"/>
              </a:ext>
            </a:extLst>
          </p:cNvPr>
          <p:cNvSpPr>
            <a:spLocks/>
          </p:cNvSpPr>
          <p:nvPr/>
        </p:nvSpPr>
        <p:spPr bwMode="auto">
          <a:xfrm rot="-5400000">
            <a:off x="3333750" y="552450"/>
            <a:ext cx="419100" cy="5410200"/>
          </a:xfrm>
          <a:prstGeom prst="rightBracket">
            <a:avLst>
              <a:gd name="adj" fmla="val 107576"/>
            </a:avLst>
          </a:prstGeom>
          <a:noFill/>
          <a:ln w="2857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86057" name="AutoShape 41">
            <a:extLst>
              <a:ext uri="{FF2B5EF4-FFF2-40B4-BE49-F238E27FC236}">
                <a16:creationId xmlns:a16="http://schemas.microsoft.com/office/drawing/2014/main" id="{40073646-124F-D4F9-6134-9D8E174C6697}"/>
              </a:ext>
            </a:extLst>
          </p:cNvPr>
          <p:cNvSpPr>
            <a:spLocks/>
          </p:cNvSpPr>
          <p:nvPr/>
        </p:nvSpPr>
        <p:spPr bwMode="auto">
          <a:xfrm rot="-5400000">
            <a:off x="3333750" y="1771650"/>
            <a:ext cx="419100" cy="5410200"/>
          </a:xfrm>
          <a:prstGeom prst="rightBracket">
            <a:avLst>
              <a:gd name="adj" fmla="val 107576"/>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86056"/>
                                        </p:tgtEl>
                                        <p:attrNameLst>
                                          <p:attrName>style.visibility</p:attrName>
                                        </p:attrNameLst>
                                      </p:cBhvr>
                                      <p:to>
                                        <p:strVal val="visible"/>
                                      </p:to>
                                    </p:set>
                                    <p:animEffect transition="in" filter="wipe(right)">
                                      <p:cBhvr>
                                        <p:cTn id="12" dur="500"/>
                                        <p:tgtEl>
                                          <p:spTgt spid="860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righ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6057"/>
                                        </p:tgtEl>
                                        <p:attrNameLst>
                                          <p:attrName>style.visibility</p:attrName>
                                        </p:attrNameLst>
                                      </p:cBhvr>
                                      <p:to>
                                        <p:strVal val="visible"/>
                                      </p:to>
                                    </p:set>
                                    <p:animEffect transition="in" filter="wipe(left)">
                                      <p:cBhvr>
                                        <p:cTn id="22" dur="500"/>
                                        <p:tgtEl>
                                          <p:spTgt spid="86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56" grpId="0" animBg="1"/>
      <p:bldP spid="8605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9D15044B-3A1A-CE50-5BF5-7EFAF366BA91}"/>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8003" name="Rectangle 3">
            <a:extLst>
              <a:ext uri="{FF2B5EF4-FFF2-40B4-BE49-F238E27FC236}">
                <a16:creationId xmlns:a16="http://schemas.microsoft.com/office/drawing/2014/main" id="{7FF2FBFE-3F9A-CED8-3D9A-017536A3E988}"/>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8004" name="Rectangle 4">
            <a:extLst>
              <a:ext uri="{FF2B5EF4-FFF2-40B4-BE49-F238E27FC236}">
                <a16:creationId xmlns:a16="http://schemas.microsoft.com/office/drawing/2014/main" id="{DD6B009A-6338-AB55-4EDC-9257F729B17C}"/>
              </a:ext>
            </a:extLst>
          </p:cNvPr>
          <p:cNvSpPr>
            <a:spLocks noGrp="1" noChangeArrowheads="1"/>
          </p:cNvSpPr>
          <p:nvPr>
            <p:ph type="title"/>
          </p:nvPr>
        </p:nvSpPr>
        <p:spPr>
          <a:noFill/>
        </p:spPr>
        <p:txBody>
          <a:bodyPr lIns="90488" tIns="44450" rIns="90488" bIns="44450"/>
          <a:lstStyle/>
          <a:p>
            <a:r>
              <a:rPr lang="en-US" altLang="en-US"/>
              <a:t>Conversion</a:t>
            </a:r>
          </a:p>
        </p:txBody>
      </p:sp>
      <p:sp>
        <p:nvSpPr>
          <p:cNvPr id="128005" name="Rectangle 5">
            <a:extLst>
              <a:ext uri="{FF2B5EF4-FFF2-40B4-BE49-F238E27FC236}">
                <a16:creationId xmlns:a16="http://schemas.microsoft.com/office/drawing/2014/main" id="{2A2BACB5-5837-0D47-D878-B8DB690B088C}"/>
              </a:ext>
            </a:extLst>
          </p:cNvPr>
          <p:cNvSpPr>
            <a:spLocks noGrp="1" noChangeArrowheads="1"/>
          </p:cNvSpPr>
          <p:nvPr>
            <p:ph type="body" idx="1"/>
          </p:nvPr>
        </p:nvSpPr>
        <p:spPr>
          <a:noFill/>
        </p:spPr>
        <p:txBody>
          <a:bodyPr lIns="90488" tIns="44450" rIns="90488" bIns="44450"/>
          <a:lstStyle/>
          <a:p>
            <a:r>
              <a:rPr lang="en-US" altLang="en-US"/>
              <a:t>Operations that change the format or operate on the format of data.</a:t>
            </a:r>
          </a:p>
          <a:p>
            <a:r>
              <a:rPr lang="en-US" altLang="en-US"/>
              <a:t>E.g. Binary to Decimal</a:t>
            </a: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9F99E52C-B3E5-9454-8467-C3F69A21B488}"/>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9027" name="Rectangle 3">
            <a:extLst>
              <a:ext uri="{FF2B5EF4-FFF2-40B4-BE49-F238E27FC236}">
                <a16:creationId xmlns:a16="http://schemas.microsoft.com/office/drawing/2014/main" id="{15E6D0FE-4E22-E58D-E06C-571C4966576C}"/>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29028" name="Rectangle 4">
            <a:extLst>
              <a:ext uri="{FF2B5EF4-FFF2-40B4-BE49-F238E27FC236}">
                <a16:creationId xmlns:a16="http://schemas.microsoft.com/office/drawing/2014/main" id="{CDFD3AEC-46D8-3B3D-7586-055B3E33BD94}"/>
              </a:ext>
            </a:extLst>
          </p:cNvPr>
          <p:cNvSpPr>
            <a:spLocks noGrp="1" noChangeArrowheads="1"/>
          </p:cNvSpPr>
          <p:nvPr>
            <p:ph type="title"/>
          </p:nvPr>
        </p:nvSpPr>
        <p:spPr>
          <a:noFill/>
        </p:spPr>
        <p:txBody>
          <a:bodyPr lIns="90488" tIns="44450" rIns="90488" bIns="44450"/>
          <a:lstStyle/>
          <a:p>
            <a:r>
              <a:rPr lang="en-US" altLang="en-US"/>
              <a:t>Input/Output</a:t>
            </a:r>
          </a:p>
        </p:txBody>
      </p:sp>
      <p:sp>
        <p:nvSpPr>
          <p:cNvPr id="129029" name="Rectangle 5">
            <a:extLst>
              <a:ext uri="{FF2B5EF4-FFF2-40B4-BE49-F238E27FC236}">
                <a16:creationId xmlns:a16="http://schemas.microsoft.com/office/drawing/2014/main" id="{1BB09D05-BE1E-DA03-E367-2D9B72903FA3}"/>
              </a:ext>
            </a:extLst>
          </p:cNvPr>
          <p:cNvSpPr>
            <a:spLocks noGrp="1" noChangeArrowheads="1"/>
          </p:cNvSpPr>
          <p:nvPr>
            <p:ph type="body" idx="1"/>
          </p:nvPr>
        </p:nvSpPr>
        <p:spPr>
          <a:noFill/>
        </p:spPr>
        <p:txBody>
          <a:bodyPr lIns="90488" tIns="44450" rIns="90488" bIns="44450"/>
          <a:lstStyle/>
          <a:p>
            <a:r>
              <a:rPr lang="en-US" altLang="en-US"/>
              <a:t>May be specific instructions</a:t>
            </a:r>
          </a:p>
          <a:p>
            <a:r>
              <a:rPr lang="en-US" altLang="en-US"/>
              <a:t>May be done using data movement instructions (memory mapped)</a:t>
            </a:r>
          </a:p>
          <a:p>
            <a:r>
              <a:rPr lang="en-US" altLang="en-US"/>
              <a:t>May be done by a separate controller (DMA)</a:t>
            </a: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797FF2A8-C632-431E-6FC9-97141FB38EBE}"/>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0051" name="Rectangle 3">
            <a:extLst>
              <a:ext uri="{FF2B5EF4-FFF2-40B4-BE49-F238E27FC236}">
                <a16:creationId xmlns:a16="http://schemas.microsoft.com/office/drawing/2014/main" id="{53FAA2B6-D885-FDF5-4340-A11714718618}"/>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0052" name="Rectangle 4">
            <a:extLst>
              <a:ext uri="{FF2B5EF4-FFF2-40B4-BE49-F238E27FC236}">
                <a16:creationId xmlns:a16="http://schemas.microsoft.com/office/drawing/2014/main" id="{CA0E6453-A507-292B-289D-0BCF33B97639}"/>
              </a:ext>
            </a:extLst>
          </p:cNvPr>
          <p:cNvSpPr>
            <a:spLocks noGrp="1" noChangeArrowheads="1"/>
          </p:cNvSpPr>
          <p:nvPr>
            <p:ph type="title"/>
          </p:nvPr>
        </p:nvSpPr>
        <p:spPr>
          <a:noFill/>
        </p:spPr>
        <p:txBody>
          <a:bodyPr lIns="90488" tIns="44450" rIns="90488" bIns="44450"/>
          <a:lstStyle/>
          <a:p>
            <a:r>
              <a:rPr lang="en-US" altLang="en-US"/>
              <a:t>Systems Control</a:t>
            </a:r>
          </a:p>
        </p:txBody>
      </p:sp>
      <p:sp>
        <p:nvSpPr>
          <p:cNvPr id="130053" name="Rectangle 5">
            <a:extLst>
              <a:ext uri="{FF2B5EF4-FFF2-40B4-BE49-F238E27FC236}">
                <a16:creationId xmlns:a16="http://schemas.microsoft.com/office/drawing/2014/main" id="{2C4F6943-80CF-B38F-0032-847ACFE2D537}"/>
              </a:ext>
            </a:extLst>
          </p:cNvPr>
          <p:cNvSpPr>
            <a:spLocks noGrp="1" noChangeArrowheads="1"/>
          </p:cNvSpPr>
          <p:nvPr>
            <p:ph type="body" idx="1"/>
          </p:nvPr>
        </p:nvSpPr>
        <p:spPr>
          <a:noFill/>
        </p:spPr>
        <p:txBody>
          <a:bodyPr lIns="90488" tIns="44450" rIns="90488" bIns="44450"/>
          <a:lstStyle/>
          <a:p>
            <a:r>
              <a:rPr lang="en-US" altLang="en-US"/>
              <a:t>Privileged instructions</a:t>
            </a:r>
          </a:p>
          <a:p>
            <a:r>
              <a:rPr lang="en-US" altLang="en-US"/>
              <a:t>CPU needs to be in specific state (or program executing in a privileged area of memory)</a:t>
            </a:r>
          </a:p>
          <a:p>
            <a:pPr lvl="1"/>
            <a:r>
              <a:rPr lang="en-US" altLang="en-US"/>
              <a:t>Ring 0 on 80386+</a:t>
            </a:r>
          </a:p>
          <a:p>
            <a:pPr lvl="1"/>
            <a:r>
              <a:rPr lang="en-US" altLang="en-US"/>
              <a:t>Kernel mode</a:t>
            </a:r>
          </a:p>
          <a:p>
            <a:r>
              <a:rPr lang="en-US" altLang="en-US"/>
              <a:t>For operating systems use</a:t>
            </a: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6D852941-D0F7-0EE4-0E9A-24CE0CF3E7A8}"/>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1075" name="Rectangle 3">
            <a:extLst>
              <a:ext uri="{FF2B5EF4-FFF2-40B4-BE49-F238E27FC236}">
                <a16:creationId xmlns:a16="http://schemas.microsoft.com/office/drawing/2014/main" id="{2AF574E2-123C-53B3-C0A2-E669F9EEF26F}"/>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1076" name="Rectangle 4">
            <a:extLst>
              <a:ext uri="{FF2B5EF4-FFF2-40B4-BE49-F238E27FC236}">
                <a16:creationId xmlns:a16="http://schemas.microsoft.com/office/drawing/2014/main" id="{E989961C-994B-4D6F-768E-14FB9B941FE7}"/>
              </a:ext>
            </a:extLst>
          </p:cNvPr>
          <p:cNvSpPr>
            <a:spLocks noGrp="1" noChangeArrowheads="1"/>
          </p:cNvSpPr>
          <p:nvPr>
            <p:ph type="title"/>
          </p:nvPr>
        </p:nvSpPr>
        <p:spPr>
          <a:noFill/>
        </p:spPr>
        <p:txBody>
          <a:bodyPr lIns="90488" tIns="44450" rIns="90488" bIns="44450"/>
          <a:lstStyle/>
          <a:p>
            <a:r>
              <a:rPr lang="en-US" altLang="en-US"/>
              <a:t>Transfer of Control</a:t>
            </a:r>
          </a:p>
        </p:txBody>
      </p:sp>
      <p:sp>
        <p:nvSpPr>
          <p:cNvPr id="131077" name="Rectangle 5">
            <a:extLst>
              <a:ext uri="{FF2B5EF4-FFF2-40B4-BE49-F238E27FC236}">
                <a16:creationId xmlns:a16="http://schemas.microsoft.com/office/drawing/2014/main" id="{86FA211A-92E1-D3BA-4426-04E8E08D1B65}"/>
              </a:ext>
            </a:extLst>
          </p:cNvPr>
          <p:cNvSpPr>
            <a:spLocks noGrp="1" noChangeArrowheads="1"/>
          </p:cNvSpPr>
          <p:nvPr>
            <p:ph type="body" idx="1"/>
          </p:nvPr>
        </p:nvSpPr>
        <p:spPr>
          <a:xfrm>
            <a:off x="457200" y="1885950"/>
            <a:ext cx="8178800" cy="4667250"/>
          </a:xfrm>
          <a:noFill/>
        </p:spPr>
        <p:txBody>
          <a:bodyPr lIns="90488" tIns="44450" rIns="90488" bIns="44450"/>
          <a:lstStyle/>
          <a:p>
            <a:r>
              <a:rPr lang="en-US" altLang="en-US"/>
              <a:t>Transfer of control operations are required to:</a:t>
            </a:r>
          </a:p>
          <a:p>
            <a:pPr lvl="1"/>
            <a:r>
              <a:rPr lang="en-US" altLang="en-US"/>
              <a:t>execute instructions </a:t>
            </a:r>
            <a:r>
              <a:rPr lang="en-US" altLang="en-US" sz="3200" b="1">
                <a:solidFill>
                  <a:srgbClr val="92D050"/>
                </a:solidFill>
              </a:rPr>
              <a:t>more than once</a:t>
            </a:r>
            <a:endParaRPr lang="en-US" altLang="en-US" b="1">
              <a:solidFill>
                <a:srgbClr val="92D050"/>
              </a:solidFill>
            </a:endParaRPr>
          </a:p>
          <a:p>
            <a:pPr lvl="1"/>
            <a:r>
              <a:rPr lang="en-US" altLang="en-US"/>
              <a:t>incorporate </a:t>
            </a:r>
            <a:r>
              <a:rPr lang="en-US" altLang="en-US" sz="3200" b="1">
                <a:solidFill>
                  <a:srgbClr val="FF0000"/>
                </a:solidFill>
              </a:rPr>
              <a:t>decision making</a:t>
            </a:r>
            <a:endParaRPr lang="en-US" altLang="en-US" b="1">
              <a:solidFill>
                <a:srgbClr val="FF0000"/>
              </a:solidFill>
            </a:endParaRPr>
          </a:p>
          <a:p>
            <a:pPr lvl="1"/>
            <a:r>
              <a:rPr lang="en-US" altLang="en-US"/>
              <a:t>allow programs to be </a:t>
            </a:r>
            <a:r>
              <a:rPr lang="en-US" altLang="en-US" sz="3200" b="1">
                <a:solidFill>
                  <a:srgbClr val="00B0F0"/>
                </a:solidFill>
              </a:rPr>
              <a:t>broken </a:t>
            </a:r>
            <a:r>
              <a:rPr lang="en-US" altLang="en-US"/>
              <a:t>up into smaller pieces</a:t>
            </a: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CDD43CE9-5C6F-AF71-95C0-BEC36182E9CF}"/>
              </a:ext>
            </a:extLst>
          </p:cNvPr>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2099" name="Rectangle 3">
            <a:extLst>
              <a:ext uri="{FF2B5EF4-FFF2-40B4-BE49-F238E27FC236}">
                <a16:creationId xmlns:a16="http://schemas.microsoft.com/office/drawing/2014/main" id="{5F656819-1AC7-1943-EFD1-A77AE47D0FF9}"/>
              </a:ext>
            </a:extLst>
          </p:cNvPr>
          <p:cNvSpPr>
            <a:spLocks noChangeArrowheads="1"/>
          </p:cNvSpPr>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2100" name="Rectangle 4">
            <a:extLst>
              <a:ext uri="{FF2B5EF4-FFF2-40B4-BE49-F238E27FC236}">
                <a16:creationId xmlns:a16="http://schemas.microsoft.com/office/drawing/2014/main" id="{1EA3ECC6-C683-F754-B116-0054727E70DB}"/>
              </a:ext>
            </a:extLst>
          </p:cNvPr>
          <p:cNvSpPr>
            <a:spLocks noGrp="1" noChangeArrowheads="1"/>
          </p:cNvSpPr>
          <p:nvPr>
            <p:ph type="title"/>
          </p:nvPr>
        </p:nvSpPr>
        <p:spPr>
          <a:noFill/>
        </p:spPr>
        <p:txBody>
          <a:bodyPr lIns="90488" tIns="44450" rIns="90488" bIns="44450"/>
          <a:lstStyle/>
          <a:p>
            <a:r>
              <a:rPr lang="en-US" altLang="en-US"/>
              <a:t>Transfer of Control</a:t>
            </a:r>
          </a:p>
        </p:txBody>
      </p:sp>
      <p:sp>
        <p:nvSpPr>
          <p:cNvPr id="132101" name="Rectangle 5">
            <a:extLst>
              <a:ext uri="{FF2B5EF4-FFF2-40B4-BE49-F238E27FC236}">
                <a16:creationId xmlns:a16="http://schemas.microsoft.com/office/drawing/2014/main" id="{992EBEE1-CB72-04D7-175B-AF5DAE4BEA0C}"/>
              </a:ext>
            </a:extLst>
          </p:cNvPr>
          <p:cNvSpPr>
            <a:spLocks noGrp="1" noChangeArrowheads="1"/>
          </p:cNvSpPr>
          <p:nvPr>
            <p:ph type="body" idx="1"/>
          </p:nvPr>
        </p:nvSpPr>
        <p:spPr>
          <a:xfrm>
            <a:off x="457200" y="1885950"/>
            <a:ext cx="8178800" cy="4667250"/>
          </a:xfrm>
          <a:noFill/>
        </p:spPr>
        <p:txBody>
          <a:bodyPr lIns="90488" tIns="44450" rIns="90488" bIns="44450"/>
          <a:lstStyle/>
          <a:p>
            <a:r>
              <a:rPr lang="en-US" altLang="en-US"/>
              <a:t>Examples of transfer of control operations:</a:t>
            </a:r>
          </a:p>
          <a:p>
            <a:pPr lvl="1"/>
            <a:r>
              <a:rPr lang="en-US" altLang="en-US"/>
              <a:t>Branch</a:t>
            </a:r>
          </a:p>
          <a:p>
            <a:pPr lvl="1"/>
            <a:r>
              <a:rPr lang="en-US" altLang="en-US"/>
              <a:t>Skip</a:t>
            </a:r>
          </a:p>
          <a:p>
            <a:pPr lvl="1"/>
            <a:r>
              <a:rPr lang="en-US" altLang="en-US"/>
              <a:t>Procedure call</a:t>
            </a:r>
          </a:p>
          <a:p>
            <a:r>
              <a:rPr lang="en-US" altLang="en-US" sz="3600" b="1">
                <a:solidFill>
                  <a:srgbClr val="92D050"/>
                </a:solidFill>
              </a:rPr>
              <a:t>Program counter </a:t>
            </a:r>
            <a:r>
              <a:rPr lang="en-US" altLang="en-US"/>
              <a:t>is updated to contain the address of some instruction in memory</a:t>
            </a: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69688229-A80E-6935-B9B8-B9291AF1BD2E}"/>
              </a:ext>
            </a:extLst>
          </p:cNvPr>
          <p:cNvSpPr>
            <a:spLocks noGrp="1" noChangeArrowheads="1"/>
          </p:cNvSpPr>
          <p:nvPr>
            <p:ph type="title"/>
          </p:nvPr>
        </p:nvSpPr>
        <p:spPr/>
        <p:txBody>
          <a:bodyPr/>
          <a:lstStyle/>
          <a:p>
            <a:r>
              <a:rPr lang="en-US" altLang="en-US"/>
              <a:t>Transfer of Control</a:t>
            </a:r>
          </a:p>
        </p:txBody>
      </p:sp>
      <p:sp>
        <p:nvSpPr>
          <p:cNvPr id="133123" name="Rectangle 3">
            <a:extLst>
              <a:ext uri="{FF2B5EF4-FFF2-40B4-BE49-F238E27FC236}">
                <a16:creationId xmlns:a16="http://schemas.microsoft.com/office/drawing/2014/main" id="{393D606D-710B-80D4-F682-23A03E0041BD}"/>
              </a:ext>
            </a:extLst>
          </p:cNvPr>
          <p:cNvSpPr>
            <a:spLocks noGrp="1" noChangeArrowheads="1"/>
          </p:cNvSpPr>
          <p:nvPr>
            <p:ph type="body" idx="1"/>
          </p:nvPr>
        </p:nvSpPr>
        <p:spPr>
          <a:xfrm>
            <a:off x="457200" y="1885950"/>
            <a:ext cx="8178800" cy="4743450"/>
          </a:xfrm>
        </p:spPr>
        <p:txBody>
          <a:bodyPr/>
          <a:lstStyle/>
          <a:p>
            <a:r>
              <a:rPr lang="en-US" altLang="en-US"/>
              <a:t>Branch (or jump)</a:t>
            </a:r>
          </a:p>
          <a:p>
            <a:pPr lvl="1"/>
            <a:r>
              <a:rPr lang="en-US" altLang="en-US"/>
              <a:t>e.g. branch to x if result is zero (conditional branch)</a:t>
            </a:r>
          </a:p>
          <a:p>
            <a:r>
              <a:rPr lang="en-US" altLang="en-US"/>
              <a:t>Skip (typically with implied address)</a:t>
            </a:r>
          </a:p>
          <a:p>
            <a:pPr lvl="1"/>
            <a:r>
              <a:rPr lang="en-US" altLang="en-US"/>
              <a:t>e.g. increment and skip if zero</a:t>
            </a:r>
          </a:p>
          <a:p>
            <a:r>
              <a:rPr lang="en-US" altLang="en-US"/>
              <a:t>Procedure or Subroutine call</a:t>
            </a:r>
          </a:p>
          <a:p>
            <a:pPr lvl="1"/>
            <a:r>
              <a:rPr lang="en-US" altLang="en-US"/>
              <a:t>involves a Call instruction from present location to the procedure and a Return instruction from the procedure back to the location from which it was called</a:t>
            </a:r>
          </a:p>
          <a:p>
            <a:pPr lvl="1"/>
            <a:r>
              <a:rPr lang="en-US" altLang="en-US"/>
              <a:t>can involve the use of a stack to keep track of addresses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pic>
        <p:nvPicPr>
          <p:cNvPr id="134146" name="Picture 2">
            <a:extLst>
              <a:ext uri="{FF2B5EF4-FFF2-40B4-BE49-F238E27FC236}">
                <a16:creationId xmlns:a16="http://schemas.microsoft.com/office/drawing/2014/main" id="{DB6ED638-E6B6-89DD-AAA1-20F500DC5607}"/>
              </a:ext>
            </a:extLst>
          </p:cNvPr>
          <p:cNvPicPr>
            <a:picLocks noChangeAspect="1"/>
          </p:cNvPicPr>
          <p:nvPr/>
        </p:nvPicPr>
        <p:blipFill>
          <a:blip r:embed="rId2">
            <a:extLst>
              <a:ext uri="{28A0092B-C50C-407E-A947-70E740481C1C}">
                <a14:useLocalDpi xmlns:a14="http://schemas.microsoft.com/office/drawing/2010/main" val="0"/>
              </a:ext>
            </a:extLst>
          </a:blip>
          <a:srcRect l="7277" t="27142" r="7544" b="16251"/>
          <a:stretch>
            <a:fillRect/>
          </a:stretch>
        </p:blipFill>
        <p:spPr bwMode="auto">
          <a:xfrm>
            <a:off x="6037263" y="44450"/>
            <a:ext cx="303530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47" name="Content Placeholder 1">
            <a:extLst>
              <a:ext uri="{FF2B5EF4-FFF2-40B4-BE49-F238E27FC236}">
                <a16:creationId xmlns:a16="http://schemas.microsoft.com/office/drawing/2014/main" id="{004CA2FF-26B2-43B5-2652-0D669DE621DC}"/>
              </a:ext>
            </a:extLst>
          </p:cNvPr>
          <p:cNvSpPr>
            <a:spLocks noGrp="1" noChangeArrowheads="1"/>
          </p:cNvSpPr>
          <p:nvPr>
            <p:ph idx="1"/>
          </p:nvPr>
        </p:nvSpPr>
        <p:spPr/>
        <p:txBody>
          <a:bodyPr/>
          <a:lstStyle/>
          <a:p>
            <a:r>
              <a:rPr lang="en-MY" altLang="en-US">
                <a:solidFill>
                  <a:schemeClr val="bg2"/>
                </a:solidFill>
              </a:rPr>
              <a:t>Which data structure can monitor/keep track of procedure/subroutine calls?</a:t>
            </a:r>
          </a:p>
        </p:txBody>
      </p:sp>
      <p:grpSp>
        <p:nvGrpSpPr>
          <p:cNvPr id="134148" name="Group 11">
            <a:extLst>
              <a:ext uri="{FF2B5EF4-FFF2-40B4-BE49-F238E27FC236}">
                <a16:creationId xmlns:a16="http://schemas.microsoft.com/office/drawing/2014/main" id="{FB2BC4E9-8F0F-1DE5-8414-2ECC51A7B63E}"/>
              </a:ext>
            </a:extLst>
          </p:cNvPr>
          <p:cNvGrpSpPr>
            <a:grpSpLocks/>
          </p:cNvGrpSpPr>
          <p:nvPr/>
        </p:nvGrpSpPr>
        <p:grpSpPr bwMode="auto">
          <a:xfrm>
            <a:off x="1489075" y="4067175"/>
            <a:ext cx="1357313" cy="1008063"/>
            <a:chOff x="1012776" y="4581128"/>
            <a:chExt cx="1357808" cy="1008112"/>
          </a:xfrm>
        </p:grpSpPr>
        <p:sp>
          <p:nvSpPr>
            <p:cNvPr id="4" name="Oval 3">
              <a:extLst>
                <a:ext uri="{FF2B5EF4-FFF2-40B4-BE49-F238E27FC236}">
                  <a16:creationId xmlns:a16="http://schemas.microsoft.com/office/drawing/2014/main" id="{71EB4253-EE49-2280-8370-9A3B916F90A4}"/>
                </a:ext>
              </a:extLst>
            </p:cNvPr>
            <p:cNvSpPr/>
            <p:nvPr/>
          </p:nvSpPr>
          <p:spPr bwMode="auto">
            <a:xfrm>
              <a:off x="1116002" y="4581128"/>
              <a:ext cx="1151357" cy="1008112"/>
            </a:xfrm>
            <a:prstGeom prst="ellipse">
              <a:avLst/>
            </a:prstGeom>
            <a:solidFill>
              <a:schemeClr val="accent1">
                <a:lumMod val="75000"/>
              </a:schemeClr>
            </a:solidFill>
            <a:ln w="9525" cap="flat" cmpd="sng" algn="ctr">
              <a:noFill/>
              <a:prstDash val="solid"/>
              <a:round/>
              <a:headEnd type="none" w="med" len="med"/>
              <a:tailEnd type="none" w="med" len="med"/>
            </a:ln>
            <a:effectLst/>
          </p:spPr>
          <p:txBody>
            <a:bodyPr>
              <a:spAutoFit/>
            </a:bodyPr>
            <a:lstStyle/>
            <a:p>
              <a:pPr eaLnBrk="1" hangingPunct="1">
                <a:lnSpc>
                  <a:spcPct val="20000"/>
                </a:lnSpc>
                <a:spcBef>
                  <a:spcPct val="50000"/>
                </a:spcBef>
                <a:defRPr/>
              </a:pPr>
              <a:endParaRPr lang="en-MY"/>
            </a:p>
          </p:txBody>
        </p:sp>
        <p:sp>
          <p:nvSpPr>
            <p:cNvPr id="134167" name="TextBox 4">
              <a:extLst>
                <a:ext uri="{FF2B5EF4-FFF2-40B4-BE49-F238E27FC236}">
                  <a16:creationId xmlns:a16="http://schemas.microsoft.com/office/drawing/2014/main" id="{77D16B3B-146C-EC47-FEFE-F6B846219CA5}"/>
                </a:ext>
              </a:extLst>
            </p:cNvPr>
            <p:cNvSpPr txBox="1">
              <a:spLocks noChangeArrowheads="1"/>
            </p:cNvSpPr>
            <p:nvPr/>
          </p:nvSpPr>
          <p:spPr bwMode="auto">
            <a:xfrm>
              <a:off x="1012776" y="4675783"/>
              <a:ext cx="135780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a:spcBef>
                  <a:spcPct val="0"/>
                </a:spcBef>
                <a:buClrTx/>
                <a:buFontTx/>
                <a:buNone/>
              </a:pPr>
              <a:r>
                <a:rPr kumimoji="0" lang="en-MY" altLang="en-US" sz="4400" b="1">
                  <a:latin typeface="Nimbus Roman No9 L" charset="0"/>
                </a:rPr>
                <a:t>A</a:t>
              </a:r>
              <a:endParaRPr kumimoji="0" lang="en-MY" altLang="en-US" sz="2000" b="1">
                <a:latin typeface="Nimbus Roman No9 L" charset="0"/>
              </a:endParaRPr>
            </a:p>
          </p:txBody>
        </p:sp>
      </p:grpSp>
      <p:grpSp>
        <p:nvGrpSpPr>
          <p:cNvPr id="134149" name="Group 12">
            <a:extLst>
              <a:ext uri="{FF2B5EF4-FFF2-40B4-BE49-F238E27FC236}">
                <a16:creationId xmlns:a16="http://schemas.microsoft.com/office/drawing/2014/main" id="{B19FE049-6B28-E31F-F8BD-7CEAADBC794F}"/>
              </a:ext>
            </a:extLst>
          </p:cNvPr>
          <p:cNvGrpSpPr>
            <a:grpSpLocks/>
          </p:cNvGrpSpPr>
          <p:nvPr/>
        </p:nvGrpSpPr>
        <p:grpSpPr bwMode="auto">
          <a:xfrm>
            <a:off x="3092450" y="4067175"/>
            <a:ext cx="1357313" cy="1008063"/>
            <a:chOff x="2596952" y="4581128"/>
            <a:chExt cx="1357808" cy="1008112"/>
          </a:xfrm>
        </p:grpSpPr>
        <p:sp>
          <p:nvSpPr>
            <p:cNvPr id="6" name="Oval 5">
              <a:extLst>
                <a:ext uri="{FF2B5EF4-FFF2-40B4-BE49-F238E27FC236}">
                  <a16:creationId xmlns:a16="http://schemas.microsoft.com/office/drawing/2014/main" id="{770676BB-8024-D6E8-CA0C-9CF615123BB6}"/>
                </a:ext>
              </a:extLst>
            </p:cNvPr>
            <p:cNvSpPr/>
            <p:nvPr/>
          </p:nvSpPr>
          <p:spPr bwMode="auto">
            <a:xfrm>
              <a:off x="2700178" y="4581128"/>
              <a:ext cx="1151357" cy="1008112"/>
            </a:xfrm>
            <a:prstGeom prst="ellipse">
              <a:avLst/>
            </a:prstGeom>
            <a:solidFill>
              <a:schemeClr val="accent1">
                <a:lumMod val="75000"/>
              </a:schemeClr>
            </a:solidFill>
            <a:ln w="9525" cap="flat" cmpd="sng" algn="ctr">
              <a:noFill/>
              <a:prstDash val="solid"/>
              <a:round/>
              <a:headEnd type="none" w="med" len="med"/>
              <a:tailEnd type="none" w="med" len="med"/>
            </a:ln>
            <a:effectLst/>
          </p:spPr>
          <p:txBody>
            <a:bodyPr>
              <a:spAutoFit/>
            </a:bodyPr>
            <a:lstStyle/>
            <a:p>
              <a:pPr eaLnBrk="1" hangingPunct="1">
                <a:lnSpc>
                  <a:spcPct val="20000"/>
                </a:lnSpc>
                <a:spcBef>
                  <a:spcPct val="50000"/>
                </a:spcBef>
                <a:defRPr/>
              </a:pPr>
              <a:endParaRPr lang="en-MY"/>
            </a:p>
          </p:txBody>
        </p:sp>
        <p:sp>
          <p:nvSpPr>
            <p:cNvPr id="134165" name="TextBox 6">
              <a:extLst>
                <a:ext uri="{FF2B5EF4-FFF2-40B4-BE49-F238E27FC236}">
                  <a16:creationId xmlns:a16="http://schemas.microsoft.com/office/drawing/2014/main" id="{276B5BC7-C8C2-3AEC-DA4D-8EC3909C4D14}"/>
                </a:ext>
              </a:extLst>
            </p:cNvPr>
            <p:cNvSpPr txBox="1">
              <a:spLocks noChangeArrowheads="1"/>
            </p:cNvSpPr>
            <p:nvPr/>
          </p:nvSpPr>
          <p:spPr bwMode="auto">
            <a:xfrm>
              <a:off x="2596952" y="4675783"/>
              <a:ext cx="135780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a:spcBef>
                  <a:spcPct val="0"/>
                </a:spcBef>
                <a:buClrTx/>
                <a:buFontTx/>
                <a:buNone/>
              </a:pPr>
              <a:r>
                <a:rPr kumimoji="0" lang="en-MY" altLang="en-US" sz="4400" b="1">
                  <a:latin typeface="Nimbus Roman No9 L" charset="0"/>
                </a:rPr>
                <a:t>B</a:t>
              </a:r>
              <a:endParaRPr kumimoji="0" lang="en-MY" altLang="en-US" sz="2000" b="1">
                <a:latin typeface="Nimbus Roman No9 L" charset="0"/>
              </a:endParaRPr>
            </a:p>
          </p:txBody>
        </p:sp>
      </p:grpSp>
      <p:grpSp>
        <p:nvGrpSpPr>
          <p:cNvPr id="134150" name="Group 13">
            <a:extLst>
              <a:ext uri="{FF2B5EF4-FFF2-40B4-BE49-F238E27FC236}">
                <a16:creationId xmlns:a16="http://schemas.microsoft.com/office/drawing/2014/main" id="{00D109D7-1576-723C-8A67-74BA5A9C4665}"/>
              </a:ext>
            </a:extLst>
          </p:cNvPr>
          <p:cNvGrpSpPr>
            <a:grpSpLocks/>
          </p:cNvGrpSpPr>
          <p:nvPr/>
        </p:nvGrpSpPr>
        <p:grpSpPr bwMode="auto">
          <a:xfrm>
            <a:off x="4695825" y="4067175"/>
            <a:ext cx="1358900" cy="1008063"/>
            <a:chOff x="4240412" y="4572364"/>
            <a:chExt cx="1357808" cy="1008112"/>
          </a:xfrm>
        </p:grpSpPr>
        <p:sp>
          <p:nvSpPr>
            <p:cNvPr id="8" name="Oval 7">
              <a:extLst>
                <a:ext uri="{FF2B5EF4-FFF2-40B4-BE49-F238E27FC236}">
                  <a16:creationId xmlns:a16="http://schemas.microsoft.com/office/drawing/2014/main" id="{D369A7FF-D69A-AD68-BDE9-C655BDA628B8}"/>
                </a:ext>
              </a:extLst>
            </p:cNvPr>
            <p:cNvSpPr/>
            <p:nvPr/>
          </p:nvSpPr>
          <p:spPr bwMode="auto">
            <a:xfrm>
              <a:off x="4343517" y="4572364"/>
              <a:ext cx="1151599" cy="1008112"/>
            </a:xfrm>
            <a:prstGeom prst="ellipse">
              <a:avLst/>
            </a:prstGeom>
            <a:solidFill>
              <a:schemeClr val="accent1">
                <a:lumMod val="75000"/>
              </a:schemeClr>
            </a:solidFill>
            <a:ln w="9525" cap="flat" cmpd="sng" algn="ctr">
              <a:noFill/>
              <a:prstDash val="solid"/>
              <a:round/>
              <a:headEnd type="none" w="med" len="med"/>
              <a:tailEnd type="none" w="med" len="med"/>
            </a:ln>
            <a:effectLst/>
          </p:spPr>
          <p:txBody>
            <a:bodyPr>
              <a:spAutoFit/>
            </a:bodyPr>
            <a:lstStyle/>
            <a:p>
              <a:pPr eaLnBrk="1" hangingPunct="1">
                <a:lnSpc>
                  <a:spcPct val="20000"/>
                </a:lnSpc>
                <a:spcBef>
                  <a:spcPct val="50000"/>
                </a:spcBef>
                <a:defRPr/>
              </a:pPr>
              <a:endParaRPr lang="en-MY"/>
            </a:p>
          </p:txBody>
        </p:sp>
        <p:sp>
          <p:nvSpPr>
            <p:cNvPr id="134163" name="TextBox 8">
              <a:extLst>
                <a:ext uri="{FF2B5EF4-FFF2-40B4-BE49-F238E27FC236}">
                  <a16:creationId xmlns:a16="http://schemas.microsoft.com/office/drawing/2014/main" id="{34DF33BA-11DC-D857-1DB4-63363B4DF806}"/>
                </a:ext>
              </a:extLst>
            </p:cNvPr>
            <p:cNvSpPr txBox="1">
              <a:spLocks noChangeArrowheads="1"/>
            </p:cNvSpPr>
            <p:nvPr/>
          </p:nvSpPr>
          <p:spPr bwMode="auto">
            <a:xfrm>
              <a:off x="4240412" y="4667019"/>
              <a:ext cx="135780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a:spcBef>
                  <a:spcPct val="0"/>
                </a:spcBef>
                <a:buClrTx/>
                <a:buFontTx/>
                <a:buNone/>
              </a:pPr>
              <a:r>
                <a:rPr kumimoji="0" lang="en-MY" altLang="en-US" sz="4400" b="1">
                  <a:latin typeface="Nimbus Roman No9 L" charset="0"/>
                </a:rPr>
                <a:t>C</a:t>
              </a:r>
              <a:endParaRPr kumimoji="0" lang="en-MY" altLang="en-US" sz="2000" b="1">
                <a:latin typeface="Nimbus Roman No9 L" charset="0"/>
              </a:endParaRPr>
            </a:p>
          </p:txBody>
        </p:sp>
      </p:grpSp>
      <p:grpSp>
        <p:nvGrpSpPr>
          <p:cNvPr id="134151" name="Group 14">
            <a:extLst>
              <a:ext uri="{FF2B5EF4-FFF2-40B4-BE49-F238E27FC236}">
                <a16:creationId xmlns:a16="http://schemas.microsoft.com/office/drawing/2014/main" id="{F31A084B-D677-20BF-0312-C7F608BB8E38}"/>
              </a:ext>
            </a:extLst>
          </p:cNvPr>
          <p:cNvGrpSpPr>
            <a:grpSpLocks/>
          </p:cNvGrpSpPr>
          <p:nvPr/>
        </p:nvGrpSpPr>
        <p:grpSpPr bwMode="auto">
          <a:xfrm>
            <a:off x="6300788" y="4067175"/>
            <a:ext cx="1357312" cy="1008063"/>
            <a:chOff x="5824588" y="4600681"/>
            <a:chExt cx="1357808" cy="1008112"/>
          </a:xfrm>
        </p:grpSpPr>
        <p:sp>
          <p:nvSpPr>
            <p:cNvPr id="10" name="Oval 9">
              <a:extLst>
                <a:ext uri="{FF2B5EF4-FFF2-40B4-BE49-F238E27FC236}">
                  <a16:creationId xmlns:a16="http://schemas.microsoft.com/office/drawing/2014/main" id="{77E0A04D-50B3-1ADA-29BA-D2C4CB090377}"/>
                </a:ext>
              </a:extLst>
            </p:cNvPr>
            <p:cNvSpPr/>
            <p:nvPr/>
          </p:nvSpPr>
          <p:spPr bwMode="auto">
            <a:xfrm>
              <a:off x="5927813" y="4600681"/>
              <a:ext cx="1151359" cy="1008112"/>
            </a:xfrm>
            <a:prstGeom prst="ellipse">
              <a:avLst/>
            </a:prstGeom>
            <a:solidFill>
              <a:schemeClr val="accent1">
                <a:lumMod val="75000"/>
              </a:schemeClr>
            </a:solidFill>
            <a:ln w="9525" cap="flat" cmpd="sng" algn="ctr">
              <a:noFill/>
              <a:prstDash val="solid"/>
              <a:round/>
              <a:headEnd type="none" w="med" len="med"/>
              <a:tailEnd type="none" w="med" len="med"/>
            </a:ln>
            <a:effectLst/>
          </p:spPr>
          <p:txBody>
            <a:bodyPr>
              <a:spAutoFit/>
            </a:bodyPr>
            <a:lstStyle/>
            <a:p>
              <a:pPr eaLnBrk="1" hangingPunct="1">
                <a:lnSpc>
                  <a:spcPct val="20000"/>
                </a:lnSpc>
                <a:spcBef>
                  <a:spcPct val="50000"/>
                </a:spcBef>
                <a:defRPr/>
              </a:pPr>
              <a:endParaRPr lang="en-MY"/>
            </a:p>
          </p:txBody>
        </p:sp>
        <p:sp>
          <p:nvSpPr>
            <p:cNvPr id="134161" name="TextBox 10">
              <a:extLst>
                <a:ext uri="{FF2B5EF4-FFF2-40B4-BE49-F238E27FC236}">
                  <a16:creationId xmlns:a16="http://schemas.microsoft.com/office/drawing/2014/main" id="{98930053-3DE0-92D8-0B80-BD774E48A8F3}"/>
                </a:ext>
              </a:extLst>
            </p:cNvPr>
            <p:cNvSpPr txBox="1">
              <a:spLocks noChangeArrowheads="1"/>
            </p:cNvSpPr>
            <p:nvPr/>
          </p:nvSpPr>
          <p:spPr bwMode="auto">
            <a:xfrm>
              <a:off x="5824588" y="4695336"/>
              <a:ext cx="135780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a:spcBef>
                  <a:spcPct val="0"/>
                </a:spcBef>
                <a:buClrTx/>
                <a:buFontTx/>
                <a:buNone/>
              </a:pPr>
              <a:r>
                <a:rPr kumimoji="0" lang="en-MY" altLang="en-US" sz="4400" b="1">
                  <a:latin typeface="Nimbus Roman No9 L" charset="0"/>
                </a:rPr>
                <a:t>D</a:t>
              </a:r>
              <a:endParaRPr kumimoji="0" lang="en-MY" altLang="en-US" sz="2000" b="1">
                <a:latin typeface="Nimbus Roman No9 L" charset="0"/>
              </a:endParaRPr>
            </a:p>
          </p:txBody>
        </p:sp>
      </p:grpSp>
      <p:grpSp>
        <p:nvGrpSpPr>
          <p:cNvPr id="22" name="Group 21">
            <a:extLst>
              <a:ext uri="{FF2B5EF4-FFF2-40B4-BE49-F238E27FC236}">
                <a16:creationId xmlns:a16="http://schemas.microsoft.com/office/drawing/2014/main" id="{471BA447-9FC0-50D6-2494-8DB9D68FA6BE}"/>
              </a:ext>
            </a:extLst>
          </p:cNvPr>
          <p:cNvGrpSpPr>
            <a:grpSpLocks/>
          </p:cNvGrpSpPr>
          <p:nvPr/>
        </p:nvGrpSpPr>
        <p:grpSpPr bwMode="auto">
          <a:xfrm>
            <a:off x="2124075" y="3068638"/>
            <a:ext cx="5040313" cy="949325"/>
            <a:chOff x="2123728" y="3068425"/>
            <a:chExt cx="5040560" cy="949055"/>
          </a:xfrm>
        </p:grpSpPr>
        <p:sp>
          <p:nvSpPr>
            <p:cNvPr id="134157" name="Arrow: Curved Up 15">
              <a:extLst>
                <a:ext uri="{FF2B5EF4-FFF2-40B4-BE49-F238E27FC236}">
                  <a16:creationId xmlns:a16="http://schemas.microsoft.com/office/drawing/2014/main" id="{2917173E-5C24-0595-B3A5-C2633EE8D467}"/>
                </a:ext>
              </a:extLst>
            </p:cNvPr>
            <p:cNvSpPr>
              <a:spLocks noChangeArrowheads="1"/>
            </p:cNvSpPr>
            <p:nvPr/>
          </p:nvSpPr>
          <p:spPr bwMode="auto">
            <a:xfrm flipV="1">
              <a:off x="2123728" y="3068427"/>
              <a:ext cx="1728192" cy="949053"/>
            </a:xfrm>
            <a:prstGeom prst="curvedUpArrow">
              <a:avLst>
                <a:gd name="adj1" fmla="val 25005"/>
                <a:gd name="adj2" fmla="val 72586"/>
                <a:gd name="adj3" fmla="val 33963"/>
              </a:avLst>
            </a:prstGeom>
            <a:solidFill>
              <a:srgbClr val="00B05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4158" name="Arrow: Curved Up 16">
              <a:extLst>
                <a:ext uri="{FF2B5EF4-FFF2-40B4-BE49-F238E27FC236}">
                  <a16:creationId xmlns:a16="http://schemas.microsoft.com/office/drawing/2014/main" id="{B52E6D1A-2E14-3715-B708-CB34644E8CF6}"/>
                </a:ext>
              </a:extLst>
            </p:cNvPr>
            <p:cNvSpPr>
              <a:spLocks noChangeArrowheads="1"/>
            </p:cNvSpPr>
            <p:nvPr/>
          </p:nvSpPr>
          <p:spPr bwMode="auto">
            <a:xfrm flipV="1">
              <a:off x="3729665" y="3068426"/>
              <a:ext cx="1728192" cy="949053"/>
            </a:xfrm>
            <a:prstGeom prst="curvedUpArrow">
              <a:avLst>
                <a:gd name="adj1" fmla="val 25005"/>
                <a:gd name="adj2" fmla="val 72586"/>
                <a:gd name="adj3" fmla="val 33963"/>
              </a:avLst>
            </a:prstGeom>
            <a:solidFill>
              <a:srgbClr val="00B05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4159" name="Arrow: Curved Up 17">
              <a:extLst>
                <a:ext uri="{FF2B5EF4-FFF2-40B4-BE49-F238E27FC236}">
                  <a16:creationId xmlns:a16="http://schemas.microsoft.com/office/drawing/2014/main" id="{E7AB6A3F-DD3F-AF26-6AE9-5320E7FB5DDB}"/>
                </a:ext>
              </a:extLst>
            </p:cNvPr>
            <p:cNvSpPr>
              <a:spLocks noChangeArrowheads="1"/>
            </p:cNvSpPr>
            <p:nvPr/>
          </p:nvSpPr>
          <p:spPr bwMode="auto">
            <a:xfrm flipV="1">
              <a:off x="5436096" y="3068425"/>
              <a:ext cx="1728192" cy="949053"/>
            </a:xfrm>
            <a:prstGeom prst="curvedUpArrow">
              <a:avLst>
                <a:gd name="adj1" fmla="val 25005"/>
                <a:gd name="adj2" fmla="val 72586"/>
                <a:gd name="adj3" fmla="val 33963"/>
              </a:avLst>
            </a:prstGeom>
            <a:solidFill>
              <a:srgbClr val="00B05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grpSp>
      <p:grpSp>
        <p:nvGrpSpPr>
          <p:cNvPr id="23" name="Group 22">
            <a:extLst>
              <a:ext uri="{FF2B5EF4-FFF2-40B4-BE49-F238E27FC236}">
                <a16:creationId xmlns:a16="http://schemas.microsoft.com/office/drawing/2014/main" id="{83510FB2-37DB-9060-E18A-5762A2C01866}"/>
              </a:ext>
            </a:extLst>
          </p:cNvPr>
          <p:cNvGrpSpPr>
            <a:grpSpLocks/>
          </p:cNvGrpSpPr>
          <p:nvPr/>
        </p:nvGrpSpPr>
        <p:grpSpPr bwMode="auto">
          <a:xfrm>
            <a:off x="1908175" y="5106988"/>
            <a:ext cx="5040313" cy="947737"/>
            <a:chOff x="1907704" y="5106463"/>
            <a:chExt cx="5040560" cy="949055"/>
          </a:xfrm>
        </p:grpSpPr>
        <p:sp>
          <p:nvSpPr>
            <p:cNvPr id="134154" name="Arrow: Curved Up 18">
              <a:extLst>
                <a:ext uri="{FF2B5EF4-FFF2-40B4-BE49-F238E27FC236}">
                  <a16:creationId xmlns:a16="http://schemas.microsoft.com/office/drawing/2014/main" id="{1D65400A-DCF4-6626-CB52-459838FFE3FF}"/>
                </a:ext>
              </a:extLst>
            </p:cNvPr>
            <p:cNvSpPr>
              <a:spLocks noChangeArrowheads="1"/>
            </p:cNvSpPr>
            <p:nvPr/>
          </p:nvSpPr>
          <p:spPr bwMode="auto">
            <a:xfrm flipH="1">
              <a:off x="1907704" y="5106465"/>
              <a:ext cx="1728192" cy="949053"/>
            </a:xfrm>
            <a:prstGeom prst="curvedUpArrow">
              <a:avLst>
                <a:gd name="adj1" fmla="val 25005"/>
                <a:gd name="adj2" fmla="val 72586"/>
                <a:gd name="adj3" fmla="val 33963"/>
              </a:avLst>
            </a:prstGeom>
            <a:solidFill>
              <a:srgbClr val="00B05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4155" name="Arrow: Curved Up 19">
              <a:extLst>
                <a:ext uri="{FF2B5EF4-FFF2-40B4-BE49-F238E27FC236}">
                  <a16:creationId xmlns:a16="http://schemas.microsoft.com/office/drawing/2014/main" id="{FCBFE2BF-53AE-5A2D-DA7A-828DC30344F3}"/>
                </a:ext>
              </a:extLst>
            </p:cNvPr>
            <p:cNvSpPr>
              <a:spLocks noChangeArrowheads="1"/>
            </p:cNvSpPr>
            <p:nvPr/>
          </p:nvSpPr>
          <p:spPr bwMode="auto">
            <a:xfrm flipH="1">
              <a:off x="3513641" y="5106464"/>
              <a:ext cx="1728192" cy="949053"/>
            </a:xfrm>
            <a:prstGeom prst="curvedUpArrow">
              <a:avLst>
                <a:gd name="adj1" fmla="val 25005"/>
                <a:gd name="adj2" fmla="val 72586"/>
                <a:gd name="adj3" fmla="val 33963"/>
              </a:avLst>
            </a:prstGeom>
            <a:solidFill>
              <a:srgbClr val="00B05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sp>
          <p:nvSpPr>
            <p:cNvPr id="134156" name="Arrow: Curved Up 20">
              <a:extLst>
                <a:ext uri="{FF2B5EF4-FFF2-40B4-BE49-F238E27FC236}">
                  <a16:creationId xmlns:a16="http://schemas.microsoft.com/office/drawing/2014/main" id="{2589F405-3AE2-9565-0E6A-CA6810A59A35}"/>
                </a:ext>
              </a:extLst>
            </p:cNvPr>
            <p:cNvSpPr>
              <a:spLocks noChangeArrowheads="1"/>
            </p:cNvSpPr>
            <p:nvPr/>
          </p:nvSpPr>
          <p:spPr bwMode="auto">
            <a:xfrm flipH="1">
              <a:off x="5220072" y="5106463"/>
              <a:ext cx="1728192" cy="949053"/>
            </a:xfrm>
            <a:prstGeom prst="curvedUpArrow">
              <a:avLst>
                <a:gd name="adj1" fmla="val 25005"/>
                <a:gd name="adj2" fmla="val 72586"/>
                <a:gd name="adj3" fmla="val 33963"/>
              </a:avLst>
            </a:prstGeom>
            <a:solidFill>
              <a:srgbClr val="00B05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MY" altLang="en-US" sz="2000">
                <a:solidFill>
                  <a:srgbClr val="000000"/>
                </a:solidFill>
                <a:latin typeface="Nimbus Roman No9 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15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right)">
                                      <p:cBhvr>
                                        <p:cTn id="12" dur="1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74DA7CD4-58B4-16D5-9848-6CF1A94ECE3D}"/>
              </a:ext>
            </a:extLst>
          </p:cNvPr>
          <p:cNvSpPr>
            <a:spLocks noGrp="1" noChangeArrowheads="1"/>
          </p:cNvSpPr>
          <p:nvPr>
            <p:ph type="title"/>
          </p:nvPr>
        </p:nvSpPr>
        <p:spPr/>
        <p:txBody>
          <a:bodyPr/>
          <a:lstStyle/>
          <a:p>
            <a:r>
              <a:rPr lang="en-US" altLang="en-US"/>
              <a:t>Transfer of Control</a:t>
            </a:r>
          </a:p>
        </p:txBody>
      </p:sp>
      <p:sp>
        <p:nvSpPr>
          <p:cNvPr id="135171" name="Rectangle 3">
            <a:extLst>
              <a:ext uri="{FF2B5EF4-FFF2-40B4-BE49-F238E27FC236}">
                <a16:creationId xmlns:a16="http://schemas.microsoft.com/office/drawing/2014/main" id="{123C2A25-2AA9-C2D8-1EDB-7AC62FE68303}"/>
              </a:ext>
            </a:extLst>
          </p:cNvPr>
          <p:cNvSpPr>
            <a:spLocks noGrp="1" noChangeArrowheads="1"/>
          </p:cNvSpPr>
          <p:nvPr>
            <p:ph type="body" idx="1"/>
          </p:nvPr>
        </p:nvSpPr>
        <p:spPr/>
        <p:txBody>
          <a:bodyPr/>
          <a:lstStyle/>
          <a:p>
            <a:r>
              <a:rPr lang="en-US" altLang="en-US"/>
              <a:t>Use of stack to implement nested subroutines (to keep track of return address)</a:t>
            </a:r>
          </a:p>
        </p:txBody>
      </p:sp>
      <p:sp>
        <p:nvSpPr>
          <p:cNvPr id="135172" name="Rectangle 4">
            <a:extLst>
              <a:ext uri="{FF2B5EF4-FFF2-40B4-BE49-F238E27FC236}">
                <a16:creationId xmlns:a16="http://schemas.microsoft.com/office/drawing/2014/main" id="{23C0D5CA-2A81-5451-7AB0-697A7DB37363}"/>
              </a:ext>
            </a:extLst>
          </p:cNvPr>
          <p:cNvSpPr>
            <a:spLocks noChangeArrowheads="1"/>
          </p:cNvSpPr>
          <p:nvPr/>
        </p:nvSpPr>
        <p:spPr bwMode="auto">
          <a:xfrm>
            <a:off x="685800" y="4724400"/>
            <a:ext cx="990600" cy="457200"/>
          </a:xfrm>
          <a:prstGeom prst="rect">
            <a:avLst/>
          </a:prstGeom>
          <a:solidFill>
            <a:srgbClr val="FFFF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a:t>
            </a:r>
          </a:p>
        </p:txBody>
      </p:sp>
      <p:sp>
        <p:nvSpPr>
          <p:cNvPr id="33" name="Rectangle 14">
            <a:extLst>
              <a:ext uri="{FF2B5EF4-FFF2-40B4-BE49-F238E27FC236}">
                <a16:creationId xmlns:a16="http://schemas.microsoft.com/office/drawing/2014/main" id="{57A52038-5AE6-A5FF-4B2E-B2660D5E4C8A}"/>
              </a:ext>
            </a:extLst>
          </p:cNvPr>
          <p:cNvSpPr>
            <a:spLocks noChangeArrowheads="1"/>
          </p:cNvSpPr>
          <p:nvPr/>
        </p:nvSpPr>
        <p:spPr bwMode="auto">
          <a:xfrm>
            <a:off x="1828800" y="4267200"/>
            <a:ext cx="990600" cy="457200"/>
          </a:xfrm>
          <a:prstGeom prst="rect">
            <a:avLst/>
          </a:prstGeom>
          <a:solidFill>
            <a:srgbClr val="FFCC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Tahoma" panose="020B0604030504040204" pitchFamily="34" charset="0"/>
              </a:rPr>
              <a:t>4101</a:t>
            </a:r>
          </a:p>
        </p:txBody>
      </p:sp>
      <p:grpSp>
        <p:nvGrpSpPr>
          <p:cNvPr id="2" name="Group 39">
            <a:extLst>
              <a:ext uri="{FF2B5EF4-FFF2-40B4-BE49-F238E27FC236}">
                <a16:creationId xmlns:a16="http://schemas.microsoft.com/office/drawing/2014/main" id="{E5564D07-B525-C638-1BF1-01FF944287B7}"/>
              </a:ext>
            </a:extLst>
          </p:cNvPr>
          <p:cNvGrpSpPr>
            <a:grpSpLocks/>
          </p:cNvGrpSpPr>
          <p:nvPr/>
        </p:nvGrpSpPr>
        <p:grpSpPr bwMode="auto">
          <a:xfrm>
            <a:off x="1752600" y="4724400"/>
            <a:ext cx="1143000" cy="1196975"/>
            <a:chOff x="1104" y="2976"/>
            <a:chExt cx="720" cy="754"/>
          </a:xfrm>
        </p:grpSpPr>
        <p:sp>
          <p:nvSpPr>
            <p:cNvPr id="135198" name="Rectangle 8">
              <a:extLst>
                <a:ext uri="{FF2B5EF4-FFF2-40B4-BE49-F238E27FC236}">
                  <a16:creationId xmlns:a16="http://schemas.microsoft.com/office/drawing/2014/main" id="{5275157B-2BA0-8C40-4E2B-32C741676364}"/>
                </a:ext>
              </a:extLst>
            </p:cNvPr>
            <p:cNvSpPr>
              <a:spLocks noChangeArrowheads="1"/>
            </p:cNvSpPr>
            <p:nvPr/>
          </p:nvSpPr>
          <p:spPr bwMode="auto">
            <a:xfrm>
              <a:off x="1152" y="2976"/>
              <a:ext cx="624" cy="288"/>
            </a:xfrm>
            <a:prstGeom prst="rect">
              <a:avLst/>
            </a:prstGeom>
            <a:solidFill>
              <a:srgbClr val="FFFF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a:t>
              </a:r>
            </a:p>
          </p:txBody>
        </p:sp>
        <p:sp>
          <p:nvSpPr>
            <p:cNvPr id="135199" name="Text Box 22">
              <a:extLst>
                <a:ext uri="{FF2B5EF4-FFF2-40B4-BE49-F238E27FC236}">
                  <a16:creationId xmlns:a16="http://schemas.microsoft.com/office/drawing/2014/main" id="{A3F6CCA1-B7D2-2E79-F182-9F97644A0488}"/>
                </a:ext>
              </a:extLst>
            </p:cNvPr>
            <p:cNvSpPr txBox="1">
              <a:spLocks noChangeArrowheads="1"/>
            </p:cNvSpPr>
            <p:nvPr/>
          </p:nvSpPr>
          <p:spPr bwMode="auto">
            <a:xfrm>
              <a:off x="1104" y="3360"/>
              <a:ext cx="720"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b="1">
                  <a:latin typeface="Tahoma" panose="020B0604030504040204" pitchFamily="34" charset="0"/>
                </a:rPr>
                <a:t>After</a:t>
              </a:r>
            </a:p>
            <a:p>
              <a:pPr algn="ctr" eaLnBrk="1" hangingPunct="1">
                <a:lnSpc>
                  <a:spcPct val="20000"/>
                </a:lnSpc>
                <a:spcBef>
                  <a:spcPct val="50000"/>
                </a:spcBef>
                <a:buClrTx/>
                <a:buFontTx/>
                <a:buNone/>
              </a:pPr>
              <a:r>
                <a:rPr kumimoji="0" lang="en-US" altLang="en-US" sz="2000" b="1">
                  <a:latin typeface="Tahoma" panose="020B0604030504040204" pitchFamily="34" charset="0"/>
                </a:rPr>
                <a:t>CALL</a:t>
              </a:r>
            </a:p>
            <a:p>
              <a:pPr algn="ctr" eaLnBrk="1" hangingPunct="1">
                <a:lnSpc>
                  <a:spcPct val="20000"/>
                </a:lnSpc>
                <a:spcBef>
                  <a:spcPct val="50000"/>
                </a:spcBef>
                <a:buClrTx/>
                <a:buFontTx/>
                <a:buNone/>
              </a:pPr>
              <a:r>
                <a:rPr kumimoji="0" lang="en-US" altLang="en-US" sz="2000" b="1">
                  <a:latin typeface="Tahoma" panose="020B0604030504040204" pitchFamily="34" charset="0"/>
                </a:rPr>
                <a:t>Proc 1</a:t>
              </a:r>
            </a:p>
          </p:txBody>
        </p:sp>
      </p:grpSp>
      <p:sp>
        <p:nvSpPr>
          <p:cNvPr id="37" name="Rectangle 16">
            <a:extLst>
              <a:ext uri="{FF2B5EF4-FFF2-40B4-BE49-F238E27FC236}">
                <a16:creationId xmlns:a16="http://schemas.microsoft.com/office/drawing/2014/main" id="{5E786FFD-B640-476D-FADB-B8BF6595DEDC}"/>
              </a:ext>
            </a:extLst>
          </p:cNvPr>
          <p:cNvSpPr>
            <a:spLocks noChangeArrowheads="1"/>
          </p:cNvSpPr>
          <p:nvPr/>
        </p:nvSpPr>
        <p:spPr bwMode="auto">
          <a:xfrm>
            <a:off x="2971800" y="3810000"/>
            <a:ext cx="990600" cy="457200"/>
          </a:xfrm>
          <a:prstGeom prst="rect">
            <a:avLst/>
          </a:prstGeom>
          <a:solidFill>
            <a:srgbClr val="CCFF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Tahoma" panose="020B0604030504040204" pitchFamily="34" charset="0"/>
              </a:rPr>
              <a:t>4601</a:t>
            </a:r>
          </a:p>
        </p:txBody>
      </p:sp>
      <p:grpSp>
        <p:nvGrpSpPr>
          <p:cNvPr id="3" name="Group 40">
            <a:extLst>
              <a:ext uri="{FF2B5EF4-FFF2-40B4-BE49-F238E27FC236}">
                <a16:creationId xmlns:a16="http://schemas.microsoft.com/office/drawing/2014/main" id="{493306F6-C6F4-6DB7-C43E-6FECD0945F78}"/>
              </a:ext>
            </a:extLst>
          </p:cNvPr>
          <p:cNvGrpSpPr>
            <a:grpSpLocks/>
          </p:cNvGrpSpPr>
          <p:nvPr/>
        </p:nvGrpSpPr>
        <p:grpSpPr bwMode="auto">
          <a:xfrm>
            <a:off x="2895600" y="4267200"/>
            <a:ext cx="1143000" cy="1654175"/>
            <a:chOff x="1824" y="2688"/>
            <a:chExt cx="720" cy="1042"/>
          </a:xfrm>
        </p:grpSpPr>
        <p:sp>
          <p:nvSpPr>
            <p:cNvPr id="135195" name="Rectangle 9">
              <a:extLst>
                <a:ext uri="{FF2B5EF4-FFF2-40B4-BE49-F238E27FC236}">
                  <a16:creationId xmlns:a16="http://schemas.microsoft.com/office/drawing/2014/main" id="{772FB852-4A21-A0EF-B20B-8B6FDF2EF147}"/>
                </a:ext>
              </a:extLst>
            </p:cNvPr>
            <p:cNvSpPr>
              <a:spLocks noChangeArrowheads="1"/>
            </p:cNvSpPr>
            <p:nvPr/>
          </p:nvSpPr>
          <p:spPr bwMode="auto">
            <a:xfrm>
              <a:off x="1872" y="2976"/>
              <a:ext cx="624" cy="288"/>
            </a:xfrm>
            <a:prstGeom prst="rect">
              <a:avLst/>
            </a:prstGeom>
            <a:solidFill>
              <a:srgbClr val="FFFF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a:t>
              </a:r>
            </a:p>
          </p:txBody>
        </p:sp>
        <p:sp>
          <p:nvSpPr>
            <p:cNvPr id="135196" name="Rectangle 15">
              <a:extLst>
                <a:ext uri="{FF2B5EF4-FFF2-40B4-BE49-F238E27FC236}">
                  <a16:creationId xmlns:a16="http://schemas.microsoft.com/office/drawing/2014/main" id="{742F47AD-2FD9-7ABC-6E0F-8AC9A98B428F}"/>
                </a:ext>
              </a:extLst>
            </p:cNvPr>
            <p:cNvSpPr>
              <a:spLocks noChangeArrowheads="1"/>
            </p:cNvSpPr>
            <p:nvPr/>
          </p:nvSpPr>
          <p:spPr bwMode="auto">
            <a:xfrm>
              <a:off x="1872" y="2688"/>
              <a:ext cx="624" cy="288"/>
            </a:xfrm>
            <a:prstGeom prst="rect">
              <a:avLst/>
            </a:prstGeom>
            <a:solidFill>
              <a:srgbClr val="FFCC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Tahoma" panose="020B0604030504040204" pitchFamily="34" charset="0"/>
                </a:rPr>
                <a:t>4101</a:t>
              </a:r>
            </a:p>
          </p:txBody>
        </p:sp>
        <p:sp>
          <p:nvSpPr>
            <p:cNvPr id="135197" name="Text Box 23">
              <a:extLst>
                <a:ext uri="{FF2B5EF4-FFF2-40B4-BE49-F238E27FC236}">
                  <a16:creationId xmlns:a16="http://schemas.microsoft.com/office/drawing/2014/main" id="{503A3CC3-2E2E-E02B-0DA2-92DDC07E5693}"/>
                </a:ext>
              </a:extLst>
            </p:cNvPr>
            <p:cNvSpPr txBox="1">
              <a:spLocks noChangeArrowheads="1"/>
            </p:cNvSpPr>
            <p:nvPr/>
          </p:nvSpPr>
          <p:spPr bwMode="auto">
            <a:xfrm>
              <a:off x="1824" y="3360"/>
              <a:ext cx="720"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b="1">
                  <a:latin typeface="Tahoma" panose="020B0604030504040204" pitchFamily="34" charset="0"/>
                </a:rPr>
                <a:t>After</a:t>
              </a:r>
            </a:p>
            <a:p>
              <a:pPr algn="ctr" eaLnBrk="1" hangingPunct="1">
                <a:lnSpc>
                  <a:spcPct val="20000"/>
                </a:lnSpc>
                <a:spcBef>
                  <a:spcPct val="50000"/>
                </a:spcBef>
                <a:buClrTx/>
                <a:buFontTx/>
                <a:buNone/>
              </a:pPr>
              <a:r>
                <a:rPr kumimoji="0" lang="en-US" altLang="en-US" sz="2000" b="1">
                  <a:latin typeface="Tahoma" panose="020B0604030504040204" pitchFamily="34" charset="0"/>
                </a:rPr>
                <a:t>CALL</a:t>
              </a:r>
            </a:p>
            <a:p>
              <a:pPr algn="ctr" eaLnBrk="1" hangingPunct="1">
                <a:lnSpc>
                  <a:spcPct val="20000"/>
                </a:lnSpc>
                <a:spcBef>
                  <a:spcPct val="50000"/>
                </a:spcBef>
                <a:buClrTx/>
                <a:buFontTx/>
                <a:buNone/>
              </a:pPr>
              <a:r>
                <a:rPr kumimoji="0" lang="en-US" altLang="en-US" sz="2000" b="1">
                  <a:latin typeface="Tahoma" panose="020B0604030504040204" pitchFamily="34" charset="0"/>
                </a:rPr>
                <a:t>Proc 2</a:t>
              </a:r>
            </a:p>
          </p:txBody>
        </p:sp>
      </p:grpSp>
      <p:grpSp>
        <p:nvGrpSpPr>
          <p:cNvPr id="4" name="Group 41">
            <a:extLst>
              <a:ext uri="{FF2B5EF4-FFF2-40B4-BE49-F238E27FC236}">
                <a16:creationId xmlns:a16="http://schemas.microsoft.com/office/drawing/2014/main" id="{8B5EC5AF-A847-C063-0065-002C8C8D3331}"/>
              </a:ext>
            </a:extLst>
          </p:cNvPr>
          <p:cNvGrpSpPr>
            <a:grpSpLocks/>
          </p:cNvGrpSpPr>
          <p:nvPr/>
        </p:nvGrpSpPr>
        <p:grpSpPr bwMode="auto">
          <a:xfrm>
            <a:off x="3886200" y="4267200"/>
            <a:ext cx="1447800" cy="1458913"/>
            <a:chOff x="2448" y="2688"/>
            <a:chExt cx="912" cy="919"/>
          </a:xfrm>
        </p:grpSpPr>
        <p:sp>
          <p:nvSpPr>
            <p:cNvPr id="135192" name="Rectangle 10">
              <a:extLst>
                <a:ext uri="{FF2B5EF4-FFF2-40B4-BE49-F238E27FC236}">
                  <a16:creationId xmlns:a16="http://schemas.microsoft.com/office/drawing/2014/main" id="{F325687C-5B91-7BE9-2AFA-491E940053F4}"/>
                </a:ext>
              </a:extLst>
            </p:cNvPr>
            <p:cNvSpPr>
              <a:spLocks noChangeArrowheads="1"/>
            </p:cNvSpPr>
            <p:nvPr/>
          </p:nvSpPr>
          <p:spPr bwMode="auto">
            <a:xfrm>
              <a:off x="2592" y="2976"/>
              <a:ext cx="624" cy="288"/>
            </a:xfrm>
            <a:prstGeom prst="rect">
              <a:avLst/>
            </a:prstGeom>
            <a:solidFill>
              <a:srgbClr val="FFFF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a:t>
              </a:r>
            </a:p>
          </p:txBody>
        </p:sp>
        <p:sp>
          <p:nvSpPr>
            <p:cNvPr id="135193" name="Rectangle 17">
              <a:extLst>
                <a:ext uri="{FF2B5EF4-FFF2-40B4-BE49-F238E27FC236}">
                  <a16:creationId xmlns:a16="http://schemas.microsoft.com/office/drawing/2014/main" id="{B3119348-544B-3B7F-A8CE-5CCB7E9B71EE}"/>
                </a:ext>
              </a:extLst>
            </p:cNvPr>
            <p:cNvSpPr>
              <a:spLocks noChangeArrowheads="1"/>
            </p:cNvSpPr>
            <p:nvPr/>
          </p:nvSpPr>
          <p:spPr bwMode="auto">
            <a:xfrm>
              <a:off x="2592" y="2688"/>
              <a:ext cx="624" cy="288"/>
            </a:xfrm>
            <a:prstGeom prst="rect">
              <a:avLst/>
            </a:prstGeom>
            <a:solidFill>
              <a:srgbClr val="FFCC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Tahoma" panose="020B0604030504040204" pitchFamily="34" charset="0"/>
                </a:rPr>
                <a:t>4101</a:t>
              </a:r>
            </a:p>
          </p:txBody>
        </p:sp>
        <p:sp>
          <p:nvSpPr>
            <p:cNvPr id="135194" name="Text Box 24">
              <a:extLst>
                <a:ext uri="{FF2B5EF4-FFF2-40B4-BE49-F238E27FC236}">
                  <a16:creationId xmlns:a16="http://schemas.microsoft.com/office/drawing/2014/main" id="{314E5B93-16BE-8F08-18E0-673F43F2771E}"/>
                </a:ext>
              </a:extLst>
            </p:cNvPr>
            <p:cNvSpPr txBox="1">
              <a:spLocks noChangeArrowheads="1"/>
            </p:cNvSpPr>
            <p:nvPr/>
          </p:nvSpPr>
          <p:spPr bwMode="auto">
            <a:xfrm>
              <a:off x="2448" y="3350"/>
              <a:ext cx="912"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b="1">
                  <a:latin typeface="Tahoma" panose="020B0604030504040204" pitchFamily="34" charset="0"/>
                </a:rPr>
                <a:t>After</a:t>
              </a:r>
            </a:p>
            <a:p>
              <a:pPr algn="ctr" eaLnBrk="1" hangingPunct="1">
                <a:lnSpc>
                  <a:spcPct val="20000"/>
                </a:lnSpc>
                <a:spcBef>
                  <a:spcPct val="50000"/>
                </a:spcBef>
                <a:buClrTx/>
                <a:buFontTx/>
                <a:buNone/>
              </a:pPr>
              <a:r>
                <a:rPr kumimoji="0" lang="en-US" altLang="en-US" sz="2000" b="1">
                  <a:latin typeface="Tahoma" panose="020B0604030504040204" pitchFamily="34" charset="0"/>
                </a:rPr>
                <a:t>RETURN</a:t>
              </a:r>
            </a:p>
          </p:txBody>
        </p:sp>
      </p:grpSp>
      <p:sp>
        <p:nvSpPr>
          <p:cNvPr id="46" name="Rectangle 19">
            <a:extLst>
              <a:ext uri="{FF2B5EF4-FFF2-40B4-BE49-F238E27FC236}">
                <a16:creationId xmlns:a16="http://schemas.microsoft.com/office/drawing/2014/main" id="{64D025E5-49EC-BB49-97FE-FD76442E9B48}"/>
              </a:ext>
            </a:extLst>
          </p:cNvPr>
          <p:cNvSpPr>
            <a:spLocks noChangeArrowheads="1"/>
          </p:cNvSpPr>
          <p:nvPr/>
        </p:nvSpPr>
        <p:spPr bwMode="auto">
          <a:xfrm>
            <a:off x="5257800" y="3810000"/>
            <a:ext cx="990600" cy="457200"/>
          </a:xfrm>
          <a:prstGeom prst="rect">
            <a:avLst/>
          </a:prstGeom>
          <a:solidFill>
            <a:srgbClr val="CCECFF"/>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Tahoma" panose="020B0604030504040204" pitchFamily="34" charset="0"/>
              </a:rPr>
              <a:t>4651</a:t>
            </a:r>
          </a:p>
        </p:txBody>
      </p:sp>
      <p:grpSp>
        <p:nvGrpSpPr>
          <p:cNvPr id="5" name="Group 42">
            <a:extLst>
              <a:ext uri="{FF2B5EF4-FFF2-40B4-BE49-F238E27FC236}">
                <a16:creationId xmlns:a16="http://schemas.microsoft.com/office/drawing/2014/main" id="{75D686C3-0AD6-E955-67B2-DF2622865448}"/>
              </a:ext>
            </a:extLst>
          </p:cNvPr>
          <p:cNvGrpSpPr>
            <a:grpSpLocks/>
          </p:cNvGrpSpPr>
          <p:nvPr/>
        </p:nvGrpSpPr>
        <p:grpSpPr bwMode="auto">
          <a:xfrm>
            <a:off x="5181600" y="4267200"/>
            <a:ext cx="1143000" cy="1690688"/>
            <a:chOff x="3264" y="2688"/>
            <a:chExt cx="720" cy="1065"/>
          </a:xfrm>
        </p:grpSpPr>
        <p:sp>
          <p:nvSpPr>
            <p:cNvPr id="135189" name="Rectangle 11">
              <a:extLst>
                <a:ext uri="{FF2B5EF4-FFF2-40B4-BE49-F238E27FC236}">
                  <a16:creationId xmlns:a16="http://schemas.microsoft.com/office/drawing/2014/main" id="{24DC49FB-26C7-9E19-4525-FD33F6813ABB}"/>
                </a:ext>
              </a:extLst>
            </p:cNvPr>
            <p:cNvSpPr>
              <a:spLocks noChangeArrowheads="1"/>
            </p:cNvSpPr>
            <p:nvPr/>
          </p:nvSpPr>
          <p:spPr bwMode="auto">
            <a:xfrm>
              <a:off x="3312" y="2976"/>
              <a:ext cx="624" cy="288"/>
            </a:xfrm>
            <a:prstGeom prst="rect">
              <a:avLst/>
            </a:prstGeom>
            <a:solidFill>
              <a:srgbClr val="FFFF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a:t>
              </a:r>
            </a:p>
          </p:txBody>
        </p:sp>
        <p:sp>
          <p:nvSpPr>
            <p:cNvPr id="135190" name="Rectangle 18">
              <a:extLst>
                <a:ext uri="{FF2B5EF4-FFF2-40B4-BE49-F238E27FC236}">
                  <a16:creationId xmlns:a16="http://schemas.microsoft.com/office/drawing/2014/main" id="{C3646766-9498-F6D3-A184-E1B398FA769E}"/>
                </a:ext>
              </a:extLst>
            </p:cNvPr>
            <p:cNvSpPr>
              <a:spLocks noChangeArrowheads="1"/>
            </p:cNvSpPr>
            <p:nvPr/>
          </p:nvSpPr>
          <p:spPr bwMode="auto">
            <a:xfrm>
              <a:off x="3312" y="2688"/>
              <a:ext cx="624" cy="288"/>
            </a:xfrm>
            <a:prstGeom prst="rect">
              <a:avLst/>
            </a:prstGeom>
            <a:solidFill>
              <a:srgbClr val="FFCC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Tahoma" panose="020B0604030504040204" pitchFamily="34" charset="0"/>
                </a:rPr>
                <a:t>4101</a:t>
              </a:r>
            </a:p>
          </p:txBody>
        </p:sp>
        <p:sp>
          <p:nvSpPr>
            <p:cNvPr id="135191" name="Text Box 25">
              <a:extLst>
                <a:ext uri="{FF2B5EF4-FFF2-40B4-BE49-F238E27FC236}">
                  <a16:creationId xmlns:a16="http://schemas.microsoft.com/office/drawing/2014/main" id="{D1E0B71D-C337-D823-9DB7-80FD31DB11A1}"/>
                </a:ext>
              </a:extLst>
            </p:cNvPr>
            <p:cNvSpPr txBox="1">
              <a:spLocks noChangeArrowheads="1"/>
            </p:cNvSpPr>
            <p:nvPr/>
          </p:nvSpPr>
          <p:spPr bwMode="auto">
            <a:xfrm>
              <a:off x="3264" y="3360"/>
              <a:ext cx="720"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b="1">
                  <a:latin typeface="Tahoma" panose="020B0604030504040204" pitchFamily="34" charset="0"/>
                </a:rPr>
                <a:t>After</a:t>
              </a:r>
            </a:p>
            <a:p>
              <a:pPr algn="ctr" eaLnBrk="1" hangingPunct="1">
                <a:lnSpc>
                  <a:spcPct val="20000"/>
                </a:lnSpc>
                <a:spcBef>
                  <a:spcPct val="50000"/>
                </a:spcBef>
                <a:buClrTx/>
                <a:buFontTx/>
                <a:buNone/>
              </a:pPr>
              <a:r>
                <a:rPr kumimoji="0" lang="en-US" altLang="en-US" sz="2000" b="1">
                  <a:latin typeface="Tahoma" panose="020B0604030504040204" pitchFamily="34" charset="0"/>
                </a:rPr>
                <a:t>CALL</a:t>
              </a:r>
            </a:p>
            <a:p>
              <a:pPr algn="ctr" eaLnBrk="1" hangingPunct="1">
                <a:lnSpc>
                  <a:spcPct val="20000"/>
                </a:lnSpc>
                <a:spcBef>
                  <a:spcPct val="50000"/>
                </a:spcBef>
                <a:buClrTx/>
                <a:buFontTx/>
                <a:buNone/>
              </a:pPr>
              <a:r>
                <a:rPr kumimoji="0" lang="en-US" altLang="en-US" sz="2000" b="1">
                  <a:latin typeface="Tahoma" panose="020B0604030504040204" pitchFamily="34" charset="0"/>
                </a:rPr>
                <a:t>Proc 2</a:t>
              </a:r>
            </a:p>
          </p:txBody>
        </p:sp>
      </p:grpSp>
      <p:sp>
        <p:nvSpPr>
          <p:cNvPr id="135180" name="Text Box 28">
            <a:extLst>
              <a:ext uri="{FF2B5EF4-FFF2-40B4-BE49-F238E27FC236}">
                <a16:creationId xmlns:a16="http://schemas.microsoft.com/office/drawing/2014/main" id="{2FE3AADB-695E-A07E-83A5-2E8043C1A107}"/>
              </a:ext>
            </a:extLst>
          </p:cNvPr>
          <p:cNvSpPr txBox="1">
            <a:spLocks noChangeArrowheads="1"/>
          </p:cNvSpPr>
          <p:nvPr/>
        </p:nvSpPr>
        <p:spPr bwMode="auto">
          <a:xfrm>
            <a:off x="609600" y="5334000"/>
            <a:ext cx="1143000"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b="1">
                <a:latin typeface="Tahoma" panose="020B0604030504040204" pitchFamily="34" charset="0"/>
              </a:rPr>
              <a:t>Initial</a:t>
            </a:r>
          </a:p>
        </p:txBody>
      </p:sp>
      <p:grpSp>
        <p:nvGrpSpPr>
          <p:cNvPr id="6" name="Group 43">
            <a:extLst>
              <a:ext uri="{FF2B5EF4-FFF2-40B4-BE49-F238E27FC236}">
                <a16:creationId xmlns:a16="http://schemas.microsoft.com/office/drawing/2014/main" id="{0F40E336-D7C3-B498-26D5-62BB364398C8}"/>
              </a:ext>
            </a:extLst>
          </p:cNvPr>
          <p:cNvGrpSpPr>
            <a:grpSpLocks/>
          </p:cNvGrpSpPr>
          <p:nvPr/>
        </p:nvGrpSpPr>
        <p:grpSpPr bwMode="auto">
          <a:xfrm>
            <a:off x="6172200" y="4267200"/>
            <a:ext cx="1447800" cy="1474788"/>
            <a:chOff x="3888" y="2688"/>
            <a:chExt cx="912" cy="929"/>
          </a:xfrm>
        </p:grpSpPr>
        <p:sp>
          <p:nvSpPr>
            <p:cNvPr id="135186" name="Rectangle 12">
              <a:extLst>
                <a:ext uri="{FF2B5EF4-FFF2-40B4-BE49-F238E27FC236}">
                  <a16:creationId xmlns:a16="http://schemas.microsoft.com/office/drawing/2014/main" id="{0B9273EF-0C2C-DDD2-61FE-F1B68E24E998}"/>
                </a:ext>
              </a:extLst>
            </p:cNvPr>
            <p:cNvSpPr>
              <a:spLocks noChangeArrowheads="1"/>
            </p:cNvSpPr>
            <p:nvPr/>
          </p:nvSpPr>
          <p:spPr bwMode="auto">
            <a:xfrm>
              <a:off x="4032" y="2976"/>
              <a:ext cx="624" cy="288"/>
            </a:xfrm>
            <a:prstGeom prst="rect">
              <a:avLst/>
            </a:prstGeom>
            <a:solidFill>
              <a:srgbClr val="FFFF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a:t>
              </a:r>
            </a:p>
          </p:txBody>
        </p:sp>
        <p:sp>
          <p:nvSpPr>
            <p:cNvPr id="135187" name="Rectangle 20">
              <a:extLst>
                <a:ext uri="{FF2B5EF4-FFF2-40B4-BE49-F238E27FC236}">
                  <a16:creationId xmlns:a16="http://schemas.microsoft.com/office/drawing/2014/main" id="{D46D4014-EDF6-FF32-603B-09E2332887E2}"/>
                </a:ext>
              </a:extLst>
            </p:cNvPr>
            <p:cNvSpPr>
              <a:spLocks noChangeArrowheads="1"/>
            </p:cNvSpPr>
            <p:nvPr/>
          </p:nvSpPr>
          <p:spPr bwMode="auto">
            <a:xfrm>
              <a:off x="4032" y="2688"/>
              <a:ext cx="624" cy="288"/>
            </a:xfrm>
            <a:prstGeom prst="rect">
              <a:avLst/>
            </a:prstGeom>
            <a:solidFill>
              <a:srgbClr val="FFCC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Tahoma" panose="020B0604030504040204" pitchFamily="34" charset="0"/>
                </a:rPr>
                <a:t>4101</a:t>
              </a:r>
            </a:p>
          </p:txBody>
        </p:sp>
        <p:sp>
          <p:nvSpPr>
            <p:cNvPr id="135188" name="Text Box 29">
              <a:extLst>
                <a:ext uri="{FF2B5EF4-FFF2-40B4-BE49-F238E27FC236}">
                  <a16:creationId xmlns:a16="http://schemas.microsoft.com/office/drawing/2014/main" id="{C7B6BA11-F00E-9780-9673-ECFE4195EA81}"/>
                </a:ext>
              </a:extLst>
            </p:cNvPr>
            <p:cNvSpPr txBox="1">
              <a:spLocks noChangeArrowheads="1"/>
            </p:cNvSpPr>
            <p:nvPr/>
          </p:nvSpPr>
          <p:spPr bwMode="auto">
            <a:xfrm>
              <a:off x="3888" y="3360"/>
              <a:ext cx="912"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b="1">
                  <a:latin typeface="Tahoma" panose="020B0604030504040204" pitchFamily="34" charset="0"/>
                </a:rPr>
                <a:t>After</a:t>
              </a:r>
            </a:p>
            <a:p>
              <a:pPr algn="ctr" eaLnBrk="1" hangingPunct="1">
                <a:lnSpc>
                  <a:spcPct val="20000"/>
                </a:lnSpc>
                <a:spcBef>
                  <a:spcPct val="50000"/>
                </a:spcBef>
                <a:buClrTx/>
                <a:buFontTx/>
                <a:buNone/>
              </a:pPr>
              <a:r>
                <a:rPr kumimoji="0" lang="en-US" altLang="en-US" sz="2000" b="1">
                  <a:latin typeface="Tahoma" panose="020B0604030504040204" pitchFamily="34" charset="0"/>
                </a:rPr>
                <a:t>RETURN</a:t>
              </a:r>
            </a:p>
          </p:txBody>
        </p:sp>
      </p:grpSp>
      <p:grpSp>
        <p:nvGrpSpPr>
          <p:cNvPr id="7" name="Group 44">
            <a:extLst>
              <a:ext uri="{FF2B5EF4-FFF2-40B4-BE49-F238E27FC236}">
                <a16:creationId xmlns:a16="http://schemas.microsoft.com/office/drawing/2014/main" id="{3F8A5EE1-8141-C1D4-8F02-DB2AEE11ED8C}"/>
              </a:ext>
            </a:extLst>
          </p:cNvPr>
          <p:cNvGrpSpPr>
            <a:grpSpLocks/>
          </p:cNvGrpSpPr>
          <p:nvPr/>
        </p:nvGrpSpPr>
        <p:grpSpPr bwMode="auto">
          <a:xfrm>
            <a:off x="7315200" y="4724400"/>
            <a:ext cx="1447800" cy="1001713"/>
            <a:chOff x="4608" y="2976"/>
            <a:chExt cx="912" cy="631"/>
          </a:xfrm>
        </p:grpSpPr>
        <p:sp>
          <p:nvSpPr>
            <p:cNvPr id="135184" name="Rectangle 13">
              <a:extLst>
                <a:ext uri="{FF2B5EF4-FFF2-40B4-BE49-F238E27FC236}">
                  <a16:creationId xmlns:a16="http://schemas.microsoft.com/office/drawing/2014/main" id="{B0D0603E-4D58-4454-A3DB-6965ADB1A377}"/>
                </a:ext>
              </a:extLst>
            </p:cNvPr>
            <p:cNvSpPr>
              <a:spLocks noChangeArrowheads="1"/>
            </p:cNvSpPr>
            <p:nvPr/>
          </p:nvSpPr>
          <p:spPr bwMode="auto">
            <a:xfrm>
              <a:off x="4752" y="2976"/>
              <a:ext cx="624" cy="288"/>
            </a:xfrm>
            <a:prstGeom prst="rect">
              <a:avLst/>
            </a:prstGeom>
            <a:solidFill>
              <a:srgbClr val="FFFFCC"/>
            </a:solidFill>
            <a:ln w="28575">
              <a:solidFill>
                <a:schemeClr val="tx1"/>
              </a:solidFill>
              <a:miter lim="800000"/>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a:solidFill>
                    <a:srgbClr val="000000"/>
                  </a:solidFill>
                  <a:latin typeface="Nimbus Roman No9 L" charset="0"/>
                </a:rPr>
                <a:t>•</a:t>
              </a:r>
            </a:p>
          </p:txBody>
        </p:sp>
        <p:sp>
          <p:nvSpPr>
            <p:cNvPr id="135185" name="Text Box 30">
              <a:extLst>
                <a:ext uri="{FF2B5EF4-FFF2-40B4-BE49-F238E27FC236}">
                  <a16:creationId xmlns:a16="http://schemas.microsoft.com/office/drawing/2014/main" id="{82FFBB85-2CD4-113A-B061-6B1B755F9F49}"/>
                </a:ext>
              </a:extLst>
            </p:cNvPr>
            <p:cNvSpPr txBox="1">
              <a:spLocks noChangeArrowheads="1"/>
            </p:cNvSpPr>
            <p:nvPr/>
          </p:nvSpPr>
          <p:spPr bwMode="auto">
            <a:xfrm>
              <a:off x="4608" y="3350"/>
              <a:ext cx="912"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ctr" eaLnBrk="1" hangingPunct="1">
                <a:lnSpc>
                  <a:spcPct val="20000"/>
                </a:lnSpc>
                <a:spcBef>
                  <a:spcPct val="50000"/>
                </a:spcBef>
                <a:buClrTx/>
                <a:buFontTx/>
                <a:buNone/>
              </a:pPr>
              <a:r>
                <a:rPr kumimoji="0" lang="en-US" altLang="en-US" sz="2000" b="1">
                  <a:latin typeface="Tahoma" panose="020B0604030504040204" pitchFamily="34" charset="0"/>
                </a:rPr>
                <a:t>After</a:t>
              </a:r>
            </a:p>
            <a:p>
              <a:pPr algn="ctr" eaLnBrk="1" hangingPunct="1">
                <a:lnSpc>
                  <a:spcPct val="20000"/>
                </a:lnSpc>
                <a:spcBef>
                  <a:spcPct val="50000"/>
                </a:spcBef>
                <a:buClrTx/>
                <a:buFontTx/>
                <a:buNone/>
              </a:pPr>
              <a:r>
                <a:rPr kumimoji="0" lang="en-US" altLang="en-US" sz="2000" b="1">
                  <a:latin typeface="Tahoma" panose="020B0604030504040204" pitchFamily="34" charset="0"/>
                </a:rPr>
                <a:t>RETURN</a:t>
              </a:r>
            </a:p>
          </p:txBody>
        </p:sp>
      </p:grpSp>
      <p:sp>
        <p:nvSpPr>
          <p:cNvPr id="60" name="Line Callout 1 59">
            <a:extLst>
              <a:ext uri="{FF2B5EF4-FFF2-40B4-BE49-F238E27FC236}">
                <a16:creationId xmlns:a16="http://schemas.microsoft.com/office/drawing/2014/main" id="{C7479758-8616-AB3B-B2A5-60B2A41A9417}"/>
              </a:ext>
            </a:extLst>
          </p:cNvPr>
          <p:cNvSpPr>
            <a:spLocks/>
          </p:cNvSpPr>
          <p:nvPr/>
        </p:nvSpPr>
        <p:spPr bwMode="auto">
          <a:xfrm flipH="1">
            <a:off x="323850" y="3071813"/>
            <a:ext cx="1223963" cy="677862"/>
          </a:xfrm>
          <a:prstGeom prst="borderCallout1">
            <a:avLst>
              <a:gd name="adj1" fmla="val 18750"/>
              <a:gd name="adj2" fmla="val -8333"/>
              <a:gd name="adj3" fmla="val 171481"/>
              <a:gd name="adj4" fmla="val -29806"/>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tIns="252000" bIns="144000" anchor="ct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r>
              <a:rPr kumimoji="0" lang="en-US" altLang="en-US" sz="2000">
                <a:latin typeface="Nimbus Roman No9 L" charset="0"/>
              </a:rPr>
              <a:t>Return</a:t>
            </a:r>
          </a:p>
          <a:p>
            <a:pPr eaLnBrk="1" hangingPunct="1">
              <a:lnSpc>
                <a:spcPct val="20000"/>
              </a:lnSpc>
              <a:spcBef>
                <a:spcPct val="50000"/>
              </a:spcBef>
              <a:buClrTx/>
              <a:buFontTx/>
              <a:buNone/>
            </a:pPr>
            <a:r>
              <a:rPr kumimoji="0" lang="en-US" altLang="en-US" sz="2000">
                <a:latin typeface="Nimbus Roman No9 L" charset="0"/>
              </a:rPr>
              <a:t>Address</a:t>
            </a:r>
            <a:endParaRPr kumimoji="0" lang="en-MY" altLang="en-US" sz="2000">
              <a:latin typeface="Nimbus Roman No9 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2" presetClass="entr" presetSubtype="1" fill="hold" nodeType="afterEffect">
                                  <p:stCondLst>
                                    <p:cond delay="0"/>
                                  </p:stCondLst>
                                  <p:childTnLst>
                                    <p:set>
                                      <p:cBhvr>
                                        <p:cTn id="9" dur="1" fill="hold">
                                          <p:stCondLst>
                                            <p:cond delay="0"/>
                                          </p:stCondLst>
                                        </p:cTn>
                                        <p:tgtEl>
                                          <p:spTgt spid="33"/>
                                        </p:tgtEl>
                                        <p:attrNameLst>
                                          <p:attrName>style.visibility</p:attrName>
                                        </p:attrNameLst>
                                      </p:cBhvr>
                                      <p:to>
                                        <p:strVal val="visible"/>
                                      </p:to>
                                    </p:set>
                                    <p:anim calcmode="lin" valueType="num">
                                      <p:cBhvr additive="base">
                                        <p:cTn id="10" dur="500" fill="hold"/>
                                        <p:tgtEl>
                                          <p:spTgt spid="33"/>
                                        </p:tgtEl>
                                        <p:attrNameLst>
                                          <p:attrName>ppt_x</p:attrName>
                                        </p:attrNameLst>
                                      </p:cBhvr>
                                      <p:tavLst>
                                        <p:tav tm="0">
                                          <p:val>
                                            <p:strVal val="#ppt_x"/>
                                          </p:val>
                                        </p:tav>
                                        <p:tav tm="100000">
                                          <p:val>
                                            <p:strVal val="#ppt_x"/>
                                          </p:val>
                                        </p:tav>
                                      </p:tavLst>
                                    </p:anim>
                                    <p:anim calcmode="lin" valueType="num">
                                      <p:cBhvr additive="base">
                                        <p:cTn id="11" dur="500" fill="hold"/>
                                        <p:tgtEl>
                                          <p:spTgt spid="33"/>
                                        </p:tgtEl>
                                        <p:attrNameLst>
                                          <p:attrName>ppt_y</p:attrName>
                                        </p:attrNameLst>
                                      </p:cBhvr>
                                      <p:tavLst>
                                        <p:tav tm="0">
                                          <p:val>
                                            <p:strVal val="0-#ppt_h/2"/>
                                          </p:val>
                                        </p:tav>
                                        <p:tav tm="100000">
                                          <p:val>
                                            <p:strVal val="#ppt_y"/>
                                          </p:val>
                                        </p:tav>
                                      </p:tavLst>
                                    </p:anim>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dissolve">
                                      <p:cBhvr>
                                        <p:cTn id="15" dur="500"/>
                                        <p:tgtEl>
                                          <p:spTgt spid="6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3"/>
                                        </p:tgtEl>
                                        <p:attrNameLst>
                                          <p:attrName>style.visibility</p:attrName>
                                        </p:attrNameLst>
                                      </p:cBhvr>
                                      <p:to>
                                        <p:strVal val="visible"/>
                                      </p:to>
                                    </p:set>
                                  </p:childTnLst>
                                </p:cTn>
                              </p:par>
                            </p:childTnLst>
                          </p:cTn>
                        </p:par>
                        <p:par>
                          <p:cTn id="20" fill="hold" nodeType="afterGroup">
                            <p:stCondLst>
                              <p:cond delay="500"/>
                            </p:stCondLst>
                            <p:childTnLst>
                              <p:par>
                                <p:cTn id="21" presetID="2" presetClass="entr" presetSubtype="1"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0-#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5"/>
                                        </p:tgtEl>
                                        <p:attrNameLst>
                                          <p:attrName>style.visibility</p:attrName>
                                        </p:attrNameLst>
                                      </p:cBhvr>
                                      <p:to>
                                        <p:strVal val="visible"/>
                                      </p:to>
                                    </p:set>
                                  </p:childTnLst>
                                </p:cTn>
                              </p:par>
                            </p:childTnLst>
                          </p:cTn>
                        </p:par>
                        <p:par>
                          <p:cTn id="33" fill="hold" nodeType="afterGroup">
                            <p:stCondLst>
                              <p:cond delay="500"/>
                            </p:stCondLst>
                            <p:childTnLst>
                              <p:par>
                                <p:cTn id="34" presetID="2" presetClass="entr" presetSubtype="1"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 calcmode="lin" valueType="num">
                                      <p:cBhvr additive="base">
                                        <p:cTn id="36" dur="500" fill="hold"/>
                                        <p:tgtEl>
                                          <p:spTgt spid="46"/>
                                        </p:tgtEl>
                                        <p:attrNameLst>
                                          <p:attrName>ppt_x</p:attrName>
                                        </p:attrNameLst>
                                      </p:cBhvr>
                                      <p:tavLst>
                                        <p:tav tm="0">
                                          <p:val>
                                            <p:strVal val="#ppt_x"/>
                                          </p:val>
                                        </p:tav>
                                        <p:tav tm="100000">
                                          <p:val>
                                            <p:strVal val="#ppt_x"/>
                                          </p:val>
                                        </p:tav>
                                      </p:tavLst>
                                    </p:anim>
                                    <p:anim calcmode="lin" valueType="num">
                                      <p:cBhvr additive="base">
                                        <p:cTn id="37" dur="500" fill="hold"/>
                                        <p:tgtEl>
                                          <p:spTgt spid="46"/>
                                        </p:tgtEl>
                                        <p:attrNameLst>
                                          <p:attrName>ppt_y</p:attrName>
                                        </p:attrNameLst>
                                      </p:cBhvr>
                                      <p:tavLst>
                                        <p:tav tm="0">
                                          <p:val>
                                            <p:strVal val="0-#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499"/>
                                          </p:stCondLst>
                                        </p:cTn>
                                        <p:tgtEl>
                                          <p:spTgt spid="6"/>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autoUpdateAnimBg="0"/>
      <p:bldP spid="37" grpId="0" animBg="1" autoUpdateAnimBg="0"/>
      <p:bldP spid="46" grpId="0" animBg="1" autoUpdateAnimBg="0"/>
      <p:bldP spid="60"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043F781C-F661-7A4E-375B-7ADB3EEEF7B6}"/>
              </a:ext>
            </a:extLst>
          </p:cNvPr>
          <p:cNvSpPr>
            <a:spLocks noGrp="1" noChangeArrowheads="1"/>
          </p:cNvSpPr>
          <p:nvPr>
            <p:ph type="title"/>
          </p:nvPr>
        </p:nvSpPr>
        <p:spPr/>
        <p:txBody>
          <a:bodyPr/>
          <a:lstStyle/>
          <a:p>
            <a:r>
              <a:rPr lang="en-US" altLang="en-US"/>
              <a:t>Straight-line Sequencing</a:t>
            </a:r>
          </a:p>
        </p:txBody>
      </p:sp>
      <p:sp>
        <p:nvSpPr>
          <p:cNvPr id="136195" name="Rectangle 3">
            <a:extLst>
              <a:ext uri="{FF2B5EF4-FFF2-40B4-BE49-F238E27FC236}">
                <a16:creationId xmlns:a16="http://schemas.microsoft.com/office/drawing/2014/main" id="{D6C5915C-EE45-F0FE-D9D8-089175B35992}"/>
              </a:ext>
            </a:extLst>
          </p:cNvPr>
          <p:cNvSpPr>
            <a:spLocks noGrp="1" noChangeArrowheads="1"/>
          </p:cNvSpPr>
          <p:nvPr>
            <p:ph type="body" idx="1"/>
          </p:nvPr>
        </p:nvSpPr>
        <p:spPr>
          <a:xfrm>
            <a:off x="457200" y="1885950"/>
            <a:ext cx="8178800" cy="4783138"/>
          </a:xfrm>
        </p:spPr>
        <p:txBody>
          <a:bodyPr/>
          <a:lstStyle/>
          <a:p>
            <a:pPr>
              <a:spcBef>
                <a:spcPct val="0"/>
              </a:spcBef>
            </a:pPr>
            <a:r>
              <a:rPr lang="en-US" altLang="en-US"/>
              <a:t>How is program executed</a:t>
            </a:r>
          </a:p>
          <a:p>
            <a:pPr lvl="1">
              <a:spcBef>
                <a:spcPct val="0"/>
              </a:spcBef>
            </a:pPr>
            <a:r>
              <a:rPr lang="en-US" altLang="en-US" sz="3200" b="1">
                <a:solidFill>
                  <a:srgbClr val="92D050"/>
                </a:solidFill>
              </a:rPr>
              <a:t>Program counter (PC) </a:t>
            </a:r>
            <a:r>
              <a:rPr lang="en-US" altLang="en-US"/>
              <a:t>holds address of instruction to be executed next</a:t>
            </a:r>
          </a:p>
          <a:p>
            <a:pPr lvl="1">
              <a:spcBef>
                <a:spcPct val="0"/>
              </a:spcBef>
            </a:pPr>
            <a:r>
              <a:rPr lang="en-US" altLang="en-US"/>
              <a:t>To begin, address of first instruction must be placed in PC</a:t>
            </a:r>
          </a:p>
          <a:p>
            <a:pPr lvl="1">
              <a:spcBef>
                <a:spcPct val="0"/>
              </a:spcBef>
            </a:pPr>
            <a:r>
              <a:rPr lang="en-US" altLang="en-US"/>
              <a:t>Processor uses information in PC to fetch and execute instructions</a:t>
            </a:r>
          </a:p>
          <a:p>
            <a:pPr lvl="1">
              <a:spcBef>
                <a:spcPct val="0"/>
              </a:spcBef>
            </a:pPr>
            <a:r>
              <a:rPr lang="en-US" altLang="en-US"/>
              <a:t>During execution of each instruction, </a:t>
            </a:r>
            <a:r>
              <a:rPr lang="en-US" altLang="en-US" sz="3200" b="1">
                <a:solidFill>
                  <a:srgbClr val="FF0000"/>
                </a:solidFill>
              </a:rPr>
              <a:t>PC incremented</a:t>
            </a:r>
            <a:r>
              <a:rPr lang="en-US" altLang="en-US"/>
              <a:t> (e.g. + 4) to point to next instruction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A4F33740-A1DE-B86E-67D9-36E189604CE5}"/>
              </a:ext>
            </a:extLst>
          </p:cNvPr>
          <p:cNvSpPr>
            <a:spLocks noGrp="1" noChangeArrowheads="1"/>
          </p:cNvSpPr>
          <p:nvPr>
            <p:ph type="title"/>
          </p:nvPr>
        </p:nvSpPr>
        <p:spPr/>
        <p:txBody>
          <a:bodyPr/>
          <a:lstStyle/>
          <a:p>
            <a:r>
              <a:rPr lang="en-US" altLang="en-US"/>
              <a:t>Straight-line Sequencing</a:t>
            </a:r>
          </a:p>
        </p:txBody>
      </p:sp>
      <p:sp>
        <p:nvSpPr>
          <p:cNvPr id="137219" name="Rectangle 3">
            <a:extLst>
              <a:ext uri="{FF2B5EF4-FFF2-40B4-BE49-F238E27FC236}">
                <a16:creationId xmlns:a16="http://schemas.microsoft.com/office/drawing/2014/main" id="{1B6F7302-1EB4-4630-F90C-6C92EC51D967}"/>
              </a:ext>
            </a:extLst>
          </p:cNvPr>
          <p:cNvSpPr>
            <a:spLocks noGrp="1" noChangeArrowheads="1"/>
          </p:cNvSpPr>
          <p:nvPr>
            <p:ph type="body" idx="1"/>
          </p:nvPr>
        </p:nvSpPr>
        <p:spPr>
          <a:xfrm>
            <a:off x="457200" y="1885950"/>
            <a:ext cx="8178800" cy="4783138"/>
          </a:xfrm>
        </p:spPr>
        <p:txBody>
          <a:bodyPr/>
          <a:lstStyle/>
          <a:p>
            <a:pPr>
              <a:spcBef>
                <a:spcPct val="0"/>
              </a:spcBef>
            </a:pPr>
            <a:r>
              <a:rPr lang="en-US" altLang="en-US"/>
              <a:t>Instruction execution in 2 phases:</a:t>
            </a:r>
          </a:p>
          <a:p>
            <a:pPr lvl="1">
              <a:spcBef>
                <a:spcPct val="0"/>
              </a:spcBef>
            </a:pPr>
            <a:r>
              <a:rPr lang="en-US" altLang="en-US"/>
              <a:t>Phase 1: </a:t>
            </a:r>
            <a:r>
              <a:rPr lang="en-US" altLang="en-US" sz="3200" b="1">
                <a:solidFill>
                  <a:srgbClr val="92D050"/>
                </a:solidFill>
              </a:rPr>
              <a:t>Fetch</a:t>
            </a:r>
            <a:endParaRPr lang="en-US" altLang="en-US" b="1">
              <a:solidFill>
                <a:srgbClr val="92D050"/>
              </a:solidFill>
            </a:endParaRPr>
          </a:p>
          <a:p>
            <a:pPr lvl="2">
              <a:spcBef>
                <a:spcPct val="0"/>
              </a:spcBef>
            </a:pPr>
            <a:r>
              <a:rPr lang="en-US" altLang="en-US"/>
              <a:t>Fetch instruction based on content of </a:t>
            </a:r>
            <a:r>
              <a:rPr lang="en-US" altLang="en-US" sz="2800" b="1">
                <a:solidFill>
                  <a:srgbClr val="FFC000"/>
                </a:solidFill>
              </a:rPr>
              <a:t>program counter (PC)</a:t>
            </a:r>
          </a:p>
          <a:p>
            <a:pPr lvl="2">
              <a:spcBef>
                <a:spcPct val="0"/>
              </a:spcBef>
            </a:pPr>
            <a:r>
              <a:rPr lang="en-US" altLang="en-US"/>
              <a:t>Fetched instruction placed in </a:t>
            </a:r>
            <a:r>
              <a:rPr lang="en-US" altLang="en-US" sz="2800" b="1">
                <a:solidFill>
                  <a:srgbClr val="FFCCCC"/>
                </a:solidFill>
              </a:rPr>
              <a:t>instruction register (IR)</a:t>
            </a:r>
          </a:p>
          <a:p>
            <a:pPr lvl="1">
              <a:spcBef>
                <a:spcPct val="0"/>
              </a:spcBef>
            </a:pPr>
            <a:r>
              <a:rPr lang="en-US" altLang="en-US"/>
              <a:t>Phase 2: </a:t>
            </a:r>
            <a:r>
              <a:rPr lang="en-US" altLang="en-US" sz="3200" b="1">
                <a:solidFill>
                  <a:srgbClr val="FF0000"/>
                </a:solidFill>
              </a:rPr>
              <a:t>Execution</a:t>
            </a:r>
            <a:endParaRPr lang="en-US" altLang="en-US" b="1">
              <a:solidFill>
                <a:srgbClr val="FF0000"/>
              </a:solidFill>
            </a:endParaRPr>
          </a:p>
          <a:p>
            <a:pPr lvl="2">
              <a:spcBef>
                <a:spcPct val="0"/>
              </a:spcBef>
            </a:pPr>
            <a:r>
              <a:rPr lang="en-US" altLang="en-US"/>
              <a:t>Content of IR examined to determine which operation to perform</a:t>
            </a:r>
          </a:p>
          <a:p>
            <a:pPr lvl="2">
              <a:spcBef>
                <a:spcPct val="0"/>
              </a:spcBef>
            </a:pPr>
            <a:r>
              <a:rPr lang="en-US" altLang="en-US"/>
              <a:t>Involves fetching operands, performing an arithmetic/logic operation and storing results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F972A624-C1F0-47EA-EC3C-24C17DA910B8}"/>
              </a:ext>
            </a:extLst>
          </p:cNvPr>
          <p:cNvSpPr>
            <a:spLocks noGrp="1" noChangeArrowheads="1"/>
          </p:cNvSpPr>
          <p:nvPr>
            <p:ph type="title"/>
          </p:nvPr>
        </p:nvSpPr>
        <p:spPr/>
        <p:txBody>
          <a:bodyPr/>
          <a:lstStyle/>
          <a:p>
            <a:r>
              <a:rPr lang="en-US" altLang="en-US"/>
              <a:t>Straight-line Sequencing</a:t>
            </a:r>
          </a:p>
        </p:txBody>
      </p:sp>
      <p:sp>
        <p:nvSpPr>
          <p:cNvPr id="138243" name="Rectangle 4">
            <a:extLst>
              <a:ext uri="{FF2B5EF4-FFF2-40B4-BE49-F238E27FC236}">
                <a16:creationId xmlns:a16="http://schemas.microsoft.com/office/drawing/2014/main" id="{CB92BE3A-6D63-A320-8F2E-C3ACEB0151F2}"/>
              </a:ext>
            </a:extLst>
          </p:cNvPr>
          <p:cNvSpPr>
            <a:spLocks noChangeArrowheads="1"/>
          </p:cNvSpPr>
          <p:nvPr/>
        </p:nvSpPr>
        <p:spPr bwMode="auto">
          <a:xfrm>
            <a:off x="4643438" y="2967038"/>
            <a:ext cx="3460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R0,C</a:t>
            </a:r>
            <a:endParaRPr kumimoji="0" lang="en-CA" altLang="en-US" sz="2400">
              <a:latin typeface="Times New Roman" panose="02020603050405020304" pitchFamily="18" charset="0"/>
            </a:endParaRPr>
          </a:p>
        </p:txBody>
      </p:sp>
      <p:sp>
        <p:nvSpPr>
          <p:cNvPr id="138244" name="Rectangle 5">
            <a:extLst>
              <a:ext uri="{FF2B5EF4-FFF2-40B4-BE49-F238E27FC236}">
                <a16:creationId xmlns:a16="http://schemas.microsoft.com/office/drawing/2014/main" id="{F74AB2A6-7F76-8403-0271-8FCC76D70CD1}"/>
              </a:ext>
            </a:extLst>
          </p:cNvPr>
          <p:cNvSpPr>
            <a:spLocks noChangeArrowheads="1"/>
          </p:cNvSpPr>
          <p:nvPr/>
        </p:nvSpPr>
        <p:spPr bwMode="auto">
          <a:xfrm>
            <a:off x="4643438" y="2671763"/>
            <a:ext cx="338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B,R0</a:t>
            </a:r>
            <a:endParaRPr kumimoji="0" lang="en-CA" altLang="en-US" sz="2400">
              <a:latin typeface="Times New Roman" panose="02020603050405020304" pitchFamily="18" charset="0"/>
            </a:endParaRPr>
          </a:p>
        </p:txBody>
      </p:sp>
      <p:sp>
        <p:nvSpPr>
          <p:cNvPr id="138245" name="Rectangle 6">
            <a:extLst>
              <a:ext uri="{FF2B5EF4-FFF2-40B4-BE49-F238E27FC236}">
                <a16:creationId xmlns:a16="http://schemas.microsoft.com/office/drawing/2014/main" id="{6699E692-8591-D0D0-1D70-3737F851619E}"/>
              </a:ext>
            </a:extLst>
          </p:cNvPr>
          <p:cNvSpPr>
            <a:spLocks noChangeArrowheads="1"/>
          </p:cNvSpPr>
          <p:nvPr/>
        </p:nvSpPr>
        <p:spPr bwMode="auto">
          <a:xfrm>
            <a:off x="4643438" y="2392363"/>
            <a:ext cx="338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A,R0</a:t>
            </a:r>
            <a:endParaRPr kumimoji="0" lang="en-CA" altLang="en-US" sz="2400">
              <a:latin typeface="Times New Roman" panose="02020603050405020304" pitchFamily="18" charset="0"/>
            </a:endParaRPr>
          </a:p>
        </p:txBody>
      </p:sp>
      <p:sp>
        <p:nvSpPr>
          <p:cNvPr id="138246" name="Rectangle 7">
            <a:extLst>
              <a:ext uri="{FF2B5EF4-FFF2-40B4-BE49-F238E27FC236}">
                <a16:creationId xmlns:a16="http://schemas.microsoft.com/office/drawing/2014/main" id="{72AAF988-8D06-3070-6BFB-ECE969C740E5}"/>
              </a:ext>
            </a:extLst>
          </p:cNvPr>
          <p:cNvSpPr>
            <a:spLocks noChangeArrowheads="1"/>
          </p:cNvSpPr>
          <p:nvPr/>
        </p:nvSpPr>
        <p:spPr bwMode="auto">
          <a:xfrm>
            <a:off x="4168775" y="2967038"/>
            <a:ext cx="3714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Move</a:t>
            </a:r>
            <a:endParaRPr kumimoji="0" lang="en-CA" altLang="en-US" sz="2400">
              <a:latin typeface="Times New Roman" panose="02020603050405020304" pitchFamily="18" charset="0"/>
            </a:endParaRPr>
          </a:p>
        </p:txBody>
      </p:sp>
      <p:sp>
        <p:nvSpPr>
          <p:cNvPr id="138247" name="Rectangle 8">
            <a:extLst>
              <a:ext uri="{FF2B5EF4-FFF2-40B4-BE49-F238E27FC236}">
                <a16:creationId xmlns:a16="http://schemas.microsoft.com/office/drawing/2014/main" id="{A606499D-CCE4-FEAF-8E69-C7AD72AD14C4}"/>
              </a:ext>
            </a:extLst>
          </p:cNvPr>
          <p:cNvSpPr>
            <a:spLocks noChangeArrowheads="1"/>
          </p:cNvSpPr>
          <p:nvPr/>
        </p:nvSpPr>
        <p:spPr bwMode="auto">
          <a:xfrm>
            <a:off x="3232150" y="2917825"/>
            <a:ext cx="365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i="1">
                <a:latin typeface="Nimbus Roman No9 L" charset="0"/>
              </a:rPr>
              <a:t>i</a:t>
            </a:r>
            <a:endParaRPr kumimoji="0" lang="en-CA" altLang="en-US" sz="2400">
              <a:latin typeface="Times New Roman" panose="02020603050405020304" pitchFamily="18" charset="0"/>
            </a:endParaRPr>
          </a:p>
        </p:txBody>
      </p:sp>
      <p:sp>
        <p:nvSpPr>
          <p:cNvPr id="138248" name="Rectangle 9">
            <a:extLst>
              <a:ext uri="{FF2B5EF4-FFF2-40B4-BE49-F238E27FC236}">
                <a16:creationId xmlns:a16="http://schemas.microsoft.com/office/drawing/2014/main" id="{BC150EB7-A05A-FFDA-EB5E-64020B537716}"/>
              </a:ext>
            </a:extLst>
          </p:cNvPr>
          <p:cNvSpPr>
            <a:spLocks noChangeArrowheads="1"/>
          </p:cNvSpPr>
          <p:nvPr/>
        </p:nvSpPr>
        <p:spPr bwMode="auto">
          <a:xfrm>
            <a:off x="3281363" y="2917825"/>
            <a:ext cx="2809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 + 8</a:t>
            </a:r>
            <a:endParaRPr kumimoji="0" lang="en-CA" altLang="en-US" sz="2400">
              <a:latin typeface="Times New Roman" panose="02020603050405020304" pitchFamily="18" charset="0"/>
            </a:endParaRPr>
          </a:p>
        </p:txBody>
      </p:sp>
      <p:sp>
        <p:nvSpPr>
          <p:cNvPr id="138249" name="Line 10">
            <a:extLst>
              <a:ext uri="{FF2B5EF4-FFF2-40B4-BE49-F238E27FC236}">
                <a16:creationId xmlns:a16="http://schemas.microsoft.com/office/drawing/2014/main" id="{470AB826-72C7-2300-DB4E-BBD756D834D8}"/>
              </a:ext>
            </a:extLst>
          </p:cNvPr>
          <p:cNvSpPr>
            <a:spLocks noChangeShapeType="1"/>
          </p:cNvSpPr>
          <p:nvPr/>
        </p:nvSpPr>
        <p:spPr bwMode="auto">
          <a:xfrm flipH="1">
            <a:off x="3609975" y="3213100"/>
            <a:ext cx="1887538"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50" name="Rectangle 11">
            <a:extLst>
              <a:ext uri="{FF2B5EF4-FFF2-40B4-BE49-F238E27FC236}">
                <a16:creationId xmlns:a16="http://schemas.microsoft.com/office/drawing/2014/main" id="{E887B63C-F8AA-4004-41D6-FF965F946E61}"/>
              </a:ext>
            </a:extLst>
          </p:cNvPr>
          <p:cNvSpPr>
            <a:spLocks noChangeArrowheads="1"/>
          </p:cNvSpPr>
          <p:nvPr/>
        </p:nvSpPr>
        <p:spPr bwMode="auto">
          <a:xfrm>
            <a:off x="1331913" y="2392363"/>
            <a:ext cx="14255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Begin execution here</a:t>
            </a:r>
            <a:endParaRPr kumimoji="0" lang="en-CA" altLang="en-US" sz="2400">
              <a:latin typeface="Times New Roman" panose="02020603050405020304" pitchFamily="18" charset="0"/>
            </a:endParaRPr>
          </a:p>
        </p:txBody>
      </p:sp>
      <p:sp>
        <p:nvSpPr>
          <p:cNvPr id="138251" name="Rectangle 12">
            <a:extLst>
              <a:ext uri="{FF2B5EF4-FFF2-40B4-BE49-F238E27FC236}">
                <a16:creationId xmlns:a16="http://schemas.microsoft.com/office/drawing/2014/main" id="{A44A1374-5150-FCE4-0C94-AACA04272DE4}"/>
              </a:ext>
            </a:extLst>
          </p:cNvPr>
          <p:cNvSpPr>
            <a:spLocks noChangeArrowheads="1"/>
          </p:cNvSpPr>
          <p:nvPr/>
        </p:nvSpPr>
        <p:spPr bwMode="auto">
          <a:xfrm>
            <a:off x="4168775" y="2392363"/>
            <a:ext cx="3714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Move</a:t>
            </a:r>
            <a:endParaRPr kumimoji="0" lang="en-CA" altLang="en-US" sz="2400">
              <a:latin typeface="Times New Roman" panose="02020603050405020304" pitchFamily="18" charset="0"/>
            </a:endParaRPr>
          </a:p>
        </p:txBody>
      </p:sp>
      <p:sp>
        <p:nvSpPr>
          <p:cNvPr id="138252" name="Rectangle 13">
            <a:extLst>
              <a:ext uri="{FF2B5EF4-FFF2-40B4-BE49-F238E27FC236}">
                <a16:creationId xmlns:a16="http://schemas.microsoft.com/office/drawing/2014/main" id="{6F65D457-4FE2-53EC-E627-20643A63DB39}"/>
              </a:ext>
            </a:extLst>
          </p:cNvPr>
          <p:cNvSpPr>
            <a:spLocks noChangeArrowheads="1"/>
          </p:cNvSpPr>
          <p:nvPr/>
        </p:nvSpPr>
        <p:spPr bwMode="auto">
          <a:xfrm>
            <a:off x="3232150" y="2359025"/>
            <a:ext cx="365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i="1">
                <a:latin typeface="Nimbus Roman No9 L" charset="0"/>
              </a:rPr>
              <a:t>i</a:t>
            </a:r>
            <a:endParaRPr kumimoji="0" lang="en-CA" altLang="en-US" sz="2400">
              <a:latin typeface="Times New Roman" panose="02020603050405020304" pitchFamily="18" charset="0"/>
            </a:endParaRPr>
          </a:p>
        </p:txBody>
      </p:sp>
      <p:sp>
        <p:nvSpPr>
          <p:cNvPr id="138253" name="Freeform 14">
            <a:extLst>
              <a:ext uri="{FF2B5EF4-FFF2-40B4-BE49-F238E27FC236}">
                <a16:creationId xmlns:a16="http://schemas.microsoft.com/office/drawing/2014/main" id="{B281D36C-DA50-F636-C151-26F00816A16D}"/>
              </a:ext>
            </a:extLst>
          </p:cNvPr>
          <p:cNvSpPr>
            <a:spLocks/>
          </p:cNvSpPr>
          <p:nvPr/>
        </p:nvSpPr>
        <p:spPr bwMode="auto">
          <a:xfrm>
            <a:off x="3019425" y="2490788"/>
            <a:ext cx="98425" cy="31750"/>
          </a:xfrm>
          <a:custGeom>
            <a:avLst/>
            <a:gdLst>
              <a:gd name="T0" fmla="*/ 0 w 6"/>
              <a:gd name="T1" fmla="*/ 2147483646 h 2"/>
              <a:gd name="T2" fmla="*/ 2147483646 w 6"/>
              <a:gd name="T3" fmla="*/ 2147483646 h 2"/>
              <a:gd name="T4" fmla="*/ 0 w 6"/>
              <a:gd name="T5" fmla="*/ 0 h 2"/>
              <a:gd name="T6" fmla="*/ 0 w 6"/>
              <a:gd name="T7" fmla="*/ 2147483646 h 2"/>
              <a:gd name="T8" fmla="*/ 0 w 6"/>
              <a:gd name="T9" fmla="*/ 2147483646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solidFill>
            <a:schemeClr val="tx1"/>
          </a:solidFill>
          <a:ln w="15875">
            <a:solidFill>
              <a:schemeClr val="tx1"/>
            </a:solidFill>
            <a:prstDash val="solid"/>
            <a:round/>
            <a:headEnd/>
            <a:tailEnd/>
          </a:ln>
        </p:spPr>
        <p:txBody>
          <a:bodyPr/>
          <a:lstStyle/>
          <a:p>
            <a:endParaRPr lang="en-MY"/>
          </a:p>
        </p:txBody>
      </p:sp>
      <p:sp>
        <p:nvSpPr>
          <p:cNvPr id="138254" name="Freeform 15">
            <a:extLst>
              <a:ext uri="{FF2B5EF4-FFF2-40B4-BE49-F238E27FC236}">
                <a16:creationId xmlns:a16="http://schemas.microsoft.com/office/drawing/2014/main" id="{17A6CBC4-A633-E5E4-D7A3-224C48CB2216}"/>
              </a:ext>
            </a:extLst>
          </p:cNvPr>
          <p:cNvSpPr>
            <a:spLocks/>
          </p:cNvSpPr>
          <p:nvPr/>
        </p:nvSpPr>
        <p:spPr bwMode="auto">
          <a:xfrm>
            <a:off x="3019425" y="2490788"/>
            <a:ext cx="98425" cy="31750"/>
          </a:xfrm>
          <a:custGeom>
            <a:avLst/>
            <a:gdLst>
              <a:gd name="T0" fmla="*/ 0 w 62"/>
              <a:gd name="T1" fmla="*/ 2147483646 h 20"/>
              <a:gd name="T2" fmla="*/ 2147483646 w 62"/>
              <a:gd name="T3" fmla="*/ 2147483646 h 20"/>
              <a:gd name="T4" fmla="*/ 0 w 62"/>
              <a:gd name="T5" fmla="*/ 0 h 20"/>
              <a:gd name="T6" fmla="*/ 0 w 62"/>
              <a:gd name="T7" fmla="*/ 2147483646 h 20"/>
              <a:gd name="T8" fmla="*/ 0 w 62"/>
              <a:gd name="T9" fmla="*/ 2147483646 h 20"/>
              <a:gd name="T10" fmla="*/ 0 60000 65536"/>
              <a:gd name="T11" fmla="*/ 0 60000 65536"/>
              <a:gd name="T12" fmla="*/ 0 60000 65536"/>
              <a:gd name="T13" fmla="*/ 0 60000 65536"/>
              <a:gd name="T14" fmla="*/ 0 60000 65536"/>
              <a:gd name="T15" fmla="*/ 0 w 62"/>
              <a:gd name="T16" fmla="*/ 0 h 20"/>
              <a:gd name="T17" fmla="*/ 62 w 62"/>
              <a:gd name="T18" fmla="*/ 20 h 20"/>
            </a:gdLst>
            <a:ahLst/>
            <a:cxnLst>
              <a:cxn ang="T10">
                <a:pos x="T0" y="T1"/>
              </a:cxn>
              <a:cxn ang="T11">
                <a:pos x="T2" y="T3"/>
              </a:cxn>
              <a:cxn ang="T12">
                <a:pos x="T4" y="T5"/>
              </a:cxn>
              <a:cxn ang="T13">
                <a:pos x="T6" y="T7"/>
              </a:cxn>
              <a:cxn ang="T14">
                <a:pos x="T8" y="T9"/>
              </a:cxn>
            </a:cxnLst>
            <a:rect l="T15" t="T16" r="T17" b="T18"/>
            <a:pathLst>
              <a:path w="62" h="20">
                <a:moveTo>
                  <a:pt x="0" y="20"/>
                </a:moveTo>
                <a:lnTo>
                  <a:pt x="62" y="10"/>
                </a:lnTo>
                <a:lnTo>
                  <a:pt x="0" y="0"/>
                </a:lnTo>
                <a:lnTo>
                  <a:pt x="0" y="10"/>
                </a:lnTo>
                <a:lnTo>
                  <a:pt x="0" y="20"/>
                </a:lnTo>
                <a:close/>
              </a:path>
            </a:pathLst>
          </a:custGeom>
          <a:solidFill>
            <a:schemeClr val="tx1"/>
          </a:solidFill>
          <a:ln w="0">
            <a:solidFill>
              <a:schemeClr val="tx1"/>
            </a:solidFill>
            <a:prstDash val="solid"/>
            <a:round/>
            <a:headEnd/>
            <a:tailEnd/>
          </a:ln>
        </p:spPr>
        <p:txBody>
          <a:bodyPr/>
          <a:lstStyle/>
          <a:p>
            <a:endParaRPr lang="en-MY"/>
          </a:p>
        </p:txBody>
      </p:sp>
      <p:sp>
        <p:nvSpPr>
          <p:cNvPr id="138255" name="Line 16">
            <a:extLst>
              <a:ext uri="{FF2B5EF4-FFF2-40B4-BE49-F238E27FC236}">
                <a16:creationId xmlns:a16="http://schemas.microsoft.com/office/drawing/2014/main" id="{EE19188E-3341-142E-8FAE-AF9EEDBF91C1}"/>
              </a:ext>
            </a:extLst>
          </p:cNvPr>
          <p:cNvSpPr>
            <a:spLocks noChangeShapeType="1"/>
          </p:cNvSpPr>
          <p:nvPr/>
        </p:nvSpPr>
        <p:spPr bwMode="auto">
          <a:xfrm flipH="1">
            <a:off x="2822575" y="2506663"/>
            <a:ext cx="179388"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56" name="Rectangle 17">
            <a:extLst>
              <a:ext uri="{FF2B5EF4-FFF2-40B4-BE49-F238E27FC236}">
                <a16:creationId xmlns:a16="http://schemas.microsoft.com/office/drawing/2014/main" id="{ED8CF49E-9296-47A3-95B5-476D59991A94}"/>
              </a:ext>
            </a:extLst>
          </p:cNvPr>
          <p:cNvSpPr>
            <a:spLocks noChangeArrowheads="1"/>
          </p:cNvSpPr>
          <p:nvPr/>
        </p:nvSpPr>
        <p:spPr bwMode="auto">
          <a:xfrm>
            <a:off x="4283075" y="1916113"/>
            <a:ext cx="6080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Contents</a:t>
            </a:r>
            <a:endParaRPr kumimoji="0" lang="en-CA" altLang="en-US" sz="2400">
              <a:latin typeface="Times New Roman" panose="02020603050405020304" pitchFamily="18" charset="0"/>
            </a:endParaRPr>
          </a:p>
        </p:txBody>
      </p:sp>
      <p:sp>
        <p:nvSpPr>
          <p:cNvPr id="138257" name="Rectangle 18">
            <a:extLst>
              <a:ext uri="{FF2B5EF4-FFF2-40B4-BE49-F238E27FC236}">
                <a16:creationId xmlns:a16="http://schemas.microsoft.com/office/drawing/2014/main" id="{38F9A84B-CBBF-9F04-0E1D-CA31F7A19B66}"/>
              </a:ext>
            </a:extLst>
          </p:cNvPr>
          <p:cNvSpPr>
            <a:spLocks noChangeArrowheads="1"/>
          </p:cNvSpPr>
          <p:nvPr/>
        </p:nvSpPr>
        <p:spPr bwMode="auto">
          <a:xfrm>
            <a:off x="3068638" y="1916113"/>
            <a:ext cx="55721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Address</a:t>
            </a:r>
            <a:endParaRPr kumimoji="0" lang="en-CA" altLang="en-US" sz="2400">
              <a:latin typeface="Times New Roman" panose="02020603050405020304" pitchFamily="18" charset="0"/>
            </a:endParaRPr>
          </a:p>
        </p:txBody>
      </p:sp>
      <p:sp>
        <p:nvSpPr>
          <p:cNvPr id="138258" name="Rectangle 19">
            <a:extLst>
              <a:ext uri="{FF2B5EF4-FFF2-40B4-BE49-F238E27FC236}">
                <a16:creationId xmlns:a16="http://schemas.microsoft.com/office/drawing/2014/main" id="{E215972E-AB6C-D105-C257-30736E4CE76D}"/>
              </a:ext>
            </a:extLst>
          </p:cNvPr>
          <p:cNvSpPr>
            <a:spLocks noChangeArrowheads="1"/>
          </p:cNvSpPr>
          <p:nvPr/>
        </p:nvSpPr>
        <p:spPr bwMode="auto">
          <a:xfrm>
            <a:off x="3232150" y="5789613"/>
            <a:ext cx="1095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C</a:t>
            </a:r>
            <a:endParaRPr kumimoji="0" lang="en-CA" altLang="en-US" sz="2400">
              <a:latin typeface="Times New Roman" panose="02020603050405020304" pitchFamily="18" charset="0"/>
            </a:endParaRPr>
          </a:p>
        </p:txBody>
      </p:sp>
      <p:sp>
        <p:nvSpPr>
          <p:cNvPr id="138259" name="Rectangle 20">
            <a:extLst>
              <a:ext uri="{FF2B5EF4-FFF2-40B4-BE49-F238E27FC236}">
                <a16:creationId xmlns:a16="http://schemas.microsoft.com/office/drawing/2014/main" id="{83E9A304-1A76-8BF2-2352-21A3C4A2562B}"/>
              </a:ext>
            </a:extLst>
          </p:cNvPr>
          <p:cNvSpPr>
            <a:spLocks noChangeArrowheads="1"/>
          </p:cNvSpPr>
          <p:nvPr/>
        </p:nvSpPr>
        <p:spPr bwMode="auto">
          <a:xfrm>
            <a:off x="3232150" y="4837113"/>
            <a:ext cx="101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B</a:t>
            </a:r>
            <a:endParaRPr kumimoji="0" lang="en-CA" altLang="en-US" sz="2400">
              <a:latin typeface="Times New Roman" panose="02020603050405020304" pitchFamily="18" charset="0"/>
            </a:endParaRPr>
          </a:p>
        </p:txBody>
      </p:sp>
      <p:sp>
        <p:nvSpPr>
          <p:cNvPr id="138260" name="Rectangle 21">
            <a:extLst>
              <a:ext uri="{FF2B5EF4-FFF2-40B4-BE49-F238E27FC236}">
                <a16:creationId xmlns:a16="http://schemas.microsoft.com/office/drawing/2014/main" id="{276BBB1D-40C5-0623-225F-DF90F8319648}"/>
              </a:ext>
            </a:extLst>
          </p:cNvPr>
          <p:cNvSpPr>
            <a:spLocks noChangeArrowheads="1"/>
          </p:cNvSpPr>
          <p:nvPr/>
        </p:nvSpPr>
        <p:spPr bwMode="auto">
          <a:xfrm>
            <a:off x="3232150" y="3902075"/>
            <a:ext cx="101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a:t>
            </a:r>
            <a:endParaRPr kumimoji="0" lang="en-CA" altLang="en-US" sz="2400">
              <a:latin typeface="Times New Roman" panose="02020603050405020304" pitchFamily="18" charset="0"/>
            </a:endParaRPr>
          </a:p>
        </p:txBody>
      </p:sp>
      <p:sp>
        <p:nvSpPr>
          <p:cNvPr id="138261" name="Rectangle 22">
            <a:extLst>
              <a:ext uri="{FF2B5EF4-FFF2-40B4-BE49-F238E27FC236}">
                <a16:creationId xmlns:a16="http://schemas.microsoft.com/office/drawing/2014/main" id="{EB64B313-1DFA-E822-502C-EDDAFAE94AEB}"/>
              </a:ext>
            </a:extLst>
          </p:cNvPr>
          <p:cNvSpPr>
            <a:spLocks noChangeArrowheads="1"/>
          </p:cNvSpPr>
          <p:nvPr/>
        </p:nvSpPr>
        <p:spPr bwMode="auto">
          <a:xfrm>
            <a:off x="6103938" y="4919663"/>
            <a:ext cx="8191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the program</a:t>
            </a:r>
            <a:endParaRPr kumimoji="0" lang="en-CA" altLang="en-US" sz="2400">
              <a:latin typeface="Times New Roman" panose="02020603050405020304" pitchFamily="18" charset="0"/>
            </a:endParaRPr>
          </a:p>
        </p:txBody>
      </p:sp>
      <p:sp>
        <p:nvSpPr>
          <p:cNvPr id="138262" name="Rectangle 23">
            <a:extLst>
              <a:ext uri="{FF2B5EF4-FFF2-40B4-BE49-F238E27FC236}">
                <a16:creationId xmlns:a16="http://schemas.microsoft.com/office/drawing/2014/main" id="{57514D05-0B91-E62C-D567-E7D93868C9E8}"/>
              </a:ext>
            </a:extLst>
          </p:cNvPr>
          <p:cNvSpPr>
            <a:spLocks noChangeArrowheads="1"/>
          </p:cNvSpPr>
          <p:nvPr/>
        </p:nvSpPr>
        <p:spPr bwMode="auto">
          <a:xfrm>
            <a:off x="6103938" y="4772025"/>
            <a:ext cx="5413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Data for</a:t>
            </a:r>
            <a:endParaRPr kumimoji="0" lang="en-CA" altLang="en-US" sz="2400">
              <a:latin typeface="Times New Roman" panose="02020603050405020304" pitchFamily="18" charset="0"/>
            </a:endParaRPr>
          </a:p>
        </p:txBody>
      </p:sp>
      <p:sp>
        <p:nvSpPr>
          <p:cNvPr id="138263" name="Rectangle 24">
            <a:extLst>
              <a:ext uri="{FF2B5EF4-FFF2-40B4-BE49-F238E27FC236}">
                <a16:creationId xmlns:a16="http://schemas.microsoft.com/office/drawing/2014/main" id="{93948A79-D495-99CF-6B26-8828AD473E11}"/>
              </a:ext>
            </a:extLst>
          </p:cNvPr>
          <p:cNvSpPr>
            <a:spLocks noChangeArrowheads="1"/>
          </p:cNvSpPr>
          <p:nvPr/>
        </p:nvSpPr>
        <p:spPr bwMode="auto">
          <a:xfrm>
            <a:off x="5826125" y="2770188"/>
            <a:ext cx="6350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segment</a:t>
            </a:r>
            <a:endParaRPr kumimoji="0" lang="en-CA" altLang="en-US" sz="2400">
              <a:latin typeface="Times New Roman" panose="02020603050405020304" pitchFamily="18" charset="0"/>
            </a:endParaRPr>
          </a:p>
        </p:txBody>
      </p:sp>
      <p:sp>
        <p:nvSpPr>
          <p:cNvPr id="138264" name="Rectangle 25">
            <a:extLst>
              <a:ext uri="{FF2B5EF4-FFF2-40B4-BE49-F238E27FC236}">
                <a16:creationId xmlns:a16="http://schemas.microsoft.com/office/drawing/2014/main" id="{A3EA3CF6-ED89-C2CD-6228-4E58EF2EBDF2}"/>
              </a:ext>
            </a:extLst>
          </p:cNvPr>
          <p:cNvSpPr>
            <a:spLocks noChangeArrowheads="1"/>
          </p:cNvSpPr>
          <p:nvPr/>
        </p:nvSpPr>
        <p:spPr bwMode="auto">
          <a:xfrm>
            <a:off x="5826125" y="2638425"/>
            <a:ext cx="61753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program</a:t>
            </a:r>
            <a:endParaRPr kumimoji="0" lang="en-CA" altLang="en-US" sz="2400">
              <a:latin typeface="Times New Roman" panose="02020603050405020304" pitchFamily="18" charset="0"/>
            </a:endParaRPr>
          </a:p>
        </p:txBody>
      </p:sp>
      <p:sp>
        <p:nvSpPr>
          <p:cNvPr id="138265" name="Rectangle 26">
            <a:extLst>
              <a:ext uri="{FF2B5EF4-FFF2-40B4-BE49-F238E27FC236}">
                <a16:creationId xmlns:a16="http://schemas.microsoft.com/office/drawing/2014/main" id="{4D566EEC-5512-8219-7DDD-43E3EE2DDFFB}"/>
              </a:ext>
            </a:extLst>
          </p:cNvPr>
          <p:cNvSpPr>
            <a:spLocks noChangeArrowheads="1"/>
          </p:cNvSpPr>
          <p:nvPr/>
        </p:nvSpPr>
        <p:spPr bwMode="auto">
          <a:xfrm>
            <a:off x="5826125" y="2490788"/>
            <a:ext cx="9017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3-instruction</a:t>
            </a:r>
            <a:endParaRPr kumimoji="0" lang="en-CA" altLang="en-US" sz="2400">
              <a:latin typeface="Times New Roman" panose="02020603050405020304" pitchFamily="18" charset="0"/>
            </a:endParaRPr>
          </a:p>
        </p:txBody>
      </p:sp>
      <p:sp>
        <p:nvSpPr>
          <p:cNvPr id="138266" name="Line 27">
            <a:extLst>
              <a:ext uri="{FF2B5EF4-FFF2-40B4-BE49-F238E27FC236}">
                <a16:creationId xmlns:a16="http://schemas.microsoft.com/office/drawing/2014/main" id="{2B4E90A7-BB62-4988-A7F2-91BD074530E9}"/>
              </a:ext>
            </a:extLst>
          </p:cNvPr>
          <p:cNvSpPr>
            <a:spLocks noChangeShapeType="1"/>
          </p:cNvSpPr>
          <p:nvPr/>
        </p:nvSpPr>
        <p:spPr bwMode="auto">
          <a:xfrm flipV="1">
            <a:off x="5497513" y="2162175"/>
            <a:ext cx="1587" cy="407035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67" name="Line 28">
            <a:extLst>
              <a:ext uri="{FF2B5EF4-FFF2-40B4-BE49-F238E27FC236}">
                <a16:creationId xmlns:a16="http://schemas.microsoft.com/office/drawing/2014/main" id="{3945E771-1D61-C5D0-EF2A-EAE076A1CC8B}"/>
              </a:ext>
            </a:extLst>
          </p:cNvPr>
          <p:cNvSpPr>
            <a:spLocks noChangeShapeType="1"/>
          </p:cNvSpPr>
          <p:nvPr/>
        </p:nvSpPr>
        <p:spPr bwMode="auto">
          <a:xfrm flipH="1">
            <a:off x="3609975" y="6035675"/>
            <a:ext cx="1887538"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68" name="Line 29">
            <a:extLst>
              <a:ext uri="{FF2B5EF4-FFF2-40B4-BE49-F238E27FC236}">
                <a16:creationId xmlns:a16="http://schemas.microsoft.com/office/drawing/2014/main" id="{3D14BC96-5D64-A7E2-294A-0A33613E499D}"/>
              </a:ext>
            </a:extLst>
          </p:cNvPr>
          <p:cNvSpPr>
            <a:spLocks noChangeShapeType="1"/>
          </p:cNvSpPr>
          <p:nvPr/>
        </p:nvSpPr>
        <p:spPr bwMode="auto">
          <a:xfrm flipH="1">
            <a:off x="3609975" y="4803775"/>
            <a:ext cx="1887538"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69" name="Line 30">
            <a:extLst>
              <a:ext uri="{FF2B5EF4-FFF2-40B4-BE49-F238E27FC236}">
                <a16:creationId xmlns:a16="http://schemas.microsoft.com/office/drawing/2014/main" id="{719BA135-1932-37E1-086F-325481CD478A}"/>
              </a:ext>
            </a:extLst>
          </p:cNvPr>
          <p:cNvSpPr>
            <a:spLocks noChangeShapeType="1"/>
          </p:cNvSpPr>
          <p:nvPr/>
        </p:nvSpPr>
        <p:spPr bwMode="auto">
          <a:xfrm flipH="1">
            <a:off x="3609975" y="5083175"/>
            <a:ext cx="1887538"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70" name="Line 31">
            <a:extLst>
              <a:ext uri="{FF2B5EF4-FFF2-40B4-BE49-F238E27FC236}">
                <a16:creationId xmlns:a16="http://schemas.microsoft.com/office/drawing/2014/main" id="{B8994FF6-6290-433E-2289-5152C7AB6C5D}"/>
              </a:ext>
            </a:extLst>
          </p:cNvPr>
          <p:cNvSpPr>
            <a:spLocks noChangeShapeType="1"/>
          </p:cNvSpPr>
          <p:nvPr/>
        </p:nvSpPr>
        <p:spPr bwMode="auto">
          <a:xfrm flipH="1">
            <a:off x="3609975" y="5756275"/>
            <a:ext cx="1887538"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71" name="Line 32">
            <a:extLst>
              <a:ext uri="{FF2B5EF4-FFF2-40B4-BE49-F238E27FC236}">
                <a16:creationId xmlns:a16="http://schemas.microsoft.com/office/drawing/2014/main" id="{564D8EBE-E3AD-9732-CBE2-B541DE65663C}"/>
              </a:ext>
            </a:extLst>
          </p:cNvPr>
          <p:cNvSpPr>
            <a:spLocks noChangeShapeType="1"/>
          </p:cNvSpPr>
          <p:nvPr/>
        </p:nvSpPr>
        <p:spPr bwMode="auto">
          <a:xfrm flipH="1">
            <a:off x="3609975" y="4148138"/>
            <a:ext cx="1887538"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72" name="Line 33">
            <a:extLst>
              <a:ext uri="{FF2B5EF4-FFF2-40B4-BE49-F238E27FC236}">
                <a16:creationId xmlns:a16="http://schemas.microsoft.com/office/drawing/2014/main" id="{527B4F70-B94A-1284-5319-7F3154974E9F}"/>
              </a:ext>
            </a:extLst>
          </p:cNvPr>
          <p:cNvSpPr>
            <a:spLocks noChangeShapeType="1"/>
          </p:cNvSpPr>
          <p:nvPr/>
        </p:nvSpPr>
        <p:spPr bwMode="auto">
          <a:xfrm flipH="1">
            <a:off x="3609975" y="3868738"/>
            <a:ext cx="1887538"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73" name="Line 34">
            <a:extLst>
              <a:ext uri="{FF2B5EF4-FFF2-40B4-BE49-F238E27FC236}">
                <a16:creationId xmlns:a16="http://schemas.microsoft.com/office/drawing/2014/main" id="{70B361BB-E49A-A0F9-EA1F-0D35E03FDAC5}"/>
              </a:ext>
            </a:extLst>
          </p:cNvPr>
          <p:cNvSpPr>
            <a:spLocks noChangeShapeType="1"/>
          </p:cNvSpPr>
          <p:nvPr/>
        </p:nvSpPr>
        <p:spPr bwMode="auto">
          <a:xfrm flipV="1">
            <a:off x="3609975" y="2162175"/>
            <a:ext cx="1588" cy="407035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74" name="Line 35">
            <a:extLst>
              <a:ext uri="{FF2B5EF4-FFF2-40B4-BE49-F238E27FC236}">
                <a16:creationId xmlns:a16="http://schemas.microsoft.com/office/drawing/2014/main" id="{0501F08E-2B06-33D6-301B-E82A60915575}"/>
              </a:ext>
            </a:extLst>
          </p:cNvPr>
          <p:cNvSpPr>
            <a:spLocks noChangeShapeType="1"/>
          </p:cNvSpPr>
          <p:nvPr/>
        </p:nvSpPr>
        <p:spPr bwMode="auto">
          <a:xfrm flipH="1">
            <a:off x="3609975" y="2343150"/>
            <a:ext cx="1887538"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75" name="Line 36">
            <a:extLst>
              <a:ext uri="{FF2B5EF4-FFF2-40B4-BE49-F238E27FC236}">
                <a16:creationId xmlns:a16="http://schemas.microsoft.com/office/drawing/2014/main" id="{A8291DFF-0D29-40FE-CD9E-519A6E4F53A3}"/>
              </a:ext>
            </a:extLst>
          </p:cNvPr>
          <p:cNvSpPr>
            <a:spLocks noChangeShapeType="1"/>
          </p:cNvSpPr>
          <p:nvPr/>
        </p:nvSpPr>
        <p:spPr bwMode="auto">
          <a:xfrm flipH="1">
            <a:off x="3609975" y="2638425"/>
            <a:ext cx="1887538"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76" name="Line 37">
            <a:extLst>
              <a:ext uri="{FF2B5EF4-FFF2-40B4-BE49-F238E27FC236}">
                <a16:creationId xmlns:a16="http://schemas.microsoft.com/office/drawing/2014/main" id="{592E86BB-2E5F-EAC9-4D75-19D6F43A7205}"/>
              </a:ext>
            </a:extLst>
          </p:cNvPr>
          <p:cNvSpPr>
            <a:spLocks noChangeShapeType="1"/>
          </p:cNvSpPr>
          <p:nvPr/>
        </p:nvSpPr>
        <p:spPr bwMode="auto">
          <a:xfrm flipH="1">
            <a:off x="3609975" y="2917825"/>
            <a:ext cx="1887538"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77" name="Freeform 38">
            <a:extLst>
              <a:ext uri="{FF2B5EF4-FFF2-40B4-BE49-F238E27FC236}">
                <a16:creationId xmlns:a16="http://schemas.microsoft.com/office/drawing/2014/main" id="{4C4556BD-7A58-B121-42C7-972FD3A15CF6}"/>
              </a:ext>
            </a:extLst>
          </p:cNvPr>
          <p:cNvSpPr>
            <a:spLocks/>
          </p:cNvSpPr>
          <p:nvPr/>
        </p:nvSpPr>
        <p:spPr bwMode="auto">
          <a:xfrm>
            <a:off x="5611813" y="4935538"/>
            <a:ext cx="98425" cy="33337"/>
          </a:xfrm>
          <a:custGeom>
            <a:avLst/>
            <a:gdLst>
              <a:gd name="T0" fmla="*/ 2147483646 w 6"/>
              <a:gd name="T1" fmla="*/ 0 h 2"/>
              <a:gd name="T2" fmla="*/ 0 w 6"/>
              <a:gd name="T3" fmla="*/ 2147483646 h 2"/>
              <a:gd name="T4" fmla="*/ 2147483646 w 6"/>
              <a:gd name="T5" fmla="*/ 2147483646 h 2"/>
              <a:gd name="T6" fmla="*/ 2147483646 w 6"/>
              <a:gd name="T7" fmla="*/ 2147483646 h 2"/>
              <a:gd name="T8" fmla="*/ 2147483646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solidFill>
            <a:schemeClr val="tx1"/>
          </a:solidFill>
          <a:ln w="15875">
            <a:solidFill>
              <a:srgbClr val="000000"/>
            </a:solidFill>
            <a:prstDash val="solid"/>
            <a:round/>
            <a:headEnd/>
            <a:tailEnd/>
          </a:ln>
        </p:spPr>
        <p:txBody>
          <a:bodyPr/>
          <a:lstStyle/>
          <a:p>
            <a:endParaRPr lang="en-MY"/>
          </a:p>
        </p:txBody>
      </p:sp>
      <p:sp>
        <p:nvSpPr>
          <p:cNvPr id="138278" name="Freeform 39">
            <a:extLst>
              <a:ext uri="{FF2B5EF4-FFF2-40B4-BE49-F238E27FC236}">
                <a16:creationId xmlns:a16="http://schemas.microsoft.com/office/drawing/2014/main" id="{B4E765DD-B8CC-351D-7606-65E8C726EDEE}"/>
              </a:ext>
            </a:extLst>
          </p:cNvPr>
          <p:cNvSpPr>
            <a:spLocks/>
          </p:cNvSpPr>
          <p:nvPr/>
        </p:nvSpPr>
        <p:spPr bwMode="auto">
          <a:xfrm>
            <a:off x="5611813" y="4935538"/>
            <a:ext cx="98425" cy="33337"/>
          </a:xfrm>
          <a:custGeom>
            <a:avLst/>
            <a:gdLst>
              <a:gd name="T0" fmla="*/ 2147483646 w 62"/>
              <a:gd name="T1" fmla="*/ 0 h 21"/>
              <a:gd name="T2" fmla="*/ 0 w 62"/>
              <a:gd name="T3" fmla="*/ 2147483646 h 21"/>
              <a:gd name="T4" fmla="*/ 2147483646 w 62"/>
              <a:gd name="T5" fmla="*/ 2147483646 h 21"/>
              <a:gd name="T6" fmla="*/ 2147483646 w 62"/>
              <a:gd name="T7" fmla="*/ 2147483646 h 21"/>
              <a:gd name="T8" fmla="*/ 2147483646 w 62"/>
              <a:gd name="T9" fmla="*/ 0 h 21"/>
              <a:gd name="T10" fmla="*/ 0 60000 65536"/>
              <a:gd name="T11" fmla="*/ 0 60000 65536"/>
              <a:gd name="T12" fmla="*/ 0 60000 65536"/>
              <a:gd name="T13" fmla="*/ 0 60000 65536"/>
              <a:gd name="T14" fmla="*/ 0 60000 65536"/>
              <a:gd name="T15" fmla="*/ 0 w 62"/>
              <a:gd name="T16" fmla="*/ 0 h 21"/>
              <a:gd name="T17" fmla="*/ 62 w 62"/>
              <a:gd name="T18" fmla="*/ 21 h 21"/>
            </a:gdLst>
            <a:ahLst/>
            <a:cxnLst>
              <a:cxn ang="T10">
                <a:pos x="T0" y="T1"/>
              </a:cxn>
              <a:cxn ang="T11">
                <a:pos x="T2" y="T3"/>
              </a:cxn>
              <a:cxn ang="T12">
                <a:pos x="T4" y="T5"/>
              </a:cxn>
              <a:cxn ang="T13">
                <a:pos x="T6" y="T7"/>
              </a:cxn>
              <a:cxn ang="T14">
                <a:pos x="T8" y="T9"/>
              </a:cxn>
            </a:cxnLst>
            <a:rect l="T15" t="T16" r="T17" b="T18"/>
            <a:pathLst>
              <a:path w="62" h="21">
                <a:moveTo>
                  <a:pt x="62" y="0"/>
                </a:moveTo>
                <a:lnTo>
                  <a:pt x="0" y="10"/>
                </a:lnTo>
                <a:lnTo>
                  <a:pt x="62" y="21"/>
                </a:lnTo>
                <a:lnTo>
                  <a:pt x="62" y="10"/>
                </a:lnTo>
                <a:lnTo>
                  <a:pt x="62" y="0"/>
                </a:lnTo>
                <a:close/>
              </a:path>
            </a:pathLst>
          </a:custGeom>
          <a:solidFill>
            <a:schemeClr val="tx1"/>
          </a:solidFill>
          <a:ln w="0">
            <a:solidFill>
              <a:schemeClr val="tx1"/>
            </a:solidFill>
            <a:prstDash val="solid"/>
            <a:round/>
            <a:headEnd/>
            <a:tailEnd/>
          </a:ln>
        </p:spPr>
        <p:txBody>
          <a:bodyPr/>
          <a:lstStyle/>
          <a:p>
            <a:endParaRPr lang="en-MY"/>
          </a:p>
        </p:txBody>
      </p:sp>
      <p:sp>
        <p:nvSpPr>
          <p:cNvPr id="138279" name="Line 40">
            <a:extLst>
              <a:ext uri="{FF2B5EF4-FFF2-40B4-BE49-F238E27FC236}">
                <a16:creationId xmlns:a16="http://schemas.microsoft.com/office/drawing/2014/main" id="{F786EF5C-031C-63EC-B4CC-B782E3FBBE60}"/>
              </a:ext>
            </a:extLst>
          </p:cNvPr>
          <p:cNvSpPr>
            <a:spLocks noChangeShapeType="1"/>
          </p:cNvSpPr>
          <p:nvPr/>
        </p:nvSpPr>
        <p:spPr bwMode="auto">
          <a:xfrm>
            <a:off x="5727700" y="4951413"/>
            <a:ext cx="246063"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38280" name="Rectangle 41">
            <a:extLst>
              <a:ext uri="{FF2B5EF4-FFF2-40B4-BE49-F238E27FC236}">
                <a16:creationId xmlns:a16="http://schemas.microsoft.com/office/drawing/2014/main" id="{61924E0D-0BED-42F5-8321-B9133B795AE2}"/>
              </a:ext>
            </a:extLst>
          </p:cNvPr>
          <p:cNvSpPr>
            <a:spLocks noChangeArrowheads="1"/>
          </p:cNvSpPr>
          <p:nvPr/>
        </p:nvSpPr>
        <p:spPr bwMode="auto">
          <a:xfrm>
            <a:off x="4168775" y="2671763"/>
            <a:ext cx="2698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Add</a:t>
            </a:r>
            <a:endParaRPr kumimoji="0" lang="en-CA" altLang="en-US" sz="2400">
              <a:latin typeface="Times New Roman" panose="02020603050405020304" pitchFamily="18" charset="0"/>
            </a:endParaRPr>
          </a:p>
        </p:txBody>
      </p:sp>
      <p:sp>
        <p:nvSpPr>
          <p:cNvPr id="138281" name="Rectangle 42">
            <a:extLst>
              <a:ext uri="{FF2B5EF4-FFF2-40B4-BE49-F238E27FC236}">
                <a16:creationId xmlns:a16="http://schemas.microsoft.com/office/drawing/2014/main" id="{2E2831A7-488A-78D0-AE21-3F7B40077D95}"/>
              </a:ext>
            </a:extLst>
          </p:cNvPr>
          <p:cNvSpPr>
            <a:spLocks noChangeArrowheads="1"/>
          </p:cNvSpPr>
          <p:nvPr/>
        </p:nvSpPr>
        <p:spPr bwMode="auto">
          <a:xfrm>
            <a:off x="3232150" y="2638425"/>
            <a:ext cx="365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i="1">
                <a:latin typeface="Nimbus Roman No9 L" charset="0"/>
              </a:rPr>
              <a:t>i</a:t>
            </a:r>
            <a:endParaRPr kumimoji="0" lang="en-CA" altLang="en-US" sz="2400">
              <a:latin typeface="Times New Roman" panose="02020603050405020304" pitchFamily="18" charset="0"/>
            </a:endParaRPr>
          </a:p>
        </p:txBody>
      </p:sp>
      <p:sp>
        <p:nvSpPr>
          <p:cNvPr id="138282" name="Rectangle 43">
            <a:extLst>
              <a:ext uri="{FF2B5EF4-FFF2-40B4-BE49-F238E27FC236}">
                <a16:creationId xmlns:a16="http://schemas.microsoft.com/office/drawing/2014/main" id="{B12737E8-35F6-6C98-8D5B-A21751668739}"/>
              </a:ext>
            </a:extLst>
          </p:cNvPr>
          <p:cNvSpPr>
            <a:spLocks noChangeArrowheads="1"/>
          </p:cNvSpPr>
          <p:nvPr/>
        </p:nvSpPr>
        <p:spPr bwMode="auto">
          <a:xfrm>
            <a:off x="3281363" y="2638425"/>
            <a:ext cx="2809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 + 4</a:t>
            </a:r>
            <a:endParaRPr kumimoji="0" lang="en-CA" altLang="en-US" sz="2400">
              <a:latin typeface="Times New Roman" panose="02020603050405020304" pitchFamily="18" charset="0"/>
            </a:endParaRPr>
          </a:p>
        </p:txBody>
      </p:sp>
      <p:sp>
        <p:nvSpPr>
          <p:cNvPr id="138283" name="Freeform 44">
            <a:extLst>
              <a:ext uri="{FF2B5EF4-FFF2-40B4-BE49-F238E27FC236}">
                <a16:creationId xmlns:a16="http://schemas.microsoft.com/office/drawing/2014/main" id="{7CF7F754-E611-2AD7-7CD4-C4D01CAE7CED}"/>
              </a:ext>
            </a:extLst>
          </p:cNvPr>
          <p:cNvSpPr>
            <a:spLocks/>
          </p:cNvSpPr>
          <p:nvPr/>
        </p:nvSpPr>
        <p:spPr bwMode="auto">
          <a:xfrm>
            <a:off x="4545013" y="3425825"/>
            <a:ext cx="17462"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84" name="Freeform 45">
            <a:extLst>
              <a:ext uri="{FF2B5EF4-FFF2-40B4-BE49-F238E27FC236}">
                <a16:creationId xmlns:a16="http://schemas.microsoft.com/office/drawing/2014/main" id="{7E78DC7B-E0F1-4187-07F3-A59324F65D23}"/>
              </a:ext>
            </a:extLst>
          </p:cNvPr>
          <p:cNvSpPr>
            <a:spLocks/>
          </p:cNvSpPr>
          <p:nvPr/>
        </p:nvSpPr>
        <p:spPr bwMode="auto">
          <a:xfrm>
            <a:off x="4545013" y="3524250"/>
            <a:ext cx="17462"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85" name="Freeform 46">
            <a:extLst>
              <a:ext uri="{FF2B5EF4-FFF2-40B4-BE49-F238E27FC236}">
                <a16:creationId xmlns:a16="http://schemas.microsoft.com/office/drawing/2014/main" id="{06850085-CB04-AF09-0156-82F6715D4EFB}"/>
              </a:ext>
            </a:extLst>
          </p:cNvPr>
          <p:cNvSpPr>
            <a:spLocks/>
          </p:cNvSpPr>
          <p:nvPr/>
        </p:nvSpPr>
        <p:spPr bwMode="auto">
          <a:xfrm>
            <a:off x="4545013" y="3638550"/>
            <a:ext cx="17462" cy="17463"/>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86" name="Freeform 47">
            <a:extLst>
              <a:ext uri="{FF2B5EF4-FFF2-40B4-BE49-F238E27FC236}">
                <a16:creationId xmlns:a16="http://schemas.microsoft.com/office/drawing/2014/main" id="{7503E731-4BFC-BB00-0EFA-61C4F7C987C2}"/>
              </a:ext>
            </a:extLst>
          </p:cNvPr>
          <p:cNvSpPr>
            <a:spLocks/>
          </p:cNvSpPr>
          <p:nvPr/>
        </p:nvSpPr>
        <p:spPr bwMode="auto">
          <a:xfrm>
            <a:off x="4545013" y="4360863"/>
            <a:ext cx="17462"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87" name="Freeform 48">
            <a:extLst>
              <a:ext uri="{FF2B5EF4-FFF2-40B4-BE49-F238E27FC236}">
                <a16:creationId xmlns:a16="http://schemas.microsoft.com/office/drawing/2014/main" id="{EC8F0326-759D-5093-1DC3-F388E6BFC848}"/>
              </a:ext>
            </a:extLst>
          </p:cNvPr>
          <p:cNvSpPr>
            <a:spLocks/>
          </p:cNvSpPr>
          <p:nvPr/>
        </p:nvSpPr>
        <p:spPr bwMode="auto">
          <a:xfrm>
            <a:off x="4545013" y="4459288"/>
            <a:ext cx="17462"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88" name="Freeform 49">
            <a:extLst>
              <a:ext uri="{FF2B5EF4-FFF2-40B4-BE49-F238E27FC236}">
                <a16:creationId xmlns:a16="http://schemas.microsoft.com/office/drawing/2014/main" id="{E91102D3-0490-F6AE-E810-56135FC0C941}"/>
              </a:ext>
            </a:extLst>
          </p:cNvPr>
          <p:cNvSpPr>
            <a:spLocks/>
          </p:cNvSpPr>
          <p:nvPr/>
        </p:nvSpPr>
        <p:spPr bwMode="auto">
          <a:xfrm>
            <a:off x="4545013" y="4575175"/>
            <a:ext cx="17462"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89" name="Freeform 50">
            <a:extLst>
              <a:ext uri="{FF2B5EF4-FFF2-40B4-BE49-F238E27FC236}">
                <a16:creationId xmlns:a16="http://schemas.microsoft.com/office/drawing/2014/main" id="{B2042ED2-1684-45F1-208B-DF7BD72732ED}"/>
              </a:ext>
            </a:extLst>
          </p:cNvPr>
          <p:cNvSpPr>
            <a:spLocks/>
          </p:cNvSpPr>
          <p:nvPr/>
        </p:nvSpPr>
        <p:spPr bwMode="auto">
          <a:xfrm>
            <a:off x="4545013" y="5329238"/>
            <a:ext cx="17462"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90" name="Freeform 51">
            <a:extLst>
              <a:ext uri="{FF2B5EF4-FFF2-40B4-BE49-F238E27FC236}">
                <a16:creationId xmlns:a16="http://schemas.microsoft.com/office/drawing/2014/main" id="{55B97E1F-F6C3-C336-5BF7-DADB17DE4571}"/>
              </a:ext>
            </a:extLst>
          </p:cNvPr>
          <p:cNvSpPr>
            <a:spLocks/>
          </p:cNvSpPr>
          <p:nvPr/>
        </p:nvSpPr>
        <p:spPr bwMode="auto">
          <a:xfrm>
            <a:off x="4545013" y="5427663"/>
            <a:ext cx="17462"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91" name="Freeform 52">
            <a:extLst>
              <a:ext uri="{FF2B5EF4-FFF2-40B4-BE49-F238E27FC236}">
                <a16:creationId xmlns:a16="http://schemas.microsoft.com/office/drawing/2014/main" id="{B1557F56-9E95-8488-1471-E75522B6BE31}"/>
              </a:ext>
            </a:extLst>
          </p:cNvPr>
          <p:cNvSpPr>
            <a:spLocks/>
          </p:cNvSpPr>
          <p:nvPr/>
        </p:nvSpPr>
        <p:spPr bwMode="auto">
          <a:xfrm>
            <a:off x="4545013" y="5543550"/>
            <a:ext cx="17462"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92" name="Freeform 53">
            <a:extLst>
              <a:ext uri="{FF2B5EF4-FFF2-40B4-BE49-F238E27FC236}">
                <a16:creationId xmlns:a16="http://schemas.microsoft.com/office/drawing/2014/main" id="{6DF70C01-C84C-81C5-EADC-C40F90238DD8}"/>
              </a:ext>
            </a:extLst>
          </p:cNvPr>
          <p:cNvSpPr>
            <a:spLocks/>
          </p:cNvSpPr>
          <p:nvPr/>
        </p:nvSpPr>
        <p:spPr bwMode="auto">
          <a:xfrm>
            <a:off x="5595938" y="2343150"/>
            <a:ext cx="98425" cy="442913"/>
          </a:xfrm>
          <a:custGeom>
            <a:avLst/>
            <a:gdLst>
              <a:gd name="T0" fmla="*/ 0 w 6"/>
              <a:gd name="T1" fmla="*/ 0 h 27"/>
              <a:gd name="T2" fmla="*/ 2147483646 w 6"/>
              <a:gd name="T3" fmla="*/ 2147483646 h 27"/>
              <a:gd name="T4" fmla="*/ 2147483646 w 6"/>
              <a:gd name="T5" fmla="*/ 2147483646 h 27"/>
              <a:gd name="T6" fmla="*/ 2147483646 w 6"/>
              <a:gd name="T7" fmla="*/ 2147483646 h 27"/>
              <a:gd name="T8" fmla="*/ 2147483646 w 6"/>
              <a:gd name="T9" fmla="*/ 2147483646 h 27"/>
              <a:gd name="T10" fmla="*/ 2147483646 w 6"/>
              <a:gd name="T11" fmla="*/ 2147483646 h 27"/>
              <a:gd name="T12" fmla="*/ 2147483646 w 6"/>
              <a:gd name="T13" fmla="*/ 2147483646 h 27"/>
              <a:gd name="T14" fmla="*/ 2147483646 w 6"/>
              <a:gd name="T15" fmla="*/ 2147483646 h 27"/>
              <a:gd name="T16" fmla="*/ 2147483646 w 6"/>
              <a:gd name="T17" fmla="*/ 2147483646 h 27"/>
              <a:gd name="T18" fmla="*/ 2147483646 w 6"/>
              <a:gd name="T19" fmla="*/ 2147483646 h 27"/>
              <a:gd name="T20" fmla="*/ 2147483646 w 6"/>
              <a:gd name="T21" fmla="*/ 2147483646 h 27"/>
              <a:gd name="T22" fmla="*/ 2147483646 w 6"/>
              <a:gd name="T23" fmla="*/ 2147483646 h 27"/>
              <a:gd name="T24" fmla="*/ 2147483646 w 6"/>
              <a:gd name="T25" fmla="*/ 2147483646 h 27"/>
              <a:gd name="T26" fmla="*/ 2147483646 w 6"/>
              <a:gd name="T27" fmla="*/ 2147483646 h 27"/>
              <a:gd name="T28" fmla="*/ 2147483646 w 6"/>
              <a:gd name="T29" fmla="*/ 2147483646 h 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27"/>
              <a:gd name="T47" fmla="*/ 6 w 6"/>
              <a:gd name="T48" fmla="*/ 27 h 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27">
                <a:moveTo>
                  <a:pt x="0" y="0"/>
                </a:moveTo>
                <a:lnTo>
                  <a:pt x="2" y="1"/>
                </a:lnTo>
                <a:lnTo>
                  <a:pt x="3" y="1"/>
                </a:lnTo>
                <a:lnTo>
                  <a:pt x="3" y="2"/>
                </a:lnTo>
                <a:lnTo>
                  <a:pt x="3" y="3"/>
                </a:lnTo>
                <a:lnTo>
                  <a:pt x="3" y="7"/>
                </a:lnTo>
                <a:lnTo>
                  <a:pt x="3" y="12"/>
                </a:lnTo>
                <a:lnTo>
                  <a:pt x="3" y="17"/>
                </a:lnTo>
                <a:lnTo>
                  <a:pt x="3" y="22"/>
                </a:lnTo>
                <a:lnTo>
                  <a:pt x="3" y="23"/>
                </a:lnTo>
                <a:lnTo>
                  <a:pt x="3" y="25"/>
                </a:lnTo>
                <a:lnTo>
                  <a:pt x="4" y="26"/>
                </a:lnTo>
                <a:lnTo>
                  <a:pt x="6" y="27"/>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93" name="Freeform 54">
            <a:extLst>
              <a:ext uri="{FF2B5EF4-FFF2-40B4-BE49-F238E27FC236}">
                <a16:creationId xmlns:a16="http://schemas.microsoft.com/office/drawing/2014/main" id="{79696C7B-8DF4-A1A3-27DF-78CFA7A218EF}"/>
              </a:ext>
            </a:extLst>
          </p:cNvPr>
          <p:cNvSpPr>
            <a:spLocks/>
          </p:cNvSpPr>
          <p:nvPr/>
        </p:nvSpPr>
        <p:spPr bwMode="auto">
          <a:xfrm>
            <a:off x="5595938" y="2786063"/>
            <a:ext cx="98425" cy="442912"/>
          </a:xfrm>
          <a:custGeom>
            <a:avLst/>
            <a:gdLst>
              <a:gd name="T0" fmla="*/ 0 w 6"/>
              <a:gd name="T1" fmla="*/ 2147483646 h 27"/>
              <a:gd name="T2" fmla="*/ 2147483646 w 6"/>
              <a:gd name="T3" fmla="*/ 2147483646 h 27"/>
              <a:gd name="T4" fmla="*/ 2147483646 w 6"/>
              <a:gd name="T5" fmla="*/ 2147483646 h 27"/>
              <a:gd name="T6" fmla="*/ 2147483646 w 6"/>
              <a:gd name="T7" fmla="*/ 2147483646 h 27"/>
              <a:gd name="T8" fmla="*/ 2147483646 w 6"/>
              <a:gd name="T9" fmla="*/ 2147483646 h 27"/>
              <a:gd name="T10" fmla="*/ 2147483646 w 6"/>
              <a:gd name="T11" fmla="*/ 2147483646 h 27"/>
              <a:gd name="T12" fmla="*/ 2147483646 w 6"/>
              <a:gd name="T13" fmla="*/ 2147483646 h 27"/>
              <a:gd name="T14" fmla="*/ 2147483646 w 6"/>
              <a:gd name="T15" fmla="*/ 2147483646 h 27"/>
              <a:gd name="T16" fmla="*/ 2147483646 w 6"/>
              <a:gd name="T17" fmla="*/ 2147483646 h 27"/>
              <a:gd name="T18" fmla="*/ 2147483646 w 6"/>
              <a:gd name="T19" fmla="*/ 2147483646 h 27"/>
              <a:gd name="T20" fmla="*/ 2147483646 w 6"/>
              <a:gd name="T21" fmla="*/ 2147483646 h 27"/>
              <a:gd name="T22" fmla="*/ 2147483646 w 6"/>
              <a:gd name="T23" fmla="*/ 2147483646 h 27"/>
              <a:gd name="T24" fmla="*/ 2147483646 w 6"/>
              <a:gd name="T25" fmla="*/ 2147483646 h 27"/>
              <a:gd name="T26" fmla="*/ 2147483646 w 6"/>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
              <a:gd name="T43" fmla="*/ 0 h 27"/>
              <a:gd name="T44" fmla="*/ 6 w 6"/>
              <a:gd name="T45" fmla="*/ 27 h 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 h="27">
                <a:moveTo>
                  <a:pt x="0" y="27"/>
                </a:moveTo>
                <a:lnTo>
                  <a:pt x="2" y="26"/>
                </a:lnTo>
                <a:lnTo>
                  <a:pt x="3" y="25"/>
                </a:lnTo>
                <a:lnTo>
                  <a:pt x="3" y="24"/>
                </a:lnTo>
                <a:lnTo>
                  <a:pt x="3" y="20"/>
                </a:lnTo>
                <a:lnTo>
                  <a:pt x="3" y="15"/>
                </a:lnTo>
                <a:lnTo>
                  <a:pt x="3" y="9"/>
                </a:lnTo>
                <a:lnTo>
                  <a:pt x="3" y="5"/>
                </a:lnTo>
                <a:lnTo>
                  <a:pt x="3" y="3"/>
                </a:lnTo>
                <a:lnTo>
                  <a:pt x="3" y="2"/>
                </a:lnTo>
                <a:lnTo>
                  <a:pt x="3" y="1"/>
                </a:lnTo>
                <a:lnTo>
                  <a:pt x="4" y="1"/>
                </a:lnTo>
                <a:lnTo>
                  <a:pt x="6"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94" name="Freeform 55">
            <a:extLst>
              <a:ext uri="{FF2B5EF4-FFF2-40B4-BE49-F238E27FC236}">
                <a16:creationId xmlns:a16="http://schemas.microsoft.com/office/drawing/2014/main" id="{D6C4CF5E-7F6A-4A3D-6A55-317DAB71827E}"/>
              </a:ext>
            </a:extLst>
          </p:cNvPr>
          <p:cNvSpPr>
            <a:spLocks/>
          </p:cNvSpPr>
          <p:nvPr/>
        </p:nvSpPr>
        <p:spPr bwMode="auto">
          <a:xfrm>
            <a:off x="5595938" y="3984625"/>
            <a:ext cx="114300" cy="49213"/>
          </a:xfrm>
          <a:custGeom>
            <a:avLst/>
            <a:gdLst>
              <a:gd name="T0" fmla="*/ 2147483646 w 7"/>
              <a:gd name="T1" fmla="*/ 0 h 3"/>
              <a:gd name="T2" fmla="*/ 0 w 7"/>
              <a:gd name="T3" fmla="*/ 2147483646 h 3"/>
              <a:gd name="T4" fmla="*/ 2147483646 w 7"/>
              <a:gd name="T5" fmla="*/ 2147483646 h 3"/>
              <a:gd name="T6" fmla="*/ 2147483646 w 7"/>
              <a:gd name="T7" fmla="*/ 2147483646 h 3"/>
              <a:gd name="T8" fmla="*/ 2147483646 w 7"/>
              <a:gd name="T9" fmla="*/ 0 h 3"/>
              <a:gd name="T10" fmla="*/ 0 60000 65536"/>
              <a:gd name="T11" fmla="*/ 0 60000 65536"/>
              <a:gd name="T12" fmla="*/ 0 60000 65536"/>
              <a:gd name="T13" fmla="*/ 0 60000 65536"/>
              <a:gd name="T14" fmla="*/ 0 60000 65536"/>
              <a:gd name="T15" fmla="*/ 0 w 7"/>
              <a:gd name="T16" fmla="*/ 0 h 3"/>
              <a:gd name="T17" fmla="*/ 7 w 7"/>
              <a:gd name="T18" fmla="*/ 3 h 3"/>
            </a:gdLst>
            <a:ahLst/>
            <a:cxnLst>
              <a:cxn ang="T10">
                <a:pos x="T0" y="T1"/>
              </a:cxn>
              <a:cxn ang="T11">
                <a:pos x="T2" y="T3"/>
              </a:cxn>
              <a:cxn ang="T12">
                <a:pos x="T4" y="T5"/>
              </a:cxn>
              <a:cxn ang="T13">
                <a:pos x="T6" y="T7"/>
              </a:cxn>
              <a:cxn ang="T14">
                <a:pos x="T8" y="T9"/>
              </a:cxn>
            </a:cxnLst>
            <a:rect l="T15" t="T16" r="T17" b="T18"/>
            <a:pathLst>
              <a:path w="7" h="3">
                <a:moveTo>
                  <a:pt x="7" y="0"/>
                </a:moveTo>
                <a:lnTo>
                  <a:pt x="0" y="1"/>
                </a:lnTo>
                <a:lnTo>
                  <a:pt x="7" y="3"/>
                </a:lnTo>
                <a:lnTo>
                  <a:pt x="7" y="1"/>
                </a:lnTo>
                <a:lnTo>
                  <a:pt x="7" y="0"/>
                </a:lnTo>
              </a:path>
            </a:pathLst>
          </a:custGeom>
          <a:solidFill>
            <a:schemeClr val="tx1"/>
          </a:solidFill>
          <a:ln w="15875">
            <a:solidFill>
              <a:schemeClr val="tx1"/>
            </a:solidFill>
            <a:prstDash val="solid"/>
            <a:round/>
            <a:headEnd/>
            <a:tailEnd/>
          </a:ln>
        </p:spPr>
        <p:txBody>
          <a:bodyPr/>
          <a:lstStyle/>
          <a:p>
            <a:endParaRPr lang="en-MY"/>
          </a:p>
        </p:txBody>
      </p:sp>
      <p:sp>
        <p:nvSpPr>
          <p:cNvPr id="138295" name="Freeform 56">
            <a:extLst>
              <a:ext uri="{FF2B5EF4-FFF2-40B4-BE49-F238E27FC236}">
                <a16:creationId xmlns:a16="http://schemas.microsoft.com/office/drawing/2014/main" id="{356E0A7D-DEDF-B24D-6B35-61F0018A8ECE}"/>
              </a:ext>
            </a:extLst>
          </p:cNvPr>
          <p:cNvSpPr>
            <a:spLocks/>
          </p:cNvSpPr>
          <p:nvPr/>
        </p:nvSpPr>
        <p:spPr bwMode="auto">
          <a:xfrm>
            <a:off x="5595938" y="3984625"/>
            <a:ext cx="114300" cy="49213"/>
          </a:xfrm>
          <a:custGeom>
            <a:avLst/>
            <a:gdLst>
              <a:gd name="T0" fmla="*/ 2147483646 w 72"/>
              <a:gd name="T1" fmla="*/ 0 h 31"/>
              <a:gd name="T2" fmla="*/ 0 w 72"/>
              <a:gd name="T3" fmla="*/ 2147483646 h 31"/>
              <a:gd name="T4" fmla="*/ 2147483646 w 72"/>
              <a:gd name="T5" fmla="*/ 2147483646 h 31"/>
              <a:gd name="T6" fmla="*/ 2147483646 w 72"/>
              <a:gd name="T7" fmla="*/ 2147483646 h 31"/>
              <a:gd name="T8" fmla="*/ 2147483646 w 72"/>
              <a:gd name="T9" fmla="*/ 0 h 31"/>
              <a:gd name="T10" fmla="*/ 0 60000 65536"/>
              <a:gd name="T11" fmla="*/ 0 60000 65536"/>
              <a:gd name="T12" fmla="*/ 0 60000 65536"/>
              <a:gd name="T13" fmla="*/ 0 60000 65536"/>
              <a:gd name="T14" fmla="*/ 0 60000 65536"/>
              <a:gd name="T15" fmla="*/ 0 w 72"/>
              <a:gd name="T16" fmla="*/ 0 h 31"/>
              <a:gd name="T17" fmla="*/ 72 w 72"/>
              <a:gd name="T18" fmla="*/ 31 h 31"/>
            </a:gdLst>
            <a:ahLst/>
            <a:cxnLst>
              <a:cxn ang="T10">
                <a:pos x="T0" y="T1"/>
              </a:cxn>
              <a:cxn ang="T11">
                <a:pos x="T2" y="T3"/>
              </a:cxn>
              <a:cxn ang="T12">
                <a:pos x="T4" y="T5"/>
              </a:cxn>
              <a:cxn ang="T13">
                <a:pos x="T6" y="T7"/>
              </a:cxn>
              <a:cxn ang="T14">
                <a:pos x="T8" y="T9"/>
              </a:cxn>
            </a:cxnLst>
            <a:rect l="T15" t="T16" r="T17" b="T18"/>
            <a:pathLst>
              <a:path w="72" h="31">
                <a:moveTo>
                  <a:pt x="72" y="0"/>
                </a:moveTo>
                <a:lnTo>
                  <a:pt x="0" y="10"/>
                </a:lnTo>
                <a:lnTo>
                  <a:pt x="72" y="31"/>
                </a:lnTo>
                <a:lnTo>
                  <a:pt x="72" y="10"/>
                </a:lnTo>
                <a:lnTo>
                  <a:pt x="72" y="0"/>
                </a:lnTo>
                <a:close/>
              </a:path>
            </a:pathLst>
          </a:custGeom>
          <a:solidFill>
            <a:schemeClr val="tx1"/>
          </a:solidFill>
          <a:ln w="0">
            <a:solidFill>
              <a:schemeClr val="tx1"/>
            </a:solidFill>
            <a:prstDash val="solid"/>
            <a:round/>
            <a:headEnd/>
            <a:tailEnd/>
          </a:ln>
        </p:spPr>
        <p:txBody>
          <a:bodyPr/>
          <a:lstStyle/>
          <a:p>
            <a:endParaRPr lang="en-MY"/>
          </a:p>
        </p:txBody>
      </p:sp>
      <p:sp>
        <p:nvSpPr>
          <p:cNvPr id="138296" name="Freeform 57">
            <a:extLst>
              <a:ext uri="{FF2B5EF4-FFF2-40B4-BE49-F238E27FC236}">
                <a16:creationId xmlns:a16="http://schemas.microsoft.com/office/drawing/2014/main" id="{943CF44C-4C8C-010A-F10B-EBABF48F739B}"/>
              </a:ext>
            </a:extLst>
          </p:cNvPr>
          <p:cNvSpPr>
            <a:spLocks/>
          </p:cNvSpPr>
          <p:nvPr/>
        </p:nvSpPr>
        <p:spPr bwMode="auto">
          <a:xfrm>
            <a:off x="5710238" y="4000500"/>
            <a:ext cx="279400" cy="885825"/>
          </a:xfrm>
          <a:custGeom>
            <a:avLst/>
            <a:gdLst>
              <a:gd name="T0" fmla="*/ 0 w 17"/>
              <a:gd name="T1" fmla="*/ 0 h 54"/>
              <a:gd name="T2" fmla="*/ 2147483646 w 17"/>
              <a:gd name="T3" fmla="*/ 0 h 54"/>
              <a:gd name="T4" fmla="*/ 2147483646 w 17"/>
              <a:gd name="T5" fmla="*/ 2147483646 h 54"/>
              <a:gd name="T6" fmla="*/ 0 60000 65536"/>
              <a:gd name="T7" fmla="*/ 0 60000 65536"/>
              <a:gd name="T8" fmla="*/ 0 60000 65536"/>
              <a:gd name="T9" fmla="*/ 0 w 17"/>
              <a:gd name="T10" fmla="*/ 0 h 54"/>
              <a:gd name="T11" fmla="*/ 17 w 17"/>
              <a:gd name="T12" fmla="*/ 54 h 54"/>
            </a:gdLst>
            <a:ahLst/>
            <a:cxnLst>
              <a:cxn ang="T6">
                <a:pos x="T0" y="T1"/>
              </a:cxn>
              <a:cxn ang="T7">
                <a:pos x="T2" y="T3"/>
              </a:cxn>
              <a:cxn ang="T8">
                <a:pos x="T4" y="T5"/>
              </a:cxn>
            </a:cxnLst>
            <a:rect l="T9" t="T10" r="T11" b="T12"/>
            <a:pathLst>
              <a:path w="17" h="54">
                <a:moveTo>
                  <a:pt x="0" y="0"/>
                </a:moveTo>
                <a:lnTo>
                  <a:pt x="17" y="0"/>
                </a:lnTo>
                <a:lnTo>
                  <a:pt x="17" y="54"/>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297" name="Freeform 58">
            <a:extLst>
              <a:ext uri="{FF2B5EF4-FFF2-40B4-BE49-F238E27FC236}">
                <a16:creationId xmlns:a16="http://schemas.microsoft.com/office/drawing/2014/main" id="{CC5B6D77-DF31-6CA4-C2F0-6014241106C9}"/>
              </a:ext>
            </a:extLst>
          </p:cNvPr>
          <p:cNvSpPr>
            <a:spLocks/>
          </p:cNvSpPr>
          <p:nvPr/>
        </p:nvSpPr>
        <p:spPr bwMode="auto">
          <a:xfrm>
            <a:off x="5595938" y="5870575"/>
            <a:ext cx="114300" cy="33338"/>
          </a:xfrm>
          <a:custGeom>
            <a:avLst/>
            <a:gdLst>
              <a:gd name="T0" fmla="*/ 2147483646 w 7"/>
              <a:gd name="T1" fmla="*/ 0 h 2"/>
              <a:gd name="T2" fmla="*/ 0 w 7"/>
              <a:gd name="T3" fmla="*/ 2147483646 h 2"/>
              <a:gd name="T4" fmla="*/ 2147483646 w 7"/>
              <a:gd name="T5" fmla="*/ 2147483646 h 2"/>
              <a:gd name="T6" fmla="*/ 2147483646 w 7"/>
              <a:gd name="T7" fmla="*/ 2147483646 h 2"/>
              <a:gd name="T8" fmla="*/ 2147483646 w 7"/>
              <a:gd name="T9" fmla="*/ 0 h 2"/>
              <a:gd name="T10" fmla="*/ 0 60000 65536"/>
              <a:gd name="T11" fmla="*/ 0 60000 65536"/>
              <a:gd name="T12" fmla="*/ 0 60000 65536"/>
              <a:gd name="T13" fmla="*/ 0 60000 65536"/>
              <a:gd name="T14" fmla="*/ 0 60000 65536"/>
              <a:gd name="T15" fmla="*/ 0 w 7"/>
              <a:gd name="T16" fmla="*/ 0 h 2"/>
              <a:gd name="T17" fmla="*/ 7 w 7"/>
              <a:gd name="T18" fmla="*/ 2 h 2"/>
            </a:gdLst>
            <a:ahLst/>
            <a:cxnLst>
              <a:cxn ang="T10">
                <a:pos x="T0" y="T1"/>
              </a:cxn>
              <a:cxn ang="T11">
                <a:pos x="T2" y="T3"/>
              </a:cxn>
              <a:cxn ang="T12">
                <a:pos x="T4" y="T5"/>
              </a:cxn>
              <a:cxn ang="T13">
                <a:pos x="T6" y="T7"/>
              </a:cxn>
              <a:cxn ang="T14">
                <a:pos x="T8" y="T9"/>
              </a:cxn>
            </a:cxnLst>
            <a:rect l="T15" t="T16" r="T17" b="T18"/>
            <a:pathLst>
              <a:path w="7" h="2">
                <a:moveTo>
                  <a:pt x="7" y="0"/>
                </a:moveTo>
                <a:lnTo>
                  <a:pt x="0" y="1"/>
                </a:lnTo>
                <a:lnTo>
                  <a:pt x="7" y="2"/>
                </a:lnTo>
                <a:lnTo>
                  <a:pt x="7" y="1"/>
                </a:lnTo>
                <a:lnTo>
                  <a:pt x="7" y="0"/>
                </a:lnTo>
              </a:path>
            </a:pathLst>
          </a:custGeom>
          <a:solidFill>
            <a:schemeClr val="tx1"/>
          </a:solidFill>
          <a:ln w="15875">
            <a:solidFill>
              <a:srgbClr val="000000"/>
            </a:solidFill>
            <a:prstDash val="solid"/>
            <a:round/>
            <a:headEnd/>
            <a:tailEnd/>
          </a:ln>
        </p:spPr>
        <p:txBody>
          <a:bodyPr/>
          <a:lstStyle/>
          <a:p>
            <a:endParaRPr lang="en-MY"/>
          </a:p>
        </p:txBody>
      </p:sp>
      <p:sp>
        <p:nvSpPr>
          <p:cNvPr id="138298" name="Freeform 59">
            <a:extLst>
              <a:ext uri="{FF2B5EF4-FFF2-40B4-BE49-F238E27FC236}">
                <a16:creationId xmlns:a16="http://schemas.microsoft.com/office/drawing/2014/main" id="{7619B71A-8D58-6EC9-66C5-D5E18AC138B9}"/>
              </a:ext>
            </a:extLst>
          </p:cNvPr>
          <p:cNvSpPr>
            <a:spLocks/>
          </p:cNvSpPr>
          <p:nvPr/>
        </p:nvSpPr>
        <p:spPr bwMode="auto">
          <a:xfrm>
            <a:off x="5595938" y="5870575"/>
            <a:ext cx="114300" cy="33338"/>
          </a:xfrm>
          <a:custGeom>
            <a:avLst/>
            <a:gdLst>
              <a:gd name="T0" fmla="*/ 2147483646 w 72"/>
              <a:gd name="T1" fmla="*/ 0 h 21"/>
              <a:gd name="T2" fmla="*/ 0 w 72"/>
              <a:gd name="T3" fmla="*/ 2147483646 h 21"/>
              <a:gd name="T4" fmla="*/ 2147483646 w 72"/>
              <a:gd name="T5" fmla="*/ 2147483646 h 21"/>
              <a:gd name="T6" fmla="*/ 2147483646 w 72"/>
              <a:gd name="T7" fmla="*/ 2147483646 h 21"/>
              <a:gd name="T8" fmla="*/ 2147483646 w 72"/>
              <a:gd name="T9" fmla="*/ 0 h 21"/>
              <a:gd name="T10" fmla="*/ 0 60000 65536"/>
              <a:gd name="T11" fmla="*/ 0 60000 65536"/>
              <a:gd name="T12" fmla="*/ 0 60000 65536"/>
              <a:gd name="T13" fmla="*/ 0 60000 65536"/>
              <a:gd name="T14" fmla="*/ 0 60000 65536"/>
              <a:gd name="T15" fmla="*/ 0 w 72"/>
              <a:gd name="T16" fmla="*/ 0 h 21"/>
              <a:gd name="T17" fmla="*/ 72 w 72"/>
              <a:gd name="T18" fmla="*/ 21 h 21"/>
            </a:gdLst>
            <a:ahLst/>
            <a:cxnLst>
              <a:cxn ang="T10">
                <a:pos x="T0" y="T1"/>
              </a:cxn>
              <a:cxn ang="T11">
                <a:pos x="T2" y="T3"/>
              </a:cxn>
              <a:cxn ang="T12">
                <a:pos x="T4" y="T5"/>
              </a:cxn>
              <a:cxn ang="T13">
                <a:pos x="T6" y="T7"/>
              </a:cxn>
              <a:cxn ang="T14">
                <a:pos x="T8" y="T9"/>
              </a:cxn>
            </a:cxnLst>
            <a:rect l="T15" t="T16" r="T17" b="T18"/>
            <a:pathLst>
              <a:path w="72" h="21">
                <a:moveTo>
                  <a:pt x="72" y="0"/>
                </a:moveTo>
                <a:lnTo>
                  <a:pt x="0" y="11"/>
                </a:lnTo>
                <a:lnTo>
                  <a:pt x="72" y="21"/>
                </a:lnTo>
                <a:lnTo>
                  <a:pt x="72" y="11"/>
                </a:lnTo>
                <a:lnTo>
                  <a:pt x="72" y="0"/>
                </a:lnTo>
                <a:close/>
              </a:path>
            </a:pathLst>
          </a:custGeom>
          <a:solidFill>
            <a:schemeClr val="tx1"/>
          </a:solidFill>
          <a:ln w="0">
            <a:solidFill>
              <a:schemeClr val="tx1"/>
            </a:solidFill>
            <a:prstDash val="solid"/>
            <a:round/>
            <a:headEnd/>
            <a:tailEnd/>
          </a:ln>
        </p:spPr>
        <p:txBody>
          <a:bodyPr/>
          <a:lstStyle/>
          <a:p>
            <a:endParaRPr lang="en-MY"/>
          </a:p>
        </p:txBody>
      </p:sp>
      <p:sp>
        <p:nvSpPr>
          <p:cNvPr id="138299" name="Freeform 60">
            <a:extLst>
              <a:ext uri="{FF2B5EF4-FFF2-40B4-BE49-F238E27FC236}">
                <a16:creationId xmlns:a16="http://schemas.microsoft.com/office/drawing/2014/main" id="{40E72180-28A1-8BD6-F547-19A69B762F2E}"/>
              </a:ext>
            </a:extLst>
          </p:cNvPr>
          <p:cNvSpPr>
            <a:spLocks/>
          </p:cNvSpPr>
          <p:nvPr/>
        </p:nvSpPr>
        <p:spPr bwMode="auto">
          <a:xfrm>
            <a:off x="5710238" y="5018088"/>
            <a:ext cx="279400" cy="869950"/>
          </a:xfrm>
          <a:custGeom>
            <a:avLst/>
            <a:gdLst>
              <a:gd name="T0" fmla="*/ 0 w 17"/>
              <a:gd name="T1" fmla="*/ 2147483646 h 53"/>
              <a:gd name="T2" fmla="*/ 2147483646 w 17"/>
              <a:gd name="T3" fmla="*/ 2147483646 h 53"/>
              <a:gd name="T4" fmla="*/ 2147483646 w 17"/>
              <a:gd name="T5" fmla="*/ 0 h 53"/>
              <a:gd name="T6" fmla="*/ 0 60000 65536"/>
              <a:gd name="T7" fmla="*/ 0 60000 65536"/>
              <a:gd name="T8" fmla="*/ 0 60000 65536"/>
              <a:gd name="T9" fmla="*/ 0 w 17"/>
              <a:gd name="T10" fmla="*/ 0 h 53"/>
              <a:gd name="T11" fmla="*/ 17 w 17"/>
              <a:gd name="T12" fmla="*/ 53 h 53"/>
            </a:gdLst>
            <a:ahLst/>
            <a:cxnLst>
              <a:cxn ang="T6">
                <a:pos x="T0" y="T1"/>
              </a:cxn>
              <a:cxn ang="T7">
                <a:pos x="T2" y="T3"/>
              </a:cxn>
              <a:cxn ang="T8">
                <a:pos x="T4" y="T5"/>
              </a:cxn>
            </a:cxnLst>
            <a:rect l="T9" t="T10" r="T11" b="T12"/>
            <a:pathLst>
              <a:path w="17" h="53">
                <a:moveTo>
                  <a:pt x="0" y="53"/>
                </a:moveTo>
                <a:lnTo>
                  <a:pt x="17" y="53"/>
                </a:lnTo>
                <a:lnTo>
                  <a:pt x="17"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38300" name="Rectangle 61">
            <a:extLst>
              <a:ext uri="{FF2B5EF4-FFF2-40B4-BE49-F238E27FC236}">
                <a16:creationId xmlns:a16="http://schemas.microsoft.com/office/drawing/2014/main" id="{5B35DC9D-41D2-851D-EF14-39FDFD80DF5D}"/>
              </a:ext>
            </a:extLst>
          </p:cNvPr>
          <p:cNvSpPr>
            <a:spLocks noChangeArrowheads="1"/>
          </p:cNvSpPr>
          <p:nvPr/>
        </p:nvSpPr>
        <p:spPr bwMode="auto">
          <a:xfrm>
            <a:off x="7143750" y="6453188"/>
            <a:ext cx="1870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300">
                <a:latin typeface="Nimbus Roman No9 L" charset="0"/>
              </a:rPr>
              <a:t>Program for</a:t>
            </a:r>
            <a:r>
              <a:rPr kumimoji="0" lang="en-US" altLang="en-US" sz="1300">
                <a:latin typeface="Nimbus Roman No9 L" charset="0"/>
              </a:rPr>
              <a:t> C </a:t>
            </a:r>
            <a:r>
              <a:rPr kumimoji="0" lang="en-CA" altLang="en-US" sz="1200">
                <a:latin typeface="Symbol" panose="05050102010706020507" pitchFamily="18" charset="2"/>
              </a:rPr>
              <a:t>¬</a:t>
            </a:r>
            <a:r>
              <a:rPr kumimoji="0" lang="en-US" altLang="en-US" sz="1300">
                <a:latin typeface="Symbol" panose="05050102010706020507" pitchFamily="18" charset="2"/>
              </a:rPr>
              <a:t> </a:t>
            </a:r>
            <a:r>
              <a:rPr kumimoji="0" lang="en-US" altLang="en-US" sz="1300">
                <a:latin typeface="Nimbus Roman No9 L" charset="0"/>
              </a:rPr>
              <a:t>[A] </a:t>
            </a:r>
            <a:r>
              <a:rPr kumimoji="0" lang="en-CA" altLang="en-US" sz="1300">
                <a:latin typeface="Nimbus Roman No9 L" charset="0"/>
              </a:rPr>
              <a:t>+</a:t>
            </a:r>
            <a:r>
              <a:rPr kumimoji="0" lang="en-US" altLang="en-US" sz="1300">
                <a:latin typeface="Nimbus Roman No9 L" charset="0"/>
              </a:rPr>
              <a:t> [B]</a:t>
            </a:r>
            <a:endParaRPr kumimoji="0" lang="en-CA" altLang="en-US" sz="1300">
              <a:latin typeface="Nimbus Roman No9 L" charset="0"/>
            </a:endParaRPr>
          </a:p>
        </p:txBody>
      </p:sp>
      <p:sp>
        <p:nvSpPr>
          <p:cNvPr id="138301" name="Rectangle 63">
            <a:extLst>
              <a:ext uri="{FF2B5EF4-FFF2-40B4-BE49-F238E27FC236}">
                <a16:creationId xmlns:a16="http://schemas.microsoft.com/office/drawing/2014/main" id="{7BA7BFFA-87AC-D063-F046-742D367647FB}"/>
              </a:ext>
            </a:extLst>
          </p:cNvPr>
          <p:cNvSpPr>
            <a:spLocks noGrp="1" noChangeArrowheads="1"/>
          </p:cNvSpPr>
          <p:nvPr>
            <p:ph type="body" idx="1"/>
          </p:nvPr>
        </p:nvSpPr>
        <p:spPr>
          <a:xfrm>
            <a:off x="250825" y="5697538"/>
            <a:ext cx="2881313" cy="900112"/>
          </a:xfrm>
          <a:noFill/>
        </p:spPr>
        <p:txBody>
          <a:bodyPr/>
          <a:lstStyle/>
          <a:p>
            <a:pPr>
              <a:lnSpc>
                <a:spcPct val="90000"/>
              </a:lnSpc>
              <a:buFontTx/>
              <a:buNone/>
            </a:pPr>
            <a:r>
              <a:rPr lang="en-US" altLang="en-US" sz="1600">
                <a:sym typeface="Wingdings" panose="05000000000000000000" pitchFamily="2" charset="2"/>
              </a:rPr>
              <a:t>Assume</a:t>
            </a:r>
          </a:p>
          <a:p>
            <a:pPr>
              <a:lnSpc>
                <a:spcPct val="90000"/>
              </a:lnSpc>
            </a:pPr>
            <a:r>
              <a:rPr lang="en-US" altLang="en-US" sz="1600">
                <a:sym typeface="Wingdings" panose="05000000000000000000" pitchFamily="2" charset="2"/>
              </a:rPr>
              <a:t>Word length = 32 bits</a:t>
            </a:r>
          </a:p>
          <a:p>
            <a:pPr>
              <a:lnSpc>
                <a:spcPct val="90000"/>
              </a:lnSpc>
            </a:pPr>
            <a:r>
              <a:rPr lang="en-US" altLang="en-US" sz="1600">
                <a:sym typeface="Wingdings" panose="05000000000000000000" pitchFamily="2" charset="2"/>
              </a:rPr>
              <a:t>Each instruction = 4 bytes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7A755A67-3BF2-B5E0-AC99-69DC339C0F1D}"/>
              </a:ext>
            </a:extLst>
          </p:cNvPr>
          <p:cNvSpPr>
            <a:spLocks noGrp="1" noChangeArrowheads="1"/>
          </p:cNvSpPr>
          <p:nvPr>
            <p:ph type="title"/>
          </p:nvPr>
        </p:nvSpPr>
        <p:spPr/>
        <p:txBody>
          <a:bodyPr/>
          <a:lstStyle/>
          <a:p>
            <a:r>
              <a:rPr lang="en-US" altLang="en-US"/>
              <a:t>Branching</a:t>
            </a:r>
          </a:p>
        </p:txBody>
      </p:sp>
      <p:sp>
        <p:nvSpPr>
          <p:cNvPr id="139267" name="Rectangle 3">
            <a:extLst>
              <a:ext uri="{FF2B5EF4-FFF2-40B4-BE49-F238E27FC236}">
                <a16:creationId xmlns:a16="http://schemas.microsoft.com/office/drawing/2014/main" id="{892F9AAE-FB17-A207-EE2E-0E5865E2C986}"/>
              </a:ext>
            </a:extLst>
          </p:cNvPr>
          <p:cNvSpPr>
            <a:spLocks noGrp="1" noChangeArrowheads="1"/>
          </p:cNvSpPr>
          <p:nvPr>
            <p:ph type="body" idx="1"/>
          </p:nvPr>
        </p:nvSpPr>
        <p:spPr>
          <a:xfrm>
            <a:off x="457200" y="1885950"/>
            <a:ext cx="8178800" cy="4711700"/>
          </a:xfrm>
        </p:spPr>
        <p:txBody>
          <a:bodyPr/>
          <a:lstStyle/>
          <a:p>
            <a:pPr>
              <a:lnSpc>
                <a:spcPct val="90000"/>
              </a:lnSpc>
            </a:pPr>
            <a:r>
              <a:rPr lang="en-US" altLang="en-US"/>
              <a:t>Instead of using the sequential (incremented from earlier instruction) content of PC, </a:t>
            </a:r>
            <a:r>
              <a:rPr lang="en-US" altLang="en-US" sz="3600" b="1">
                <a:solidFill>
                  <a:srgbClr val="92D050"/>
                </a:solidFill>
              </a:rPr>
              <a:t>a new value is loaded into the PC</a:t>
            </a:r>
            <a:endParaRPr lang="en-US" altLang="en-US" b="1">
              <a:solidFill>
                <a:srgbClr val="92D050"/>
              </a:solidFill>
            </a:endParaRPr>
          </a:p>
          <a:p>
            <a:pPr>
              <a:lnSpc>
                <a:spcPct val="90000"/>
              </a:lnSpc>
            </a:pPr>
            <a:r>
              <a:rPr lang="en-US" altLang="en-US"/>
              <a:t>Processor fetches and executes instruction at new address (branch target)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3B0759C7-5B3B-A69C-709D-8797E3C12A9F}"/>
              </a:ext>
            </a:extLst>
          </p:cNvPr>
          <p:cNvSpPr>
            <a:spLocks noGrp="1" noChangeArrowheads="1"/>
          </p:cNvSpPr>
          <p:nvPr>
            <p:ph type="title"/>
          </p:nvPr>
        </p:nvSpPr>
        <p:spPr/>
        <p:txBody>
          <a:bodyPr/>
          <a:lstStyle/>
          <a:p>
            <a:r>
              <a:rPr lang="en-US" altLang="en-US"/>
              <a:t>Branching</a:t>
            </a:r>
          </a:p>
        </p:txBody>
      </p:sp>
      <p:sp>
        <p:nvSpPr>
          <p:cNvPr id="140291" name="Rectangle 3">
            <a:extLst>
              <a:ext uri="{FF2B5EF4-FFF2-40B4-BE49-F238E27FC236}">
                <a16:creationId xmlns:a16="http://schemas.microsoft.com/office/drawing/2014/main" id="{D8385D2F-4A8E-8391-C94C-F30C3FE335A3}"/>
              </a:ext>
            </a:extLst>
          </p:cNvPr>
          <p:cNvSpPr>
            <a:spLocks noGrp="1" noChangeArrowheads="1"/>
          </p:cNvSpPr>
          <p:nvPr>
            <p:ph type="body" idx="1"/>
          </p:nvPr>
        </p:nvSpPr>
        <p:spPr>
          <a:xfrm>
            <a:off x="457200" y="1885950"/>
            <a:ext cx="8178800" cy="4711700"/>
          </a:xfrm>
        </p:spPr>
        <p:txBody>
          <a:bodyPr/>
          <a:lstStyle/>
          <a:p>
            <a:pPr>
              <a:lnSpc>
                <a:spcPct val="90000"/>
              </a:lnSpc>
            </a:pPr>
            <a:r>
              <a:rPr lang="en-US" altLang="en-US"/>
              <a:t>If a condition needs to be met before causing a branch, it is called a </a:t>
            </a:r>
            <a:r>
              <a:rPr lang="en-US" altLang="en-US" sz="3600" b="1">
                <a:solidFill>
                  <a:srgbClr val="FF0000"/>
                </a:solidFill>
              </a:rPr>
              <a:t>conditional branch</a:t>
            </a:r>
            <a:endParaRPr lang="en-US" altLang="en-US" b="1">
              <a:solidFill>
                <a:srgbClr val="FF0000"/>
              </a:solidFill>
            </a:endParaRPr>
          </a:p>
          <a:p>
            <a:pPr>
              <a:lnSpc>
                <a:spcPct val="90000"/>
              </a:lnSpc>
            </a:pPr>
            <a:r>
              <a:rPr lang="en-US" altLang="en-US"/>
              <a:t>Example</a:t>
            </a:r>
          </a:p>
          <a:p>
            <a:pPr lvl="1">
              <a:lnSpc>
                <a:spcPct val="90000"/>
              </a:lnSpc>
            </a:pPr>
            <a:r>
              <a:rPr lang="en-US" altLang="en-US"/>
              <a:t>Add </a:t>
            </a:r>
            <a:r>
              <a:rPr lang="en-US" altLang="en-US" i="1"/>
              <a:t>n</a:t>
            </a:r>
            <a:r>
              <a:rPr lang="en-US" altLang="en-US"/>
              <a:t> numbers (NUM1, NUM2, … NUM</a:t>
            </a:r>
            <a:r>
              <a:rPr lang="en-US" altLang="en-US" i="1"/>
              <a:t>n</a:t>
            </a:r>
            <a:r>
              <a:rPr lang="en-US" altLang="en-US"/>
              <a:t>) using conditional branch by checking a control variable stored in R1</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ABB1E8E7-DD2A-33E9-A516-2E914D3423A6}"/>
              </a:ext>
            </a:extLst>
          </p:cNvPr>
          <p:cNvSpPr>
            <a:spLocks noGrp="1" noChangeArrowheads="1"/>
          </p:cNvSpPr>
          <p:nvPr>
            <p:ph type="title"/>
          </p:nvPr>
        </p:nvSpPr>
        <p:spPr/>
        <p:txBody>
          <a:bodyPr/>
          <a:lstStyle/>
          <a:p>
            <a:r>
              <a:rPr lang="en-US" altLang="en-US"/>
              <a:t>Branching</a:t>
            </a:r>
          </a:p>
        </p:txBody>
      </p:sp>
      <p:sp>
        <p:nvSpPr>
          <p:cNvPr id="141315" name="Rectangle 15">
            <a:extLst>
              <a:ext uri="{FF2B5EF4-FFF2-40B4-BE49-F238E27FC236}">
                <a16:creationId xmlns:a16="http://schemas.microsoft.com/office/drawing/2014/main" id="{9A95BA91-D03D-37D3-618A-3159EDFD4D57}"/>
              </a:ext>
            </a:extLst>
          </p:cNvPr>
          <p:cNvSpPr>
            <a:spLocks noChangeArrowheads="1"/>
          </p:cNvSpPr>
          <p:nvPr/>
        </p:nvSpPr>
        <p:spPr bwMode="auto">
          <a:xfrm>
            <a:off x="6853238" y="6284913"/>
            <a:ext cx="2182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500">
                <a:latin typeface="Nimbus Roman No9 L" charset="0"/>
              </a:rPr>
              <a:t>A straight-line program for adding</a:t>
            </a:r>
            <a:r>
              <a:rPr kumimoji="0" lang="en-US" altLang="en-US" sz="1500">
                <a:latin typeface="Nimbus Roman No9 L" charset="0"/>
              </a:rPr>
              <a:t> </a:t>
            </a:r>
            <a:r>
              <a:rPr kumimoji="0" lang="en-US" altLang="en-US" sz="1500" i="1">
                <a:latin typeface="Nimbus Roman No9 L" charset="0"/>
              </a:rPr>
              <a:t>n</a:t>
            </a:r>
            <a:r>
              <a:rPr kumimoji="0" lang="en-US" altLang="en-US" sz="1500">
                <a:latin typeface="Nimbus Roman No9 L" charset="0"/>
              </a:rPr>
              <a:t> numbers</a:t>
            </a:r>
            <a:endParaRPr kumimoji="0" lang="en-CA" altLang="en-US" sz="2400">
              <a:latin typeface="Times New Roman" panose="02020603050405020304" pitchFamily="18" charset="0"/>
            </a:endParaRPr>
          </a:p>
        </p:txBody>
      </p:sp>
      <p:sp>
        <p:nvSpPr>
          <p:cNvPr id="141316" name="Rectangle 4">
            <a:extLst>
              <a:ext uri="{FF2B5EF4-FFF2-40B4-BE49-F238E27FC236}">
                <a16:creationId xmlns:a16="http://schemas.microsoft.com/office/drawing/2014/main" id="{FA31C6BE-228E-C0E7-8798-437CD74E945C}"/>
              </a:ext>
            </a:extLst>
          </p:cNvPr>
          <p:cNvSpPr>
            <a:spLocks noChangeAspect="1" noChangeArrowheads="1"/>
          </p:cNvSpPr>
          <p:nvPr/>
        </p:nvSpPr>
        <p:spPr bwMode="auto">
          <a:xfrm>
            <a:off x="3327400" y="6342063"/>
            <a:ext cx="4048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a:t>
            </a:r>
            <a:endParaRPr kumimoji="0" lang="en-CA" altLang="en-US" sz="2400">
              <a:latin typeface="Times New Roman" panose="02020603050405020304" pitchFamily="18" charset="0"/>
            </a:endParaRPr>
          </a:p>
        </p:txBody>
      </p:sp>
      <p:sp>
        <p:nvSpPr>
          <p:cNvPr id="141317" name="Rectangle 5">
            <a:extLst>
              <a:ext uri="{FF2B5EF4-FFF2-40B4-BE49-F238E27FC236}">
                <a16:creationId xmlns:a16="http://schemas.microsoft.com/office/drawing/2014/main" id="{3E1C9D7F-1DF0-4E91-3EC1-097BE2146E02}"/>
              </a:ext>
            </a:extLst>
          </p:cNvPr>
          <p:cNvSpPr>
            <a:spLocks noChangeAspect="1" noChangeArrowheads="1"/>
          </p:cNvSpPr>
          <p:nvPr/>
        </p:nvSpPr>
        <p:spPr bwMode="auto">
          <a:xfrm>
            <a:off x="3752850" y="63420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1318" name="Rectangle 6">
            <a:extLst>
              <a:ext uri="{FF2B5EF4-FFF2-40B4-BE49-F238E27FC236}">
                <a16:creationId xmlns:a16="http://schemas.microsoft.com/office/drawing/2014/main" id="{37FB03D9-6520-27E0-DE14-DD179963CE4E}"/>
              </a:ext>
            </a:extLst>
          </p:cNvPr>
          <p:cNvSpPr>
            <a:spLocks noChangeAspect="1" noChangeArrowheads="1"/>
          </p:cNvSpPr>
          <p:nvPr/>
        </p:nvSpPr>
        <p:spPr bwMode="auto">
          <a:xfrm>
            <a:off x="3327400" y="5429250"/>
            <a:ext cx="5032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NUM2</a:t>
            </a:r>
            <a:endParaRPr kumimoji="0" lang="en-CA" altLang="en-US" sz="2400">
              <a:latin typeface="Times New Roman" panose="02020603050405020304" pitchFamily="18" charset="0"/>
            </a:endParaRPr>
          </a:p>
        </p:txBody>
      </p:sp>
      <p:sp>
        <p:nvSpPr>
          <p:cNvPr id="141319" name="Rectangle 7">
            <a:extLst>
              <a:ext uri="{FF2B5EF4-FFF2-40B4-BE49-F238E27FC236}">
                <a16:creationId xmlns:a16="http://schemas.microsoft.com/office/drawing/2014/main" id="{BFE703CF-2BBB-CE21-36E0-25D96F8021CD}"/>
              </a:ext>
            </a:extLst>
          </p:cNvPr>
          <p:cNvSpPr>
            <a:spLocks noChangeAspect="1" noChangeArrowheads="1"/>
          </p:cNvSpPr>
          <p:nvPr/>
        </p:nvSpPr>
        <p:spPr bwMode="auto">
          <a:xfrm>
            <a:off x="3327400" y="5138738"/>
            <a:ext cx="5032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NUM1</a:t>
            </a:r>
            <a:endParaRPr kumimoji="0" lang="en-CA" altLang="en-US" sz="2400">
              <a:latin typeface="Times New Roman" panose="02020603050405020304" pitchFamily="18" charset="0"/>
            </a:endParaRPr>
          </a:p>
        </p:txBody>
      </p:sp>
      <p:sp>
        <p:nvSpPr>
          <p:cNvPr id="141320" name="Rectangle 8">
            <a:extLst>
              <a:ext uri="{FF2B5EF4-FFF2-40B4-BE49-F238E27FC236}">
                <a16:creationId xmlns:a16="http://schemas.microsoft.com/office/drawing/2014/main" id="{F6260B8B-C2A1-FF24-A06A-F0C29D5147C6}"/>
              </a:ext>
            </a:extLst>
          </p:cNvPr>
          <p:cNvSpPr>
            <a:spLocks noChangeAspect="1" noChangeArrowheads="1"/>
          </p:cNvSpPr>
          <p:nvPr/>
        </p:nvSpPr>
        <p:spPr bwMode="auto">
          <a:xfrm>
            <a:off x="4802188" y="3681413"/>
            <a:ext cx="6715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R0,SUM</a:t>
            </a:r>
            <a:endParaRPr kumimoji="0" lang="en-CA" altLang="en-US" sz="2400">
              <a:latin typeface="Times New Roman" panose="02020603050405020304" pitchFamily="18" charset="0"/>
            </a:endParaRPr>
          </a:p>
        </p:txBody>
      </p:sp>
      <p:sp>
        <p:nvSpPr>
          <p:cNvPr id="141321" name="Rectangle 9">
            <a:extLst>
              <a:ext uri="{FF2B5EF4-FFF2-40B4-BE49-F238E27FC236}">
                <a16:creationId xmlns:a16="http://schemas.microsoft.com/office/drawing/2014/main" id="{F378C054-5484-44CA-689F-4582DE510015}"/>
              </a:ext>
            </a:extLst>
          </p:cNvPr>
          <p:cNvSpPr>
            <a:spLocks noChangeAspect="1" noChangeArrowheads="1"/>
          </p:cNvSpPr>
          <p:nvPr/>
        </p:nvSpPr>
        <p:spPr bwMode="auto">
          <a:xfrm>
            <a:off x="4802188" y="3390900"/>
            <a:ext cx="404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a:t>
            </a:r>
            <a:endParaRPr kumimoji="0" lang="en-CA" altLang="en-US" sz="2400">
              <a:latin typeface="Times New Roman" panose="02020603050405020304" pitchFamily="18" charset="0"/>
            </a:endParaRPr>
          </a:p>
        </p:txBody>
      </p:sp>
      <p:sp>
        <p:nvSpPr>
          <p:cNvPr id="141322" name="Rectangle 10">
            <a:extLst>
              <a:ext uri="{FF2B5EF4-FFF2-40B4-BE49-F238E27FC236}">
                <a16:creationId xmlns:a16="http://schemas.microsoft.com/office/drawing/2014/main" id="{20AFCE71-B251-7630-9709-1875F5EED0A2}"/>
              </a:ext>
            </a:extLst>
          </p:cNvPr>
          <p:cNvSpPr>
            <a:spLocks noChangeAspect="1" noChangeArrowheads="1"/>
          </p:cNvSpPr>
          <p:nvPr/>
        </p:nvSpPr>
        <p:spPr bwMode="auto">
          <a:xfrm>
            <a:off x="5194300" y="33909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1323" name="Rectangle 11">
            <a:extLst>
              <a:ext uri="{FF2B5EF4-FFF2-40B4-BE49-F238E27FC236}">
                <a16:creationId xmlns:a16="http://schemas.microsoft.com/office/drawing/2014/main" id="{1B06172A-D294-0297-5BF3-9A62240619D2}"/>
              </a:ext>
            </a:extLst>
          </p:cNvPr>
          <p:cNvSpPr>
            <a:spLocks noChangeAspect="1" noChangeArrowheads="1"/>
          </p:cNvSpPr>
          <p:nvPr/>
        </p:nvSpPr>
        <p:spPr bwMode="auto">
          <a:xfrm>
            <a:off x="5303838" y="3390900"/>
            <a:ext cx="2762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,R0</a:t>
            </a:r>
            <a:endParaRPr kumimoji="0" lang="en-CA" altLang="en-US" sz="2400">
              <a:latin typeface="Times New Roman" panose="02020603050405020304" pitchFamily="18" charset="0"/>
            </a:endParaRPr>
          </a:p>
        </p:txBody>
      </p:sp>
      <p:sp>
        <p:nvSpPr>
          <p:cNvPr id="141324" name="Rectangle 12">
            <a:extLst>
              <a:ext uri="{FF2B5EF4-FFF2-40B4-BE49-F238E27FC236}">
                <a16:creationId xmlns:a16="http://schemas.microsoft.com/office/drawing/2014/main" id="{CA503A6D-7C55-332C-A876-7B509E500ADC}"/>
              </a:ext>
            </a:extLst>
          </p:cNvPr>
          <p:cNvSpPr>
            <a:spLocks noChangeAspect="1" noChangeArrowheads="1"/>
          </p:cNvSpPr>
          <p:nvPr/>
        </p:nvSpPr>
        <p:spPr bwMode="auto">
          <a:xfrm>
            <a:off x="4802188" y="2479675"/>
            <a:ext cx="7794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NUM3,R0</a:t>
            </a:r>
            <a:endParaRPr kumimoji="0" lang="en-CA" altLang="en-US" sz="2400">
              <a:latin typeface="Times New Roman" panose="02020603050405020304" pitchFamily="18" charset="0"/>
            </a:endParaRPr>
          </a:p>
        </p:txBody>
      </p:sp>
      <p:sp>
        <p:nvSpPr>
          <p:cNvPr id="141325" name="Rectangle 13">
            <a:extLst>
              <a:ext uri="{FF2B5EF4-FFF2-40B4-BE49-F238E27FC236}">
                <a16:creationId xmlns:a16="http://schemas.microsoft.com/office/drawing/2014/main" id="{263B32AF-61C2-E411-3D42-89F2DFD73E62}"/>
              </a:ext>
            </a:extLst>
          </p:cNvPr>
          <p:cNvSpPr>
            <a:spLocks noChangeAspect="1" noChangeArrowheads="1"/>
          </p:cNvSpPr>
          <p:nvPr/>
        </p:nvSpPr>
        <p:spPr bwMode="auto">
          <a:xfrm>
            <a:off x="4802188" y="2206625"/>
            <a:ext cx="7794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NUM2,R0</a:t>
            </a:r>
            <a:endParaRPr kumimoji="0" lang="en-CA" altLang="en-US" sz="2400">
              <a:latin typeface="Times New Roman" panose="02020603050405020304" pitchFamily="18" charset="0"/>
            </a:endParaRPr>
          </a:p>
        </p:txBody>
      </p:sp>
      <p:sp>
        <p:nvSpPr>
          <p:cNvPr id="141326" name="Rectangle 14">
            <a:extLst>
              <a:ext uri="{FF2B5EF4-FFF2-40B4-BE49-F238E27FC236}">
                <a16:creationId xmlns:a16="http://schemas.microsoft.com/office/drawing/2014/main" id="{9FEC0196-F8EE-35FF-3721-BBE27DF333D8}"/>
              </a:ext>
            </a:extLst>
          </p:cNvPr>
          <p:cNvSpPr>
            <a:spLocks noChangeAspect="1" noChangeArrowheads="1"/>
          </p:cNvSpPr>
          <p:nvPr/>
        </p:nvSpPr>
        <p:spPr bwMode="auto">
          <a:xfrm>
            <a:off x="4802188" y="1919288"/>
            <a:ext cx="7794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NUM1,R0</a:t>
            </a:r>
            <a:endParaRPr kumimoji="0" lang="en-CA" altLang="en-US" sz="2400">
              <a:latin typeface="Times New Roman" panose="02020603050405020304" pitchFamily="18" charset="0"/>
            </a:endParaRPr>
          </a:p>
        </p:txBody>
      </p:sp>
      <p:sp>
        <p:nvSpPr>
          <p:cNvPr id="141327" name="Rectangle 16">
            <a:extLst>
              <a:ext uri="{FF2B5EF4-FFF2-40B4-BE49-F238E27FC236}">
                <a16:creationId xmlns:a16="http://schemas.microsoft.com/office/drawing/2014/main" id="{0DC01563-93EC-5D3D-D223-30394781B9E4}"/>
              </a:ext>
            </a:extLst>
          </p:cNvPr>
          <p:cNvSpPr>
            <a:spLocks noChangeAspect="1" noChangeArrowheads="1"/>
          </p:cNvSpPr>
          <p:nvPr/>
        </p:nvSpPr>
        <p:spPr bwMode="auto">
          <a:xfrm>
            <a:off x="4305300" y="2479675"/>
            <a:ext cx="3159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Add</a:t>
            </a:r>
            <a:endParaRPr kumimoji="0" lang="en-CA" altLang="en-US" sz="2400">
              <a:latin typeface="Times New Roman" panose="02020603050405020304" pitchFamily="18" charset="0"/>
            </a:endParaRPr>
          </a:p>
        </p:txBody>
      </p:sp>
      <p:sp>
        <p:nvSpPr>
          <p:cNvPr id="141328" name="Rectangle 17">
            <a:extLst>
              <a:ext uri="{FF2B5EF4-FFF2-40B4-BE49-F238E27FC236}">
                <a16:creationId xmlns:a16="http://schemas.microsoft.com/office/drawing/2014/main" id="{4FF6703C-C6AE-090F-A987-C1F21F015BE3}"/>
              </a:ext>
            </a:extLst>
          </p:cNvPr>
          <p:cNvSpPr>
            <a:spLocks noChangeAspect="1" noChangeArrowheads="1"/>
          </p:cNvSpPr>
          <p:nvPr/>
        </p:nvSpPr>
        <p:spPr bwMode="auto">
          <a:xfrm>
            <a:off x="4305300" y="2206625"/>
            <a:ext cx="3159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Add</a:t>
            </a:r>
            <a:endParaRPr kumimoji="0" lang="en-CA" altLang="en-US" sz="2400">
              <a:latin typeface="Times New Roman" panose="02020603050405020304" pitchFamily="18" charset="0"/>
            </a:endParaRPr>
          </a:p>
        </p:txBody>
      </p:sp>
      <p:sp>
        <p:nvSpPr>
          <p:cNvPr id="141329" name="Rectangle 18">
            <a:extLst>
              <a:ext uri="{FF2B5EF4-FFF2-40B4-BE49-F238E27FC236}">
                <a16:creationId xmlns:a16="http://schemas.microsoft.com/office/drawing/2014/main" id="{010E3A2B-79B2-59FF-AE57-B371323328FD}"/>
              </a:ext>
            </a:extLst>
          </p:cNvPr>
          <p:cNvSpPr>
            <a:spLocks noChangeAspect="1" noChangeArrowheads="1"/>
          </p:cNvSpPr>
          <p:nvPr/>
        </p:nvSpPr>
        <p:spPr bwMode="auto">
          <a:xfrm>
            <a:off x="4305300" y="1919288"/>
            <a:ext cx="433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Move</a:t>
            </a:r>
            <a:endParaRPr kumimoji="0" lang="en-CA" altLang="en-US" sz="2400">
              <a:latin typeface="Times New Roman" panose="02020603050405020304" pitchFamily="18" charset="0"/>
            </a:endParaRPr>
          </a:p>
        </p:txBody>
      </p:sp>
      <p:sp>
        <p:nvSpPr>
          <p:cNvPr id="141330" name="Rectangle 19">
            <a:extLst>
              <a:ext uri="{FF2B5EF4-FFF2-40B4-BE49-F238E27FC236}">
                <a16:creationId xmlns:a16="http://schemas.microsoft.com/office/drawing/2014/main" id="{0A467158-7F60-07C0-2E3E-DFCEC884A751}"/>
              </a:ext>
            </a:extLst>
          </p:cNvPr>
          <p:cNvSpPr>
            <a:spLocks noChangeAspect="1" noChangeArrowheads="1"/>
          </p:cNvSpPr>
          <p:nvPr/>
        </p:nvSpPr>
        <p:spPr bwMode="auto">
          <a:xfrm>
            <a:off x="3327400" y="4865688"/>
            <a:ext cx="3952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SUM</a:t>
            </a:r>
            <a:endParaRPr kumimoji="0" lang="en-CA" altLang="en-US" sz="2400">
              <a:latin typeface="Times New Roman" panose="02020603050405020304" pitchFamily="18" charset="0"/>
            </a:endParaRPr>
          </a:p>
        </p:txBody>
      </p:sp>
      <p:sp>
        <p:nvSpPr>
          <p:cNvPr id="141331" name="Rectangle 20">
            <a:extLst>
              <a:ext uri="{FF2B5EF4-FFF2-40B4-BE49-F238E27FC236}">
                <a16:creationId xmlns:a16="http://schemas.microsoft.com/office/drawing/2014/main" id="{8CE226D6-1E66-A119-F14A-9BE1B789068B}"/>
              </a:ext>
            </a:extLst>
          </p:cNvPr>
          <p:cNvSpPr>
            <a:spLocks noChangeAspect="1" noChangeArrowheads="1"/>
          </p:cNvSpPr>
          <p:nvPr/>
        </p:nvSpPr>
        <p:spPr bwMode="auto">
          <a:xfrm>
            <a:off x="3327400" y="1949450"/>
            <a:ext cx="396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1332" name="Line 21">
            <a:extLst>
              <a:ext uri="{FF2B5EF4-FFF2-40B4-BE49-F238E27FC236}">
                <a16:creationId xmlns:a16="http://schemas.microsoft.com/office/drawing/2014/main" id="{4A3F8527-FE6B-A895-290A-F4C11142BD7A}"/>
              </a:ext>
            </a:extLst>
          </p:cNvPr>
          <p:cNvSpPr>
            <a:spLocks noChangeAspect="1" noChangeShapeType="1"/>
          </p:cNvSpPr>
          <p:nvPr/>
        </p:nvSpPr>
        <p:spPr bwMode="auto">
          <a:xfrm flipH="1">
            <a:off x="3952875" y="3632200"/>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33" name="Line 22">
            <a:extLst>
              <a:ext uri="{FF2B5EF4-FFF2-40B4-BE49-F238E27FC236}">
                <a16:creationId xmlns:a16="http://schemas.microsoft.com/office/drawing/2014/main" id="{77D07D44-CDCB-0EB2-6BB3-F4EAB4E35D30}"/>
              </a:ext>
            </a:extLst>
          </p:cNvPr>
          <p:cNvSpPr>
            <a:spLocks noChangeAspect="1" noChangeShapeType="1"/>
          </p:cNvSpPr>
          <p:nvPr/>
        </p:nvSpPr>
        <p:spPr bwMode="auto">
          <a:xfrm flipH="1">
            <a:off x="3952875" y="6581775"/>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34" name="Line 23">
            <a:extLst>
              <a:ext uri="{FF2B5EF4-FFF2-40B4-BE49-F238E27FC236}">
                <a16:creationId xmlns:a16="http://schemas.microsoft.com/office/drawing/2014/main" id="{699F3D44-A7C3-97CA-0A67-F36AAF7935F0}"/>
              </a:ext>
            </a:extLst>
          </p:cNvPr>
          <p:cNvSpPr>
            <a:spLocks noChangeAspect="1" noChangeShapeType="1"/>
          </p:cNvSpPr>
          <p:nvPr/>
        </p:nvSpPr>
        <p:spPr bwMode="auto">
          <a:xfrm flipV="1">
            <a:off x="3952875" y="1773238"/>
            <a:ext cx="1588" cy="49037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35" name="Line 24">
            <a:extLst>
              <a:ext uri="{FF2B5EF4-FFF2-40B4-BE49-F238E27FC236}">
                <a16:creationId xmlns:a16="http://schemas.microsoft.com/office/drawing/2014/main" id="{DABF745B-06AF-BE22-1379-18BFF449072C}"/>
              </a:ext>
            </a:extLst>
          </p:cNvPr>
          <p:cNvSpPr>
            <a:spLocks noChangeAspect="1" noChangeShapeType="1"/>
          </p:cNvSpPr>
          <p:nvPr/>
        </p:nvSpPr>
        <p:spPr bwMode="auto">
          <a:xfrm flipV="1">
            <a:off x="5794375" y="1773238"/>
            <a:ext cx="1588" cy="49037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36" name="Line 25">
            <a:extLst>
              <a:ext uri="{FF2B5EF4-FFF2-40B4-BE49-F238E27FC236}">
                <a16:creationId xmlns:a16="http://schemas.microsoft.com/office/drawing/2014/main" id="{356BCB42-F142-E3FB-51A5-F8A2BE80D8E4}"/>
              </a:ext>
            </a:extLst>
          </p:cNvPr>
          <p:cNvSpPr>
            <a:spLocks noChangeAspect="1" noChangeShapeType="1"/>
          </p:cNvSpPr>
          <p:nvPr/>
        </p:nvSpPr>
        <p:spPr bwMode="auto">
          <a:xfrm flipH="1">
            <a:off x="3952875" y="6308725"/>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37" name="Line 26">
            <a:extLst>
              <a:ext uri="{FF2B5EF4-FFF2-40B4-BE49-F238E27FC236}">
                <a16:creationId xmlns:a16="http://schemas.microsoft.com/office/drawing/2014/main" id="{AE693E72-7C05-420D-F9FB-A49AFBB86E6F}"/>
              </a:ext>
            </a:extLst>
          </p:cNvPr>
          <p:cNvSpPr>
            <a:spLocks noChangeAspect="1" noChangeShapeType="1"/>
          </p:cNvSpPr>
          <p:nvPr/>
        </p:nvSpPr>
        <p:spPr bwMode="auto">
          <a:xfrm flipH="1">
            <a:off x="3952875" y="5651500"/>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38" name="Line 27">
            <a:extLst>
              <a:ext uri="{FF2B5EF4-FFF2-40B4-BE49-F238E27FC236}">
                <a16:creationId xmlns:a16="http://schemas.microsoft.com/office/drawing/2014/main" id="{B98648F7-D575-D412-D7AE-21CEA7436C1A}"/>
              </a:ext>
            </a:extLst>
          </p:cNvPr>
          <p:cNvSpPr>
            <a:spLocks noChangeAspect="1" noChangeShapeType="1"/>
          </p:cNvSpPr>
          <p:nvPr/>
        </p:nvSpPr>
        <p:spPr bwMode="auto">
          <a:xfrm flipH="1">
            <a:off x="3952875" y="5380038"/>
            <a:ext cx="1841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39" name="Line 28">
            <a:extLst>
              <a:ext uri="{FF2B5EF4-FFF2-40B4-BE49-F238E27FC236}">
                <a16:creationId xmlns:a16="http://schemas.microsoft.com/office/drawing/2014/main" id="{A517054E-8EE2-EA11-A5F0-397C35E211E4}"/>
              </a:ext>
            </a:extLst>
          </p:cNvPr>
          <p:cNvSpPr>
            <a:spLocks noChangeAspect="1" noChangeShapeType="1"/>
          </p:cNvSpPr>
          <p:nvPr/>
        </p:nvSpPr>
        <p:spPr bwMode="auto">
          <a:xfrm flipH="1">
            <a:off x="3952875" y="5106988"/>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40" name="Line 29">
            <a:extLst>
              <a:ext uri="{FF2B5EF4-FFF2-40B4-BE49-F238E27FC236}">
                <a16:creationId xmlns:a16="http://schemas.microsoft.com/office/drawing/2014/main" id="{FF1508B1-7BFF-E71C-322E-1976EE1CB467}"/>
              </a:ext>
            </a:extLst>
          </p:cNvPr>
          <p:cNvSpPr>
            <a:spLocks noChangeAspect="1" noChangeShapeType="1"/>
          </p:cNvSpPr>
          <p:nvPr/>
        </p:nvSpPr>
        <p:spPr bwMode="auto">
          <a:xfrm flipH="1">
            <a:off x="3952875" y="4818063"/>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41" name="Line 30">
            <a:extLst>
              <a:ext uri="{FF2B5EF4-FFF2-40B4-BE49-F238E27FC236}">
                <a16:creationId xmlns:a16="http://schemas.microsoft.com/office/drawing/2014/main" id="{D0F0886A-2AE9-299C-653B-9F2926D97B14}"/>
              </a:ext>
            </a:extLst>
          </p:cNvPr>
          <p:cNvSpPr>
            <a:spLocks noChangeAspect="1" noChangeShapeType="1"/>
          </p:cNvSpPr>
          <p:nvPr/>
        </p:nvSpPr>
        <p:spPr bwMode="auto">
          <a:xfrm flipH="1">
            <a:off x="3952875" y="4176713"/>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42" name="Line 31">
            <a:extLst>
              <a:ext uri="{FF2B5EF4-FFF2-40B4-BE49-F238E27FC236}">
                <a16:creationId xmlns:a16="http://schemas.microsoft.com/office/drawing/2014/main" id="{E3728782-6AC1-392A-1B40-AB583DD05783}"/>
              </a:ext>
            </a:extLst>
          </p:cNvPr>
          <p:cNvSpPr>
            <a:spLocks noChangeAspect="1" noChangeShapeType="1"/>
          </p:cNvSpPr>
          <p:nvPr/>
        </p:nvSpPr>
        <p:spPr bwMode="auto">
          <a:xfrm flipH="1">
            <a:off x="3952875" y="3905250"/>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43" name="Line 32">
            <a:extLst>
              <a:ext uri="{FF2B5EF4-FFF2-40B4-BE49-F238E27FC236}">
                <a16:creationId xmlns:a16="http://schemas.microsoft.com/office/drawing/2014/main" id="{A6AA3090-848E-EE25-A03A-77299B55C602}"/>
              </a:ext>
            </a:extLst>
          </p:cNvPr>
          <p:cNvSpPr>
            <a:spLocks noChangeAspect="1" noChangeShapeType="1"/>
          </p:cNvSpPr>
          <p:nvPr/>
        </p:nvSpPr>
        <p:spPr bwMode="auto">
          <a:xfrm flipH="1">
            <a:off x="3952875" y="3344863"/>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44" name="Line 33">
            <a:extLst>
              <a:ext uri="{FF2B5EF4-FFF2-40B4-BE49-F238E27FC236}">
                <a16:creationId xmlns:a16="http://schemas.microsoft.com/office/drawing/2014/main" id="{070443F5-D2E8-D0E5-2099-E4D5C27CAFA3}"/>
              </a:ext>
            </a:extLst>
          </p:cNvPr>
          <p:cNvSpPr>
            <a:spLocks noChangeAspect="1" noChangeShapeType="1"/>
          </p:cNvSpPr>
          <p:nvPr/>
        </p:nvSpPr>
        <p:spPr bwMode="auto">
          <a:xfrm flipH="1">
            <a:off x="3952875" y="2703513"/>
            <a:ext cx="1841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45" name="Line 34">
            <a:extLst>
              <a:ext uri="{FF2B5EF4-FFF2-40B4-BE49-F238E27FC236}">
                <a16:creationId xmlns:a16="http://schemas.microsoft.com/office/drawing/2014/main" id="{4A8488AD-FFAC-5F34-5D64-014421C53CE0}"/>
              </a:ext>
            </a:extLst>
          </p:cNvPr>
          <p:cNvSpPr>
            <a:spLocks noChangeAspect="1" noChangeShapeType="1"/>
          </p:cNvSpPr>
          <p:nvPr/>
        </p:nvSpPr>
        <p:spPr bwMode="auto">
          <a:xfrm flipH="1">
            <a:off x="3952875" y="1870075"/>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46" name="Line 35">
            <a:extLst>
              <a:ext uri="{FF2B5EF4-FFF2-40B4-BE49-F238E27FC236}">
                <a16:creationId xmlns:a16="http://schemas.microsoft.com/office/drawing/2014/main" id="{1166B48F-4FB4-12D8-8418-49DE4302C71F}"/>
              </a:ext>
            </a:extLst>
          </p:cNvPr>
          <p:cNvSpPr>
            <a:spLocks noChangeAspect="1" noChangeShapeType="1"/>
          </p:cNvSpPr>
          <p:nvPr/>
        </p:nvSpPr>
        <p:spPr bwMode="auto">
          <a:xfrm flipH="1">
            <a:off x="3952875" y="2159000"/>
            <a:ext cx="1841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47" name="Line 36">
            <a:extLst>
              <a:ext uri="{FF2B5EF4-FFF2-40B4-BE49-F238E27FC236}">
                <a16:creationId xmlns:a16="http://schemas.microsoft.com/office/drawing/2014/main" id="{D780C71B-CB25-302E-5BDB-A33113C4D539}"/>
              </a:ext>
            </a:extLst>
          </p:cNvPr>
          <p:cNvSpPr>
            <a:spLocks noChangeAspect="1" noChangeShapeType="1"/>
          </p:cNvSpPr>
          <p:nvPr/>
        </p:nvSpPr>
        <p:spPr bwMode="auto">
          <a:xfrm flipH="1">
            <a:off x="3952875" y="2430463"/>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1348" name="Rectangle 37">
            <a:extLst>
              <a:ext uri="{FF2B5EF4-FFF2-40B4-BE49-F238E27FC236}">
                <a16:creationId xmlns:a16="http://schemas.microsoft.com/office/drawing/2014/main" id="{EB52129E-029D-2530-DD75-42543E8EE9DD}"/>
              </a:ext>
            </a:extLst>
          </p:cNvPr>
          <p:cNvSpPr>
            <a:spLocks noChangeAspect="1" noChangeArrowheads="1"/>
          </p:cNvSpPr>
          <p:nvPr/>
        </p:nvSpPr>
        <p:spPr bwMode="auto">
          <a:xfrm>
            <a:off x="4305300" y="3681413"/>
            <a:ext cx="433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Move</a:t>
            </a:r>
            <a:endParaRPr kumimoji="0" lang="en-CA" altLang="en-US" sz="2400">
              <a:latin typeface="Times New Roman" panose="02020603050405020304" pitchFamily="18" charset="0"/>
            </a:endParaRPr>
          </a:p>
        </p:txBody>
      </p:sp>
      <p:sp>
        <p:nvSpPr>
          <p:cNvPr id="141349" name="Rectangle 38">
            <a:extLst>
              <a:ext uri="{FF2B5EF4-FFF2-40B4-BE49-F238E27FC236}">
                <a16:creationId xmlns:a16="http://schemas.microsoft.com/office/drawing/2014/main" id="{34FA1960-A1E7-E4C5-810E-112BE241376C}"/>
              </a:ext>
            </a:extLst>
          </p:cNvPr>
          <p:cNvSpPr>
            <a:spLocks noChangeAspect="1" noChangeArrowheads="1"/>
          </p:cNvSpPr>
          <p:nvPr/>
        </p:nvSpPr>
        <p:spPr bwMode="auto">
          <a:xfrm>
            <a:off x="4305300" y="3390900"/>
            <a:ext cx="3159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Add</a:t>
            </a:r>
            <a:endParaRPr kumimoji="0" lang="en-CA" altLang="en-US" sz="2400">
              <a:latin typeface="Times New Roman" panose="02020603050405020304" pitchFamily="18" charset="0"/>
            </a:endParaRPr>
          </a:p>
        </p:txBody>
      </p:sp>
      <p:sp>
        <p:nvSpPr>
          <p:cNvPr id="141350" name="Rectangle 39">
            <a:extLst>
              <a:ext uri="{FF2B5EF4-FFF2-40B4-BE49-F238E27FC236}">
                <a16:creationId xmlns:a16="http://schemas.microsoft.com/office/drawing/2014/main" id="{012A2DAD-CCA5-18EA-EE14-50DF432FE10C}"/>
              </a:ext>
            </a:extLst>
          </p:cNvPr>
          <p:cNvSpPr>
            <a:spLocks noChangeAspect="1" noChangeArrowheads="1"/>
          </p:cNvSpPr>
          <p:nvPr/>
        </p:nvSpPr>
        <p:spPr bwMode="auto">
          <a:xfrm>
            <a:off x="3327400" y="3663950"/>
            <a:ext cx="396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1351" name="Rectangle 40">
            <a:extLst>
              <a:ext uri="{FF2B5EF4-FFF2-40B4-BE49-F238E27FC236}">
                <a16:creationId xmlns:a16="http://schemas.microsoft.com/office/drawing/2014/main" id="{8362875E-133E-513A-BA93-5AC6DA1771F5}"/>
              </a:ext>
            </a:extLst>
          </p:cNvPr>
          <p:cNvSpPr>
            <a:spLocks noChangeAspect="1" noChangeArrowheads="1"/>
          </p:cNvSpPr>
          <p:nvPr/>
        </p:nvSpPr>
        <p:spPr bwMode="auto">
          <a:xfrm>
            <a:off x="3536950" y="36734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4</a:t>
            </a:r>
            <a:endParaRPr kumimoji="0" lang="en-CA" altLang="en-US" sz="2400">
              <a:latin typeface="Times New Roman" panose="02020603050405020304" pitchFamily="18" charset="0"/>
            </a:endParaRPr>
          </a:p>
        </p:txBody>
      </p:sp>
      <p:sp>
        <p:nvSpPr>
          <p:cNvPr id="141352" name="Rectangle 41">
            <a:extLst>
              <a:ext uri="{FF2B5EF4-FFF2-40B4-BE49-F238E27FC236}">
                <a16:creationId xmlns:a16="http://schemas.microsoft.com/office/drawing/2014/main" id="{7D3E5B07-CF51-94DC-B4BC-9879F28D0B3F}"/>
              </a:ext>
            </a:extLst>
          </p:cNvPr>
          <p:cNvSpPr>
            <a:spLocks noChangeAspect="1" noChangeArrowheads="1"/>
          </p:cNvSpPr>
          <p:nvPr/>
        </p:nvSpPr>
        <p:spPr bwMode="auto">
          <a:xfrm>
            <a:off x="3616325" y="36734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1353" name="Rectangle 42">
            <a:extLst>
              <a:ext uri="{FF2B5EF4-FFF2-40B4-BE49-F238E27FC236}">
                <a16:creationId xmlns:a16="http://schemas.microsoft.com/office/drawing/2014/main" id="{1427D527-3B30-EB80-B385-9ECF46F65BDD}"/>
              </a:ext>
            </a:extLst>
          </p:cNvPr>
          <p:cNvSpPr>
            <a:spLocks noChangeAspect="1" noChangeArrowheads="1"/>
          </p:cNvSpPr>
          <p:nvPr/>
        </p:nvSpPr>
        <p:spPr bwMode="auto">
          <a:xfrm>
            <a:off x="3408363" y="3679825"/>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1354" name="Rectangle 43">
            <a:extLst>
              <a:ext uri="{FF2B5EF4-FFF2-40B4-BE49-F238E27FC236}">
                <a16:creationId xmlns:a16="http://schemas.microsoft.com/office/drawing/2014/main" id="{546BD48C-CD29-BEFE-0229-E888138D6DD6}"/>
              </a:ext>
            </a:extLst>
          </p:cNvPr>
          <p:cNvSpPr>
            <a:spLocks noChangeAspect="1" noChangeArrowheads="1"/>
          </p:cNvSpPr>
          <p:nvPr/>
        </p:nvSpPr>
        <p:spPr bwMode="auto">
          <a:xfrm>
            <a:off x="3327400" y="3390900"/>
            <a:ext cx="396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1355" name="Rectangle 44">
            <a:extLst>
              <a:ext uri="{FF2B5EF4-FFF2-40B4-BE49-F238E27FC236}">
                <a16:creationId xmlns:a16="http://schemas.microsoft.com/office/drawing/2014/main" id="{85688783-F6B9-BA0A-702D-777B9F30B1CA}"/>
              </a:ext>
            </a:extLst>
          </p:cNvPr>
          <p:cNvSpPr>
            <a:spLocks noChangeAspect="1" noChangeArrowheads="1"/>
          </p:cNvSpPr>
          <p:nvPr/>
        </p:nvSpPr>
        <p:spPr bwMode="auto">
          <a:xfrm>
            <a:off x="3536950" y="33988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4</a:t>
            </a:r>
            <a:endParaRPr kumimoji="0" lang="en-CA" altLang="en-US" sz="2400">
              <a:latin typeface="Times New Roman" panose="02020603050405020304" pitchFamily="18" charset="0"/>
            </a:endParaRPr>
          </a:p>
        </p:txBody>
      </p:sp>
      <p:sp>
        <p:nvSpPr>
          <p:cNvPr id="141356" name="Rectangle 45">
            <a:extLst>
              <a:ext uri="{FF2B5EF4-FFF2-40B4-BE49-F238E27FC236}">
                <a16:creationId xmlns:a16="http://schemas.microsoft.com/office/drawing/2014/main" id="{05D4FF7D-F487-801F-CE07-D5206D0C9432}"/>
              </a:ext>
            </a:extLst>
          </p:cNvPr>
          <p:cNvSpPr>
            <a:spLocks noChangeAspect="1" noChangeArrowheads="1"/>
          </p:cNvSpPr>
          <p:nvPr/>
        </p:nvSpPr>
        <p:spPr bwMode="auto">
          <a:xfrm>
            <a:off x="3616325" y="33988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1357" name="Rectangle 46">
            <a:extLst>
              <a:ext uri="{FF2B5EF4-FFF2-40B4-BE49-F238E27FC236}">
                <a16:creationId xmlns:a16="http://schemas.microsoft.com/office/drawing/2014/main" id="{A46B625B-D356-89C1-AB8F-3BFAE309FB61}"/>
              </a:ext>
            </a:extLst>
          </p:cNvPr>
          <p:cNvSpPr>
            <a:spLocks noChangeAspect="1" noChangeArrowheads="1"/>
          </p:cNvSpPr>
          <p:nvPr/>
        </p:nvSpPr>
        <p:spPr bwMode="auto">
          <a:xfrm>
            <a:off x="3824288" y="33988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4</a:t>
            </a:r>
            <a:endParaRPr kumimoji="0" lang="en-CA" altLang="en-US" sz="2400">
              <a:latin typeface="Times New Roman" panose="02020603050405020304" pitchFamily="18" charset="0"/>
            </a:endParaRPr>
          </a:p>
        </p:txBody>
      </p:sp>
      <p:sp>
        <p:nvSpPr>
          <p:cNvPr id="141358" name="Rectangle 47">
            <a:extLst>
              <a:ext uri="{FF2B5EF4-FFF2-40B4-BE49-F238E27FC236}">
                <a16:creationId xmlns:a16="http://schemas.microsoft.com/office/drawing/2014/main" id="{B6BF7E09-9A50-371F-EBC6-AD77FA89CA36}"/>
              </a:ext>
            </a:extLst>
          </p:cNvPr>
          <p:cNvSpPr>
            <a:spLocks noChangeAspect="1" noChangeArrowheads="1"/>
          </p:cNvSpPr>
          <p:nvPr/>
        </p:nvSpPr>
        <p:spPr bwMode="auto">
          <a:xfrm>
            <a:off x="3711575" y="3398838"/>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1359" name="Rectangle 48">
            <a:extLst>
              <a:ext uri="{FF2B5EF4-FFF2-40B4-BE49-F238E27FC236}">
                <a16:creationId xmlns:a16="http://schemas.microsoft.com/office/drawing/2014/main" id="{8F6F6FD1-249B-66BD-2F9F-1783A8F010A8}"/>
              </a:ext>
            </a:extLst>
          </p:cNvPr>
          <p:cNvSpPr>
            <a:spLocks noChangeAspect="1" noChangeArrowheads="1"/>
          </p:cNvSpPr>
          <p:nvPr/>
        </p:nvSpPr>
        <p:spPr bwMode="auto">
          <a:xfrm>
            <a:off x="3408363" y="3398838"/>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1360" name="Rectangle 49">
            <a:extLst>
              <a:ext uri="{FF2B5EF4-FFF2-40B4-BE49-F238E27FC236}">
                <a16:creationId xmlns:a16="http://schemas.microsoft.com/office/drawing/2014/main" id="{4BABEF5F-9901-FA46-A6A8-961596206FA0}"/>
              </a:ext>
            </a:extLst>
          </p:cNvPr>
          <p:cNvSpPr>
            <a:spLocks noChangeAspect="1" noChangeArrowheads="1"/>
          </p:cNvSpPr>
          <p:nvPr/>
        </p:nvSpPr>
        <p:spPr bwMode="auto">
          <a:xfrm>
            <a:off x="3327400" y="2462213"/>
            <a:ext cx="396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1361" name="Rectangle 50">
            <a:extLst>
              <a:ext uri="{FF2B5EF4-FFF2-40B4-BE49-F238E27FC236}">
                <a16:creationId xmlns:a16="http://schemas.microsoft.com/office/drawing/2014/main" id="{9580AB15-FC8D-817C-C3B7-2255DE4505B2}"/>
              </a:ext>
            </a:extLst>
          </p:cNvPr>
          <p:cNvSpPr>
            <a:spLocks noChangeAspect="1" noChangeArrowheads="1"/>
          </p:cNvSpPr>
          <p:nvPr/>
        </p:nvSpPr>
        <p:spPr bwMode="auto">
          <a:xfrm>
            <a:off x="3536950" y="246221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8</a:t>
            </a:r>
            <a:endParaRPr kumimoji="0" lang="en-CA" altLang="en-US" sz="2400">
              <a:latin typeface="Times New Roman" panose="02020603050405020304" pitchFamily="18" charset="0"/>
            </a:endParaRPr>
          </a:p>
        </p:txBody>
      </p:sp>
      <p:sp>
        <p:nvSpPr>
          <p:cNvPr id="141362" name="Rectangle 51">
            <a:extLst>
              <a:ext uri="{FF2B5EF4-FFF2-40B4-BE49-F238E27FC236}">
                <a16:creationId xmlns:a16="http://schemas.microsoft.com/office/drawing/2014/main" id="{6BF7EE4A-5181-2776-DDEC-AE36FD274230}"/>
              </a:ext>
            </a:extLst>
          </p:cNvPr>
          <p:cNvSpPr>
            <a:spLocks noChangeAspect="1" noChangeArrowheads="1"/>
          </p:cNvSpPr>
          <p:nvPr/>
        </p:nvSpPr>
        <p:spPr bwMode="auto">
          <a:xfrm>
            <a:off x="3408363" y="2462213"/>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1363" name="Rectangle 52">
            <a:extLst>
              <a:ext uri="{FF2B5EF4-FFF2-40B4-BE49-F238E27FC236}">
                <a16:creationId xmlns:a16="http://schemas.microsoft.com/office/drawing/2014/main" id="{4689DD35-D4E1-AC0F-4735-582DDAF781A8}"/>
              </a:ext>
            </a:extLst>
          </p:cNvPr>
          <p:cNvSpPr>
            <a:spLocks noChangeAspect="1" noChangeArrowheads="1"/>
          </p:cNvSpPr>
          <p:nvPr/>
        </p:nvSpPr>
        <p:spPr bwMode="auto">
          <a:xfrm>
            <a:off x="3327400" y="2190750"/>
            <a:ext cx="396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1364" name="Rectangle 53">
            <a:extLst>
              <a:ext uri="{FF2B5EF4-FFF2-40B4-BE49-F238E27FC236}">
                <a16:creationId xmlns:a16="http://schemas.microsoft.com/office/drawing/2014/main" id="{C9F281F7-59FD-ACB5-0121-9AD48CA7AECD}"/>
              </a:ext>
            </a:extLst>
          </p:cNvPr>
          <p:cNvSpPr>
            <a:spLocks noChangeAspect="1" noChangeArrowheads="1"/>
          </p:cNvSpPr>
          <p:nvPr/>
        </p:nvSpPr>
        <p:spPr bwMode="auto">
          <a:xfrm>
            <a:off x="3536950" y="21907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4</a:t>
            </a:r>
            <a:endParaRPr kumimoji="0" lang="en-CA" altLang="en-US" sz="2400">
              <a:latin typeface="Times New Roman" panose="02020603050405020304" pitchFamily="18" charset="0"/>
            </a:endParaRPr>
          </a:p>
        </p:txBody>
      </p:sp>
      <p:sp>
        <p:nvSpPr>
          <p:cNvPr id="141365" name="Rectangle 54">
            <a:extLst>
              <a:ext uri="{FF2B5EF4-FFF2-40B4-BE49-F238E27FC236}">
                <a16:creationId xmlns:a16="http://schemas.microsoft.com/office/drawing/2014/main" id="{BA43BA60-98BD-4446-DFC5-203222FEDB5B}"/>
              </a:ext>
            </a:extLst>
          </p:cNvPr>
          <p:cNvSpPr>
            <a:spLocks noChangeAspect="1" noChangeArrowheads="1"/>
          </p:cNvSpPr>
          <p:nvPr/>
        </p:nvSpPr>
        <p:spPr bwMode="auto">
          <a:xfrm>
            <a:off x="3408363" y="2190750"/>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1366" name="Text Box 55">
            <a:extLst>
              <a:ext uri="{FF2B5EF4-FFF2-40B4-BE49-F238E27FC236}">
                <a16:creationId xmlns:a16="http://schemas.microsoft.com/office/drawing/2014/main" id="{75545659-56F4-5F50-397E-5E184D41B15E}"/>
              </a:ext>
            </a:extLst>
          </p:cNvPr>
          <p:cNvSpPr txBox="1">
            <a:spLocks noChangeAspect="1" noChangeArrowheads="1"/>
          </p:cNvSpPr>
          <p:nvPr/>
        </p:nvSpPr>
        <p:spPr bwMode="auto">
          <a:xfrm>
            <a:off x="4745038" y="2732088"/>
            <a:ext cx="21907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141367" name="Text Box 56">
            <a:extLst>
              <a:ext uri="{FF2B5EF4-FFF2-40B4-BE49-F238E27FC236}">
                <a16:creationId xmlns:a16="http://schemas.microsoft.com/office/drawing/2014/main" id="{867D4A0E-1146-87BE-B294-CD04697CD71B}"/>
              </a:ext>
            </a:extLst>
          </p:cNvPr>
          <p:cNvSpPr txBox="1">
            <a:spLocks noChangeAspect="1" noChangeArrowheads="1"/>
          </p:cNvSpPr>
          <p:nvPr/>
        </p:nvSpPr>
        <p:spPr bwMode="auto">
          <a:xfrm>
            <a:off x="4735513" y="4200525"/>
            <a:ext cx="220662"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141368" name="Text Box 57">
            <a:extLst>
              <a:ext uri="{FF2B5EF4-FFF2-40B4-BE49-F238E27FC236}">
                <a16:creationId xmlns:a16="http://schemas.microsoft.com/office/drawing/2014/main" id="{D012B862-08D4-645A-616D-5CB664044976}"/>
              </a:ext>
            </a:extLst>
          </p:cNvPr>
          <p:cNvSpPr txBox="1">
            <a:spLocks noChangeAspect="1" noChangeArrowheads="1"/>
          </p:cNvSpPr>
          <p:nvPr/>
        </p:nvSpPr>
        <p:spPr bwMode="auto">
          <a:xfrm>
            <a:off x="4751388" y="5686425"/>
            <a:ext cx="21907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2" name="Right Brace 1">
            <a:extLst>
              <a:ext uri="{FF2B5EF4-FFF2-40B4-BE49-F238E27FC236}">
                <a16:creationId xmlns:a16="http://schemas.microsoft.com/office/drawing/2014/main" id="{C57AEA6D-70BB-32D4-08CE-E47275A714A4}"/>
              </a:ext>
            </a:extLst>
          </p:cNvPr>
          <p:cNvSpPr/>
          <p:nvPr/>
        </p:nvSpPr>
        <p:spPr bwMode="auto">
          <a:xfrm>
            <a:off x="5849801" y="1883272"/>
            <a:ext cx="638448" cy="791666"/>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3" name="TextBox 2">
            <a:extLst>
              <a:ext uri="{FF2B5EF4-FFF2-40B4-BE49-F238E27FC236}">
                <a16:creationId xmlns:a16="http://schemas.microsoft.com/office/drawing/2014/main" id="{FADF9B69-6740-BFA2-21A0-F541C8F4FB4A}"/>
              </a:ext>
            </a:extLst>
          </p:cNvPr>
          <p:cNvSpPr txBox="1"/>
          <p:nvPr/>
        </p:nvSpPr>
        <p:spPr>
          <a:xfrm>
            <a:off x="6487587" y="2104670"/>
            <a:ext cx="2183226" cy="338554"/>
          </a:xfrm>
          <a:prstGeom prst="rect">
            <a:avLst/>
          </a:prstGeom>
          <a:noFill/>
        </p:spPr>
        <p:txBody>
          <a:bodyPr wrap="none" rtlCol="0">
            <a:spAutoFit/>
          </a:bodyPr>
          <a:lstStyle/>
          <a:p>
            <a:r>
              <a:rPr lang="en-MY" sz="1600" dirty="0"/>
              <a:t>Collect all number to R0</a:t>
            </a:r>
          </a:p>
        </p:txBody>
      </p:sp>
      <p:sp>
        <p:nvSpPr>
          <p:cNvPr id="4" name="Right Brace 3">
            <a:extLst>
              <a:ext uri="{FF2B5EF4-FFF2-40B4-BE49-F238E27FC236}">
                <a16:creationId xmlns:a16="http://schemas.microsoft.com/office/drawing/2014/main" id="{F882A8F0-0FFF-D434-53D3-8C8EA9EFA473}"/>
              </a:ext>
            </a:extLst>
          </p:cNvPr>
          <p:cNvSpPr/>
          <p:nvPr/>
        </p:nvSpPr>
        <p:spPr bwMode="auto">
          <a:xfrm flipH="1">
            <a:off x="2528615" y="4833546"/>
            <a:ext cx="671784" cy="1721241"/>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5" name="TextBox 4">
            <a:extLst>
              <a:ext uri="{FF2B5EF4-FFF2-40B4-BE49-F238E27FC236}">
                <a16:creationId xmlns:a16="http://schemas.microsoft.com/office/drawing/2014/main" id="{267CB1CA-882E-BD60-4255-F8DC94351E33}"/>
              </a:ext>
            </a:extLst>
          </p:cNvPr>
          <p:cNvSpPr txBox="1"/>
          <p:nvPr/>
        </p:nvSpPr>
        <p:spPr>
          <a:xfrm>
            <a:off x="1931872" y="5544519"/>
            <a:ext cx="571375" cy="338554"/>
          </a:xfrm>
          <a:prstGeom prst="rect">
            <a:avLst/>
          </a:prstGeom>
          <a:noFill/>
        </p:spPr>
        <p:txBody>
          <a:bodyPr wrap="none" rtlCol="0">
            <a:spAutoFit/>
          </a:bodyPr>
          <a:lstStyle/>
          <a:p>
            <a:r>
              <a:rPr lang="en-MY" sz="1600" dirty="0"/>
              <a:t>Data</a:t>
            </a:r>
          </a:p>
        </p:txBody>
      </p:sp>
      <p:sp>
        <p:nvSpPr>
          <p:cNvPr id="6" name="Right Brace 5">
            <a:extLst>
              <a:ext uri="{FF2B5EF4-FFF2-40B4-BE49-F238E27FC236}">
                <a16:creationId xmlns:a16="http://schemas.microsoft.com/office/drawing/2014/main" id="{BB77A37E-3119-5EF7-4695-DE65B3532827}"/>
              </a:ext>
            </a:extLst>
          </p:cNvPr>
          <p:cNvSpPr/>
          <p:nvPr/>
        </p:nvSpPr>
        <p:spPr bwMode="auto">
          <a:xfrm flipH="1">
            <a:off x="2639772" y="1891938"/>
            <a:ext cx="530466" cy="2010136"/>
          </a:xfrm>
          <a:prstGeom prst="righ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20000"/>
              </a:lnSpc>
              <a:spcBef>
                <a:spcPct val="50000"/>
              </a:spcBef>
              <a:spcAft>
                <a:spcPct val="0"/>
              </a:spcAft>
              <a:buClrTx/>
              <a:buSzTx/>
              <a:buFontTx/>
              <a:buNone/>
              <a:tabLst/>
            </a:pPr>
            <a:endParaRPr kumimoji="0" lang="en-MY" sz="2000" b="0" i="0" u="none" strike="noStrike" cap="none" normalizeH="0" baseline="0">
              <a:ln>
                <a:noFill/>
              </a:ln>
              <a:solidFill>
                <a:srgbClr val="000000"/>
              </a:solidFill>
              <a:effectLst/>
              <a:latin typeface="Nimbus Roman No9 L" charset="0"/>
            </a:endParaRPr>
          </a:p>
        </p:txBody>
      </p:sp>
      <p:sp>
        <p:nvSpPr>
          <p:cNvPr id="8" name="TextBox 7">
            <a:extLst>
              <a:ext uri="{FF2B5EF4-FFF2-40B4-BE49-F238E27FC236}">
                <a16:creationId xmlns:a16="http://schemas.microsoft.com/office/drawing/2014/main" id="{9ADF0994-2DE3-5001-2F7E-A323FFBDB3E7}"/>
              </a:ext>
            </a:extLst>
          </p:cNvPr>
          <p:cNvSpPr txBox="1"/>
          <p:nvPr/>
        </p:nvSpPr>
        <p:spPr>
          <a:xfrm>
            <a:off x="1795582" y="2123659"/>
            <a:ext cx="893643" cy="338554"/>
          </a:xfrm>
          <a:prstGeom prst="rect">
            <a:avLst/>
          </a:prstGeom>
          <a:noFill/>
        </p:spPr>
        <p:txBody>
          <a:bodyPr wrap="none" rtlCol="0">
            <a:spAutoFit/>
          </a:bodyPr>
          <a:lstStyle/>
          <a:p>
            <a:r>
              <a:rPr lang="en-MY" sz="1600" dirty="0"/>
              <a:t>Program</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1BE9482E-C893-69E6-7D2C-C7C1A10EA6A7}"/>
              </a:ext>
            </a:extLst>
          </p:cNvPr>
          <p:cNvSpPr>
            <a:spLocks noGrp="1" noChangeArrowheads="1"/>
          </p:cNvSpPr>
          <p:nvPr>
            <p:ph type="title"/>
          </p:nvPr>
        </p:nvSpPr>
        <p:spPr>
          <a:xfrm>
            <a:off x="325438" y="171451"/>
            <a:ext cx="8204200" cy="1143000"/>
          </a:xfrm>
        </p:spPr>
        <p:txBody>
          <a:bodyPr/>
          <a:lstStyle/>
          <a:p>
            <a:r>
              <a:rPr lang="en-US" altLang="en-US"/>
              <a:t>Branching</a:t>
            </a:r>
          </a:p>
        </p:txBody>
      </p:sp>
      <p:sp>
        <p:nvSpPr>
          <p:cNvPr id="142339" name="Rectangle 13">
            <a:extLst>
              <a:ext uri="{FF2B5EF4-FFF2-40B4-BE49-F238E27FC236}">
                <a16:creationId xmlns:a16="http://schemas.microsoft.com/office/drawing/2014/main" id="{86D30769-D43D-2FFD-65F2-EFA78AE16C8C}"/>
              </a:ext>
            </a:extLst>
          </p:cNvPr>
          <p:cNvSpPr>
            <a:spLocks noChangeArrowheads="1"/>
          </p:cNvSpPr>
          <p:nvPr/>
        </p:nvSpPr>
        <p:spPr bwMode="auto">
          <a:xfrm>
            <a:off x="6372225" y="6453188"/>
            <a:ext cx="25987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500">
                <a:latin typeface="Nimbus Roman No9 L" charset="0"/>
              </a:rPr>
              <a:t>Using a loop to add</a:t>
            </a:r>
            <a:r>
              <a:rPr kumimoji="0" lang="en-US" altLang="en-US" sz="1500">
                <a:latin typeface="Nimbus Roman No9 L" charset="0"/>
              </a:rPr>
              <a:t> </a:t>
            </a:r>
            <a:r>
              <a:rPr kumimoji="0" lang="en-US" altLang="en-US" sz="1500" i="1">
                <a:latin typeface="Nimbus Roman No9 L" charset="0"/>
              </a:rPr>
              <a:t>n</a:t>
            </a:r>
            <a:r>
              <a:rPr kumimoji="0" lang="en-US" altLang="en-US" sz="1500">
                <a:latin typeface="Nimbus Roman No9 L" charset="0"/>
              </a:rPr>
              <a:t> numbers</a:t>
            </a:r>
            <a:endParaRPr kumimoji="0" lang="en-CA" altLang="en-US" sz="2400">
              <a:latin typeface="Times New Roman" panose="02020603050405020304" pitchFamily="18" charset="0"/>
            </a:endParaRPr>
          </a:p>
        </p:txBody>
      </p:sp>
      <p:sp>
        <p:nvSpPr>
          <p:cNvPr id="142340" name="Rectangle 4">
            <a:extLst>
              <a:ext uri="{FF2B5EF4-FFF2-40B4-BE49-F238E27FC236}">
                <a16:creationId xmlns:a16="http://schemas.microsoft.com/office/drawing/2014/main" id="{0CC7D7EC-6AD5-6F3B-8328-1961B1BC65A2}"/>
              </a:ext>
            </a:extLst>
          </p:cNvPr>
          <p:cNvSpPr>
            <a:spLocks noChangeAspect="1" noChangeArrowheads="1"/>
          </p:cNvSpPr>
          <p:nvPr/>
        </p:nvSpPr>
        <p:spPr bwMode="auto">
          <a:xfrm>
            <a:off x="5245100" y="1822450"/>
            <a:ext cx="4048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N,R1</a:t>
            </a:r>
            <a:endParaRPr kumimoji="0" lang="en-CA" altLang="en-US" sz="2400">
              <a:latin typeface="Times New Roman" panose="02020603050405020304" pitchFamily="18" charset="0"/>
            </a:endParaRPr>
          </a:p>
        </p:txBody>
      </p:sp>
      <p:sp>
        <p:nvSpPr>
          <p:cNvPr id="142341" name="Rectangle 5">
            <a:extLst>
              <a:ext uri="{FF2B5EF4-FFF2-40B4-BE49-F238E27FC236}">
                <a16:creationId xmlns:a16="http://schemas.microsoft.com/office/drawing/2014/main" id="{42ED517E-0EFF-DEF5-00EC-69C46C49D3F3}"/>
              </a:ext>
            </a:extLst>
          </p:cNvPr>
          <p:cNvSpPr>
            <a:spLocks noChangeAspect="1" noChangeArrowheads="1"/>
          </p:cNvSpPr>
          <p:nvPr/>
        </p:nvSpPr>
        <p:spPr bwMode="auto">
          <a:xfrm>
            <a:off x="4479925" y="1822450"/>
            <a:ext cx="433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Move</a:t>
            </a:r>
            <a:endParaRPr kumimoji="0" lang="en-CA" altLang="en-US" sz="2400">
              <a:latin typeface="Times New Roman" panose="02020603050405020304" pitchFamily="18" charset="0"/>
            </a:endParaRPr>
          </a:p>
        </p:txBody>
      </p:sp>
      <p:sp>
        <p:nvSpPr>
          <p:cNvPr id="142342" name="Rectangle 6">
            <a:extLst>
              <a:ext uri="{FF2B5EF4-FFF2-40B4-BE49-F238E27FC236}">
                <a16:creationId xmlns:a16="http://schemas.microsoft.com/office/drawing/2014/main" id="{C65A7699-19D3-FE42-B913-A6D020653668}"/>
              </a:ext>
            </a:extLst>
          </p:cNvPr>
          <p:cNvSpPr>
            <a:spLocks noChangeAspect="1" noChangeArrowheads="1"/>
          </p:cNvSpPr>
          <p:nvPr/>
        </p:nvSpPr>
        <p:spPr bwMode="auto">
          <a:xfrm>
            <a:off x="3576638" y="6488113"/>
            <a:ext cx="404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a:t>
            </a:r>
            <a:endParaRPr kumimoji="0" lang="en-CA" altLang="en-US" sz="2400">
              <a:latin typeface="Times New Roman" panose="02020603050405020304" pitchFamily="18" charset="0"/>
            </a:endParaRPr>
          </a:p>
        </p:txBody>
      </p:sp>
      <p:sp>
        <p:nvSpPr>
          <p:cNvPr id="142343" name="Rectangle 7">
            <a:extLst>
              <a:ext uri="{FF2B5EF4-FFF2-40B4-BE49-F238E27FC236}">
                <a16:creationId xmlns:a16="http://schemas.microsoft.com/office/drawing/2014/main" id="{2F44470F-7931-9437-BBDD-D1E87294B507}"/>
              </a:ext>
            </a:extLst>
          </p:cNvPr>
          <p:cNvSpPr>
            <a:spLocks noChangeAspect="1" noChangeArrowheads="1"/>
          </p:cNvSpPr>
          <p:nvPr/>
        </p:nvSpPr>
        <p:spPr bwMode="auto">
          <a:xfrm>
            <a:off x="3968750" y="648811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2344" name="Rectangle 8">
            <a:extLst>
              <a:ext uri="{FF2B5EF4-FFF2-40B4-BE49-F238E27FC236}">
                <a16:creationId xmlns:a16="http://schemas.microsoft.com/office/drawing/2014/main" id="{76771B0B-9EFC-86B7-5FF2-12AABCC5BFB3}"/>
              </a:ext>
            </a:extLst>
          </p:cNvPr>
          <p:cNvSpPr>
            <a:spLocks noChangeAspect="1" noChangeArrowheads="1"/>
          </p:cNvSpPr>
          <p:nvPr/>
        </p:nvSpPr>
        <p:spPr bwMode="auto">
          <a:xfrm>
            <a:off x="3562350" y="5618163"/>
            <a:ext cx="5032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NUM2</a:t>
            </a:r>
            <a:endParaRPr kumimoji="0" lang="en-CA" altLang="en-US" sz="2400">
              <a:latin typeface="Times New Roman" panose="02020603050405020304" pitchFamily="18" charset="0"/>
            </a:endParaRPr>
          </a:p>
        </p:txBody>
      </p:sp>
      <p:sp>
        <p:nvSpPr>
          <p:cNvPr id="142345" name="Rectangle 9">
            <a:extLst>
              <a:ext uri="{FF2B5EF4-FFF2-40B4-BE49-F238E27FC236}">
                <a16:creationId xmlns:a16="http://schemas.microsoft.com/office/drawing/2014/main" id="{EAC63279-636D-08CC-ADCE-BF859932D8B4}"/>
              </a:ext>
            </a:extLst>
          </p:cNvPr>
          <p:cNvSpPr>
            <a:spLocks noChangeAspect="1" noChangeArrowheads="1"/>
          </p:cNvSpPr>
          <p:nvPr/>
        </p:nvSpPr>
        <p:spPr bwMode="auto">
          <a:xfrm>
            <a:off x="3562350" y="5341938"/>
            <a:ext cx="5032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NUM1</a:t>
            </a:r>
            <a:endParaRPr kumimoji="0" lang="en-CA" altLang="en-US" sz="2400">
              <a:latin typeface="Times New Roman" panose="02020603050405020304" pitchFamily="18" charset="0"/>
            </a:endParaRPr>
          </a:p>
        </p:txBody>
      </p:sp>
      <p:sp>
        <p:nvSpPr>
          <p:cNvPr id="142346" name="Rectangle 10">
            <a:extLst>
              <a:ext uri="{FF2B5EF4-FFF2-40B4-BE49-F238E27FC236}">
                <a16:creationId xmlns:a16="http://schemas.microsoft.com/office/drawing/2014/main" id="{E843FF4A-AAB2-31FE-D0F5-098BDF466EC7}"/>
              </a:ext>
            </a:extLst>
          </p:cNvPr>
          <p:cNvSpPr>
            <a:spLocks noChangeAspect="1" noChangeArrowheads="1"/>
          </p:cNvSpPr>
          <p:nvPr/>
        </p:nvSpPr>
        <p:spPr bwMode="auto">
          <a:xfrm>
            <a:off x="5245100" y="3675063"/>
            <a:ext cx="6715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R0,SUM</a:t>
            </a:r>
            <a:endParaRPr kumimoji="0" lang="en-CA" altLang="en-US" sz="2400">
              <a:latin typeface="Times New Roman" panose="02020603050405020304" pitchFamily="18" charset="0"/>
            </a:endParaRPr>
          </a:p>
        </p:txBody>
      </p:sp>
      <p:sp>
        <p:nvSpPr>
          <p:cNvPr id="142347" name="Rectangle 11">
            <a:extLst>
              <a:ext uri="{FF2B5EF4-FFF2-40B4-BE49-F238E27FC236}">
                <a16:creationId xmlns:a16="http://schemas.microsoft.com/office/drawing/2014/main" id="{CB908D9E-DFFB-BCA1-1C9B-133EA9E6C3DF}"/>
              </a:ext>
            </a:extLst>
          </p:cNvPr>
          <p:cNvSpPr>
            <a:spLocks noChangeAspect="1" noChangeArrowheads="1"/>
          </p:cNvSpPr>
          <p:nvPr/>
        </p:nvSpPr>
        <p:spPr bwMode="auto">
          <a:xfrm>
            <a:off x="5424488" y="3138488"/>
            <a:ext cx="2270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R1</a:t>
            </a:r>
            <a:endParaRPr kumimoji="0" lang="en-CA" altLang="en-US" sz="2400">
              <a:latin typeface="Times New Roman" panose="02020603050405020304" pitchFamily="18" charset="0"/>
            </a:endParaRPr>
          </a:p>
        </p:txBody>
      </p:sp>
      <p:sp>
        <p:nvSpPr>
          <p:cNvPr id="142348" name="Rectangle 12">
            <a:extLst>
              <a:ext uri="{FF2B5EF4-FFF2-40B4-BE49-F238E27FC236}">
                <a16:creationId xmlns:a16="http://schemas.microsoft.com/office/drawing/2014/main" id="{5D8DECCF-D076-17FA-A256-9AF826182C6B}"/>
              </a:ext>
            </a:extLst>
          </p:cNvPr>
          <p:cNvSpPr>
            <a:spLocks noChangeAspect="1" noChangeArrowheads="1"/>
          </p:cNvSpPr>
          <p:nvPr/>
        </p:nvSpPr>
        <p:spPr bwMode="auto">
          <a:xfrm>
            <a:off x="4333875" y="2814638"/>
            <a:ext cx="13843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"Next" number to R0</a:t>
            </a:r>
            <a:endParaRPr kumimoji="0" lang="en-CA" altLang="en-US" sz="1200">
              <a:latin typeface="Times New Roman" panose="02020603050405020304" pitchFamily="18" charset="0"/>
            </a:endParaRPr>
          </a:p>
        </p:txBody>
      </p:sp>
      <p:sp>
        <p:nvSpPr>
          <p:cNvPr id="142349" name="Line 14">
            <a:extLst>
              <a:ext uri="{FF2B5EF4-FFF2-40B4-BE49-F238E27FC236}">
                <a16:creationId xmlns:a16="http://schemas.microsoft.com/office/drawing/2014/main" id="{F491618A-107D-8CD2-7067-FC0B69D9F8CF}"/>
              </a:ext>
            </a:extLst>
          </p:cNvPr>
          <p:cNvSpPr>
            <a:spLocks noChangeAspect="1" noChangeShapeType="1"/>
          </p:cNvSpPr>
          <p:nvPr/>
        </p:nvSpPr>
        <p:spPr bwMode="auto">
          <a:xfrm flipH="1">
            <a:off x="4173538" y="6718300"/>
            <a:ext cx="17748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50" name="Line 15">
            <a:extLst>
              <a:ext uri="{FF2B5EF4-FFF2-40B4-BE49-F238E27FC236}">
                <a16:creationId xmlns:a16="http://schemas.microsoft.com/office/drawing/2014/main" id="{EE16DB93-1AF1-BAA9-AAF6-338E7BEE0449}"/>
              </a:ext>
            </a:extLst>
          </p:cNvPr>
          <p:cNvSpPr>
            <a:spLocks noChangeAspect="1" noChangeShapeType="1"/>
          </p:cNvSpPr>
          <p:nvPr/>
        </p:nvSpPr>
        <p:spPr bwMode="auto">
          <a:xfrm flipH="1">
            <a:off x="4173538" y="1792288"/>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51" name="Rectangle 16">
            <a:extLst>
              <a:ext uri="{FF2B5EF4-FFF2-40B4-BE49-F238E27FC236}">
                <a16:creationId xmlns:a16="http://schemas.microsoft.com/office/drawing/2014/main" id="{83E0F457-EB61-E179-F18A-26240385A6B7}"/>
              </a:ext>
            </a:extLst>
          </p:cNvPr>
          <p:cNvSpPr>
            <a:spLocks noChangeAspect="1" noChangeArrowheads="1"/>
          </p:cNvSpPr>
          <p:nvPr/>
        </p:nvSpPr>
        <p:spPr bwMode="auto">
          <a:xfrm>
            <a:off x="5373688" y="3413125"/>
            <a:ext cx="4937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LOOP</a:t>
            </a:r>
            <a:endParaRPr kumimoji="0" lang="en-CA" altLang="en-US" sz="2400">
              <a:latin typeface="Times New Roman" panose="02020603050405020304" pitchFamily="18" charset="0"/>
            </a:endParaRPr>
          </a:p>
        </p:txBody>
      </p:sp>
      <p:sp>
        <p:nvSpPr>
          <p:cNvPr id="142352" name="Rectangle 17">
            <a:extLst>
              <a:ext uri="{FF2B5EF4-FFF2-40B4-BE49-F238E27FC236}">
                <a16:creationId xmlns:a16="http://schemas.microsoft.com/office/drawing/2014/main" id="{1436E528-B0D2-A751-AFC9-BDC8285F5503}"/>
              </a:ext>
            </a:extLst>
          </p:cNvPr>
          <p:cNvSpPr>
            <a:spLocks noChangeAspect="1" noChangeArrowheads="1"/>
          </p:cNvSpPr>
          <p:nvPr/>
        </p:nvSpPr>
        <p:spPr bwMode="auto">
          <a:xfrm>
            <a:off x="4427538" y="3138488"/>
            <a:ext cx="8667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Decrement</a:t>
            </a:r>
            <a:endParaRPr kumimoji="0" lang="en-CA" altLang="en-US" sz="2400">
              <a:latin typeface="Times New Roman" panose="02020603050405020304" pitchFamily="18" charset="0"/>
            </a:endParaRPr>
          </a:p>
        </p:txBody>
      </p:sp>
      <p:sp>
        <p:nvSpPr>
          <p:cNvPr id="142353" name="Rectangle 18">
            <a:extLst>
              <a:ext uri="{FF2B5EF4-FFF2-40B4-BE49-F238E27FC236}">
                <a16:creationId xmlns:a16="http://schemas.microsoft.com/office/drawing/2014/main" id="{AA51C519-6ED4-6E6E-6A16-D3049FFF1013}"/>
              </a:ext>
            </a:extLst>
          </p:cNvPr>
          <p:cNvSpPr>
            <a:spLocks noChangeAspect="1" noChangeArrowheads="1"/>
          </p:cNvSpPr>
          <p:nvPr/>
        </p:nvSpPr>
        <p:spPr bwMode="auto">
          <a:xfrm>
            <a:off x="4427538" y="3675063"/>
            <a:ext cx="4333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Move</a:t>
            </a:r>
            <a:endParaRPr kumimoji="0" lang="en-CA" altLang="en-US" sz="2400">
              <a:latin typeface="Times New Roman" panose="02020603050405020304" pitchFamily="18" charset="0"/>
            </a:endParaRPr>
          </a:p>
        </p:txBody>
      </p:sp>
      <p:sp>
        <p:nvSpPr>
          <p:cNvPr id="142354" name="Rectangle 19">
            <a:extLst>
              <a:ext uri="{FF2B5EF4-FFF2-40B4-BE49-F238E27FC236}">
                <a16:creationId xmlns:a16="http://schemas.microsoft.com/office/drawing/2014/main" id="{1C66AD8F-AE9F-4B90-D698-F0D73516C6DE}"/>
              </a:ext>
            </a:extLst>
          </p:cNvPr>
          <p:cNvSpPr>
            <a:spLocks noChangeAspect="1" noChangeArrowheads="1"/>
          </p:cNvSpPr>
          <p:nvPr/>
        </p:nvSpPr>
        <p:spPr bwMode="auto">
          <a:xfrm>
            <a:off x="3592513" y="2343150"/>
            <a:ext cx="4937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LOOP</a:t>
            </a:r>
            <a:endParaRPr kumimoji="0" lang="en-CA" altLang="en-US" sz="2400">
              <a:latin typeface="Times New Roman" panose="02020603050405020304" pitchFamily="18" charset="0"/>
            </a:endParaRPr>
          </a:p>
        </p:txBody>
      </p:sp>
      <p:sp>
        <p:nvSpPr>
          <p:cNvPr id="142355" name="Line 20">
            <a:extLst>
              <a:ext uri="{FF2B5EF4-FFF2-40B4-BE49-F238E27FC236}">
                <a16:creationId xmlns:a16="http://schemas.microsoft.com/office/drawing/2014/main" id="{2EFBFDCF-E745-0958-DE2B-316B68EE3985}"/>
              </a:ext>
            </a:extLst>
          </p:cNvPr>
          <p:cNvSpPr>
            <a:spLocks noChangeAspect="1" noChangeShapeType="1"/>
          </p:cNvSpPr>
          <p:nvPr/>
        </p:nvSpPr>
        <p:spPr bwMode="auto">
          <a:xfrm flipH="1">
            <a:off x="4173538" y="3108325"/>
            <a:ext cx="17748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56" name="Line 21">
            <a:extLst>
              <a:ext uri="{FF2B5EF4-FFF2-40B4-BE49-F238E27FC236}">
                <a16:creationId xmlns:a16="http://schemas.microsoft.com/office/drawing/2014/main" id="{5A1DEC31-5EA6-7994-546F-8468A82E5638}"/>
              </a:ext>
            </a:extLst>
          </p:cNvPr>
          <p:cNvSpPr>
            <a:spLocks noChangeAspect="1" noChangeShapeType="1"/>
          </p:cNvSpPr>
          <p:nvPr/>
        </p:nvSpPr>
        <p:spPr bwMode="auto">
          <a:xfrm flipV="1">
            <a:off x="4173538" y="2755900"/>
            <a:ext cx="1587" cy="40544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57" name="Line 22">
            <a:extLst>
              <a:ext uri="{FF2B5EF4-FFF2-40B4-BE49-F238E27FC236}">
                <a16:creationId xmlns:a16="http://schemas.microsoft.com/office/drawing/2014/main" id="{4D7B7A8A-376B-C1FC-A8E3-6980712A14EE}"/>
              </a:ext>
            </a:extLst>
          </p:cNvPr>
          <p:cNvSpPr>
            <a:spLocks noChangeAspect="1" noChangeShapeType="1"/>
          </p:cNvSpPr>
          <p:nvPr/>
        </p:nvSpPr>
        <p:spPr bwMode="auto">
          <a:xfrm flipV="1">
            <a:off x="4173538" y="1700213"/>
            <a:ext cx="1587" cy="9636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58" name="Line 23">
            <a:extLst>
              <a:ext uri="{FF2B5EF4-FFF2-40B4-BE49-F238E27FC236}">
                <a16:creationId xmlns:a16="http://schemas.microsoft.com/office/drawing/2014/main" id="{A08073D3-439E-8251-36EE-909099A00D45}"/>
              </a:ext>
            </a:extLst>
          </p:cNvPr>
          <p:cNvSpPr>
            <a:spLocks noChangeAspect="1" noChangeShapeType="1"/>
          </p:cNvSpPr>
          <p:nvPr/>
        </p:nvSpPr>
        <p:spPr bwMode="auto">
          <a:xfrm flipV="1">
            <a:off x="5948363" y="2755900"/>
            <a:ext cx="1587" cy="40544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59" name="Line 24">
            <a:extLst>
              <a:ext uri="{FF2B5EF4-FFF2-40B4-BE49-F238E27FC236}">
                <a16:creationId xmlns:a16="http://schemas.microsoft.com/office/drawing/2014/main" id="{740B6608-0568-9D1D-3695-5E56435398F0}"/>
              </a:ext>
            </a:extLst>
          </p:cNvPr>
          <p:cNvSpPr>
            <a:spLocks noChangeAspect="1" noChangeShapeType="1"/>
          </p:cNvSpPr>
          <p:nvPr/>
        </p:nvSpPr>
        <p:spPr bwMode="auto">
          <a:xfrm flipV="1">
            <a:off x="5948363" y="1700213"/>
            <a:ext cx="1587" cy="9636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0" name="Line 25">
            <a:extLst>
              <a:ext uri="{FF2B5EF4-FFF2-40B4-BE49-F238E27FC236}">
                <a16:creationId xmlns:a16="http://schemas.microsoft.com/office/drawing/2014/main" id="{C8A24406-F7CC-ECB0-59A2-F72F23322B00}"/>
              </a:ext>
            </a:extLst>
          </p:cNvPr>
          <p:cNvSpPr>
            <a:spLocks noChangeAspect="1" noChangeShapeType="1"/>
          </p:cNvSpPr>
          <p:nvPr/>
        </p:nvSpPr>
        <p:spPr bwMode="auto">
          <a:xfrm flipH="1">
            <a:off x="4097338" y="2709863"/>
            <a:ext cx="168275" cy="920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1" name="Line 26">
            <a:extLst>
              <a:ext uri="{FF2B5EF4-FFF2-40B4-BE49-F238E27FC236}">
                <a16:creationId xmlns:a16="http://schemas.microsoft.com/office/drawing/2014/main" id="{81ED2461-BDFD-6F1F-3890-F96AE301CC90}"/>
              </a:ext>
            </a:extLst>
          </p:cNvPr>
          <p:cNvSpPr>
            <a:spLocks noChangeAspect="1" noChangeShapeType="1"/>
          </p:cNvSpPr>
          <p:nvPr/>
        </p:nvSpPr>
        <p:spPr bwMode="auto">
          <a:xfrm flipH="1">
            <a:off x="4097338" y="2633663"/>
            <a:ext cx="168275" cy="76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2" name="Line 27">
            <a:extLst>
              <a:ext uri="{FF2B5EF4-FFF2-40B4-BE49-F238E27FC236}">
                <a16:creationId xmlns:a16="http://schemas.microsoft.com/office/drawing/2014/main" id="{8772F9AD-AA1F-1E0C-7D3C-80B614F85DFE}"/>
              </a:ext>
            </a:extLst>
          </p:cNvPr>
          <p:cNvSpPr>
            <a:spLocks noChangeAspect="1" noChangeShapeType="1"/>
          </p:cNvSpPr>
          <p:nvPr/>
        </p:nvSpPr>
        <p:spPr bwMode="auto">
          <a:xfrm flipH="1">
            <a:off x="5856288" y="2716213"/>
            <a:ext cx="168275" cy="920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3" name="Line 28">
            <a:extLst>
              <a:ext uri="{FF2B5EF4-FFF2-40B4-BE49-F238E27FC236}">
                <a16:creationId xmlns:a16="http://schemas.microsoft.com/office/drawing/2014/main" id="{C63A1C46-EAD3-0548-D6C7-FA4F3DA5839F}"/>
              </a:ext>
            </a:extLst>
          </p:cNvPr>
          <p:cNvSpPr>
            <a:spLocks noChangeAspect="1" noChangeShapeType="1"/>
          </p:cNvSpPr>
          <p:nvPr/>
        </p:nvSpPr>
        <p:spPr bwMode="auto">
          <a:xfrm flipH="1">
            <a:off x="5848350" y="2627313"/>
            <a:ext cx="168275" cy="76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4" name="Line 29">
            <a:extLst>
              <a:ext uri="{FF2B5EF4-FFF2-40B4-BE49-F238E27FC236}">
                <a16:creationId xmlns:a16="http://schemas.microsoft.com/office/drawing/2014/main" id="{981599BC-FBFE-95CE-43FF-2698DFF6232B}"/>
              </a:ext>
            </a:extLst>
          </p:cNvPr>
          <p:cNvSpPr>
            <a:spLocks noChangeAspect="1" noChangeShapeType="1"/>
          </p:cNvSpPr>
          <p:nvPr/>
        </p:nvSpPr>
        <p:spPr bwMode="auto">
          <a:xfrm flipH="1">
            <a:off x="4173538" y="2052638"/>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5" name="Line 30">
            <a:extLst>
              <a:ext uri="{FF2B5EF4-FFF2-40B4-BE49-F238E27FC236}">
                <a16:creationId xmlns:a16="http://schemas.microsoft.com/office/drawing/2014/main" id="{254FD33D-ED38-35E4-B079-A90D715F1FDD}"/>
              </a:ext>
            </a:extLst>
          </p:cNvPr>
          <p:cNvSpPr>
            <a:spLocks noChangeAspect="1" noChangeShapeType="1"/>
          </p:cNvSpPr>
          <p:nvPr/>
        </p:nvSpPr>
        <p:spPr bwMode="auto">
          <a:xfrm flipH="1">
            <a:off x="4173538" y="2312988"/>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6" name="Line 31">
            <a:extLst>
              <a:ext uri="{FF2B5EF4-FFF2-40B4-BE49-F238E27FC236}">
                <a16:creationId xmlns:a16="http://schemas.microsoft.com/office/drawing/2014/main" id="{61656FCE-9C4E-BFE2-6072-098540E22F9D}"/>
              </a:ext>
            </a:extLst>
          </p:cNvPr>
          <p:cNvSpPr>
            <a:spLocks noChangeAspect="1" noChangeShapeType="1"/>
          </p:cNvSpPr>
          <p:nvPr/>
        </p:nvSpPr>
        <p:spPr bwMode="auto">
          <a:xfrm flipH="1">
            <a:off x="4173538" y="3382963"/>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7" name="Line 32">
            <a:extLst>
              <a:ext uri="{FF2B5EF4-FFF2-40B4-BE49-F238E27FC236}">
                <a16:creationId xmlns:a16="http://schemas.microsoft.com/office/drawing/2014/main" id="{50675A0C-1CB9-3D7E-E653-124DA94CBDD1}"/>
              </a:ext>
            </a:extLst>
          </p:cNvPr>
          <p:cNvSpPr>
            <a:spLocks noChangeAspect="1" noChangeShapeType="1"/>
          </p:cNvSpPr>
          <p:nvPr/>
        </p:nvSpPr>
        <p:spPr bwMode="auto">
          <a:xfrm flipH="1">
            <a:off x="4173538" y="3643313"/>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8" name="Line 33">
            <a:extLst>
              <a:ext uri="{FF2B5EF4-FFF2-40B4-BE49-F238E27FC236}">
                <a16:creationId xmlns:a16="http://schemas.microsoft.com/office/drawing/2014/main" id="{5D55ECFA-3058-F671-900F-44A4F6DA3A1C}"/>
              </a:ext>
            </a:extLst>
          </p:cNvPr>
          <p:cNvSpPr>
            <a:spLocks noChangeAspect="1" noChangeShapeType="1"/>
          </p:cNvSpPr>
          <p:nvPr/>
        </p:nvSpPr>
        <p:spPr bwMode="auto">
          <a:xfrm flipH="1">
            <a:off x="4173538" y="3903663"/>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69" name="Line 34">
            <a:extLst>
              <a:ext uri="{FF2B5EF4-FFF2-40B4-BE49-F238E27FC236}">
                <a16:creationId xmlns:a16="http://schemas.microsoft.com/office/drawing/2014/main" id="{B42199A7-3B61-B7D9-40E2-A9D6E86C02B3}"/>
              </a:ext>
            </a:extLst>
          </p:cNvPr>
          <p:cNvSpPr>
            <a:spLocks noChangeAspect="1" noChangeShapeType="1"/>
          </p:cNvSpPr>
          <p:nvPr/>
        </p:nvSpPr>
        <p:spPr bwMode="auto">
          <a:xfrm flipH="1">
            <a:off x="4173538" y="4164013"/>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70" name="Line 35">
            <a:extLst>
              <a:ext uri="{FF2B5EF4-FFF2-40B4-BE49-F238E27FC236}">
                <a16:creationId xmlns:a16="http://schemas.microsoft.com/office/drawing/2014/main" id="{20FBE7F5-2287-1C76-DA91-409F6B954A0A}"/>
              </a:ext>
            </a:extLst>
          </p:cNvPr>
          <p:cNvSpPr>
            <a:spLocks noChangeAspect="1" noChangeShapeType="1"/>
          </p:cNvSpPr>
          <p:nvPr/>
        </p:nvSpPr>
        <p:spPr bwMode="auto">
          <a:xfrm flipH="1">
            <a:off x="4173538" y="4791075"/>
            <a:ext cx="17748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71" name="Line 36">
            <a:extLst>
              <a:ext uri="{FF2B5EF4-FFF2-40B4-BE49-F238E27FC236}">
                <a16:creationId xmlns:a16="http://schemas.microsoft.com/office/drawing/2014/main" id="{BFD6B044-D0D1-2FA9-8E21-BFC7637A31B7}"/>
              </a:ext>
            </a:extLst>
          </p:cNvPr>
          <p:cNvSpPr>
            <a:spLocks noChangeAspect="1" noChangeShapeType="1"/>
          </p:cNvSpPr>
          <p:nvPr/>
        </p:nvSpPr>
        <p:spPr bwMode="auto">
          <a:xfrm flipH="1">
            <a:off x="4173538" y="5051425"/>
            <a:ext cx="17748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72" name="Line 37">
            <a:extLst>
              <a:ext uri="{FF2B5EF4-FFF2-40B4-BE49-F238E27FC236}">
                <a16:creationId xmlns:a16="http://schemas.microsoft.com/office/drawing/2014/main" id="{398B7786-25D5-0A6C-90B6-16A8AE46E0C6}"/>
              </a:ext>
            </a:extLst>
          </p:cNvPr>
          <p:cNvSpPr>
            <a:spLocks noChangeAspect="1" noChangeShapeType="1"/>
          </p:cNvSpPr>
          <p:nvPr/>
        </p:nvSpPr>
        <p:spPr bwMode="auto">
          <a:xfrm flipH="1">
            <a:off x="4173538" y="5310188"/>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73" name="Line 38">
            <a:extLst>
              <a:ext uri="{FF2B5EF4-FFF2-40B4-BE49-F238E27FC236}">
                <a16:creationId xmlns:a16="http://schemas.microsoft.com/office/drawing/2014/main" id="{58071256-8949-1D77-5375-E069EFD91246}"/>
              </a:ext>
            </a:extLst>
          </p:cNvPr>
          <p:cNvSpPr>
            <a:spLocks noChangeAspect="1" noChangeShapeType="1"/>
          </p:cNvSpPr>
          <p:nvPr/>
        </p:nvSpPr>
        <p:spPr bwMode="auto">
          <a:xfrm flipH="1">
            <a:off x="4173538" y="5586413"/>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74" name="Line 39">
            <a:extLst>
              <a:ext uri="{FF2B5EF4-FFF2-40B4-BE49-F238E27FC236}">
                <a16:creationId xmlns:a16="http://schemas.microsoft.com/office/drawing/2014/main" id="{0FD8CAD9-EE1A-4741-5A3C-664D1925F049}"/>
              </a:ext>
            </a:extLst>
          </p:cNvPr>
          <p:cNvSpPr>
            <a:spLocks noChangeAspect="1" noChangeShapeType="1"/>
          </p:cNvSpPr>
          <p:nvPr/>
        </p:nvSpPr>
        <p:spPr bwMode="auto">
          <a:xfrm flipH="1">
            <a:off x="4173538" y="5846763"/>
            <a:ext cx="17748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75" name="Rectangle 40">
            <a:extLst>
              <a:ext uri="{FF2B5EF4-FFF2-40B4-BE49-F238E27FC236}">
                <a16:creationId xmlns:a16="http://schemas.microsoft.com/office/drawing/2014/main" id="{5FA072BF-7DC4-9EBD-8243-D2A2A96A600B}"/>
              </a:ext>
            </a:extLst>
          </p:cNvPr>
          <p:cNvSpPr>
            <a:spLocks noChangeAspect="1" noChangeArrowheads="1"/>
          </p:cNvSpPr>
          <p:nvPr/>
        </p:nvSpPr>
        <p:spPr bwMode="auto">
          <a:xfrm>
            <a:off x="2838450" y="2940050"/>
            <a:ext cx="3349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loop</a:t>
            </a:r>
            <a:endParaRPr kumimoji="0" lang="en-CA" altLang="en-US" sz="2400">
              <a:latin typeface="Times New Roman" panose="02020603050405020304" pitchFamily="18" charset="0"/>
            </a:endParaRPr>
          </a:p>
        </p:txBody>
      </p:sp>
      <p:sp>
        <p:nvSpPr>
          <p:cNvPr id="142376" name="Rectangle 41">
            <a:extLst>
              <a:ext uri="{FF2B5EF4-FFF2-40B4-BE49-F238E27FC236}">
                <a16:creationId xmlns:a16="http://schemas.microsoft.com/office/drawing/2014/main" id="{56CCF365-A066-C258-DCF7-5B2E57C4F782}"/>
              </a:ext>
            </a:extLst>
          </p:cNvPr>
          <p:cNvSpPr>
            <a:spLocks noChangeAspect="1" noChangeArrowheads="1"/>
          </p:cNvSpPr>
          <p:nvPr/>
        </p:nvSpPr>
        <p:spPr bwMode="auto">
          <a:xfrm>
            <a:off x="2700338" y="2771775"/>
            <a:ext cx="6794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Program</a:t>
            </a:r>
            <a:endParaRPr kumimoji="0" lang="en-CA" altLang="en-US" sz="2400">
              <a:latin typeface="Times New Roman" panose="02020603050405020304" pitchFamily="18" charset="0"/>
            </a:endParaRPr>
          </a:p>
        </p:txBody>
      </p:sp>
      <p:sp>
        <p:nvSpPr>
          <p:cNvPr id="142377" name="Rectangle 42">
            <a:extLst>
              <a:ext uri="{FF2B5EF4-FFF2-40B4-BE49-F238E27FC236}">
                <a16:creationId xmlns:a16="http://schemas.microsoft.com/office/drawing/2014/main" id="{D31A3CDD-5EF2-B72D-754C-3EEDCC1A767F}"/>
              </a:ext>
            </a:extLst>
          </p:cNvPr>
          <p:cNvSpPr>
            <a:spLocks noChangeAspect="1" noChangeArrowheads="1"/>
          </p:cNvSpPr>
          <p:nvPr/>
        </p:nvSpPr>
        <p:spPr bwMode="auto">
          <a:xfrm>
            <a:off x="4333875" y="2420938"/>
            <a:ext cx="14525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Determine address of</a:t>
            </a:r>
            <a:endParaRPr kumimoji="0" lang="en-CA" altLang="en-US" sz="1200">
              <a:latin typeface="Times New Roman" panose="02020603050405020304" pitchFamily="18" charset="0"/>
            </a:endParaRPr>
          </a:p>
        </p:txBody>
      </p:sp>
      <p:sp>
        <p:nvSpPr>
          <p:cNvPr id="142378" name="Rectangle 43">
            <a:extLst>
              <a:ext uri="{FF2B5EF4-FFF2-40B4-BE49-F238E27FC236}">
                <a16:creationId xmlns:a16="http://schemas.microsoft.com/office/drawing/2014/main" id="{19F95B7E-0A38-0A24-6BA7-CFCE9A14F27E}"/>
              </a:ext>
            </a:extLst>
          </p:cNvPr>
          <p:cNvSpPr>
            <a:spLocks noChangeAspect="1" noChangeArrowheads="1"/>
          </p:cNvSpPr>
          <p:nvPr/>
        </p:nvSpPr>
        <p:spPr bwMode="auto">
          <a:xfrm>
            <a:off x="4333875" y="2617788"/>
            <a:ext cx="15684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"Next" number and add</a:t>
            </a:r>
            <a:endParaRPr kumimoji="0" lang="en-CA" altLang="en-US" sz="1200">
              <a:latin typeface="Times New Roman" panose="02020603050405020304" pitchFamily="18" charset="0"/>
            </a:endParaRPr>
          </a:p>
        </p:txBody>
      </p:sp>
      <p:sp>
        <p:nvSpPr>
          <p:cNvPr id="142379" name="Rectangle 44">
            <a:extLst>
              <a:ext uri="{FF2B5EF4-FFF2-40B4-BE49-F238E27FC236}">
                <a16:creationId xmlns:a16="http://schemas.microsoft.com/office/drawing/2014/main" id="{C425B50C-E41A-131E-63D6-41719A443E3E}"/>
              </a:ext>
            </a:extLst>
          </p:cNvPr>
          <p:cNvSpPr>
            <a:spLocks noChangeAspect="1" noChangeArrowheads="1"/>
          </p:cNvSpPr>
          <p:nvPr/>
        </p:nvSpPr>
        <p:spPr bwMode="auto">
          <a:xfrm>
            <a:off x="3562350" y="5081588"/>
            <a:ext cx="1285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a:t>
            </a:r>
            <a:endParaRPr kumimoji="0" lang="en-CA" altLang="en-US" sz="2400">
              <a:latin typeface="Times New Roman" panose="02020603050405020304" pitchFamily="18" charset="0"/>
            </a:endParaRPr>
          </a:p>
        </p:txBody>
      </p:sp>
      <p:sp>
        <p:nvSpPr>
          <p:cNvPr id="142380" name="Rectangle 45">
            <a:extLst>
              <a:ext uri="{FF2B5EF4-FFF2-40B4-BE49-F238E27FC236}">
                <a16:creationId xmlns:a16="http://schemas.microsoft.com/office/drawing/2014/main" id="{797D023F-D9B9-4602-F502-4AF7B8D68886}"/>
              </a:ext>
            </a:extLst>
          </p:cNvPr>
          <p:cNvSpPr>
            <a:spLocks noChangeAspect="1" noChangeArrowheads="1"/>
          </p:cNvSpPr>
          <p:nvPr/>
        </p:nvSpPr>
        <p:spPr bwMode="auto">
          <a:xfrm>
            <a:off x="3562350" y="4821238"/>
            <a:ext cx="3952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SUM</a:t>
            </a:r>
            <a:endParaRPr kumimoji="0" lang="en-CA" altLang="en-US" sz="2400">
              <a:latin typeface="Times New Roman" panose="02020603050405020304" pitchFamily="18" charset="0"/>
            </a:endParaRPr>
          </a:p>
        </p:txBody>
      </p:sp>
      <p:sp>
        <p:nvSpPr>
          <p:cNvPr id="142381" name="Rectangle 46">
            <a:extLst>
              <a:ext uri="{FF2B5EF4-FFF2-40B4-BE49-F238E27FC236}">
                <a16:creationId xmlns:a16="http://schemas.microsoft.com/office/drawing/2014/main" id="{39816D3C-8ADA-CE34-0629-B9A86A820F7A}"/>
              </a:ext>
            </a:extLst>
          </p:cNvPr>
          <p:cNvSpPr>
            <a:spLocks noChangeAspect="1" noChangeArrowheads="1"/>
          </p:cNvSpPr>
          <p:nvPr/>
        </p:nvSpPr>
        <p:spPr bwMode="auto">
          <a:xfrm>
            <a:off x="5030788" y="508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2382" name="Rectangle 47">
            <a:extLst>
              <a:ext uri="{FF2B5EF4-FFF2-40B4-BE49-F238E27FC236}">
                <a16:creationId xmlns:a16="http://schemas.microsoft.com/office/drawing/2014/main" id="{80E4EBF3-D05C-C4C3-7C11-A3EDE296C3F4}"/>
              </a:ext>
            </a:extLst>
          </p:cNvPr>
          <p:cNvSpPr>
            <a:spLocks noChangeAspect="1" noChangeArrowheads="1"/>
          </p:cNvSpPr>
          <p:nvPr/>
        </p:nvSpPr>
        <p:spPr bwMode="auto">
          <a:xfrm>
            <a:off x="5245100" y="2082800"/>
            <a:ext cx="2270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R0</a:t>
            </a:r>
            <a:endParaRPr kumimoji="0" lang="en-CA" altLang="en-US" sz="2400">
              <a:latin typeface="Times New Roman" panose="02020603050405020304" pitchFamily="18" charset="0"/>
            </a:endParaRPr>
          </a:p>
        </p:txBody>
      </p:sp>
      <p:sp>
        <p:nvSpPr>
          <p:cNvPr id="142383" name="Rectangle 48">
            <a:extLst>
              <a:ext uri="{FF2B5EF4-FFF2-40B4-BE49-F238E27FC236}">
                <a16:creationId xmlns:a16="http://schemas.microsoft.com/office/drawing/2014/main" id="{293E3B39-F090-FF4C-9931-D4237996A4AB}"/>
              </a:ext>
            </a:extLst>
          </p:cNvPr>
          <p:cNvSpPr>
            <a:spLocks noChangeAspect="1" noChangeArrowheads="1"/>
          </p:cNvSpPr>
          <p:nvPr/>
        </p:nvSpPr>
        <p:spPr bwMode="auto">
          <a:xfrm>
            <a:off x="4479925" y="2082800"/>
            <a:ext cx="4238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Clear</a:t>
            </a:r>
            <a:endParaRPr kumimoji="0" lang="en-CA" altLang="en-US" sz="2400">
              <a:latin typeface="Times New Roman" panose="02020603050405020304" pitchFamily="18" charset="0"/>
            </a:endParaRPr>
          </a:p>
        </p:txBody>
      </p:sp>
      <p:sp>
        <p:nvSpPr>
          <p:cNvPr id="142384" name="Freeform 49">
            <a:extLst>
              <a:ext uri="{FF2B5EF4-FFF2-40B4-BE49-F238E27FC236}">
                <a16:creationId xmlns:a16="http://schemas.microsoft.com/office/drawing/2014/main" id="{EB074ABF-447D-23D3-CD27-FF4D6945771A}"/>
              </a:ext>
            </a:extLst>
          </p:cNvPr>
          <p:cNvSpPr>
            <a:spLocks noChangeAspect="1"/>
          </p:cNvSpPr>
          <p:nvPr/>
        </p:nvSpPr>
        <p:spPr bwMode="auto">
          <a:xfrm>
            <a:off x="3409950" y="2327275"/>
            <a:ext cx="76200" cy="642938"/>
          </a:xfrm>
          <a:custGeom>
            <a:avLst/>
            <a:gdLst>
              <a:gd name="T0" fmla="*/ 2147483646 w 5"/>
              <a:gd name="T1" fmla="*/ 0 h 42"/>
              <a:gd name="T2" fmla="*/ 2147483646 w 5"/>
              <a:gd name="T3" fmla="*/ 2147483646 h 42"/>
              <a:gd name="T4" fmla="*/ 2147483646 w 5"/>
              <a:gd name="T5" fmla="*/ 2147483646 h 42"/>
              <a:gd name="T6" fmla="*/ 2147483646 w 5"/>
              <a:gd name="T7" fmla="*/ 2147483646 h 42"/>
              <a:gd name="T8" fmla="*/ 2147483646 w 5"/>
              <a:gd name="T9" fmla="*/ 2147483646 h 42"/>
              <a:gd name="T10" fmla="*/ 2147483646 w 5"/>
              <a:gd name="T11" fmla="*/ 2147483646 h 42"/>
              <a:gd name="T12" fmla="*/ 2147483646 w 5"/>
              <a:gd name="T13" fmla="*/ 2147483646 h 42"/>
              <a:gd name="T14" fmla="*/ 2147483646 w 5"/>
              <a:gd name="T15" fmla="*/ 2147483646 h 42"/>
              <a:gd name="T16" fmla="*/ 2147483646 w 5"/>
              <a:gd name="T17" fmla="*/ 2147483646 h 42"/>
              <a:gd name="T18" fmla="*/ 2147483646 w 5"/>
              <a:gd name="T19" fmla="*/ 2147483646 h 42"/>
              <a:gd name="T20" fmla="*/ 2147483646 w 5"/>
              <a:gd name="T21" fmla="*/ 2147483646 h 42"/>
              <a:gd name="T22" fmla="*/ 2147483646 w 5"/>
              <a:gd name="T23" fmla="*/ 2147483646 h 42"/>
              <a:gd name="T24" fmla="*/ 2147483646 w 5"/>
              <a:gd name="T25" fmla="*/ 2147483646 h 42"/>
              <a:gd name="T26" fmla="*/ 2147483646 w 5"/>
              <a:gd name="T27" fmla="*/ 2147483646 h 42"/>
              <a:gd name="T28" fmla="*/ 0 w 5"/>
              <a:gd name="T29" fmla="*/ 2147483646 h 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42"/>
              <a:gd name="T47" fmla="*/ 5 w 5"/>
              <a:gd name="T48" fmla="*/ 42 h 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42">
                <a:moveTo>
                  <a:pt x="5" y="0"/>
                </a:moveTo>
                <a:lnTo>
                  <a:pt x="4" y="1"/>
                </a:lnTo>
                <a:lnTo>
                  <a:pt x="3" y="1"/>
                </a:lnTo>
                <a:lnTo>
                  <a:pt x="3" y="2"/>
                </a:lnTo>
                <a:lnTo>
                  <a:pt x="2" y="2"/>
                </a:lnTo>
                <a:lnTo>
                  <a:pt x="2" y="3"/>
                </a:lnTo>
                <a:lnTo>
                  <a:pt x="2" y="10"/>
                </a:lnTo>
                <a:lnTo>
                  <a:pt x="2" y="21"/>
                </a:lnTo>
                <a:lnTo>
                  <a:pt x="2" y="31"/>
                </a:lnTo>
                <a:lnTo>
                  <a:pt x="2" y="39"/>
                </a:lnTo>
                <a:lnTo>
                  <a:pt x="2" y="40"/>
                </a:lnTo>
                <a:lnTo>
                  <a:pt x="2" y="41"/>
                </a:lnTo>
                <a:lnTo>
                  <a:pt x="1" y="41"/>
                </a:lnTo>
                <a:lnTo>
                  <a:pt x="0" y="42"/>
                </a:lnTo>
              </a:path>
            </a:pathLst>
          </a:custGeom>
          <a:noFill/>
          <a:ln w="1905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2385" name="Freeform 50">
            <a:extLst>
              <a:ext uri="{FF2B5EF4-FFF2-40B4-BE49-F238E27FC236}">
                <a16:creationId xmlns:a16="http://schemas.microsoft.com/office/drawing/2014/main" id="{42953C33-3A6C-B4E3-B703-A21611825AEC}"/>
              </a:ext>
            </a:extLst>
          </p:cNvPr>
          <p:cNvSpPr>
            <a:spLocks noChangeAspect="1"/>
          </p:cNvSpPr>
          <p:nvPr/>
        </p:nvSpPr>
        <p:spPr bwMode="auto">
          <a:xfrm>
            <a:off x="3409950" y="2970213"/>
            <a:ext cx="76200" cy="642937"/>
          </a:xfrm>
          <a:custGeom>
            <a:avLst/>
            <a:gdLst>
              <a:gd name="T0" fmla="*/ 2147483646 w 5"/>
              <a:gd name="T1" fmla="*/ 2147483646 h 42"/>
              <a:gd name="T2" fmla="*/ 2147483646 w 5"/>
              <a:gd name="T3" fmla="*/ 2147483646 h 42"/>
              <a:gd name="T4" fmla="*/ 2147483646 w 5"/>
              <a:gd name="T5" fmla="*/ 2147483646 h 42"/>
              <a:gd name="T6" fmla="*/ 2147483646 w 5"/>
              <a:gd name="T7" fmla="*/ 2147483646 h 42"/>
              <a:gd name="T8" fmla="*/ 2147483646 w 5"/>
              <a:gd name="T9" fmla="*/ 2147483646 h 42"/>
              <a:gd name="T10" fmla="*/ 2147483646 w 5"/>
              <a:gd name="T11" fmla="*/ 2147483646 h 42"/>
              <a:gd name="T12" fmla="*/ 2147483646 w 5"/>
              <a:gd name="T13" fmla="*/ 2147483646 h 42"/>
              <a:gd name="T14" fmla="*/ 2147483646 w 5"/>
              <a:gd name="T15" fmla="*/ 2147483646 h 42"/>
              <a:gd name="T16" fmla="*/ 2147483646 w 5"/>
              <a:gd name="T17" fmla="*/ 2147483646 h 42"/>
              <a:gd name="T18" fmla="*/ 2147483646 w 5"/>
              <a:gd name="T19" fmla="*/ 2147483646 h 42"/>
              <a:gd name="T20" fmla="*/ 2147483646 w 5"/>
              <a:gd name="T21" fmla="*/ 2147483646 h 42"/>
              <a:gd name="T22" fmla="*/ 2147483646 w 5"/>
              <a:gd name="T23" fmla="*/ 2147483646 h 42"/>
              <a:gd name="T24" fmla="*/ 2147483646 w 5"/>
              <a:gd name="T25" fmla="*/ 2147483646 h 42"/>
              <a:gd name="T26" fmla="*/ 0 w 5"/>
              <a:gd name="T27" fmla="*/ 0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42"/>
              <a:gd name="T44" fmla="*/ 5 w 5"/>
              <a:gd name="T45" fmla="*/ 42 h 4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42">
                <a:moveTo>
                  <a:pt x="5" y="42"/>
                </a:moveTo>
                <a:lnTo>
                  <a:pt x="4" y="41"/>
                </a:lnTo>
                <a:lnTo>
                  <a:pt x="3" y="40"/>
                </a:lnTo>
                <a:lnTo>
                  <a:pt x="2" y="40"/>
                </a:lnTo>
                <a:lnTo>
                  <a:pt x="2" y="39"/>
                </a:lnTo>
                <a:lnTo>
                  <a:pt x="2" y="31"/>
                </a:lnTo>
                <a:lnTo>
                  <a:pt x="2" y="21"/>
                </a:lnTo>
                <a:lnTo>
                  <a:pt x="2" y="10"/>
                </a:lnTo>
                <a:lnTo>
                  <a:pt x="2" y="3"/>
                </a:lnTo>
                <a:lnTo>
                  <a:pt x="2" y="2"/>
                </a:lnTo>
                <a:lnTo>
                  <a:pt x="2" y="1"/>
                </a:lnTo>
                <a:lnTo>
                  <a:pt x="1" y="1"/>
                </a:lnTo>
                <a:lnTo>
                  <a:pt x="0" y="0"/>
                </a:lnTo>
              </a:path>
            </a:pathLst>
          </a:custGeom>
          <a:noFill/>
          <a:ln w="1905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2386" name="Freeform 51">
            <a:extLst>
              <a:ext uri="{FF2B5EF4-FFF2-40B4-BE49-F238E27FC236}">
                <a16:creationId xmlns:a16="http://schemas.microsoft.com/office/drawing/2014/main" id="{766F9FED-14CF-2486-D292-40EDA1C9ACE7}"/>
              </a:ext>
            </a:extLst>
          </p:cNvPr>
          <p:cNvSpPr>
            <a:spLocks noChangeAspect="1"/>
          </p:cNvSpPr>
          <p:nvPr/>
        </p:nvSpPr>
        <p:spPr bwMode="auto">
          <a:xfrm>
            <a:off x="5062538" y="4362450"/>
            <a:ext cx="14287"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2387" name="Freeform 52">
            <a:extLst>
              <a:ext uri="{FF2B5EF4-FFF2-40B4-BE49-F238E27FC236}">
                <a16:creationId xmlns:a16="http://schemas.microsoft.com/office/drawing/2014/main" id="{C3D1CFA2-B1B9-3DDD-1E9A-1DC27DD55D2A}"/>
              </a:ext>
            </a:extLst>
          </p:cNvPr>
          <p:cNvSpPr>
            <a:spLocks noChangeAspect="1"/>
          </p:cNvSpPr>
          <p:nvPr/>
        </p:nvSpPr>
        <p:spPr bwMode="auto">
          <a:xfrm>
            <a:off x="5062538" y="4470400"/>
            <a:ext cx="14287" cy="14288"/>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2388" name="Freeform 53">
            <a:extLst>
              <a:ext uri="{FF2B5EF4-FFF2-40B4-BE49-F238E27FC236}">
                <a16:creationId xmlns:a16="http://schemas.microsoft.com/office/drawing/2014/main" id="{6A8892E6-0524-BCEF-9D60-9FEF1E958EAA}"/>
              </a:ext>
            </a:extLst>
          </p:cNvPr>
          <p:cNvSpPr>
            <a:spLocks noChangeAspect="1"/>
          </p:cNvSpPr>
          <p:nvPr/>
        </p:nvSpPr>
        <p:spPr bwMode="auto">
          <a:xfrm>
            <a:off x="5062538" y="4576763"/>
            <a:ext cx="14287"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2389" name="Freeform 54">
            <a:extLst>
              <a:ext uri="{FF2B5EF4-FFF2-40B4-BE49-F238E27FC236}">
                <a16:creationId xmlns:a16="http://schemas.microsoft.com/office/drawing/2014/main" id="{6DE0C949-26A1-7B71-780E-56741DDF7704}"/>
              </a:ext>
            </a:extLst>
          </p:cNvPr>
          <p:cNvSpPr>
            <a:spLocks noChangeAspect="1"/>
          </p:cNvSpPr>
          <p:nvPr/>
        </p:nvSpPr>
        <p:spPr bwMode="auto">
          <a:xfrm>
            <a:off x="5062538" y="6061075"/>
            <a:ext cx="14287" cy="14288"/>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2390" name="Freeform 55">
            <a:extLst>
              <a:ext uri="{FF2B5EF4-FFF2-40B4-BE49-F238E27FC236}">
                <a16:creationId xmlns:a16="http://schemas.microsoft.com/office/drawing/2014/main" id="{BE9EB10E-9EEB-F852-EF63-7DA75AED5A11}"/>
              </a:ext>
            </a:extLst>
          </p:cNvPr>
          <p:cNvSpPr>
            <a:spLocks noChangeAspect="1"/>
          </p:cNvSpPr>
          <p:nvPr/>
        </p:nvSpPr>
        <p:spPr bwMode="auto">
          <a:xfrm>
            <a:off x="5062538" y="6153150"/>
            <a:ext cx="14287" cy="14288"/>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2391" name="Freeform 56">
            <a:extLst>
              <a:ext uri="{FF2B5EF4-FFF2-40B4-BE49-F238E27FC236}">
                <a16:creationId xmlns:a16="http://schemas.microsoft.com/office/drawing/2014/main" id="{3A0D8B2D-4A2D-0F9F-A17C-A8C1C2BB2165}"/>
              </a:ext>
            </a:extLst>
          </p:cNvPr>
          <p:cNvSpPr>
            <a:spLocks noChangeAspect="1"/>
          </p:cNvSpPr>
          <p:nvPr/>
        </p:nvSpPr>
        <p:spPr bwMode="auto">
          <a:xfrm>
            <a:off x="5062538" y="6259513"/>
            <a:ext cx="14287"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2392" name="Rectangle 57">
            <a:extLst>
              <a:ext uri="{FF2B5EF4-FFF2-40B4-BE49-F238E27FC236}">
                <a16:creationId xmlns:a16="http://schemas.microsoft.com/office/drawing/2014/main" id="{32AE7CCF-5399-C26D-5DF2-869C69A16E13}"/>
              </a:ext>
            </a:extLst>
          </p:cNvPr>
          <p:cNvSpPr>
            <a:spLocks noChangeAspect="1" noChangeArrowheads="1"/>
          </p:cNvSpPr>
          <p:nvPr/>
        </p:nvSpPr>
        <p:spPr bwMode="auto">
          <a:xfrm>
            <a:off x="4427538" y="3413125"/>
            <a:ext cx="812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b="1">
                <a:latin typeface="Nimbus Roman No9 L" charset="0"/>
              </a:rPr>
              <a:t>Branch&gt;0</a:t>
            </a:r>
            <a:endParaRPr kumimoji="0" lang="en-CA" altLang="en-US" sz="2400" b="1">
              <a:latin typeface="Times New Roman" panose="02020603050405020304" pitchFamily="18" charset="0"/>
            </a:endParaRPr>
          </a:p>
        </p:txBody>
      </p:sp>
      <p:sp>
        <p:nvSpPr>
          <p:cNvPr id="142393" name="Text Box 58">
            <a:extLst>
              <a:ext uri="{FF2B5EF4-FFF2-40B4-BE49-F238E27FC236}">
                <a16:creationId xmlns:a16="http://schemas.microsoft.com/office/drawing/2014/main" id="{278078E4-376E-00A2-9039-B1EABA1F4A81}"/>
              </a:ext>
            </a:extLst>
          </p:cNvPr>
          <p:cNvSpPr txBox="1">
            <a:spLocks noChangeAspect="1" noChangeArrowheads="1"/>
          </p:cNvSpPr>
          <p:nvPr/>
        </p:nvSpPr>
        <p:spPr bwMode="auto">
          <a:xfrm>
            <a:off x="4978400" y="4189413"/>
            <a:ext cx="3079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p:txBody>
      </p:sp>
      <p:sp>
        <p:nvSpPr>
          <p:cNvPr id="142394" name="Text Box 59">
            <a:extLst>
              <a:ext uri="{FF2B5EF4-FFF2-40B4-BE49-F238E27FC236}">
                <a16:creationId xmlns:a16="http://schemas.microsoft.com/office/drawing/2014/main" id="{F77B4A8F-0BEA-11D9-01BA-455DEBE4250F}"/>
              </a:ext>
            </a:extLst>
          </p:cNvPr>
          <p:cNvSpPr txBox="1">
            <a:spLocks noChangeAspect="1" noChangeArrowheads="1"/>
          </p:cNvSpPr>
          <p:nvPr/>
        </p:nvSpPr>
        <p:spPr bwMode="auto">
          <a:xfrm>
            <a:off x="4978400" y="5870575"/>
            <a:ext cx="3079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p:txBody>
      </p:sp>
      <p:sp>
        <p:nvSpPr>
          <p:cNvPr id="142395" name="Line 60">
            <a:extLst>
              <a:ext uri="{FF2B5EF4-FFF2-40B4-BE49-F238E27FC236}">
                <a16:creationId xmlns:a16="http://schemas.microsoft.com/office/drawing/2014/main" id="{4AF2A107-A6D5-9DC9-92A0-9ABBF0A34DBB}"/>
              </a:ext>
            </a:extLst>
          </p:cNvPr>
          <p:cNvSpPr>
            <a:spLocks noChangeAspect="1" noChangeShapeType="1"/>
          </p:cNvSpPr>
          <p:nvPr/>
        </p:nvSpPr>
        <p:spPr bwMode="auto">
          <a:xfrm flipH="1">
            <a:off x="4173538" y="6459538"/>
            <a:ext cx="17748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2396" name="Freeform 63">
            <a:extLst>
              <a:ext uri="{FF2B5EF4-FFF2-40B4-BE49-F238E27FC236}">
                <a16:creationId xmlns:a16="http://schemas.microsoft.com/office/drawing/2014/main" id="{EFF61B7A-5357-A502-9F5C-0B84E4F6305A}"/>
              </a:ext>
            </a:extLst>
          </p:cNvPr>
          <p:cNvSpPr>
            <a:spLocks/>
          </p:cNvSpPr>
          <p:nvPr/>
        </p:nvSpPr>
        <p:spPr bwMode="auto">
          <a:xfrm>
            <a:off x="3781425" y="2565400"/>
            <a:ext cx="360363" cy="976313"/>
          </a:xfrm>
          <a:custGeom>
            <a:avLst/>
            <a:gdLst>
              <a:gd name="T0" fmla="*/ 2147483646 w 227"/>
              <a:gd name="T1" fmla="*/ 2147483646 h 546"/>
              <a:gd name="T2" fmla="*/ 2147483646 w 227"/>
              <a:gd name="T3" fmla="*/ 2147483646 h 546"/>
              <a:gd name="T4" fmla="*/ 0 w 227"/>
              <a:gd name="T5" fmla="*/ 0 h 546"/>
              <a:gd name="T6" fmla="*/ 0 60000 65536"/>
              <a:gd name="T7" fmla="*/ 0 60000 65536"/>
              <a:gd name="T8" fmla="*/ 0 60000 65536"/>
              <a:gd name="T9" fmla="*/ 0 w 227"/>
              <a:gd name="T10" fmla="*/ 0 h 546"/>
              <a:gd name="T11" fmla="*/ 227 w 227"/>
              <a:gd name="T12" fmla="*/ 546 h 546"/>
            </a:gdLst>
            <a:ahLst/>
            <a:cxnLst>
              <a:cxn ang="T6">
                <a:pos x="T0" y="T1"/>
              </a:cxn>
              <a:cxn ang="T7">
                <a:pos x="T2" y="T3"/>
              </a:cxn>
              <a:cxn ang="T8">
                <a:pos x="T4" y="T5"/>
              </a:cxn>
            </a:cxnLst>
            <a:rect l="T9" t="T10" r="T11" b="T12"/>
            <a:pathLst>
              <a:path w="227" h="546">
                <a:moveTo>
                  <a:pt x="227" y="544"/>
                </a:moveTo>
                <a:lnTo>
                  <a:pt x="3" y="546"/>
                </a:lnTo>
                <a:lnTo>
                  <a:pt x="0" y="0"/>
                </a:ln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n-MY"/>
          </a:p>
        </p:txBody>
      </p:sp>
      <p:sp>
        <p:nvSpPr>
          <p:cNvPr id="8" name="TextBox 7">
            <a:extLst>
              <a:ext uri="{FF2B5EF4-FFF2-40B4-BE49-F238E27FC236}">
                <a16:creationId xmlns:a16="http://schemas.microsoft.com/office/drawing/2014/main" id="{E2A955D1-8A0A-ACD0-6C29-3677F1499BE4}"/>
              </a:ext>
            </a:extLst>
          </p:cNvPr>
          <p:cNvSpPr txBox="1"/>
          <p:nvPr/>
        </p:nvSpPr>
        <p:spPr>
          <a:xfrm>
            <a:off x="6145414" y="2516158"/>
            <a:ext cx="2691998" cy="400110"/>
          </a:xfrm>
          <a:prstGeom prst="rect">
            <a:avLst/>
          </a:prstGeom>
          <a:noFill/>
        </p:spPr>
        <p:txBody>
          <a:bodyPr wrap="square">
            <a:spAutoFit/>
          </a:bodyPr>
          <a:lstStyle/>
          <a:p>
            <a:r>
              <a:rPr lang="en-MY" dirty="0"/>
              <a:t>Addition happens here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pic>
        <p:nvPicPr>
          <p:cNvPr id="143362" name="Picture 2">
            <a:extLst>
              <a:ext uri="{FF2B5EF4-FFF2-40B4-BE49-F238E27FC236}">
                <a16:creationId xmlns:a16="http://schemas.microsoft.com/office/drawing/2014/main" id="{19CECF6E-F138-33EF-54C0-3F5714657E38}"/>
              </a:ext>
            </a:extLst>
          </p:cNvPr>
          <p:cNvPicPr>
            <a:picLocks noChangeAspect="1"/>
          </p:cNvPicPr>
          <p:nvPr/>
        </p:nvPicPr>
        <p:blipFill>
          <a:blip r:embed="rId3">
            <a:extLst>
              <a:ext uri="{28A0092B-C50C-407E-A947-70E740481C1C}">
                <a14:useLocalDpi xmlns:a14="http://schemas.microsoft.com/office/drawing/2010/main" val="0"/>
              </a:ext>
            </a:extLst>
          </a:blip>
          <a:srcRect l="7277" t="27142" r="7544" b="16251"/>
          <a:stretch>
            <a:fillRect/>
          </a:stretch>
        </p:blipFill>
        <p:spPr bwMode="auto">
          <a:xfrm>
            <a:off x="6037263" y="44450"/>
            <a:ext cx="303530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3" name="Rectangle 2">
            <a:extLst>
              <a:ext uri="{FF2B5EF4-FFF2-40B4-BE49-F238E27FC236}">
                <a16:creationId xmlns:a16="http://schemas.microsoft.com/office/drawing/2014/main" id="{C678B52F-25BA-6577-578C-B3C6A85342CE}"/>
              </a:ext>
            </a:extLst>
          </p:cNvPr>
          <p:cNvSpPr>
            <a:spLocks noGrp="1" noChangeArrowheads="1"/>
          </p:cNvSpPr>
          <p:nvPr>
            <p:ph type="title"/>
          </p:nvPr>
        </p:nvSpPr>
        <p:spPr/>
        <p:txBody>
          <a:bodyPr/>
          <a:lstStyle/>
          <a:p>
            <a:r>
              <a:rPr lang="en-US" altLang="en-US">
                <a:solidFill>
                  <a:schemeClr val="bg2"/>
                </a:solidFill>
              </a:rPr>
              <a:t>No branching vs</a:t>
            </a:r>
            <a:br>
              <a:rPr lang="en-US" altLang="en-US">
                <a:solidFill>
                  <a:schemeClr val="bg2"/>
                </a:solidFill>
              </a:rPr>
            </a:br>
            <a:r>
              <a:rPr lang="en-US" altLang="en-US">
                <a:solidFill>
                  <a:schemeClr val="bg2"/>
                </a:solidFill>
              </a:rPr>
              <a:t>branching</a:t>
            </a:r>
          </a:p>
        </p:txBody>
      </p:sp>
      <p:sp>
        <p:nvSpPr>
          <p:cNvPr id="133124" name="Rectangle 54">
            <a:extLst>
              <a:ext uri="{FF2B5EF4-FFF2-40B4-BE49-F238E27FC236}">
                <a16:creationId xmlns:a16="http://schemas.microsoft.com/office/drawing/2014/main" id="{D69110AD-6D3F-916D-E0C4-F2BBEB881BFC}"/>
              </a:ext>
            </a:extLst>
          </p:cNvPr>
          <p:cNvSpPr>
            <a:spLocks noChangeArrowheads="1"/>
          </p:cNvSpPr>
          <p:nvPr/>
        </p:nvSpPr>
        <p:spPr bwMode="auto">
          <a:xfrm>
            <a:off x="179388" y="1700213"/>
            <a:ext cx="8785225" cy="5041900"/>
          </a:xfrm>
          <a:prstGeom prst="rect">
            <a:avLst/>
          </a:prstGeom>
          <a:solidFill>
            <a:schemeClr val="bg1">
              <a:lumMod val="95000"/>
            </a:schemeClr>
          </a:solidFill>
          <a:ln>
            <a:noFill/>
          </a:ln>
        </p:spPr>
        <p:txBody>
          <a:bodyPr>
            <a:spAutoFit/>
          </a:bodyPr>
          <a:lstStyle>
            <a:lvl1pPr>
              <a:defRPr sz="2000">
                <a:solidFill>
                  <a:srgbClr val="000000"/>
                </a:solidFill>
                <a:latin typeface="Nimbus Roman No9 L" charset="0"/>
              </a:defRPr>
            </a:lvl1pPr>
            <a:lvl2pPr marL="742950" indent="-285750">
              <a:defRPr sz="2000">
                <a:solidFill>
                  <a:srgbClr val="000000"/>
                </a:solidFill>
                <a:latin typeface="Nimbus Roman No9 L" charset="0"/>
              </a:defRPr>
            </a:lvl2pPr>
            <a:lvl3pPr marL="1143000" indent="-228600">
              <a:defRPr sz="2000">
                <a:solidFill>
                  <a:srgbClr val="000000"/>
                </a:solidFill>
                <a:latin typeface="Nimbus Roman No9 L" charset="0"/>
              </a:defRPr>
            </a:lvl3pPr>
            <a:lvl4pPr marL="1600200" indent="-228600">
              <a:defRPr sz="2000">
                <a:solidFill>
                  <a:srgbClr val="000000"/>
                </a:solidFill>
                <a:latin typeface="Nimbus Roman No9 L" charset="0"/>
              </a:defRPr>
            </a:lvl4pPr>
            <a:lvl5pPr marL="2057400" indent="-228600">
              <a:defRPr sz="2000">
                <a:solidFill>
                  <a:srgbClr val="000000"/>
                </a:solidFill>
                <a:latin typeface="Nimbus Roman No9 L" charset="0"/>
              </a:defRPr>
            </a:lvl5pPr>
            <a:lvl6pPr marL="2514600" indent="-228600" eaLnBrk="0" fontAlgn="base" hangingPunct="0">
              <a:spcBef>
                <a:spcPct val="0"/>
              </a:spcBef>
              <a:spcAft>
                <a:spcPct val="0"/>
              </a:spcAft>
              <a:defRPr sz="2000">
                <a:solidFill>
                  <a:srgbClr val="000000"/>
                </a:solidFill>
                <a:latin typeface="Nimbus Roman No9 L" charset="0"/>
              </a:defRPr>
            </a:lvl6pPr>
            <a:lvl7pPr marL="2971800" indent="-228600" eaLnBrk="0" fontAlgn="base" hangingPunct="0">
              <a:spcBef>
                <a:spcPct val="0"/>
              </a:spcBef>
              <a:spcAft>
                <a:spcPct val="0"/>
              </a:spcAft>
              <a:defRPr sz="2000">
                <a:solidFill>
                  <a:srgbClr val="000000"/>
                </a:solidFill>
                <a:latin typeface="Nimbus Roman No9 L" charset="0"/>
              </a:defRPr>
            </a:lvl7pPr>
            <a:lvl8pPr marL="3429000" indent="-228600" eaLnBrk="0" fontAlgn="base" hangingPunct="0">
              <a:spcBef>
                <a:spcPct val="0"/>
              </a:spcBef>
              <a:spcAft>
                <a:spcPct val="0"/>
              </a:spcAft>
              <a:defRPr sz="2000">
                <a:solidFill>
                  <a:srgbClr val="000000"/>
                </a:solidFill>
                <a:latin typeface="Nimbus Roman No9 L" charset="0"/>
              </a:defRPr>
            </a:lvl8pPr>
            <a:lvl9pPr marL="3886200" indent="-228600" eaLnBrk="0" fontAlgn="base" hangingPunct="0">
              <a:spcBef>
                <a:spcPct val="0"/>
              </a:spcBef>
              <a:spcAft>
                <a:spcPct val="0"/>
              </a:spcAft>
              <a:defRPr sz="2000">
                <a:solidFill>
                  <a:srgbClr val="000000"/>
                </a:solidFill>
                <a:latin typeface="Nimbus Roman No9 L" charset="0"/>
              </a:defRPr>
            </a:lvl9pPr>
          </a:lstStyle>
          <a:p>
            <a:pPr eaLnBrk="1" hangingPunct="1">
              <a:lnSpc>
                <a:spcPct val="20000"/>
              </a:lnSpc>
              <a:spcBef>
                <a:spcPct val="50000"/>
              </a:spcBef>
              <a:defRPr/>
            </a:pPr>
            <a:endParaRPr lang="en-MY" altLang="en-US"/>
          </a:p>
        </p:txBody>
      </p:sp>
      <p:sp>
        <p:nvSpPr>
          <p:cNvPr id="143365" name="Rectangle 4">
            <a:extLst>
              <a:ext uri="{FF2B5EF4-FFF2-40B4-BE49-F238E27FC236}">
                <a16:creationId xmlns:a16="http://schemas.microsoft.com/office/drawing/2014/main" id="{FC94746B-174E-3F62-9150-90E8C2194F11}"/>
              </a:ext>
            </a:extLst>
          </p:cNvPr>
          <p:cNvSpPr>
            <a:spLocks noChangeAspect="1" noChangeArrowheads="1"/>
          </p:cNvSpPr>
          <p:nvPr/>
        </p:nvSpPr>
        <p:spPr bwMode="auto">
          <a:xfrm>
            <a:off x="1023938" y="6342063"/>
            <a:ext cx="404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a:t>
            </a:r>
            <a:endParaRPr kumimoji="0" lang="en-CA" altLang="en-US" sz="2400">
              <a:latin typeface="Times New Roman" panose="02020603050405020304" pitchFamily="18" charset="0"/>
            </a:endParaRPr>
          </a:p>
        </p:txBody>
      </p:sp>
      <p:sp>
        <p:nvSpPr>
          <p:cNvPr id="143366" name="Rectangle 5">
            <a:extLst>
              <a:ext uri="{FF2B5EF4-FFF2-40B4-BE49-F238E27FC236}">
                <a16:creationId xmlns:a16="http://schemas.microsoft.com/office/drawing/2014/main" id="{ADE8B44E-5972-8273-4344-0CF423B48980}"/>
              </a:ext>
            </a:extLst>
          </p:cNvPr>
          <p:cNvSpPr>
            <a:spLocks noChangeAspect="1" noChangeArrowheads="1"/>
          </p:cNvSpPr>
          <p:nvPr/>
        </p:nvSpPr>
        <p:spPr bwMode="auto">
          <a:xfrm>
            <a:off x="1449388" y="63420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3367" name="Rectangle 6">
            <a:extLst>
              <a:ext uri="{FF2B5EF4-FFF2-40B4-BE49-F238E27FC236}">
                <a16:creationId xmlns:a16="http://schemas.microsoft.com/office/drawing/2014/main" id="{9A1FBE93-DCAC-35BA-B601-41FD780D1BF2}"/>
              </a:ext>
            </a:extLst>
          </p:cNvPr>
          <p:cNvSpPr>
            <a:spLocks noChangeAspect="1" noChangeArrowheads="1"/>
          </p:cNvSpPr>
          <p:nvPr/>
        </p:nvSpPr>
        <p:spPr bwMode="auto">
          <a:xfrm>
            <a:off x="1023938" y="5429250"/>
            <a:ext cx="503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NUM2</a:t>
            </a:r>
            <a:endParaRPr kumimoji="0" lang="en-CA" altLang="en-US" sz="2400">
              <a:latin typeface="Times New Roman" panose="02020603050405020304" pitchFamily="18" charset="0"/>
            </a:endParaRPr>
          </a:p>
        </p:txBody>
      </p:sp>
      <p:sp>
        <p:nvSpPr>
          <p:cNvPr id="143368" name="Rectangle 7">
            <a:extLst>
              <a:ext uri="{FF2B5EF4-FFF2-40B4-BE49-F238E27FC236}">
                <a16:creationId xmlns:a16="http://schemas.microsoft.com/office/drawing/2014/main" id="{7D9162E1-6D2C-826A-D489-CE0A4B1A7A31}"/>
              </a:ext>
            </a:extLst>
          </p:cNvPr>
          <p:cNvSpPr>
            <a:spLocks noChangeAspect="1" noChangeArrowheads="1"/>
          </p:cNvSpPr>
          <p:nvPr/>
        </p:nvSpPr>
        <p:spPr bwMode="auto">
          <a:xfrm>
            <a:off x="1023938" y="5138738"/>
            <a:ext cx="503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NUM1</a:t>
            </a:r>
            <a:endParaRPr kumimoji="0" lang="en-CA" altLang="en-US" sz="2400">
              <a:latin typeface="Times New Roman" panose="02020603050405020304" pitchFamily="18" charset="0"/>
            </a:endParaRPr>
          </a:p>
        </p:txBody>
      </p:sp>
      <p:sp>
        <p:nvSpPr>
          <p:cNvPr id="143369" name="Rectangle 8">
            <a:extLst>
              <a:ext uri="{FF2B5EF4-FFF2-40B4-BE49-F238E27FC236}">
                <a16:creationId xmlns:a16="http://schemas.microsoft.com/office/drawing/2014/main" id="{455E19DF-DE7E-BDF7-7338-D0D1469C7728}"/>
              </a:ext>
            </a:extLst>
          </p:cNvPr>
          <p:cNvSpPr>
            <a:spLocks noChangeAspect="1" noChangeArrowheads="1"/>
          </p:cNvSpPr>
          <p:nvPr/>
        </p:nvSpPr>
        <p:spPr bwMode="auto">
          <a:xfrm>
            <a:off x="2498725" y="3681413"/>
            <a:ext cx="6715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R0,SUM</a:t>
            </a:r>
            <a:endParaRPr kumimoji="0" lang="en-CA" altLang="en-US" sz="2400">
              <a:latin typeface="Times New Roman" panose="02020603050405020304" pitchFamily="18" charset="0"/>
            </a:endParaRPr>
          </a:p>
        </p:txBody>
      </p:sp>
      <p:sp>
        <p:nvSpPr>
          <p:cNvPr id="143370" name="Rectangle 9">
            <a:extLst>
              <a:ext uri="{FF2B5EF4-FFF2-40B4-BE49-F238E27FC236}">
                <a16:creationId xmlns:a16="http://schemas.microsoft.com/office/drawing/2014/main" id="{38BC524D-F90E-0CF5-3861-FFBB49468DA4}"/>
              </a:ext>
            </a:extLst>
          </p:cNvPr>
          <p:cNvSpPr>
            <a:spLocks noChangeAspect="1" noChangeArrowheads="1"/>
          </p:cNvSpPr>
          <p:nvPr/>
        </p:nvSpPr>
        <p:spPr bwMode="auto">
          <a:xfrm>
            <a:off x="2498725" y="3390900"/>
            <a:ext cx="4048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a:t>
            </a:r>
            <a:endParaRPr kumimoji="0" lang="en-CA" altLang="en-US" sz="2400">
              <a:latin typeface="Times New Roman" panose="02020603050405020304" pitchFamily="18" charset="0"/>
            </a:endParaRPr>
          </a:p>
        </p:txBody>
      </p:sp>
      <p:sp>
        <p:nvSpPr>
          <p:cNvPr id="143371" name="Rectangle 10">
            <a:extLst>
              <a:ext uri="{FF2B5EF4-FFF2-40B4-BE49-F238E27FC236}">
                <a16:creationId xmlns:a16="http://schemas.microsoft.com/office/drawing/2014/main" id="{D4B50900-78C3-27AA-BDA8-816F16E609F9}"/>
              </a:ext>
            </a:extLst>
          </p:cNvPr>
          <p:cNvSpPr>
            <a:spLocks noChangeAspect="1" noChangeArrowheads="1"/>
          </p:cNvSpPr>
          <p:nvPr/>
        </p:nvSpPr>
        <p:spPr bwMode="auto">
          <a:xfrm>
            <a:off x="2890838" y="33909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3372" name="Rectangle 11">
            <a:extLst>
              <a:ext uri="{FF2B5EF4-FFF2-40B4-BE49-F238E27FC236}">
                <a16:creationId xmlns:a16="http://schemas.microsoft.com/office/drawing/2014/main" id="{E4FEE978-1395-5535-0F17-06FD58E45FD2}"/>
              </a:ext>
            </a:extLst>
          </p:cNvPr>
          <p:cNvSpPr>
            <a:spLocks noChangeAspect="1" noChangeArrowheads="1"/>
          </p:cNvSpPr>
          <p:nvPr/>
        </p:nvSpPr>
        <p:spPr bwMode="auto">
          <a:xfrm>
            <a:off x="3000375" y="3390900"/>
            <a:ext cx="2762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,R0</a:t>
            </a:r>
            <a:endParaRPr kumimoji="0" lang="en-CA" altLang="en-US" sz="2400">
              <a:latin typeface="Times New Roman" panose="02020603050405020304" pitchFamily="18" charset="0"/>
            </a:endParaRPr>
          </a:p>
        </p:txBody>
      </p:sp>
      <p:sp>
        <p:nvSpPr>
          <p:cNvPr id="143373" name="Rectangle 12">
            <a:extLst>
              <a:ext uri="{FF2B5EF4-FFF2-40B4-BE49-F238E27FC236}">
                <a16:creationId xmlns:a16="http://schemas.microsoft.com/office/drawing/2014/main" id="{39AE48A8-0906-50CC-9AC9-F9C460E0E1EC}"/>
              </a:ext>
            </a:extLst>
          </p:cNvPr>
          <p:cNvSpPr>
            <a:spLocks noChangeAspect="1" noChangeArrowheads="1"/>
          </p:cNvSpPr>
          <p:nvPr/>
        </p:nvSpPr>
        <p:spPr bwMode="auto">
          <a:xfrm>
            <a:off x="2498725" y="2479675"/>
            <a:ext cx="7794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NUM3,R0</a:t>
            </a:r>
            <a:endParaRPr kumimoji="0" lang="en-CA" altLang="en-US" sz="2400">
              <a:latin typeface="Times New Roman" panose="02020603050405020304" pitchFamily="18" charset="0"/>
            </a:endParaRPr>
          </a:p>
        </p:txBody>
      </p:sp>
      <p:sp>
        <p:nvSpPr>
          <p:cNvPr id="143374" name="Rectangle 13">
            <a:extLst>
              <a:ext uri="{FF2B5EF4-FFF2-40B4-BE49-F238E27FC236}">
                <a16:creationId xmlns:a16="http://schemas.microsoft.com/office/drawing/2014/main" id="{CAD2083F-F4C7-D18B-4F2D-82A13292C203}"/>
              </a:ext>
            </a:extLst>
          </p:cNvPr>
          <p:cNvSpPr>
            <a:spLocks noChangeAspect="1" noChangeArrowheads="1"/>
          </p:cNvSpPr>
          <p:nvPr/>
        </p:nvSpPr>
        <p:spPr bwMode="auto">
          <a:xfrm>
            <a:off x="2498725" y="2206625"/>
            <a:ext cx="7794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NUM2,R0</a:t>
            </a:r>
            <a:endParaRPr kumimoji="0" lang="en-CA" altLang="en-US" sz="2400">
              <a:latin typeface="Times New Roman" panose="02020603050405020304" pitchFamily="18" charset="0"/>
            </a:endParaRPr>
          </a:p>
        </p:txBody>
      </p:sp>
      <p:sp>
        <p:nvSpPr>
          <p:cNvPr id="143375" name="Rectangle 14">
            <a:extLst>
              <a:ext uri="{FF2B5EF4-FFF2-40B4-BE49-F238E27FC236}">
                <a16:creationId xmlns:a16="http://schemas.microsoft.com/office/drawing/2014/main" id="{F74530A8-B738-A69F-3F0F-5F87CBC82442}"/>
              </a:ext>
            </a:extLst>
          </p:cNvPr>
          <p:cNvSpPr>
            <a:spLocks noChangeAspect="1" noChangeArrowheads="1"/>
          </p:cNvSpPr>
          <p:nvPr/>
        </p:nvSpPr>
        <p:spPr bwMode="auto">
          <a:xfrm>
            <a:off x="2498725" y="1919288"/>
            <a:ext cx="7794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NUM1,R0</a:t>
            </a:r>
            <a:endParaRPr kumimoji="0" lang="en-CA" altLang="en-US" sz="2400">
              <a:latin typeface="Times New Roman" panose="02020603050405020304" pitchFamily="18" charset="0"/>
            </a:endParaRPr>
          </a:p>
        </p:txBody>
      </p:sp>
      <p:sp>
        <p:nvSpPr>
          <p:cNvPr id="143376" name="Rectangle 16">
            <a:extLst>
              <a:ext uri="{FF2B5EF4-FFF2-40B4-BE49-F238E27FC236}">
                <a16:creationId xmlns:a16="http://schemas.microsoft.com/office/drawing/2014/main" id="{B0259483-4A8A-D9CB-ACD4-A29B68C3AB7E}"/>
              </a:ext>
            </a:extLst>
          </p:cNvPr>
          <p:cNvSpPr>
            <a:spLocks noChangeAspect="1" noChangeArrowheads="1"/>
          </p:cNvSpPr>
          <p:nvPr/>
        </p:nvSpPr>
        <p:spPr bwMode="auto">
          <a:xfrm>
            <a:off x="2001838" y="2479675"/>
            <a:ext cx="3159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Add</a:t>
            </a:r>
            <a:endParaRPr kumimoji="0" lang="en-CA" altLang="en-US" sz="2400">
              <a:latin typeface="Times New Roman" panose="02020603050405020304" pitchFamily="18" charset="0"/>
            </a:endParaRPr>
          </a:p>
        </p:txBody>
      </p:sp>
      <p:sp>
        <p:nvSpPr>
          <p:cNvPr id="143377" name="Rectangle 17">
            <a:extLst>
              <a:ext uri="{FF2B5EF4-FFF2-40B4-BE49-F238E27FC236}">
                <a16:creationId xmlns:a16="http://schemas.microsoft.com/office/drawing/2014/main" id="{349A50F2-02A7-9408-05E7-645E6D5CA3A0}"/>
              </a:ext>
            </a:extLst>
          </p:cNvPr>
          <p:cNvSpPr>
            <a:spLocks noChangeAspect="1" noChangeArrowheads="1"/>
          </p:cNvSpPr>
          <p:nvPr/>
        </p:nvSpPr>
        <p:spPr bwMode="auto">
          <a:xfrm>
            <a:off x="2001838" y="2206625"/>
            <a:ext cx="3159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Add</a:t>
            </a:r>
            <a:endParaRPr kumimoji="0" lang="en-CA" altLang="en-US" sz="2400">
              <a:latin typeface="Times New Roman" panose="02020603050405020304" pitchFamily="18" charset="0"/>
            </a:endParaRPr>
          </a:p>
        </p:txBody>
      </p:sp>
      <p:sp>
        <p:nvSpPr>
          <p:cNvPr id="143378" name="Rectangle 18">
            <a:extLst>
              <a:ext uri="{FF2B5EF4-FFF2-40B4-BE49-F238E27FC236}">
                <a16:creationId xmlns:a16="http://schemas.microsoft.com/office/drawing/2014/main" id="{5DBCF1F7-C466-1074-6E8F-D2DEA9E53025}"/>
              </a:ext>
            </a:extLst>
          </p:cNvPr>
          <p:cNvSpPr>
            <a:spLocks noChangeAspect="1" noChangeArrowheads="1"/>
          </p:cNvSpPr>
          <p:nvPr/>
        </p:nvSpPr>
        <p:spPr bwMode="auto">
          <a:xfrm>
            <a:off x="2001838" y="1919288"/>
            <a:ext cx="4333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Move</a:t>
            </a:r>
            <a:endParaRPr kumimoji="0" lang="en-CA" altLang="en-US" sz="2400">
              <a:latin typeface="Times New Roman" panose="02020603050405020304" pitchFamily="18" charset="0"/>
            </a:endParaRPr>
          </a:p>
        </p:txBody>
      </p:sp>
      <p:sp>
        <p:nvSpPr>
          <p:cNvPr id="143379" name="Rectangle 19">
            <a:extLst>
              <a:ext uri="{FF2B5EF4-FFF2-40B4-BE49-F238E27FC236}">
                <a16:creationId xmlns:a16="http://schemas.microsoft.com/office/drawing/2014/main" id="{C5BACB16-81BC-3DB3-9293-920349E08AEC}"/>
              </a:ext>
            </a:extLst>
          </p:cNvPr>
          <p:cNvSpPr>
            <a:spLocks noChangeAspect="1" noChangeArrowheads="1"/>
          </p:cNvSpPr>
          <p:nvPr/>
        </p:nvSpPr>
        <p:spPr bwMode="auto">
          <a:xfrm>
            <a:off x="1023938" y="4865688"/>
            <a:ext cx="3952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SUM</a:t>
            </a:r>
            <a:endParaRPr kumimoji="0" lang="en-CA" altLang="en-US" sz="2400">
              <a:latin typeface="Times New Roman" panose="02020603050405020304" pitchFamily="18" charset="0"/>
            </a:endParaRPr>
          </a:p>
        </p:txBody>
      </p:sp>
      <p:sp>
        <p:nvSpPr>
          <p:cNvPr id="143380" name="Rectangle 20">
            <a:extLst>
              <a:ext uri="{FF2B5EF4-FFF2-40B4-BE49-F238E27FC236}">
                <a16:creationId xmlns:a16="http://schemas.microsoft.com/office/drawing/2014/main" id="{0940DAC5-1622-6D7E-22DB-058F13765C05}"/>
              </a:ext>
            </a:extLst>
          </p:cNvPr>
          <p:cNvSpPr>
            <a:spLocks noChangeAspect="1" noChangeArrowheads="1"/>
          </p:cNvSpPr>
          <p:nvPr/>
        </p:nvSpPr>
        <p:spPr bwMode="auto">
          <a:xfrm>
            <a:off x="1023938" y="1949450"/>
            <a:ext cx="396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3381" name="Line 21">
            <a:extLst>
              <a:ext uri="{FF2B5EF4-FFF2-40B4-BE49-F238E27FC236}">
                <a16:creationId xmlns:a16="http://schemas.microsoft.com/office/drawing/2014/main" id="{1CD7F3A9-C127-4BEF-F915-85B98D2C085D}"/>
              </a:ext>
            </a:extLst>
          </p:cNvPr>
          <p:cNvSpPr>
            <a:spLocks noChangeAspect="1" noChangeShapeType="1"/>
          </p:cNvSpPr>
          <p:nvPr/>
        </p:nvSpPr>
        <p:spPr bwMode="auto">
          <a:xfrm flipH="1">
            <a:off x="1649413" y="3632200"/>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82" name="Line 22">
            <a:extLst>
              <a:ext uri="{FF2B5EF4-FFF2-40B4-BE49-F238E27FC236}">
                <a16:creationId xmlns:a16="http://schemas.microsoft.com/office/drawing/2014/main" id="{3242B12E-59A1-3FAB-AC69-5B2FDA6AE183}"/>
              </a:ext>
            </a:extLst>
          </p:cNvPr>
          <p:cNvSpPr>
            <a:spLocks noChangeAspect="1" noChangeShapeType="1"/>
          </p:cNvSpPr>
          <p:nvPr/>
        </p:nvSpPr>
        <p:spPr bwMode="auto">
          <a:xfrm flipH="1">
            <a:off x="1649413" y="6581775"/>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83" name="Line 23">
            <a:extLst>
              <a:ext uri="{FF2B5EF4-FFF2-40B4-BE49-F238E27FC236}">
                <a16:creationId xmlns:a16="http://schemas.microsoft.com/office/drawing/2014/main" id="{F1825332-F7E8-954F-898C-CAFB3DA5EE63}"/>
              </a:ext>
            </a:extLst>
          </p:cNvPr>
          <p:cNvSpPr>
            <a:spLocks noChangeAspect="1" noChangeShapeType="1"/>
          </p:cNvSpPr>
          <p:nvPr/>
        </p:nvSpPr>
        <p:spPr bwMode="auto">
          <a:xfrm flipV="1">
            <a:off x="1649413" y="1773238"/>
            <a:ext cx="1587" cy="49037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84" name="Line 24">
            <a:extLst>
              <a:ext uri="{FF2B5EF4-FFF2-40B4-BE49-F238E27FC236}">
                <a16:creationId xmlns:a16="http://schemas.microsoft.com/office/drawing/2014/main" id="{58A156D7-9BC6-42CD-D5D4-41D7578CF771}"/>
              </a:ext>
            </a:extLst>
          </p:cNvPr>
          <p:cNvSpPr>
            <a:spLocks noChangeAspect="1" noChangeShapeType="1"/>
          </p:cNvSpPr>
          <p:nvPr/>
        </p:nvSpPr>
        <p:spPr bwMode="auto">
          <a:xfrm flipV="1">
            <a:off x="3490913" y="1773238"/>
            <a:ext cx="1587" cy="49037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85" name="Line 25">
            <a:extLst>
              <a:ext uri="{FF2B5EF4-FFF2-40B4-BE49-F238E27FC236}">
                <a16:creationId xmlns:a16="http://schemas.microsoft.com/office/drawing/2014/main" id="{F7225683-212D-6E68-5673-70DE0CC891EB}"/>
              </a:ext>
            </a:extLst>
          </p:cNvPr>
          <p:cNvSpPr>
            <a:spLocks noChangeAspect="1" noChangeShapeType="1"/>
          </p:cNvSpPr>
          <p:nvPr/>
        </p:nvSpPr>
        <p:spPr bwMode="auto">
          <a:xfrm flipH="1">
            <a:off x="1649413" y="6308725"/>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86" name="Line 26">
            <a:extLst>
              <a:ext uri="{FF2B5EF4-FFF2-40B4-BE49-F238E27FC236}">
                <a16:creationId xmlns:a16="http://schemas.microsoft.com/office/drawing/2014/main" id="{387D7B0D-10FB-8CE6-4D8F-0F4925993A52}"/>
              </a:ext>
            </a:extLst>
          </p:cNvPr>
          <p:cNvSpPr>
            <a:spLocks noChangeAspect="1" noChangeShapeType="1"/>
          </p:cNvSpPr>
          <p:nvPr/>
        </p:nvSpPr>
        <p:spPr bwMode="auto">
          <a:xfrm flipH="1">
            <a:off x="1649413" y="5651500"/>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87" name="Line 27">
            <a:extLst>
              <a:ext uri="{FF2B5EF4-FFF2-40B4-BE49-F238E27FC236}">
                <a16:creationId xmlns:a16="http://schemas.microsoft.com/office/drawing/2014/main" id="{9D1DB5F3-A5AC-F724-DE36-7615BBFA862A}"/>
              </a:ext>
            </a:extLst>
          </p:cNvPr>
          <p:cNvSpPr>
            <a:spLocks noChangeAspect="1" noChangeShapeType="1"/>
          </p:cNvSpPr>
          <p:nvPr/>
        </p:nvSpPr>
        <p:spPr bwMode="auto">
          <a:xfrm flipH="1">
            <a:off x="1649413" y="5380038"/>
            <a:ext cx="1841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88" name="Line 28">
            <a:extLst>
              <a:ext uri="{FF2B5EF4-FFF2-40B4-BE49-F238E27FC236}">
                <a16:creationId xmlns:a16="http://schemas.microsoft.com/office/drawing/2014/main" id="{E60DD7E6-398F-E3AD-7E08-186FFC3DC61A}"/>
              </a:ext>
            </a:extLst>
          </p:cNvPr>
          <p:cNvSpPr>
            <a:spLocks noChangeAspect="1" noChangeShapeType="1"/>
          </p:cNvSpPr>
          <p:nvPr/>
        </p:nvSpPr>
        <p:spPr bwMode="auto">
          <a:xfrm flipH="1">
            <a:off x="1649413" y="5106988"/>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89" name="Line 29">
            <a:extLst>
              <a:ext uri="{FF2B5EF4-FFF2-40B4-BE49-F238E27FC236}">
                <a16:creationId xmlns:a16="http://schemas.microsoft.com/office/drawing/2014/main" id="{8876D85D-FCC9-A5D4-1A57-D46AFD1B55D1}"/>
              </a:ext>
            </a:extLst>
          </p:cNvPr>
          <p:cNvSpPr>
            <a:spLocks noChangeAspect="1" noChangeShapeType="1"/>
          </p:cNvSpPr>
          <p:nvPr/>
        </p:nvSpPr>
        <p:spPr bwMode="auto">
          <a:xfrm flipH="1">
            <a:off x="1649413" y="4818063"/>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90" name="Line 30">
            <a:extLst>
              <a:ext uri="{FF2B5EF4-FFF2-40B4-BE49-F238E27FC236}">
                <a16:creationId xmlns:a16="http://schemas.microsoft.com/office/drawing/2014/main" id="{BDD7E58B-8D0E-69BE-7337-F9F5939E2626}"/>
              </a:ext>
            </a:extLst>
          </p:cNvPr>
          <p:cNvSpPr>
            <a:spLocks noChangeAspect="1" noChangeShapeType="1"/>
          </p:cNvSpPr>
          <p:nvPr/>
        </p:nvSpPr>
        <p:spPr bwMode="auto">
          <a:xfrm flipH="1">
            <a:off x="1649413" y="4176713"/>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91" name="Line 31">
            <a:extLst>
              <a:ext uri="{FF2B5EF4-FFF2-40B4-BE49-F238E27FC236}">
                <a16:creationId xmlns:a16="http://schemas.microsoft.com/office/drawing/2014/main" id="{554D9C33-2B86-894A-0CF3-F9DC56CEBBEA}"/>
              </a:ext>
            </a:extLst>
          </p:cNvPr>
          <p:cNvSpPr>
            <a:spLocks noChangeAspect="1" noChangeShapeType="1"/>
          </p:cNvSpPr>
          <p:nvPr/>
        </p:nvSpPr>
        <p:spPr bwMode="auto">
          <a:xfrm flipH="1">
            <a:off x="1649413" y="3905250"/>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92" name="Line 32">
            <a:extLst>
              <a:ext uri="{FF2B5EF4-FFF2-40B4-BE49-F238E27FC236}">
                <a16:creationId xmlns:a16="http://schemas.microsoft.com/office/drawing/2014/main" id="{2B22C9B3-C168-B674-36C2-3BD06979C9FF}"/>
              </a:ext>
            </a:extLst>
          </p:cNvPr>
          <p:cNvSpPr>
            <a:spLocks noChangeAspect="1" noChangeShapeType="1"/>
          </p:cNvSpPr>
          <p:nvPr/>
        </p:nvSpPr>
        <p:spPr bwMode="auto">
          <a:xfrm flipH="1">
            <a:off x="1649413" y="3344863"/>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93" name="Line 33">
            <a:extLst>
              <a:ext uri="{FF2B5EF4-FFF2-40B4-BE49-F238E27FC236}">
                <a16:creationId xmlns:a16="http://schemas.microsoft.com/office/drawing/2014/main" id="{7709D51E-9F15-0479-C27D-669260AE9040}"/>
              </a:ext>
            </a:extLst>
          </p:cNvPr>
          <p:cNvSpPr>
            <a:spLocks noChangeAspect="1" noChangeShapeType="1"/>
          </p:cNvSpPr>
          <p:nvPr/>
        </p:nvSpPr>
        <p:spPr bwMode="auto">
          <a:xfrm flipH="1">
            <a:off x="1649413" y="2703513"/>
            <a:ext cx="1841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94" name="Line 34">
            <a:extLst>
              <a:ext uri="{FF2B5EF4-FFF2-40B4-BE49-F238E27FC236}">
                <a16:creationId xmlns:a16="http://schemas.microsoft.com/office/drawing/2014/main" id="{2A6E51E0-261F-D844-56B8-1FD948E26374}"/>
              </a:ext>
            </a:extLst>
          </p:cNvPr>
          <p:cNvSpPr>
            <a:spLocks noChangeAspect="1" noChangeShapeType="1"/>
          </p:cNvSpPr>
          <p:nvPr/>
        </p:nvSpPr>
        <p:spPr bwMode="auto">
          <a:xfrm flipH="1">
            <a:off x="1649413" y="1870075"/>
            <a:ext cx="18415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95" name="Line 35">
            <a:extLst>
              <a:ext uri="{FF2B5EF4-FFF2-40B4-BE49-F238E27FC236}">
                <a16:creationId xmlns:a16="http://schemas.microsoft.com/office/drawing/2014/main" id="{666C3E13-8B73-37E9-A5F0-87EF42D0E256}"/>
              </a:ext>
            </a:extLst>
          </p:cNvPr>
          <p:cNvSpPr>
            <a:spLocks noChangeAspect="1" noChangeShapeType="1"/>
          </p:cNvSpPr>
          <p:nvPr/>
        </p:nvSpPr>
        <p:spPr bwMode="auto">
          <a:xfrm flipH="1">
            <a:off x="1649413" y="2159000"/>
            <a:ext cx="1841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96" name="Line 36">
            <a:extLst>
              <a:ext uri="{FF2B5EF4-FFF2-40B4-BE49-F238E27FC236}">
                <a16:creationId xmlns:a16="http://schemas.microsoft.com/office/drawing/2014/main" id="{456D3149-D2C4-3384-5C1F-6D01EB5B2C31}"/>
              </a:ext>
            </a:extLst>
          </p:cNvPr>
          <p:cNvSpPr>
            <a:spLocks noChangeAspect="1" noChangeShapeType="1"/>
          </p:cNvSpPr>
          <p:nvPr/>
        </p:nvSpPr>
        <p:spPr bwMode="auto">
          <a:xfrm flipH="1">
            <a:off x="1649413" y="2430463"/>
            <a:ext cx="18415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397" name="Rectangle 37">
            <a:extLst>
              <a:ext uri="{FF2B5EF4-FFF2-40B4-BE49-F238E27FC236}">
                <a16:creationId xmlns:a16="http://schemas.microsoft.com/office/drawing/2014/main" id="{3E052C26-D1EB-E939-1DDA-2E46DF53063E}"/>
              </a:ext>
            </a:extLst>
          </p:cNvPr>
          <p:cNvSpPr>
            <a:spLocks noChangeAspect="1" noChangeArrowheads="1"/>
          </p:cNvSpPr>
          <p:nvPr/>
        </p:nvSpPr>
        <p:spPr bwMode="auto">
          <a:xfrm>
            <a:off x="2001838" y="3681413"/>
            <a:ext cx="4333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Move</a:t>
            </a:r>
            <a:endParaRPr kumimoji="0" lang="en-CA" altLang="en-US" sz="2400">
              <a:latin typeface="Times New Roman" panose="02020603050405020304" pitchFamily="18" charset="0"/>
            </a:endParaRPr>
          </a:p>
        </p:txBody>
      </p:sp>
      <p:sp>
        <p:nvSpPr>
          <p:cNvPr id="143398" name="Rectangle 38">
            <a:extLst>
              <a:ext uri="{FF2B5EF4-FFF2-40B4-BE49-F238E27FC236}">
                <a16:creationId xmlns:a16="http://schemas.microsoft.com/office/drawing/2014/main" id="{A8627A6B-8125-E5D2-14E4-AC6300358EAC}"/>
              </a:ext>
            </a:extLst>
          </p:cNvPr>
          <p:cNvSpPr>
            <a:spLocks noChangeAspect="1" noChangeArrowheads="1"/>
          </p:cNvSpPr>
          <p:nvPr/>
        </p:nvSpPr>
        <p:spPr bwMode="auto">
          <a:xfrm>
            <a:off x="2001838" y="3390900"/>
            <a:ext cx="3159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Add</a:t>
            </a:r>
            <a:endParaRPr kumimoji="0" lang="en-CA" altLang="en-US" sz="2400">
              <a:latin typeface="Times New Roman" panose="02020603050405020304" pitchFamily="18" charset="0"/>
            </a:endParaRPr>
          </a:p>
        </p:txBody>
      </p:sp>
      <p:sp>
        <p:nvSpPr>
          <p:cNvPr id="143399" name="Rectangle 39">
            <a:extLst>
              <a:ext uri="{FF2B5EF4-FFF2-40B4-BE49-F238E27FC236}">
                <a16:creationId xmlns:a16="http://schemas.microsoft.com/office/drawing/2014/main" id="{27325739-32CD-BDEE-0540-52EFF235B745}"/>
              </a:ext>
            </a:extLst>
          </p:cNvPr>
          <p:cNvSpPr>
            <a:spLocks noChangeAspect="1" noChangeArrowheads="1"/>
          </p:cNvSpPr>
          <p:nvPr/>
        </p:nvSpPr>
        <p:spPr bwMode="auto">
          <a:xfrm>
            <a:off x="1023938" y="3663950"/>
            <a:ext cx="396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3400" name="Rectangle 40">
            <a:extLst>
              <a:ext uri="{FF2B5EF4-FFF2-40B4-BE49-F238E27FC236}">
                <a16:creationId xmlns:a16="http://schemas.microsoft.com/office/drawing/2014/main" id="{11755794-F9C7-E2D1-A8A6-9FD6746B822E}"/>
              </a:ext>
            </a:extLst>
          </p:cNvPr>
          <p:cNvSpPr>
            <a:spLocks noChangeAspect="1" noChangeArrowheads="1"/>
          </p:cNvSpPr>
          <p:nvPr/>
        </p:nvSpPr>
        <p:spPr bwMode="auto">
          <a:xfrm>
            <a:off x="1233488" y="36734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4</a:t>
            </a:r>
            <a:endParaRPr kumimoji="0" lang="en-CA" altLang="en-US" sz="2400">
              <a:latin typeface="Times New Roman" panose="02020603050405020304" pitchFamily="18" charset="0"/>
            </a:endParaRPr>
          </a:p>
        </p:txBody>
      </p:sp>
      <p:sp>
        <p:nvSpPr>
          <p:cNvPr id="143401" name="Rectangle 41">
            <a:extLst>
              <a:ext uri="{FF2B5EF4-FFF2-40B4-BE49-F238E27FC236}">
                <a16:creationId xmlns:a16="http://schemas.microsoft.com/office/drawing/2014/main" id="{DE1FC174-EFEF-6838-1603-7FEC6AF06D99}"/>
              </a:ext>
            </a:extLst>
          </p:cNvPr>
          <p:cNvSpPr>
            <a:spLocks noChangeAspect="1" noChangeArrowheads="1"/>
          </p:cNvSpPr>
          <p:nvPr/>
        </p:nvSpPr>
        <p:spPr bwMode="auto">
          <a:xfrm>
            <a:off x="1312863" y="36734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3402" name="Rectangle 42">
            <a:extLst>
              <a:ext uri="{FF2B5EF4-FFF2-40B4-BE49-F238E27FC236}">
                <a16:creationId xmlns:a16="http://schemas.microsoft.com/office/drawing/2014/main" id="{42149868-6D16-0F2A-04CA-6FD8763C4C67}"/>
              </a:ext>
            </a:extLst>
          </p:cNvPr>
          <p:cNvSpPr>
            <a:spLocks noChangeAspect="1" noChangeArrowheads="1"/>
          </p:cNvSpPr>
          <p:nvPr/>
        </p:nvSpPr>
        <p:spPr bwMode="auto">
          <a:xfrm>
            <a:off x="1104900" y="3679825"/>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3403" name="Rectangle 43">
            <a:extLst>
              <a:ext uri="{FF2B5EF4-FFF2-40B4-BE49-F238E27FC236}">
                <a16:creationId xmlns:a16="http://schemas.microsoft.com/office/drawing/2014/main" id="{8EB2BAA4-49F2-C840-574D-418A22DAC00B}"/>
              </a:ext>
            </a:extLst>
          </p:cNvPr>
          <p:cNvSpPr>
            <a:spLocks noChangeAspect="1" noChangeArrowheads="1"/>
          </p:cNvSpPr>
          <p:nvPr/>
        </p:nvSpPr>
        <p:spPr bwMode="auto">
          <a:xfrm>
            <a:off x="1023938" y="3390900"/>
            <a:ext cx="396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3404" name="Rectangle 44">
            <a:extLst>
              <a:ext uri="{FF2B5EF4-FFF2-40B4-BE49-F238E27FC236}">
                <a16:creationId xmlns:a16="http://schemas.microsoft.com/office/drawing/2014/main" id="{1DC4065C-D96D-9789-3EB0-47BF7E16685A}"/>
              </a:ext>
            </a:extLst>
          </p:cNvPr>
          <p:cNvSpPr>
            <a:spLocks noChangeAspect="1" noChangeArrowheads="1"/>
          </p:cNvSpPr>
          <p:nvPr/>
        </p:nvSpPr>
        <p:spPr bwMode="auto">
          <a:xfrm>
            <a:off x="1233488" y="33988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4</a:t>
            </a:r>
            <a:endParaRPr kumimoji="0" lang="en-CA" altLang="en-US" sz="2400">
              <a:latin typeface="Times New Roman" panose="02020603050405020304" pitchFamily="18" charset="0"/>
            </a:endParaRPr>
          </a:p>
        </p:txBody>
      </p:sp>
      <p:sp>
        <p:nvSpPr>
          <p:cNvPr id="143405" name="Rectangle 45">
            <a:extLst>
              <a:ext uri="{FF2B5EF4-FFF2-40B4-BE49-F238E27FC236}">
                <a16:creationId xmlns:a16="http://schemas.microsoft.com/office/drawing/2014/main" id="{1CE0295F-1B43-ECFC-BDA8-F94C857769E6}"/>
              </a:ext>
            </a:extLst>
          </p:cNvPr>
          <p:cNvSpPr>
            <a:spLocks noChangeAspect="1" noChangeArrowheads="1"/>
          </p:cNvSpPr>
          <p:nvPr/>
        </p:nvSpPr>
        <p:spPr bwMode="auto">
          <a:xfrm>
            <a:off x="1312863" y="33988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3406" name="Rectangle 46">
            <a:extLst>
              <a:ext uri="{FF2B5EF4-FFF2-40B4-BE49-F238E27FC236}">
                <a16:creationId xmlns:a16="http://schemas.microsoft.com/office/drawing/2014/main" id="{CF8D88D3-B41C-0B20-D5C1-40129DA59EF1}"/>
              </a:ext>
            </a:extLst>
          </p:cNvPr>
          <p:cNvSpPr>
            <a:spLocks noChangeAspect="1" noChangeArrowheads="1"/>
          </p:cNvSpPr>
          <p:nvPr/>
        </p:nvSpPr>
        <p:spPr bwMode="auto">
          <a:xfrm>
            <a:off x="1520825" y="33988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4</a:t>
            </a:r>
            <a:endParaRPr kumimoji="0" lang="en-CA" altLang="en-US" sz="2400">
              <a:latin typeface="Times New Roman" panose="02020603050405020304" pitchFamily="18" charset="0"/>
            </a:endParaRPr>
          </a:p>
        </p:txBody>
      </p:sp>
      <p:sp>
        <p:nvSpPr>
          <p:cNvPr id="143407" name="Rectangle 47">
            <a:extLst>
              <a:ext uri="{FF2B5EF4-FFF2-40B4-BE49-F238E27FC236}">
                <a16:creationId xmlns:a16="http://schemas.microsoft.com/office/drawing/2014/main" id="{DB1182CB-165A-9662-B230-A16AF17386BD}"/>
              </a:ext>
            </a:extLst>
          </p:cNvPr>
          <p:cNvSpPr>
            <a:spLocks noChangeAspect="1" noChangeArrowheads="1"/>
          </p:cNvSpPr>
          <p:nvPr/>
        </p:nvSpPr>
        <p:spPr bwMode="auto">
          <a:xfrm>
            <a:off x="1408113" y="3398838"/>
            <a:ext cx="587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3408" name="Rectangle 48">
            <a:extLst>
              <a:ext uri="{FF2B5EF4-FFF2-40B4-BE49-F238E27FC236}">
                <a16:creationId xmlns:a16="http://schemas.microsoft.com/office/drawing/2014/main" id="{7A85B87A-50C3-4EED-3D02-E4C4B788A1D7}"/>
              </a:ext>
            </a:extLst>
          </p:cNvPr>
          <p:cNvSpPr>
            <a:spLocks noChangeAspect="1" noChangeArrowheads="1"/>
          </p:cNvSpPr>
          <p:nvPr/>
        </p:nvSpPr>
        <p:spPr bwMode="auto">
          <a:xfrm>
            <a:off x="1104900" y="3398838"/>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3409" name="Rectangle 49">
            <a:extLst>
              <a:ext uri="{FF2B5EF4-FFF2-40B4-BE49-F238E27FC236}">
                <a16:creationId xmlns:a16="http://schemas.microsoft.com/office/drawing/2014/main" id="{2BCC0765-477F-9BFD-0D98-CA367303C57E}"/>
              </a:ext>
            </a:extLst>
          </p:cNvPr>
          <p:cNvSpPr>
            <a:spLocks noChangeAspect="1" noChangeArrowheads="1"/>
          </p:cNvSpPr>
          <p:nvPr/>
        </p:nvSpPr>
        <p:spPr bwMode="auto">
          <a:xfrm>
            <a:off x="1023938" y="2462213"/>
            <a:ext cx="396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3410" name="Rectangle 50">
            <a:extLst>
              <a:ext uri="{FF2B5EF4-FFF2-40B4-BE49-F238E27FC236}">
                <a16:creationId xmlns:a16="http://schemas.microsoft.com/office/drawing/2014/main" id="{59373BDC-944B-50C5-60D8-29CA743246E6}"/>
              </a:ext>
            </a:extLst>
          </p:cNvPr>
          <p:cNvSpPr>
            <a:spLocks noChangeAspect="1" noChangeArrowheads="1"/>
          </p:cNvSpPr>
          <p:nvPr/>
        </p:nvSpPr>
        <p:spPr bwMode="auto">
          <a:xfrm>
            <a:off x="1233488" y="246221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8</a:t>
            </a:r>
            <a:endParaRPr kumimoji="0" lang="en-CA" altLang="en-US" sz="2400">
              <a:latin typeface="Times New Roman" panose="02020603050405020304" pitchFamily="18" charset="0"/>
            </a:endParaRPr>
          </a:p>
        </p:txBody>
      </p:sp>
      <p:sp>
        <p:nvSpPr>
          <p:cNvPr id="143411" name="Rectangle 51">
            <a:extLst>
              <a:ext uri="{FF2B5EF4-FFF2-40B4-BE49-F238E27FC236}">
                <a16:creationId xmlns:a16="http://schemas.microsoft.com/office/drawing/2014/main" id="{B49815FF-5196-D0EB-9C6C-FE0F7D112D5B}"/>
              </a:ext>
            </a:extLst>
          </p:cNvPr>
          <p:cNvSpPr>
            <a:spLocks noChangeAspect="1" noChangeArrowheads="1"/>
          </p:cNvSpPr>
          <p:nvPr/>
        </p:nvSpPr>
        <p:spPr bwMode="auto">
          <a:xfrm>
            <a:off x="1104900" y="2462213"/>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3412" name="Rectangle 52">
            <a:extLst>
              <a:ext uri="{FF2B5EF4-FFF2-40B4-BE49-F238E27FC236}">
                <a16:creationId xmlns:a16="http://schemas.microsoft.com/office/drawing/2014/main" id="{B9C6C8BE-950A-6602-B931-9B0AB9FD0336}"/>
              </a:ext>
            </a:extLst>
          </p:cNvPr>
          <p:cNvSpPr>
            <a:spLocks noChangeAspect="1" noChangeArrowheads="1"/>
          </p:cNvSpPr>
          <p:nvPr/>
        </p:nvSpPr>
        <p:spPr bwMode="auto">
          <a:xfrm>
            <a:off x="1023938" y="2190750"/>
            <a:ext cx="396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i</a:t>
            </a:r>
            <a:endParaRPr kumimoji="0" lang="en-CA" altLang="en-US" sz="2400">
              <a:latin typeface="Times New Roman" panose="02020603050405020304" pitchFamily="18" charset="0"/>
            </a:endParaRPr>
          </a:p>
        </p:txBody>
      </p:sp>
      <p:sp>
        <p:nvSpPr>
          <p:cNvPr id="143413" name="Rectangle 53">
            <a:extLst>
              <a:ext uri="{FF2B5EF4-FFF2-40B4-BE49-F238E27FC236}">
                <a16:creationId xmlns:a16="http://schemas.microsoft.com/office/drawing/2014/main" id="{D14A5024-D84C-5A26-D7E8-B925EC024242}"/>
              </a:ext>
            </a:extLst>
          </p:cNvPr>
          <p:cNvSpPr>
            <a:spLocks noChangeAspect="1" noChangeArrowheads="1"/>
          </p:cNvSpPr>
          <p:nvPr/>
        </p:nvSpPr>
        <p:spPr bwMode="auto">
          <a:xfrm>
            <a:off x="1233488" y="21907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4</a:t>
            </a:r>
            <a:endParaRPr kumimoji="0" lang="en-CA" altLang="en-US" sz="2400">
              <a:latin typeface="Times New Roman" panose="02020603050405020304" pitchFamily="18" charset="0"/>
            </a:endParaRPr>
          </a:p>
        </p:txBody>
      </p:sp>
      <p:sp>
        <p:nvSpPr>
          <p:cNvPr id="143414" name="Rectangle 54">
            <a:extLst>
              <a:ext uri="{FF2B5EF4-FFF2-40B4-BE49-F238E27FC236}">
                <a16:creationId xmlns:a16="http://schemas.microsoft.com/office/drawing/2014/main" id="{12EBB320-2C9E-B7CB-A836-FBB226990F9D}"/>
              </a:ext>
            </a:extLst>
          </p:cNvPr>
          <p:cNvSpPr>
            <a:spLocks noChangeAspect="1" noChangeArrowheads="1"/>
          </p:cNvSpPr>
          <p:nvPr/>
        </p:nvSpPr>
        <p:spPr bwMode="auto">
          <a:xfrm>
            <a:off x="1104900" y="2190750"/>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a:t>
            </a:r>
            <a:endParaRPr kumimoji="0" lang="en-CA" altLang="en-US" sz="2400">
              <a:latin typeface="Times New Roman" panose="02020603050405020304" pitchFamily="18" charset="0"/>
            </a:endParaRPr>
          </a:p>
        </p:txBody>
      </p:sp>
      <p:sp>
        <p:nvSpPr>
          <p:cNvPr id="143415" name="Text Box 55">
            <a:extLst>
              <a:ext uri="{FF2B5EF4-FFF2-40B4-BE49-F238E27FC236}">
                <a16:creationId xmlns:a16="http://schemas.microsoft.com/office/drawing/2014/main" id="{F60D7950-9733-61A2-43EE-78D4F6C584FF}"/>
              </a:ext>
            </a:extLst>
          </p:cNvPr>
          <p:cNvSpPr txBox="1">
            <a:spLocks noChangeAspect="1" noChangeArrowheads="1"/>
          </p:cNvSpPr>
          <p:nvPr/>
        </p:nvSpPr>
        <p:spPr bwMode="auto">
          <a:xfrm>
            <a:off x="2441575" y="2732088"/>
            <a:ext cx="21907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143416" name="Text Box 56">
            <a:extLst>
              <a:ext uri="{FF2B5EF4-FFF2-40B4-BE49-F238E27FC236}">
                <a16:creationId xmlns:a16="http://schemas.microsoft.com/office/drawing/2014/main" id="{009A5AD2-B885-C64B-3C0F-D20CED3E3FB9}"/>
              </a:ext>
            </a:extLst>
          </p:cNvPr>
          <p:cNvSpPr txBox="1">
            <a:spLocks noChangeAspect="1" noChangeArrowheads="1"/>
          </p:cNvSpPr>
          <p:nvPr/>
        </p:nvSpPr>
        <p:spPr bwMode="auto">
          <a:xfrm>
            <a:off x="2432050" y="4200525"/>
            <a:ext cx="220663"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143417" name="Text Box 57">
            <a:extLst>
              <a:ext uri="{FF2B5EF4-FFF2-40B4-BE49-F238E27FC236}">
                <a16:creationId xmlns:a16="http://schemas.microsoft.com/office/drawing/2014/main" id="{434012F9-1888-6642-BAC5-D25C5107035C}"/>
              </a:ext>
            </a:extLst>
          </p:cNvPr>
          <p:cNvSpPr txBox="1">
            <a:spLocks noChangeAspect="1" noChangeArrowheads="1"/>
          </p:cNvSpPr>
          <p:nvPr/>
        </p:nvSpPr>
        <p:spPr bwMode="auto">
          <a:xfrm>
            <a:off x="2447925" y="5686425"/>
            <a:ext cx="21907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a:p>
            <a:pPr eaLnBrk="1" hangingPunct="1">
              <a:lnSpc>
                <a:spcPct val="20000"/>
              </a:lnSpc>
              <a:spcBef>
                <a:spcPct val="50000"/>
              </a:spcBef>
              <a:buClrTx/>
              <a:buFontTx/>
              <a:buNone/>
            </a:pPr>
            <a:endParaRPr kumimoji="0" lang="en-CA" altLang="en-US" sz="2000">
              <a:latin typeface="Nimbus Roman No9 L" charset="0"/>
            </a:endParaRPr>
          </a:p>
        </p:txBody>
      </p:sp>
      <p:sp>
        <p:nvSpPr>
          <p:cNvPr id="143418" name="Rectangle 4">
            <a:extLst>
              <a:ext uri="{FF2B5EF4-FFF2-40B4-BE49-F238E27FC236}">
                <a16:creationId xmlns:a16="http://schemas.microsoft.com/office/drawing/2014/main" id="{CC33F01D-7EA3-C05C-1650-D2AAD9BA0339}"/>
              </a:ext>
            </a:extLst>
          </p:cNvPr>
          <p:cNvSpPr>
            <a:spLocks noChangeAspect="1" noChangeArrowheads="1"/>
          </p:cNvSpPr>
          <p:nvPr/>
        </p:nvSpPr>
        <p:spPr bwMode="auto">
          <a:xfrm>
            <a:off x="7467600" y="1822450"/>
            <a:ext cx="4048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N,R1</a:t>
            </a:r>
            <a:endParaRPr kumimoji="0" lang="en-CA" altLang="en-US" sz="2400">
              <a:latin typeface="Times New Roman" panose="02020603050405020304" pitchFamily="18" charset="0"/>
            </a:endParaRPr>
          </a:p>
        </p:txBody>
      </p:sp>
      <p:sp>
        <p:nvSpPr>
          <p:cNvPr id="143419" name="Rectangle 5">
            <a:extLst>
              <a:ext uri="{FF2B5EF4-FFF2-40B4-BE49-F238E27FC236}">
                <a16:creationId xmlns:a16="http://schemas.microsoft.com/office/drawing/2014/main" id="{D486BBA9-7A54-45A2-9C76-7B5DF573DBD4}"/>
              </a:ext>
            </a:extLst>
          </p:cNvPr>
          <p:cNvSpPr>
            <a:spLocks noChangeAspect="1" noChangeArrowheads="1"/>
          </p:cNvSpPr>
          <p:nvPr/>
        </p:nvSpPr>
        <p:spPr bwMode="auto">
          <a:xfrm>
            <a:off x="6702425" y="1822450"/>
            <a:ext cx="433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Move</a:t>
            </a:r>
            <a:endParaRPr kumimoji="0" lang="en-CA" altLang="en-US" sz="2400">
              <a:latin typeface="Times New Roman" panose="02020603050405020304" pitchFamily="18" charset="0"/>
            </a:endParaRPr>
          </a:p>
        </p:txBody>
      </p:sp>
      <p:sp>
        <p:nvSpPr>
          <p:cNvPr id="143420" name="Rectangle 6">
            <a:extLst>
              <a:ext uri="{FF2B5EF4-FFF2-40B4-BE49-F238E27FC236}">
                <a16:creationId xmlns:a16="http://schemas.microsoft.com/office/drawing/2014/main" id="{2E7581E9-D2B2-7E66-0780-C133039DBBAD}"/>
              </a:ext>
            </a:extLst>
          </p:cNvPr>
          <p:cNvSpPr>
            <a:spLocks noChangeAspect="1" noChangeArrowheads="1"/>
          </p:cNvSpPr>
          <p:nvPr/>
        </p:nvSpPr>
        <p:spPr bwMode="auto">
          <a:xfrm>
            <a:off x="5799138" y="6488113"/>
            <a:ext cx="404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a:t>
            </a:r>
            <a:endParaRPr kumimoji="0" lang="en-CA" altLang="en-US" sz="2400">
              <a:latin typeface="Times New Roman" panose="02020603050405020304" pitchFamily="18" charset="0"/>
            </a:endParaRPr>
          </a:p>
        </p:txBody>
      </p:sp>
      <p:sp>
        <p:nvSpPr>
          <p:cNvPr id="143421" name="Rectangle 7">
            <a:extLst>
              <a:ext uri="{FF2B5EF4-FFF2-40B4-BE49-F238E27FC236}">
                <a16:creationId xmlns:a16="http://schemas.microsoft.com/office/drawing/2014/main" id="{FBD32276-7503-EE93-7F87-AEEAA8C86885}"/>
              </a:ext>
            </a:extLst>
          </p:cNvPr>
          <p:cNvSpPr>
            <a:spLocks noChangeAspect="1" noChangeArrowheads="1"/>
          </p:cNvSpPr>
          <p:nvPr/>
        </p:nvSpPr>
        <p:spPr bwMode="auto">
          <a:xfrm>
            <a:off x="6191250" y="6488113"/>
            <a:ext cx="98425" cy="212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3422" name="Rectangle 8">
            <a:extLst>
              <a:ext uri="{FF2B5EF4-FFF2-40B4-BE49-F238E27FC236}">
                <a16:creationId xmlns:a16="http://schemas.microsoft.com/office/drawing/2014/main" id="{7D63FC10-AF87-5400-CC75-D58FCB46D8EA}"/>
              </a:ext>
            </a:extLst>
          </p:cNvPr>
          <p:cNvSpPr>
            <a:spLocks noChangeAspect="1" noChangeArrowheads="1"/>
          </p:cNvSpPr>
          <p:nvPr/>
        </p:nvSpPr>
        <p:spPr bwMode="auto">
          <a:xfrm>
            <a:off x="5784850" y="5618163"/>
            <a:ext cx="5032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NUM2</a:t>
            </a:r>
            <a:endParaRPr kumimoji="0" lang="en-CA" altLang="en-US" sz="2400">
              <a:latin typeface="Times New Roman" panose="02020603050405020304" pitchFamily="18" charset="0"/>
            </a:endParaRPr>
          </a:p>
        </p:txBody>
      </p:sp>
      <p:sp>
        <p:nvSpPr>
          <p:cNvPr id="143423" name="Rectangle 9">
            <a:extLst>
              <a:ext uri="{FF2B5EF4-FFF2-40B4-BE49-F238E27FC236}">
                <a16:creationId xmlns:a16="http://schemas.microsoft.com/office/drawing/2014/main" id="{4F9BD5E1-27FF-C6C5-A6C2-D99EB9D494C8}"/>
              </a:ext>
            </a:extLst>
          </p:cNvPr>
          <p:cNvSpPr>
            <a:spLocks noChangeAspect="1" noChangeArrowheads="1"/>
          </p:cNvSpPr>
          <p:nvPr/>
        </p:nvSpPr>
        <p:spPr bwMode="auto">
          <a:xfrm>
            <a:off x="5784850" y="5341938"/>
            <a:ext cx="5032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NUM1</a:t>
            </a:r>
            <a:endParaRPr kumimoji="0" lang="en-CA" altLang="en-US" sz="2400">
              <a:latin typeface="Times New Roman" panose="02020603050405020304" pitchFamily="18" charset="0"/>
            </a:endParaRPr>
          </a:p>
        </p:txBody>
      </p:sp>
      <p:sp>
        <p:nvSpPr>
          <p:cNvPr id="143424" name="Rectangle 10">
            <a:extLst>
              <a:ext uri="{FF2B5EF4-FFF2-40B4-BE49-F238E27FC236}">
                <a16:creationId xmlns:a16="http://schemas.microsoft.com/office/drawing/2014/main" id="{E2FD54BC-08B3-1F94-235D-20C13475D993}"/>
              </a:ext>
            </a:extLst>
          </p:cNvPr>
          <p:cNvSpPr>
            <a:spLocks noChangeAspect="1" noChangeArrowheads="1"/>
          </p:cNvSpPr>
          <p:nvPr/>
        </p:nvSpPr>
        <p:spPr bwMode="auto">
          <a:xfrm>
            <a:off x="7467600" y="3675063"/>
            <a:ext cx="6715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R0,SUM</a:t>
            </a:r>
            <a:endParaRPr kumimoji="0" lang="en-CA" altLang="en-US" sz="2400">
              <a:latin typeface="Times New Roman" panose="02020603050405020304" pitchFamily="18" charset="0"/>
            </a:endParaRPr>
          </a:p>
        </p:txBody>
      </p:sp>
      <p:sp>
        <p:nvSpPr>
          <p:cNvPr id="143425" name="Rectangle 11">
            <a:extLst>
              <a:ext uri="{FF2B5EF4-FFF2-40B4-BE49-F238E27FC236}">
                <a16:creationId xmlns:a16="http://schemas.microsoft.com/office/drawing/2014/main" id="{92368CDD-85D5-00DA-078C-98CA63ABCEF0}"/>
              </a:ext>
            </a:extLst>
          </p:cNvPr>
          <p:cNvSpPr>
            <a:spLocks noChangeAspect="1" noChangeArrowheads="1"/>
          </p:cNvSpPr>
          <p:nvPr/>
        </p:nvSpPr>
        <p:spPr bwMode="auto">
          <a:xfrm>
            <a:off x="7646988" y="3138488"/>
            <a:ext cx="2270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R1</a:t>
            </a:r>
            <a:endParaRPr kumimoji="0" lang="en-CA" altLang="en-US" sz="2400">
              <a:latin typeface="Times New Roman" panose="02020603050405020304" pitchFamily="18" charset="0"/>
            </a:endParaRPr>
          </a:p>
        </p:txBody>
      </p:sp>
      <p:sp>
        <p:nvSpPr>
          <p:cNvPr id="143426" name="Rectangle 12">
            <a:extLst>
              <a:ext uri="{FF2B5EF4-FFF2-40B4-BE49-F238E27FC236}">
                <a16:creationId xmlns:a16="http://schemas.microsoft.com/office/drawing/2014/main" id="{95F7ECF5-EF97-31DD-2F1B-079728411114}"/>
              </a:ext>
            </a:extLst>
          </p:cNvPr>
          <p:cNvSpPr>
            <a:spLocks noChangeAspect="1" noChangeArrowheads="1"/>
          </p:cNvSpPr>
          <p:nvPr/>
        </p:nvSpPr>
        <p:spPr bwMode="auto">
          <a:xfrm>
            <a:off x="6556375" y="2814638"/>
            <a:ext cx="13843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"Next" number to R0</a:t>
            </a:r>
            <a:endParaRPr kumimoji="0" lang="en-CA" altLang="en-US" sz="1200">
              <a:latin typeface="Times New Roman" panose="02020603050405020304" pitchFamily="18" charset="0"/>
            </a:endParaRPr>
          </a:p>
        </p:txBody>
      </p:sp>
      <p:sp>
        <p:nvSpPr>
          <p:cNvPr id="143427" name="Line 14">
            <a:extLst>
              <a:ext uri="{FF2B5EF4-FFF2-40B4-BE49-F238E27FC236}">
                <a16:creationId xmlns:a16="http://schemas.microsoft.com/office/drawing/2014/main" id="{9738D8E3-F2BB-808E-7D96-16EF610EF652}"/>
              </a:ext>
            </a:extLst>
          </p:cNvPr>
          <p:cNvSpPr>
            <a:spLocks noChangeAspect="1" noChangeShapeType="1"/>
          </p:cNvSpPr>
          <p:nvPr/>
        </p:nvSpPr>
        <p:spPr bwMode="auto">
          <a:xfrm flipH="1">
            <a:off x="6396038" y="6718300"/>
            <a:ext cx="17748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28" name="Line 15">
            <a:extLst>
              <a:ext uri="{FF2B5EF4-FFF2-40B4-BE49-F238E27FC236}">
                <a16:creationId xmlns:a16="http://schemas.microsoft.com/office/drawing/2014/main" id="{FC20AB78-3142-83FA-D038-4BB582DD8E30}"/>
              </a:ext>
            </a:extLst>
          </p:cNvPr>
          <p:cNvSpPr>
            <a:spLocks noChangeAspect="1" noChangeShapeType="1"/>
          </p:cNvSpPr>
          <p:nvPr/>
        </p:nvSpPr>
        <p:spPr bwMode="auto">
          <a:xfrm flipH="1">
            <a:off x="6396038" y="1792288"/>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29" name="Rectangle 16">
            <a:extLst>
              <a:ext uri="{FF2B5EF4-FFF2-40B4-BE49-F238E27FC236}">
                <a16:creationId xmlns:a16="http://schemas.microsoft.com/office/drawing/2014/main" id="{62CB15E0-7FEA-D31C-BB58-06B396F164BD}"/>
              </a:ext>
            </a:extLst>
          </p:cNvPr>
          <p:cNvSpPr>
            <a:spLocks noChangeAspect="1" noChangeArrowheads="1"/>
          </p:cNvSpPr>
          <p:nvPr/>
        </p:nvSpPr>
        <p:spPr bwMode="auto">
          <a:xfrm>
            <a:off x="7596188" y="3413125"/>
            <a:ext cx="4937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LOOP</a:t>
            </a:r>
            <a:endParaRPr kumimoji="0" lang="en-CA" altLang="en-US" sz="2400">
              <a:latin typeface="Times New Roman" panose="02020603050405020304" pitchFamily="18" charset="0"/>
            </a:endParaRPr>
          </a:p>
        </p:txBody>
      </p:sp>
      <p:sp>
        <p:nvSpPr>
          <p:cNvPr id="143430" name="Rectangle 17">
            <a:extLst>
              <a:ext uri="{FF2B5EF4-FFF2-40B4-BE49-F238E27FC236}">
                <a16:creationId xmlns:a16="http://schemas.microsoft.com/office/drawing/2014/main" id="{92FAAD77-5286-61C5-DE5D-FC7571568470}"/>
              </a:ext>
            </a:extLst>
          </p:cNvPr>
          <p:cNvSpPr>
            <a:spLocks noChangeAspect="1" noChangeArrowheads="1"/>
          </p:cNvSpPr>
          <p:nvPr/>
        </p:nvSpPr>
        <p:spPr bwMode="auto">
          <a:xfrm>
            <a:off x="6650038" y="3138488"/>
            <a:ext cx="8667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Decrement</a:t>
            </a:r>
            <a:endParaRPr kumimoji="0" lang="en-CA" altLang="en-US" sz="2400">
              <a:latin typeface="Times New Roman" panose="02020603050405020304" pitchFamily="18" charset="0"/>
            </a:endParaRPr>
          </a:p>
        </p:txBody>
      </p:sp>
      <p:sp>
        <p:nvSpPr>
          <p:cNvPr id="143431" name="Rectangle 18">
            <a:extLst>
              <a:ext uri="{FF2B5EF4-FFF2-40B4-BE49-F238E27FC236}">
                <a16:creationId xmlns:a16="http://schemas.microsoft.com/office/drawing/2014/main" id="{BDFA76E5-3646-B65C-9463-82C7BA2C5F7B}"/>
              </a:ext>
            </a:extLst>
          </p:cNvPr>
          <p:cNvSpPr>
            <a:spLocks noChangeAspect="1" noChangeArrowheads="1"/>
          </p:cNvSpPr>
          <p:nvPr/>
        </p:nvSpPr>
        <p:spPr bwMode="auto">
          <a:xfrm>
            <a:off x="6650038" y="3675063"/>
            <a:ext cx="4333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Move</a:t>
            </a:r>
            <a:endParaRPr kumimoji="0" lang="en-CA" altLang="en-US" sz="2400">
              <a:latin typeface="Times New Roman" panose="02020603050405020304" pitchFamily="18" charset="0"/>
            </a:endParaRPr>
          </a:p>
        </p:txBody>
      </p:sp>
      <p:sp>
        <p:nvSpPr>
          <p:cNvPr id="143432" name="Rectangle 19">
            <a:extLst>
              <a:ext uri="{FF2B5EF4-FFF2-40B4-BE49-F238E27FC236}">
                <a16:creationId xmlns:a16="http://schemas.microsoft.com/office/drawing/2014/main" id="{65B075A1-EF13-150E-F96F-A765C7A2C975}"/>
              </a:ext>
            </a:extLst>
          </p:cNvPr>
          <p:cNvSpPr>
            <a:spLocks noChangeAspect="1" noChangeArrowheads="1"/>
          </p:cNvSpPr>
          <p:nvPr/>
        </p:nvSpPr>
        <p:spPr bwMode="auto">
          <a:xfrm>
            <a:off x="5815013" y="2343150"/>
            <a:ext cx="4937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LOOP</a:t>
            </a:r>
            <a:endParaRPr kumimoji="0" lang="en-CA" altLang="en-US" sz="2400">
              <a:latin typeface="Times New Roman" panose="02020603050405020304" pitchFamily="18" charset="0"/>
            </a:endParaRPr>
          </a:p>
        </p:txBody>
      </p:sp>
      <p:sp>
        <p:nvSpPr>
          <p:cNvPr id="143433" name="Line 20">
            <a:extLst>
              <a:ext uri="{FF2B5EF4-FFF2-40B4-BE49-F238E27FC236}">
                <a16:creationId xmlns:a16="http://schemas.microsoft.com/office/drawing/2014/main" id="{40CD728E-5318-FD31-2486-35CDA748A0BC}"/>
              </a:ext>
            </a:extLst>
          </p:cNvPr>
          <p:cNvSpPr>
            <a:spLocks noChangeAspect="1" noChangeShapeType="1"/>
          </p:cNvSpPr>
          <p:nvPr/>
        </p:nvSpPr>
        <p:spPr bwMode="auto">
          <a:xfrm flipH="1">
            <a:off x="6396038" y="3108325"/>
            <a:ext cx="17748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34" name="Line 21">
            <a:extLst>
              <a:ext uri="{FF2B5EF4-FFF2-40B4-BE49-F238E27FC236}">
                <a16:creationId xmlns:a16="http://schemas.microsoft.com/office/drawing/2014/main" id="{DE8D147E-E79E-77DD-2BA6-8D9F30D4E7AD}"/>
              </a:ext>
            </a:extLst>
          </p:cNvPr>
          <p:cNvSpPr>
            <a:spLocks noChangeAspect="1" noChangeShapeType="1"/>
          </p:cNvSpPr>
          <p:nvPr/>
        </p:nvSpPr>
        <p:spPr bwMode="auto">
          <a:xfrm flipV="1">
            <a:off x="6396038" y="2755900"/>
            <a:ext cx="1587" cy="40544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35" name="Line 22">
            <a:extLst>
              <a:ext uri="{FF2B5EF4-FFF2-40B4-BE49-F238E27FC236}">
                <a16:creationId xmlns:a16="http://schemas.microsoft.com/office/drawing/2014/main" id="{8DE95A28-B8D9-C1A9-BF6A-BFB45B7D074A}"/>
              </a:ext>
            </a:extLst>
          </p:cNvPr>
          <p:cNvSpPr>
            <a:spLocks noChangeAspect="1" noChangeShapeType="1"/>
          </p:cNvSpPr>
          <p:nvPr/>
        </p:nvSpPr>
        <p:spPr bwMode="auto">
          <a:xfrm flipV="1">
            <a:off x="6396038" y="1700213"/>
            <a:ext cx="1587" cy="9636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36" name="Line 23">
            <a:extLst>
              <a:ext uri="{FF2B5EF4-FFF2-40B4-BE49-F238E27FC236}">
                <a16:creationId xmlns:a16="http://schemas.microsoft.com/office/drawing/2014/main" id="{E9088B9C-F3AF-26EF-0E80-B55A6218A37D}"/>
              </a:ext>
            </a:extLst>
          </p:cNvPr>
          <p:cNvSpPr>
            <a:spLocks noChangeAspect="1" noChangeShapeType="1"/>
          </p:cNvSpPr>
          <p:nvPr/>
        </p:nvSpPr>
        <p:spPr bwMode="auto">
          <a:xfrm flipV="1">
            <a:off x="8170863" y="2755900"/>
            <a:ext cx="1587" cy="40544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37" name="Line 24">
            <a:extLst>
              <a:ext uri="{FF2B5EF4-FFF2-40B4-BE49-F238E27FC236}">
                <a16:creationId xmlns:a16="http://schemas.microsoft.com/office/drawing/2014/main" id="{6D4BA48D-3C29-AF9B-E933-DAFA40FFF924}"/>
              </a:ext>
            </a:extLst>
          </p:cNvPr>
          <p:cNvSpPr>
            <a:spLocks noChangeAspect="1" noChangeShapeType="1"/>
          </p:cNvSpPr>
          <p:nvPr/>
        </p:nvSpPr>
        <p:spPr bwMode="auto">
          <a:xfrm flipV="1">
            <a:off x="8170863" y="1700213"/>
            <a:ext cx="1587" cy="9636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38" name="Line 25">
            <a:extLst>
              <a:ext uri="{FF2B5EF4-FFF2-40B4-BE49-F238E27FC236}">
                <a16:creationId xmlns:a16="http://schemas.microsoft.com/office/drawing/2014/main" id="{602E3A21-D503-9F19-CAFC-119EE03C6A48}"/>
              </a:ext>
            </a:extLst>
          </p:cNvPr>
          <p:cNvSpPr>
            <a:spLocks noChangeAspect="1" noChangeShapeType="1"/>
          </p:cNvSpPr>
          <p:nvPr/>
        </p:nvSpPr>
        <p:spPr bwMode="auto">
          <a:xfrm flipH="1">
            <a:off x="6319838" y="2709863"/>
            <a:ext cx="168275" cy="920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39" name="Line 26">
            <a:extLst>
              <a:ext uri="{FF2B5EF4-FFF2-40B4-BE49-F238E27FC236}">
                <a16:creationId xmlns:a16="http://schemas.microsoft.com/office/drawing/2014/main" id="{5D193CEF-AA00-6750-65B5-AC77ACDC88D0}"/>
              </a:ext>
            </a:extLst>
          </p:cNvPr>
          <p:cNvSpPr>
            <a:spLocks noChangeAspect="1" noChangeShapeType="1"/>
          </p:cNvSpPr>
          <p:nvPr/>
        </p:nvSpPr>
        <p:spPr bwMode="auto">
          <a:xfrm flipH="1">
            <a:off x="6319838" y="2633663"/>
            <a:ext cx="168275" cy="76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40" name="Line 27">
            <a:extLst>
              <a:ext uri="{FF2B5EF4-FFF2-40B4-BE49-F238E27FC236}">
                <a16:creationId xmlns:a16="http://schemas.microsoft.com/office/drawing/2014/main" id="{F3F604E7-CB6A-5709-D29F-91F05238EF5A}"/>
              </a:ext>
            </a:extLst>
          </p:cNvPr>
          <p:cNvSpPr>
            <a:spLocks noChangeAspect="1" noChangeShapeType="1"/>
          </p:cNvSpPr>
          <p:nvPr/>
        </p:nvSpPr>
        <p:spPr bwMode="auto">
          <a:xfrm flipH="1">
            <a:off x="8064500" y="2725738"/>
            <a:ext cx="168275" cy="920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41" name="Line 28">
            <a:extLst>
              <a:ext uri="{FF2B5EF4-FFF2-40B4-BE49-F238E27FC236}">
                <a16:creationId xmlns:a16="http://schemas.microsoft.com/office/drawing/2014/main" id="{DB83D2F8-4E67-9A2F-51EF-3B5544DBA1EF}"/>
              </a:ext>
            </a:extLst>
          </p:cNvPr>
          <p:cNvSpPr>
            <a:spLocks noChangeAspect="1" noChangeShapeType="1"/>
          </p:cNvSpPr>
          <p:nvPr/>
        </p:nvSpPr>
        <p:spPr bwMode="auto">
          <a:xfrm flipH="1">
            <a:off x="8037513" y="2649538"/>
            <a:ext cx="168275" cy="76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42" name="Line 29">
            <a:extLst>
              <a:ext uri="{FF2B5EF4-FFF2-40B4-BE49-F238E27FC236}">
                <a16:creationId xmlns:a16="http://schemas.microsoft.com/office/drawing/2014/main" id="{2BC956C6-3758-B61F-A7F3-9E26D9D29E8A}"/>
              </a:ext>
            </a:extLst>
          </p:cNvPr>
          <p:cNvSpPr>
            <a:spLocks noChangeAspect="1" noChangeShapeType="1"/>
          </p:cNvSpPr>
          <p:nvPr/>
        </p:nvSpPr>
        <p:spPr bwMode="auto">
          <a:xfrm flipH="1">
            <a:off x="6396038" y="2052638"/>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43" name="Line 30">
            <a:extLst>
              <a:ext uri="{FF2B5EF4-FFF2-40B4-BE49-F238E27FC236}">
                <a16:creationId xmlns:a16="http://schemas.microsoft.com/office/drawing/2014/main" id="{5A75854B-12D9-3C6F-3DAF-16C69B5E1A4E}"/>
              </a:ext>
            </a:extLst>
          </p:cNvPr>
          <p:cNvSpPr>
            <a:spLocks noChangeAspect="1" noChangeShapeType="1"/>
          </p:cNvSpPr>
          <p:nvPr/>
        </p:nvSpPr>
        <p:spPr bwMode="auto">
          <a:xfrm flipH="1">
            <a:off x="6396038" y="2312988"/>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44" name="Line 31">
            <a:extLst>
              <a:ext uri="{FF2B5EF4-FFF2-40B4-BE49-F238E27FC236}">
                <a16:creationId xmlns:a16="http://schemas.microsoft.com/office/drawing/2014/main" id="{7657733B-A745-2E64-A9F6-D69BED238C21}"/>
              </a:ext>
            </a:extLst>
          </p:cNvPr>
          <p:cNvSpPr>
            <a:spLocks noChangeAspect="1" noChangeShapeType="1"/>
          </p:cNvSpPr>
          <p:nvPr/>
        </p:nvSpPr>
        <p:spPr bwMode="auto">
          <a:xfrm flipH="1">
            <a:off x="6396038" y="3382963"/>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45" name="Line 32">
            <a:extLst>
              <a:ext uri="{FF2B5EF4-FFF2-40B4-BE49-F238E27FC236}">
                <a16:creationId xmlns:a16="http://schemas.microsoft.com/office/drawing/2014/main" id="{07219ABA-7841-77E5-2194-AEA6876B1DAA}"/>
              </a:ext>
            </a:extLst>
          </p:cNvPr>
          <p:cNvSpPr>
            <a:spLocks noChangeAspect="1" noChangeShapeType="1"/>
          </p:cNvSpPr>
          <p:nvPr/>
        </p:nvSpPr>
        <p:spPr bwMode="auto">
          <a:xfrm flipH="1">
            <a:off x="6396038" y="3643313"/>
            <a:ext cx="1774825"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a:lstStyle/>
          <a:p>
            <a:endParaRPr lang="en-MY"/>
          </a:p>
        </p:txBody>
      </p:sp>
      <p:sp>
        <p:nvSpPr>
          <p:cNvPr id="143446" name="Line 33">
            <a:extLst>
              <a:ext uri="{FF2B5EF4-FFF2-40B4-BE49-F238E27FC236}">
                <a16:creationId xmlns:a16="http://schemas.microsoft.com/office/drawing/2014/main" id="{4B531255-DEDF-9A37-CDB5-CDB47F9865BE}"/>
              </a:ext>
            </a:extLst>
          </p:cNvPr>
          <p:cNvSpPr>
            <a:spLocks noChangeAspect="1" noChangeShapeType="1"/>
          </p:cNvSpPr>
          <p:nvPr/>
        </p:nvSpPr>
        <p:spPr bwMode="auto">
          <a:xfrm flipH="1">
            <a:off x="6396038" y="3903663"/>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47" name="Line 34">
            <a:extLst>
              <a:ext uri="{FF2B5EF4-FFF2-40B4-BE49-F238E27FC236}">
                <a16:creationId xmlns:a16="http://schemas.microsoft.com/office/drawing/2014/main" id="{AB8FBC64-6A78-DF25-A608-F3767F05AADA}"/>
              </a:ext>
            </a:extLst>
          </p:cNvPr>
          <p:cNvSpPr>
            <a:spLocks noChangeAspect="1" noChangeShapeType="1"/>
          </p:cNvSpPr>
          <p:nvPr/>
        </p:nvSpPr>
        <p:spPr bwMode="auto">
          <a:xfrm flipH="1">
            <a:off x="6396038" y="4164013"/>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48" name="Line 35">
            <a:extLst>
              <a:ext uri="{FF2B5EF4-FFF2-40B4-BE49-F238E27FC236}">
                <a16:creationId xmlns:a16="http://schemas.microsoft.com/office/drawing/2014/main" id="{64AB778F-3B59-61EB-24BC-F34BD00CC3B0}"/>
              </a:ext>
            </a:extLst>
          </p:cNvPr>
          <p:cNvSpPr>
            <a:spLocks noChangeAspect="1" noChangeShapeType="1"/>
          </p:cNvSpPr>
          <p:nvPr/>
        </p:nvSpPr>
        <p:spPr bwMode="auto">
          <a:xfrm flipH="1">
            <a:off x="6396038" y="4791075"/>
            <a:ext cx="17748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49" name="Line 36">
            <a:extLst>
              <a:ext uri="{FF2B5EF4-FFF2-40B4-BE49-F238E27FC236}">
                <a16:creationId xmlns:a16="http://schemas.microsoft.com/office/drawing/2014/main" id="{84BFA6D9-CB7F-73DA-7CBE-DFCAEABD8909}"/>
              </a:ext>
            </a:extLst>
          </p:cNvPr>
          <p:cNvSpPr>
            <a:spLocks noChangeAspect="1" noChangeShapeType="1"/>
          </p:cNvSpPr>
          <p:nvPr/>
        </p:nvSpPr>
        <p:spPr bwMode="auto">
          <a:xfrm flipH="1">
            <a:off x="6396038" y="5051425"/>
            <a:ext cx="17748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50" name="Line 37">
            <a:extLst>
              <a:ext uri="{FF2B5EF4-FFF2-40B4-BE49-F238E27FC236}">
                <a16:creationId xmlns:a16="http://schemas.microsoft.com/office/drawing/2014/main" id="{37138913-2F73-6858-BD1B-EF7DA04CA960}"/>
              </a:ext>
            </a:extLst>
          </p:cNvPr>
          <p:cNvSpPr>
            <a:spLocks noChangeAspect="1" noChangeShapeType="1"/>
          </p:cNvSpPr>
          <p:nvPr/>
        </p:nvSpPr>
        <p:spPr bwMode="auto">
          <a:xfrm flipH="1">
            <a:off x="6396038" y="5310188"/>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51" name="Line 38">
            <a:extLst>
              <a:ext uri="{FF2B5EF4-FFF2-40B4-BE49-F238E27FC236}">
                <a16:creationId xmlns:a16="http://schemas.microsoft.com/office/drawing/2014/main" id="{ABA6A6CC-5146-EEB4-CE4C-12A46203693A}"/>
              </a:ext>
            </a:extLst>
          </p:cNvPr>
          <p:cNvSpPr>
            <a:spLocks noChangeAspect="1" noChangeShapeType="1"/>
          </p:cNvSpPr>
          <p:nvPr/>
        </p:nvSpPr>
        <p:spPr bwMode="auto">
          <a:xfrm flipH="1">
            <a:off x="6396038" y="5586413"/>
            <a:ext cx="17748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52" name="Line 39">
            <a:extLst>
              <a:ext uri="{FF2B5EF4-FFF2-40B4-BE49-F238E27FC236}">
                <a16:creationId xmlns:a16="http://schemas.microsoft.com/office/drawing/2014/main" id="{32456E17-4213-DA16-CB34-FD7B3B5274C5}"/>
              </a:ext>
            </a:extLst>
          </p:cNvPr>
          <p:cNvSpPr>
            <a:spLocks noChangeAspect="1" noChangeShapeType="1"/>
          </p:cNvSpPr>
          <p:nvPr/>
        </p:nvSpPr>
        <p:spPr bwMode="auto">
          <a:xfrm flipH="1">
            <a:off x="6396038" y="5846763"/>
            <a:ext cx="17748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53" name="Rectangle 40">
            <a:extLst>
              <a:ext uri="{FF2B5EF4-FFF2-40B4-BE49-F238E27FC236}">
                <a16:creationId xmlns:a16="http://schemas.microsoft.com/office/drawing/2014/main" id="{01C6E10F-20D9-D455-46A2-A76A74472A1C}"/>
              </a:ext>
            </a:extLst>
          </p:cNvPr>
          <p:cNvSpPr>
            <a:spLocks noChangeAspect="1" noChangeArrowheads="1"/>
          </p:cNvSpPr>
          <p:nvPr/>
        </p:nvSpPr>
        <p:spPr bwMode="auto">
          <a:xfrm>
            <a:off x="5060950" y="2940050"/>
            <a:ext cx="3349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loop</a:t>
            </a:r>
            <a:endParaRPr kumimoji="0" lang="en-CA" altLang="en-US" sz="2400">
              <a:latin typeface="Times New Roman" panose="02020603050405020304" pitchFamily="18" charset="0"/>
            </a:endParaRPr>
          </a:p>
        </p:txBody>
      </p:sp>
      <p:sp>
        <p:nvSpPr>
          <p:cNvPr id="143454" name="Rectangle 41">
            <a:extLst>
              <a:ext uri="{FF2B5EF4-FFF2-40B4-BE49-F238E27FC236}">
                <a16:creationId xmlns:a16="http://schemas.microsoft.com/office/drawing/2014/main" id="{32445866-B02A-9657-37CC-A23534524636}"/>
              </a:ext>
            </a:extLst>
          </p:cNvPr>
          <p:cNvSpPr>
            <a:spLocks noChangeAspect="1" noChangeArrowheads="1"/>
          </p:cNvSpPr>
          <p:nvPr/>
        </p:nvSpPr>
        <p:spPr bwMode="auto">
          <a:xfrm>
            <a:off x="4922838" y="2771775"/>
            <a:ext cx="6794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Program</a:t>
            </a:r>
            <a:endParaRPr kumimoji="0" lang="en-CA" altLang="en-US" sz="2400">
              <a:latin typeface="Times New Roman" panose="02020603050405020304" pitchFamily="18" charset="0"/>
            </a:endParaRPr>
          </a:p>
        </p:txBody>
      </p:sp>
      <p:sp>
        <p:nvSpPr>
          <p:cNvPr id="143455" name="Rectangle 42">
            <a:extLst>
              <a:ext uri="{FF2B5EF4-FFF2-40B4-BE49-F238E27FC236}">
                <a16:creationId xmlns:a16="http://schemas.microsoft.com/office/drawing/2014/main" id="{33E0D24F-81EA-4899-9E2B-B56776A21F73}"/>
              </a:ext>
            </a:extLst>
          </p:cNvPr>
          <p:cNvSpPr>
            <a:spLocks noChangeAspect="1" noChangeArrowheads="1"/>
          </p:cNvSpPr>
          <p:nvPr/>
        </p:nvSpPr>
        <p:spPr bwMode="auto">
          <a:xfrm>
            <a:off x="6556375" y="2420938"/>
            <a:ext cx="14525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Determine address of</a:t>
            </a:r>
            <a:endParaRPr kumimoji="0" lang="en-CA" altLang="en-US" sz="1200">
              <a:latin typeface="Times New Roman" panose="02020603050405020304" pitchFamily="18" charset="0"/>
            </a:endParaRPr>
          </a:p>
        </p:txBody>
      </p:sp>
      <p:sp>
        <p:nvSpPr>
          <p:cNvPr id="143456" name="Rectangle 43">
            <a:extLst>
              <a:ext uri="{FF2B5EF4-FFF2-40B4-BE49-F238E27FC236}">
                <a16:creationId xmlns:a16="http://schemas.microsoft.com/office/drawing/2014/main" id="{7891F0D0-37A0-00A1-BBC8-659A520C8421}"/>
              </a:ext>
            </a:extLst>
          </p:cNvPr>
          <p:cNvSpPr>
            <a:spLocks noChangeAspect="1" noChangeArrowheads="1"/>
          </p:cNvSpPr>
          <p:nvPr/>
        </p:nvSpPr>
        <p:spPr bwMode="auto">
          <a:xfrm>
            <a:off x="6556375" y="2617788"/>
            <a:ext cx="15684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200">
                <a:latin typeface="Nimbus Roman No9 L" charset="0"/>
              </a:rPr>
              <a:t>"Next" number and add</a:t>
            </a:r>
            <a:endParaRPr kumimoji="0" lang="en-CA" altLang="en-US" sz="1200">
              <a:latin typeface="Times New Roman" panose="02020603050405020304" pitchFamily="18" charset="0"/>
            </a:endParaRPr>
          </a:p>
        </p:txBody>
      </p:sp>
      <p:sp>
        <p:nvSpPr>
          <p:cNvPr id="143457" name="Rectangle 44">
            <a:extLst>
              <a:ext uri="{FF2B5EF4-FFF2-40B4-BE49-F238E27FC236}">
                <a16:creationId xmlns:a16="http://schemas.microsoft.com/office/drawing/2014/main" id="{7B904E3A-A604-8D1C-A3DD-1A8F1D7D348E}"/>
              </a:ext>
            </a:extLst>
          </p:cNvPr>
          <p:cNvSpPr>
            <a:spLocks noChangeAspect="1" noChangeArrowheads="1"/>
          </p:cNvSpPr>
          <p:nvPr/>
        </p:nvSpPr>
        <p:spPr bwMode="auto">
          <a:xfrm>
            <a:off x="5784850" y="5081588"/>
            <a:ext cx="1285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N</a:t>
            </a:r>
            <a:endParaRPr kumimoji="0" lang="en-CA" altLang="en-US" sz="2400">
              <a:latin typeface="Times New Roman" panose="02020603050405020304" pitchFamily="18" charset="0"/>
            </a:endParaRPr>
          </a:p>
        </p:txBody>
      </p:sp>
      <p:sp>
        <p:nvSpPr>
          <p:cNvPr id="143458" name="Rectangle 45">
            <a:extLst>
              <a:ext uri="{FF2B5EF4-FFF2-40B4-BE49-F238E27FC236}">
                <a16:creationId xmlns:a16="http://schemas.microsoft.com/office/drawing/2014/main" id="{3BC97FF3-86BE-2A4B-4C49-A954D88A13C3}"/>
              </a:ext>
            </a:extLst>
          </p:cNvPr>
          <p:cNvSpPr>
            <a:spLocks noChangeAspect="1" noChangeArrowheads="1"/>
          </p:cNvSpPr>
          <p:nvPr/>
        </p:nvSpPr>
        <p:spPr bwMode="auto">
          <a:xfrm>
            <a:off x="5784850" y="4821238"/>
            <a:ext cx="3952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SUM</a:t>
            </a:r>
            <a:endParaRPr kumimoji="0" lang="en-CA" altLang="en-US" sz="2400">
              <a:latin typeface="Times New Roman" panose="02020603050405020304" pitchFamily="18" charset="0"/>
            </a:endParaRPr>
          </a:p>
        </p:txBody>
      </p:sp>
      <p:sp>
        <p:nvSpPr>
          <p:cNvPr id="143459" name="Rectangle 46">
            <a:extLst>
              <a:ext uri="{FF2B5EF4-FFF2-40B4-BE49-F238E27FC236}">
                <a16:creationId xmlns:a16="http://schemas.microsoft.com/office/drawing/2014/main" id="{9F09ECFE-D9EA-6872-516C-9FF565A8B4E6}"/>
              </a:ext>
            </a:extLst>
          </p:cNvPr>
          <p:cNvSpPr>
            <a:spLocks noChangeAspect="1" noChangeArrowheads="1"/>
          </p:cNvSpPr>
          <p:nvPr/>
        </p:nvSpPr>
        <p:spPr bwMode="auto">
          <a:xfrm>
            <a:off x="7253288" y="508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i="1">
                <a:latin typeface="Nimbus Roman No9 L" charset="0"/>
              </a:rPr>
              <a:t>n</a:t>
            </a:r>
            <a:endParaRPr kumimoji="0" lang="en-CA" altLang="en-US" sz="2400">
              <a:latin typeface="Times New Roman" panose="02020603050405020304" pitchFamily="18" charset="0"/>
            </a:endParaRPr>
          </a:p>
        </p:txBody>
      </p:sp>
      <p:sp>
        <p:nvSpPr>
          <p:cNvPr id="143460" name="Rectangle 47">
            <a:extLst>
              <a:ext uri="{FF2B5EF4-FFF2-40B4-BE49-F238E27FC236}">
                <a16:creationId xmlns:a16="http://schemas.microsoft.com/office/drawing/2014/main" id="{EFD4923B-D692-0F0A-D0EE-434321080B8C}"/>
              </a:ext>
            </a:extLst>
          </p:cNvPr>
          <p:cNvSpPr>
            <a:spLocks noChangeAspect="1" noChangeArrowheads="1"/>
          </p:cNvSpPr>
          <p:nvPr/>
        </p:nvSpPr>
        <p:spPr bwMode="auto">
          <a:xfrm>
            <a:off x="7467600" y="2082800"/>
            <a:ext cx="2270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R0</a:t>
            </a:r>
            <a:endParaRPr kumimoji="0" lang="en-CA" altLang="en-US" sz="2400">
              <a:latin typeface="Times New Roman" panose="02020603050405020304" pitchFamily="18" charset="0"/>
            </a:endParaRPr>
          </a:p>
        </p:txBody>
      </p:sp>
      <p:sp>
        <p:nvSpPr>
          <p:cNvPr id="143461" name="Rectangle 48">
            <a:extLst>
              <a:ext uri="{FF2B5EF4-FFF2-40B4-BE49-F238E27FC236}">
                <a16:creationId xmlns:a16="http://schemas.microsoft.com/office/drawing/2014/main" id="{E6C792E4-7CDF-4EEA-55C7-179190E9CD5D}"/>
              </a:ext>
            </a:extLst>
          </p:cNvPr>
          <p:cNvSpPr>
            <a:spLocks noChangeAspect="1" noChangeArrowheads="1"/>
          </p:cNvSpPr>
          <p:nvPr/>
        </p:nvSpPr>
        <p:spPr bwMode="auto">
          <a:xfrm>
            <a:off x="6702425" y="2082800"/>
            <a:ext cx="4238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a:latin typeface="Nimbus Roman No9 L" charset="0"/>
              </a:rPr>
              <a:t>Clear</a:t>
            </a:r>
            <a:endParaRPr kumimoji="0" lang="en-CA" altLang="en-US" sz="2400">
              <a:latin typeface="Times New Roman" panose="02020603050405020304" pitchFamily="18" charset="0"/>
            </a:endParaRPr>
          </a:p>
        </p:txBody>
      </p:sp>
      <p:sp>
        <p:nvSpPr>
          <p:cNvPr id="143462" name="Freeform 49">
            <a:extLst>
              <a:ext uri="{FF2B5EF4-FFF2-40B4-BE49-F238E27FC236}">
                <a16:creationId xmlns:a16="http://schemas.microsoft.com/office/drawing/2014/main" id="{D7899A06-4FA6-25F7-CDCB-F7B5949AFA54}"/>
              </a:ext>
            </a:extLst>
          </p:cNvPr>
          <p:cNvSpPr>
            <a:spLocks noChangeAspect="1"/>
          </p:cNvSpPr>
          <p:nvPr/>
        </p:nvSpPr>
        <p:spPr bwMode="auto">
          <a:xfrm>
            <a:off x="5632450" y="2327275"/>
            <a:ext cx="76200" cy="642938"/>
          </a:xfrm>
          <a:custGeom>
            <a:avLst/>
            <a:gdLst>
              <a:gd name="T0" fmla="*/ 2147483646 w 5"/>
              <a:gd name="T1" fmla="*/ 0 h 42"/>
              <a:gd name="T2" fmla="*/ 2147483646 w 5"/>
              <a:gd name="T3" fmla="*/ 2147483646 h 42"/>
              <a:gd name="T4" fmla="*/ 2147483646 w 5"/>
              <a:gd name="T5" fmla="*/ 2147483646 h 42"/>
              <a:gd name="T6" fmla="*/ 2147483646 w 5"/>
              <a:gd name="T7" fmla="*/ 2147483646 h 42"/>
              <a:gd name="T8" fmla="*/ 2147483646 w 5"/>
              <a:gd name="T9" fmla="*/ 2147483646 h 42"/>
              <a:gd name="T10" fmla="*/ 2147483646 w 5"/>
              <a:gd name="T11" fmla="*/ 2147483646 h 42"/>
              <a:gd name="T12" fmla="*/ 2147483646 w 5"/>
              <a:gd name="T13" fmla="*/ 2147483646 h 42"/>
              <a:gd name="T14" fmla="*/ 2147483646 w 5"/>
              <a:gd name="T15" fmla="*/ 2147483646 h 42"/>
              <a:gd name="T16" fmla="*/ 2147483646 w 5"/>
              <a:gd name="T17" fmla="*/ 2147483646 h 42"/>
              <a:gd name="T18" fmla="*/ 2147483646 w 5"/>
              <a:gd name="T19" fmla="*/ 2147483646 h 42"/>
              <a:gd name="T20" fmla="*/ 2147483646 w 5"/>
              <a:gd name="T21" fmla="*/ 2147483646 h 42"/>
              <a:gd name="T22" fmla="*/ 2147483646 w 5"/>
              <a:gd name="T23" fmla="*/ 2147483646 h 42"/>
              <a:gd name="T24" fmla="*/ 2147483646 w 5"/>
              <a:gd name="T25" fmla="*/ 2147483646 h 42"/>
              <a:gd name="T26" fmla="*/ 2147483646 w 5"/>
              <a:gd name="T27" fmla="*/ 2147483646 h 42"/>
              <a:gd name="T28" fmla="*/ 0 w 5"/>
              <a:gd name="T29" fmla="*/ 2147483646 h 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42"/>
              <a:gd name="T47" fmla="*/ 5 w 5"/>
              <a:gd name="T48" fmla="*/ 42 h 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42">
                <a:moveTo>
                  <a:pt x="5" y="0"/>
                </a:moveTo>
                <a:lnTo>
                  <a:pt x="4" y="1"/>
                </a:lnTo>
                <a:lnTo>
                  <a:pt x="3" y="1"/>
                </a:lnTo>
                <a:lnTo>
                  <a:pt x="3" y="2"/>
                </a:lnTo>
                <a:lnTo>
                  <a:pt x="2" y="2"/>
                </a:lnTo>
                <a:lnTo>
                  <a:pt x="2" y="3"/>
                </a:lnTo>
                <a:lnTo>
                  <a:pt x="2" y="10"/>
                </a:lnTo>
                <a:lnTo>
                  <a:pt x="2" y="21"/>
                </a:lnTo>
                <a:lnTo>
                  <a:pt x="2" y="31"/>
                </a:lnTo>
                <a:lnTo>
                  <a:pt x="2" y="39"/>
                </a:lnTo>
                <a:lnTo>
                  <a:pt x="2" y="40"/>
                </a:lnTo>
                <a:lnTo>
                  <a:pt x="2" y="41"/>
                </a:lnTo>
                <a:lnTo>
                  <a:pt x="1" y="41"/>
                </a:lnTo>
                <a:lnTo>
                  <a:pt x="0" y="42"/>
                </a:lnTo>
              </a:path>
            </a:pathLst>
          </a:custGeom>
          <a:noFill/>
          <a:ln w="1905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3463" name="Freeform 50">
            <a:extLst>
              <a:ext uri="{FF2B5EF4-FFF2-40B4-BE49-F238E27FC236}">
                <a16:creationId xmlns:a16="http://schemas.microsoft.com/office/drawing/2014/main" id="{D9D39749-7165-A646-1FDD-712B65B13881}"/>
              </a:ext>
            </a:extLst>
          </p:cNvPr>
          <p:cNvSpPr>
            <a:spLocks noChangeAspect="1"/>
          </p:cNvSpPr>
          <p:nvPr/>
        </p:nvSpPr>
        <p:spPr bwMode="auto">
          <a:xfrm>
            <a:off x="5632450" y="2970213"/>
            <a:ext cx="76200" cy="642937"/>
          </a:xfrm>
          <a:custGeom>
            <a:avLst/>
            <a:gdLst>
              <a:gd name="T0" fmla="*/ 2147483646 w 5"/>
              <a:gd name="T1" fmla="*/ 2147483646 h 42"/>
              <a:gd name="T2" fmla="*/ 2147483646 w 5"/>
              <a:gd name="T3" fmla="*/ 2147483646 h 42"/>
              <a:gd name="T4" fmla="*/ 2147483646 w 5"/>
              <a:gd name="T5" fmla="*/ 2147483646 h 42"/>
              <a:gd name="T6" fmla="*/ 2147483646 w 5"/>
              <a:gd name="T7" fmla="*/ 2147483646 h 42"/>
              <a:gd name="T8" fmla="*/ 2147483646 w 5"/>
              <a:gd name="T9" fmla="*/ 2147483646 h 42"/>
              <a:gd name="T10" fmla="*/ 2147483646 w 5"/>
              <a:gd name="T11" fmla="*/ 2147483646 h 42"/>
              <a:gd name="T12" fmla="*/ 2147483646 w 5"/>
              <a:gd name="T13" fmla="*/ 2147483646 h 42"/>
              <a:gd name="T14" fmla="*/ 2147483646 w 5"/>
              <a:gd name="T15" fmla="*/ 2147483646 h 42"/>
              <a:gd name="T16" fmla="*/ 2147483646 w 5"/>
              <a:gd name="T17" fmla="*/ 2147483646 h 42"/>
              <a:gd name="T18" fmla="*/ 2147483646 w 5"/>
              <a:gd name="T19" fmla="*/ 2147483646 h 42"/>
              <a:gd name="T20" fmla="*/ 2147483646 w 5"/>
              <a:gd name="T21" fmla="*/ 2147483646 h 42"/>
              <a:gd name="T22" fmla="*/ 2147483646 w 5"/>
              <a:gd name="T23" fmla="*/ 2147483646 h 42"/>
              <a:gd name="T24" fmla="*/ 2147483646 w 5"/>
              <a:gd name="T25" fmla="*/ 2147483646 h 42"/>
              <a:gd name="T26" fmla="*/ 0 w 5"/>
              <a:gd name="T27" fmla="*/ 0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42"/>
              <a:gd name="T44" fmla="*/ 5 w 5"/>
              <a:gd name="T45" fmla="*/ 42 h 4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42">
                <a:moveTo>
                  <a:pt x="5" y="42"/>
                </a:moveTo>
                <a:lnTo>
                  <a:pt x="4" y="41"/>
                </a:lnTo>
                <a:lnTo>
                  <a:pt x="3" y="40"/>
                </a:lnTo>
                <a:lnTo>
                  <a:pt x="2" y="40"/>
                </a:lnTo>
                <a:lnTo>
                  <a:pt x="2" y="39"/>
                </a:lnTo>
                <a:lnTo>
                  <a:pt x="2" y="31"/>
                </a:lnTo>
                <a:lnTo>
                  <a:pt x="2" y="21"/>
                </a:lnTo>
                <a:lnTo>
                  <a:pt x="2" y="10"/>
                </a:lnTo>
                <a:lnTo>
                  <a:pt x="2" y="3"/>
                </a:lnTo>
                <a:lnTo>
                  <a:pt x="2" y="2"/>
                </a:lnTo>
                <a:lnTo>
                  <a:pt x="2" y="1"/>
                </a:lnTo>
                <a:lnTo>
                  <a:pt x="1" y="1"/>
                </a:lnTo>
                <a:lnTo>
                  <a:pt x="0" y="0"/>
                </a:lnTo>
              </a:path>
            </a:pathLst>
          </a:custGeom>
          <a:noFill/>
          <a:ln w="1905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43464" name="Freeform 51">
            <a:extLst>
              <a:ext uri="{FF2B5EF4-FFF2-40B4-BE49-F238E27FC236}">
                <a16:creationId xmlns:a16="http://schemas.microsoft.com/office/drawing/2014/main" id="{27122FAA-829E-402D-FBB3-9664FC9C66B0}"/>
              </a:ext>
            </a:extLst>
          </p:cNvPr>
          <p:cNvSpPr>
            <a:spLocks noChangeAspect="1"/>
          </p:cNvSpPr>
          <p:nvPr/>
        </p:nvSpPr>
        <p:spPr bwMode="auto">
          <a:xfrm>
            <a:off x="7285038" y="4362450"/>
            <a:ext cx="14287"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olid"/>
                <a:round/>
                <a:headEnd/>
                <a:tailEnd/>
              </a14:hiddenLine>
            </a:ext>
          </a:extLst>
        </p:spPr>
        <p:txBody>
          <a:bodyPr/>
          <a:lstStyle/>
          <a:p>
            <a:endParaRPr lang="en-MY"/>
          </a:p>
        </p:txBody>
      </p:sp>
      <p:sp>
        <p:nvSpPr>
          <p:cNvPr id="143465" name="Freeform 52">
            <a:extLst>
              <a:ext uri="{FF2B5EF4-FFF2-40B4-BE49-F238E27FC236}">
                <a16:creationId xmlns:a16="http://schemas.microsoft.com/office/drawing/2014/main" id="{281C68B3-E0DE-03F6-E9F4-9713A935B396}"/>
              </a:ext>
            </a:extLst>
          </p:cNvPr>
          <p:cNvSpPr>
            <a:spLocks noChangeAspect="1"/>
          </p:cNvSpPr>
          <p:nvPr/>
        </p:nvSpPr>
        <p:spPr bwMode="auto">
          <a:xfrm>
            <a:off x="7285038" y="4470400"/>
            <a:ext cx="14287" cy="14288"/>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olid"/>
                <a:round/>
                <a:headEnd/>
                <a:tailEnd/>
              </a14:hiddenLine>
            </a:ext>
          </a:extLst>
        </p:spPr>
        <p:txBody>
          <a:bodyPr/>
          <a:lstStyle/>
          <a:p>
            <a:endParaRPr lang="en-MY"/>
          </a:p>
        </p:txBody>
      </p:sp>
      <p:sp>
        <p:nvSpPr>
          <p:cNvPr id="143466" name="Freeform 53">
            <a:extLst>
              <a:ext uri="{FF2B5EF4-FFF2-40B4-BE49-F238E27FC236}">
                <a16:creationId xmlns:a16="http://schemas.microsoft.com/office/drawing/2014/main" id="{DE91CCB5-9D6D-3F6A-CF2B-BD536AEE5C51}"/>
              </a:ext>
            </a:extLst>
          </p:cNvPr>
          <p:cNvSpPr>
            <a:spLocks noChangeAspect="1"/>
          </p:cNvSpPr>
          <p:nvPr/>
        </p:nvSpPr>
        <p:spPr bwMode="auto">
          <a:xfrm>
            <a:off x="7285038" y="4576763"/>
            <a:ext cx="14287"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olid"/>
                <a:round/>
                <a:headEnd/>
                <a:tailEnd/>
              </a14:hiddenLine>
            </a:ext>
          </a:extLst>
        </p:spPr>
        <p:txBody>
          <a:bodyPr/>
          <a:lstStyle/>
          <a:p>
            <a:endParaRPr lang="en-MY"/>
          </a:p>
        </p:txBody>
      </p:sp>
      <p:sp>
        <p:nvSpPr>
          <p:cNvPr id="143467" name="Freeform 54">
            <a:extLst>
              <a:ext uri="{FF2B5EF4-FFF2-40B4-BE49-F238E27FC236}">
                <a16:creationId xmlns:a16="http://schemas.microsoft.com/office/drawing/2014/main" id="{8B6B02BB-D904-CC10-B91C-D35AD7436FD1}"/>
              </a:ext>
            </a:extLst>
          </p:cNvPr>
          <p:cNvSpPr>
            <a:spLocks noChangeAspect="1"/>
          </p:cNvSpPr>
          <p:nvPr/>
        </p:nvSpPr>
        <p:spPr bwMode="auto">
          <a:xfrm>
            <a:off x="7285038" y="6061075"/>
            <a:ext cx="14287" cy="14288"/>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olid"/>
                <a:round/>
                <a:headEnd/>
                <a:tailEnd/>
              </a14:hiddenLine>
            </a:ext>
          </a:extLst>
        </p:spPr>
        <p:txBody>
          <a:bodyPr/>
          <a:lstStyle/>
          <a:p>
            <a:endParaRPr lang="en-MY"/>
          </a:p>
        </p:txBody>
      </p:sp>
      <p:sp>
        <p:nvSpPr>
          <p:cNvPr id="143468" name="Freeform 55">
            <a:extLst>
              <a:ext uri="{FF2B5EF4-FFF2-40B4-BE49-F238E27FC236}">
                <a16:creationId xmlns:a16="http://schemas.microsoft.com/office/drawing/2014/main" id="{8A13DAE6-00A6-709C-EB43-3C2412446147}"/>
              </a:ext>
            </a:extLst>
          </p:cNvPr>
          <p:cNvSpPr>
            <a:spLocks noChangeAspect="1"/>
          </p:cNvSpPr>
          <p:nvPr/>
        </p:nvSpPr>
        <p:spPr bwMode="auto">
          <a:xfrm>
            <a:off x="7285038" y="6153150"/>
            <a:ext cx="14287" cy="14288"/>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olid"/>
                <a:round/>
                <a:headEnd/>
                <a:tailEnd/>
              </a14:hiddenLine>
            </a:ext>
          </a:extLst>
        </p:spPr>
        <p:txBody>
          <a:bodyPr/>
          <a:lstStyle/>
          <a:p>
            <a:endParaRPr lang="en-MY"/>
          </a:p>
        </p:txBody>
      </p:sp>
      <p:sp>
        <p:nvSpPr>
          <p:cNvPr id="143469" name="Freeform 56">
            <a:extLst>
              <a:ext uri="{FF2B5EF4-FFF2-40B4-BE49-F238E27FC236}">
                <a16:creationId xmlns:a16="http://schemas.microsoft.com/office/drawing/2014/main" id="{239E2AA7-0C2A-D920-7E94-06A2EB3768B0}"/>
              </a:ext>
            </a:extLst>
          </p:cNvPr>
          <p:cNvSpPr>
            <a:spLocks noChangeAspect="1"/>
          </p:cNvSpPr>
          <p:nvPr/>
        </p:nvSpPr>
        <p:spPr bwMode="auto">
          <a:xfrm>
            <a:off x="7285038" y="6259513"/>
            <a:ext cx="14287" cy="15875"/>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olid"/>
                <a:round/>
                <a:headEnd/>
                <a:tailEnd/>
              </a14:hiddenLine>
            </a:ext>
          </a:extLst>
        </p:spPr>
        <p:txBody>
          <a:bodyPr/>
          <a:lstStyle/>
          <a:p>
            <a:endParaRPr lang="en-MY"/>
          </a:p>
        </p:txBody>
      </p:sp>
      <p:sp>
        <p:nvSpPr>
          <p:cNvPr id="143470" name="Rectangle 57">
            <a:extLst>
              <a:ext uri="{FF2B5EF4-FFF2-40B4-BE49-F238E27FC236}">
                <a16:creationId xmlns:a16="http://schemas.microsoft.com/office/drawing/2014/main" id="{CCEF66A7-C694-DA18-2A4A-D0B7CD086DF1}"/>
              </a:ext>
            </a:extLst>
          </p:cNvPr>
          <p:cNvSpPr>
            <a:spLocks noChangeAspect="1" noChangeArrowheads="1"/>
          </p:cNvSpPr>
          <p:nvPr/>
        </p:nvSpPr>
        <p:spPr bwMode="auto">
          <a:xfrm>
            <a:off x="6650038" y="3413125"/>
            <a:ext cx="812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0"/>
              </a:spcBef>
              <a:buClrTx/>
              <a:buFontTx/>
              <a:buNone/>
            </a:pPr>
            <a:r>
              <a:rPr kumimoji="0" lang="en-CA" altLang="en-US" sz="1400" b="1">
                <a:latin typeface="Nimbus Roman No9 L" charset="0"/>
              </a:rPr>
              <a:t>Branch&gt;0</a:t>
            </a:r>
            <a:endParaRPr kumimoji="0" lang="en-CA" altLang="en-US" sz="2400" b="1">
              <a:latin typeface="Times New Roman" panose="02020603050405020304" pitchFamily="18" charset="0"/>
            </a:endParaRPr>
          </a:p>
        </p:txBody>
      </p:sp>
      <p:sp>
        <p:nvSpPr>
          <p:cNvPr id="143471" name="Text Box 58">
            <a:extLst>
              <a:ext uri="{FF2B5EF4-FFF2-40B4-BE49-F238E27FC236}">
                <a16:creationId xmlns:a16="http://schemas.microsoft.com/office/drawing/2014/main" id="{FDC9B463-1D80-FF4E-2336-0B516EE20E71}"/>
              </a:ext>
            </a:extLst>
          </p:cNvPr>
          <p:cNvSpPr txBox="1">
            <a:spLocks noChangeAspect="1" noChangeArrowheads="1"/>
          </p:cNvSpPr>
          <p:nvPr/>
        </p:nvSpPr>
        <p:spPr bwMode="auto">
          <a:xfrm>
            <a:off x="7200900" y="4189413"/>
            <a:ext cx="3079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p:txBody>
      </p:sp>
      <p:sp>
        <p:nvSpPr>
          <p:cNvPr id="143472" name="Text Box 59">
            <a:extLst>
              <a:ext uri="{FF2B5EF4-FFF2-40B4-BE49-F238E27FC236}">
                <a16:creationId xmlns:a16="http://schemas.microsoft.com/office/drawing/2014/main" id="{BE1090A9-713C-7104-910B-25D3492514AF}"/>
              </a:ext>
            </a:extLst>
          </p:cNvPr>
          <p:cNvSpPr txBox="1">
            <a:spLocks noChangeAspect="1" noChangeArrowheads="1"/>
          </p:cNvSpPr>
          <p:nvPr/>
        </p:nvSpPr>
        <p:spPr bwMode="auto">
          <a:xfrm>
            <a:off x="7200900" y="5870575"/>
            <a:ext cx="3079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lnSpc>
                <a:spcPct val="20000"/>
              </a:lnSpc>
              <a:spcBef>
                <a:spcPct val="50000"/>
              </a:spcBef>
              <a:buClrTx/>
              <a:buFontTx/>
              <a:buNone/>
            </a:pPr>
            <a:endParaRPr kumimoji="0" lang="en-US" altLang="en-US" sz="20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endParaRPr kumimoji="0" lang="en-US" altLang="en-US" sz="1600">
              <a:latin typeface="Nimbus Roman No9 L" charset="0"/>
            </a:endParaRPr>
          </a:p>
          <a:p>
            <a:pPr eaLnBrk="1" hangingPunct="1">
              <a:lnSpc>
                <a:spcPct val="20000"/>
              </a:lnSpc>
              <a:spcBef>
                <a:spcPct val="50000"/>
              </a:spcBef>
              <a:buClrTx/>
              <a:buFontTx/>
              <a:buNone/>
            </a:pPr>
            <a:r>
              <a:rPr kumimoji="0" lang="en-CA" altLang="en-US" sz="1600">
                <a:latin typeface="Nimbus Roman No9 L" charset="0"/>
              </a:rPr>
              <a:t>•</a:t>
            </a:r>
          </a:p>
        </p:txBody>
      </p:sp>
      <p:sp>
        <p:nvSpPr>
          <p:cNvPr id="143473" name="Line 60">
            <a:extLst>
              <a:ext uri="{FF2B5EF4-FFF2-40B4-BE49-F238E27FC236}">
                <a16:creationId xmlns:a16="http://schemas.microsoft.com/office/drawing/2014/main" id="{91315DE5-0912-E38D-2767-C54B4394C250}"/>
              </a:ext>
            </a:extLst>
          </p:cNvPr>
          <p:cNvSpPr>
            <a:spLocks noChangeAspect="1" noChangeShapeType="1"/>
          </p:cNvSpPr>
          <p:nvPr/>
        </p:nvSpPr>
        <p:spPr bwMode="auto">
          <a:xfrm flipH="1">
            <a:off x="6396038" y="6459538"/>
            <a:ext cx="17748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43474" name="Freeform 63">
            <a:extLst>
              <a:ext uri="{FF2B5EF4-FFF2-40B4-BE49-F238E27FC236}">
                <a16:creationId xmlns:a16="http://schemas.microsoft.com/office/drawing/2014/main" id="{47AD7856-8320-7701-DA6A-FA04CEAB2957}"/>
              </a:ext>
            </a:extLst>
          </p:cNvPr>
          <p:cNvSpPr>
            <a:spLocks/>
          </p:cNvSpPr>
          <p:nvPr/>
        </p:nvSpPr>
        <p:spPr bwMode="auto">
          <a:xfrm>
            <a:off x="6003925" y="2565400"/>
            <a:ext cx="360363" cy="976313"/>
          </a:xfrm>
          <a:custGeom>
            <a:avLst/>
            <a:gdLst>
              <a:gd name="T0" fmla="*/ 2147483646 w 227"/>
              <a:gd name="T1" fmla="*/ 2147483646 h 546"/>
              <a:gd name="T2" fmla="*/ 2147483646 w 227"/>
              <a:gd name="T3" fmla="*/ 2147483646 h 546"/>
              <a:gd name="T4" fmla="*/ 0 w 227"/>
              <a:gd name="T5" fmla="*/ 0 h 546"/>
              <a:gd name="T6" fmla="*/ 0 60000 65536"/>
              <a:gd name="T7" fmla="*/ 0 60000 65536"/>
              <a:gd name="T8" fmla="*/ 0 60000 65536"/>
              <a:gd name="T9" fmla="*/ 0 w 227"/>
              <a:gd name="T10" fmla="*/ 0 h 546"/>
              <a:gd name="T11" fmla="*/ 227 w 227"/>
              <a:gd name="T12" fmla="*/ 546 h 546"/>
            </a:gdLst>
            <a:ahLst/>
            <a:cxnLst>
              <a:cxn ang="T6">
                <a:pos x="T0" y="T1"/>
              </a:cxn>
              <a:cxn ang="T7">
                <a:pos x="T2" y="T3"/>
              </a:cxn>
              <a:cxn ang="T8">
                <a:pos x="T4" y="T5"/>
              </a:cxn>
            </a:cxnLst>
            <a:rect l="T9" t="T10" r="T11" b="T12"/>
            <a:pathLst>
              <a:path w="227" h="546">
                <a:moveTo>
                  <a:pt x="227" y="544"/>
                </a:moveTo>
                <a:lnTo>
                  <a:pt x="3" y="546"/>
                </a:lnTo>
                <a:lnTo>
                  <a:pt x="0" y="0"/>
                </a:ln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n-MY"/>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93A7BC1C-5F1F-BD92-80CF-37EADC5B7097}"/>
              </a:ext>
            </a:extLst>
          </p:cNvPr>
          <p:cNvSpPr>
            <a:spLocks noGrp="1" noChangeArrowheads="1"/>
          </p:cNvSpPr>
          <p:nvPr>
            <p:ph type="title"/>
          </p:nvPr>
        </p:nvSpPr>
        <p:spPr/>
        <p:txBody>
          <a:bodyPr/>
          <a:lstStyle/>
          <a:p>
            <a:r>
              <a:rPr lang="en-US" altLang="en-US"/>
              <a:t>Condition Codes</a:t>
            </a:r>
          </a:p>
        </p:txBody>
      </p:sp>
      <p:sp>
        <p:nvSpPr>
          <p:cNvPr id="144387" name="Rectangle 3">
            <a:extLst>
              <a:ext uri="{FF2B5EF4-FFF2-40B4-BE49-F238E27FC236}">
                <a16:creationId xmlns:a16="http://schemas.microsoft.com/office/drawing/2014/main" id="{0AB0A076-5698-8DC4-AE60-4217C55BD0F9}"/>
              </a:ext>
            </a:extLst>
          </p:cNvPr>
          <p:cNvSpPr>
            <a:spLocks noGrp="1" noChangeArrowheads="1"/>
          </p:cNvSpPr>
          <p:nvPr>
            <p:ph type="body" idx="1"/>
          </p:nvPr>
        </p:nvSpPr>
        <p:spPr>
          <a:xfrm>
            <a:off x="457200" y="1885950"/>
            <a:ext cx="8178800" cy="4783138"/>
          </a:xfrm>
        </p:spPr>
        <p:txBody>
          <a:bodyPr/>
          <a:lstStyle/>
          <a:p>
            <a:r>
              <a:rPr lang="en-US" altLang="en-US"/>
              <a:t>Processor keeps track of information about the results of various operations</a:t>
            </a:r>
          </a:p>
          <a:p>
            <a:r>
              <a:rPr lang="en-US" altLang="en-US"/>
              <a:t>Recorded as bits called condition code </a:t>
            </a:r>
            <a:r>
              <a:rPr lang="en-US" altLang="en-US" sz="3600" b="1">
                <a:solidFill>
                  <a:srgbClr val="FF0000"/>
                </a:solidFill>
              </a:rPr>
              <a:t>flags</a:t>
            </a:r>
            <a:endParaRPr lang="en-US" altLang="en-US" b="1">
              <a:solidFill>
                <a:srgbClr val="FF0000"/>
              </a:solidFill>
            </a:endParaRPr>
          </a:p>
          <a:p>
            <a:pPr lvl="1"/>
            <a:r>
              <a:rPr lang="en-US" altLang="en-US"/>
              <a:t>Stored in condition register or status register</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892A9E77-C70E-CED2-3503-595C7988C119}"/>
              </a:ext>
            </a:extLst>
          </p:cNvPr>
          <p:cNvSpPr>
            <a:spLocks noGrp="1" noChangeArrowheads="1"/>
          </p:cNvSpPr>
          <p:nvPr>
            <p:ph type="title"/>
          </p:nvPr>
        </p:nvSpPr>
        <p:spPr/>
        <p:txBody>
          <a:bodyPr/>
          <a:lstStyle/>
          <a:p>
            <a:r>
              <a:rPr lang="en-US" altLang="en-US"/>
              <a:t>Condition Codes</a:t>
            </a:r>
          </a:p>
        </p:txBody>
      </p:sp>
      <p:sp>
        <p:nvSpPr>
          <p:cNvPr id="145411" name="Rectangle 3">
            <a:extLst>
              <a:ext uri="{FF2B5EF4-FFF2-40B4-BE49-F238E27FC236}">
                <a16:creationId xmlns:a16="http://schemas.microsoft.com/office/drawing/2014/main" id="{0C4E8622-CEB5-3A26-D9A1-862D3D1F4624}"/>
              </a:ext>
            </a:extLst>
          </p:cNvPr>
          <p:cNvSpPr>
            <a:spLocks noGrp="1" noChangeArrowheads="1"/>
          </p:cNvSpPr>
          <p:nvPr>
            <p:ph type="body" idx="1"/>
          </p:nvPr>
        </p:nvSpPr>
        <p:spPr>
          <a:xfrm>
            <a:off x="457200" y="1885950"/>
            <a:ext cx="8178800" cy="4783138"/>
          </a:xfrm>
        </p:spPr>
        <p:txBody>
          <a:bodyPr/>
          <a:lstStyle/>
          <a:p>
            <a:r>
              <a:rPr lang="en-US" altLang="en-US"/>
              <a:t>Common flags</a:t>
            </a:r>
          </a:p>
          <a:p>
            <a:pPr lvl="1"/>
            <a:r>
              <a:rPr lang="en-US" altLang="en-US"/>
              <a:t>N (negative): 1 if result is –ve</a:t>
            </a:r>
          </a:p>
          <a:p>
            <a:pPr lvl="1"/>
            <a:r>
              <a:rPr lang="en-US" altLang="en-US"/>
              <a:t>Z (zero): 1 if result is zero</a:t>
            </a:r>
          </a:p>
          <a:p>
            <a:pPr lvl="1"/>
            <a:r>
              <a:rPr lang="en-US" altLang="en-US"/>
              <a:t>V (overflow): 1 if arithmetic overflow occurs</a:t>
            </a:r>
          </a:p>
          <a:p>
            <a:pPr lvl="1"/>
            <a:r>
              <a:rPr lang="en-US" altLang="en-US"/>
              <a:t>C (carry): if carry-out results from the operation</a:t>
            </a:r>
          </a:p>
          <a:p>
            <a:r>
              <a:rPr lang="en-US" altLang="en-US"/>
              <a:t>Branches may be conditional branches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6434" name="Picture 2" descr="A person sitting on top of a grass covered field&#10;&#10;Description automatically generated">
            <a:extLst>
              <a:ext uri="{FF2B5EF4-FFF2-40B4-BE49-F238E27FC236}">
                <a16:creationId xmlns:a16="http://schemas.microsoft.com/office/drawing/2014/main" id="{A716486A-3DB7-C0D6-751F-DAC7BF39DF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0699"/>
          <a:stretch>
            <a:fillRect/>
          </a:stretch>
        </p:blipFill>
        <p:spPr bwMode="auto">
          <a:xfrm>
            <a:off x="-36513" y="0"/>
            <a:ext cx="91805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35" name="Text Box 4">
            <a:extLst>
              <a:ext uri="{FF2B5EF4-FFF2-40B4-BE49-F238E27FC236}">
                <a16:creationId xmlns:a16="http://schemas.microsoft.com/office/drawing/2014/main" id="{C89C95D3-A460-FB00-C0DB-455B76566BAE}"/>
              </a:ext>
            </a:extLst>
          </p:cNvPr>
          <p:cNvSpPr txBox="1">
            <a:spLocks noChangeArrowheads="1"/>
          </p:cNvSpPr>
          <p:nvPr/>
        </p:nvSpPr>
        <p:spPr bwMode="auto">
          <a:xfrm>
            <a:off x="-36513" y="6477000"/>
            <a:ext cx="6264276"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eaLnBrk="1" hangingPunct="1">
              <a:spcBef>
                <a:spcPct val="100000"/>
              </a:spcBef>
              <a:buClrTx/>
              <a:buFontTx/>
              <a:buNone/>
            </a:pPr>
            <a:r>
              <a:rPr kumimoji="0" lang="en-US" altLang="en-US" sz="1400">
                <a:solidFill>
                  <a:srgbClr val="FFFFFF"/>
                </a:solidFill>
                <a:latin typeface="Tahoma" panose="020B0604030504040204" pitchFamily="34" charset="0"/>
              </a:rPr>
              <a:t>Image source: https://www.flickr.com/photos/29143375@N05/4582236533</a:t>
            </a:r>
          </a:p>
        </p:txBody>
      </p:sp>
      <p:sp>
        <p:nvSpPr>
          <p:cNvPr id="6" name="Title 1">
            <a:extLst>
              <a:ext uri="{FF2B5EF4-FFF2-40B4-BE49-F238E27FC236}">
                <a16:creationId xmlns:a16="http://schemas.microsoft.com/office/drawing/2014/main" id="{3D1068D0-F6A1-4860-FC8F-51D983BF61F0}"/>
              </a:ext>
            </a:extLst>
          </p:cNvPr>
          <p:cNvSpPr txBox="1">
            <a:spLocks noChangeArrowheads="1"/>
          </p:cNvSpPr>
          <p:nvPr/>
        </p:nvSpPr>
        <p:spPr bwMode="auto">
          <a:xfrm>
            <a:off x="406400" y="228600"/>
            <a:ext cx="8204200" cy="1143000"/>
          </a:xfrm>
          <a:prstGeom prst="rect">
            <a:avLst/>
          </a:prstGeom>
          <a:noFill/>
          <a:ln>
            <a:noFill/>
          </a:ln>
        </p:spPr>
        <p:txBody>
          <a:bodyPr anchor="b"/>
          <a:lst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itchFamily="34" charset="0"/>
              </a:defRPr>
            </a:lvl2pPr>
            <a:lvl3pPr algn="l" rtl="0" eaLnBrk="0" fontAlgn="base" hangingPunct="0">
              <a:spcBef>
                <a:spcPct val="0"/>
              </a:spcBef>
              <a:spcAft>
                <a:spcPct val="0"/>
              </a:spcAft>
              <a:defRPr kumimoji="1" sz="3600">
                <a:solidFill>
                  <a:schemeClr val="tx2"/>
                </a:solidFill>
                <a:latin typeface="Arial Black" pitchFamily="34" charset="0"/>
              </a:defRPr>
            </a:lvl3pPr>
            <a:lvl4pPr algn="l" rtl="0" eaLnBrk="0" fontAlgn="base" hangingPunct="0">
              <a:spcBef>
                <a:spcPct val="0"/>
              </a:spcBef>
              <a:spcAft>
                <a:spcPct val="0"/>
              </a:spcAft>
              <a:defRPr kumimoji="1" sz="3600">
                <a:solidFill>
                  <a:schemeClr val="tx2"/>
                </a:solidFill>
                <a:latin typeface="Arial Black" pitchFamily="34" charset="0"/>
              </a:defRPr>
            </a:lvl4pPr>
            <a:lvl5pPr algn="l" rtl="0" eaLnBrk="0" fontAlgn="base" hangingPunct="0">
              <a:spcBef>
                <a:spcPct val="0"/>
              </a:spcBef>
              <a:spcAft>
                <a:spcPct val="0"/>
              </a:spcAft>
              <a:defRPr kumimoji="1" sz="3600">
                <a:solidFill>
                  <a:schemeClr val="tx2"/>
                </a:solidFill>
                <a:latin typeface="Arial Black" pitchFamily="34" charset="0"/>
              </a:defRPr>
            </a:lvl5pPr>
            <a:lvl6pPr marL="457200" algn="l" rtl="0" eaLnBrk="0" fontAlgn="base" hangingPunct="0">
              <a:spcBef>
                <a:spcPct val="0"/>
              </a:spcBef>
              <a:spcAft>
                <a:spcPct val="0"/>
              </a:spcAft>
              <a:defRPr kumimoji="1" sz="3600">
                <a:solidFill>
                  <a:schemeClr val="tx2"/>
                </a:solidFill>
                <a:latin typeface="Arial Black" pitchFamily="34" charset="0"/>
              </a:defRPr>
            </a:lvl6pPr>
            <a:lvl7pPr marL="914400" algn="l" rtl="0" eaLnBrk="0" fontAlgn="base" hangingPunct="0">
              <a:spcBef>
                <a:spcPct val="0"/>
              </a:spcBef>
              <a:spcAft>
                <a:spcPct val="0"/>
              </a:spcAft>
              <a:defRPr kumimoji="1" sz="3600">
                <a:solidFill>
                  <a:schemeClr val="tx2"/>
                </a:solidFill>
                <a:latin typeface="Arial Black" pitchFamily="34" charset="0"/>
              </a:defRPr>
            </a:lvl7pPr>
            <a:lvl8pPr marL="1371600" algn="l" rtl="0" eaLnBrk="0" fontAlgn="base" hangingPunct="0">
              <a:spcBef>
                <a:spcPct val="0"/>
              </a:spcBef>
              <a:spcAft>
                <a:spcPct val="0"/>
              </a:spcAft>
              <a:defRPr kumimoji="1" sz="3600">
                <a:solidFill>
                  <a:schemeClr val="tx2"/>
                </a:solidFill>
                <a:latin typeface="Arial Black" pitchFamily="34" charset="0"/>
              </a:defRPr>
            </a:lvl8pPr>
            <a:lvl9pPr marL="1828800" algn="l" rtl="0" eaLnBrk="0" fontAlgn="base" hangingPunct="0">
              <a:spcBef>
                <a:spcPct val="0"/>
              </a:spcBef>
              <a:spcAft>
                <a:spcPct val="0"/>
              </a:spcAft>
              <a:defRPr kumimoji="1" sz="3600">
                <a:solidFill>
                  <a:schemeClr val="tx2"/>
                </a:solidFill>
                <a:latin typeface="Arial Black" pitchFamily="34" charset="0"/>
              </a:defRPr>
            </a:lvl9pPr>
          </a:lstStyle>
          <a:p>
            <a:pPr>
              <a:defRPr/>
            </a:pPr>
            <a:r>
              <a:rPr lang="en-US" altLang="en-US" kern="0" dirty="0">
                <a:solidFill>
                  <a:srgbClr val="000000"/>
                </a:solidFill>
              </a:rPr>
              <a:t>Reflection…</a:t>
            </a:r>
            <a:endParaRPr lang="en-MY" altLang="en-US" kern="0" dirty="0">
              <a:solidFill>
                <a:srgbClr val="000000"/>
              </a:solidFill>
            </a:endParaRPr>
          </a:p>
        </p:txBody>
      </p:sp>
      <p:sp>
        <p:nvSpPr>
          <p:cNvPr id="146437" name="TextBox 6">
            <a:extLst>
              <a:ext uri="{FF2B5EF4-FFF2-40B4-BE49-F238E27FC236}">
                <a16:creationId xmlns:a16="http://schemas.microsoft.com/office/drawing/2014/main" id="{40539286-37CC-B358-8024-8EB130ACD1CA}"/>
              </a:ext>
            </a:extLst>
          </p:cNvPr>
          <p:cNvSpPr txBox="1">
            <a:spLocks noChangeArrowheads="1"/>
          </p:cNvSpPr>
          <p:nvPr/>
        </p:nvSpPr>
        <p:spPr bwMode="auto">
          <a:xfrm>
            <a:off x="2411413" y="3725863"/>
            <a:ext cx="6264275"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Arial" panose="020B0604020202020204" pitchFamily="34" charset="0"/>
              </a:defRPr>
            </a:lvl1pPr>
            <a:lvl2pPr marL="742950" indent="-285750">
              <a:spcBef>
                <a:spcPct val="20000"/>
              </a:spcBef>
              <a:buClr>
                <a:srgbClr val="FF0000"/>
              </a:buClr>
              <a:buChar char="o"/>
              <a:defRPr kumimoji="1" sz="2400">
                <a:solidFill>
                  <a:schemeClr val="tx1"/>
                </a:solidFill>
                <a:latin typeface="Arial" panose="020B060402020202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Arial" panose="020B0604020202020204" pitchFamily="34" charset="0"/>
              </a:defRPr>
            </a:lvl3pPr>
            <a:lvl4pPr marL="1600200" indent="-228600">
              <a:spcBef>
                <a:spcPct val="20000"/>
              </a:spcBef>
              <a:buClr>
                <a:srgbClr val="FF0000"/>
              </a:buClr>
              <a:buChar char="•"/>
              <a:defRPr kumimoji="1">
                <a:solidFill>
                  <a:schemeClr val="tx1"/>
                </a:solidFill>
                <a:latin typeface="Arial" panose="020B0604020202020204" pitchFamily="34" charset="0"/>
              </a:defRPr>
            </a:lvl4pPr>
            <a:lvl5pPr marL="2057400" indent="-228600">
              <a:spcBef>
                <a:spcPct val="20000"/>
              </a:spcBef>
              <a:buClr>
                <a:srgbClr val="FF0000"/>
              </a:buClr>
              <a:buChar char="–"/>
              <a:defRPr kumimoji="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Arial" panose="020B0604020202020204" pitchFamily="34" charset="0"/>
              </a:defRPr>
            </a:lvl9pPr>
          </a:lstStyle>
          <a:p>
            <a:pPr algn="r">
              <a:spcBef>
                <a:spcPct val="0"/>
              </a:spcBef>
              <a:buClrTx/>
              <a:buFontTx/>
              <a:buNone/>
            </a:pPr>
            <a:r>
              <a:rPr lang="en-MY" altLang="en-US" sz="4400">
                <a:solidFill>
                  <a:srgbClr val="FFFFFF"/>
                </a:solidFill>
                <a:latin typeface="Tahoma" panose="020B0604030504040204" pitchFamily="34" charset="0"/>
              </a:rPr>
              <a:t>From the lecture today,</a:t>
            </a:r>
          </a:p>
          <a:p>
            <a:pPr algn="r">
              <a:spcBef>
                <a:spcPct val="0"/>
              </a:spcBef>
              <a:buClrTx/>
              <a:buFontTx/>
              <a:buNone/>
            </a:pPr>
            <a:r>
              <a:rPr lang="en-MY" altLang="en-US" sz="4400">
                <a:solidFill>
                  <a:srgbClr val="FFFFFF"/>
                </a:solidFill>
                <a:latin typeface="Tahoma" panose="020B0604030504040204" pitchFamily="34" charset="0"/>
              </a:rPr>
              <a:t>I learnt…</a:t>
            </a:r>
          </a:p>
          <a:p>
            <a:pPr algn="r">
              <a:spcBef>
                <a:spcPct val="0"/>
              </a:spcBef>
              <a:buClrTx/>
              <a:buFontTx/>
              <a:buNone/>
            </a:pPr>
            <a:endParaRPr lang="en-MY" altLang="en-US" sz="3600">
              <a:solidFill>
                <a:srgbClr val="FFFFFF"/>
              </a:solidFill>
              <a:latin typeface="Tahoma" panose="020B0604030504040204" pitchFamily="34" charset="0"/>
            </a:endParaRPr>
          </a:p>
          <a:p>
            <a:pPr algn="r">
              <a:spcBef>
                <a:spcPct val="0"/>
              </a:spcBef>
              <a:buClrTx/>
              <a:buFontTx/>
              <a:buNone/>
            </a:pPr>
            <a:r>
              <a:rPr lang="en-MY" altLang="en-US" sz="3600">
                <a:solidFill>
                  <a:srgbClr val="FFFF00"/>
                </a:solidFill>
                <a:latin typeface="Tahoma" panose="020B0604030504040204" pitchFamily="34" charset="0"/>
              </a:rPr>
              <a:t>Link on eLearn / Chat</a:t>
            </a:r>
            <a:endParaRPr lang="en-MY" altLang="en-US" sz="4400">
              <a:solidFill>
                <a:srgbClr val="FFFFFF"/>
              </a:solidFill>
              <a:latin typeface="Tahoma" panose="020B0604030504040204" pitchFamily="34" charset="0"/>
            </a:endParaRPr>
          </a:p>
        </p:txBody>
      </p:sp>
    </p:spTree>
  </p:cSld>
  <p:clrMapOvr>
    <a:masterClrMapping/>
  </p:clrMapOvr>
  <p:transition spd="slow"/>
</p:sld>
</file>

<file path=ppt/theme/theme1.xml><?xml version="1.0" encoding="utf-8"?>
<a:theme xmlns:a="http://schemas.openxmlformats.org/drawingml/2006/main" name="stallings">
  <a:themeElements>
    <a:clrScheme name="stallings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20000"/>
          </a:lnSpc>
          <a:spcBef>
            <a:spcPct val="50000"/>
          </a:spcBef>
          <a:spcAft>
            <a:spcPct val="0"/>
          </a:spcAft>
          <a:buClrTx/>
          <a:buSzTx/>
          <a:buFontTx/>
          <a:buNone/>
          <a:tabLst/>
          <a:defRPr kumimoji="0" lang="en-US" sz="2000" b="0" i="0" u="none" strike="noStrike" cap="none" normalizeH="0" baseline="0" smtClean="0">
            <a:ln>
              <a:noFill/>
            </a:ln>
            <a:solidFill>
              <a:srgbClr val="000000"/>
            </a:solidFill>
            <a:effectLst/>
            <a:latin typeface="Nimbus Roman No9 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20000"/>
          </a:lnSpc>
          <a:spcBef>
            <a:spcPct val="50000"/>
          </a:spcBef>
          <a:spcAft>
            <a:spcPct val="0"/>
          </a:spcAft>
          <a:buClrTx/>
          <a:buSzTx/>
          <a:buFontTx/>
          <a:buNone/>
          <a:tabLst/>
          <a:defRPr kumimoji="0" lang="en-US" sz="2000" b="0" i="0" u="none" strike="noStrike" cap="none" normalizeH="0" baseline="0" smtClean="0">
            <a:ln>
              <a:noFill/>
            </a:ln>
            <a:solidFill>
              <a:srgbClr val="000000"/>
            </a:solidFill>
            <a:effectLst/>
            <a:latin typeface="Nimbus Roman No9 L" charset="0"/>
          </a:defRPr>
        </a:defPPr>
      </a:lstStyle>
    </a:lnDef>
  </a:objectDefaults>
  <a:extraClrSchemeLst>
    <a:extraClrScheme>
      <a:clrScheme name="stallings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stallings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stallings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llings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stallings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stallings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stallings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stallings">
  <a:themeElements>
    <a:clrScheme name="stallings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rgbClr val="FF0000"/>
          </a:buClr>
          <a:buSzTx/>
          <a:buFontTx/>
          <a:buChar char="•"/>
          <a:tabLst/>
          <a:defRPr kumimoji="1" lang="en-US" sz="20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rgbClr val="FF0000"/>
          </a:buClr>
          <a:buSzTx/>
          <a:buFontTx/>
          <a:buChar char="•"/>
          <a:tabLst/>
          <a:defRPr kumimoji="1" lang="en-US" sz="20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stallings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stallings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stallings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llings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stallings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stallings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stallings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Custom 1">
      <a:dk1>
        <a:srgbClr val="000000"/>
      </a:dk1>
      <a:lt1>
        <a:srgbClr val="000000"/>
      </a:lt1>
      <a:dk2>
        <a:srgbClr val="0033CC"/>
      </a:dk2>
      <a:lt2>
        <a:srgbClr val="ADCAAD"/>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8" charset="0"/>
          <a:buNone/>
          <a:tabLst/>
          <a:defRPr kumimoji="0" lang="en-GB" altLang="en-US" sz="2000" b="0" i="0" u="none" strike="noStrike" cap="none" normalizeH="0" baseline="0" smtClean="0">
            <a:ln>
              <a:noFill/>
            </a:ln>
            <a:solidFill>
              <a:schemeClr val="bg1"/>
            </a:solidFill>
            <a:effectLst/>
            <a:latin typeface="Tahoma" panose="020B0604030504040204"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8" charset="0"/>
          <a:buNone/>
          <a:tabLst/>
          <a:defRPr kumimoji="0" lang="en-GB" altLang="en-US" sz="2000" b="0" i="0" u="none" strike="noStrike" cap="none" normalizeH="0" baseline="0" smtClean="0">
            <a:ln>
              <a:noFill/>
            </a:ln>
            <a:solidFill>
              <a:schemeClr val="bg1"/>
            </a:solidFill>
            <a:effectLst/>
            <a:latin typeface="Tahoma" panose="020B0604030504040204" pitchFamily="34"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Designs\stallings.pot</Template>
  <TotalTime>10815</TotalTime>
  <Words>7873</Words>
  <Application>Microsoft Office PowerPoint</Application>
  <PresentationFormat>On-screen Show (4:3)</PresentationFormat>
  <Paragraphs>1707</Paragraphs>
  <Slides>108</Slides>
  <Notes>60</Notes>
  <HiddenSlides>4</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108</vt:i4>
      </vt:variant>
    </vt:vector>
  </HeadingPairs>
  <TitlesOfParts>
    <vt:vector size="125" baseType="lpstr">
      <vt:lpstr>Arial</vt:lpstr>
      <vt:lpstr>Arial Black</vt:lpstr>
      <vt:lpstr>Calibri</vt:lpstr>
      <vt:lpstr>Corbel</vt:lpstr>
      <vt:lpstr>Courier New</vt:lpstr>
      <vt:lpstr>Franklin Gothic Book</vt:lpstr>
      <vt:lpstr>Franklin Gothic Medium</vt:lpstr>
      <vt:lpstr>Lato</vt:lpstr>
      <vt:lpstr>Monotype Sorts</vt:lpstr>
      <vt:lpstr>Nimbus Roman No9 L</vt:lpstr>
      <vt:lpstr>Nimbus Sans L</vt:lpstr>
      <vt:lpstr>Symbol</vt:lpstr>
      <vt:lpstr>Tahoma</vt:lpstr>
      <vt:lpstr>Times New Roman</vt:lpstr>
      <vt:lpstr>stallings</vt:lpstr>
      <vt:lpstr>2_stallings</vt:lpstr>
      <vt:lpstr>Office Theme</vt:lpstr>
      <vt:lpstr>Attendance</vt:lpstr>
      <vt:lpstr>Computer Organisation</vt:lpstr>
      <vt:lpstr>Outline</vt:lpstr>
      <vt:lpstr>Memory Locations </vt:lpstr>
      <vt:lpstr>Memory Locations </vt:lpstr>
      <vt:lpstr>Memory Locations</vt:lpstr>
      <vt:lpstr>Memory Locations</vt:lpstr>
      <vt:lpstr>Memory Locations</vt:lpstr>
      <vt:lpstr>Memory Locations</vt:lpstr>
      <vt:lpstr>Memory Locations</vt:lpstr>
      <vt:lpstr>Memory Locations</vt:lpstr>
      <vt:lpstr>Byte Addressability</vt:lpstr>
      <vt:lpstr>Byte Addressability</vt:lpstr>
      <vt:lpstr>Quick Activity #1 </vt:lpstr>
      <vt:lpstr>Byte Addressability</vt:lpstr>
      <vt:lpstr>Big-endian and Little endian</vt:lpstr>
      <vt:lpstr>Big-endian and Little endian</vt:lpstr>
      <vt:lpstr>Big-endian and Little endian</vt:lpstr>
      <vt:lpstr>Big-endian and Little endian</vt:lpstr>
      <vt:lpstr>Word Alignment</vt:lpstr>
      <vt:lpstr>PowerPoint Presentation</vt:lpstr>
      <vt:lpstr>Outline</vt:lpstr>
      <vt:lpstr>Accessing Memory</vt:lpstr>
      <vt:lpstr>Accessing Memory</vt:lpstr>
      <vt:lpstr>Memory Operations</vt:lpstr>
      <vt:lpstr>Memory Operations</vt:lpstr>
      <vt:lpstr>Memory Operations</vt:lpstr>
      <vt:lpstr>Memory Operations</vt:lpstr>
      <vt:lpstr>Memory Operations (Load)</vt:lpstr>
      <vt:lpstr>Memory Operations (Store)</vt:lpstr>
      <vt:lpstr>PowerPoint Presentation</vt:lpstr>
      <vt:lpstr>Outline</vt:lpstr>
      <vt:lpstr>Instruction and Instruction Sequencing</vt:lpstr>
      <vt:lpstr>But first… some notation</vt:lpstr>
      <vt:lpstr>But first… some notation</vt:lpstr>
      <vt:lpstr>Outline</vt:lpstr>
      <vt:lpstr>Function</vt:lpstr>
      <vt:lpstr>Instruction types</vt:lpstr>
      <vt:lpstr>Instruction types</vt:lpstr>
      <vt:lpstr>Instruction types</vt:lpstr>
      <vt:lpstr>Instruction types</vt:lpstr>
      <vt:lpstr>Instruction types</vt:lpstr>
      <vt:lpstr>Attendance </vt:lpstr>
      <vt:lpstr>Instruction types</vt:lpstr>
      <vt:lpstr>Instruction types</vt:lpstr>
      <vt:lpstr>Three-address Instruction</vt:lpstr>
      <vt:lpstr>Three-address Instruction</vt:lpstr>
      <vt:lpstr>PowerPoint Presentation</vt:lpstr>
      <vt:lpstr>PowerPoint Presentation</vt:lpstr>
      <vt:lpstr>Two-address Instruction</vt:lpstr>
      <vt:lpstr>Two-address Instruction</vt:lpstr>
      <vt:lpstr>PowerPoint Presentation</vt:lpstr>
      <vt:lpstr>One-address Instruction</vt:lpstr>
      <vt:lpstr>One-address Instruction</vt:lpstr>
      <vt:lpstr>PowerPoint Presentation</vt:lpstr>
      <vt:lpstr>Zero-address Instruction and the Stack</vt:lpstr>
      <vt:lpstr>Stack</vt:lpstr>
      <vt:lpstr>Stack</vt:lpstr>
      <vt:lpstr>Stack</vt:lpstr>
      <vt:lpstr>Stack</vt:lpstr>
      <vt:lpstr>Stack</vt:lpstr>
      <vt:lpstr>Example: n-address instructions on PowerPC</vt:lpstr>
      <vt:lpstr>Example: n-address instructions on PowerPC</vt:lpstr>
      <vt:lpstr>Example: n-address instructions on PowerPC</vt:lpstr>
      <vt:lpstr>PowerPoint Presentation</vt:lpstr>
      <vt:lpstr>Queue</vt:lpstr>
      <vt:lpstr>Queue</vt:lpstr>
      <vt:lpstr>PowerPoint Presentation</vt:lpstr>
      <vt:lpstr>How Many Addresses</vt:lpstr>
      <vt:lpstr>How Many Addresses</vt:lpstr>
      <vt:lpstr>Design Decisions</vt:lpstr>
      <vt:lpstr>Design Decisions</vt:lpstr>
      <vt:lpstr>Outline</vt:lpstr>
      <vt:lpstr>Types of Operand</vt:lpstr>
      <vt:lpstr>Types of Operand</vt:lpstr>
      <vt:lpstr>Types of Operand</vt:lpstr>
      <vt:lpstr>Types of Operand</vt:lpstr>
      <vt:lpstr>Outline</vt:lpstr>
      <vt:lpstr>Types of Operation</vt:lpstr>
      <vt:lpstr>Data Transfer</vt:lpstr>
      <vt:lpstr>Data Transfer</vt:lpstr>
      <vt:lpstr>Data Transfer</vt:lpstr>
      <vt:lpstr>Data Transfer</vt:lpstr>
      <vt:lpstr>Arithmetic</vt:lpstr>
      <vt:lpstr>Logical</vt:lpstr>
      <vt:lpstr>Logical</vt:lpstr>
      <vt:lpstr>Logical</vt:lpstr>
      <vt:lpstr>Logical</vt:lpstr>
      <vt:lpstr>Logical</vt:lpstr>
      <vt:lpstr>Conversion</vt:lpstr>
      <vt:lpstr>Input/Output</vt:lpstr>
      <vt:lpstr>Systems Control</vt:lpstr>
      <vt:lpstr>Transfer of Control</vt:lpstr>
      <vt:lpstr>Transfer of Control</vt:lpstr>
      <vt:lpstr>Transfer of Control</vt:lpstr>
      <vt:lpstr>PowerPoint Presentation</vt:lpstr>
      <vt:lpstr>Transfer of Control</vt:lpstr>
      <vt:lpstr>Straight-line Sequencing</vt:lpstr>
      <vt:lpstr>Straight-line Sequencing</vt:lpstr>
      <vt:lpstr>Straight-line Sequencing</vt:lpstr>
      <vt:lpstr>Branching</vt:lpstr>
      <vt:lpstr>Branching</vt:lpstr>
      <vt:lpstr>Branching</vt:lpstr>
      <vt:lpstr>Branching</vt:lpstr>
      <vt:lpstr>No branching vs branching</vt:lpstr>
      <vt:lpstr>Condition Codes</vt:lpstr>
      <vt:lpstr>Condition Codes</vt:lpstr>
      <vt:lpstr>PowerPoint Presentation</vt:lpstr>
    </vt:vector>
  </TitlesOfParts>
  <Company>NEWI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Unit</dc:title>
  <dc:creator>Adrian J Pullin</dc:creator>
  <cp:lastModifiedBy>Nursakirah Ab Rahman Muton</cp:lastModifiedBy>
  <cp:revision>339</cp:revision>
  <dcterms:created xsi:type="dcterms:W3CDTF">1998-11-24T13:30:26Z</dcterms:created>
  <dcterms:modified xsi:type="dcterms:W3CDTF">2023-12-11T09:53:33Z</dcterms:modified>
</cp:coreProperties>
</file>