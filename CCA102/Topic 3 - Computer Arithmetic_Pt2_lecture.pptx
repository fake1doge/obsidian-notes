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ink/ink1.xml" ContentType="application/inkml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ink/ink2.xml" ContentType="application/inkml+xml"/>
  <Override PartName="/ppt/ink/ink3.xml" ContentType="application/inkml+xml"/>
  <Override PartName="/ppt/ink/ink4.xml" ContentType="application/inkml+xml"/>
  <Override PartName="/ppt/notesSlides/notesSlide7.xml" ContentType="application/vnd.openxmlformats-officedocument.presentationml.notesSlide+xml"/>
  <Override PartName="/ppt/ink/ink5.xml" ContentType="application/inkml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ink/ink6.xml" ContentType="application/inkml+xml"/>
  <Override PartName="/ppt/ink/ink7.xml" ContentType="application/inkml+xml"/>
  <Override PartName="/ppt/ink/ink8.xml" ContentType="application/inkml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ink/ink9.xml" ContentType="application/inkml+xml"/>
  <Override PartName="/ppt/notesSlides/notesSlide13.xml" ContentType="application/vnd.openxmlformats-officedocument.presentationml.notesSlide+xml"/>
  <Override PartName="/ppt/ink/ink10.xml" ContentType="application/inkml+xml"/>
  <Override PartName="/ppt/ink/ink11.xml" ContentType="application/inkml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3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4188" r:id="rId1"/>
  </p:sldMasterIdLst>
  <p:notesMasterIdLst>
    <p:notesMasterId r:id="rId78"/>
  </p:notesMasterIdLst>
  <p:handoutMasterIdLst>
    <p:handoutMasterId r:id="rId79"/>
  </p:handoutMasterIdLst>
  <p:sldIdLst>
    <p:sldId id="256" r:id="rId2"/>
    <p:sldId id="545" r:id="rId3"/>
    <p:sldId id="646" r:id="rId4"/>
    <p:sldId id="497" r:id="rId5"/>
    <p:sldId id="648" r:id="rId6"/>
    <p:sldId id="649" r:id="rId7"/>
    <p:sldId id="521" r:id="rId8"/>
    <p:sldId id="562" r:id="rId9"/>
    <p:sldId id="650" r:id="rId10"/>
    <p:sldId id="651" r:id="rId11"/>
    <p:sldId id="652" r:id="rId12"/>
    <p:sldId id="656" r:id="rId13"/>
    <p:sldId id="665" r:id="rId14"/>
    <p:sldId id="666" r:id="rId15"/>
    <p:sldId id="654" r:id="rId16"/>
    <p:sldId id="658" r:id="rId17"/>
    <p:sldId id="667" r:id="rId18"/>
    <p:sldId id="657" r:id="rId19"/>
    <p:sldId id="668" r:id="rId20"/>
    <p:sldId id="659" r:id="rId21"/>
    <p:sldId id="660" r:id="rId22"/>
    <p:sldId id="693" r:id="rId23"/>
    <p:sldId id="664" r:id="rId24"/>
    <p:sldId id="537" r:id="rId25"/>
    <p:sldId id="501" r:id="rId26"/>
    <p:sldId id="522" r:id="rId27"/>
    <p:sldId id="563" r:id="rId28"/>
    <p:sldId id="670" r:id="rId29"/>
    <p:sldId id="662" r:id="rId30"/>
    <p:sldId id="671" r:id="rId31"/>
    <p:sldId id="672" r:id="rId32"/>
    <p:sldId id="673" r:id="rId33"/>
    <p:sldId id="707" r:id="rId34"/>
    <p:sldId id="708" r:id="rId35"/>
    <p:sldId id="709" r:id="rId36"/>
    <p:sldId id="710" r:id="rId37"/>
    <p:sldId id="711" r:id="rId38"/>
    <p:sldId id="675" r:id="rId39"/>
    <p:sldId id="674" r:id="rId40"/>
    <p:sldId id="647" r:id="rId41"/>
    <p:sldId id="505" r:id="rId42"/>
    <p:sldId id="683" r:id="rId43"/>
    <p:sldId id="684" r:id="rId44"/>
    <p:sldId id="680" r:id="rId45"/>
    <p:sldId id="694" r:id="rId46"/>
    <p:sldId id="681" r:id="rId47"/>
    <p:sldId id="712" r:id="rId48"/>
    <p:sldId id="713" r:id="rId49"/>
    <p:sldId id="714" r:id="rId50"/>
    <p:sldId id="686" r:id="rId51"/>
    <p:sldId id="682" r:id="rId52"/>
    <p:sldId id="690" r:id="rId53"/>
    <p:sldId id="695" r:id="rId54"/>
    <p:sldId id="687" r:id="rId55"/>
    <p:sldId id="696" r:id="rId56"/>
    <p:sldId id="688" r:id="rId57"/>
    <p:sldId id="510" r:id="rId58"/>
    <p:sldId id="689" r:id="rId59"/>
    <p:sldId id="697" r:id="rId60"/>
    <p:sldId id="698" r:id="rId61"/>
    <p:sldId id="699" r:id="rId62"/>
    <p:sldId id="692" r:id="rId63"/>
    <p:sldId id="511" r:id="rId64"/>
    <p:sldId id="700" r:id="rId65"/>
    <p:sldId id="513" r:id="rId66"/>
    <p:sldId id="525" r:id="rId67"/>
    <p:sldId id="701" r:id="rId68"/>
    <p:sldId id="526" r:id="rId69"/>
    <p:sldId id="514" r:id="rId70"/>
    <p:sldId id="515" r:id="rId71"/>
    <p:sldId id="702" r:id="rId72"/>
    <p:sldId id="703" r:id="rId73"/>
    <p:sldId id="704" r:id="rId74"/>
    <p:sldId id="705" r:id="rId75"/>
    <p:sldId id="706" r:id="rId76"/>
    <p:sldId id="527" r:id="rId77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umimoji="1" sz="20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0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0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0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0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5pPr>
    <a:lvl6pPr marL="2286000" algn="l" defTabSz="914400" rtl="0" eaLnBrk="1" latinLnBrk="0" hangingPunct="1">
      <a:defRPr kumimoji="1" sz="20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6pPr>
    <a:lvl7pPr marL="2743200" algn="l" defTabSz="914400" rtl="0" eaLnBrk="1" latinLnBrk="0" hangingPunct="1">
      <a:defRPr kumimoji="1" sz="20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7pPr>
    <a:lvl8pPr marL="3200400" algn="l" defTabSz="914400" rtl="0" eaLnBrk="1" latinLnBrk="0" hangingPunct="1">
      <a:defRPr kumimoji="1" sz="20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8pPr>
    <a:lvl9pPr marL="3657600" algn="l" defTabSz="914400" rtl="0" eaLnBrk="1" latinLnBrk="0" hangingPunct="1">
      <a:defRPr kumimoji="1" sz="20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09455B10-8DED-4979-AB02-A5C30437DB65}">
          <p14:sldIdLst>
            <p14:sldId id="256"/>
            <p14:sldId id="545"/>
          </p14:sldIdLst>
        </p14:section>
        <p14:section name="Multiplication in 2s complement" id="{BE737EC9-5AC5-43D3-871A-2405EEBC61AF}">
          <p14:sldIdLst>
            <p14:sldId id="646"/>
            <p14:sldId id="497"/>
            <p14:sldId id="648"/>
            <p14:sldId id="649"/>
            <p14:sldId id="521"/>
            <p14:sldId id="562"/>
            <p14:sldId id="650"/>
            <p14:sldId id="651"/>
            <p14:sldId id="652"/>
            <p14:sldId id="656"/>
            <p14:sldId id="665"/>
            <p14:sldId id="666"/>
            <p14:sldId id="654"/>
            <p14:sldId id="658"/>
            <p14:sldId id="667"/>
            <p14:sldId id="657"/>
            <p14:sldId id="668"/>
            <p14:sldId id="659"/>
            <p14:sldId id="660"/>
            <p14:sldId id="693"/>
          </p14:sldIdLst>
        </p14:section>
        <p14:section name="Booth's Algorithm" id="{E1014579-4078-473D-8D92-32D007172839}">
          <p14:sldIdLst>
            <p14:sldId id="664"/>
            <p14:sldId id="537"/>
            <p14:sldId id="501"/>
            <p14:sldId id="522"/>
            <p14:sldId id="563"/>
            <p14:sldId id="670"/>
            <p14:sldId id="662"/>
            <p14:sldId id="671"/>
            <p14:sldId id="672"/>
            <p14:sldId id="673"/>
            <p14:sldId id="707"/>
            <p14:sldId id="708"/>
            <p14:sldId id="709"/>
            <p14:sldId id="710"/>
            <p14:sldId id="711"/>
            <p14:sldId id="675"/>
            <p14:sldId id="674"/>
          </p14:sldIdLst>
        </p14:section>
        <p14:section name="Division in 2s complement" id="{D3A04222-AB54-4801-A85D-9115FC02AF9E}">
          <p14:sldIdLst>
            <p14:sldId id="647"/>
            <p14:sldId id="505"/>
            <p14:sldId id="683"/>
            <p14:sldId id="684"/>
            <p14:sldId id="680"/>
            <p14:sldId id="694"/>
            <p14:sldId id="681"/>
            <p14:sldId id="712"/>
            <p14:sldId id="713"/>
            <p14:sldId id="714"/>
            <p14:sldId id="686"/>
          </p14:sldIdLst>
        </p14:section>
        <p14:section name="Floating-point Arithmetic" id="{2E17883A-8B33-4867-B330-A884198187D9}">
          <p14:sldIdLst>
            <p14:sldId id="682"/>
            <p14:sldId id="690"/>
            <p14:sldId id="695"/>
            <p14:sldId id="687"/>
            <p14:sldId id="696"/>
            <p14:sldId id="688"/>
            <p14:sldId id="510"/>
            <p14:sldId id="689"/>
            <p14:sldId id="697"/>
            <p14:sldId id="698"/>
            <p14:sldId id="699"/>
            <p14:sldId id="692"/>
            <p14:sldId id="511"/>
            <p14:sldId id="700"/>
            <p14:sldId id="513"/>
            <p14:sldId id="525"/>
            <p14:sldId id="701"/>
            <p14:sldId id="526"/>
            <p14:sldId id="514"/>
            <p14:sldId id="515"/>
            <p14:sldId id="702"/>
            <p14:sldId id="703"/>
            <p14:sldId id="704"/>
            <p14:sldId id="705"/>
            <p14:sldId id="706"/>
            <p14:sldId id="52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00"/>
    <a:srgbClr val="CC00CC"/>
    <a:srgbClr val="FF6699"/>
    <a:srgbClr val="FF0000"/>
    <a:srgbClr val="DFE9E9"/>
    <a:srgbClr val="0099FF"/>
    <a:srgbClr val="660066"/>
    <a:srgbClr val="660033"/>
    <a:srgbClr val="D1DFDD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3AE37F8-CA3E-465A-A608-AECE5C955B2E}" v="617" dt="2024-11-08T01:14:37.27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927" autoAdjust="0"/>
    <p:restoredTop sz="88701" autoAdjust="0"/>
  </p:normalViewPr>
  <p:slideViewPr>
    <p:cSldViewPr>
      <p:cViewPr varScale="1">
        <p:scale>
          <a:sx n="84" d="100"/>
          <a:sy n="84" d="100"/>
        </p:scale>
        <p:origin x="1690" y="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  <p:sld r:id="rId4" collapse="1"/>
      <p:sld r:id="rId5" collapse="1"/>
      <p:sld r:id="rId6" collapse="1"/>
      <p:sld r:id="rId7" collapse="1"/>
      <p:sld r:id="rId8" collapse="1"/>
    </p:sldLst>
  </p:outlineViewPr>
  <p:notesTextViewPr>
    <p:cViewPr>
      <p:scale>
        <a:sx n="150" d="100"/>
        <a:sy n="15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microsoft.com/office/2016/11/relationships/changesInfo" Target="changesInfos/changesInfo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presProps" Target="presProps.xml"/><Relationship Id="rId85" Type="http://schemas.microsoft.com/office/2015/10/relationships/revisionInfo" Target="revisionInfo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notesMaster" Target="notesMasters/notesMaster1.xml"/><Relationship Id="rId8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61" Type="http://schemas.openxmlformats.org/officeDocument/2006/relationships/slide" Target="slides/slide60.xml"/><Relationship Id="rId82" Type="http://schemas.openxmlformats.org/officeDocument/2006/relationships/theme" Target="theme/theme1.xml"/></Relationships>
</file>

<file path=ppt/_rels/viewProps.xml.rels><?xml version="1.0" encoding="UTF-8" standalone="yes"?>
<Relationships xmlns="http://schemas.openxmlformats.org/package/2006/relationships"><Relationship Id="rId8" Type="http://schemas.openxmlformats.org/officeDocument/2006/relationships/slide" Target="slides/slide69.xml"/><Relationship Id="rId3" Type="http://schemas.openxmlformats.org/officeDocument/2006/relationships/slide" Target="slides/slide25.xml"/><Relationship Id="rId7" Type="http://schemas.openxmlformats.org/officeDocument/2006/relationships/slide" Target="slides/slide65.xml"/><Relationship Id="rId2" Type="http://schemas.openxmlformats.org/officeDocument/2006/relationships/slide" Target="slides/slide24.xml"/><Relationship Id="rId1" Type="http://schemas.openxmlformats.org/officeDocument/2006/relationships/slide" Target="slides/slide4.xml"/><Relationship Id="rId6" Type="http://schemas.openxmlformats.org/officeDocument/2006/relationships/slide" Target="slides/slide63.xml"/><Relationship Id="rId5" Type="http://schemas.openxmlformats.org/officeDocument/2006/relationships/slide" Target="slides/slide57.xml"/><Relationship Id="rId4" Type="http://schemas.openxmlformats.org/officeDocument/2006/relationships/slide" Target="slides/slide4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ursakirah Ab Rahman Muton" userId="423efa6d-ee54-4a96-bb69-a7d6dc1d7e38" providerId="ADAL" clId="{2C5CEA98-0929-429E-A903-59416F7FB4D3}"/>
    <pc:docChg chg="undo custSel addSld delSld modSld sldOrd delMainMaster modSection">
      <pc:chgData name="Nursakirah Ab Rahman Muton" userId="423efa6d-ee54-4a96-bb69-a7d6dc1d7e38" providerId="ADAL" clId="{2C5CEA98-0929-429E-A903-59416F7FB4D3}" dt="2023-11-28T04:08:57.990" v="4779" actId="1076"/>
      <pc:docMkLst>
        <pc:docMk/>
      </pc:docMkLst>
      <pc:sldChg chg="del">
        <pc:chgData name="Nursakirah Ab Rahman Muton" userId="423efa6d-ee54-4a96-bb69-a7d6dc1d7e38" providerId="ADAL" clId="{2C5CEA98-0929-429E-A903-59416F7FB4D3}" dt="2023-11-04T05:03:25.105" v="2722" actId="47"/>
        <pc:sldMkLst>
          <pc:docMk/>
          <pc:sldMk cId="0" sldId="508"/>
        </pc:sldMkLst>
      </pc:sldChg>
      <pc:sldChg chg="addSp modSp mod">
        <pc:chgData name="Nursakirah Ab Rahman Muton" userId="423efa6d-ee54-4a96-bb69-a7d6dc1d7e38" providerId="ADAL" clId="{2C5CEA98-0929-429E-A903-59416F7FB4D3}" dt="2023-11-04T03:22:22.670" v="1408" actId="1076"/>
        <pc:sldMkLst>
          <pc:docMk/>
          <pc:sldMk cId="0" sldId="510"/>
        </pc:sldMkLst>
        <pc:picChg chg="add mod">
          <ac:chgData name="Nursakirah Ab Rahman Muton" userId="423efa6d-ee54-4a96-bb69-a7d6dc1d7e38" providerId="ADAL" clId="{2C5CEA98-0929-429E-A903-59416F7FB4D3}" dt="2023-11-04T03:22:22.670" v="1408" actId="1076"/>
          <ac:picMkLst>
            <pc:docMk/>
            <pc:sldMk cId="0" sldId="510"/>
            <ac:picMk id="2" creationId="{52918634-45AC-5C79-8104-AD1014D36D2A}"/>
          </ac:picMkLst>
        </pc:picChg>
      </pc:sldChg>
      <pc:sldChg chg="addSp delSp modSp del">
        <pc:chgData name="Nursakirah Ab Rahman Muton" userId="423efa6d-ee54-4a96-bb69-a7d6dc1d7e38" providerId="ADAL" clId="{2C5CEA98-0929-429E-A903-59416F7FB4D3}" dt="2023-11-04T05:14:38.670" v="2753" actId="47"/>
        <pc:sldMkLst>
          <pc:docMk/>
          <pc:sldMk cId="0" sldId="512"/>
        </pc:sldMkLst>
        <pc:spChg chg="add del mod">
          <ac:chgData name="Nursakirah Ab Rahman Muton" userId="423efa6d-ee54-4a96-bb69-a7d6dc1d7e38" providerId="ADAL" clId="{2C5CEA98-0929-429E-A903-59416F7FB4D3}" dt="2023-11-04T05:11:52.141" v="2732"/>
          <ac:spMkLst>
            <pc:docMk/>
            <pc:sldMk cId="0" sldId="512"/>
            <ac:spMk id="2" creationId="{9FC419EB-0DAE-10B3-C1C1-383E526EA4A2}"/>
          </ac:spMkLst>
        </pc:spChg>
        <pc:picChg chg="mod">
          <ac:chgData name="Nursakirah Ab Rahman Muton" userId="423efa6d-ee54-4a96-bb69-a7d6dc1d7e38" providerId="ADAL" clId="{2C5CEA98-0929-429E-A903-59416F7FB4D3}" dt="2023-11-04T05:11:25.209" v="2724" actId="1076"/>
          <ac:picMkLst>
            <pc:docMk/>
            <pc:sldMk cId="0" sldId="512"/>
            <ac:picMk id="140291" creationId="{1636CAE3-483B-5ED3-4D92-A685BEEB5D2F}"/>
          </ac:picMkLst>
        </pc:picChg>
      </pc:sldChg>
      <pc:sldChg chg="modSp mod">
        <pc:chgData name="Nursakirah Ab Rahman Muton" userId="423efa6d-ee54-4a96-bb69-a7d6dc1d7e38" providerId="ADAL" clId="{2C5CEA98-0929-429E-A903-59416F7FB4D3}" dt="2023-11-04T05:46:12.148" v="2851" actId="403"/>
        <pc:sldMkLst>
          <pc:docMk/>
          <pc:sldMk cId="0" sldId="513"/>
        </pc:sldMkLst>
        <pc:spChg chg="mod">
          <ac:chgData name="Nursakirah Ab Rahman Muton" userId="423efa6d-ee54-4a96-bb69-a7d6dc1d7e38" providerId="ADAL" clId="{2C5CEA98-0929-429E-A903-59416F7FB4D3}" dt="2023-11-04T05:46:12.148" v="2851" actId="403"/>
          <ac:spMkLst>
            <pc:docMk/>
            <pc:sldMk cId="0" sldId="513"/>
            <ac:spMk id="142339" creationId="{5941EF05-F842-3C25-DE15-4A236738BEC4}"/>
          </ac:spMkLst>
        </pc:spChg>
      </pc:sldChg>
      <pc:sldChg chg="addSp delSp modSp mod">
        <pc:chgData name="Nursakirah Ab Rahman Muton" userId="423efa6d-ee54-4a96-bb69-a7d6dc1d7e38" providerId="ADAL" clId="{2C5CEA98-0929-429E-A903-59416F7FB4D3}" dt="2023-11-04T05:48:15.191" v="2944" actId="403"/>
        <pc:sldMkLst>
          <pc:docMk/>
          <pc:sldMk cId="0" sldId="514"/>
        </pc:sldMkLst>
        <pc:spChg chg="add del mod">
          <ac:chgData name="Nursakirah Ab Rahman Muton" userId="423efa6d-ee54-4a96-bb69-a7d6dc1d7e38" providerId="ADAL" clId="{2C5CEA98-0929-429E-A903-59416F7FB4D3}" dt="2023-11-04T05:47:57.865" v="2937" actId="12084"/>
          <ac:spMkLst>
            <pc:docMk/>
            <pc:sldMk cId="0" sldId="514"/>
            <ac:spMk id="3" creationId="{979B507A-E9F4-A5FC-870D-5CCE0B2A95A4}"/>
          </ac:spMkLst>
        </pc:spChg>
        <pc:spChg chg="mod">
          <ac:chgData name="Nursakirah Ab Rahman Muton" userId="423efa6d-ee54-4a96-bb69-a7d6dc1d7e38" providerId="ADAL" clId="{2C5CEA98-0929-429E-A903-59416F7FB4D3}" dt="2023-11-04T05:47:16.831" v="2877" actId="20577"/>
          <ac:spMkLst>
            <pc:docMk/>
            <pc:sldMk cId="0" sldId="514"/>
            <ac:spMk id="146434" creationId="{CBC7AE07-7202-FE1C-0E78-DC9D309A8EBD}"/>
          </ac:spMkLst>
        </pc:spChg>
        <pc:spChg chg="mod">
          <ac:chgData name="Nursakirah Ab Rahman Muton" userId="423efa6d-ee54-4a96-bb69-a7d6dc1d7e38" providerId="ADAL" clId="{2C5CEA98-0929-429E-A903-59416F7FB4D3}" dt="2023-11-04T05:47:45.625" v="2933" actId="5793"/>
          <ac:spMkLst>
            <pc:docMk/>
            <pc:sldMk cId="0" sldId="514"/>
            <ac:spMk id="146435" creationId="{729E75CF-9139-116C-4FC8-CEA9588B4459}"/>
          </ac:spMkLst>
        </pc:spChg>
        <pc:graphicFrameChg chg="add mod modGraphic">
          <ac:chgData name="Nursakirah Ab Rahman Muton" userId="423efa6d-ee54-4a96-bb69-a7d6dc1d7e38" providerId="ADAL" clId="{2C5CEA98-0929-429E-A903-59416F7FB4D3}" dt="2023-11-04T05:48:15.191" v="2944" actId="403"/>
          <ac:graphicFrameMkLst>
            <pc:docMk/>
            <pc:sldMk cId="0" sldId="514"/>
            <ac:graphicFrameMk id="4" creationId="{CEA24547-AEF9-BACC-2BB0-4A03EFD9C539}"/>
          </ac:graphicFrameMkLst>
        </pc:graphicFrameChg>
      </pc:sldChg>
      <pc:sldChg chg="addSp delSp modSp mod">
        <pc:chgData name="Nursakirah Ab Rahman Muton" userId="423efa6d-ee54-4a96-bb69-a7d6dc1d7e38" providerId="ADAL" clId="{2C5CEA98-0929-429E-A903-59416F7FB4D3}" dt="2023-11-04T05:51:21.709" v="2969" actId="120"/>
        <pc:sldMkLst>
          <pc:docMk/>
          <pc:sldMk cId="0" sldId="515"/>
        </pc:sldMkLst>
        <pc:spChg chg="mod ord">
          <ac:chgData name="Nursakirah Ab Rahman Muton" userId="423efa6d-ee54-4a96-bb69-a7d6dc1d7e38" providerId="ADAL" clId="{2C5CEA98-0929-429E-A903-59416F7FB4D3}" dt="2023-11-04T05:51:21.709" v="2969" actId="120"/>
          <ac:spMkLst>
            <pc:docMk/>
            <pc:sldMk cId="0" sldId="515"/>
            <ac:spMk id="148482" creationId="{352F1264-B5B3-0A01-73D3-F69598D44E34}"/>
          </ac:spMkLst>
        </pc:spChg>
        <pc:picChg chg="add mod modCrop">
          <ac:chgData name="Nursakirah Ab Rahman Muton" userId="423efa6d-ee54-4a96-bb69-a7d6dc1d7e38" providerId="ADAL" clId="{2C5CEA98-0929-429E-A903-59416F7FB4D3}" dt="2023-11-04T05:51:05.218" v="2961" actId="1076"/>
          <ac:picMkLst>
            <pc:docMk/>
            <pc:sldMk cId="0" sldId="515"/>
            <ac:picMk id="3" creationId="{E47C9905-6BA7-954A-38EF-86BEEE5D2B3D}"/>
          </ac:picMkLst>
        </pc:picChg>
        <pc:picChg chg="del">
          <ac:chgData name="Nursakirah Ab Rahman Muton" userId="423efa6d-ee54-4a96-bb69-a7d6dc1d7e38" providerId="ADAL" clId="{2C5CEA98-0929-429E-A903-59416F7FB4D3}" dt="2023-11-04T05:50:35.423" v="2950" actId="478"/>
          <ac:picMkLst>
            <pc:docMk/>
            <pc:sldMk cId="0" sldId="515"/>
            <ac:picMk id="148483" creationId="{07B1FDB9-23A8-79D2-F842-E5DBDF03CA38}"/>
          </ac:picMkLst>
        </pc:picChg>
      </pc:sldChg>
      <pc:sldChg chg="del">
        <pc:chgData name="Nursakirah Ab Rahman Muton" userId="423efa6d-ee54-4a96-bb69-a7d6dc1d7e38" providerId="ADAL" clId="{2C5CEA98-0929-429E-A903-59416F7FB4D3}" dt="2023-11-04T05:51:38.929" v="2972" actId="47"/>
        <pc:sldMkLst>
          <pc:docMk/>
          <pc:sldMk cId="0" sldId="516"/>
        </pc:sldMkLst>
      </pc:sldChg>
      <pc:sldChg chg="del">
        <pc:chgData name="Nursakirah Ab Rahman Muton" userId="423efa6d-ee54-4a96-bb69-a7d6dc1d7e38" providerId="ADAL" clId="{2C5CEA98-0929-429E-A903-59416F7FB4D3}" dt="2023-11-04T05:51:42.344" v="2973" actId="47"/>
        <pc:sldMkLst>
          <pc:docMk/>
          <pc:sldMk cId="0" sldId="517"/>
        </pc:sldMkLst>
      </pc:sldChg>
      <pc:sldChg chg="del">
        <pc:chgData name="Nursakirah Ab Rahman Muton" userId="423efa6d-ee54-4a96-bb69-a7d6dc1d7e38" providerId="ADAL" clId="{2C5CEA98-0929-429E-A903-59416F7FB4D3}" dt="2023-11-04T05:51:43.493" v="2974" actId="47"/>
        <pc:sldMkLst>
          <pc:docMk/>
          <pc:sldMk cId="0" sldId="518"/>
        </pc:sldMkLst>
      </pc:sldChg>
      <pc:sldChg chg="modSp mod">
        <pc:chgData name="Nursakirah Ab Rahman Muton" userId="423efa6d-ee54-4a96-bb69-a7d6dc1d7e38" providerId="ADAL" clId="{2C5CEA98-0929-429E-A903-59416F7FB4D3}" dt="2023-11-05T00:56:31.427" v="4025" actId="14100"/>
        <pc:sldMkLst>
          <pc:docMk/>
          <pc:sldMk cId="0" sldId="522"/>
        </pc:sldMkLst>
        <pc:spChg chg="mod">
          <ac:chgData name="Nursakirah Ab Rahman Muton" userId="423efa6d-ee54-4a96-bb69-a7d6dc1d7e38" providerId="ADAL" clId="{2C5CEA98-0929-429E-A903-59416F7FB4D3}" dt="2023-11-05T00:56:31.427" v="4025" actId="14100"/>
          <ac:spMkLst>
            <pc:docMk/>
            <pc:sldMk cId="0" sldId="522"/>
            <ac:spMk id="95235" creationId="{3B4BFE38-FF4F-55B8-3DCE-E9D63A6BF623}"/>
          </ac:spMkLst>
        </pc:spChg>
      </pc:sldChg>
      <pc:sldChg chg="modSp mod">
        <pc:chgData name="Nursakirah Ab Rahman Muton" userId="423efa6d-ee54-4a96-bb69-a7d6dc1d7e38" providerId="ADAL" clId="{2C5CEA98-0929-429E-A903-59416F7FB4D3}" dt="2023-11-04T05:46:17.252" v="2852" actId="1076"/>
        <pc:sldMkLst>
          <pc:docMk/>
          <pc:sldMk cId="0" sldId="525"/>
        </pc:sldMkLst>
        <pc:spChg chg="mod">
          <ac:chgData name="Nursakirah Ab Rahman Muton" userId="423efa6d-ee54-4a96-bb69-a7d6dc1d7e38" providerId="ADAL" clId="{2C5CEA98-0929-429E-A903-59416F7FB4D3}" dt="2023-11-04T05:12:48.538" v="2744" actId="27636"/>
          <ac:spMkLst>
            <pc:docMk/>
            <pc:sldMk cId="0" sldId="525"/>
            <ac:spMk id="144386" creationId="{82934BC0-A8A3-AC81-517B-6A6077C55675}"/>
          </ac:spMkLst>
        </pc:spChg>
        <pc:picChg chg="mod">
          <ac:chgData name="Nursakirah Ab Rahman Muton" userId="423efa6d-ee54-4a96-bb69-a7d6dc1d7e38" providerId="ADAL" clId="{2C5CEA98-0929-429E-A903-59416F7FB4D3}" dt="2023-11-04T05:46:17.252" v="2852" actId="1076"/>
          <ac:picMkLst>
            <pc:docMk/>
            <pc:sldMk cId="0" sldId="525"/>
            <ac:picMk id="3" creationId="{D41C2035-6F13-6B58-D151-3D06D5A708CE}"/>
          </ac:picMkLst>
        </pc:picChg>
      </pc:sldChg>
      <pc:sldChg chg="modSp mod">
        <pc:chgData name="Nursakirah Ab Rahman Muton" userId="423efa6d-ee54-4a96-bb69-a7d6dc1d7e38" providerId="ADAL" clId="{2C5CEA98-0929-429E-A903-59416F7FB4D3}" dt="2023-11-04T05:13:12.119" v="2750" actId="27636"/>
        <pc:sldMkLst>
          <pc:docMk/>
          <pc:sldMk cId="0" sldId="526"/>
        </pc:sldMkLst>
        <pc:spChg chg="mod">
          <ac:chgData name="Nursakirah Ab Rahman Muton" userId="423efa6d-ee54-4a96-bb69-a7d6dc1d7e38" providerId="ADAL" clId="{2C5CEA98-0929-429E-A903-59416F7FB4D3}" dt="2023-11-04T05:13:12.119" v="2750" actId="27636"/>
          <ac:spMkLst>
            <pc:docMk/>
            <pc:sldMk cId="0" sldId="526"/>
            <ac:spMk id="145411" creationId="{3F4AC4D4-860D-BEE0-1850-967E7B5BD02A}"/>
          </ac:spMkLst>
        </pc:spChg>
      </pc:sldChg>
      <pc:sldChg chg="modSp add mod">
        <pc:chgData name="Nursakirah Ab Rahman Muton" userId="423efa6d-ee54-4a96-bb69-a7d6dc1d7e38" providerId="ADAL" clId="{2C5CEA98-0929-429E-A903-59416F7FB4D3}" dt="2023-11-04T05:55:47.708" v="3069" actId="14100"/>
        <pc:sldMkLst>
          <pc:docMk/>
          <pc:sldMk cId="0" sldId="527"/>
        </pc:sldMkLst>
        <pc:spChg chg="mod">
          <ac:chgData name="Nursakirah Ab Rahman Muton" userId="423efa6d-ee54-4a96-bb69-a7d6dc1d7e38" providerId="ADAL" clId="{2C5CEA98-0929-429E-A903-59416F7FB4D3}" dt="2023-11-04T05:55:47.708" v="3069" actId="14100"/>
          <ac:spMkLst>
            <pc:docMk/>
            <pc:sldMk cId="0" sldId="527"/>
            <ac:spMk id="70661" creationId="{30932320-593D-0409-80CF-0DA60EFA2447}"/>
          </ac:spMkLst>
        </pc:spChg>
      </pc:sldChg>
      <pc:sldChg chg="del">
        <pc:chgData name="Nursakirah Ab Rahman Muton" userId="423efa6d-ee54-4a96-bb69-a7d6dc1d7e38" providerId="ADAL" clId="{2C5CEA98-0929-429E-A903-59416F7FB4D3}" dt="2023-11-04T05:51:32.889" v="2970" actId="47"/>
        <pc:sldMkLst>
          <pc:docMk/>
          <pc:sldMk cId="0" sldId="541"/>
        </pc:sldMkLst>
      </pc:sldChg>
      <pc:sldChg chg="del">
        <pc:chgData name="Nursakirah Ab Rahman Muton" userId="423efa6d-ee54-4a96-bb69-a7d6dc1d7e38" providerId="ADAL" clId="{2C5CEA98-0929-429E-A903-59416F7FB4D3}" dt="2023-11-04T05:51:44.648" v="2975" actId="47"/>
        <pc:sldMkLst>
          <pc:docMk/>
          <pc:sldMk cId="0" sldId="542"/>
        </pc:sldMkLst>
      </pc:sldChg>
      <pc:sldChg chg="del">
        <pc:chgData name="Nursakirah Ab Rahman Muton" userId="423efa6d-ee54-4a96-bb69-a7d6dc1d7e38" providerId="ADAL" clId="{2C5CEA98-0929-429E-A903-59416F7FB4D3}" dt="2023-11-04T05:51:34.235" v="2971" actId="47"/>
        <pc:sldMkLst>
          <pc:docMk/>
          <pc:sldMk cId="0" sldId="585"/>
        </pc:sldMkLst>
      </pc:sldChg>
      <pc:sldChg chg="del">
        <pc:chgData name="Nursakirah Ab Rahman Muton" userId="423efa6d-ee54-4a96-bb69-a7d6dc1d7e38" providerId="ADAL" clId="{2C5CEA98-0929-429E-A903-59416F7FB4D3}" dt="2023-11-04T05:51:45.943" v="2976" actId="47"/>
        <pc:sldMkLst>
          <pc:docMk/>
          <pc:sldMk cId="0" sldId="586"/>
        </pc:sldMkLst>
      </pc:sldChg>
      <pc:sldChg chg="del">
        <pc:chgData name="Nursakirah Ab Rahman Muton" userId="423efa6d-ee54-4a96-bb69-a7d6dc1d7e38" providerId="ADAL" clId="{2C5CEA98-0929-429E-A903-59416F7FB4D3}" dt="2023-11-10T00:01:13.121" v="4775" actId="47"/>
        <pc:sldMkLst>
          <pc:docMk/>
          <pc:sldMk cId="0" sldId="593"/>
        </pc:sldMkLst>
      </pc:sldChg>
      <pc:sldChg chg="del">
        <pc:chgData name="Nursakirah Ab Rahman Muton" userId="423efa6d-ee54-4a96-bb69-a7d6dc1d7e38" providerId="ADAL" clId="{2C5CEA98-0929-429E-A903-59416F7FB4D3}" dt="2023-11-04T05:51:47.551" v="2977" actId="47"/>
        <pc:sldMkLst>
          <pc:docMk/>
          <pc:sldMk cId="737424187" sldId="618"/>
        </pc:sldMkLst>
      </pc:sldChg>
      <pc:sldChg chg="modSp mod">
        <pc:chgData name="Nursakirah Ab Rahman Muton" userId="423efa6d-ee54-4a96-bb69-a7d6dc1d7e38" providerId="ADAL" clId="{2C5CEA98-0929-429E-A903-59416F7FB4D3}" dt="2023-11-02T13:52:33.414" v="62" actId="403"/>
        <pc:sldMkLst>
          <pc:docMk/>
          <pc:sldMk cId="4090537250" sldId="660"/>
        </pc:sldMkLst>
        <pc:spChg chg="mod">
          <ac:chgData name="Nursakirah Ab Rahman Muton" userId="423efa6d-ee54-4a96-bb69-a7d6dc1d7e38" providerId="ADAL" clId="{2C5CEA98-0929-429E-A903-59416F7FB4D3}" dt="2023-11-02T13:52:33.414" v="62" actId="403"/>
          <ac:spMkLst>
            <pc:docMk/>
            <pc:sldMk cId="4090537250" sldId="660"/>
            <ac:spMk id="3" creationId="{ED77C5A1-5C19-2BD4-3ABD-A4FEAB6F2E86}"/>
          </ac:spMkLst>
        </pc:spChg>
      </pc:sldChg>
      <pc:sldChg chg="addSp delSp modSp mod delAnim modAnim">
        <pc:chgData name="Nursakirah Ab Rahman Muton" userId="423efa6d-ee54-4a96-bb69-a7d6dc1d7e38" providerId="ADAL" clId="{2C5CEA98-0929-429E-A903-59416F7FB4D3}" dt="2023-11-05T04:02:12.836" v="4245" actId="478"/>
        <pc:sldMkLst>
          <pc:docMk/>
          <pc:sldMk cId="2093978619" sldId="671"/>
        </pc:sldMkLst>
        <pc:spChg chg="mod">
          <ac:chgData name="Nursakirah Ab Rahman Muton" userId="423efa6d-ee54-4a96-bb69-a7d6dc1d7e38" providerId="ADAL" clId="{2C5CEA98-0929-429E-A903-59416F7FB4D3}" dt="2023-11-05T04:00:33.811" v="4238" actId="1076"/>
          <ac:spMkLst>
            <pc:docMk/>
            <pc:sldMk cId="2093978619" sldId="671"/>
            <ac:spMk id="6" creationId="{2CF61382-8E95-4F5A-5930-67BCB12F13F1}"/>
          </ac:spMkLst>
        </pc:spChg>
        <pc:spChg chg="mod">
          <ac:chgData name="Nursakirah Ab Rahman Muton" userId="423efa6d-ee54-4a96-bb69-a7d6dc1d7e38" providerId="ADAL" clId="{2C5CEA98-0929-429E-A903-59416F7FB4D3}" dt="2023-11-05T04:00:29.214" v="4237" actId="1076"/>
          <ac:spMkLst>
            <pc:docMk/>
            <pc:sldMk cId="2093978619" sldId="671"/>
            <ac:spMk id="7" creationId="{DA056993-B1A5-BA51-E156-5ACDD6180A85}"/>
          </ac:spMkLst>
        </pc:spChg>
        <pc:spChg chg="del mod ord">
          <ac:chgData name="Nursakirah Ab Rahman Muton" userId="423efa6d-ee54-4a96-bb69-a7d6dc1d7e38" providerId="ADAL" clId="{2C5CEA98-0929-429E-A903-59416F7FB4D3}" dt="2023-11-05T03:21:08.635" v="4098" actId="478"/>
          <ac:spMkLst>
            <pc:docMk/>
            <pc:sldMk cId="2093978619" sldId="671"/>
            <ac:spMk id="13" creationId="{72DB2673-642F-CDCA-C60C-B0501C930704}"/>
          </ac:spMkLst>
        </pc:spChg>
        <pc:spChg chg="del mod">
          <ac:chgData name="Nursakirah Ab Rahman Muton" userId="423efa6d-ee54-4a96-bb69-a7d6dc1d7e38" providerId="ADAL" clId="{2C5CEA98-0929-429E-A903-59416F7FB4D3}" dt="2023-11-05T03:20:08.530" v="4091" actId="478"/>
          <ac:spMkLst>
            <pc:docMk/>
            <pc:sldMk cId="2093978619" sldId="671"/>
            <ac:spMk id="14" creationId="{9D5B557C-F054-5B52-D701-7178F6376006}"/>
          </ac:spMkLst>
        </pc:spChg>
        <pc:spChg chg="del mod">
          <ac:chgData name="Nursakirah Ab Rahman Muton" userId="423efa6d-ee54-4a96-bb69-a7d6dc1d7e38" providerId="ADAL" clId="{2C5CEA98-0929-429E-A903-59416F7FB4D3}" dt="2023-11-05T03:20:59.067" v="4095" actId="478"/>
          <ac:spMkLst>
            <pc:docMk/>
            <pc:sldMk cId="2093978619" sldId="671"/>
            <ac:spMk id="15" creationId="{DE9AFAFB-B734-6D6C-BB36-76D7EBD7941B}"/>
          </ac:spMkLst>
        </pc:spChg>
        <pc:spChg chg="del mod ord">
          <ac:chgData name="Nursakirah Ab Rahman Muton" userId="423efa6d-ee54-4a96-bb69-a7d6dc1d7e38" providerId="ADAL" clId="{2C5CEA98-0929-429E-A903-59416F7FB4D3}" dt="2023-11-05T03:21:05.072" v="4097" actId="478"/>
          <ac:spMkLst>
            <pc:docMk/>
            <pc:sldMk cId="2093978619" sldId="671"/>
            <ac:spMk id="42" creationId="{0C7DD453-16A2-FAF4-533F-9F527FABEBB5}"/>
          </ac:spMkLst>
        </pc:spChg>
        <pc:spChg chg="del mod topLvl">
          <ac:chgData name="Nursakirah Ab Rahman Muton" userId="423efa6d-ee54-4a96-bb69-a7d6dc1d7e38" providerId="ADAL" clId="{2C5CEA98-0929-429E-A903-59416F7FB4D3}" dt="2023-11-05T04:02:12.836" v="4245" actId="478"/>
          <ac:spMkLst>
            <pc:docMk/>
            <pc:sldMk cId="2093978619" sldId="671"/>
            <ac:spMk id="43" creationId="{C1DE52B8-6EF4-4011-A543-E42B610D77FF}"/>
          </ac:spMkLst>
        </pc:spChg>
        <pc:spChg chg="topLvl">
          <ac:chgData name="Nursakirah Ab Rahman Muton" userId="423efa6d-ee54-4a96-bb69-a7d6dc1d7e38" providerId="ADAL" clId="{2C5CEA98-0929-429E-A903-59416F7FB4D3}" dt="2023-11-05T04:02:12.836" v="4245" actId="478"/>
          <ac:spMkLst>
            <pc:docMk/>
            <pc:sldMk cId="2093978619" sldId="671"/>
            <ac:spMk id="44" creationId="{9F5F10FF-DA9B-F1F8-71D5-9D07E056AC06}"/>
          </ac:spMkLst>
        </pc:spChg>
        <pc:spChg chg="del mod ord">
          <ac:chgData name="Nursakirah Ab Rahman Muton" userId="423efa6d-ee54-4a96-bb69-a7d6dc1d7e38" providerId="ADAL" clId="{2C5CEA98-0929-429E-A903-59416F7FB4D3}" dt="2023-11-05T03:21:08.635" v="4098" actId="478"/>
          <ac:spMkLst>
            <pc:docMk/>
            <pc:sldMk cId="2093978619" sldId="671"/>
            <ac:spMk id="89" creationId="{1B290F67-983B-193A-5176-F3133B4B49F6}"/>
          </ac:spMkLst>
        </pc:spChg>
        <pc:grpChg chg="add del mod">
          <ac:chgData name="Nursakirah Ab Rahman Muton" userId="423efa6d-ee54-4a96-bb69-a7d6dc1d7e38" providerId="ADAL" clId="{2C5CEA98-0929-429E-A903-59416F7FB4D3}" dt="2023-11-05T04:02:06.846" v="4244" actId="478"/>
          <ac:grpSpMkLst>
            <pc:docMk/>
            <pc:sldMk cId="2093978619" sldId="671"/>
            <ac:grpSpMk id="4" creationId="{A72B5855-990D-C2B4-D239-46D533AD4948}"/>
          </ac:grpSpMkLst>
        </pc:grpChg>
        <pc:grpChg chg="del mod ord">
          <ac:chgData name="Nursakirah Ab Rahman Muton" userId="423efa6d-ee54-4a96-bb69-a7d6dc1d7e38" providerId="ADAL" clId="{2C5CEA98-0929-429E-A903-59416F7FB4D3}" dt="2023-11-05T03:21:08.635" v="4098" actId="478"/>
          <ac:grpSpMkLst>
            <pc:docMk/>
            <pc:sldMk cId="2093978619" sldId="671"/>
            <ac:grpSpMk id="40" creationId="{E3DB4BDF-24FA-5909-C136-9FC798A13C98}"/>
          </ac:grpSpMkLst>
        </pc:grpChg>
        <pc:grpChg chg="del">
          <ac:chgData name="Nursakirah Ab Rahman Muton" userId="423efa6d-ee54-4a96-bb69-a7d6dc1d7e38" providerId="ADAL" clId="{2C5CEA98-0929-429E-A903-59416F7FB4D3}" dt="2023-11-05T04:02:12.836" v="4245" actId="478"/>
          <ac:grpSpMkLst>
            <pc:docMk/>
            <pc:sldMk cId="2093978619" sldId="671"/>
            <ac:grpSpMk id="47" creationId="{1FC1ADED-5EC3-302A-7145-1404D18B1363}"/>
          </ac:grpSpMkLst>
        </pc:grpChg>
        <pc:grpChg chg="mod">
          <ac:chgData name="Nursakirah Ab Rahman Muton" userId="423efa6d-ee54-4a96-bb69-a7d6dc1d7e38" providerId="ADAL" clId="{2C5CEA98-0929-429E-A903-59416F7FB4D3}" dt="2023-11-05T04:00:06.599" v="4231" actId="1076"/>
          <ac:grpSpMkLst>
            <pc:docMk/>
            <pc:sldMk cId="2093978619" sldId="671"/>
            <ac:grpSpMk id="81" creationId="{340BF11A-93C1-DBE2-B7CD-60F3A821C888}"/>
          </ac:grpSpMkLst>
        </pc:grpChg>
        <pc:picChg chg="mod">
          <ac:chgData name="Nursakirah Ab Rahman Muton" userId="423efa6d-ee54-4a96-bb69-a7d6dc1d7e38" providerId="ADAL" clId="{2C5CEA98-0929-429E-A903-59416F7FB4D3}" dt="2023-11-05T03:20:53.358" v="4094" actId="1076"/>
          <ac:picMkLst>
            <pc:docMk/>
            <pc:sldMk cId="2093978619" sldId="671"/>
            <ac:picMk id="9" creationId="{D9D348A7-AC08-2CCE-8B51-FDD2ED41D374}"/>
          </ac:picMkLst>
        </pc:picChg>
        <pc:picChg chg="mod">
          <ac:chgData name="Nursakirah Ab Rahman Muton" userId="423efa6d-ee54-4a96-bb69-a7d6dc1d7e38" providerId="ADAL" clId="{2C5CEA98-0929-429E-A903-59416F7FB4D3}" dt="2023-11-05T03:20:45.216" v="4093" actId="1076"/>
          <ac:picMkLst>
            <pc:docMk/>
            <pc:sldMk cId="2093978619" sldId="671"/>
            <ac:picMk id="41" creationId="{86B47947-8DC3-B93C-7272-4B9BEC11BC0C}"/>
          </ac:picMkLst>
        </pc:picChg>
        <pc:cxnChg chg="mod">
          <ac:chgData name="Nursakirah Ab Rahman Muton" userId="423efa6d-ee54-4a96-bb69-a7d6dc1d7e38" providerId="ADAL" clId="{2C5CEA98-0929-429E-A903-59416F7FB4D3}" dt="2023-11-05T04:02:06.846" v="4244" actId="478"/>
          <ac:cxnSpMkLst>
            <pc:docMk/>
            <pc:sldMk cId="2093978619" sldId="671"/>
            <ac:cxnSpMk id="11" creationId="{DB677ABD-D916-D1A7-73FA-1453405BC5B0}"/>
          </ac:cxnSpMkLst>
        </pc:cxnChg>
        <pc:cxnChg chg="del mod">
          <ac:chgData name="Nursakirah Ab Rahman Muton" userId="423efa6d-ee54-4a96-bb69-a7d6dc1d7e38" providerId="ADAL" clId="{2C5CEA98-0929-429E-A903-59416F7FB4D3}" dt="2023-11-05T03:11:10.907" v="4027" actId="478"/>
          <ac:cxnSpMkLst>
            <pc:docMk/>
            <pc:sldMk cId="2093978619" sldId="671"/>
            <ac:cxnSpMk id="46" creationId="{6E98CE30-C07C-FD39-1AAC-312A8ECD3495}"/>
          </ac:cxnSpMkLst>
        </pc:cxnChg>
        <pc:cxnChg chg="mod">
          <ac:chgData name="Nursakirah Ab Rahman Muton" userId="423efa6d-ee54-4a96-bb69-a7d6dc1d7e38" providerId="ADAL" clId="{2C5CEA98-0929-429E-A903-59416F7FB4D3}" dt="2023-11-05T03:19:56.814" v="4087" actId="1076"/>
          <ac:cxnSpMkLst>
            <pc:docMk/>
            <pc:sldMk cId="2093978619" sldId="671"/>
            <ac:cxnSpMk id="87" creationId="{D6F1D384-5BB5-CE67-6E2D-3412E9CC682A}"/>
          </ac:cxnSpMkLst>
        </pc:cxnChg>
      </pc:sldChg>
      <pc:sldChg chg="addSp delSp modSp mod delAnim modAnim">
        <pc:chgData name="Nursakirah Ab Rahman Muton" userId="423efa6d-ee54-4a96-bb69-a7d6dc1d7e38" providerId="ADAL" clId="{2C5CEA98-0929-429E-A903-59416F7FB4D3}" dt="2023-11-06T03:08:44.427" v="4261" actId="20577"/>
        <pc:sldMkLst>
          <pc:docMk/>
          <pc:sldMk cId="233412457" sldId="673"/>
        </pc:sldMkLst>
        <pc:spChg chg="mod">
          <ac:chgData name="Nursakirah Ab Rahman Muton" userId="423efa6d-ee54-4a96-bb69-a7d6dc1d7e38" providerId="ADAL" clId="{2C5CEA98-0929-429E-A903-59416F7FB4D3}" dt="2023-11-05T03:48:45.473" v="4186" actId="207"/>
          <ac:spMkLst>
            <pc:docMk/>
            <pc:sldMk cId="233412457" sldId="673"/>
            <ac:spMk id="3" creationId="{A08FF588-7BC7-15CA-F0A9-CE09363AA702}"/>
          </ac:spMkLst>
        </pc:spChg>
        <pc:spChg chg="mod">
          <ac:chgData name="Nursakirah Ab Rahman Muton" userId="423efa6d-ee54-4a96-bb69-a7d6dc1d7e38" providerId="ADAL" clId="{2C5CEA98-0929-429E-A903-59416F7FB4D3}" dt="2023-11-05T03:47:51.493" v="4173" actId="20577"/>
          <ac:spMkLst>
            <pc:docMk/>
            <pc:sldMk cId="233412457" sldId="673"/>
            <ac:spMk id="4" creationId="{C35F821C-2D32-B3DF-C209-2A2FB52179D9}"/>
          </ac:spMkLst>
        </pc:spChg>
        <pc:spChg chg="mod">
          <ac:chgData name="Nursakirah Ab Rahman Muton" userId="423efa6d-ee54-4a96-bb69-a7d6dc1d7e38" providerId="ADAL" clId="{2C5CEA98-0929-429E-A903-59416F7FB4D3}" dt="2023-11-05T03:48:45.473" v="4186" actId="207"/>
          <ac:spMkLst>
            <pc:docMk/>
            <pc:sldMk cId="233412457" sldId="673"/>
            <ac:spMk id="5" creationId="{B7640D18-BB00-A6A4-1B05-5708371CFBF9}"/>
          </ac:spMkLst>
        </pc:spChg>
        <pc:spChg chg="mod">
          <ac:chgData name="Nursakirah Ab Rahman Muton" userId="423efa6d-ee54-4a96-bb69-a7d6dc1d7e38" providerId="ADAL" clId="{2C5CEA98-0929-429E-A903-59416F7FB4D3}" dt="2023-11-05T03:48:45.473" v="4186" actId="207"/>
          <ac:spMkLst>
            <pc:docMk/>
            <pc:sldMk cId="233412457" sldId="673"/>
            <ac:spMk id="6" creationId="{F5F9D324-4E71-01E8-FD22-631BCDABE2BD}"/>
          </ac:spMkLst>
        </pc:spChg>
        <pc:spChg chg="add mod">
          <ac:chgData name="Nursakirah Ab Rahman Muton" userId="423efa6d-ee54-4a96-bb69-a7d6dc1d7e38" providerId="ADAL" clId="{2C5CEA98-0929-429E-A903-59416F7FB4D3}" dt="2023-11-05T03:48:07.140" v="4178" actId="1076"/>
          <ac:spMkLst>
            <pc:docMk/>
            <pc:sldMk cId="233412457" sldId="673"/>
            <ac:spMk id="7" creationId="{5E04C5E1-B49A-CAD3-4D4F-FE2BD01280A5}"/>
          </ac:spMkLst>
        </pc:spChg>
        <pc:spChg chg="mod">
          <ac:chgData name="Nursakirah Ab Rahman Muton" userId="423efa6d-ee54-4a96-bb69-a7d6dc1d7e38" providerId="ADAL" clId="{2C5CEA98-0929-429E-A903-59416F7FB4D3}" dt="2023-11-02T14:23:52.419" v="209" actId="207"/>
          <ac:spMkLst>
            <pc:docMk/>
            <pc:sldMk cId="233412457" sldId="673"/>
            <ac:spMk id="12" creationId="{5D50519F-5B5B-14F1-AC06-A3F685574C58}"/>
          </ac:spMkLst>
        </pc:spChg>
        <pc:spChg chg="mod">
          <ac:chgData name="Nursakirah Ab Rahman Muton" userId="423efa6d-ee54-4a96-bb69-a7d6dc1d7e38" providerId="ADAL" clId="{2C5CEA98-0929-429E-A903-59416F7FB4D3}" dt="2023-11-05T03:48:45.473" v="4186" actId="207"/>
          <ac:spMkLst>
            <pc:docMk/>
            <pc:sldMk cId="233412457" sldId="673"/>
            <ac:spMk id="13" creationId="{1FAB2F3F-3BA4-809A-86A1-9FF95FC7140D}"/>
          </ac:spMkLst>
        </pc:spChg>
        <pc:spChg chg="mod">
          <ac:chgData name="Nursakirah Ab Rahman Muton" userId="423efa6d-ee54-4a96-bb69-a7d6dc1d7e38" providerId="ADAL" clId="{2C5CEA98-0929-429E-A903-59416F7FB4D3}" dt="2023-11-05T03:36:16.625" v="4132" actId="207"/>
          <ac:spMkLst>
            <pc:docMk/>
            <pc:sldMk cId="233412457" sldId="673"/>
            <ac:spMk id="17" creationId="{B03997FB-C05B-74F4-3D46-6298E4F34F61}"/>
          </ac:spMkLst>
        </pc:spChg>
        <pc:spChg chg="del mod">
          <ac:chgData name="Nursakirah Ab Rahman Muton" userId="423efa6d-ee54-4a96-bb69-a7d6dc1d7e38" providerId="ADAL" clId="{2C5CEA98-0929-429E-A903-59416F7FB4D3}" dt="2023-11-02T14:22:35.511" v="172" actId="478"/>
          <ac:spMkLst>
            <pc:docMk/>
            <pc:sldMk cId="233412457" sldId="673"/>
            <ac:spMk id="22" creationId="{0A0FB921-C333-BD34-B715-429ECBC0E73D}"/>
          </ac:spMkLst>
        </pc:spChg>
        <pc:spChg chg="del mod">
          <ac:chgData name="Nursakirah Ab Rahman Muton" userId="423efa6d-ee54-4a96-bb69-a7d6dc1d7e38" providerId="ADAL" clId="{2C5CEA98-0929-429E-A903-59416F7FB4D3}" dt="2023-11-02T14:26:51.895" v="249" actId="478"/>
          <ac:spMkLst>
            <pc:docMk/>
            <pc:sldMk cId="233412457" sldId="673"/>
            <ac:spMk id="23" creationId="{2F3F8510-6379-7D06-2A65-2A76FA02033A}"/>
          </ac:spMkLst>
        </pc:spChg>
        <pc:spChg chg="mod">
          <ac:chgData name="Nursakirah Ab Rahman Muton" userId="423efa6d-ee54-4a96-bb69-a7d6dc1d7e38" providerId="ADAL" clId="{2C5CEA98-0929-429E-A903-59416F7FB4D3}" dt="2023-11-02T14:11:03.532" v="72" actId="1076"/>
          <ac:spMkLst>
            <pc:docMk/>
            <pc:sldMk cId="233412457" sldId="673"/>
            <ac:spMk id="24" creationId="{E9CF092A-0493-DECF-2A2D-9F50B9CEDC3D}"/>
          </ac:spMkLst>
        </pc:spChg>
        <pc:spChg chg="del">
          <ac:chgData name="Nursakirah Ab Rahman Muton" userId="423efa6d-ee54-4a96-bb69-a7d6dc1d7e38" providerId="ADAL" clId="{2C5CEA98-0929-429E-A903-59416F7FB4D3}" dt="2023-11-02T14:22:35.511" v="172" actId="478"/>
          <ac:spMkLst>
            <pc:docMk/>
            <pc:sldMk cId="233412457" sldId="673"/>
            <ac:spMk id="25" creationId="{889517B6-E984-9DE2-530D-5D204B5A87A4}"/>
          </ac:spMkLst>
        </pc:spChg>
        <pc:spChg chg="del mod">
          <ac:chgData name="Nursakirah Ab Rahman Muton" userId="423efa6d-ee54-4a96-bb69-a7d6dc1d7e38" providerId="ADAL" clId="{2C5CEA98-0929-429E-A903-59416F7FB4D3}" dt="2023-11-02T14:15:17.485" v="108" actId="478"/>
          <ac:spMkLst>
            <pc:docMk/>
            <pc:sldMk cId="233412457" sldId="673"/>
            <ac:spMk id="30" creationId="{1F2481D9-AD41-510B-A961-306BB5A71607}"/>
          </ac:spMkLst>
        </pc:spChg>
        <pc:spChg chg="mod">
          <ac:chgData name="Nursakirah Ab Rahman Muton" userId="423efa6d-ee54-4a96-bb69-a7d6dc1d7e38" providerId="ADAL" clId="{2C5CEA98-0929-429E-A903-59416F7FB4D3}" dt="2023-11-05T03:48:26.477" v="4179" actId="207"/>
          <ac:spMkLst>
            <pc:docMk/>
            <pc:sldMk cId="233412457" sldId="673"/>
            <ac:spMk id="35" creationId="{723E9E42-9069-3AB6-DEB2-CDDC05D05A4A}"/>
          </ac:spMkLst>
        </pc:spChg>
        <pc:spChg chg="del">
          <ac:chgData name="Nursakirah Ab Rahman Muton" userId="423efa6d-ee54-4a96-bb69-a7d6dc1d7e38" providerId="ADAL" clId="{2C5CEA98-0929-429E-A903-59416F7FB4D3}" dt="2023-11-02T14:15:12.530" v="106" actId="478"/>
          <ac:spMkLst>
            <pc:docMk/>
            <pc:sldMk cId="233412457" sldId="673"/>
            <ac:spMk id="36" creationId="{ECD965C4-7110-6EAA-6E4B-E4EBEB89643A}"/>
          </ac:spMkLst>
        </pc:spChg>
        <pc:spChg chg="mod">
          <ac:chgData name="Nursakirah Ab Rahman Muton" userId="423efa6d-ee54-4a96-bb69-a7d6dc1d7e38" providerId="ADAL" clId="{2C5CEA98-0929-429E-A903-59416F7FB4D3}" dt="2023-11-05T03:48:26.477" v="4179" actId="207"/>
          <ac:spMkLst>
            <pc:docMk/>
            <pc:sldMk cId="233412457" sldId="673"/>
            <ac:spMk id="38" creationId="{F70DBDAC-1DBF-BA8C-0585-0CE9E7BD77AD}"/>
          </ac:spMkLst>
        </pc:spChg>
        <pc:spChg chg="mod">
          <ac:chgData name="Nursakirah Ab Rahman Muton" userId="423efa6d-ee54-4a96-bb69-a7d6dc1d7e38" providerId="ADAL" clId="{2C5CEA98-0929-429E-A903-59416F7FB4D3}" dt="2023-11-05T03:48:26.477" v="4179" actId="207"/>
          <ac:spMkLst>
            <pc:docMk/>
            <pc:sldMk cId="233412457" sldId="673"/>
            <ac:spMk id="39" creationId="{F2458443-9FF6-2C5D-B605-D81288D56F14}"/>
          </ac:spMkLst>
        </pc:spChg>
        <pc:spChg chg="mod">
          <ac:chgData name="Nursakirah Ab Rahman Muton" userId="423efa6d-ee54-4a96-bb69-a7d6dc1d7e38" providerId="ADAL" clId="{2C5CEA98-0929-429E-A903-59416F7FB4D3}" dt="2023-11-05T03:48:26.477" v="4179" actId="207"/>
          <ac:spMkLst>
            <pc:docMk/>
            <pc:sldMk cId="233412457" sldId="673"/>
            <ac:spMk id="41" creationId="{834A681F-1A59-81C5-583F-A54BB277A3D9}"/>
          </ac:spMkLst>
        </pc:spChg>
        <pc:spChg chg="mod">
          <ac:chgData name="Nursakirah Ab Rahman Muton" userId="423efa6d-ee54-4a96-bb69-a7d6dc1d7e38" providerId="ADAL" clId="{2C5CEA98-0929-429E-A903-59416F7FB4D3}" dt="2023-11-05T03:48:26.477" v="4179" actId="207"/>
          <ac:spMkLst>
            <pc:docMk/>
            <pc:sldMk cId="233412457" sldId="673"/>
            <ac:spMk id="43" creationId="{2DCE9591-0E86-545E-B74C-D4EFD5B1A62E}"/>
          </ac:spMkLst>
        </pc:spChg>
        <pc:spChg chg="mod">
          <ac:chgData name="Nursakirah Ab Rahman Muton" userId="423efa6d-ee54-4a96-bb69-a7d6dc1d7e38" providerId="ADAL" clId="{2C5CEA98-0929-429E-A903-59416F7FB4D3}" dt="2023-11-05T03:49:07.419" v="4195" actId="207"/>
          <ac:spMkLst>
            <pc:docMk/>
            <pc:sldMk cId="233412457" sldId="673"/>
            <ac:spMk id="46" creationId="{1021EB39-235F-FEA9-F3BC-264137699A58}"/>
          </ac:spMkLst>
        </pc:spChg>
        <pc:spChg chg="mod">
          <ac:chgData name="Nursakirah Ab Rahman Muton" userId="423efa6d-ee54-4a96-bb69-a7d6dc1d7e38" providerId="ADAL" clId="{2C5CEA98-0929-429E-A903-59416F7FB4D3}" dt="2023-11-05T03:49:07.419" v="4195" actId="207"/>
          <ac:spMkLst>
            <pc:docMk/>
            <pc:sldMk cId="233412457" sldId="673"/>
            <ac:spMk id="47" creationId="{1633DEDD-B41D-F591-BF60-FF0DA9C5DBB2}"/>
          </ac:spMkLst>
        </pc:spChg>
        <pc:spChg chg="mod">
          <ac:chgData name="Nursakirah Ab Rahman Muton" userId="423efa6d-ee54-4a96-bb69-a7d6dc1d7e38" providerId="ADAL" clId="{2C5CEA98-0929-429E-A903-59416F7FB4D3}" dt="2023-11-05T03:49:07.419" v="4195" actId="207"/>
          <ac:spMkLst>
            <pc:docMk/>
            <pc:sldMk cId="233412457" sldId="673"/>
            <ac:spMk id="48" creationId="{04AD9595-B36C-B041-3807-5B8C4FED9308}"/>
          </ac:spMkLst>
        </pc:spChg>
        <pc:spChg chg="mod">
          <ac:chgData name="Nursakirah Ab Rahman Muton" userId="423efa6d-ee54-4a96-bb69-a7d6dc1d7e38" providerId="ADAL" clId="{2C5CEA98-0929-429E-A903-59416F7FB4D3}" dt="2023-11-05T03:49:07.419" v="4195" actId="207"/>
          <ac:spMkLst>
            <pc:docMk/>
            <pc:sldMk cId="233412457" sldId="673"/>
            <ac:spMk id="49" creationId="{590AAF61-9923-382A-9D10-F0259DDCAAC3}"/>
          </ac:spMkLst>
        </pc:spChg>
        <pc:spChg chg="mod">
          <ac:chgData name="Nursakirah Ab Rahman Muton" userId="423efa6d-ee54-4a96-bb69-a7d6dc1d7e38" providerId="ADAL" clId="{2C5CEA98-0929-429E-A903-59416F7FB4D3}" dt="2023-11-05T03:49:07.419" v="4195" actId="207"/>
          <ac:spMkLst>
            <pc:docMk/>
            <pc:sldMk cId="233412457" sldId="673"/>
            <ac:spMk id="50" creationId="{E533741F-8921-D5EF-917B-F32960D67D26}"/>
          </ac:spMkLst>
        </pc:spChg>
        <pc:spChg chg="mod">
          <ac:chgData name="Nursakirah Ab Rahman Muton" userId="423efa6d-ee54-4a96-bb69-a7d6dc1d7e38" providerId="ADAL" clId="{2C5CEA98-0929-429E-A903-59416F7FB4D3}" dt="2023-11-06T03:08:28.077" v="4249" actId="20577"/>
          <ac:spMkLst>
            <pc:docMk/>
            <pc:sldMk cId="233412457" sldId="673"/>
            <ac:spMk id="63" creationId="{C5ECE30D-C25D-71F2-AA8B-1121F32BFF74}"/>
          </ac:spMkLst>
        </pc:spChg>
        <pc:spChg chg="mod">
          <ac:chgData name="Nursakirah Ab Rahman Muton" userId="423efa6d-ee54-4a96-bb69-a7d6dc1d7e38" providerId="ADAL" clId="{2C5CEA98-0929-429E-A903-59416F7FB4D3}" dt="2023-11-05T03:49:42.615" v="4200" actId="207"/>
          <ac:spMkLst>
            <pc:docMk/>
            <pc:sldMk cId="233412457" sldId="673"/>
            <ac:spMk id="64" creationId="{D7336D0A-6A35-3ED1-2783-0BBA0605A1F6}"/>
          </ac:spMkLst>
        </pc:spChg>
        <pc:spChg chg="mod">
          <ac:chgData name="Nursakirah Ab Rahman Muton" userId="423efa6d-ee54-4a96-bb69-a7d6dc1d7e38" providerId="ADAL" clId="{2C5CEA98-0929-429E-A903-59416F7FB4D3}" dt="2023-11-06T03:08:33.034" v="4253" actId="20577"/>
          <ac:spMkLst>
            <pc:docMk/>
            <pc:sldMk cId="233412457" sldId="673"/>
            <ac:spMk id="65" creationId="{E5B8A120-6984-AF6D-A880-BE600D4946F1}"/>
          </ac:spMkLst>
        </pc:spChg>
        <pc:spChg chg="mod">
          <ac:chgData name="Nursakirah Ab Rahman Muton" userId="423efa6d-ee54-4a96-bb69-a7d6dc1d7e38" providerId="ADAL" clId="{2C5CEA98-0929-429E-A903-59416F7FB4D3}" dt="2023-11-05T03:49:42.615" v="4200" actId="207"/>
          <ac:spMkLst>
            <pc:docMk/>
            <pc:sldMk cId="233412457" sldId="673"/>
            <ac:spMk id="66" creationId="{F8E73E72-B862-1CAB-4CAE-C2A211E670B5}"/>
          </ac:spMkLst>
        </pc:spChg>
        <pc:spChg chg="mod">
          <ac:chgData name="Nursakirah Ab Rahman Muton" userId="423efa6d-ee54-4a96-bb69-a7d6dc1d7e38" providerId="ADAL" clId="{2C5CEA98-0929-429E-A903-59416F7FB4D3}" dt="2023-11-05T03:49:42.615" v="4200" actId="207"/>
          <ac:spMkLst>
            <pc:docMk/>
            <pc:sldMk cId="233412457" sldId="673"/>
            <ac:spMk id="67" creationId="{967ECEDF-A3D6-AA74-2874-3244AACC4D39}"/>
          </ac:spMkLst>
        </pc:spChg>
        <pc:spChg chg="mod">
          <ac:chgData name="Nursakirah Ab Rahman Muton" userId="423efa6d-ee54-4a96-bb69-a7d6dc1d7e38" providerId="ADAL" clId="{2C5CEA98-0929-429E-A903-59416F7FB4D3}" dt="2023-11-05T03:50:05.631" v="4209" actId="207"/>
          <ac:spMkLst>
            <pc:docMk/>
            <pc:sldMk cId="233412457" sldId="673"/>
            <ac:spMk id="68" creationId="{F6D94BFB-3730-DDB5-7DA4-EAD123B6B86D}"/>
          </ac:spMkLst>
        </pc:spChg>
        <pc:spChg chg="mod">
          <ac:chgData name="Nursakirah Ab Rahman Muton" userId="423efa6d-ee54-4a96-bb69-a7d6dc1d7e38" providerId="ADAL" clId="{2C5CEA98-0929-429E-A903-59416F7FB4D3}" dt="2023-11-05T03:50:05.631" v="4209" actId="207"/>
          <ac:spMkLst>
            <pc:docMk/>
            <pc:sldMk cId="233412457" sldId="673"/>
            <ac:spMk id="69" creationId="{62D2F97F-4BF5-5CEB-26CC-C6A28B1AF18B}"/>
          </ac:spMkLst>
        </pc:spChg>
        <pc:spChg chg="mod">
          <ac:chgData name="Nursakirah Ab Rahman Muton" userId="423efa6d-ee54-4a96-bb69-a7d6dc1d7e38" providerId="ADAL" clId="{2C5CEA98-0929-429E-A903-59416F7FB4D3}" dt="2023-11-05T03:38:28.426" v="4136" actId="207"/>
          <ac:spMkLst>
            <pc:docMk/>
            <pc:sldMk cId="233412457" sldId="673"/>
            <ac:spMk id="70" creationId="{D8743B8F-20CC-3923-2EA9-2E8066CBE870}"/>
          </ac:spMkLst>
        </pc:spChg>
        <pc:spChg chg="del">
          <ac:chgData name="Nursakirah Ab Rahman Muton" userId="423efa6d-ee54-4a96-bb69-a7d6dc1d7e38" providerId="ADAL" clId="{2C5CEA98-0929-429E-A903-59416F7FB4D3}" dt="2023-11-02T14:11:59.070" v="78" actId="478"/>
          <ac:spMkLst>
            <pc:docMk/>
            <pc:sldMk cId="233412457" sldId="673"/>
            <ac:spMk id="86" creationId="{65F4BAA1-D5E8-1F96-01CF-399BA59B64C2}"/>
          </ac:spMkLst>
        </pc:spChg>
        <pc:spChg chg="mod">
          <ac:chgData name="Nursakirah Ab Rahman Muton" userId="423efa6d-ee54-4a96-bb69-a7d6dc1d7e38" providerId="ADAL" clId="{2C5CEA98-0929-429E-A903-59416F7FB4D3}" dt="2023-11-06T03:08:36.704" v="4257" actId="20577"/>
          <ac:spMkLst>
            <pc:docMk/>
            <pc:sldMk cId="233412457" sldId="673"/>
            <ac:spMk id="91" creationId="{D8B91624-DCF8-50F5-9472-AA84A0CC695B}"/>
          </ac:spMkLst>
        </pc:spChg>
        <pc:spChg chg="mod">
          <ac:chgData name="Nursakirah Ab Rahman Muton" userId="423efa6d-ee54-4a96-bb69-a7d6dc1d7e38" providerId="ADAL" clId="{2C5CEA98-0929-429E-A903-59416F7FB4D3}" dt="2023-11-05T03:50:40.933" v="4220" actId="207"/>
          <ac:spMkLst>
            <pc:docMk/>
            <pc:sldMk cId="233412457" sldId="673"/>
            <ac:spMk id="92" creationId="{79CDDF33-C4EF-58B2-75B6-EC24502D1CFC}"/>
          </ac:spMkLst>
        </pc:spChg>
        <pc:spChg chg="mod">
          <ac:chgData name="Nursakirah Ab Rahman Muton" userId="423efa6d-ee54-4a96-bb69-a7d6dc1d7e38" providerId="ADAL" clId="{2C5CEA98-0929-429E-A903-59416F7FB4D3}" dt="2023-11-05T03:52:02.119" v="4230" actId="207"/>
          <ac:spMkLst>
            <pc:docMk/>
            <pc:sldMk cId="233412457" sldId="673"/>
            <ac:spMk id="93" creationId="{A1B38953-E5AD-6164-8B27-BAE855D6B380}"/>
          </ac:spMkLst>
        </pc:spChg>
        <pc:spChg chg="mod">
          <ac:chgData name="Nursakirah Ab Rahman Muton" userId="423efa6d-ee54-4a96-bb69-a7d6dc1d7e38" providerId="ADAL" clId="{2C5CEA98-0929-429E-A903-59416F7FB4D3}" dt="2023-11-05T03:50:40.933" v="4220" actId="207"/>
          <ac:spMkLst>
            <pc:docMk/>
            <pc:sldMk cId="233412457" sldId="673"/>
            <ac:spMk id="94" creationId="{5709A072-C4DA-C9A0-95CA-D3E64291EFB7}"/>
          </ac:spMkLst>
        </pc:spChg>
        <pc:spChg chg="mod">
          <ac:chgData name="Nursakirah Ab Rahman Muton" userId="423efa6d-ee54-4a96-bb69-a7d6dc1d7e38" providerId="ADAL" clId="{2C5CEA98-0929-429E-A903-59416F7FB4D3}" dt="2023-11-05T03:50:40.933" v="4220" actId="207"/>
          <ac:spMkLst>
            <pc:docMk/>
            <pc:sldMk cId="233412457" sldId="673"/>
            <ac:spMk id="95" creationId="{502E6944-CA5E-79F3-00AE-6BB15B11356C}"/>
          </ac:spMkLst>
        </pc:spChg>
        <pc:spChg chg="mod">
          <ac:chgData name="Nursakirah Ab Rahman Muton" userId="423efa6d-ee54-4a96-bb69-a7d6dc1d7e38" providerId="ADAL" clId="{2C5CEA98-0929-429E-A903-59416F7FB4D3}" dt="2023-11-06T03:08:44.427" v="4261" actId="20577"/>
          <ac:spMkLst>
            <pc:docMk/>
            <pc:sldMk cId="233412457" sldId="673"/>
            <ac:spMk id="96" creationId="{A3245AA1-097F-626E-5A6A-C64AFFAC0EF2}"/>
          </ac:spMkLst>
        </pc:spChg>
        <pc:spChg chg="mod">
          <ac:chgData name="Nursakirah Ab Rahman Muton" userId="423efa6d-ee54-4a96-bb69-a7d6dc1d7e38" providerId="ADAL" clId="{2C5CEA98-0929-429E-A903-59416F7FB4D3}" dt="2023-11-05T03:52:02.119" v="4230" actId="207"/>
          <ac:spMkLst>
            <pc:docMk/>
            <pc:sldMk cId="233412457" sldId="673"/>
            <ac:spMk id="97" creationId="{5C4376CB-044C-0D58-6FAA-D138CDEFEA78}"/>
          </ac:spMkLst>
        </pc:spChg>
        <pc:spChg chg="mod">
          <ac:chgData name="Nursakirah Ab Rahman Muton" userId="423efa6d-ee54-4a96-bb69-a7d6dc1d7e38" providerId="ADAL" clId="{2C5CEA98-0929-429E-A903-59416F7FB4D3}" dt="2023-11-05T03:40:33.980" v="4161" actId="207"/>
          <ac:spMkLst>
            <pc:docMk/>
            <pc:sldMk cId="233412457" sldId="673"/>
            <ac:spMk id="98" creationId="{332E83DC-E600-6B89-BD8F-53929391C9A4}"/>
          </ac:spMkLst>
        </pc:spChg>
        <pc:grpChg chg="del mod">
          <ac:chgData name="Nursakirah Ab Rahman Muton" userId="423efa6d-ee54-4a96-bb69-a7d6dc1d7e38" providerId="ADAL" clId="{2C5CEA98-0929-429E-A903-59416F7FB4D3}" dt="2023-11-02T14:11:56.580" v="76" actId="478"/>
          <ac:grpSpMkLst>
            <pc:docMk/>
            <pc:sldMk cId="233412457" sldId="673"/>
            <ac:grpSpMk id="34" creationId="{51E4B649-252F-B73E-B53A-3E8876BCE328}"/>
          </ac:grpSpMkLst>
        </pc:grpChg>
        <pc:grpChg chg="del mod">
          <ac:chgData name="Nursakirah Ab Rahman Muton" userId="423efa6d-ee54-4a96-bb69-a7d6dc1d7e38" providerId="ADAL" clId="{2C5CEA98-0929-429E-A903-59416F7FB4D3}" dt="2023-11-02T14:11:57.494" v="77" actId="478"/>
          <ac:grpSpMkLst>
            <pc:docMk/>
            <pc:sldMk cId="233412457" sldId="673"/>
            <ac:grpSpMk id="62" creationId="{94635BA1-43A1-EE3F-C0CC-26D8EDDF427C}"/>
          </ac:grpSpMkLst>
        </pc:grpChg>
        <pc:grpChg chg="del mod">
          <ac:chgData name="Nursakirah Ab Rahman Muton" userId="423efa6d-ee54-4a96-bb69-a7d6dc1d7e38" providerId="ADAL" clId="{2C5CEA98-0929-429E-A903-59416F7FB4D3}" dt="2023-11-02T14:12:00.092" v="79" actId="478"/>
          <ac:grpSpMkLst>
            <pc:docMk/>
            <pc:sldMk cId="233412457" sldId="673"/>
            <ac:grpSpMk id="83" creationId="{FA83BB3F-48D2-0189-E4E8-E47586AB05E1}"/>
          </ac:grpSpMkLst>
        </pc:grpChg>
        <pc:picChg chg="mod">
          <ac:chgData name="Nursakirah Ab Rahman Muton" userId="423efa6d-ee54-4a96-bb69-a7d6dc1d7e38" providerId="ADAL" clId="{2C5CEA98-0929-429E-A903-59416F7FB4D3}" dt="2023-11-02T14:15:32.209" v="109" actId="1076"/>
          <ac:picMkLst>
            <pc:docMk/>
            <pc:sldMk cId="233412457" sldId="673"/>
            <ac:picMk id="16" creationId="{9BC4EACB-727A-90A6-C826-BCFCB0AF2D76}"/>
          </ac:picMkLst>
        </pc:picChg>
        <pc:cxnChg chg="mod">
          <ac:chgData name="Nursakirah Ab Rahman Muton" userId="423efa6d-ee54-4a96-bb69-a7d6dc1d7e38" providerId="ADAL" clId="{2C5CEA98-0929-429E-A903-59416F7FB4D3}" dt="2023-11-02T14:23:56.276" v="210" actId="207"/>
          <ac:cxnSpMkLst>
            <pc:docMk/>
            <pc:sldMk cId="233412457" sldId="673"/>
            <ac:cxnSpMk id="14" creationId="{9AA6936E-C926-2B10-2DAD-A7EF9F9F8685}"/>
          </ac:cxnSpMkLst>
        </pc:cxnChg>
        <pc:cxnChg chg="mod">
          <ac:chgData name="Nursakirah Ab Rahman Muton" userId="423efa6d-ee54-4a96-bb69-a7d6dc1d7e38" providerId="ADAL" clId="{2C5CEA98-0929-429E-A903-59416F7FB4D3}" dt="2023-11-02T14:23:56.276" v="210" actId="207"/>
          <ac:cxnSpMkLst>
            <pc:docMk/>
            <pc:sldMk cId="233412457" sldId="673"/>
            <ac:cxnSpMk id="18" creationId="{464A3F94-7DB4-88AC-6DE2-123978C9A526}"/>
          </ac:cxnSpMkLst>
        </pc:cxnChg>
        <pc:cxnChg chg="mod">
          <ac:chgData name="Nursakirah Ab Rahman Muton" userId="423efa6d-ee54-4a96-bb69-a7d6dc1d7e38" providerId="ADAL" clId="{2C5CEA98-0929-429E-A903-59416F7FB4D3}" dt="2023-11-02T14:23:56.276" v="210" actId="207"/>
          <ac:cxnSpMkLst>
            <pc:docMk/>
            <pc:sldMk cId="233412457" sldId="673"/>
            <ac:cxnSpMk id="44" creationId="{FBE5333C-8EDE-51B8-7A54-0FD9D3DCF4D4}"/>
          </ac:cxnSpMkLst>
        </pc:cxnChg>
        <pc:cxnChg chg="mod">
          <ac:chgData name="Nursakirah Ab Rahman Muton" userId="423efa6d-ee54-4a96-bb69-a7d6dc1d7e38" providerId="ADAL" clId="{2C5CEA98-0929-429E-A903-59416F7FB4D3}" dt="2023-11-02T14:23:56.276" v="210" actId="207"/>
          <ac:cxnSpMkLst>
            <pc:docMk/>
            <pc:sldMk cId="233412457" sldId="673"/>
            <ac:cxnSpMk id="45" creationId="{D88053F6-E74E-5225-404A-236D55DBD19D}"/>
          </ac:cxnSpMkLst>
        </pc:cxnChg>
        <pc:cxnChg chg="mod">
          <ac:chgData name="Nursakirah Ab Rahman Muton" userId="423efa6d-ee54-4a96-bb69-a7d6dc1d7e38" providerId="ADAL" clId="{2C5CEA98-0929-429E-A903-59416F7FB4D3}" dt="2023-11-02T14:24:27.700" v="220" actId="207"/>
          <ac:cxnSpMkLst>
            <pc:docMk/>
            <pc:sldMk cId="233412457" sldId="673"/>
            <ac:cxnSpMk id="51" creationId="{AAF8749E-3CD8-CC25-CFED-335724682B17}"/>
          </ac:cxnSpMkLst>
        </pc:cxnChg>
        <pc:cxnChg chg="mod">
          <ac:chgData name="Nursakirah Ab Rahman Muton" userId="423efa6d-ee54-4a96-bb69-a7d6dc1d7e38" providerId="ADAL" clId="{2C5CEA98-0929-429E-A903-59416F7FB4D3}" dt="2023-11-02T14:24:27.700" v="220" actId="207"/>
          <ac:cxnSpMkLst>
            <pc:docMk/>
            <pc:sldMk cId="233412457" sldId="673"/>
            <ac:cxnSpMk id="52" creationId="{5577DDA6-E3BD-9665-D0E6-64AF6678259F}"/>
          </ac:cxnSpMkLst>
        </pc:cxnChg>
        <pc:cxnChg chg="mod">
          <ac:chgData name="Nursakirah Ab Rahman Muton" userId="423efa6d-ee54-4a96-bb69-a7d6dc1d7e38" providerId="ADAL" clId="{2C5CEA98-0929-429E-A903-59416F7FB4D3}" dt="2023-11-02T14:21:27.768" v="158" actId="207"/>
          <ac:cxnSpMkLst>
            <pc:docMk/>
            <pc:sldMk cId="233412457" sldId="673"/>
            <ac:cxnSpMk id="72" creationId="{6C7C6C7B-DB58-86F9-23FB-17116563353A}"/>
          </ac:cxnSpMkLst>
        </pc:cxnChg>
        <pc:cxnChg chg="mod">
          <ac:chgData name="Nursakirah Ab Rahman Muton" userId="423efa6d-ee54-4a96-bb69-a7d6dc1d7e38" providerId="ADAL" clId="{2C5CEA98-0929-429E-A903-59416F7FB4D3}" dt="2023-11-02T14:21:27.768" v="158" actId="207"/>
          <ac:cxnSpMkLst>
            <pc:docMk/>
            <pc:sldMk cId="233412457" sldId="673"/>
            <ac:cxnSpMk id="73" creationId="{71348605-CAFE-0E6A-7860-DF5049125F02}"/>
          </ac:cxnSpMkLst>
        </pc:cxnChg>
      </pc:sldChg>
      <pc:sldChg chg="modSp mod">
        <pc:chgData name="Nursakirah Ab Rahman Muton" userId="423efa6d-ee54-4a96-bb69-a7d6dc1d7e38" providerId="ADAL" clId="{2C5CEA98-0929-429E-A903-59416F7FB4D3}" dt="2023-11-06T03:38:19.615" v="4280" actId="20577"/>
        <pc:sldMkLst>
          <pc:docMk/>
          <pc:sldMk cId="560755423" sldId="674"/>
        </pc:sldMkLst>
        <pc:spChg chg="mod">
          <ac:chgData name="Nursakirah Ab Rahman Muton" userId="423efa6d-ee54-4a96-bb69-a7d6dc1d7e38" providerId="ADAL" clId="{2C5CEA98-0929-429E-A903-59416F7FB4D3}" dt="2023-11-06T03:38:19.615" v="4280" actId="20577"/>
          <ac:spMkLst>
            <pc:docMk/>
            <pc:sldMk cId="560755423" sldId="674"/>
            <ac:spMk id="3" creationId="{9D50F0DB-7C61-59E0-F3F3-6A896E3FE7DA}"/>
          </ac:spMkLst>
        </pc:spChg>
      </pc:sldChg>
      <pc:sldChg chg="modSp mod">
        <pc:chgData name="Nursakirah Ab Rahman Muton" userId="423efa6d-ee54-4a96-bb69-a7d6dc1d7e38" providerId="ADAL" clId="{2C5CEA98-0929-429E-A903-59416F7FB4D3}" dt="2023-11-09T06:05:18.868" v="4363" actId="1076"/>
        <pc:sldMkLst>
          <pc:docMk/>
          <pc:sldMk cId="2690449133" sldId="676"/>
        </pc:sldMkLst>
        <pc:picChg chg="mod">
          <ac:chgData name="Nursakirah Ab Rahman Muton" userId="423efa6d-ee54-4a96-bb69-a7d6dc1d7e38" providerId="ADAL" clId="{2C5CEA98-0929-429E-A903-59416F7FB4D3}" dt="2023-11-09T06:05:18.868" v="4363" actId="1076"/>
          <ac:picMkLst>
            <pc:docMk/>
            <pc:sldMk cId="2690449133" sldId="676"/>
            <ac:picMk id="14" creationId="{B860D465-61BC-54D3-7B84-37146F40EDF6}"/>
          </ac:picMkLst>
        </pc:picChg>
      </pc:sldChg>
      <pc:sldChg chg="delSp modSp mod delAnim">
        <pc:chgData name="Nursakirah Ab Rahman Muton" userId="423efa6d-ee54-4a96-bb69-a7d6dc1d7e38" providerId="ADAL" clId="{2C5CEA98-0929-429E-A903-59416F7FB4D3}" dt="2023-11-09T06:13:59.031" v="4380" actId="207"/>
        <pc:sldMkLst>
          <pc:docMk/>
          <pc:sldMk cId="3916783520" sldId="679"/>
        </pc:sldMkLst>
        <pc:spChg chg="mod">
          <ac:chgData name="Nursakirah Ab Rahman Muton" userId="423efa6d-ee54-4a96-bb69-a7d6dc1d7e38" providerId="ADAL" clId="{2C5CEA98-0929-429E-A903-59416F7FB4D3}" dt="2023-11-09T06:13:59.031" v="4380" actId="207"/>
          <ac:spMkLst>
            <pc:docMk/>
            <pc:sldMk cId="3916783520" sldId="679"/>
            <ac:spMk id="3" creationId="{8323408E-4FE1-1C1C-B01F-B7D07C58E872}"/>
          </ac:spMkLst>
        </pc:spChg>
        <pc:spChg chg="mod">
          <ac:chgData name="Nursakirah Ab Rahman Muton" userId="423efa6d-ee54-4a96-bb69-a7d6dc1d7e38" providerId="ADAL" clId="{2C5CEA98-0929-429E-A903-59416F7FB4D3}" dt="2023-11-09T06:13:08.118" v="4370" actId="20577"/>
          <ac:spMkLst>
            <pc:docMk/>
            <pc:sldMk cId="3916783520" sldId="679"/>
            <ac:spMk id="8" creationId="{C3ECA726-3C1F-AB3F-8227-904D014299D4}"/>
          </ac:spMkLst>
        </pc:spChg>
        <pc:spChg chg="mod">
          <ac:chgData name="Nursakirah Ab Rahman Muton" userId="423efa6d-ee54-4a96-bb69-a7d6dc1d7e38" providerId="ADAL" clId="{2C5CEA98-0929-429E-A903-59416F7FB4D3}" dt="2023-11-09T06:13:13.911" v="4372" actId="20577"/>
          <ac:spMkLst>
            <pc:docMk/>
            <pc:sldMk cId="3916783520" sldId="679"/>
            <ac:spMk id="9" creationId="{35B3FAF7-571F-F9C0-6CAC-209301851C30}"/>
          </ac:spMkLst>
        </pc:spChg>
        <pc:spChg chg="mod">
          <ac:chgData name="Nursakirah Ab Rahman Muton" userId="423efa6d-ee54-4a96-bb69-a7d6dc1d7e38" providerId="ADAL" clId="{2C5CEA98-0929-429E-A903-59416F7FB4D3}" dt="2023-11-09T06:12:50.152" v="4365" actId="20577"/>
          <ac:spMkLst>
            <pc:docMk/>
            <pc:sldMk cId="3916783520" sldId="679"/>
            <ac:spMk id="12" creationId="{A919C28E-E476-C5B0-D12E-314BBCA04E56}"/>
          </ac:spMkLst>
        </pc:spChg>
        <pc:spChg chg="mod">
          <ac:chgData name="Nursakirah Ab Rahman Muton" userId="423efa6d-ee54-4a96-bb69-a7d6dc1d7e38" providerId="ADAL" clId="{2C5CEA98-0929-429E-A903-59416F7FB4D3}" dt="2023-11-09T06:12:57.509" v="4366" actId="1076"/>
          <ac:spMkLst>
            <pc:docMk/>
            <pc:sldMk cId="3916783520" sldId="679"/>
            <ac:spMk id="15" creationId="{7AB60EDD-53E0-0AA9-EAF0-7F5A579F67CE}"/>
          </ac:spMkLst>
        </pc:spChg>
        <pc:spChg chg="del">
          <ac:chgData name="Nursakirah Ab Rahman Muton" userId="423efa6d-ee54-4a96-bb69-a7d6dc1d7e38" providerId="ADAL" clId="{2C5CEA98-0929-429E-A903-59416F7FB4D3}" dt="2023-11-09T06:13:00.795" v="4368" actId="478"/>
          <ac:spMkLst>
            <pc:docMk/>
            <pc:sldMk cId="3916783520" sldId="679"/>
            <ac:spMk id="18" creationId="{E0C35C45-5C3C-4C0D-6D11-228A92DC6B86}"/>
          </ac:spMkLst>
        </pc:spChg>
        <pc:spChg chg="mod">
          <ac:chgData name="Nursakirah Ab Rahman Muton" userId="423efa6d-ee54-4a96-bb69-a7d6dc1d7e38" providerId="ADAL" clId="{2C5CEA98-0929-429E-A903-59416F7FB4D3}" dt="2023-11-09T06:13:44.773" v="4379" actId="404"/>
          <ac:spMkLst>
            <pc:docMk/>
            <pc:sldMk cId="3916783520" sldId="679"/>
            <ac:spMk id="23" creationId="{A80B4364-F19D-5B9A-0BA1-66DC5AED1D4D}"/>
          </ac:spMkLst>
        </pc:spChg>
        <pc:grpChg chg="del">
          <ac:chgData name="Nursakirah Ab Rahman Muton" userId="423efa6d-ee54-4a96-bb69-a7d6dc1d7e38" providerId="ADAL" clId="{2C5CEA98-0929-429E-A903-59416F7FB4D3}" dt="2023-11-09T06:12:59.420" v="4367" actId="478"/>
          <ac:grpSpMkLst>
            <pc:docMk/>
            <pc:sldMk cId="3916783520" sldId="679"/>
            <ac:grpSpMk id="14" creationId="{96F4BF5C-52B0-315E-0B72-070092C25FFF}"/>
          </ac:grpSpMkLst>
        </pc:grpChg>
        <pc:cxnChg chg="del">
          <ac:chgData name="Nursakirah Ab Rahman Muton" userId="423efa6d-ee54-4a96-bb69-a7d6dc1d7e38" providerId="ADAL" clId="{2C5CEA98-0929-429E-A903-59416F7FB4D3}" dt="2023-11-09T06:13:16.027" v="4373" actId="478"/>
          <ac:cxnSpMkLst>
            <pc:docMk/>
            <pc:sldMk cId="3916783520" sldId="679"/>
            <ac:cxnSpMk id="11" creationId="{FBACCA25-A2E9-039D-AA58-B92673BE8299}"/>
          </ac:cxnSpMkLst>
        </pc:cxnChg>
        <pc:cxnChg chg="del">
          <ac:chgData name="Nursakirah Ab Rahman Muton" userId="423efa6d-ee54-4a96-bb69-a7d6dc1d7e38" providerId="ADAL" clId="{2C5CEA98-0929-429E-A903-59416F7FB4D3}" dt="2023-11-09T06:12:59.420" v="4367" actId="478"/>
          <ac:cxnSpMkLst>
            <pc:docMk/>
            <pc:sldMk cId="3916783520" sldId="679"/>
            <ac:cxnSpMk id="13" creationId="{B58D2FA4-687C-3FDA-658F-CA1E8EF1BEC0}"/>
          </ac:cxnSpMkLst>
        </pc:cxnChg>
        <pc:cxnChg chg="del">
          <ac:chgData name="Nursakirah Ab Rahman Muton" userId="423efa6d-ee54-4a96-bb69-a7d6dc1d7e38" providerId="ADAL" clId="{2C5CEA98-0929-429E-A903-59416F7FB4D3}" dt="2023-11-09T06:13:31.683" v="4375" actId="478"/>
          <ac:cxnSpMkLst>
            <pc:docMk/>
            <pc:sldMk cId="3916783520" sldId="679"/>
            <ac:cxnSpMk id="22" creationId="{5FC2763E-DC1F-94E8-5CA4-7446DBFAD9B6}"/>
          </ac:cxnSpMkLst>
        </pc:cxnChg>
      </pc:sldChg>
      <pc:sldChg chg="addSp">
        <pc:chgData name="Nursakirah Ab Rahman Muton" userId="423efa6d-ee54-4a96-bb69-a7d6dc1d7e38" providerId="ADAL" clId="{2C5CEA98-0929-429E-A903-59416F7FB4D3}" dt="2023-11-10T00:42:37.692" v="4776"/>
        <pc:sldMkLst>
          <pc:docMk/>
          <pc:sldMk cId="309904863" sldId="680"/>
        </pc:sldMkLst>
        <pc:inkChg chg="add">
          <ac:chgData name="Nursakirah Ab Rahman Muton" userId="423efa6d-ee54-4a96-bb69-a7d6dc1d7e38" providerId="ADAL" clId="{2C5CEA98-0929-429E-A903-59416F7FB4D3}" dt="2023-11-10T00:42:37.692" v="4776"/>
          <ac:inkMkLst>
            <pc:docMk/>
            <pc:sldMk cId="309904863" sldId="680"/>
            <ac:inkMk id="3" creationId="{13AE948D-D866-B027-9513-D02F37E12D6A}"/>
          </ac:inkMkLst>
        </pc:inkChg>
      </pc:sldChg>
      <pc:sldChg chg="addSp delSp modSp mod">
        <pc:chgData name="Nursakirah Ab Rahman Muton" userId="423efa6d-ee54-4a96-bb69-a7d6dc1d7e38" providerId="ADAL" clId="{2C5CEA98-0929-429E-A903-59416F7FB4D3}" dt="2023-11-10T00:42:37.692" v="4776"/>
        <pc:sldMkLst>
          <pc:docMk/>
          <pc:sldMk cId="2206750863" sldId="681"/>
        </pc:sldMkLst>
        <pc:spChg chg="add mod">
          <ac:chgData name="Nursakirah Ab Rahman Muton" userId="423efa6d-ee54-4a96-bb69-a7d6dc1d7e38" providerId="ADAL" clId="{2C5CEA98-0929-429E-A903-59416F7FB4D3}" dt="2023-11-09T23:49:26.274" v="4745" actId="1036"/>
          <ac:spMkLst>
            <pc:docMk/>
            <pc:sldMk cId="2206750863" sldId="681"/>
            <ac:spMk id="2" creationId="{EB88402C-863F-A0C8-A846-7AF065D281B4}"/>
          </ac:spMkLst>
        </pc:spChg>
        <pc:spChg chg="add del mod">
          <ac:chgData name="Nursakirah Ab Rahman Muton" userId="423efa6d-ee54-4a96-bb69-a7d6dc1d7e38" providerId="ADAL" clId="{2C5CEA98-0929-429E-A903-59416F7FB4D3}" dt="2023-11-09T23:51:59.164" v="4774" actId="552"/>
          <ac:spMkLst>
            <pc:docMk/>
            <pc:sldMk cId="2206750863" sldId="681"/>
            <ac:spMk id="3" creationId="{279D68CB-740B-175A-6D76-90925E9AA87C}"/>
          </ac:spMkLst>
        </pc:spChg>
        <pc:spChg chg="add del mod">
          <ac:chgData name="Nursakirah Ab Rahman Muton" userId="423efa6d-ee54-4a96-bb69-a7d6dc1d7e38" providerId="ADAL" clId="{2C5CEA98-0929-429E-A903-59416F7FB4D3}" dt="2023-11-09T23:51:59.164" v="4774" actId="552"/>
          <ac:spMkLst>
            <pc:docMk/>
            <pc:sldMk cId="2206750863" sldId="681"/>
            <ac:spMk id="4" creationId="{27E329CC-ADA5-0E69-5351-2FB74751EE65}"/>
          </ac:spMkLst>
        </pc:spChg>
        <pc:spChg chg="add del mod">
          <ac:chgData name="Nursakirah Ab Rahman Muton" userId="423efa6d-ee54-4a96-bb69-a7d6dc1d7e38" providerId="ADAL" clId="{2C5CEA98-0929-429E-A903-59416F7FB4D3}" dt="2023-11-09T23:51:59.164" v="4774" actId="552"/>
          <ac:spMkLst>
            <pc:docMk/>
            <pc:sldMk cId="2206750863" sldId="681"/>
            <ac:spMk id="6" creationId="{14DAD2B0-9139-3027-7705-72CDC00001A1}"/>
          </ac:spMkLst>
        </pc:spChg>
        <pc:spChg chg="add mod">
          <ac:chgData name="Nursakirah Ab Rahman Muton" userId="423efa6d-ee54-4a96-bb69-a7d6dc1d7e38" providerId="ADAL" clId="{2C5CEA98-0929-429E-A903-59416F7FB4D3}" dt="2023-11-09T23:51:59.164" v="4774" actId="552"/>
          <ac:spMkLst>
            <pc:docMk/>
            <pc:sldMk cId="2206750863" sldId="681"/>
            <ac:spMk id="7" creationId="{3C9DDD99-638B-3234-96AF-6D2B3C54F166}"/>
          </ac:spMkLst>
        </pc:spChg>
        <pc:picChg chg="mod">
          <ac:chgData name="Nursakirah Ab Rahman Muton" userId="423efa6d-ee54-4a96-bb69-a7d6dc1d7e38" providerId="ADAL" clId="{2C5CEA98-0929-429E-A903-59416F7FB4D3}" dt="2023-11-02T14:43:00.354" v="252" actId="1076"/>
          <ac:picMkLst>
            <pc:docMk/>
            <pc:sldMk cId="2206750863" sldId="681"/>
            <ac:picMk id="5" creationId="{77FE3CAF-849A-C2CC-B85C-FC6861F38036}"/>
          </ac:picMkLst>
        </pc:picChg>
        <pc:inkChg chg="add">
          <ac:chgData name="Nursakirah Ab Rahman Muton" userId="423efa6d-ee54-4a96-bb69-a7d6dc1d7e38" providerId="ADAL" clId="{2C5CEA98-0929-429E-A903-59416F7FB4D3}" dt="2023-11-10T00:42:37.692" v="4776"/>
          <ac:inkMkLst>
            <pc:docMk/>
            <pc:sldMk cId="2206750863" sldId="681"/>
            <ac:inkMk id="8" creationId="{2AF13377-3CE7-695F-730A-398EA0318442}"/>
          </ac:inkMkLst>
        </pc:inkChg>
      </pc:sldChg>
      <pc:sldChg chg="modSp mod">
        <pc:chgData name="Nursakirah Ab Rahman Muton" userId="423efa6d-ee54-4a96-bb69-a7d6dc1d7e38" providerId="ADAL" clId="{2C5CEA98-0929-429E-A903-59416F7FB4D3}" dt="2023-11-06T04:02:57.571" v="4281" actId="20577"/>
        <pc:sldMkLst>
          <pc:docMk/>
          <pc:sldMk cId="3379260345" sldId="683"/>
        </pc:sldMkLst>
        <pc:spChg chg="mod">
          <ac:chgData name="Nursakirah Ab Rahman Muton" userId="423efa6d-ee54-4a96-bb69-a7d6dc1d7e38" providerId="ADAL" clId="{2C5CEA98-0929-429E-A903-59416F7FB4D3}" dt="2023-11-06T04:02:57.571" v="4281" actId="20577"/>
          <ac:spMkLst>
            <pc:docMk/>
            <pc:sldMk cId="3379260345" sldId="683"/>
            <ac:spMk id="4" creationId="{57ED0AD7-2682-9BFF-2B73-EB23F7816AFD}"/>
          </ac:spMkLst>
        </pc:spChg>
      </pc:sldChg>
      <pc:sldChg chg="modSp mod">
        <pc:chgData name="Nursakirah Ab Rahman Muton" userId="423efa6d-ee54-4a96-bb69-a7d6dc1d7e38" providerId="ADAL" clId="{2C5CEA98-0929-429E-A903-59416F7FB4D3}" dt="2023-11-09T08:04:14.275" v="4703" actId="20577"/>
        <pc:sldMkLst>
          <pc:docMk/>
          <pc:sldMk cId="643062169" sldId="684"/>
        </pc:sldMkLst>
        <pc:spChg chg="mod">
          <ac:chgData name="Nursakirah Ab Rahman Muton" userId="423efa6d-ee54-4a96-bb69-a7d6dc1d7e38" providerId="ADAL" clId="{2C5CEA98-0929-429E-A903-59416F7FB4D3}" dt="2023-11-06T04:03:07.907" v="4282" actId="20577"/>
          <ac:spMkLst>
            <pc:docMk/>
            <pc:sldMk cId="643062169" sldId="684"/>
            <ac:spMk id="4" creationId="{57ED0AD7-2682-9BFF-2B73-EB23F7816AFD}"/>
          </ac:spMkLst>
        </pc:spChg>
        <pc:spChg chg="mod">
          <ac:chgData name="Nursakirah Ab Rahman Muton" userId="423efa6d-ee54-4a96-bb69-a7d6dc1d7e38" providerId="ADAL" clId="{2C5CEA98-0929-429E-A903-59416F7FB4D3}" dt="2023-11-09T08:03:10.435" v="4702" actId="20577"/>
          <ac:spMkLst>
            <pc:docMk/>
            <pc:sldMk cId="643062169" sldId="684"/>
            <ac:spMk id="61" creationId="{C3E2920C-CB55-38CD-EAEF-617F1048B19E}"/>
          </ac:spMkLst>
        </pc:spChg>
        <pc:spChg chg="mod">
          <ac:chgData name="Nursakirah Ab Rahman Muton" userId="423efa6d-ee54-4a96-bb69-a7d6dc1d7e38" providerId="ADAL" clId="{2C5CEA98-0929-429E-A903-59416F7FB4D3}" dt="2023-11-09T08:04:14.275" v="4703" actId="20577"/>
          <ac:spMkLst>
            <pc:docMk/>
            <pc:sldMk cId="643062169" sldId="684"/>
            <ac:spMk id="75" creationId="{E59484C4-2B4A-A8E7-297A-87C4F38E071A}"/>
          </ac:spMkLst>
        </pc:spChg>
      </pc:sldChg>
      <pc:sldChg chg="modSp mod">
        <pc:chgData name="Nursakirah Ab Rahman Muton" userId="423efa6d-ee54-4a96-bb69-a7d6dc1d7e38" providerId="ADAL" clId="{2C5CEA98-0929-429E-A903-59416F7FB4D3}" dt="2023-11-09T08:56:13.823" v="4722" actId="5793"/>
        <pc:sldMkLst>
          <pc:docMk/>
          <pc:sldMk cId="3081610299" sldId="686"/>
        </pc:sldMkLst>
        <pc:spChg chg="mod">
          <ac:chgData name="Nursakirah Ab Rahman Muton" userId="423efa6d-ee54-4a96-bb69-a7d6dc1d7e38" providerId="ADAL" clId="{2C5CEA98-0929-429E-A903-59416F7FB4D3}" dt="2023-11-09T08:56:13.823" v="4722" actId="5793"/>
          <ac:spMkLst>
            <pc:docMk/>
            <pc:sldMk cId="3081610299" sldId="686"/>
            <ac:spMk id="3" creationId="{9D50F0DB-7C61-59E0-F3F3-6A896E3FE7DA}"/>
          </ac:spMkLst>
        </pc:spChg>
      </pc:sldChg>
      <pc:sldChg chg="modSp mod modNotesTx">
        <pc:chgData name="Nursakirah Ab Rahman Muton" userId="423efa6d-ee54-4a96-bb69-a7d6dc1d7e38" providerId="ADAL" clId="{2C5CEA98-0929-429E-A903-59416F7FB4D3}" dt="2023-11-04T03:17:44.594" v="964"/>
        <pc:sldMkLst>
          <pc:docMk/>
          <pc:sldMk cId="3332533543" sldId="687"/>
        </pc:sldMkLst>
        <pc:spChg chg="mod">
          <ac:chgData name="Nursakirah Ab Rahman Muton" userId="423efa6d-ee54-4a96-bb69-a7d6dc1d7e38" providerId="ADAL" clId="{2C5CEA98-0929-429E-A903-59416F7FB4D3}" dt="2023-11-04T03:17:44.594" v="964"/>
          <ac:spMkLst>
            <pc:docMk/>
            <pc:sldMk cId="3332533543" sldId="687"/>
            <ac:spMk id="2" creationId="{9F4130F0-67C3-1177-0978-9F5EB817B639}"/>
          </ac:spMkLst>
        </pc:spChg>
        <pc:spChg chg="mod">
          <ac:chgData name="Nursakirah Ab Rahman Muton" userId="423efa6d-ee54-4a96-bb69-a7d6dc1d7e38" providerId="ADAL" clId="{2C5CEA98-0929-429E-A903-59416F7FB4D3}" dt="2023-11-04T03:17:29.775" v="962" actId="403"/>
          <ac:spMkLst>
            <pc:docMk/>
            <pc:sldMk cId="3332533543" sldId="687"/>
            <ac:spMk id="3" creationId="{522E4108-857A-C932-7458-8B8E233449C4}"/>
          </ac:spMkLst>
        </pc:spChg>
        <pc:spChg chg="mod">
          <ac:chgData name="Nursakirah Ab Rahman Muton" userId="423efa6d-ee54-4a96-bb69-a7d6dc1d7e38" providerId="ADAL" clId="{2C5CEA98-0929-429E-A903-59416F7FB4D3}" dt="2023-11-04T03:17:04.489" v="960" actId="207"/>
          <ac:spMkLst>
            <pc:docMk/>
            <pc:sldMk cId="3332533543" sldId="687"/>
            <ac:spMk id="4" creationId="{91C79B91-6ADA-4D28-B1E2-EBC8B6A44E8F}"/>
          </ac:spMkLst>
        </pc:spChg>
        <pc:spChg chg="mod">
          <ac:chgData name="Nursakirah Ab Rahman Muton" userId="423efa6d-ee54-4a96-bb69-a7d6dc1d7e38" providerId="ADAL" clId="{2C5CEA98-0929-429E-A903-59416F7FB4D3}" dt="2023-11-04T03:17:04.489" v="960" actId="207"/>
          <ac:spMkLst>
            <pc:docMk/>
            <pc:sldMk cId="3332533543" sldId="687"/>
            <ac:spMk id="5" creationId="{DC00D1FF-F919-104D-FF2D-E2EFD4D4BE2B}"/>
          </ac:spMkLst>
        </pc:spChg>
        <pc:spChg chg="mod">
          <ac:chgData name="Nursakirah Ab Rahman Muton" userId="423efa6d-ee54-4a96-bb69-a7d6dc1d7e38" providerId="ADAL" clId="{2C5CEA98-0929-429E-A903-59416F7FB4D3}" dt="2023-11-04T03:17:04.489" v="960" actId="207"/>
          <ac:spMkLst>
            <pc:docMk/>
            <pc:sldMk cId="3332533543" sldId="687"/>
            <ac:spMk id="6" creationId="{44258E58-15BC-06AC-C9EC-6EC6265FAA2C}"/>
          </ac:spMkLst>
        </pc:spChg>
        <pc:spChg chg="mod">
          <ac:chgData name="Nursakirah Ab Rahman Muton" userId="423efa6d-ee54-4a96-bb69-a7d6dc1d7e38" providerId="ADAL" clId="{2C5CEA98-0929-429E-A903-59416F7FB4D3}" dt="2023-11-04T03:17:04.489" v="960" actId="207"/>
          <ac:spMkLst>
            <pc:docMk/>
            <pc:sldMk cId="3332533543" sldId="687"/>
            <ac:spMk id="7" creationId="{862F1642-5BBA-0DCC-7D5D-19881FE35884}"/>
          </ac:spMkLst>
        </pc:spChg>
      </pc:sldChg>
      <pc:sldChg chg="addSp modSp mod modNotesTx">
        <pc:chgData name="Nursakirah Ab Rahman Muton" userId="423efa6d-ee54-4a96-bb69-a7d6dc1d7e38" providerId="ADAL" clId="{2C5CEA98-0929-429E-A903-59416F7FB4D3}" dt="2023-11-04T03:22:15.326" v="1404" actId="1076"/>
        <pc:sldMkLst>
          <pc:docMk/>
          <pc:sldMk cId="2344537962" sldId="688"/>
        </pc:sldMkLst>
        <pc:picChg chg="add mod">
          <ac:chgData name="Nursakirah Ab Rahman Muton" userId="423efa6d-ee54-4a96-bb69-a7d6dc1d7e38" providerId="ADAL" clId="{2C5CEA98-0929-429E-A903-59416F7FB4D3}" dt="2023-11-04T03:22:15.326" v="1404" actId="1076"/>
          <ac:picMkLst>
            <pc:docMk/>
            <pc:sldMk cId="2344537962" sldId="688"/>
            <ac:picMk id="6" creationId="{49263A05-3420-00EA-132A-218F91B95827}"/>
          </ac:picMkLst>
        </pc:picChg>
      </pc:sldChg>
      <pc:sldChg chg="addSp delSp modSp mod modNotesTx">
        <pc:chgData name="Nursakirah Ab Rahman Muton" userId="423efa6d-ee54-4a96-bb69-a7d6dc1d7e38" providerId="ADAL" clId="{2C5CEA98-0929-429E-A903-59416F7FB4D3}" dt="2023-11-28T04:08:57.990" v="4779" actId="1076"/>
        <pc:sldMkLst>
          <pc:docMk/>
          <pc:sldMk cId="744071230" sldId="689"/>
        </pc:sldMkLst>
        <pc:spChg chg="add mod">
          <ac:chgData name="Nursakirah Ab Rahman Muton" userId="423efa6d-ee54-4a96-bb69-a7d6dc1d7e38" providerId="ADAL" clId="{2C5CEA98-0929-429E-A903-59416F7FB4D3}" dt="2023-11-04T04:43:52.219" v="2223" actId="164"/>
          <ac:spMkLst>
            <pc:docMk/>
            <pc:sldMk cId="744071230" sldId="689"/>
            <ac:spMk id="2" creationId="{2F6AEC53-88A8-2DA9-6F3E-DE7623FE7337}"/>
          </ac:spMkLst>
        </pc:spChg>
        <pc:spChg chg="add mod">
          <ac:chgData name="Nursakirah Ab Rahman Muton" userId="423efa6d-ee54-4a96-bb69-a7d6dc1d7e38" providerId="ADAL" clId="{2C5CEA98-0929-429E-A903-59416F7FB4D3}" dt="2023-11-04T04:43:52.219" v="2223" actId="164"/>
          <ac:spMkLst>
            <pc:docMk/>
            <pc:sldMk cId="744071230" sldId="689"/>
            <ac:spMk id="3" creationId="{FCA3EACD-4BF1-D0AE-F130-1EC3CEA74D48}"/>
          </ac:spMkLst>
        </pc:spChg>
        <pc:spChg chg="del">
          <ac:chgData name="Nursakirah Ab Rahman Muton" userId="423efa6d-ee54-4a96-bb69-a7d6dc1d7e38" providerId="ADAL" clId="{2C5CEA98-0929-429E-A903-59416F7FB4D3}" dt="2023-11-04T03:31:17.700" v="1520" actId="478"/>
          <ac:spMkLst>
            <pc:docMk/>
            <pc:sldMk cId="744071230" sldId="689"/>
            <ac:spMk id="7" creationId="{6A4195A0-5D1F-A9CA-A110-B663AC441F45}"/>
          </ac:spMkLst>
        </pc:spChg>
        <pc:spChg chg="add mod">
          <ac:chgData name="Nursakirah Ab Rahman Muton" userId="423efa6d-ee54-4a96-bb69-a7d6dc1d7e38" providerId="ADAL" clId="{2C5CEA98-0929-429E-A903-59416F7FB4D3}" dt="2023-11-04T04:43:52.219" v="2223" actId="164"/>
          <ac:spMkLst>
            <pc:docMk/>
            <pc:sldMk cId="744071230" sldId="689"/>
            <ac:spMk id="12" creationId="{A2D04DFC-0182-CA99-39B8-6D8261512402}"/>
          </ac:spMkLst>
        </pc:spChg>
        <pc:spChg chg="add del mod">
          <ac:chgData name="Nursakirah Ab Rahman Muton" userId="423efa6d-ee54-4a96-bb69-a7d6dc1d7e38" providerId="ADAL" clId="{2C5CEA98-0929-429E-A903-59416F7FB4D3}" dt="2023-11-04T03:33:22.768" v="1582" actId="478"/>
          <ac:spMkLst>
            <pc:docMk/>
            <pc:sldMk cId="744071230" sldId="689"/>
            <ac:spMk id="14" creationId="{560A20CE-F6EA-C7DF-83DC-D6587D83B635}"/>
          </ac:spMkLst>
        </pc:spChg>
        <pc:spChg chg="mod">
          <ac:chgData name="Nursakirah Ab Rahman Muton" userId="423efa6d-ee54-4a96-bb69-a7d6dc1d7e38" providerId="ADAL" clId="{2C5CEA98-0929-429E-A903-59416F7FB4D3}" dt="2023-11-28T04:08:57.990" v="4779" actId="1076"/>
          <ac:spMkLst>
            <pc:docMk/>
            <pc:sldMk cId="744071230" sldId="689"/>
            <ac:spMk id="20" creationId="{594015D1-2EFC-75E8-7554-ED83A8B5EDB7}"/>
          </ac:spMkLst>
        </pc:spChg>
        <pc:spChg chg="mod">
          <ac:chgData name="Nursakirah Ab Rahman Muton" userId="423efa6d-ee54-4a96-bb69-a7d6dc1d7e38" providerId="ADAL" clId="{2C5CEA98-0929-429E-A903-59416F7FB4D3}" dt="2023-11-28T04:08:57.990" v="4779" actId="1076"/>
          <ac:spMkLst>
            <pc:docMk/>
            <pc:sldMk cId="744071230" sldId="689"/>
            <ac:spMk id="21" creationId="{0E24D70E-5A40-D639-E921-3ED27353C694}"/>
          </ac:spMkLst>
        </pc:spChg>
        <pc:spChg chg="mod">
          <ac:chgData name="Nursakirah Ab Rahman Muton" userId="423efa6d-ee54-4a96-bb69-a7d6dc1d7e38" providerId="ADAL" clId="{2C5CEA98-0929-429E-A903-59416F7FB4D3}" dt="2023-11-28T04:08:57.990" v="4779" actId="1076"/>
          <ac:spMkLst>
            <pc:docMk/>
            <pc:sldMk cId="744071230" sldId="689"/>
            <ac:spMk id="22" creationId="{06F93363-11D2-711B-E555-B38CB9E433BB}"/>
          </ac:spMkLst>
        </pc:spChg>
        <pc:spChg chg="mod">
          <ac:chgData name="Nursakirah Ab Rahman Muton" userId="423efa6d-ee54-4a96-bb69-a7d6dc1d7e38" providerId="ADAL" clId="{2C5CEA98-0929-429E-A903-59416F7FB4D3}" dt="2023-11-28T04:08:57.990" v="4779" actId="1076"/>
          <ac:spMkLst>
            <pc:docMk/>
            <pc:sldMk cId="744071230" sldId="689"/>
            <ac:spMk id="23" creationId="{93906DEE-9F66-7115-BBF5-1AD3ADB5ECB9}"/>
          </ac:spMkLst>
        </pc:spChg>
        <pc:spChg chg="mod">
          <ac:chgData name="Nursakirah Ab Rahman Muton" userId="423efa6d-ee54-4a96-bb69-a7d6dc1d7e38" providerId="ADAL" clId="{2C5CEA98-0929-429E-A903-59416F7FB4D3}" dt="2023-11-28T04:08:57.990" v="4779" actId="1076"/>
          <ac:spMkLst>
            <pc:docMk/>
            <pc:sldMk cId="744071230" sldId="689"/>
            <ac:spMk id="31" creationId="{BBDDA43E-FEC3-90C2-7239-A9AD8C4F4DC6}"/>
          </ac:spMkLst>
        </pc:spChg>
        <pc:spChg chg="mod">
          <ac:chgData name="Nursakirah Ab Rahman Muton" userId="423efa6d-ee54-4a96-bb69-a7d6dc1d7e38" providerId="ADAL" clId="{2C5CEA98-0929-429E-A903-59416F7FB4D3}" dt="2023-11-28T04:08:57.990" v="4779" actId="1076"/>
          <ac:spMkLst>
            <pc:docMk/>
            <pc:sldMk cId="744071230" sldId="689"/>
            <ac:spMk id="32" creationId="{54BFD22C-4C22-FE3A-6DD3-76FEE758ADED}"/>
          </ac:spMkLst>
        </pc:spChg>
        <pc:spChg chg="mod">
          <ac:chgData name="Nursakirah Ab Rahman Muton" userId="423efa6d-ee54-4a96-bb69-a7d6dc1d7e38" providerId="ADAL" clId="{2C5CEA98-0929-429E-A903-59416F7FB4D3}" dt="2023-11-28T04:08:57.990" v="4779" actId="1076"/>
          <ac:spMkLst>
            <pc:docMk/>
            <pc:sldMk cId="744071230" sldId="689"/>
            <ac:spMk id="35" creationId="{0F19743E-CB76-C247-0CA6-6C24B13457A5}"/>
          </ac:spMkLst>
        </pc:spChg>
        <pc:spChg chg="del">
          <ac:chgData name="Nursakirah Ab Rahman Muton" userId="423efa6d-ee54-4a96-bb69-a7d6dc1d7e38" providerId="ADAL" clId="{2C5CEA98-0929-429E-A903-59416F7FB4D3}" dt="2023-11-04T03:28:51.477" v="1487" actId="478"/>
          <ac:spMkLst>
            <pc:docMk/>
            <pc:sldMk cId="744071230" sldId="689"/>
            <ac:spMk id="36" creationId="{1AA09665-94A4-2DD2-14E3-F3E634F27AE4}"/>
          </ac:spMkLst>
        </pc:spChg>
        <pc:spChg chg="mod">
          <ac:chgData name="Nursakirah Ab Rahman Muton" userId="423efa6d-ee54-4a96-bb69-a7d6dc1d7e38" providerId="ADAL" clId="{2C5CEA98-0929-429E-A903-59416F7FB4D3}" dt="2023-11-28T04:08:57.990" v="4779" actId="1076"/>
          <ac:spMkLst>
            <pc:docMk/>
            <pc:sldMk cId="744071230" sldId="689"/>
            <ac:spMk id="41" creationId="{AFCE1328-BD0A-B1A3-EB8B-7703550CA931}"/>
          </ac:spMkLst>
        </pc:spChg>
        <pc:grpChg chg="mod">
          <ac:chgData name="Nursakirah Ab Rahman Muton" userId="423efa6d-ee54-4a96-bb69-a7d6dc1d7e38" providerId="ADAL" clId="{2C5CEA98-0929-429E-A903-59416F7FB4D3}" dt="2023-11-28T04:08:57.990" v="4779" actId="1076"/>
          <ac:grpSpMkLst>
            <pc:docMk/>
            <pc:sldMk cId="744071230" sldId="689"/>
            <ac:grpSpMk id="11" creationId="{F5476390-B98B-EA6C-5208-A1385164A851}"/>
          </ac:grpSpMkLst>
        </pc:grpChg>
        <pc:grpChg chg="add mod">
          <ac:chgData name="Nursakirah Ab Rahman Muton" userId="423efa6d-ee54-4a96-bb69-a7d6dc1d7e38" providerId="ADAL" clId="{2C5CEA98-0929-429E-A903-59416F7FB4D3}" dt="2023-11-28T04:08:49.908" v="4778" actId="1076"/>
          <ac:grpSpMkLst>
            <pc:docMk/>
            <pc:sldMk cId="744071230" sldId="689"/>
            <ac:grpSpMk id="16" creationId="{A694DF9C-5389-13D4-59D6-64B573296783}"/>
          </ac:grpSpMkLst>
        </pc:grpChg>
        <pc:picChg chg="del">
          <ac:chgData name="Nursakirah Ab Rahman Muton" userId="423efa6d-ee54-4a96-bb69-a7d6dc1d7e38" providerId="ADAL" clId="{2C5CEA98-0929-429E-A903-59416F7FB4D3}" dt="2023-11-04T03:25:30.436" v="1409" actId="478"/>
          <ac:picMkLst>
            <pc:docMk/>
            <pc:sldMk cId="744071230" sldId="689"/>
            <ac:picMk id="4" creationId="{131793F7-25FC-E900-23EA-B66F7A138CF5}"/>
          </ac:picMkLst>
        </pc:picChg>
        <pc:picChg chg="del mod">
          <ac:chgData name="Nursakirah Ab Rahman Muton" userId="423efa6d-ee54-4a96-bb69-a7d6dc1d7e38" providerId="ADAL" clId="{2C5CEA98-0929-429E-A903-59416F7FB4D3}" dt="2023-11-04T03:31:14.473" v="1519" actId="478"/>
          <ac:picMkLst>
            <pc:docMk/>
            <pc:sldMk cId="744071230" sldId="689"/>
            <ac:picMk id="6" creationId="{E428BBEF-50B0-F108-88C7-9092A348D008}"/>
          </ac:picMkLst>
        </pc:picChg>
        <pc:cxnChg chg="mod">
          <ac:chgData name="Nursakirah Ab Rahman Muton" userId="423efa6d-ee54-4a96-bb69-a7d6dc1d7e38" providerId="ADAL" clId="{2C5CEA98-0929-429E-A903-59416F7FB4D3}" dt="2023-11-28T04:08:57.990" v="4779" actId="1076"/>
          <ac:cxnSpMkLst>
            <pc:docMk/>
            <pc:sldMk cId="744071230" sldId="689"/>
            <ac:cxnSpMk id="13" creationId="{3FD8A09E-BBD4-FE8C-CEE9-0E2FEB8C08A3}"/>
          </ac:cxnSpMkLst>
        </pc:cxnChg>
        <pc:cxnChg chg="mod">
          <ac:chgData name="Nursakirah Ab Rahman Muton" userId="423efa6d-ee54-4a96-bb69-a7d6dc1d7e38" providerId="ADAL" clId="{2C5CEA98-0929-429E-A903-59416F7FB4D3}" dt="2023-11-28T04:08:57.990" v="4779" actId="1076"/>
          <ac:cxnSpMkLst>
            <pc:docMk/>
            <pc:sldMk cId="744071230" sldId="689"/>
            <ac:cxnSpMk id="15" creationId="{72176BA5-A251-A3ED-BA7D-3976D1E826DE}"/>
          </ac:cxnSpMkLst>
        </pc:cxnChg>
        <pc:cxnChg chg="mod">
          <ac:chgData name="Nursakirah Ab Rahman Muton" userId="423efa6d-ee54-4a96-bb69-a7d6dc1d7e38" providerId="ADAL" clId="{2C5CEA98-0929-429E-A903-59416F7FB4D3}" dt="2023-11-28T04:08:57.990" v="4779" actId="1076"/>
          <ac:cxnSpMkLst>
            <pc:docMk/>
            <pc:sldMk cId="744071230" sldId="689"/>
            <ac:cxnSpMk id="18" creationId="{DBAE9BB7-5EBC-941E-63A3-D9EF3983F8BD}"/>
          </ac:cxnSpMkLst>
        </pc:cxnChg>
        <pc:cxnChg chg="mod">
          <ac:chgData name="Nursakirah Ab Rahman Muton" userId="423efa6d-ee54-4a96-bb69-a7d6dc1d7e38" providerId="ADAL" clId="{2C5CEA98-0929-429E-A903-59416F7FB4D3}" dt="2023-11-28T04:08:57.990" v="4779" actId="1076"/>
          <ac:cxnSpMkLst>
            <pc:docMk/>
            <pc:sldMk cId="744071230" sldId="689"/>
            <ac:cxnSpMk id="27" creationId="{325C5E1C-1786-CE27-B4D4-F51B52CB3546}"/>
          </ac:cxnSpMkLst>
        </pc:cxnChg>
        <pc:cxnChg chg="mod">
          <ac:chgData name="Nursakirah Ab Rahman Muton" userId="423efa6d-ee54-4a96-bb69-a7d6dc1d7e38" providerId="ADAL" clId="{2C5CEA98-0929-429E-A903-59416F7FB4D3}" dt="2023-11-28T04:08:57.990" v="4779" actId="1076"/>
          <ac:cxnSpMkLst>
            <pc:docMk/>
            <pc:sldMk cId="744071230" sldId="689"/>
            <ac:cxnSpMk id="29" creationId="{7C8C8C44-8142-068F-D310-09BFB8EE8C3D}"/>
          </ac:cxnSpMkLst>
        </pc:cxnChg>
        <pc:cxnChg chg="mod">
          <ac:chgData name="Nursakirah Ab Rahman Muton" userId="423efa6d-ee54-4a96-bb69-a7d6dc1d7e38" providerId="ADAL" clId="{2C5CEA98-0929-429E-A903-59416F7FB4D3}" dt="2023-11-28T04:08:57.990" v="4779" actId="1076"/>
          <ac:cxnSpMkLst>
            <pc:docMk/>
            <pc:sldMk cId="744071230" sldId="689"/>
            <ac:cxnSpMk id="33" creationId="{EA57FBE5-6A4F-A67C-5CA3-69BD1C9F2FC3}"/>
          </ac:cxnSpMkLst>
        </pc:cxnChg>
      </pc:sldChg>
      <pc:sldChg chg="modNotesTx">
        <pc:chgData name="Nursakirah Ab Rahman Muton" userId="423efa6d-ee54-4a96-bb69-a7d6dc1d7e38" providerId="ADAL" clId="{2C5CEA98-0929-429E-A903-59416F7FB4D3}" dt="2023-11-04T03:13:02.482" v="617" actId="20577"/>
        <pc:sldMkLst>
          <pc:docMk/>
          <pc:sldMk cId="2280053026" sldId="690"/>
        </pc:sldMkLst>
      </pc:sldChg>
      <pc:sldChg chg="del">
        <pc:chgData name="Nursakirah Ab Rahman Muton" userId="423efa6d-ee54-4a96-bb69-a7d6dc1d7e38" providerId="ADAL" clId="{2C5CEA98-0929-429E-A903-59416F7FB4D3}" dt="2023-11-04T05:03:28.524" v="2723" actId="47"/>
        <pc:sldMkLst>
          <pc:docMk/>
          <pc:sldMk cId="2573567717" sldId="691"/>
        </pc:sldMkLst>
      </pc:sldChg>
      <pc:sldChg chg="addSp delSp modSp mod delAnim modAnim">
        <pc:chgData name="Nursakirah Ab Rahman Muton" userId="423efa6d-ee54-4a96-bb69-a7d6dc1d7e38" providerId="ADAL" clId="{2C5CEA98-0929-429E-A903-59416F7FB4D3}" dt="2023-11-10T01:24:35.919" v="4777"/>
        <pc:sldMkLst>
          <pc:docMk/>
          <pc:sldMk cId="2303338795" sldId="692"/>
        </pc:sldMkLst>
        <pc:spChg chg="del">
          <ac:chgData name="Nursakirah Ab Rahman Muton" userId="423efa6d-ee54-4a96-bb69-a7d6dc1d7e38" providerId="ADAL" clId="{2C5CEA98-0929-429E-A903-59416F7FB4D3}" dt="2023-11-04T04:58:13.357" v="2636" actId="478"/>
          <ac:spMkLst>
            <pc:docMk/>
            <pc:sldMk cId="2303338795" sldId="692"/>
            <ac:spMk id="2" creationId="{70B45145-A340-63A7-E036-BA166BB0C62E}"/>
          </ac:spMkLst>
        </pc:spChg>
        <pc:spChg chg="del">
          <ac:chgData name="Nursakirah Ab Rahman Muton" userId="423efa6d-ee54-4a96-bb69-a7d6dc1d7e38" providerId="ADAL" clId="{2C5CEA98-0929-429E-A903-59416F7FB4D3}" dt="2023-11-04T04:58:13.357" v="2636" actId="478"/>
          <ac:spMkLst>
            <pc:docMk/>
            <pc:sldMk cId="2303338795" sldId="692"/>
            <ac:spMk id="3" creationId="{229C6420-9A5A-B8E8-DA28-28EEE1E51ADF}"/>
          </ac:spMkLst>
        </pc:spChg>
        <pc:spChg chg="del">
          <ac:chgData name="Nursakirah Ab Rahman Muton" userId="423efa6d-ee54-4a96-bb69-a7d6dc1d7e38" providerId="ADAL" clId="{2C5CEA98-0929-429E-A903-59416F7FB4D3}" dt="2023-11-04T04:58:13.357" v="2636" actId="478"/>
          <ac:spMkLst>
            <pc:docMk/>
            <pc:sldMk cId="2303338795" sldId="692"/>
            <ac:spMk id="5" creationId="{6F425618-573A-E83E-A369-DC99DA4801EA}"/>
          </ac:spMkLst>
        </pc:spChg>
        <pc:spChg chg="del">
          <ac:chgData name="Nursakirah Ab Rahman Muton" userId="423efa6d-ee54-4a96-bb69-a7d6dc1d7e38" providerId="ADAL" clId="{2C5CEA98-0929-429E-A903-59416F7FB4D3}" dt="2023-11-04T04:58:54.286" v="2646" actId="478"/>
          <ac:spMkLst>
            <pc:docMk/>
            <pc:sldMk cId="2303338795" sldId="692"/>
            <ac:spMk id="7" creationId="{6A4195A0-5D1F-A9CA-A110-B663AC441F45}"/>
          </ac:spMkLst>
        </pc:spChg>
        <pc:spChg chg="add del mod">
          <ac:chgData name="Nursakirah Ab Rahman Muton" userId="423efa6d-ee54-4a96-bb69-a7d6dc1d7e38" providerId="ADAL" clId="{2C5CEA98-0929-429E-A903-59416F7FB4D3}" dt="2023-11-04T04:43:43.805" v="2222"/>
          <ac:spMkLst>
            <pc:docMk/>
            <pc:sldMk cId="2303338795" sldId="692"/>
            <ac:spMk id="13" creationId="{ECD605CE-18CB-A840-1956-242F4BE324F4}"/>
          </ac:spMkLst>
        </pc:spChg>
        <pc:spChg chg="del">
          <ac:chgData name="Nursakirah Ab Rahman Muton" userId="423efa6d-ee54-4a96-bb69-a7d6dc1d7e38" providerId="ADAL" clId="{2C5CEA98-0929-429E-A903-59416F7FB4D3}" dt="2023-11-04T04:58:13.357" v="2636" actId="478"/>
          <ac:spMkLst>
            <pc:docMk/>
            <pc:sldMk cId="2303338795" sldId="692"/>
            <ac:spMk id="14" creationId="{3ADD6FA8-AAC4-460B-09BE-B11E136C6225}"/>
          </ac:spMkLst>
        </pc:spChg>
        <pc:spChg chg="add del mod">
          <ac:chgData name="Nursakirah Ab Rahman Muton" userId="423efa6d-ee54-4a96-bb69-a7d6dc1d7e38" providerId="ADAL" clId="{2C5CEA98-0929-429E-A903-59416F7FB4D3}" dt="2023-11-04T05:00:16.735" v="2650" actId="478"/>
          <ac:spMkLst>
            <pc:docMk/>
            <pc:sldMk cId="2303338795" sldId="692"/>
            <ac:spMk id="15" creationId="{39A4D87D-F0EE-32DE-04B3-E20DF1CAABCD}"/>
          </ac:spMkLst>
        </pc:spChg>
        <pc:spChg chg="del">
          <ac:chgData name="Nursakirah Ab Rahman Muton" userId="423efa6d-ee54-4a96-bb69-a7d6dc1d7e38" providerId="ADAL" clId="{2C5CEA98-0929-429E-A903-59416F7FB4D3}" dt="2023-11-04T04:58:13.357" v="2636" actId="478"/>
          <ac:spMkLst>
            <pc:docMk/>
            <pc:sldMk cId="2303338795" sldId="692"/>
            <ac:spMk id="24" creationId="{05042F8A-51B1-52A1-DEE5-E926E9EF0196}"/>
          </ac:spMkLst>
        </pc:spChg>
        <pc:spChg chg="del">
          <ac:chgData name="Nursakirah Ab Rahman Muton" userId="423efa6d-ee54-4a96-bb69-a7d6dc1d7e38" providerId="ADAL" clId="{2C5CEA98-0929-429E-A903-59416F7FB4D3}" dt="2023-11-04T04:58:13.357" v="2636" actId="478"/>
          <ac:spMkLst>
            <pc:docMk/>
            <pc:sldMk cId="2303338795" sldId="692"/>
            <ac:spMk id="40" creationId="{0F7ED146-286E-7918-6D5D-EDC7CBFBEBED}"/>
          </ac:spMkLst>
        </pc:spChg>
        <pc:spChg chg="del">
          <ac:chgData name="Nursakirah Ab Rahman Muton" userId="423efa6d-ee54-4a96-bb69-a7d6dc1d7e38" providerId="ADAL" clId="{2C5CEA98-0929-429E-A903-59416F7FB4D3}" dt="2023-11-04T04:58:05.004" v="2635" actId="478"/>
          <ac:spMkLst>
            <pc:docMk/>
            <pc:sldMk cId="2303338795" sldId="692"/>
            <ac:spMk id="43" creationId="{2AE95FB0-5CBA-B52C-F54B-0301717E5663}"/>
          </ac:spMkLst>
        </pc:spChg>
        <pc:spChg chg="del">
          <ac:chgData name="Nursakirah Ab Rahman Muton" userId="423efa6d-ee54-4a96-bb69-a7d6dc1d7e38" providerId="ADAL" clId="{2C5CEA98-0929-429E-A903-59416F7FB4D3}" dt="2023-11-04T04:58:13.357" v="2636" actId="478"/>
          <ac:spMkLst>
            <pc:docMk/>
            <pc:sldMk cId="2303338795" sldId="692"/>
            <ac:spMk id="49" creationId="{677485F3-90D4-D9A6-8BC3-7CF5E9EEC8F5}"/>
          </ac:spMkLst>
        </pc:spChg>
        <pc:spChg chg="mod">
          <ac:chgData name="Nursakirah Ab Rahman Muton" userId="423efa6d-ee54-4a96-bb69-a7d6dc1d7e38" providerId="ADAL" clId="{2C5CEA98-0929-429E-A903-59416F7FB4D3}" dt="2023-11-04T04:58:22.376" v="2638" actId="1076"/>
          <ac:spMkLst>
            <pc:docMk/>
            <pc:sldMk cId="2303338795" sldId="692"/>
            <ac:spMk id="50" creationId="{1960DA77-37A5-C2EC-09A8-24732B1A3C12}"/>
          </ac:spMkLst>
        </pc:spChg>
        <pc:spChg chg="mod">
          <ac:chgData name="Nursakirah Ab Rahman Muton" userId="423efa6d-ee54-4a96-bb69-a7d6dc1d7e38" providerId="ADAL" clId="{2C5CEA98-0929-429E-A903-59416F7FB4D3}" dt="2023-11-04T04:58:22.376" v="2638" actId="1076"/>
          <ac:spMkLst>
            <pc:docMk/>
            <pc:sldMk cId="2303338795" sldId="692"/>
            <ac:spMk id="51" creationId="{9B804B24-E05B-6975-FD9E-C783C1FC3AD8}"/>
          </ac:spMkLst>
        </pc:spChg>
        <pc:spChg chg="mod">
          <ac:chgData name="Nursakirah Ab Rahman Muton" userId="423efa6d-ee54-4a96-bb69-a7d6dc1d7e38" providerId="ADAL" clId="{2C5CEA98-0929-429E-A903-59416F7FB4D3}" dt="2023-11-04T04:58:52.464" v="2645" actId="1076"/>
          <ac:spMkLst>
            <pc:docMk/>
            <pc:sldMk cId="2303338795" sldId="692"/>
            <ac:spMk id="52" creationId="{8D3605C1-00E9-9C86-529B-CD61CFCBA52B}"/>
          </ac:spMkLst>
        </pc:spChg>
        <pc:spChg chg="mod">
          <ac:chgData name="Nursakirah Ab Rahman Muton" userId="423efa6d-ee54-4a96-bb69-a7d6dc1d7e38" providerId="ADAL" clId="{2C5CEA98-0929-429E-A903-59416F7FB4D3}" dt="2023-11-04T04:58:22.376" v="2638" actId="1076"/>
          <ac:spMkLst>
            <pc:docMk/>
            <pc:sldMk cId="2303338795" sldId="692"/>
            <ac:spMk id="53" creationId="{A56B9FD0-7D16-F57A-E567-60B5D2185F87}"/>
          </ac:spMkLst>
        </pc:spChg>
        <pc:spChg chg="mod">
          <ac:chgData name="Nursakirah Ab Rahman Muton" userId="423efa6d-ee54-4a96-bb69-a7d6dc1d7e38" providerId="ADAL" clId="{2C5CEA98-0929-429E-A903-59416F7FB4D3}" dt="2023-11-04T04:58:22.376" v="2638" actId="1076"/>
          <ac:spMkLst>
            <pc:docMk/>
            <pc:sldMk cId="2303338795" sldId="692"/>
            <ac:spMk id="54" creationId="{55FC4AFD-90C9-C318-E504-4F485406F281}"/>
          </ac:spMkLst>
        </pc:spChg>
        <pc:spChg chg="mod">
          <ac:chgData name="Nursakirah Ab Rahman Muton" userId="423efa6d-ee54-4a96-bb69-a7d6dc1d7e38" providerId="ADAL" clId="{2C5CEA98-0929-429E-A903-59416F7FB4D3}" dt="2023-11-04T04:58:22.376" v="2638" actId="1076"/>
          <ac:spMkLst>
            <pc:docMk/>
            <pc:sldMk cId="2303338795" sldId="692"/>
            <ac:spMk id="55" creationId="{C4835082-43F0-2F31-8783-9A9113F0CC45}"/>
          </ac:spMkLst>
        </pc:spChg>
        <pc:spChg chg="del mod">
          <ac:chgData name="Nursakirah Ab Rahman Muton" userId="423efa6d-ee54-4a96-bb69-a7d6dc1d7e38" providerId="ADAL" clId="{2C5CEA98-0929-429E-A903-59416F7FB4D3}" dt="2023-11-04T04:58:34.567" v="2639" actId="478"/>
          <ac:spMkLst>
            <pc:docMk/>
            <pc:sldMk cId="2303338795" sldId="692"/>
            <ac:spMk id="56" creationId="{2AECB7C5-03F0-4BC1-A9F3-CD340ED9F97C}"/>
          </ac:spMkLst>
        </pc:spChg>
        <pc:spChg chg="del mod">
          <ac:chgData name="Nursakirah Ab Rahman Muton" userId="423efa6d-ee54-4a96-bb69-a7d6dc1d7e38" providerId="ADAL" clId="{2C5CEA98-0929-429E-A903-59416F7FB4D3}" dt="2023-11-04T04:58:41.813" v="2641" actId="478"/>
          <ac:spMkLst>
            <pc:docMk/>
            <pc:sldMk cId="2303338795" sldId="692"/>
            <ac:spMk id="57" creationId="{5D8A83CF-910E-C64C-707B-72BE3DB863E5}"/>
          </ac:spMkLst>
        </pc:spChg>
        <pc:spChg chg="del mod">
          <ac:chgData name="Nursakirah Ab Rahman Muton" userId="423efa6d-ee54-4a96-bb69-a7d6dc1d7e38" providerId="ADAL" clId="{2C5CEA98-0929-429E-A903-59416F7FB4D3}" dt="2023-11-04T04:58:40.180" v="2640" actId="478"/>
          <ac:spMkLst>
            <pc:docMk/>
            <pc:sldMk cId="2303338795" sldId="692"/>
            <ac:spMk id="58" creationId="{1789E4FA-E94B-4FB6-822A-B794753CFACD}"/>
          </ac:spMkLst>
        </pc:spChg>
        <pc:spChg chg="del">
          <ac:chgData name="Nursakirah Ab Rahman Muton" userId="423efa6d-ee54-4a96-bb69-a7d6dc1d7e38" providerId="ADAL" clId="{2C5CEA98-0929-429E-A903-59416F7FB4D3}" dt="2023-11-04T04:58:13.357" v="2636" actId="478"/>
          <ac:spMkLst>
            <pc:docMk/>
            <pc:sldMk cId="2303338795" sldId="692"/>
            <ac:spMk id="59" creationId="{A3E35072-B1B7-BC62-9BF6-E1F31389F1E6}"/>
          </ac:spMkLst>
        </pc:spChg>
        <pc:grpChg chg="del">
          <ac:chgData name="Nursakirah Ab Rahman Muton" userId="423efa6d-ee54-4a96-bb69-a7d6dc1d7e38" providerId="ADAL" clId="{2C5CEA98-0929-429E-A903-59416F7FB4D3}" dt="2023-11-04T04:58:13.357" v="2636" actId="478"/>
          <ac:grpSpMkLst>
            <pc:docMk/>
            <pc:sldMk cId="2303338795" sldId="692"/>
            <ac:grpSpMk id="11" creationId="{F5476390-B98B-EA6C-5208-A1385164A851}"/>
          </ac:grpSpMkLst>
        </pc:grpChg>
        <pc:graphicFrameChg chg="add mod modGraphic">
          <ac:chgData name="Nursakirah Ab Rahman Muton" userId="423efa6d-ee54-4a96-bb69-a7d6dc1d7e38" providerId="ADAL" clId="{2C5CEA98-0929-429E-A903-59416F7FB4D3}" dt="2023-11-04T05:02:31.701" v="2718" actId="20577"/>
          <ac:graphicFrameMkLst>
            <pc:docMk/>
            <pc:sldMk cId="2303338795" sldId="692"/>
            <ac:graphicFrameMk id="18" creationId="{D4A8BAF9-2B69-0CE8-017D-7A81CE7A6A5C}"/>
          </ac:graphicFrameMkLst>
        </pc:graphicFrameChg>
        <pc:picChg chg="mod">
          <ac:chgData name="Nursakirah Ab Rahman Muton" userId="423efa6d-ee54-4a96-bb69-a7d6dc1d7e38" providerId="ADAL" clId="{2C5CEA98-0929-429E-A903-59416F7FB4D3}" dt="2023-11-04T04:58:16.236" v="2637" actId="1076"/>
          <ac:picMkLst>
            <pc:docMk/>
            <pc:sldMk cId="2303338795" sldId="692"/>
            <ac:picMk id="4" creationId="{131793F7-25FC-E900-23EA-B66F7A138CF5}"/>
          </ac:picMkLst>
        </pc:picChg>
        <pc:picChg chg="mod">
          <ac:chgData name="Nursakirah Ab Rahman Muton" userId="423efa6d-ee54-4a96-bb69-a7d6dc1d7e38" providerId="ADAL" clId="{2C5CEA98-0929-429E-A903-59416F7FB4D3}" dt="2023-11-04T04:58:22.376" v="2638" actId="1076"/>
          <ac:picMkLst>
            <pc:docMk/>
            <pc:sldMk cId="2303338795" sldId="692"/>
            <ac:picMk id="6" creationId="{E428BBEF-50B0-F108-88C7-9092A348D008}"/>
          </ac:picMkLst>
        </pc:picChg>
        <pc:inkChg chg="add">
          <ac:chgData name="Nursakirah Ab Rahman Muton" userId="423efa6d-ee54-4a96-bb69-a7d6dc1d7e38" providerId="ADAL" clId="{2C5CEA98-0929-429E-A903-59416F7FB4D3}" dt="2023-11-10T01:24:35.919" v="4777"/>
          <ac:inkMkLst>
            <pc:docMk/>
            <pc:sldMk cId="2303338795" sldId="692"/>
            <ac:inkMk id="2" creationId="{9D2A3A0D-2AB1-05ED-B61C-5A8C86007E75}"/>
          </ac:inkMkLst>
        </pc:inkChg>
        <pc:cxnChg chg="del mod">
          <ac:chgData name="Nursakirah Ab Rahman Muton" userId="423efa6d-ee54-4a96-bb69-a7d6dc1d7e38" providerId="ADAL" clId="{2C5CEA98-0929-429E-A903-59416F7FB4D3}" dt="2023-11-04T04:58:13.357" v="2636" actId="478"/>
          <ac:cxnSpMkLst>
            <pc:docMk/>
            <pc:sldMk cId="2303338795" sldId="692"/>
            <ac:cxnSpMk id="12" creationId="{591E3FF9-1D8C-4ACE-23F1-8264392DB566}"/>
          </ac:cxnSpMkLst>
        </pc:cxnChg>
        <pc:cxnChg chg="add mod">
          <ac:chgData name="Nursakirah Ab Rahman Muton" userId="423efa6d-ee54-4a96-bb69-a7d6dc1d7e38" providerId="ADAL" clId="{2C5CEA98-0929-429E-A903-59416F7FB4D3}" dt="2023-11-04T05:00:31.033" v="2652" actId="208"/>
          <ac:cxnSpMkLst>
            <pc:docMk/>
            <pc:sldMk cId="2303338795" sldId="692"/>
            <ac:cxnSpMk id="17" creationId="{8DC215DE-812E-8B7A-AE39-13E11BEA3D8D}"/>
          </ac:cxnSpMkLst>
        </pc:cxnChg>
        <pc:cxnChg chg="del mod">
          <ac:chgData name="Nursakirah Ab Rahman Muton" userId="423efa6d-ee54-4a96-bb69-a7d6dc1d7e38" providerId="ADAL" clId="{2C5CEA98-0929-429E-A903-59416F7FB4D3}" dt="2023-11-04T04:58:13.357" v="2636" actId="478"/>
          <ac:cxnSpMkLst>
            <pc:docMk/>
            <pc:sldMk cId="2303338795" sldId="692"/>
            <ac:cxnSpMk id="26" creationId="{4B23A333-4EDD-941F-E97D-6636C02B908F}"/>
          </ac:cxnSpMkLst>
        </pc:cxnChg>
        <pc:cxnChg chg="del">
          <ac:chgData name="Nursakirah Ab Rahman Muton" userId="423efa6d-ee54-4a96-bb69-a7d6dc1d7e38" providerId="ADAL" clId="{2C5CEA98-0929-429E-A903-59416F7FB4D3}" dt="2023-11-04T04:58:13.357" v="2636" actId="478"/>
          <ac:cxnSpMkLst>
            <pc:docMk/>
            <pc:sldMk cId="2303338795" sldId="692"/>
            <ac:cxnSpMk id="38" creationId="{C2C397FA-6873-2CB8-E8CE-87378001CE77}"/>
          </ac:cxnSpMkLst>
        </pc:cxnChg>
      </pc:sldChg>
      <pc:sldChg chg="addSp delSp modSp new mod modClrScheme modShow chgLayout">
        <pc:chgData name="Nursakirah Ab Rahman Muton" userId="423efa6d-ee54-4a96-bb69-a7d6dc1d7e38" providerId="ADAL" clId="{2C5CEA98-0929-429E-A903-59416F7FB4D3}" dt="2023-11-02T13:53:25.708" v="70" actId="1076"/>
        <pc:sldMkLst>
          <pc:docMk/>
          <pc:sldMk cId="217139168" sldId="693"/>
        </pc:sldMkLst>
        <pc:spChg chg="del">
          <ac:chgData name="Nursakirah Ab Rahman Muton" userId="423efa6d-ee54-4a96-bb69-a7d6dc1d7e38" providerId="ADAL" clId="{2C5CEA98-0929-429E-A903-59416F7FB4D3}" dt="2023-11-02T13:53:06.587" v="65" actId="700"/>
          <ac:spMkLst>
            <pc:docMk/>
            <pc:sldMk cId="217139168" sldId="693"/>
            <ac:spMk id="2" creationId="{41E91BB7-F8F1-15D2-2E48-E288D7F05592}"/>
          </ac:spMkLst>
        </pc:spChg>
        <pc:spChg chg="del">
          <ac:chgData name="Nursakirah Ab Rahman Muton" userId="423efa6d-ee54-4a96-bb69-a7d6dc1d7e38" providerId="ADAL" clId="{2C5CEA98-0929-429E-A903-59416F7FB4D3}" dt="2023-11-02T13:53:06.587" v="65" actId="700"/>
          <ac:spMkLst>
            <pc:docMk/>
            <pc:sldMk cId="217139168" sldId="693"/>
            <ac:spMk id="3" creationId="{538D20A5-076D-D064-772A-DDB9ECE380AC}"/>
          </ac:spMkLst>
        </pc:spChg>
        <pc:picChg chg="add mod">
          <ac:chgData name="Nursakirah Ab Rahman Muton" userId="423efa6d-ee54-4a96-bb69-a7d6dc1d7e38" providerId="ADAL" clId="{2C5CEA98-0929-429E-A903-59416F7FB4D3}" dt="2023-11-02T13:53:25.708" v="70" actId="1076"/>
          <ac:picMkLst>
            <pc:docMk/>
            <pc:sldMk cId="217139168" sldId="693"/>
            <ac:picMk id="5" creationId="{E0442270-A1BD-35A5-94CE-63E7AC3764D2}"/>
          </ac:picMkLst>
        </pc:picChg>
      </pc:sldChg>
      <pc:sldChg chg="addSp modSp new mod">
        <pc:chgData name="Nursakirah Ab Rahman Muton" userId="423efa6d-ee54-4a96-bb69-a7d6dc1d7e38" providerId="ADAL" clId="{2C5CEA98-0929-429E-A903-59416F7FB4D3}" dt="2023-11-06T04:06:21.053" v="4295" actId="20577"/>
        <pc:sldMkLst>
          <pc:docMk/>
          <pc:sldMk cId="3668939149" sldId="694"/>
        </pc:sldMkLst>
        <pc:spChg chg="mod">
          <ac:chgData name="Nursakirah Ab Rahman Muton" userId="423efa6d-ee54-4a96-bb69-a7d6dc1d7e38" providerId="ADAL" clId="{2C5CEA98-0929-429E-A903-59416F7FB4D3}" dt="2023-11-02T14:43:17.492" v="291" actId="20577"/>
          <ac:spMkLst>
            <pc:docMk/>
            <pc:sldMk cId="3668939149" sldId="694"/>
            <ac:spMk id="2" creationId="{58451E4B-3457-5B23-A54F-F81F592F824C}"/>
          </ac:spMkLst>
        </pc:spChg>
        <pc:spChg chg="mod">
          <ac:chgData name="Nursakirah Ab Rahman Muton" userId="423efa6d-ee54-4a96-bb69-a7d6dc1d7e38" providerId="ADAL" clId="{2C5CEA98-0929-429E-A903-59416F7FB4D3}" dt="2023-11-06T04:06:21.053" v="4295" actId="20577"/>
          <ac:spMkLst>
            <pc:docMk/>
            <pc:sldMk cId="3668939149" sldId="694"/>
            <ac:spMk id="3" creationId="{46619BEF-5955-BFDF-22BD-11654485D185}"/>
          </ac:spMkLst>
        </pc:spChg>
        <pc:spChg chg="add mod">
          <ac:chgData name="Nursakirah Ab Rahman Muton" userId="423efa6d-ee54-4a96-bb69-a7d6dc1d7e38" providerId="ADAL" clId="{2C5CEA98-0929-429E-A903-59416F7FB4D3}" dt="2023-11-02T14:46:00.412" v="373" actId="164"/>
          <ac:spMkLst>
            <pc:docMk/>
            <pc:sldMk cId="3668939149" sldId="694"/>
            <ac:spMk id="4" creationId="{40BDA89C-BB10-3AA7-1543-72D7D10BDF4A}"/>
          </ac:spMkLst>
        </pc:spChg>
        <pc:spChg chg="add mod">
          <ac:chgData name="Nursakirah Ab Rahman Muton" userId="423efa6d-ee54-4a96-bb69-a7d6dc1d7e38" providerId="ADAL" clId="{2C5CEA98-0929-429E-A903-59416F7FB4D3}" dt="2023-11-02T14:46:00.412" v="373" actId="164"/>
          <ac:spMkLst>
            <pc:docMk/>
            <pc:sldMk cId="3668939149" sldId="694"/>
            <ac:spMk id="12" creationId="{6D400B98-4B56-23D0-9CB8-1E800264FEDF}"/>
          </ac:spMkLst>
        </pc:spChg>
        <pc:spChg chg="add mod">
          <ac:chgData name="Nursakirah Ab Rahman Muton" userId="423efa6d-ee54-4a96-bb69-a7d6dc1d7e38" providerId="ADAL" clId="{2C5CEA98-0929-429E-A903-59416F7FB4D3}" dt="2023-11-02T14:46:00.412" v="373" actId="164"/>
          <ac:spMkLst>
            <pc:docMk/>
            <pc:sldMk cId="3668939149" sldId="694"/>
            <ac:spMk id="13" creationId="{C3375EDB-E78A-2327-8055-2ABB886D0656}"/>
          </ac:spMkLst>
        </pc:spChg>
        <pc:spChg chg="add mod">
          <ac:chgData name="Nursakirah Ab Rahman Muton" userId="423efa6d-ee54-4a96-bb69-a7d6dc1d7e38" providerId="ADAL" clId="{2C5CEA98-0929-429E-A903-59416F7FB4D3}" dt="2023-11-02T14:46:00.412" v="373" actId="164"/>
          <ac:spMkLst>
            <pc:docMk/>
            <pc:sldMk cId="3668939149" sldId="694"/>
            <ac:spMk id="14" creationId="{CC837BF5-F626-4813-29F2-C4F65B4A60AC}"/>
          </ac:spMkLst>
        </pc:spChg>
        <pc:spChg chg="add mod">
          <ac:chgData name="Nursakirah Ab Rahman Muton" userId="423efa6d-ee54-4a96-bb69-a7d6dc1d7e38" providerId="ADAL" clId="{2C5CEA98-0929-429E-A903-59416F7FB4D3}" dt="2023-11-02T14:46:00.412" v="373" actId="164"/>
          <ac:spMkLst>
            <pc:docMk/>
            <pc:sldMk cId="3668939149" sldId="694"/>
            <ac:spMk id="15" creationId="{53FA93D7-FDF1-DFE2-F58D-AB1C41803647}"/>
          </ac:spMkLst>
        </pc:spChg>
        <pc:spChg chg="add mod">
          <ac:chgData name="Nursakirah Ab Rahman Muton" userId="423efa6d-ee54-4a96-bb69-a7d6dc1d7e38" providerId="ADAL" clId="{2C5CEA98-0929-429E-A903-59416F7FB4D3}" dt="2023-11-02T14:46:00.412" v="373" actId="164"/>
          <ac:spMkLst>
            <pc:docMk/>
            <pc:sldMk cId="3668939149" sldId="694"/>
            <ac:spMk id="16" creationId="{9E21DA94-0BA8-592A-0AC5-73C3FA182793}"/>
          </ac:spMkLst>
        </pc:spChg>
        <pc:spChg chg="add mod">
          <ac:chgData name="Nursakirah Ab Rahman Muton" userId="423efa6d-ee54-4a96-bb69-a7d6dc1d7e38" providerId="ADAL" clId="{2C5CEA98-0929-429E-A903-59416F7FB4D3}" dt="2023-11-02T14:46:56.458" v="405" actId="1076"/>
          <ac:spMkLst>
            <pc:docMk/>
            <pc:sldMk cId="3668939149" sldId="694"/>
            <ac:spMk id="20" creationId="{3F91AF19-BC24-574B-19CF-D7517352A285}"/>
          </ac:spMkLst>
        </pc:spChg>
        <pc:spChg chg="add mod">
          <ac:chgData name="Nursakirah Ab Rahman Muton" userId="423efa6d-ee54-4a96-bb69-a7d6dc1d7e38" providerId="ADAL" clId="{2C5CEA98-0929-429E-A903-59416F7FB4D3}" dt="2023-11-02T14:46:56.458" v="405" actId="1076"/>
          <ac:spMkLst>
            <pc:docMk/>
            <pc:sldMk cId="3668939149" sldId="694"/>
            <ac:spMk id="21" creationId="{105FD18A-2473-8EFC-80B6-2B825F00D58D}"/>
          </ac:spMkLst>
        </pc:spChg>
        <pc:grpChg chg="add mod">
          <ac:chgData name="Nursakirah Ab Rahman Muton" userId="423efa6d-ee54-4a96-bb69-a7d6dc1d7e38" providerId="ADAL" clId="{2C5CEA98-0929-429E-A903-59416F7FB4D3}" dt="2023-11-02T14:46:56.458" v="405" actId="1076"/>
          <ac:grpSpMkLst>
            <pc:docMk/>
            <pc:sldMk cId="3668939149" sldId="694"/>
            <ac:grpSpMk id="19" creationId="{2AE57F98-F135-B4A0-009E-7071EF43C1C6}"/>
          </ac:grpSpMkLst>
        </pc:grpChg>
        <pc:cxnChg chg="add mod">
          <ac:chgData name="Nursakirah Ab Rahman Muton" userId="423efa6d-ee54-4a96-bb69-a7d6dc1d7e38" providerId="ADAL" clId="{2C5CEA98-0929-429E-A903-59416F7FB4D3}" dt="2023-11-02T14:46:00.412" v="373" actId="164"/>
          <ac:cxnSpMkLst>
            <pc:docMk/>
            <pc:sldMk cId="3668939149" sldId="694"/>
            <ac:cxnSpMk id="6" creationId="{F0A1AB67-A73B-38FB-A67C-B77DDCFD2766}"/>
          </ac:cxnSpMkLst>
        </pc:cxnChg>
        <pc:cxnChg chg="add mod">
          <ac:chgData name="Nursakirah Ab Rahman Muton" userId="423efa6d-ee54-4a96-bb69-a7d6dc1d7e38" providerId="ADAL" clId="{2C5CEA98-0929-429E-A903-59416F7FB4D3}" dt="2023-11-02T14:46:00.412" v="373" actId="164"/>
          <ac:cxnSpMkLst>
            <pc:docMk/>
            <pc:sldMk cId="3668939149" sldId="694"/>
            <ac:cxnSpMk id="7" creationId="{A1B5F16F-BA47-4360-498C-C3196BEA4B3C}"/>
          </ac:cxnSpMkLst>
        </pc:cxnChg>
        <pc:cxnChg chg="add mod">
          <ac:chgData name="Nursakirah Ab Rahman Muton" userId="423efa6d-ee54-4a96-bb69-a7d6dc1d7e38" providerId="ADAL" clId="{2C5CEA98-0929-429E-A903-59416F7FB4D3}" dt="2023-11-02T14:46:00.412" v="373" actId="164"/>
          <ac:cxnSpMkLst>
            <pc:docMk/>
            <pc:sldMk cId="3668939149" sldId="694"/>
            <ac:cxnSpMk id="17" creationId="{C60A0DB0-1883-F110-8299-C7556B846766}"/>
          </ac:cxnSpMkLst>
        </pc:cxnChg>
        <pc:cxnChg chg="add mod">
          <ac:chgData name="Nursakirah Ab Rahman Muton" userId="423efa6d-ee54-4a96-bb69-a7d6dc1d7e38" providerId="ADAL" clId="{2C5CEA98-0929-429E-A903-59416F7FB4D3}" dt="2023-11-02T14:46:00.412" v="373" actId="164"/>
          <ac:cxnSpMkLst>
            <pc:docMk/>
            <pc:sldMk cId="3668939149" sldId="694"/>
            <ac:cxnSpMk id="18" creationId="{609445DD-DFFA-4882-FCCA-7183504A9472}"/>
          </ac:cxnSpMkLst>
        </pc:cxnChg>
      </pc:sldChg>
      <pc:sldChg chg="addSp modSp new mod modNotesTx">
        <pc:chgData name="Nursakirah Ab Rahman Muton" userId="423efa6d-ee54-4a96-bb69-a7d6dc1d7e38" providerId="ADAL" clId="{2C5CEA98-0929-429E-A903-59416F7FB4D3}" dt="2023-11-04T03:15:52.814" v="851" actId="20577"/>
        <pc:sldMkLst>
          <pc:docMk/>
          <pc:sldMk cId="3758435043" sldId="695"/>
        </pc:sldMkLst>
        <pc:spChg chg="mod">
          <ac:chgData name="Nursakirah Ab Rahman Muton" userId="423efa6d-ee54-4a96-bb69-a7d6dc1d7e38" providerId="ADAL" clId="{2C5CEA98-0929-429E-A903-59416F7FB4D3}" dt="2023-11-04T03:13:11.915" v="631" actId="20577"/>
          <ac:spMkLst>
            <pc:docMk/>
            <pc:sldMk cId="3758435043" sldId="695"/>
            <ac:spMk id="2" creationId="{5A4FE355-8F8B-C94A-DCDD-02ADBA2370DE}"/>
          </ac:spMkLst>
        </pc:spChg>
        <pc:spChg chg="mod">
          <ac:chgData name="Nursakirah Ab Rahman Muton" userId="423efa6d-ee54-4a96-bb69-a7d6dc1d7e38" providerId="ADAL" clId="{2C5CEA98-0929-429E-A903-59416F7FB4D3}" dt="2023-11-04T03:13:51.799" v="716" actId="27636"/>
          <ac:spMkLst>
            <pc:docMk/>
            <pc:sldMk cId="3758435043" sldId="695"/>
            <ac:spMk id="3" creationId="{F3E7ACC0-154B-BA5F-8B43-3E6A5A2A90A6}"/>
          </ac:spMkLst>
        </pc:spChg>
        <pc:spChg chg="add mod">
          <ac:chgData name="Nursakirah Ab Rahman Muton" userId="423efa6d-ee54-4a96-bb69-a7d6dc1d7e38" providerId="ADAL" clId="{2C5CEA98-0929-429E-A903-59416F7FB4D3}" dt="2023-11-04T03:14:58.313" v="776" actId="207"/>
          <ac:spMkLst>
            <pc:docMk/>
            <pc:sldMk cId="3758435043" sldId="695"/>
            <ac:spMk id="4" creationId="{BF6F4F09-F735-AD51-4CD7-1803BD635323}"/>
          </ac:spMkLst>
        </pc:spChg>
      </pc:sldChg>
      <pc:sldChg chg="modSp new mod modNotesTx">
        <pc:chgData name="Nursakirah Ab Rahman Muton" userId="423efa6d-ee54-4a96-bb69-a7d6dc1d7e38" providerId="ADAL" clId="{2C5CEA98-0929-429E-A903-59416F7FB4D3}" dt="2023-11-04T03:19:50.162" v="1320" actId="20577"/>
        <pc:sldMkLst>
          <pc:docMk/>
          <pc:sldMk cId="1866043641" sldId="696"/>
        </pc:sldMkLst>
        <pc:spChg chg="mod">
          <ac:chgData name="Nursakirah Ab Rahman Muton" userId="423efa6d-ee54-4a96-bb69-a7d6dc1d7e38" providerId="ADAL" clId="{2C5CEA98-0929-429E-A903-59416F7FB4D3}" dt="2023-11-04T03:17:46.412" v="965"/>
          <ac:spMkLst>
            <pc:docMk/>
            <pc:sldMk cId="1866043641" sldId="696"/>
            <ac:spMk id="2" creationId="{705B3E96-727D-9154-CE76-DCBD18E3E51E}"/>
          </ac:spMkLst>
        </pc:spChg>
        <pc:spChg chg="mod">
          <ac:chgData name="Nursakirah Ab Rahman Muton" userId="423efa6d-ee54-4a96-bb69-a7d6dc1d7e38" providerId="ADAL" clId="{2C5CEA98-0929-429E-A903-59416F7FB4D3}" dt="2023-11-04T03:18:25.582" v="1083" actId="403"/>
          <ac:spMkLst>
            <pc:docMk/>
            <pc:sldMk cId="1866043641" sldId="696"/>
            <ac:spMk id="3" creationId="{463FA4BF-C819-E21C-B784-0ECCFDB06AA8}"/>
          </ac:spMkLst>
        </pc:spChg>
      </pc:sldChg>
      <pc:sldChg chg="addSp delSp modSp new mod modClrScheme modAnim chgLayout modNotesTx">
        <pc:chgData name="Nursakirah Ab Rahman Muton" userId="423efa6d-ee54-4a96-bb69-a7d6dc1d7e38" providerId="ADAL" clId="{2C5CEA98-0929-429E-A903-59416F7FB4D3}" dt="2023-11-04T04:53:38.945" v="2535" actId="207"/>
        <pc:sldMkLst>
          <pc:docMk/>
          <pc:sldMk cId="2248063634" sldId="697"/>
        </pc:sldMkLst>
        <pc:spChg chg="add mod">
          <ac:chgData name="Nursakirah Ab Rahman Muton" userId="423efa6d-ee54-4a96-bb69-a7d6dc1d7e38" providerId="ADAL" clId="{2C5CEA98-0929-429E-A903-59416F7FB4D3}" dt="2023-11-04T03:33:06.551" v="1577" actId="14100"/>
          <ac:spMkLst>
            <pc:docMk/>
            <pc:sldMk cId="2248063634" sldId="697"/>
            <ac:spMk id="2" creationId="{C722E5F3-2E2F-F724-55A3-A2DD39A36A47}"/>
          </ac:spMkLst>
        </pc:spChg>
        <pc:spChg chg="add del mod">
          <ac:chgData name="Nursakirah Ab Rahman Muton" userId="423efa6d-ee54-4a96-bb69-a7d6dc1d7e38" providerId="ADAL" clId="{2C5CEA98-0929-429E-A903-59416F7FB4D3}" dt="2023-11-04T03:33:10.555" v="1579" actId="478"/>
          <ac:spMkLst>
            <pc:docMk/>
            <pc:sldMk cId="2248063634" sldId="697"/>
            <ac:spMk id="3" creationId="{BF3F77B0-F921-EF63-C92B-3B6878C843DE}"/>
          </ac:spMkLst>
        </pc:spChg>
        <pc:spChg chg="add mod">
          <ac:chgData name="Nursakirah Ab Rahman Muton" userId="423efa6d-ee54-4a96-bb69-a7d6dc1d7e38" providerId="ADAL" clId="{2C5CEA98-0929-429E-A903-59416F7FB4D3}" dt="2023-11-04T03:33:19.375" v="1581" actId="1076"/>
          <ac:spMkLst>
            <pc:docMk/>
            <pc:sldMk cId="2248063634" sldId="697"/>
            <ac:spMk id="4" creationId="{9F102A6B-26F0-E444-052F-C217D0B105EA}"/>
          </ac:spMkLst>
        </pc:spChg>
        <pc:spChg chg="add mod">
          <ac:chgData name="Nursakirah Ab Rahman Muton" userId="423efa6d-ee54-4a96-bb69-a7d6dc1d7e38" providerId="ADAL" clId="{2C5CEA98-0929-429E-A903-59416F7FB4D3}" dt="2023-11-04T03:35:20.630" v="1860" actId="1076"/>
          <ac:spMkLst>
            <pc:docMk/>
            <pc:sldMk cId="2248063634" sldId="697"/>
            <ac:spMk id="5" creationId="{86ACECD5-3EE5-86D3-F82A-D183FA68F16F}"/>
          </ac:spMkLst>
        </pc:spChg>
        <pc:spChg chg="add mod">
          <ac:chgData name="Nursakirah Ab Rahman Muton" userId="423efa6d-ee54-4a96-bb69-a7d6dc1d7e38" providerId="ADAL" clId="{2C5CEA98-0929-429E-A903-59416F7FB4D3}" dt="2023-11-04T03:33:19.375" v="1581" actId="1076"/>
          <ac:spMkLst>
            <pc:docMk/>
            <pc:sldMk cId="2248063634" sldId="697"/>
            <ac:spMk id="6" creationId="{407B2ECB-BF18-2D83-CF17-167FCF1C7569}"/>
          </ac:spMkLst>
        </pc:spChg>
        <pc:spChg chg="add mod">
          <ac:chgData name="Nursakirah Ab Rahman Muton" userId="423efa6d-ee54-4a96-bb69-a7d6dc1d7e38" providerId="ADAL" clId="{2C5CEA98-0929-429E-A903-59416F7FB4D3}" dt="2023-11-04T03:33:19.375" v="1581" actId="1076"/>
          <ac:spMkLst>
            <pc:docMk/>
            <pc:sldMk cId="2248063634" sldId="697"/>
            <ac:spMk id="7" creationId="{5760BB92-F680-F8F4-7529-C68CDE781167}"/>
          </ac:spMkLst>
        </pc:spChg>
        <pc:spChg chg="add mod">
          <ac:chgData name="Nursakirah Ab Rahman Muton" userId="423efa6d-ee54-4a96-bb69-a7d6dc1d7e38" providerId="ADAL" clId="{2C5CEA98-0929-429E-A903-59416F7FB4D3}" dt="2023-11-04T03:33:45.865" v="1586" actId="1582"/>
          <ac:spMkLst>
            <pc:docMk/>
            <pc:sldMk cId="2248063634" sldId="697"/>
            <ac:spMk id="8" creationId="{D39679B6-0AB8-7659-042D-B8D493A8D86F}"/>
          </ac:spMkLst>
        </pc:spChg>
        <pc:spChg chg="add mod">
          <ac:chgData name="Nursakirah Ab Rahman Muton" userId="423efa6d-ee54-4a96-bb69-a7d6dc1d7e38" providerId="ADAL" clId="{2C5CEA98-0929-429E-A903-59416F7FB4D3}" dt="2023-11-04T03:35:29.183" v="1862" actId="14100"/>
          <ac:spMkLst>
            <pc:docMk/>
            <pc:sldMk cId="2248063634" sldId="697"/>
            <ac:spMk id="9" creationId="{DF379051-FA41-798C-1BBD-F7594C902F08}"/>
          </ac:spMkLst>
        </pc:spChg>
        <pc:spChg chg="add mod">
          <ac:chgData name="Nursakirah Ab Rahman Muton" userId="423efa6d-ee54-4a96-bb69-a7d6dc1d7e38" providerId="ADAL" clId="{2C5CEA98-0929-429E-A903-59416F7FB4D3}" dt="2023-11-04T03:37:23.390" v="2048" actId="20577"/>
          <ac:spMkLst>
            <pc:docMk/>
            <pc:sldMk cId="2248063634" sldId="697"/>
            <ac:spMk id="10" creationId="{8D606677-D61F-224A-CFC0-100F1E614F13}"/>
          </ac:spMkLst>
        </pc:spChg>
        <pc:spChg chg="add mod">
          <ac:chgData name="Nursakirah Ab Rahman Muton" userId="423efa6d-ee54-4a96-bb69-a7d6dc1d7e38" providerId="ADAL" clId="{2C5CEA98-0929-429E-A903-59416F7FB4D3}" dt="2023-11-04T03:39:17.885" v="2091" actId="20577"/>
          <ac:spMkLst>
            <pc:docMk/>
            <pc:sldMk cId="2248063634" sldId="697"/>
            <ac:spMk id="11" creationId="{0D49CBC8-342A-68C8-A8E0-CA0F4FE8BF65}"/>
          </ac:spMkLst>
        </pc:spChg>
        <pc:spChg chg="mod">
          <ac:chgData name="Nursakirah Ab Rahman Muton" userId="423efa6d-ee54-4a96-bb69-a7d6dc1d7e38" providerId="ADAL" clId="{2C5CEA98-0929-429E-A903-59416F7FB4D3}" dt="2023-11-04T03:41:24.643" v="2092"/>
          <ac:spMkLst>
            <pc:docMk/>
            <pc:sldMk cId="2248063634" sldId="697"/>
            <ac:spMk id="13" creationId="{9854A8AC-6E21-2FF4-82A9-EEDD16FD4E7C}"/>
          </ac:spMkLst>
        </pc:spChg>
        <pc:spChg chg="mod">
          <ac:chgData name="Nursakirah Ab Rahman Muton" userId="423efa6d-ee54-4a96-bb69-a7d6dc1d7e38" providerId="ADAL" clId="{2C5CEA98-0929-429E-A903-59416F7FB4D3}" dt="2023-11-04T04:53:38.945" v="2535" actId="207"/>
          <ac:spMkLst>
            <pc:docMk/>
            <pc:sldMk cId="2248063634" sldId="697"/>
            <ac:spMk id="14" creationId="{D8A9F999-0F8A-47D6-2089-4CC5735701E9}"/>
          </ac:spMkLst>
        </pc:spChg>
        <pc:spChg chg="mod">
          <ac:chgData name="Nursakirah Ab Rahman Muton" userId="423efa6d-ee54-4a96-bb69-a7d6dc1d7e38" providerId="ADAL" clId="{2C5CEA98-0929-429E-A903-59416F7FB4D3}" dt="2023-11-04T03:41:24.643" v="2092"/>
          <ac:spMkLst>
            <pc:docMk/>
            <pc:sldMk cId="2248063634" sldId="697"/>
            <ac:spMk id="15" creationId="{A22F4A66-88E3-B76C-6B57-70E9DF62BE95}"/>
          </ac:spMkLst>
        </pc:spChg>
        <pc:spChg chg="add mod">
          <ac:chgData name="Nursakirah Ab Rahman Muton" userId="423efa6d-ee54-4a96-bb69-a7d6dc1d7e38" providerId="ADAL" clId="{2C5CEA98-0929-429E-A903-59416F7FB4D3}" dt="2023-11-04T03:41:57.769" v="2101" actId="1076"/>
          <ac:spMkLst>
            <pc:docMk/>
            <pc:sldMk cId="2248063634" sldId="697"/>
            <ac:spMk id="16" creationId="{BF3398A0-2CFA-146B-8ABF-0BB2BF9A4C98}"/>
          </ac:spMkLst>
        </pc:spChg>
        <pc:spChg chg="add mod">
          <ac:chgData name="Nursakirah Ab Rahman Muton" userId="423efa6d-ee54-4a96-bb69-a7d6dc1d7e38" providerId="ADAL" clId="{2C5CEA98-0929-429E-A903-59416F7FB4D3}" dt="2023-11-04T03:42:23.702" v="2107" actId="1076"/>
          <ac:spMkLst>
            <pc:docMk/>
            <pc:sldMk cId="2248063634" sldId="697"/>
            <ac:spMk id="17" creationId="{6210E866-6ED1-C1CB-BBB2-8664A8C88EF2}"/>
          </ac:spMkLst>
        </pc:spChg>
        <pc:spChg chg="add mod">
          <ac:chgData name="Nursakirah Ab Rahman Muton" userId="423efa6d-ee54-4a96-bb69-a7d6dc1d7e38" providerId="ADAL" clId="{2C5CEA98-0929-429E-A903-59416F7FB4D3}" dt="2023-11-04T03:42:18.193" v="2106" actId="1076"/>
          <ac:spMkLst>
            <pc:docMk/>
            <pc:sldMk cId="2248063634" sldId="697"/>
            <ac:spMk id="18" creationId="{BFD1C397-8BD8-5F37-6F08-20B47A395C61}"/>
          </ac:spMkLst>
        </pc:spChg>
        <pc:spChg chg="add mod">
          <ac:chgData name="Nursakirah Ab Rahman Muton" userId="423efa6d-ee54-4a96-bb69-a7d6dc1d7e38" providerId="ADAL" clId="{2C5CEA98-0929-429E-A903-59416F7FB4D3}" dt="2023-11-04T03:42:54.543" v="2113" actId="1076"/>
          <ac:spMkLst>
            <pc:docMk/>
            <pc:sldMk cId="2248063634" sldId="697"/>
            <ac:spMk id="19" creationId="{AE008055-5BD6-2B9D-C58A-B687CC2A6078}"/>
          </ac:spMkLst>
        </pc:spChg>
        <pc:grpChg chg="add mod">
          <ac:chgData name="Nursakirah Ab Rahman Muton" userId="423efa6d-ee54-4a96-bb69-a7d6dc1d7e38" providerId="ADAL" clId="{2C5CEA98-0929-429E-A903-59416F7FB4D3}" dt="2023-11-04T03:41:30.977" v="2095" actId="1076"/>
          <ac:grpSpMkLst>
            <pc:docMk/>
            <pc:sldMk cId="2248063634" sldId="697"/>
            <ac:grpSpMk id="12" creationId="{3E39A2C1-D35F-4016-FC9C-42A25098D758}"/>
          </ac:grpSpMkLst>
        </pc:grpChg>
      </pc:sldChg>
      <pc:sldChg chg="addSp delSp modSp add mod modAnim modNotesTx">
        <pc:chgData name="Nursakirah Ab Rahman Muton" userId="423efa6d-ee54-4a96-bb69-a7d6dc1d7e38" providerId="ADAL" clId="{2C5CEA98-0929-429E-A903-59416F7FB4D3}" dt="2023-11-06T04:56:29.009" v="4318" actId="20577"/>
        <pc:sldMkLst>
          <pc:docMk/>
          <pc:sldMk cId="407795711" sldId="698"/>
        </pc:sldMkLst>
        <pc:spChg chg="mod">
          <ac:chgData name="Nursakirah Ab Rahman Muton" userId="423efa6d-ee54-4a96-bb69-a7d6dc1d7e38" providerId="ADAL" clId="{2C5CEA98-0929-429E-A903-59416F7FB4D3}" dt="2023-11-04T03:44:21.203" v="2174" actId="164"/>
          <ac:spMkLst>
            <pc:docMk/>
            <pc:sldMk cId="407795711" sldId="698"/>
            <ac:spMk id="4" creationId="{9F102A6B-26F0-E444-052F-C217D0B105EA}"/>
          </ac:spMkLst>
        </pc:spChg>
        <pc:spChg chg="mod">
          <ac:chgData name="Nursakirah Ab Rahman Muton" userId="423efa6d-ee54-4a96-bb69-a7d6dc1d7e38" providerId="ADAL" clId="{2C5CEA98-0929-429E-A903-59416F7FB4D3}" dt="2023-11-04T03:44:21.203" v="2174" actId="164"/>
          <ac:spMkLst>
            <pc:docMk/>
            <pc:sldMk cId="407795711" sldId="698"/>
            <ac:spMk id="5" creationId="{86ACECD5-3EE5-86D3-F82A-D183FA68F16F}"/>
          </ac:spMkLst>
        </pc:spChg>
        <pc:spChg chg="mod">
          <ac:chgData name="Nursakirah Ab Rahman Muton" userId="423efa6d-ee54-4a96-bb69-a7d6dc1d7e38" providerId="ADAL" clId="{2C5CEA98-0929-429E-A903-59416F7FB4D3}" dt="2023-11-06T04:56:29.009" v="4318" actId="20577"/>
          <ac:spMkLst>
            <pc:docMk/>
            <pc:sldMk cId="407795711" sldId="698"/>
            <ac:spMk id="6" creationId="{407B2ECB-BF18-2D83-CF17-167FCF1C7569}"/>
          </ac:spMkLst>
        </pc:spChg>
        <pc:spChg chg="mod">
          <ac:chgData name="Nursakirah Ab Rahman Muton" userId="423efa6d-ee54-4a96-bb69-a7d6dc1d7e38" providerId="ADAL" clId="{2C5CEA98-0929-429E-A903-59416F7FB4D3}" dt="2023-11-04T04:54:13.401" v="2546" actId="20577"/>
          <ac:spMkLst>
            <pc:docMk/>
            <pc:sldMk cId="407795711" sldId="698"/>
            <ac:spMk id="7" creationId="{5760BB92-F680-F8F4-7529-C68CDE781167}"/>
          </ac:spMkLst>
        </pc:spChg>
        <pc:spChg chg="del mod">
          <ac:chgData name="Nursakirah Ab Rahman Muton" userId="423efa6d-ee54-4a96-bb69-a7d6dc1d7e38" providerId="ADAL" clId="{2C5CEA98-0929-429E-A903-59416F7FB4D3}" dt="2023-11-04T04:52:42.071" v="2505" actId="478"/>
          <ac:spMkLst>
            <pc:docMk/>
            <pc:sldMk cId="407795711" sldId="698"/>
            <ac:spMk id="8" creationId="{D39679B6-0AB8-7659-042D-B8D493A8D86F}"/>
          </ac:spMkLst>
        </pc:spChg>
        <pc:spChg chg="del mod">
          <ac:chgData name="Nursakirah Ab Rahman Muton" userId="423efa6d-ee54-4a96-bb69-a7d6dc1d7e38" providerId="ADAL" clId="{2C5CEA98-0929-429E-A903-59416F7FB4D3}" dt="2023-11-04T04:52:42.071" v="2505" actId="478"/>
          <ac:spMkLst>
            <pc:docMk/>
            <pc:sldMk cId="407795711" sldId="698"/>
            <ac:spMk id="9" creationId="{DF379051-FA41-798C-1BBD-F7594C902F08}"/>
          </ac:spMkLst>
        </pc:spChg>
        <pc:spChg chg="mod">
          <ac:chgData name="Nursakirah Ab Rahman Muton" userId="423efa6d-ee54-4a96-bb69-a7d6dc1d7e38" providerId="ADAL" clId="{2C5CEA98-0929-429E-A903-59416F7FB4D3}" dt="2023-11-04T04:53:22.099" v="2534" actId="1076"/>
          <ac:spMkLst>
            <pc:docMk/>
            <pc:sldMk cId="407795711" sldId="698"/>
            <ac:spMk id="10" creationId="{8D606677-D61F-224A-CFC0-100F1E614F13}"/>
          </ac:spMkLst>
        </pc:spChg>
        <pc:spChg chg="mod">
          <ac:chgData name="Nursakirah Ab Rahman Muton" userId="423efa6d-ee54-4a96-bb69-a7d6dc1d7e38" providerId="ADAL" clId="{2C5CEA98-0929-429E-A903-59416F7FB4D3}" dt="2023-11-04T04:54:25.597" v="2549" actId="20577"/>
          <ac:spMkLst>
            <pc:docMk/>
            <pc:sldMk cId="407795711" sldId="698"/>
            <ac:spMk id="11" creationId="{0D49CBC8-342A-68C8-A8E0-CA0F4FE8BF65}"/>
          </ac:spMkLst>
        </pc:spChg>
        <pc:spChg chg="mod">
          <ac:chgData name="Nursakirah Ab Rahman Muton" userId="423efa6d-ee54-4a96-bb69-a7d6dc1d7e38" providerId="ADAL" clId="{2C5CEA98-0929-429E-A903-59416F7FB4D3}" dt="2023-11-04T04:53:48.244" v="2536" actId="207"/>
          <ac:spMkLst>
            <pc:docMk/>
            <pc:sldMk cId="407795711" sldId="698"/>
            <ac:spMk id="13" creationId="{9854A8AC-6E21-2FF4-82A9-EEDD16FD4E7C}"/>
          </ac:spMkLst>
        </pc:spChg>
        <pc:spChg chg="mod">
          <ac:chgData name="Nursakirah Ab Rahman Muton" userId="423efa6d-ee54-4a96-bb69-a7d6dc1d7e38" providerId="ADAL" clId="{2C5CEA98-0929-429E-A903-59416F7FB4D3}" dt="2023-11-04T04:50:03.580" v="2228" actId="1076"/>
          <ac:spMkLst>
            <pc:docMk/>
            <pc:sldMk cId="407795711" sldId="698"/>
            <ac:spMk id="16" creationId="{BF3398A0-2CFA-146B-8ABF-0BB2BF9A4C98}"/>
          </ac:spMkLst>
        </pc:spChg>
        <pc:spChg chg="mod">
          <ac:chgData name="Nursakirah Ab Rahman Muton" userId="423efa6d-ee54-4a96-bb69-a7d6dc1d7e38" providerId="ADAL" clId="{2C5CEA98-0929-429E-A903-59416F7FB4D3}" dt="2023-11-04T04:50:03.580" v="2228" actId="1076"/>
          <ac:spMkLst>
            <pc:docMk/>
            <pc:sldMk cId="407795711" sldId="698"/>
            <ac:spMk id="17" creationId="{6210E866-6ED1-C1CB-BBB2-8664A8C88EF2}"/>
          </ac:spMkLst>
        </pc:spChg>
        <pc:spChg chg="mod">
          <ac:chgData name="Nursakirah Ab Rahman Muton" userId="423efa6d-ee54-4a96-bb69-a7d6dc1d7e38" providerId="ADAL" clId="{2C5CEA98-0929-429E-A903-59416F7FB4D3}" dt="2023-11-04T04:50:03.580" v="2228" actId="1076"/>
          <ac:spMkLst>
            <pc:docMk/>
            <pc:sldMk cId="407795711" sldId="698"/>
            <ac:spMk id="18" creationId="{BFD1C397-8BD8-5F37-6F08-20B47A395C61}"/>
          </ac:spMkLst>
        </pc:spChg>
        <pc:spChg chg="mod">
          <ac:chgData name="Nursakirah Ab Rahman Muton" userId="423efa6d-ee54-4a96-bb69-a7d6dc1d7e38" providerId="ADAL" clId="{2C5CEA98-0929-429E-A903-59416F7FB4D3}" dt="2023-11-04T04:50:03.580" v="2228" actId="1076"/>
          <ac:spMkLst>
            <pc:docMk/>
            <pc:sldMk cId="407795711" sldId="698"/>
            <ac:spMk id="19" creationId="{AE008055-5BD6-2B9D-C58A-B687CC2A6078}"/>
          </ac:spMkLst>
        </pc:spChg>
        <pc:spChg chg="add mod">
          <ac:chgData name="Nursakirah Ab Rahman Muton" userId="423efa6d-ee54-4a96-bb69-a7d6dc1d7e38" providerId="ADAL" clId="{2C5CEA98-0929-429E-A903-59416F7FB4D3}" dt="2023-11-06T04:56:27.142" v="4317" actId="20577"/>
          <ac:spMkLst>
            <pc:docMk/>
            <pc:sldMk cId="407795711" sldId="698"/>
            <ac:spMk id="21" creationId="{0DD0D9AB-E29F-9F16-08F3-4D93C54A9C62}"/>
          </ac:spMkLst>
        </pc:spChg>
        <pc:grpChg chg="add mod">
          <ac:chgData name="Nursakirah Ab Rahman Muton" userId="423efa6d-ee54-4a96-bb69-a7d6dc1d7e38" providerId="ADAL" clId="{2C5CEA98-0929-429E-A903-59416F7FB4D3}" dt="2023-11-04T04:50:12.198" v="2229" actId="1076"/>
          <ac:grpSpMkLst>
            <pc:docMk/>
            <pc:sldMk cId="407795711" sldId="698"/>
            <ac:grpSpMk id="3" creationId="{A541BECC-35CD-0093-7A5B-233D8DDEFF74}"/>
          </ac:grpSpMkLst>
        </pc:grpChg>
        <pc:grpChg chg="mod">
          <ac:chgData name="Nursakirah Ab Rahman Muton" userId="423efa6d-ee54-4a96-bb69-a7d6dc1d7e38" providerId="ADAL" clId="{2C5CEA98-0929-429E-A903-59416F7FB4D3}" dt="2023-11-04T04:50:03.580" v="2228" actId="1076"/>
          <ac:grpSpMkLst>
            <pc:docMk/>
            <pc:sldMk cId="407795711" sldId="698"/>
            <ac:grpSpMk id="12" creationId="{3E39A2C1-D35F-4016-FC9C-42A25098D758}"/>
          </ac:grpSpMkLst>
        </pc:grpChg>
        <pc:picChg chg="add del mod">
          <ac:chgData name="Nursakirah Ab Rahman Muton" userId="423efa6d-ee54-4a96-bb69-a7d6dc1d7e38" providerId="ADAL" clId="{2C5CEA98-0929-429E-A903-59416F7FB4D3}" dt="2023-11-04T04:52:39.107" v="2504" actId="478"/>
          <ac:picMkLst>
            <pc:docMk/>
            <pc:sldMk cId="407795711" sldId="698"/>
            <ac:picMk id="20" creationId="{847D876A-E089-066E-8852-3D911A834233}"/>
          </ac:picMkLst>
        </pc:picChg>
      </pc:sldChg>
      <pc:sldChg chg="addSp delSp modSp add mod delAnim modAnim">
        <pc:chgData name="Nursakirah Ab Rahman Muton" userId="423efa6d-ee54-4a96-bb69-a7d6dc1d7e38" providerId="ADAL" clId="{2C5CEA98-0929-429E-A903-59416F7FB4D3}" dt="2023-11-10T01:24:35.919" v="4777"/>
        <pc:sldMkLst>
          <pc:docMk/>
          <pc:sldMk cId="2236175282" sldId="699"/>
        </pc:sldMkLst>
        <pc:spChg chg="mod">
          <ac:chgData name="Nursakirah Ab Rahman Muton" userId="423efa6d-ee54-4a96-bb69-a7d6dc1d7e38" providerId="ADAL" clId="{2C5CEA98-0929-429E-A903-59416F7FB4D3}" dt="2023-11-06T05:08:03.543" v="4321" actId="20577"/>
          <ac:spMkLst>
            <pc:docMk/>
            <pc:sldMk cId="2236175282" sldId="699"/>
            <ac:spMk id="6" creationId="{407B2ECB-BF18-2D83-CF17-167FCF1C7569}"/>
          </ac:spMkLst>
        </pc:spChg>
        <pc:spChg chg="mod">
          <ac:chgData name="Nursakirah Ab Rahman Muton" userId="423efa6d-ee54-4a96-bb69-a7d6dc1d7e38" providerId="ADAL" clId="{2C5CEA98-0929-429E-A903-59416F7FB4D3}" dt="2023-11-04T04:55:45.119" v="2583" actId="20577"/>
          <ac:spMkLst>
            <pc:docMk/>
            <pc:sldMk cId="2236175282" sldId="699"/>
            <ac:spMk id="7" creationId="{5760BB92-F680-F8F4-7529-C68CDE781167}"/>
          </ac:spMkLst>
        </pc:spChg>
        <pc:spChg chg="mod">
          <ac:chgData name="Nursakirah Ab Rahman Muton" userId="423efa6d-ee54-4a96-bb69-a7d6dc1d7e38" providerId="ADAL" clId="{2C5CEA98-0929-429E-A903-59416F7FB4D3}" dt="2023-11-04T04:56:25.178" v="2619"/>
          <ac:spMkLst>
            <pc:docMk/>
            <pc:sldMk cId="2236175282" sldId="699"/>
            <ac:spMk id="9" creationId="{9BD0C2A9-3821-8318-E9FC-83CAEA2E0BE4}"/>
          </ac:spMkLst>
        </pc:spChg>
        <pc:spChg chg="mod">
          <ac:chgData name="Nursakirah Ab Rahman Muton" userId="423efa6d-ee54-4a96-bb69-a7d6dc1d7e38" providerId="ADAL" clId="{2C5CEA98-0929-429E-A903-59416F7FB4D3}" dt="2023-11-04T04:56:22.122" v="2618" actId="1076"/>
          <ac:spMkLst>
            <pc:docMk/>
            <pc:sldMk cId="2236175282" sldId="699"/>
            <ac:spMk id="10" creationId="{8D606677-D61F-224A-CFC0-100F1E614F13}"/>
          </ac:spMkLst>
        </pc:spChg>
        <pc:spChg chg="del">
          <ac:chgData name="Nursakirah Ab Rahman Muton" userId="423efa6d-ee54-4a96-bb69-a7d6dc1d7e38" providerId="ADAL" clId="{2C5CEA98-0929-429E-A903-59416F7FB4D3}" dt="2023-11-04T04:56:13.806" v="2613" actId="478"/>
          <ac:spMkLst>
            <pc:docMk/>
            <pc:sldMk cId="2236175282" sldId="699"/>
            <ac:spMk id="11" creationId="{0D49CBC8-342A-68C8-A8E0-CA0F4FE8BF65}"/>
          </ac:spMkLst>
        </pc:spChg>
        <pc:spChg chg="mod">
          <ac:chgData name="Nursakirah Ab Rahman Muton" userId="423efa6d-ee54-4a96-bb69-a7d6dc1d7e38" providerId="ADAL" clId="{2C5CEA98-0929-429E-A903-59416F7FB4D3}" dt="2023-11-04T04:55:26.991" v="2557" actId="207"/>
          <ac:spMkLst>
            <pc:docMk/>
            <pc:sldMk cId="2236175282" sldId="699"/>
            <ac:spMk id="13" creationId="{9854A8AC-6E21-2FF4-82A9-EEDD16FD4E7C}"/>
          </ac:spMkLst>
        </pc:spChg>
        <pc:spChg chg="mod">
          <ac:chgData name="Nursakirah Ab Rahman Muton" userId="423efa6d-ee54-4a96-bb69-a7d6dc1d7e38" providerId="ADAL" clId="{2C5CEA98-0929-429E-A903-59416F7FB4D3}" dt="2023-11-04T04:55:22.492" v="2555" actId="207"/>
          <ac:spMkLst>
            <pc:docMk/>
            <pc:sldMk cId="2236175282" sldId="699"/>
            <ac:spMk id="15" creationId="{A22F4A66-88E3-B76C-6B57-70E9DF62BE95}"/>
          </ac:spMkLst>
        </pc:spChg>
        <pc:spChg chg="mod">
          <ac:chgData name="Nursakirah Ab Rahman Muton" userId="423efa6d-ee54-4a96-bb69-a7d6dc1d7e38" providerId="ADAL" clId="{2C5CEA98-0929-429E-A903-59416F7FB4D3}" dt="2023-11-04T04:56:25.178" v="2619"/>
          <ac:spMkLst>
            <pc:docMk/>
            <pc:sldMk cId="2236175282" sldId="699"/>
            <ac:spMk id="20" creationId="{0E4CF607-696A-6E1B-81BE-5A4B3AA120DC}"/>
          </ac:spMkLst>
        </pc:spChg>
        <pc:spChg chg="mod">
          <ac:chgData name="Nursakirah Ab Rahman Muton" userId="423efa6d-ee54-4a96-bb69-a7d6dc1d7e38" providerId="ADAL" clId="{2C5CEA98-0929-429E-A903-59416F7FB4D3}" dt="2023-11-06T04:56:22.296" v="4315" actId="20577"/>
          <ac:spMkLst>
            <pc:docMk/>
            <pc:sldMk cId="2236175282" sldId="699"/>
            <ac:spMk id="21" creationId="{0DD0D9AB-E29F-9F16-08F3-4D93C54A9C62}"/>
          </ac:spMkLst>
        </pc:spChg>
        <pc:spChg chg="mod">
          <ac:chgData name="Nursakirah Ab Rahman Muton" userId="423efa6d-ee54-4a96-bb69-a7d6dc1d7e38" providerId="ADAL" clId="{2C5CEA98-0929-429E-A903-59416F7FB4D3}" dt="2023-11-04T04:56:25.178" v="2619"/>
          <ac:spMkLst>
            <pc:docMk/>
            <pc:sldMk cId="2236175282" sldId="699"/>
            <ac:spMk id="22" creationId="{4F44C6E6-ACFE-4720-51C6-DE1B2CC2F057}"/>
          </ac:spMkLst>
        </pc:spChg>
        <pc:spChg chg="add mod">
          <ac:chgData name="Nursakirah Ab Rahman Muton" userId="423efa6d-ee54-4a96-bb69-a7d6dc1d7e38" providerId="ADAL" clId="{2C5CEA98-0929-429E-A903-59416F7FB4D3}" dt="2023-11-04T04:56:42.884" v="2626" actId="1076"/>
          <ac:spMkLst>
            <pc:docMk/>
            <pc:sldMk cId="2236175282" sldId="699"/>
            <ac:spMk id="23" creationId="{B8FD0B0B-E8E5-DCF3-47C3-A8815925B9C3}"/>
          </ac:spMkLst>
        </pc:spChg>
        <pc:grpChg chg="add del mod">
          <ac:chgData name="Nursakirah Ab Rahman Muton" userId="423efa6d-ee54-4a96-bb69-a7d6dc1d7e38" providerId="ADAL" clId="{2C5CEA98-0929-429E-A903-59416F7FB4D3}" dt="2023-11-04T04:56:26.317" v="2620"/>
          <ac:grpSpMkLst>
            <pc:docMk/>
            <pc:sldMk cId="2236175282" sldId="699"/>
            <ac:grpSpMk id="8" creationId="{ABB3B2CC-F583-FA18-B7DE-AFEAF913955E}"/>
          </ac:grpSpMkLst>
        </pc:grpChg>
        <pc:picChg chg="add mod modCrop">
          <ac:chgData name="Nursakirah Ab Rahman Muton" userId="423efa6d-ee54-4a96-bb69-a7d6dc1d7e38" providerId="ADAL" clId="{2C5CEA98-0929-429E-A903-59416F7FB4D3}" dt="2023-11-04T04:57:56.252" v="2634" actId="1076"/>
          <ac:picMkLst>
            <pc:docMk/>
            <pc:sldMk cId="2236175282" sldId="699"/>
            <ac:picMk id="25" creationId="{527D9392-14A4-F27A-E004-7B76958B90D7}"/>
          </ac:picMkLst>
        </pc:picChg>
        <pc:inkChg chg="add">
          <ac:chgData name="Nursakirah Ab Rahman Muton" userId="423efa6d-ee54-4a96-bb69-a7d6dc1d7e38" providerId="ADAL" clId="{2C5CEA98-0929-429E-A903-59416F7FB4D3}" dt="2023-11-10T01:24:35.919" v="4777"/>
          <ac:inkMkLst>
            <pc:docMk/>
            <pc:sldMk cId="2236175282" sldId="699"/>
            <ac:inkMk id="8" creationId="{86000ECA-7B35-6CF2-9D76-16DC3F849AD4}"/>
          </ac:inkMkLst>
        </pc:inkChg>
      </pc:sldChg>
      <pc:sldChg chg="addSp modSp new mod">
        <pc:chgData name="Nursakirah Ab Rahman Muton" userId="423efa6d-ee54-4a96-bb69-a7d6dc1d7e38" providerId="ADAL" clId="{2C5CEA98-0929-429E-A903-59416F7FB4D3}" dt="2023-11-04T05:24:38.505" v="2841" actId="20577"/>
        <pc:sldMkLst>
          <pc:docMk/>
          <pc:sldMk cId="2932695587" sldId="700"/>
        </pc:sldMkLst>
        <pc:spChg chg="add mod">
          <ac:chgData name="Nursakirah Ab Rahman Muton" userId="423efa6d-ee54-4a96-bb69-a7d6dc1d7e38" providerId="ADAL" clId="{2C5CEA98-0929-429E-A903-59416F7FB4D3}" dt="2023-11-04T05:11:53.256" v="2733"/>
          <ac:spMkLst>
            <pc:docMk/>
            <pc:sldMk cId="2932695587" sldId="700"/>
            <ac:spMk id="4" creationId="{FB286307-5182-2F3D-ABD8-2F6AE2493C63}"/>
          </ac:spMkLst>
        </pc:spChg>
        <pc:spChg chg="add mod">
          <ac:chgData name="Nursakirah Ab Rahman Muton" userId="423efa6d-ee54-4a96-bb69-a7d6dc1d7e38" providerId="ADAL" clId="{2C5CEA98-0929-429E-A903-59416F7FB4D3}" dt="2023-11-04T05:12:08.106" v="2735" actId="1076"/>
          <ac:spMkLst>
            <pc:docMk/>
            <pc:sldMk cId="2932695587" sldId="700"/>
            <ac:spMk id="5" creationId="{8114FE63-C812-E55C-5470-B525B00D5EE8}"/>
          </ac:spMkLst>
        </pc:spChg>
        <pc:spChg chg="add mod">
          <ac:chgData name="Nursakirah Ab Rahman Muton" userId="423efa6d-ee54-4a96-bb69-a7d6dc1d7e38" providerId="ADAL" clId="{2C5CEA98-0929-429E-A903-59416F7FB4D3}" dt="2023-11-04T05:12:26.651" v="2741" actId="33524"/>
          <ac:spMkLst>
            <pc:docMk/>
            <pc:sldMk cId="2932695587" sldId="700"/>
            <ac:spMk id="6" creationId="{971AF7DC-14E1-CDC1-55F8-F39109A128D8}"/>
          </ac:spMkLst>
        </pc:spChg>
        <pc:spChg chg="add mod">
          <ac:chgData name="Nursakirah Ab Rahman Muton" userId="423efa6d-ee54-4a96-bb69-a7d6dc1d7e38" providerId="ADAL" clId="{2C5CEA98-0929-429E-A903-59416F7FB4D3}" dt="2023-11-04T05:12:15.425" v="2738" actId="404"/>
          <ac:spMkLst>
            <pc:docMk/>
            <pc:sldMk cId="2932695587" sldId="700"/>
            <ac:spMk id="7" creationId="{B28122EA-5F04-B49E-2551-228F20C084DF}"/>
          </ac:spMkLst>
        </pc:spChg>
        <pc:spChg chg="add mod">
          <ac:chgData name="Nursakirah Ab Rahman Muton" userId="423efa6d-ee54-4a96-bb69-a7d6dc1d7e38" providerId="ADAL" clId="{2C5CEA98-0929-429E-A903-59416F7FB4D3}" dt="2023-11-04T05:12:19.839" v="2739" actId="1076"/>
          <ac:spMkLst>
            <pc:docMk/>
            <pc:sldMk cId="2932695587" sldId="700"/>
            <ac:spMk id="8" creationId="{EDE00E35-B42A-1283-719F-EF1F86D35552}"/>
          </ac:spMkLst>
        </pc:spChg>
        <pc:spChg chg="add mod">
          <ac:chgData name="Nursakirah Ab Rahman Muton" userId="423efa6d-ee54-4a96-bb69-a7d6dc1d7e38" providerId="ADAL" clId="{2C5CEA98-0929-429E-A903-59416F7FB4D3}" dt="2023-11-04T05:23:50.025" v="2819" actId="14100"/>
          <ac:spMkLst>
            <pc:docMk/>
            <pc:sldMk cId="2932695587" sldId="700"/>
            <ac:spMk id="9" creationId="{6CCFDD83-8B26-355C-9BF5-4D71FF3E92E0}"/>
          </ac:spMkLst>
        </pc:spChg>
        <pc:spChg chg="add mod">
          <ac:chgData name="Nursakirah Ab Rahman Muton" userId="423efa6d-ee54-4a96-bb69-a7d6dc1d7e38" providerId="ADAL" clId="{2C5CEA98-0929-429E-A903-59416F7FB4D3}" dt="2023-11-04T05:24:31.925" v="2832" actId="1076"/>
          <ac:spMkLst>
            <pc:docMk/>
            <pc:sldMk cId="2932695587" sldId="700"/>
            <ac:spMk id="14" creationId="{9C8EA204-78CC-28DD-F161-C5C16E384B6F}"/>
          </ac:spMkLst>
        </pc:spChg>
        <pc:spChg chg="add mod">
          <ac:chgData name="Nursakirah Ab Rahman Muton" userId="423efa6d-ee54-4a96-bb69-a7d6dc1d7e38" providerId="ADAL" clId="{2C5CEA98-0929-429E-A903-59416F7FB4D3}" dt="2023-11-04T05:23:58.399" v="2822" actId="14100"/>
          <ac:spMkLst>
            <pc:docMk/>
            <pc:sldMk cId="2932695587" sldId="700"/>
            <ac:spMk id="15" creationId="{354CB455-E135-986F-4A29-C7B89B643F35}"/>
          </ac:spMkLst>
        </pc:spChg>
        <pc:spChg chg="add mod">
          <ac:chgData name="Nursakirah Ab Rahman Muton" userId="423efa6d-ee54-4a96-bb69-a7d6dc1d7e38" providerId="ADAL" clId="{2C5CEA98-0929-429E-A903-59416F7FB4D3}" dt="2023-11-04T05:24:38.505" v="2841" actId="20577"/>
          <ac:spMkLst>
            <pc:docMk/>
            <pc:sldMk cId="2932695587" sldId="700"/>
            <ac:spMk id="23" creationId="{ACC7F911-75D7-C306-CA63-A90007ADD41F}"/>
          </ac:spMkLst>
        </pc:spChg>
        <pc:picChg chg="add mod modCrop">
          <ac:chgData name="Nursakirah Ab Rahman Muton" userId="423efa6d-ee54-4a96-bb69-a7d6dc1d7e38" providerId="ADAL" clId="{2C5CEA98-0929-429E-A903-59416F7FB4D3}" dt="2023-11-04T05:11:44.204" v="2730" actId="1076"/>
          <ac:picMkLst>
            <pc:docMk/>
            <pc:sldMk cId="2932695587" sldId="700"/>
            <ac:picMk id="3" creationId="{B8649D14-AE3F-BE2A-B2FD-AFBE616CFCD8}"/>
          </ac:picMkLst>
        </pc:picChg>
        <pc:cxnChg chg="add mod">
          <ac:chgData name="Nursakirah Ab Rahman Muton" userId="423efa6d-ee54-4a96-bb69-a7d6dc1d7e38" providerId="ADAL" clId="{2C5CEA98-0929-429E-A903-59416F7FB4D3}" dt="2023-11-04T05:24:31.925" v="2832" actId="1076"/>
          <ac:cxnSpMkLst>
            <pc:docMk/>
            <pc:sldMk cId="2932695587" sldId="700"/>
            <ac:cxnSpMk id="11" creationId="{8257E438-289F-5D10-F9EF-A833E39562D2}"/>
          </ac:cxnSpMkLst>
        </pc:cxnChg>
        <pc:cxnChg chg="add mod">
          <ac:chgData name="Nursakirah Ab Rahman Muton" userId="423efa6d-ee54-4a96-bb69-a7d6dc1d7e38" providerId="ADAL" clId="{2C5CEA98-0929-429E-A903-59416F7FB4D3}" dt="2023-11-04T05:24:27.434" v="2831" actId="14100"/>
          <ac:cxnSpMkLst>
            <pc:docMk/>
            <pc:sldMk cId="2932695587" sldId="700"/>
            <ac:cxnSpMk id="19" creationId="{35FD260A-D26A-9B91-53FD-0D9C482DCE12}"/>
          </ac:cxnSpMkLst>
        </pc:cxnChg>
      </pc:sldChg>
      <pc:sldChg chg="addSp delSp modSp new mod setBg modClrScheme chgLayout">
        <pc:chgData name="Nursakirah Ab Rahman Muton" userId="423efa6d-ee54-4a96-bb69-a7d6dc1d7e38" providerId="ADAL" clId="{2C5CEA98-0929-429E-A903-59416F7FB4D3}" dt="2023-11-04T05:49:45.921" v="2949" actId="27614"/>
        <pc:sldMkLst>
          <pc:docMk/>
          <pc:sldMk cId="213880886" sldId="701"/>
        </pc:sldMkLst>
        <pc:spChg chg="del">
          <ac:chgData name="Nursakirah Ab Rahman Muton" userId="423efa6d-ee54-4a96-bb69-a7d6dc1d7e38" providerId="ADAL" clId="{2C5CEA98-0929-429E-A903-59416F7FB4D3}" dt="2023-11-04T05:49:39.575" v="2947" actId="700"/>
          <ac:spMkLst>
            <pc:docMk/>
            <pc:sldMk cId="213880886" sldId="701"/>
            <ac:spMk id="2" creationId="{4317ACB8-D2BF-63A3-6B97-67A6065CDED8}"/>
          </ac:spMkLst>
        </pc:spChg>
        <pc:spChg chg="del">
          <ac:chgData name="Nursakirah Ab Rahman Muton" userId="423efa6d-ee54-4a96-bb69-a7d6dc1d7e38" providerId="ADAL" clId="{2C5CEA98-0929-429E-A903-59416F7FB4D3}" dt="2023-11-04T05:49:39.575" v="2947" actId="700"/>
          <ac:spMkLst>
            <pc:docMk/>
            <pc:sldMk cId="213880886" sldId="701"/>
            <ac:spMk id="3" creationId="{4346256D-AE72-6842-F104-361179A607FF}"/>
          </ac:spMkLst>
        </pc:spChg>
        <pc:spChg chg="add">
          <ac:chgData name="Nursakirah Ab Rahman Muton" userId="423efa6d-ee54-4a96-bb69-a7d6dc1d7e38" providerId="ADAL" clId="{2C5CEA98-0929-429E-A903-59416F7FB4D3}" dt="2023-11-04T05:49:42.496" v="2948" actId="26606"/>
          <ac:spMkLst>
            <pc:docMk/>
            <pc:sldMk cId="213880886" sldId="701"/>
            <ac:spMk id="10" creationId="{C42F24F1-C1EF-471F-A19B-A340CE541DEF}"/>
          </ac:spMkLst>
        </pc:spChg>
        <pc:spChg chg="add">
          <ac:chgData name="Nursakirah Ab Rahman Muton" userId="423efa6d-ee54-4a96-bb69-a7d6dc1d7e38" providerId="ADAL" clId="{2C5CEA98-0929-429E-A903-59416F7FB4D3}" dt="2023-11-04T05:49:42.496" v="2948" actId="26606"/>
          <ac:spMkLst>
            <pc:docMk/>
            <pc:sldMk cId="213880886" sldId="701"/>
            <ac:spMk id="12" creationId="{E56C425C-3C64-47BA-B583-94D39B9B7F78}"/>
          </ac:spMkLst>
        </pc:spChg>
        <pc:picChg chg="add mod">
          <ac:chgData name="Nursakirah Ab Rahman Muton" userId="423efa6d-ee54-4a96-bb69-a7d6dc1d7e38" providerId="ADAL" clId="{2C5CEA98-0929-429E-A903-59416F7FB4D3}" dt="2023-11-04T05:49:45.921" v="2949" actId="27614"/>
          <ac:picMkLst>
            <pc:docMk/>
            <pc:sldMk cId="213880886" sldId="701"/>
            <ac:picMk id="5" creationId="{93ECD696-484B-0DB3-BDCB-E2A7026DE52E}"/>
          </ac:picMkLst>
        </pc:picChg>
      </pc:sldChg>
      <pc:sldChg chg="addSp modSp new del mod modClrScheme chgLayout">
        <pc:chgData name="Nursakirah Ab Rahman Muton" userId="423efa6d-ee54-4a96-bb69-a7d6dc1d7e38" providerId="ADAL" clId="{2C5CEA98-0929-429E-A903-59416F7FB4D3}" dt="2023-11-04T05:45:57.099" v="2846" actId="2696"/>
        <pc:sldMkLst>
          <pc:docMk/>
          <pc:sldMk cId="2670563697" sldId="701"/>
        </pc:sldMkLst>
        <pc:spChg chg="add mod">
          <ac:chgData name="Nursakirah Ab Rahman Muton" userId="423efa6d-ee54-4a96-bb69-a7d6dc1d7e38" providerId="ADAL" clId="{2C5CEA98-0929-429E-A903-59416F7FB4D3}" dt="2023-11-04T05:25:47.408" v="2845" actId="20577"/>
          <ac:spMkLst>
            <pc:docMk/>
            <pc:sldMk cId="2670563697" sldId="701"/>
            <ac:spMk id="2" creationId="{C05F5087-3F01-A3C2-6421-BBB87EFF9E01}"/>
          </ac:spMkLst>
        </pc:spChg>
        <pc:spChg chg="add mod">
          <ac:chgData name="Nursakirah Ab Rahman Muton" userId="423efa6d-ee54-4a96-bb69-a7d6dc1d7e38" providerId="ADAL" clId="{2C5CEA98-0929-429E-A903-59416F7FB4D3}" dt="2023-11-04T05:25:42.008" v="2843" actId="700"/>
          <ac:spMkLst>
            <pc:docMk/>
            <pc:sldMk cId="2670563697" sldId="701"/>
            <ac:spMk id="3" creationId="{4F814104-8E64-C3DC-9DD1-258E9D10169D}"/>
          </ac:spMkLst>
        </pc:spChg>
      </pc:sldChg>
      <pc:sldChg chg="addSp modSp new mod">
        <pc:chgData name="Nursakirah Ab Rahman Muton" userId="423efa6d-ee54-4a96-bb69-a7d6dc1d7e38" providerId="ADAL" clId="{2C5CEA98-0929-429E-A903-59416F7FB4D3}" dt="2023-11-04T05:52:37.413" v="3005" actId="20577"/>
        <pc:sldMkLst>
          <pc:docMk/>
          <pc:sldMk cId="1204165603" sldId="702"/>
        </pc:sldMkLst>
        <pc:spChg chg="add mod">
          <ac:chgData name="Nursakirah Ab Rahman Muton" userId="423efa6d-ee54-4a96-bb69-a7d6dc1d7e38" providerId="ADAL" clId="{2C5CEA98-0929-429E-A903-59416F7FB4D3}" dt="2023-11-04T05:52:37.413" v="3005" actId="20577"/>
          <ac:spMkLst>
            <pc:docMk/>
            <pc:sldMk cId="1204165603" sldId="702"/>
            <ac:spMk id="4" creationId="{D48E5093-FDE8-E440-A0E8-4780F2FDB75F}"/>
          </ac:spMkLst>
        </pc:spChg>
        <pc:picChg chg="add mod">
          <ac:chgData name="Nursakirah Ab Rahman Muton" userId="423efa6d-ee54-4a96-bb69-a7d6dc1d7e38" providerId="ADAL" clId="{2C5CEA98-0929-429E-A903-59416F7FB4D3}" dt="2023-11-04T05:52:07.898" v="2980" actId="1076"/>
          <ac:picMkLst>
            <pc:docMk/>
            <pc:sldMk cId="1204165603" sldId="702"/>
            <ac:picMk id="3" creationId="{EB1D77CC-CF0B-1860-8B25-0E579A0C13B4}"/>
          </ac:picMkLst>
        </pc:picChg>
      </pc:sldChg>
      <pc:sldChg chg="addSp modSp new mod">
        <pc:chgData name="Nursakirah Ab Rahman Muton" userId="423efa6d-ee54-4a96-bb69-a7d6dc1d7e38" providerId="ADAL" clId="{2C5CEA98-0929-429E-A903-59416F7FB4D3}" dt="2023-11-04T05:53:17.853" v="3021" actId="20577"/>
        <pc:sldMkLst>
          <pc:docMk/>
          <pc:sldMk cId="4051284193" sldId="703"/>
        </pc:sldMkLst>
        <pc:spChg chg="add mod">
          <ac:chgData name="Nursakirah Ab Rahman Muton" userId="423efa6d-ee54-4a96-bb69-a7d6dc1d7e38" providerId="ADAL" clId="{2C5CEA98-0929-429E-A903-59416F7FB4D3}" dt="2023-11-04T05:53:17.853" v="3021" actId="20577"/>
          <ac:spMkLst>
            <pc:docMk/>
            <pc:sldMk cId="4051284193" sldId="703"/>
            <ac:spMk id="4" creationId="{7349ACC6-A2FA-E95D-B2A3-31BA796F2E48}"/>
          </ac:spMkLst>
        </pc:spChg>
        <pc:picChg chg="add mod modCrop">
          <ac:chgData name="Nursakirah Ab Rahman Muton" userId="423efa6d-ee54-4a96-bb69-a7d6dc1d7e38" providerId="ADAL" clId="{2C5CEA98-0929-429E-A903-59416F7FB4D3}" dt="2023-11-04T05:53:08.610" v="3012" actId="1076"/>
          <ac:picMkLst>
            <pc:docMk/>
            <pc:sldMk cId="4051284193" sldId="703"/>
            <ac:picMk id="3" creationId="{5089BCD2-DB07-5D3E-040A-CA444437B215}"/>
          </ac:picMkLst>
        </pc:picChg>
      </pc:sldChg>
      <pc:sldChg chg="addSp delSp modSp new mod modClrScheme chgLayout">
        <pc:chgData name="Nursakirah Ab Rahman Muton" userId="423efa6d-ee54-4a96-bb69-a7d6dc1d7e38" providerId="ADAL" clId="{2C5CEA98-0929-429E-A903-59416F7FB4D3}" dt="2023-11-06T05:39:55.259" v="4358" actId="14100"/>
        <pc:sldMkLst>
          <pc:docMk/>
          <pc:sldMk cId="2942798893" sldId="704"/>
        </pc:sldMkLst>
        <pc:spChg chg="add mod">
          <ac:chgData name="Nursakirah Ab Rahman Muton" userId="423efa6d-ee54-4a96-bb69-a7d6dc1d7e38" providerId="ADAL" clId="{2C5CEA98-0929-429E-A903-59416F7FB4D3}" dt="2023-11-04T06:16:16.184" v="3108" actId="20577"/>
          <ac:spMkLst>
            <pc:docMk/>
            <pc:sldMk cId="2942798893" sldId="704"/>
            <ac:spMk id="2" creationId="{867931AF-EF0A-27EB-E70E-81B3C8D590A5}"/>
          </ac:spMkLst>
        </pc:spChg>
        <pc:spChg chg="add del mod">
          <ac:chgData name="Nursakirah Ab Rahman Muton" userId="423efa6d-ee54-4a96-bb69-a7d6dc1d7e38" providerId="ADAL" clId="{2C5CEA98-0929-429E-A903-59416F7FB4D3}" dt="2023-11-04T06:16:20.339" v="3109" actId="478"/>
          <ac:spMkLst>
            <pc:docMk/>
            <pc:sldMk cId="2942798893" sldId="704"/>
            <ac:spMk id="3" creationId="{0431C65A-1269-580A-1FEB-59C86957B4C9}"/>
          </ac:spMkLst>
        </pc:spChg>
        <pc:spChg chg="add mod">
          <ac:chgData name="Nursakirah Ab Rahman Muton" userId="423efa6d-ee54-4a96-bb69-a7d6dc1d7e38" providerId="ADAL" clId="{2C5CEA98-0929-429E-A903-59416F7FB4D3}" dt="2023-11-06T05:39:55.259" v="4358" actId="14100"/>
          <ac:spMkLst>
            <pc:docMk/>
            <pc:sldMk cId="2942798893" sldId="704"/>
            <ac:spMk id="4" creationId="{A2F04B21-75AD-F9D2-43CC-06344A0B76C3}"/>
          </ac:spMkLst>
        </pc:spChg>
        <pc:spChg chg="add del mod">
          <ac:chgData name="Nursakirah Ab Rahman Muton" userId="423efa6d-ee54-4a96-bb69-a7d6dc1d7e38" providerId="ADAL" clId="{2C5CEA98-0929-429E-A903-59416F7FB4D3}" dt="2023-11-04T06:16:26.373" v="3111" actId="478"/>
          <ac:spMkLst>
            <pc:docMk/>
            <pc:sldMk cId="2942798893" sldId="704"/>
            <ac:spMk id="6" creationId="{038392A1-6346-8573-38BE-433521396BBD}"/>
          </ac:spMkLst>
        </pc:spChg>
      </pc:sldChg>
      <pc:sldChg chg="addSp delSp modSp add mod delAnim modAnim">
        <pc:chgData name="Nursakirah Ab Rahman Muton" userId="423efa6d-ee54-4a96-bb69-a7d6dc1d7e38" providerId="ADAL" clId="{2C5CEA98-0929-429E-A903-59416F7FB4D3}" dt="2023-11-04T06:29:23.189" v="3514" actId="20577"/>
        <pc:sldMkLst>
          <pc:docMk/>
          <pc:sldMk cId="1577101232" sldId="705"/>
        </pc:sldMkLst>
        <pc:spChg chg="mod">
          <ac:chgData name="Nursakirah Ab Rahman Muton" userId="423efa6d-ee54-4a96-bb69-a7d6dc1d7e38" providerId="ADAL" clId="{2C5CEA98-0929-429E-A903-59416F7FB4D3}" dt="2023-11-04T06:16:35.230" v="3114" actId="20577"/>
          <ac:spMkLst>
            <pc:docMk/>
            <pc:sldMk cId="1577101232" sldId="705"/>
            <ac:spMk id="2" creationId="{867931AF-EF0A-27EB-E70E-81B3C8D590A5}"/>
          </ac:spMkLst>
        </pc:spChg>
        <pc:spChg chg="mod">
          <ac:chgData name="Nursakirah Ab Rahman Muton" userId="423efa6d-ee54-4a96-bb69-a7d6dc1d7e38" providerId="ADAL" clId="{2C5CEA98-0929-429E-A903-59416F7FB4D3}" dt="2023-11-04T06:29:23.189" v="3514" actId="20577"/>
          <ac:spMkLst>
            <pc:docMk/>
            <pc:sldMk cId="1577101232" sldId="705"/>
            <ac:spMk id="4" creationId="{A2F04B21-75AD-F9D2-43CC-06344A0B76C3}"/>
          </ac:spMkLst>
        </pc:spChg>
        <pc:spChg chg="mod">
          <ac:chgData name="Nursakirah Ab Rahman Muton" userId="423efa6d-ee54-4a96-bb69-a7d6dc1d7e38" providerId="ADAL" clId="{2C5CEA98-0929-429E-A903-59416F7FB4D3}" dt="2023-11-04T06:19:57.293" v="3128"/>
          <ac:spMkLst>
            <pc:docMk/>
            <pc:sldMk cId="1577101232" sldId="705"/>
            <ac:spMk id="5" creationId="{C1A123AC-DFC5-E044-E5B0-48D855FC2C8C}"/>
          </ac:spMkLst>
        </pc:spChg>
        <pc:spChg chg="mod">
          <ac:chgData name="Nursakirah Ab Rahman Muton" userId="423efa6d-ee54-4a96-bb69-a7d6dc1d7e38" providerId="ADAL" clId="{2C5CEA98-0929-429E-A903-59416F7FB4D3}" dt="2023-11-04T06:20:08.668" v="3130" actId="207"/>
          <ac:spMkLst>
            <pc:docMk/>
            <pc:sldMk cId="1577101232" sldId="705"/>
            <ac:spMk id="6" creationId="{8D8EED4D-60A9-D542-AC17-45211347CBBE}"/>
          </ac:spMkLst>
        </pc:spChg>
        <pc:spChg chg="mod">
          <ac:chgData name="Nursakirah Ab Rahman Muton" userId="423efa6d-ee54-4a96-bb69-a7d6dc1d7e38" providerId="ADAL" clId="{2C5CEA98-0929-429E-A903-59416F7FB4D3}" dt="2023-11-04T06:19:57.293" v="3128"/>
          <ac:spMkLst>
            <pc:docMk/>
            <pc:sldMk cId="1577101232" sldId="705"/>
            <ac:spMk id="7" creationId="{BC6ED9F2-33B6-CB8F-6D54-11012D9A0DF0}"/>
          </ac:spMkLst>
        </pc:spChg>
        <pc:spChg chg="add del mod">
          <ac:chgData name="Nursakirah Ab Rahman Muton" userId="423efa6d-ee54-4a96-bb69-a7d6dc1d7e38" providerId="ADAL" clId="{2C5CEA98-0929-429E-A903-59416F7FB4D3}" dt="2023-11-04T06:28:46.012" v="3504" actId="478"/>
          <ac:spMkLst>
            <pc:docMk/>
            <pc:sldMk cId="1577101232" sldId="705"/>
            <ac:spMk id="8" creationId="{0386A922-3A60-CEC6-D214-FCD637046B2E}"/>
          </ac:spMkLst>
        </pc:spChg>
        <pc:spChg chg="add del mod">
          <ac:chgData name="Nursakirah Ab Rahman Muton" userId="423efa6d-ee54-4a96-bb69-a7d6dc1d7e38" providerId="ADAL" clId="{2C5CEA98-0929-429E-A903-59416F7FB4D3}" dt="2023-11-04T06:28:46.012" v="3504" actId="478"/>
          <ac:spMkLst>
            <pc:docMk/>
            <pc:sldMk cId="1577101232" sldId="705"/>
            <ac:spMk id="9" creationId="{90C0B03F-BC84-AA38-9FA4-1ABC423C47EF}"/>
          </ac:spMkLst>
        </pc:spChg>
        <pc:spChg chg="add del mod">
          <ac:chgData name="Nursakirah Ab Rahman Muton" userId="423efa6d-ee54-4a96-bb69-a7d6dc1d7e38" providerId="ADAL" clId="{2C5CEA98-0929-429E-A903-59416F7FB4D3}" dt="2023-11-04T06:28:46.012" v="3504" actId="478"/>
          <ac:spMkLst>
            <pc:docMk/>
            <pc:sldMk cId="1577101232" sldId="705"/>
            <ac:spMk id="10" creationId="{182BE051-AE15-BA4F-3125-0A83A5340FE7}"/>
          </ac:spMkLst>
        </pc:spChg>
        <pc:spChg chg="add del mod">
          <ac:chgData name="Nursakirah Ab Rahman Muton" userId="423efa6d-ee54-4a96-bb69-a7d6dc1d7e38" providerId="ADAL" clId="{2C5CEA98-0929-429E-A903-59416F7FB4D3}" dt="2023-11-04T06:28:46.012" v="3504" actId="478"/>
          <ac:spMkLst>
            <pc:docMk/>
            <pc:sldMk cId="1577101232" sldId="705"/>
            <ac:spMk id="11" creationId="{F400C56B-B60C-59AA-81D2-DD29A0983003}"/>
          </ac:spMkLst>
        </pc:spChg>
        <pc:spChg chg="add del mod">
          <ac:chgData name="Nursakirah Ab Rahman Muton" userId="423efa6d-ee54-4a96-bb69-a7d6dc1d7e38" providerId="ADAL" clId="{2C5CEA98-0929-429E-A903-59416F7FB4D3}" dt="2023-11-04T06:28:46.012" v="3504" actId="478"/>
          <ac:spMkLst>
            <pc:docMk/>
            <pc:sldMk cId="1577101232" sldId="705"/>
            <ac:spMk id="12" creationId="{10D388F3-E7C7-AF02-2A57-2A163F49A4E7}"/>
          </ac:spMkLst>
        </pc:spChg>
        <pc:spChg chg="add del mod">
          <ac:chgData name="Nursakirah Ab Rahman Muton" userId="423efa6d-ee54-4a96-bb69-a7d6dc1d7e38" providerId="ADAL" clId="{2C5CEA98-0929-429E-A903-59416F7FB4D3}" dt="2023-11-04T06:28:46.012" v="3504" actId="478"/>
          <ac:spMkLst>
            <pc:docMk/>
            <pc:sldMk cId="1577101232" sldId="705"/>
            <ac:spMk id="13" creationId="{07F35BD7-22EA-8115-2AA4-95374543D29A}"/>
          </ac:spMkLst>
        </pc:spChg>
        <pc:grpChg chg="add del mod">
          <ac:chgData name="Nursakirah Ab Rahman Muton" userId="423efa6d-ee54-4a96-bb69-a7d6dc1d7e38" providerId="ADAL" clId="{2C5CEA98-0929-429E-A903-59416F7FB4D3}" dt="2023-11-04T06:28:46.012" v="3504" actId="478"/>
          <ac:grpSpMkLst>
            <pc:docMk/>
            <pc:sldMk cId="1577101232" sldId="705"/>
            <ac:grpSpMk id="3" creationId="{46ADF15A-90E9-E014-5ABF-F7E81E2E2D0A}"/>
          </ac:grpSpMkLst>
        </pc:grpChg>
      </pc:sldChg>
      <pc:sldChg chg="addSp modSp add mod modNotesTx">
        <pc:chgData name="Nursakirah Ab Rahman Muton" userId="423efa6d-ee54-4a96-bb69-a7d6dc1d7e38" providerId="ADAL" clId="{2C5CEA98-0929-429E-A903-59416F7FB4D3}" dt="2023-11-04T06:41:16.785" v="4023" actId="1076"/>
        <pc:sldMkLst>
          <pc:docMk/>
          <pc:sldMk cId="1969887800" sldId="706"/>
        </pc:sldMkLst>
        <pc:spChg chg="mod">
          <ac:chgData name="Nursakirah Ab Rahman Muton" userId="423efa6d-ee54-4a96-bb69-a7d6dc1d7e38" providerId="ADAL" clId="{2C5CEA98-0929-429E-A903-59416F7FB4D3}" dt="2023-11-04T06:41:04.793" v="4022" actId="14100"/>
          <ac:spMkLst>
            <pc:docMk/>
            <pc:sldMk cId="1969887800" sldId="706"/>
            <ac:spMk id="4" creationId="{A2F04B21-75AD-F9D2-43CC-06344A0B76C3}"/>
          </ac:spMkLst>
        </pc:spChg>
        <pc:spChg chg="mod">
          <ac:chgData name="Nursakirah Ab Rahman Muton" userId="423efa6d-ee54-4a96-bb69-a7d6dc1d7e38" providerId="ADAL" clId="{2C5CEA98-0929-429E-A903-59416F7FB4D3}" dt="2023-11-04T06:41:16.785" v="4023" actId="1076"/>
          <ac:spMkLst>
            <pc:docMk/>
            <pc:sldMk cId="1969887800" sldId="706"/>
            <ac:spMk id="8" creationId="{0386A922-3A60-CEC6-D214-FCD637046B2E}"/>
          </ac:spMkLst>
        </pc:spChg>
        <pc:spChg chg="mod">
          <ac:chgData name="Nursakirah Ab Rahman Muton" userId="423efa6d-ee54-4a96-bb69-a7d6dc1d7e38" providerId="ADAL" clId="{2C5CEA98-0929-429E-A903-59416F7FB4D3}" dt="2023-11-04T06:41:16.785" v="4023" actId="1076"/>
          <ac:spMkLst>
            <pc:docMk/>
            <pc:sldMk cId="1969887800" sldId="706"/>
            <ac:spMk id="9" creationId="{90C0B03F-BC84-AA38-9FA4-1ABC423C47EF}"/>
          </ac:spMkLst>
        </pc:spChg>
        <pc:spChg chg="mod">
          <ac:chgData name="Nursakirah Ab Rahman Muton" userId="423efa6d-ee54-4a96-bb69-a7d6dc1d7e38" providerId="ADAL" clId="{2C5CEA98-0929-429E-A903-59416F7FB4D3}" dt="2023-11-04T06:41:16.785" v="4023" actId="1076"/>
          <ac:spMkLst>
            <pc:docMk/>
            <pc:sldMk cId="1969887800" sldId="706"/>
            <ac:spMk id="10" creationId="{182BE051-AE15-BA4F-3125-0A83A5340FE7}"/>
          </ac:spMkLst>
        </pc:spChg>
        <pc:spChg chg="mod">
          <ac:chgData name="Nursakirah Ab Rahman Muton" userId="423efa6d-ee54-4a96-bb69-a7d6dc1d7e38" providerId="ADAL" clId="{2C5CEA98-0929-429E-A903-59416F7FB4D3}" dt="2023-11-04T06:41:16.785" v="4023" actId="1076"/>
          <ac:spMkLst>
            <pc:docMk/>
            <pc:sldMk cId="1969887800" sldId="706"/>
            <ac:spMk id="11" creationId="{F400C56B-B60C-59AA-81D2-DD29A0983003}"/>
          </ac:spMkLst>
        </pc:spChg>
        <pc:spChg chg="mod">
          <ac:chgData name="Nursakirah Ab Rahman Muton" userId="423efa6d-ee54-4a96-bb69-a7d6dc1d7e38" providerId="ADAL" clId="{2C5CEA98-0929-429E-A903-59416F7FB4D3}" dt="2023-11-04T06:41:16.785" v="4023" actId="1076"/>
          <ac:spMkLst>
            <pc:docMk/>
            <pc:sldMk cId="1969887800" sldId="706"/>
            <ac:spMk id="12" creationId="{10D388F3-E7C7-AF02-2A57-2A163F49A4E7}"/>
          </ac:spMkLst>
        </pc:spChg>
        <pc:spChg chg="mod">
          <ac:chgData name="Nursakirah Ab Rahman Muton" userId="423efa6d-ee54-4a96-bb69-a7d6dc1d7e38" providerId="ADAL" clId="{2C5CEA98-0929-429E-A903-59416F7FB4D3}" dt="2023-11-04T06:41:16.785" v="4023" actId="1076"/>
          <ac:spMkLst>
            <pc:docMk/>
            <pc:sldMk cId="1969887800" sldId="706"/>
            <ac:spMk id="13" creationId="{07F35BD7-22EA-8115-2AA4-95374543D29A}"/>
          </ac:spMkLst>
        </pc:spChg>
        <pc:spChg chg="add mod">
          <ac:chgData name="Nursakirah Ab Rahman Muton" userId="423efa6d-ee54-4a96-bb69-a7d6dc1d7e38" providerId="ADAL" clId="{2C5CEA98-0929-429E-A903-59416F7FB4D3}" dt="2023-11-04T06:37:09.557" v="3534" actId="20577"/>
          <ac:spMkLst>
            <pc:docMk/>
            <pc:sldMk cId="1969887800" sldId="706"/>
            <ac:spMk id="14" creationId="{2B33ECF5-5106-AE6B-E94B-6EBA4E517A26}"/>
          </ac:spMkLst>
        </pc:spChg>
        <pc:grpChg chg="mod">
          <ac:chgData name="Nursakirah Ab Rahman Muton" userId="423efa6d-ee54-4a96-bb69-a7d6dc1d7e38" providerId="ADAL" clId="{2C5CEA98-0929-429E-A903-59416F7FB4D3}" dt="2023-11-04T06:41:16.785" v="4023" actId="1076"/>
          <ac:grpSpMkLst>
            <pc:docMk/>
            <pc:sldMk cId="1969887800" sldId="706"/>
            <ac:grpSpMk id="3" creationId="{46ADF15A-90E9-E014-5ABF-F7E81E2E2D0A}"/>
          </ac:grpSpMkLst>
        </pc:grpChg>
      </pc:sldChg>
      <pc:sldChg chg="addSp new mod ord">
        <pc:chgData name="Nursakirah Ab Rahman Muton" userId="423efa6d-ee54-4a96-bb69-a7d6dc1d7e38" providerId="ADAL" clId="{2C5CEA98-0929-429E-A903-59416F7FB4D3}" dt="2023-11-07T05:47:22.209" v="4362" actId="22"/>
        <pc:sldMkLst>
          <pc:docMk/>
          <pc:sldMk cId="211373260" sldId="707"/>
        </pc:sldMkLst>
        <pc:picChg chg="add">
          <ac:chgData name="Nursakirah Ab Rahman Muton" userId="423efa6d-ee54-4a96-bb69-a7d6dc1d7e38" providerId="ADAL" clId="{2C5CEA98-0929-429E-A903-59416F7FB4D3}" dt="2023-11-07T05:47:22.209" v="4362" actId="22"/>
          <ac:picMkLst>
            <pc:docMk/>
            <pc:sldMk cId="211373260" sldId="707"/>
            <ac:picMk id="5" creationId="{D7C188BC-36E6-FE80-B26D-ACF9960299DC}"/>
          </ac:picMkLst>
        </pc:picChg>
      </pc:sldChg>
      <pc:sldChg chg="delSp modSp add mod delAnim modAnim">
        <pc:chgData name="Nursakirah Ab Rahman Muton" userId="423efa6d-ee54-4a96-bb69-a7d6dc1d7e38" providerId="ADAL" clId="{2C5CEA98-0929-429E-A903-59416F7FB4D3}" dt="2023-11-09T06:34:11.831" v="4616" actId="14100"/>
        <pc:sldMkLst>
          <pc:docMk/>
          <pc:sldMk cId="2403128552" sldId="708"/>
        </pc:sldMkLst>
        <pc:spChg chg="mod">
          <ac:chgData name="Nursakirah Ab Rahman Muton" userId="423efa6d-ee54-4a96-bb69-a7d6dc1d7e38" providerId="ADAL" clId="{2C5CEA98-0929-429E-A903-59416F7FB4D3}" dt="2023-11-09T06:28:35.685" v="4543" actId="20577"/>
          <ac:spMkLst>
            <pc:docMk/>
            <pc:sldMk cId="2403128552" sldId="708"/>
            <ac:spMk id="3" creationId="{8323408E-4FE1-1C1C-B01F-B7D07C58E872}"/>
          </ac:spMkLst>
        </pc:spChg>
        <pc:spChg chg="mod">
          <ac:chgData name="Nursakirah Ab Rahman Muton" userId="423efa6d-ee54-4a96-bb69-a7d6dc1d7e38" providerId="ADAL" clId="{2C5CEA98-0929-429E-A903-59416F7FB4D3}" dt="2023-11-09T06:28:44.265" v="4544" actId="20577"/>
          <ac:spMkLst>
            <pc:docMk/>
            <pc:sldMk cId="2403128552" sldId="708"/>
            <ac:spMk id="4" creationId="{EB350096-B94E-4829-39CA-372F45FABB47}"/>
          </ac:spMkLst>
        </pc:spChg>
        <pc:spChg chg="mod">
          <ac:chgData name="Nursakirah Ab Rahman Muton" userId="423efa6d-ee54-4a96-bb69-a7d6dc1d7e38" providerId="ADAL" clId="{2C5CEA98-0929-429E-A903-59416F7FB4D3}" dt="2023-11-09T06:30:32.442" v="4548" actId="20577"/>
          <ac:spMkLst>
            <pc:docMk/>
            <pc:sldMk cId="2403128552" sldId="708"/>
            <ac:spMk id="7" creationId="{29C9B53E-B22C-3B12-CCA9-91326FD09428}"/>
          </ac:spMkLst>
        </pc:spChg>
        <pc:spChg chg="mod">
          <ac:chgData name="Nursakirah Ab Rahman Muton" userId="423efa6d-ee54-4a96-bb69-a7d6dc1d7e38" providerId="ADAL" clId="{2C5CEA98-0929-429E-A903-59416F7FB4D3}" dt="2023-11-09T06:30:41.055" v="4550" actId="20577"/>
          <ac:spMkLst>
            <pc:docMk/>
            <pc:sldMk cId="2403128552" sldId="708"/>
            <ac:spMk id="8" creationId="{C3ECA726-3C1F-AB3F-8227-904D014299D4}"/>
          </ac:spMkLst>
        </pc:spChg>
        <pc:spChg chg="mod">
          <ac:chgData name="Nursakirah Ab Rahman Muton" userId="423efa6d-ee54-4a96-bb69-a7d6dc1d7e38" providerId="ADAL" clId="{2C5CEA98-0929-429E-A903-59416F7FB4D3}" dt="2023-11-09T06:30:45.214" v="4552" actId="20577"/>
          <ac:spMkLst>
            <pc:docMk/>
            <pc:sldMk cId="2403128552" sldId="708"/>
            <ac:spMk id="9" creationId="{35B3FAF7-571F-F9C0-6CAC-209301851C30}"/>
          </ac:spMkLst>
        </pc:spChg>
        <pc:spChg chg="mod">
          <ac:chgData name="Nursakirah Ab Rahman Muton" userId="423efa6d-ee54-4a96-bb69-a7d6dc1d7e38" providerId="ADAL" clId="{2C5CEA98-0929-429E-A903-59416F7FB4D3}" dt="2023-11-09T06:27:52.802" v="4536" actId="20577"/>
          <ac:spMkLst>
            <pc:docMk/>
            <pc:sldMk cId="2403128552" sldId="708"/>
            <ac:spMk id="15" creationId="{7AB60EDD-53E0-0AA9-EAF0-7F5A579F67CE}"/>
          </ac:spMkLst>
        </pc:spChg>
        <pc:spChg chg="mod">
          <ac:chgData name="Nursakirah Ab Rahman Muton" userId="423efa6d-ee54-4a96-bb69-a7d6dc1d7e38" providerId="ADAL" clId="{2C5CEA98-0929-429E-A903-59416F7FB4D3}" dt="2023-11-09T06:30:59.676" v="4557" actId="20577"/>
          <ac:spMkLst>
            <pc:docMk/>
            <pc:sldMk cId="2403128552" sldId="708"/>
            <ac:spMk id="19" creationId="{7A56E20D-4DC6-F39A-1163-6FF9C62D22E3}"/>
          </ac:spMkLst>
        </pc:spChg>
        <pc:spChg chg="mod">
          <ac:chgData name="Nursakirah Ab Rahman Muton" userId="423efa6d-ee54-4a96-bb69-a7d6dc1d7e38" providerId="ADAL" clId="{2C5CEA98-0929-429E-A903-59416F7FB4D3}" dt="2023-11-09T06:31:11.790" v="4559" actId="20577"/>
          <ac:spMkLst>
            <pc:docMk/>
            <pc:sldMk cId="2403128552" sldId="708"/>
            <ac:spMk id="20" creationId="{A6D4AC07-5037-AA04-D89A-A2D48F713949}"/>
          </ac:spMkLst>
        </pc:spChg>
        <pc:spChg chg="mod">
          <ac:chgData name="Nursakirah Ab Rahman Muton" userId="423efa6d-ee54-4a96-bb69-a7d6dc1d7e38" providerId="ADAL" clId="{2C5CEA98-0929-429E-A903-59416F7FB4D3}" dt="2023-11-09T06:31:34.800" v="4564" actId="1076"/>
          <ac:spMkLst>
            <pc:docMk/>
            <pc:sldMk cId="2403128552" sldId="708"/>
            <ac:spMk id="23" creationId="{A80B4364-F19D-5B9A-0BA1-66DC5AED1D4D}"/>
          </ac:spMkLst>
        </pc:spChg>
        <pc:spChg chg="mod">
          <ac:chgData name="Nursakirah Ab Rahman Muton" userId="423efa6d-ee54-4a96-bb69-a7d6dc1d7e38" providerId="ADAL" clId="{2C5CEA98-0929-429E-A903-59416F7FB4D3}" dt="2023-11-09T06:31:32.492" v="4563" actId="1076"/>
          <ac:spMkLst>
            <pc:docMk/>
            <pc:sldMk cId="2403128552" sldId="708"/>
            <ac:spMk id="24" creationId="{6D09293F-2F9D-556C-66D2-383CD9BC2E2F}"/>
          </ac:spMkLst>
        </pc:spChg>
        <pc:spChg chg="mod">
          <ac:chgData name="Nursakirah Ab Rahman Muton" userId="423efa6d-ee54-4a96-bb69-a7d6dc1d7e38" providerId="ADAL" clId="{2C5CEA98-0929-429E-A903-59416F7FB4D3}" dt="2023-11-09T06:32:26.953" v="4576" actId="20577"/>
          <ac:spMkLst>
            <pc:docMk/>
            <pc:sldMk cId="2403128552" sldId="708"/>
            <ac:spMk id="55" creationId="{D7BBEB9F-27C5-3323-8429-334B34D15E81}"/>
          </ac:spMkLst>
        </pc:spChg>
        <pc:spChg chg="mod">
          <ac:chgData name="Nursakirah Ab Rahman Muton" userId="423efa6d-ee54-4a96-bb69-a7d6dc1d7e38" providerId="ADAL" clId="{2C5CEA98-0929-429E-A903-59416F7FB4D3}" dt="2023-11-09T06:34:06.415" v="4614" actId="1076"/>
          <ac:spMkLst>
            <pc:docMk/>
            <pc:sldMk cId="2403128552" sldId="708"/>
            <ac:spMk id="60" creationId="{E4DD8579-5A73-6F40-5BB7-B5A88690CCD2}"/>
          </ac:spMkLst>
        </pc:spChg>
        <pc:spChg chg="mod">
          <ac:chgData name="Nursakirah Ab Rahman Muton" userId="423efa6d-ee54-4a96-bb69-a7d6dc1d7e38" providerId="ADAL" clId="{2C5CEA98-0929-429E-A903-59416F7FB4D3}" dt="2023-11-09T06:23:09.292" v="4489" actId="20577"/>
          <ac:spMkLst>
            <pc:docMk/>
            <pc:sldMk cId="2403128552" sldId="708"/>
            <ac:spMk id="61" creationId="{E4B11F2D-6BAE-EFCA-9688-8835B770C61E}"/>
          </ac:spMkLst>
        </pc:spChg>
        <pc:spChg chg="mod">
          <ac:chgData name="Nursakirah Ab Rahman Muton" userId="423efa6d-ee54-4a96-bb69-a7d6dc1d7e38" providerId="ADAL" clId="{2C5CEA98-0929-429E-A903-59416F7FB4D3}" dt="2023-11-09T06:33:22.136" v="4581" actId="20577"/>
          <ac:spMkLst>
            <pc:docMk/>
            <pc:sldMk cId="2403128552" sldId="708"/>
            <ac:spMk id="62" creationId="{D5124E5E-82B0-ECE3-6993-D44A0351E3AF}"/>
          </ac:spMkLst>
        </pc:spChg>
        <pc:spChg chg="mod">
          <ac:chgData name="Nursakirah Ab Rahman Muton" userId="423efa6d-ee54-4a96-bb69-a7d6dc1d7e38" providerId="ADAL" clId="{2C5CEA98-0929-429E-A903-59416F7FB4D3}" dt="2023-11-09T06:33:50.016" v="4609" actId="20577"/>
          <ac:spMkLst>
            <pc:docMk/>
            <pc:sldMk cId="2403128552" sldId="708"/>
            <ac:spMk id="68" creationId="{07F049DF-F256-C067-AF8D-01E937910624}"/>
          </ac:spMkLst>
        </pc:spChg>
        <pc:spChg chg="del">
          <ac:chgData name="Nursakirah Ab Rahman Muton" userId="423efa6d-ee54-4a96-bb69-a7d6dc1d7e38" providerId="ADAL" clId="{2C5CEA98-0929-429E-A903-59416F7FB4D3}" dt="2023-11-09T06:23:53.080" v="4512" actId="478"/>
          <ac:spMkLst>
            <pc:docMk/>
            <pc:sldMk cId="2403128552" sldId="708"/>
            <ac:spMk id="69" creationId="{322A496D-A896-0117-480F-3540A2D58E63}"/>
          </ac:spMkLst>
        </pc:spChg>
        <pc:spChg chg="mod">
          <ac:chgData name="Nursakirah Ab Rahman Muton" userId="423efa6d-ee54-4a96-bb69-a7d6dc1d7e38" providerId="ADAL" clId="{2C5CEA98-0929-429E-A903-59416F7FB4D3}" dt="2023-11-09T06:34:03.967" v="4612" actId="14100"/>
          <ac:spMkLst>
            <pc:docMk/>
            <pc:sldMk cId="2403128552" sldId="708"/>
            <ac:spMk id="70" creationId="{BB350104-8499-F4B7-C095-284F33A8C3C4}"/>
          </ac:spMkLst>
        </pc:spChg>
        <pc:spChg chg="mod">
          <ac:chgData name="Nursakirah Ab Rahman Muton" userId="423efa6d-ee54-4a96-bb69-a7d6dc1d7e38" providerId="ADAL" clId="{2C5CEA98-0929-429E-A903-59416F7FB4D3}" dt="2023-11-09T06:34:09.355" v="4615" actId="1076"/>
          <ac:spMkLst>
            <pc:docMk/>
            <pc:sldMk cId="2403128552" sldId="708"/>
            <ac:spMk id="71" creationId="{224ECCF4-852E-2019-7C6D-9152C8253515}"/>
          </ac:spMkLst>
        </pc:spChg>
        <pc:spChg chg="mod">
          <ac:chgData name="Nursakirah Ab Rahman Muton" userId="423efa6d-ee54-4a96-bb69-a7d6dc1d7e38" providerId="ADAL" clId="{2C5CEA98-0929-429E-A903-59416F7FB4D3}" dt="2023-11-09T06:23:44.954" v="4510" actId="20577"/>
          <ac:spMkLst>
            <pc:docMk/>
            <pc:sldMk cId="2403128552" sldId="708"/>
            <ac:spMk id="82" creationId="{176FC2E5-4350-4B47-A207-8F9B65026792}"/>
          </ac:spMkLst>
        </pc:spChg>
        <pc:spChg chg="mod">
          <ac:chgData name="Nursakirah Ab Rahman Muton" userId="423efa6d-ee54-4a96-bb69-a7d6dc1d7e38" providerId="ADAL" clId="{2C5CEA98-0929-429E-A903-59416F7FB4D3}" dt="2023-11-09T06:32:37.883" v="4580" actId="1076"/>
          <ac:spMkLst>
            <pc:docMk/>
            <pc:sldMk cId="2403128552" sldId="708"/>
            <ac:spMk id="88" creationId="{4A7685CD-F624-40EF-A9A4-A3713C494DF0}"/>
          </ac:spMkLst>
        </pc:spChg>
        <pc:spChg chg="mod">
          <ac:chgData name="Nursakirah Ab Rahman Muton" userId="423efa6d-ee54-4a96-bb69-a7d6dc1d7e38" providerId="ADAL" clId="{2C5CEA98-0929-429E-A903-59416F7FB4D3}" dt="2023-11-09T06:32:21.157" v="4573" actId="1076"/>
          <ac:spMkLst>
            <pc:docMk/>
            <pc:sldMk cId="2403128552" sldId="708"/>
            <ac:spMk id="91" creationId="{3DC53E2F-F6B7-79BD-A805-13BC57C78004}"/>
          </ac:spMkLst>
        </pc:spChg>
        <pc:spChg chg="mod">
          <ac:chgData name="Nursakirah Ab Rahman Muton" userId="423efa6d-ee54-4a96-bb69-a7d6dc1d7e38" providerId="ADAL" clId="{2C5CEA98-0929-429E-A903-59416F7FB4D3}" dt="2023-11-09T06:23:34.616" v="4508" actId="1076"/>
          <ac:spMkLst>
            <pc:docMk/>
            <pc:sldMk cId="2403128552" sldId="708"/>
            <ac:spMk id="92" creationId="{932FFE39-D0CD-B236-9B38-BA8BF3ECEB3F}"/>
          </ac:spMkLst>
        </pc:spChg>
        <pc:cxnChg chg="mod">
          <ac:chgData name="Nursakirah Ab Rahman Muton" userId="423efa6d-ee54-4a96-bb69-a7d6dc1d7e38" providerId="ADAL" clId="{2C5CEA98-0929-429E-A903-59416F7FB4D3}" dt="2023-11-09T06:31:44.134" v="4571" actId="1037"/>
          <ac:cxnSpMkLst>
            <pc:docMk/>
            <pc:sldMk cId="2403128552" sldId="708"/>
            <ac:cxnSpMk id="57" creationId="{EB9ABDA6-164F-A984-612D-A8836933EDFB}"/>
          </ac:cxnSpMkLst>
        </pc:cxnChg>
        <pc:cxnChg chg="del">
          <ac:chgData name="Nursakirah Ab Rahman Muton" userId="423efa6d-ee54-4a96-bb69-a7d6dc1d7e38" providerId="ADAL" clId="{2C5CEA98-0929-429E-A903-59416F7FB4D3}" dt="2023-11-09T06:23:11.112" v="4490" actId="478"/>
          <ac:cxnSpMkLst>
            <pc:docMk/>
            <pc:sldMk cId="2403128552" sldId="708"/>
            <ac:cxnSpMk id="63" creationId="{77805C29-5AEC-CC61-4007-4F4AC67B443D}"/>
          </ac:cxnSpMkLst>
        </pc:cxnChg>
        <pc:cxnChg chg="mod">
          <ac:chgData name="Nursakirah Ab Rahman Muton" userId="423efa6d-ee54-4a96-bb69-a7d6dc1d7e38" providerId="ADAL" clId="{2C5CEA98-0929-429E-A903-59416F7FB4D3}" dt="2023-11-09T06:34:03.967" v="4612" actId="14100"/>
          <ac:cxnSpMkLst>
            <pc:docMk/>
            <pc:sldMk cId="2403128552" sldId="708"/>
            <ac:cxnSpMk id="73" creationId="{AA4C7450-6BD8-F70E-9593-1DFDF8ADFE15}"/>
          </ac:cxnSpMkLst>
        </pc:cxnChg>
        <pc:cxnChg chg="mod">
          <ac:chgData name="Nursakirah Ab Rahman Muton" userId="423efa6d-ee54-4a96-bb69-a7d6dc1d7e38" providerId="ADAL" clId="{2C5CEA98-0929-429E-A903-59416F7FB4D3}" dt="2023-11-09T06:34:11.831" v="4616" actId="14100"/>
          <ac:cxnSpMkLst>
            <pc:docMk/>
            <pc:sldMk cId="2403128552" sldId="708"/>
            <ac:cxnSpMk id="74" creationId="{998F1B9B-5313-398A-2718-A8BB2E57446D}"/>
          </ac:cxnSpMkLst>
        </pc:cxnChg>
        <pc:cxnChg chg="mod">
          <ac:chgData name="Nursakirah Ab Rahman Muton" userId="423efa6d-ee54-4a96-bb69-a7d6dc1d7e38" providerId="ADAL" clId="{2C5CEA98-0929-429E-A903-59416F7FB4D3}" dt="2023-11-09T06:31:18.266" v="4561" actId="14100"/>
          <ac:cxnSpMkLst>
            <pc:docMk/>
            <pc:sldMk cId="2403128552" sldId="708"/>
            <ac:cxnSpMk id="85" creationId="{248D6D95-0665-0A86-B988-55606EEEC25B}"/>
          </ac:cxnSpMkLst>
        </pc:cxnChg>
        <pc:cxnChg chg="mod">
          <ac:chgData name="Nursakirah Ab Rahman Muton" userId="423efa6d-ee54-4a96-bb69-a7d6dc1d7e38" providerId="ADAL" clId="{2C5CEA98-0929-429E-A903-59416F7FB4D3}" dt="2023-11-09T06:31:40.430" v="4567" actId="1038"/>
          <ac:cxnSpMkLst>
            <pc:docMk/>
            <pc:sldMk cId="2403128552" sldId="708"/>
            <ac:cxnSpMk id="86" creationId="{DA757454-78C4-FDEB-F2BF-9607054A674B}"/>
          </ac:cxnSpMkLst>
        </pc:cxnChg>
      </pc:sldChg>
      <pc:sldChg chg="modSp add del mod">
        <pc:chgData name="Nursakirah Ab Rahman Muton" userId="423efa6d-ee54-4a96-bb69-a7d6dc1d7e38" providerId="ADAL" clId="{2C5CEA98-0929-429E-A903-59416F7FB4D3}" dt="2023-11-09T06:46:11.858" v="4701" actId="47"/>
        <pc:sldMkLst>
          <pc:docMk/>
          <pc:sldMk cId="2102904122" sldId="709"/>
        </pc:sldMkLst>
        <pc:spChg chg="mod">
          <ac:chgData name="Nursakirah Ab Rahman Muton" userId="423efa6d-ee54-4a96-bb69-a7d6dc1d7e38" providerId="ADAL" clId="{2C5CEA98-0929-429E-A903-59416F7FB4D3}" dt="2023-11-09T06:43:45.480" v="4685" actId="20577"/>
          <ac:spMkLst>
            <pc:docMk/>
            <pc:sldMk cId="2102904122" sldId="709"/>
            <ac:spMk id="3" creationId="{8323408E-4FE1-1C1C-B01F-B7D07C58E872}"/>
          </ac:spMkLst>
        </pc:spChg>
        <pc:spChg chg="mod">
          <ac:chgData name="Nursakirah Ab Rahman Muton" userId="423efa6d-ee54-4a96-bb69-a7d6dc1d7e38" providerId="ADAL" clId="{2C5CEA98-0929-429E-A903-59416F7FB4D3}" dt="2023-11-09T06:44:16.647" v="4689" actId="20577"/>
          <ac:spMkLst>
            <pc:docMk/>
            <pc:sldMk cId="2102904122" sldId="709"/>
            <ac:spMk id="4" creationId="{EB350096-B94E-4829-39CA-372F45FABB47}"/>
          </ac:spMkLst>
        </pc:spChg>
        <pc:spChg chg="mod">
          <ac:chgData name="Nursakirah Ab Rahman Muton" userId="423efa6d-ee54-4a96-bb69-a7d6dc1d7e38" providerId="ADAL" clId="{2C5CEA98-0929-429E-A903-59416F7FB4D3}" dt="2023-11-09T06:45:11.655" v="4691" actId="20577"/>
          <ac:spMkLst>
            <pc:docMk/>
            <pc:sldMk cId="2102904122" sldId="709"/>
            <ac:spMk id="7" creationId="{29C9B53E-B22C-3B12-CCA9-91326FD09428}"/>
          </ac:spMkLst>
        </pc:spChg>
        <pc:spChg chg="mod">
          <ac:chgData name="Nursakirah Ab Rahman Muton" userId="423efa6d-ee54-4a96-bb69-a7d6dc1d7e38" providerId="ADAL" clId="{2C5CEA98-0929-429E-A903-59416F7FB4D3}" dt="2023-11-09T06:45:13.660" v="4692" actId="20577"/>
          <ac:spMkLst>
            <pc:docMk/>
            <pc:sldMk cId="2102904122" sldId="709"/>
            <ac:spMk id="8" creationId="{C3ECA726-3C1F-AB3F-8227-904D014299D4}"/>
          </ac:spMkLst>
        </pc:spChg>
        <pc:spChg chg="mod">
          <ac:chgData name="Nursakirah Ab Rahman Muton" userId="423efa6d-ee54-4a96-bb69-a7d6dc1d7e38" providerId="ADAL" clId="{2C5CEA98-0929-429E-A903-59416F7FB4D3}" dt="2023-11-09T06:45:15.288" v="4693" actId="20577"/>
          <ac:spMkLst>
            <pc:docMk/>
            <pc:sldMk cId="2102904122" sldId="709"/>
            <ac:spMk id="9" creationId="{35B3FAF7-571F-F9C0-6CAC-209301851C30}"/>
          </ac:spMkLst>
        </pc:spChg>
        <pc:spChg chg="mod">
          <ac:chgData name="Nursakirah Ab Rahman Muton" userId="423efa6d-ee54-4a96-bb69-a7d6dc1d7e38" providerId="ADAL" clId="{2C5CEA98-0929-429E-A903-59416F7FB4D3}" dt="2023-11-09T06:40:23.543" v="4627" actId="20577"/>
          <ac:spMkLst>
            <pc:docMk/>
            <pc:sldMk cId="2102904122" sldId="709"/>
            <ac:spMk id="15" creationId="{7AB60EDD-53E0-0AA9-EAF0-7F5A579F67CE}"/>
          </ac:spMkLst>
        </pc:spChg>
        <pc:spChg chg="mod">
          <ac:chgData name="Nursakirah Ab Rahman Muton" userId="423efa6d-ee54-4a96-bb69-a7d6dc1d7e38" providerId="ADAL" clId="{2C5CEA98-0929-429E-A903-59416F7FB4D3}" dt="2023-11-09T06:45:34.330" v="4700" actId="20577"/>
          <ac:spMkLst>
            <pc:docMk/>
            <pc:sldMk cId="2102904122" sldId="709"/>
            <ac:spMk id="19" creationId="{7A56E20D-4DC6-F39A-1163-6FF9C62D22E3}"/>
          </ac:spMkLst>
        </pc:spChg>
        <pc:spChg chg="mod">
          <ac:chgData name="Nursakirah Ab Rahman Muton" userId="423efa6d-ee54-4a96-bb69-a7d6dc1d7e38" providerId="ADAL" clId="{2C5CEA98-0929-429E-A903-59416F7FB4D3}" dt="2023-11-09T06:43:07.436" v="4678" actId="207"/>
          <ac:spMkLst>
            <pc:docMk/>
            <pc:sldMk cId="2102904122" sldId="709"/>
            <ac:spMk id="20" creationId="{A6D4AC07-5037-AA04-D89A-A2D48F713949}"/>
          </ac:spMkLst>
        </pc:spChg>
        <pc:spChg chg="mod">
          <ac:chgData name="Nursakirah Ab Rahman Muton" userId="423efa6d-ee54-4a96-bb69-a7d6dc1d7e38" providerId="ADAL" clId="{2C5CEA98-0929-429E-A903-59416F7FB4D3}" dt="2023-11-09T06:45:20.481" v="4695" actId="20577"/>
          <ac:spMkLst>
            <pc:docMk/>
            <pc:sldMk cId="2102904122" sldId="709"/>
            <ac:spMk id="23" creationId="{A80B4364-F19D-5B9A-0BA1-66DC5AED1D4D}"/>
          </ac:spMkLst>
        </pc:spChg>
        <pc:cxnChg chg="mod">
          <ac:chgData name="Nursakirah Ab Rahman Muton" userId="423efa6d-ee54-4a96-bb69-a7d6dc1d7e38" providerId="ADAL" clId="{2C5CEA98-0929-429E-A903-59416F7FB4D3}" dt="2023-11-09T06:43:13.659" v="4680" actId="1076"/>
          <ac:cxnSpMkLst>
            <pc:docMk/>
            <pc:sldMk cId="2102904122" sldId="709"/>
            <ac:cxnSpMk id="85" creationId="{248D6D95-0665-0A86-B988-55606EEEC25B}"/>
          </ac:cxnSpMkLst>
        </pc:cxnChg>
      </pc:sldChg>
      <pc:sldChg chg="addSp delSp new mod modClrScheme chgLayout">
        <pc:chgData name="Nursakirah Ab Rahman Muton" userId="423efa6d-ee54-4a96-bb69-a7d6dc1d7e38" providerId="ADAL" clId="{2C5CEA98-0929-429E-A903-59416F7FB4D3}" dt="2023-11-09T23:47:58.959" v="4725" actId="700"/>
        <pc:sldMkLst>
          <pc:docMk/>
          <pc:sldMk cId="2818815083" sldId="709"/>
        </pc:sldMkLst>
        <pc:spChg chg="del">
          <ac:chgData name="Nursakirah Ab Rahman Muton" userId="423efa6d-ee54-4a96-bb69-a7d6dc1d7e38" providerId="ADAL" clId="{2C5CEA98-0929-429E-A903-59416F7FB4D3}" dt="2023-11-09T23:47:58.959" v="4725" actId="700"/>
          <ac:spMkLst>
            <pc:docMk/>
            <pc:sldMk cId="2818815083" sldId="709"/>
            <ac:spMk id="2" creationId="{0B13F8E8-EC2E-5525-349A-7A0D2A2174AF}"/>
          </ac:spMkLst>
        </pc:spChg>
        <pc:spChg chg="del">
          <ac:chgData name="Nursakirah Ab Rahman Muton" userId="423efa6d-ee54-4a96-bb69-a7d6dc1d7e38" providerId="ADAL" clId="{2C5CEA98-0929-429E-A903-59416F7FB4D3}" dt="2023-11-09T23:47:58.959" v="4725" actId="700"/>
          <ac:spMkLst>
            <pc:docMk/>
            <pc:sldMk cId="2818815083" sldId="709"/>
            <ac:spMk id="3" creationId="{7A8B1D78-36CF-AA33-CAA6-026CC83601C9}"/>
          </ac:spMkLst>
        </pc:spChg>
        <pc:picChg chg="add">
          <ac:chgData name="Nursakirah Ab Rahman Muton" userId="423efa6d-ee54-4a96-bb69-a7d6dc1d7e38" providerId="ADAL" clId="{2C5CEA98-0929-429E-A903-59416F7FB4D3}" dt="2023-11-09T23:47:49.765" v="4724" actId="22"/>
          <ac:picMkLst>
            <pc:docMk/>
            <pc:sldMk cId="2818815083" sldId="709"/>
            <ac:picMk id="5" creationId="{34EEB056-DB2E-092B-C07A-CE96A69A21F8}"/>
          </ac:picMkLst>
        </pc:picChg>
      </pc:sldChg>
      <pc:sldMasterChg chg="del delSldLayout">
        <pc:chgData name="Nursakirah Ab Rahman Muton" userId="423efa6d-ee54-4a96-bb69-a7d6dc1d7e38" providerId="ADAL" clId="{2C5CEA98-0929-429E-A903-59416F7FB4D3}" dt="2023-11-10T00:01:13.121" v="4775" actId="47"/>
        <pc:sldMasterMkLst>
          <pc:docMk/>
          <pc:sldMasterMk cId="3594376142" sldId="2147484200"/>
        </pc:sldMasterMkLst>
        <pc:sldLayoutChg chg="del">
          <pc:chgData name="Nursakirah Ab Rahman Muton" userId="423efa6d-ee54-4a96-bb69-a7d6dc1d7e38" providerId="ADAL" clId="{2C5CEA98-0929-429E-A903-59416F7FB4D3}" dt="2023-11-10T00:01:13.121" v="4775" actId="47"/>
          <pc:sldLayoutMkLst>
            <pc:docMk/>
            <pc:sldMasterMk cId="3594376142" sldId="2147484200"/>
            <pc:sldLayoutMk cId="203924576" sldId="2147484201"/>
          </pc:sldLayoutMkLst>
        </pc:sldLayoutChg>
        <pc:sldLayoutChg chg="del">
          <pc:chgData name="Nursakirah Ab Rahman Muton" userId="423efa6d-ee54-4a96-bb69-a7d6dc1d7e38" providerId="ADAL" clId="{2C5CEA98-0929-429E-A903-59416F7FB4D3}" dt="2023-11-10T00:01:13.121" v="4775" actId="47"/>
          <pc:sldLayoutMkLst>
            <pc:docMk/>
            <pc:sldMasterMk cId="3594376142" sldId="2147484200"/>
            <pc:sldLayoutMk cId="613112374" sldId="2147484202"/>
          </pc:sldLayoutMkLst>
        </pc:sldLayoutChg>
        <pc:sldLayoutChg chg="del">
          <pc:chgData name="Nursakirah Ab Rahman Muton" userId="423efa6d-ee54-4a96-bb69-a7d6dc1d7e38" providerId="ADAL" clId="{2C5CEA98-0929-429E-A903-59416F7FB4D3}" dt="2023-11-10T00:01:13.121" v="4775" actId="47"/>
          <pc:sldLayoutMkLst>
            <pc:docMk/>
            <pc:sldMasterMk cId="3594376142" sldId="2147484200"/>
            <pc:sldLayoutMk cId="2710743477" sldId="2147484203"/>
          </pc:sldLayoutMkLst>
        </pc:sldLayoutChg>
        <pc:sldLayoutChg chg="del">
          <pc:chgData name="Nursakirah Ab Rahman Muton" userId="423efa6d-ee54-4a96-bb69-a7d6dc1d7e38" providerId="ADAL" clId="{2C5CEA98-0929-429E-A903-59416F7FB4D3}" dt="2023-11-10T00:01:13.121" v="4775" actId="47"/>
          <pc:sldLayoutMkLst>
            <pc:docMk/>
            <pc:sldMasterMk cId="3594376142" sldId="2147484200"/>
            <pc:sldLayoutMk cId="1269568631" sldId="2147484204"/>
          </pc:sldLayoutMkLst>
        </pc:sldLayoutChg>
        <pc:sldLayoutChg chg="del">
          <pc:chgData name="Nursakirah Ab Rahman Muton" userId="423efa6d-ee54-4a96-bb69-a7d6dc1d7e38" providerId="ADAL" clId="{2C5CEA98-0929-429E-A903-59416F7FB4D3}" dt="2023-11-10T00:01:13.121" v="4775" actId="47"/>
          <pc:sldLayoutMkLst>
            <pc:docMk/>
            <pc:sldMasterMk cId="3594376142" sldId="2147484200"/>
            <pc:sldLayoutMk cId="1711192713" sldId="2147484205"/>
          </pc:sldLayoutMkLst>
        </pc:sldLayoutChg>
        <pc:sldLayoutChg chg="del">
          <pc:chgData name="Nursakirah Ab Rahman Muton" userId="423efa6d-ee54-4a96-bb69-a7d6dc1d7e38" providerId="ADAL" clId="{2C5CEA98-0929-429E-A903-59416F7FB4D3}" dt="2023-11-10T00:01:13.121" v="4775" actId="47"/>
          <pc:sldLayoutMkLst>
            <pc:docMk/>
            <pc:sldMasterMk cId="3594376142" sldId="2147484200"/>
            <pc:sldLayoutMk cId="3109967541" sldId="2147484206"/>
          </pc:sldLayoutMkLst>
        </pc:sldLayoutChg>
        <pc:sldLayoutChg chg="del">
          <pc:chgData name="Nursakirah Ab Rahman Muton" userId="423efa6d-ee54-4a96-bb69-a7d6dc1d7e38" providerId="ADAL" clId="{2C5CEA98-0929-429E-A903-59416F7FB4D3}" dt="2023-11-10T00:01:13.121" v="4775" actId="47"/>
          <pc:sldLayoutMkLst>
            <pc:docMk/>
            <pc:sldMasterMk cId="3594376142" sldId="2147484200"/>
            <pc:sldLayoutMk cId="3320486049" sldId="2147484207"/>
          </pc:sldLayoutMkLst>
        </pc:sldLayoutChg>
        <pc:sldLayoutChg chg="del">
          <pc:chgData name="Nursakirah Ab Rahman Muton" userId="423efa6d-ee54-4a96-bb69-a7d6dc1d7e38" providerId="ADAL" clId="{2C5CEA98-0929-429E-A903-59416F7FB4D3}" dt="2023-11-10T00:01:13.121" v="4775" actId="47"/>
          <pc:sldLayoutMkLst>
            <pc:docMk/>
            <pc:sldMasterMk cId="3594376142" sldId="2147484200"/>
            <pc:sldLayoutMk cId="2650265951" sldId="2147484208"/>
          </pc:sldLayoutMkLst>
        </pc:sldLayoutChg>
        <pc:sldLayoutChg chg="del">
          <pc:chgData name="Nursakirah Ab Rahman Muton" userId="423efa6d-ee54-4a96-bb69-a7d6dc1d7e38" providerId="ADAL" clId="{2C5CEA98-0929-429E-A903-59416F7FB4D3}" dt="2023-11-10T00:01:13.121" v="4775" actId="47"/>
          <pc:sldLayoutMkLst>
            <pc:docMk/>
            <pc:sldMasterMk cId="3594376142" sldId="2147484200"/>
            <pc:sldLayoutMk cId="496857517" sldId="2147484209"/>
          </pc:sldLayoutMkLst>
        </pc:sldLayoutChg>
        <pc:sldLayoutChg chg="del">
          <pc:chgData name="Nursakirah Ab Rahman Muton" userId="423efa6d-ee54-4a96-bb69-a7d6dc1d7e38" providerId="ADAL" clId="{2C5CEA98-0929-429E-A903-59416F7FB4D3}" dt="2023-11-10T00:01:13.121" v="4775" actId="47"/>
          <pc:sldLayoutMkLst>
            <pc:docMk/>
            <pc:sldMasterMk cId="3594376142" sldId="2147484200"/>
            <pc:sldLayoutMk cId="2660803220" sldId="2147484210"/>
          </pc:sldLayoutMkLst>
        </pc:sldLayoutChg>
        <pc:sldLayoutChg chg="del">
          <pc:chgData name="Nursakirah Ab Rahman Muton" userId="423efa6d-ee54-4a96-bb69-a7d6dc1d7e38" providerId="ADAL" clId="{2C5CEA98-0929-429E-A903-59416F7FB4D3}" dt="2023-11-10T00:01:13.121" v="4775" actId="47"/>
          <pc:sldLayoutMkLst>
            <pc:docMk/>
            <pc:sldMasterMk cId="3594376142" sldId="2147484200"/>
            <pc:sldLayoutMk cId="930003011" sldId="2147484211"/>
          </pc:sldLayoutMkLst>
        </pc:sldLayoutChg>
      </pc:sldMasterChg>
    </pc:docChg>
  </pc:docChgLst>
  <pc:docChgLst>
    <pc:chgData name="Nursakirah Ab Rahman Muton" userId="f84698cea26ccaf4" providerId="LiveId" clId="{95627AAB-9898-4047-9A04-FC9DE97BA738}"/>
    <pc:docChg chg="custSel delSld modSld modSection">
      <pc:chgData name="Nursakirah Ab Rahman Muton" userId="f84698cea26ccaf4" providerId="LiveId" clId="{95627AAB-9898-4047-9A04-FC9DE97BA738}" dt="2024-10-08T15:41:11.739" v="5" actId="478"/>
      <pc:docMkLst>
        <pc:docMk/>
      </pc:docMkLst>
      <pc:sldChg chg="del">
        <pc:chgData name="Nursakirah Ab Rahman Muton" userId="f84698cea26ccaf4" providerId="LiveId" clId="{95627AAB-9898-4047-9A04-FC9DE97BA738}" dt="2024-10-08T15:40:21.695" v="0" actId="47"/>
        <pc:sldMkLst>
          <pc:docMk/>
          <pc:sldMk cId="3916783520" sldId="679"/>
        </pc:sldMkLst>
      </pc:sldChg>
      <pc:sldChg chg="delSp mod">
        <pc:chgData name="Nursakirah Ab Rahman Muton" userId="f84698cea26ccaf4" providerId="LiveId" clId="{95627AAB-9898-4047-9A04-FC9DE97BA738}" dt="2024-10-08T15:40:53.939" v="2" actId="478"/>
        <pc:sldMkLst>
          <pc:docMk/>
          <pc:sldMk cId="309904863" sldId="680"/>
        </pc:sldMkLst>
        <pc:inkChg chg="del">
          <ac:chgData name="Nursakirah Ab Rahman Muton" userId="f84698cea26ccaf4" providerId="LiveId" clId="{95627AAB-9898-4047-9A04-FC9DE97BA738}" dt="2024-10-08T15:40:53.939" v="2" actId="478"/>
          <ac:inkMkLst>
            <pc:docMk/>
            <pc:sldMk cId="309904863" sldId="680"/>
            <ac:inkMk id="3" creationId="{13AE948D-D866-B027-9513-D02F37E12D6A}"/>
          </ac:inkMkLst>
        </pc:inkChg>
      </pc:sldChg>
      <pc:sldChg chg="delSp mod">
        <pc:chgData name="Nursakirah Ab Rahman Muton" userId="f84698cea26ccaf4" providerId="LiveId" clId="{95627AAB-9898-4047-9A04-FC9DE97BA738}" dt="2024-10-08T15:40:58.416" v="3" actId="478"/>
        <pc:sldMkLst>
          <pc:docMk/>
          <pc:sldMk cId="2206750863" sldId="681"/>
        </pc:sldMkLst>
        <pc:inkChg chg="del">
          <ac:chgData name="Nursakirah Ab Rahman Muton" userId="f84698cea26ccaf4" providerId="LiveId" clId="{95627AAB-9898-4047-9A04-FC9DE97BA738}" dt="2024-10-08T15:40:58.416" v="3" actId="478"/>
          <ac:inkMkLst>
            <pc:docMk/>
            <pc:sldMk cId="2206750863" sldId="681"/>
            <ac:inkMk id="8" creationId="{2AF13377-3CE7-695F-730A-398EA0318442}"/>
          </ac:inkMkLst>
        </pc:inkChg>
      </pc:sldChg>
      <pc:sldChg chg="delSp mod">
        <pc:chgData name="Nursakirah Ab Rahman Muton" userId="f84698cea26ccaf4" providerId="LiveId" clId="{95627AAB-9898-4047-9A04-FC9DE97BA738}" dt="2024-10-08T15:41:11.739" v="5" actId="478"/>
        <pc:sldMkLst>
          <pc:docMk/>
          <pc:sldMk cId="2303338795" sldId="692"/>
        </pc:sldMkLst>
        <pc:inkChg chg="del">
          <ac:chgData name="Nursakirah Ab Rahman Muton" userId="f84698cea26ccaf4" providerId="LiveId" clId="{95627AAB-9898-4047-9A04-FC9DE97BA738}" dt="2024-10-08T15:41:11.739" v="5" actId="478"/>
          <ac:inkMkLst>
            <pc:docMk/>
            <pc:sldMk cId="2303338795" sldId="692"/>
            <ac:inkMk id="2" creationId="{9D2A3A0D-2AB1-05ED-B61C-5A8C86007E75}"/>
          </ac:inkMkLst>
        </pc:inkChg>
      </pc:sldChg>
      <pc:sldChg chg="delSp mod">
        <pc:chgData name="Nursakirah Ab Rahman Muton" userId="f84698cea26ccaf4" providerId="LiveId" clId="{95627AAB-9898-4047-9A04-FC9DE97BA738}" dt="2024-10-08T15:41:08.029" v="4" actId="478"/>
        <pc:sldMkLst>
          <pc:docMk/>
          <pc:sldMk cId="2236175282" sldId="699"/>
        </pc:sldMkLst>
        <pc:inkChg chg="del">
          <ac:chgData name="Nursakirah Ab Rahman Muton" userId="f84698cea26ccaf4" providerId="LiveId" clId="{95627AAB-9898-4047-9A04-FC9DE97BA738}" dt="2024-10-08T15:41:08.029" v="4" actId="478"/>
          <ac:inkMkLst>
            <pc:docMk/>
            <pc:sldMk cId="2236175282" sldId="699"/>
            <ac:inkMk id="8" creationId="{86000ECA-7B35-6CF2-9D76-16DC3F849AD4}"/>
          </ac:inkMkLst>
        </pc:inkChg>
      </pc:sldChg>
      <pc:sldChg chg="del">
        <pc:chgData name="Nursakirah Ab Rahman Muton" userId="f84698cea26ccaf4" providerId="LiveId" clId="{95627AAB-9898-4047-9A04-FC9DE97BA738}" dt="2024-10-08T15:40:28.655" v="1" actId="47"/>
        <pc:sldMkLst>
          <pc:docMk/>
          <pc:sldMk cId="2403128552" sldId="708"/>
        </pc:sldMkLst>
      </pc:sldChg>
    </pc:docChg>
  </pc:docChgLst>
  <pc:docChgLst>
    <pc:chgData name="Nursakirah Ab Rahman Muton" userId="f84698cea26ccaf4" providerId="LiveId" clId="{D3AE37F8-CA3E-465A-A608-AECE5C955B2E}"/>
    <pc:docChg chg="undo custSel addSld delSld modSld sldOrd modSection">
      <pc:chgData name="Nursakirah Ab Rahman Muton" userId="f84698cea26ccaf4" providerId="LiveId" clId="{D3AE37F8-CA3E-465A-A608-AECE5C955B2E}" dt="2024-11-08T05:06:27.876" v="3031" actId="20577"/>
      <pc:docMkLst>
        <pc:docMk/>
      </pc:docMkLst>
      <pc:sldChg chg="modSp mod">
        <pc:chgData name="Nursakirah Ab Rahman Muton" userId="f84698cea26ccaf4" providerId="LiveId" clId="{D3AE37F8-CA3E-465A-A608-AECE5C955B2E}" dt="2024-10-26T08:52:50.427" v="9" actId="20577"/>
        <pc:sldMkLst>
          <pc:docMk/>
          <pc:sldMk cId="0" sldId="256"/>
        </pc:sldMkLst>
        <pc:spChg chg="mod">
          <ac:chgData name="Nursakirah Ab Rahman Muton" userId="f84698cea26ccaf4" providerId="LiveId" clId="{D3AE37F8-CA3E-465A-A608-AECE5C955B2E}" dt="2024-10-26T08:52:50.427" v="9" actId="20577"/>
          <ac:spMkLst>
            <pc:docMk/>
            <pc:sldMk cId="0" sldId="256"/>
            <ac:spMk id="9219" creationId="{058C6238-8C0F-07ED-A240-E3CE9B92A1B6}"/>
          </ac:spMkLst>
        </pc:spChg>
      </pc:sldChg>
      <pc:sldChg chg="modSp mod">
        <pc:chgData name="Nursakirah Ab Rahman Muton" userId="f84698cea26ccaf4" providerId="LiveId" clId="{D3AE37F8-CA3E-465A-A608-AECE5C955B2E}" dt="2024-11-03T06:09:47.637" v="1199" actId="20577"/>
        <pc:sldMkLst>
          <pc:docMk/>
          <pc:sldMk cId="0" sldId="510"/>
        </pc:sldMkLst>
        <pc:spChg chg="mod">
          <ac:chgData name="Nursakirah Ab Rahman Muton" userId="f84698cea26ccaf4" providerId="LiveId" clId="{D3AE37F8-CA3E-465A-A608-AECE5C955B2E}" dt="2024-11-03T06:09:47.637" v="1199" actId="20577"/>
          <ac:spMkLst>
            <pc:docMk/>
            <pc:sldMk cId="0" sldId="510"/>
            <ac:spMk id="132099" creationId="{68EAF333-591D-CC82-5FD2-E48260D94BCB}"/>
          </ac:spMkLst>
        </pc:spChg>
      </pc:sldChg>
      <pc:sldChg chg="modNotesTx">
        <pc:chgData name="Nursakirah Ab Rahman Muton" userId="f84698cea26ccaf4" providerId="LiveId" clId="{D3AE37F8-CA3E-465A-A608-AECE5C955B2E}" dt="2024-11-03T06:27:03.255" v="1216"/>
        <pc:sldMkLst>
          <pc:docMk/>
          <pc:sldMk cId="0" sldId="511"/>
        </pc:sldMkLst>
      </pc:sldChg>
      <pc:sldChg chg="modSp mod">
        <pc:chgData name="Nursakirah Ab Rahman Muton" userId="f84698cea26ccaf4" providerId="LiveId" clId="{D3AE37F8-CA3E-465A-A608-AECE5C955B2E}" dt="2024-11-03T06:56:44.513" v="1224" actId="20577"/>
        <pc:sldMkLst>
          <pc:docMk/>
          <pc:sldMk cId="0" sldId="513"/>
        </pc:sldMkLst>
        <pc:spChg chg="mod">
          <ac:chgData name="Nursakirah Ab Rahman Muton" userId="f84698cea26ccaf4" providerId="LiveId" clId="{D3AE37F8-CA3E-465A-A608-AECE5C955B2E}" dt="2024-11-03T06:56:44.513" v="1224" actId="20577"/>
          <ac:spMkLst>
            <pc:docMk/>
            <pc:sldMk cId="0" sldId="513"/>
            <ac:spMk id="142339" creationId="{5941EF05-F842-3C25-DE15-4A236738BEC4}"/>
          </ac:spMkLst>
        </pc:spChg>
      </pc:sldChg>
      <pc:sldChg chg="addSp modNotesTx">
        <pc:chgData name="Nursakirah Ab Rahman Muton" userId="f84698cea26ccaf4" providerId="LiveId" clId="{D3AE37F8-CA3E-465A-A608-AECE5C955B2E}" dt="2024-11-01T02:02:31.957" v="1116"/>
        <pc:sldMkLst>
          <pc:docMk/>
          <pc:sldMk cId="0" sldId="563"/>
        </pc:sldMkLst>
        <pc:inkChg chg="add">
          <ac:chgData name="Nursakirah Ab Rahman Muton" userId="f84698cea26ccaf4" providerId="LiveId" clId="{D3AE37F8-CA3E-465A-A608-AECE5C955B2E}" dt="2024-11-01T02:02:31.957" v="1116"/>
          <ac:inkMkLst>
            <pc:docMk/>
            <pc:sldMk cId="0" sldId="563"/>
            <ac:inkMk id="7" creationId="{92626D51-3FD1-CCFC-5F5F-82E62D1665C7}"/>
          </ac:inkMkLst>
        </pc:inkChg>
      </pc:sldChg>
      <pc:sldChg chg="del">
        <pc:chgData name="Nursakirah Ab Rahman Muton" userId="f84698cea26ccaf4" providerId="LiveId" clId="{D3AE37F8-CA3E-465A-A608-AECE5C955B2E}" dt="2024-10-26T08:52:42.893" v="0" actId="47"/>
        <pc:sldMkLst>
          <pc:docMk/>
          <pc:sldMk cId="0" sldId="587"/>
        </pc:sldMkLst>
      </pc:sldChg>
      <pc:sldChg chg="addSp">
        <pc:chgData name="Nursakirah Ab Rahman Muton" userId="f84698cea26ccaf4" providerId="LiveId" clId="{D3AE37F8-CA3E-465A-A608-AECE5C955B2E}" dt="2024-11-01T02:02:31.957" v="1116"/>
        <pc:sldMkLst>
          <pc:docMk/>
          <pc:sldMk cId="3348726711" sldId="648"/>
        </pc:sldMkLst>
        <pc:inkChg chg="add">
          <ac:chgData name="Nursakirah Ab Rahman Muton" userId="f84698cea26ccaf4" providerId="LiveId" clId="{D3AE37F8-CA3E-465A-A608-AECE5C955B2E}" dt="2024-11-01T02:02:31.957" v="1116"/>
          <ac:inkMkLst>
            <pc:docMk/>
            <pc:sldMk cId="3348726711" sldId="648"/>
            <ac:inkMk id="3" creationId="{27B266B8-1FAD-1BF1-C372-255F6FE21A4F}"/>
          </ac:inkMkLst>
        </pc:inkChg>
      </pc:sldChg>
      <pc:sldChg chg="addSp modNotesTx">
        <pc:chgData name="Nursakirah Ab Rahman Muton" userId="f84698cea26ccaf4" providerId="LiveId" clId="{D3AE37F8-CA3E-465A-A608-AECE5C955B2E}" dt="2024-11-01T02:02:31.957" v="1116"/>
        <pc:sldMkLst>
          <pc:docMk/>
          <pc:sldMk cId="2485876443" sldId="650"/>
        </pc:sldMkLst>
        <pc:inkChg chg="add">
          <ac:chgData name="Nursakirah Ab Rahman Muton" userId="f84698cea26ccaf4" providerId="LiveId" clId="{D3AE37F8-CA3E-465A-A608-AECE5C955B2E}" dt="2024-11-01T02:02:31.957" v="1116"/>
          <ac:inkMkLst>
            <pc:docMk/>
            <pc:sldMk cId="2485876443" sldId="650"/>
            <ac:inkMk id="4" creationId="{93DF998C-908E-5080-F2B8-9F1F3FD7ABA1}"/>
          </ac:inkMkLst>
        </pc:inkChg>
      </pc:sldChg>
      <pc:sldChg chg="addSp">
        <pc:chgData name="Nursakirah Ab Rahman Muton" userId="f84698cea26ccaf4" providerId="LiveId" clId="{D3AE37F8-CA3E-465A-A608-AECE5C955B2E}" dt="2024-11-01T02:02:31.957" v="1116"/>
        <pc:sldMkLst>
          <pc:docMk/>
          <pc:sldMk cId="3320233882" sldId="651"/>
        </pc:sldMkLst>
        <pc:inkChg chg="add">
          <ac:chgData name="Nursakirah Ab Rahman Muton" userId="f84698cea26ccaf4" providerId="LiveId" clId="{D3AE37F8-CA3E-465A-A608-AECE5C955B2E}" dt="2024-11-01T02:02:31.957" v="1116"/>
          <ac:inkMkLst>
            <pc:docMk/>
            <pc:sldMk cId="3320233882" sldId="651"/>
            <ac:inkMk id="5" creationId="{ED9A0DD0-6966-3D4A-4D6B-31E0CEB7C5B9}"/>
          </ac:inkMkLst>
        </pc:inkChg>
      </pc:sldChg>
      <pc:sldChg chg="addSp">
        <pc:chgData name="Nursakirah Ab Rahman Muton" userId="f84698cea26ccaf4" providerId="LiveId" clId="{D3AE37F8-CA3E-465A-A608-AECE5C955B2E}" dt="2024-11-01T02:02:31.957" v="1116"/>
        <pc:sldMkLst>
          <pc:docMk/>
          <pc:sldMk cId="696019241" sldId="652"/>
        </pc:sldMkLst>
        <pc:inkChg chg="add">
          <ac:chgData name="Nursakirah Ab Rahman Muton" userId="f84698cea26ccaf4" providerId="LiveId" clId="{D3AE37F8-CA3E-465A-A608-AECE5C955B2E}" dt="2024-11-01T02:02:31.957" v="1116"/>
          <ac:inkMkLst>
            <pc:docMk/>
            <pc:sldMk cId="696019241" sldId="652"/>
            <ac:inkMk id="3" creationId="{18A96691-EFCD-9C1D-DB03-D6217E0A0704}"/>
          </ac:inkMkLst>
        </pc:inkChg>
      </pc:sldChg>
      <pc:sldChg chg="addSp">
        <pc:chgData name="Nursakirah Ab Rahman Muton" userId="f84698cea26ccaf4" providerId="LiveId" clId="{D3AE37F8-CA3E-465A-A608-AECE5C955B2E}" dt="2024-11-01T02:02:31.957" v="1116"/>
        <pc:sldMkLst>
          <pc:docMk/>
          <pc:sldMk cId="3815349465" sldId="656"/>
        </pc:sldMkLst>
        <pc:inkChg chg="add">
          <ac:chgData name="Nursakirah Ab Rahman Muton" userId="f84698cea26ccaf4" providerId="LiveId" clId="{D3AE37F8-CA3E-465A-A608-AECE5C955B2E}" dt="2024-11-01T02:02:31.957" v="1116"/>
          <ac:inkMkLst>
            <pc:docMk/>
            <pc:sldMk cId="3815349465" sldId="656"/>
            <ac:inkMk id="7" creationId="{610432CD-9687-7EC8-B8C0-732506EB19F0}"/>
          </ac:inkMkLst>
        </pc:inkChg>
      </pc:sldChg>
      <pc:sldChg chg="addSp">
        <pc:chgData name="Nursakirah Ab Rahman Muton" userId="f84698cea26ccaf4" providerId="LiveId" clId="{D3AE37F8-CA3E-465A-A608-AECE5C955B2E}" dt="2024-11-01T02:02:31.957" v="1116"/>
        <pc:sldMkLst>
          <pc:docMk/>
          <pc:sldMk cId="1887455787" sldId="659"/>
        </pc:sldMkLst>
        <pc:inkChg chg="add">
          <ac:chgData name="Nursakirah Ab Rahman Muton" userId="f84698cea26ccaf4" providerId="LiveId" clId="{D3AE37F8-CA3E-465A-A608-AECE5C955B2E}" dt="2024-11-01T02:02:31.957" v="1116"/>
          <ac:inkMkLst>
            <pc:docMk/>
            <pc:sldMk cId="1887455787" sldId="659"/>
            <ac:inkMk id="2" creationId="{35B79C67-8C50-F6FB-4368-5385D81AFD21}"/>
          </ac:inkMkLst>
        </pc:inkChg>
      </pc:sldChg>
      <pc:sldChg chg="addSp">
        <pc:chgData name="Nursakirah Ab Rahman Muton" userId="f84698cea26ccaf4" providerId="LiveId" clId="{D3AE37F8-CA3E-465A-A608-AECE5C955B2E}" dt="2024-11-01T02:02:31.957" v="1116"/>
        <pc:sldMkLst>
          <pc:docMk/>
          <pc:sldMk cId="1400636962" sldId="662"/>
        </pc:sldMkLst>
        <pc:inkChg chg="add">
          <ac:chgData name="Nursakirah Ab Rahman Muton" userId="f84698cea26ccaf4" providerId="LiveId" clId="{D3AE37F8-CA3E-465A-A608-AECE5C955B2E}" dt="2024-11-01T02:02:31.957" v="1116"/>
          <ac:inkMkLst>
            <pc:docMk/>
            <pc:sldMk cId="1400636962" sldId="662"/>
            <ac:inkMk id="9" creationId="{7B696DEC-D11B-07F6-E7F7-1C95B8848205}"/>
          </ac:inkMkLst>
        </pc:inkChg>
      </pc:sldChg>
      <pc:sldChg chg="addSp">
        <pc:chgData name="Nursakirah Ab Rahman Muton" userId="f84698cea26ccaf4" providerId="LiveId" clId="{D3AE37F8-CA3E-465A-A608-AECE5C955B2E}" dt="2024-11-01T02:02:31.957" v="1116"/>
        <pc:sldMkLst>
          <pc:docMk/>
          <pc:sldMk cId="1798844482" sldId="664"/>
        </pc:sldMkLst>
        <pc:inkChg chg="add">
          <ac:chgData name="Nursakirah Ab Rahman Muton" userId="f84698cea26ccaf4" providerId="LiveId" clId="{D3AE37F8-CA3E-465A-A608-AECE5C955B2E}" dt="2024-11-01T02:02:31.957" v="1116"/>
          <ac:inkMkLst>
            <pc:docMk/>
            <pc:sldMk cId="1798844482" sldId="664"/>
            <ac:inkMk id="2" creationId="{19F47762-EDF6-2AFE-03B0-6B735CDA7743}"/>
          </ac:inkMkLst>
        </pc:inkChg>
      </pc:sldChg>
      <pc:sldChg chg="addSp">
        <pc:chgData name="Nursakirah Ab Rahman Muton" userId="f84698cea26ccaf4" providerId="LiveId" clId="{D3AE37F8-CA3E-465A-A608-AECE5C955B2E}" dt="2024-11-01T02:02:31.957" v="1116"/>
        <pc:sldMkLst>
          <pc:docMk/>
          <pc:sldMk cId="3534875252" sldId="668"/>
        </pc:sldMkLst>
        <pc:inkChg chg="add">
          <ac:chgData name="Nursakirah Ab Rahman Muton" userId="f84698cea26ccaf4" providerId="LiveId" clId="{D3AE37F8-CA3E-465A-A608-AECE5C955B2E}" dt="2024-11-01T02:02:31.957" v="1116"/>
          <ac:inkMkLst>
            <pc:docMk/>
            <pc:sldMk cId="3534875252" sldId="668"/>
            <ac:inkMk id="6" creationId="{05A06F03-C774-547D-BE3A-D8D499B081CD}"/>
          </ac:inkMkLst>
        </pc:inkChg>
      </pc:sldChg>
      <pc:sldChg chg="addSp modNotesTx">
        <pc:chgData name="Nursakirah Ab Rahman Muton" userId="f84698cea26ccaf4" providerId="LiveId" clId="{D3AE37F8-CA3E-465A-A608-AECE5C955B2E}" dt="2024-11-01T02:02:31.957" v="1116"/>
        <pc:sldMkLst>
          <pc:docMk/>
          <pc:sldMk cId="3425009728" sldId="670"/>
        </pc:sldMkLst>
        <pc:inkChg chg="add">
          <ac:chgData name="Nursakirah Ab Rahman Muton" userId="f84698cea26ccaf4" providerId="LiveId" clId="{D3AE37F8-CA3E-465A-A608-AECE5C955B2E}" dt="2024-11-01T02:02:31.957" v="1116"/>
          <ac:inkMkLst>
            <pc:docMk/>
            <pc:sldMk cId="3425009728" sldId="670"/>
            <ac:inkMk id="3" creationId="{EC911D32-ECC5-0765-DB71-96AA4C1A70BF}"/>
          </ac:inkMkLst>
        </pc:inkChg>
      </pc:sldChg>
      <pc:sldChg chg="modSp mod">
        <pc:chgData name="Nursakirah Ab Rahman Muton" userId="f84698cea26ccaf4" providerId="LiveId" clId="{D3AE37F8-CA3E-465A-A608-AECE5C955B2E}" dt="2024-11-07T12:51:31.963" v="1258" actId="20577"/>
        <pc:sldMkLst>
          <pc:docMk/>
          <pc:sldMk cId="233412457" sldId="673"/>
        </pc:sldMkLst>
        <pc:spChg chg="mod">
          <ac:chgData name="Nursakirah Ab Rahman Muton" userId="f84698cea26ccaf4" providerId="LiveId" clId="{D3AE37F8-CA3E-465A-A608-AECE5C955B2E}" dt="2024-11-07T12:51:14.714" v="1230" actId="20577"/>
          <ac:spMkLst>
            <pc:docMk/>
            <pc:sldMk cId="233412457" sldId="673"/>
            <ac:spMk id="12" creationId="{5D50519F-5B5B-14F1-AC06-A3F685574C58}"/>
          </ac:spMkLst>
        </pc:spChg>
        <pc:spChg chg="mod">
          <ac:chgData name="Nursakirah Ab Rahman Muton" userId="f84698cea26ccaf4" providerId="LiveId" clId="{D3AE37F8-CA3E-465A-A608-AECE5C955B2E}" dt="2024-11-07T12:51:19.552" v="1238" actId="20577"/>
          <ac:spMkLst>
            <pc:docMk/>
            <pc:sldMk cId="233412457" sldId="673"/>
            <ac:spMk id="13" creationId="{1FAB2F3F-3BA4-809A-86A1-9FF95FC7140D}"/>
          </ac:spMkLst>
        </pc:spChg>
        <pc:spChg chg="mod">
          <ac:chgData name="Nursakirah Ab Rahman Muton" userId="f84698cea26ccaf4" providerId="LiveId" clId="{D3AE37F8-CA3E-465A-A608-AECE5C955B2E}" dt="2024-11-07T12:51:17.225" v="1234" actId="20577"/>
          <ac:spMkLst>
            <pc:docMk/>
            <pc:sldMk cId="233412457" sldId="673"/>
            <ac:spMk id="41" creationId="{834A681F-1A59-81C5-583F-A54BB277A3D9}"/>
          </ac:spMkLst>
        </pc:spChg>
        <pc:spChg chg="mod">
          <ac:chgData name="Nursakirah Ab Rahman Muton" userId="f84698cea26ccaf4" providerId="LiveId" clId="{D3AE37F8-CA3E-465A-A608-AECE5C955B2E}" dt="2024-11-07T12:51:22.226" v="1242" actId="20577"/>
          <ac:spMkLst>
            <pc:docMk/>
            <pc:sldMk cId="233412457" sldId="673"/>
            <ac:spMk id="49" creationId="{590AAF61-9923-382A-9D10-F0259DDCAAC3}"/>
          </ac:spMkLst>
        </pc:spChg>
        <pc:spChg chg="mod">
          <ac:chgData name="Nursakirah Ab Rahman Muton" userId="f84698cea26ccaf4" providerId="LiveId" clId="{D3AE37F8-CA3E-465A-A608-AECE5C955B2E}" dt="2024-11-07T12:51:24.598" v="1246" actId="20577"/>
          <ac:spMkLst>
            <pc:docMk/>
            <pc:sldMk cId="233412457" sldId="673"/>
            <ac:spMk id="67" creationId="{967ECEDF-A3D6-AA74-2874-3244AACC4D39}"/>
          </ac:spMkLst>
        </pc:spChg>
        <pc:spChg chg="mod">
          <ac:chgData name="Nursakirah Ab Rahman Muton" userId="f84698cea26ccaf4" providerId="LiveId" clId="{D3AE37F8-CA3E-465A-A608-AECE5C955B2E}" dt="2024-11-07T12:51:26.877" v="1250" actId="20577"/>
          <ac:spMkLst>
            <pc:docMk/>
            <pc:sldMk cId="233412457" sldId="673"/>
            <ac:spMk id="70" creationId="{D8743B8F-20CC-3923-2EA9-2E8066CBE870}"/>
          </ac:spMkLst>
        </pc:spChg>
        <pc:spChg chg="mod">
          <ac:chgData name="Nursakirah Ab Rahman Muton" userId="f84698cea26ccaf4" providerId="LiveId" clId="{D3AE37F8-CA3E-465A-A608-AECE5C955B2E}" dt="2024-11-07T12:51:29.714" v="1254" actId="20577"/>
          <ac:spMkLst>
            <pc:docMk/>
            <pc:sldMk cId="233412457" sldId="673"/>
            <ac:spMk id="95" creationId="{502E6944-CA5E-79F3-00AE-6BB15B11356C}"/>
          </ac:spMkLst>
        </pc:spChg>
        <pc:spChg chg="mod">
          <ac:chgData name="Nursakirah Ab Rahman Muton" userId="f84698cea26ccaf4" providerId="LiveId" clId="{D3AE37F8-CA3E-465A-A608-AECE5C955B2E}" dt="2024-11-07T12:51:31.963" v="1258" actId="20577"/>
          <ac:spMkLst>
            <pc:docMk/>
            <pc:sldMk cId="233412457" sldId="673"/>
            <ac:spMk id="98" creationId="{332E83DC-E600-6B89-BD8F-53929391C9A4}"/>
          </ac:spMkLst>
        </pc:spChg>
        <pc:graphicFrameChg chg="modGraphic">
          <ac:chgData name="Nursakirah Ab Rahman Muton" userId="f84698cea26ccaf4" providerId="LiveId" clId="{D3AE37F8-CA3E-465A-A608-AECE5C955B2E}" dt="2024-11-07T12:51:10.880" v="1226" actId="2166"/>
          <ac:graphicFrameMkLst>
            <pc:docMk/>
            <pc:sldMk cId="233412457" sldId="673"/>
            <ac:graphicFrameMk id="8" creationId="{C7C037D4-CCD4-BB8E-FDC1-9F2BB4FBA53A}"/>
          </ac:graphicFrameMkLst>
        </pc:graphicFrameChg>
      </pc:sldChg>
      <pc:sldChg chg="modSp mod">
        <pc:chgData name="Nursakirah Ab Rahman Muton" userId="f84698cea26ccaf4" providerId="LiveId" clId="{D3AE37F8-CA3E-465A-A608-AECE5C955B2E}" dt="2024-11-03T03:49:11.745" v="1153" actId="20577"/>
        <pc:sldMkLst>
          <pc:docMk/>
          <pc:sldMk cId="560755423" sldId="674"/>
        </pc:sldMkLst>
        <pc:spChg chg="mod">
          <ac:chgData name="Nursakirah Ab Rahman Muton" userId="f84698cea26ccaf4" providerId="LiveId" clId="{D3AE37F8-CA3E-465A-A608-AECE5C955B2E}" dt="2024-11-03T03:49:11.745" v="1153" actId="20577"/>
          <ac:spMkLst>
            <pc:docMk/>
            <pc:sldMk cId="560755423" sldId="674"/>
            <ac:spMk id="3" creationId="{9D50F0DB-7C61-59E0-F3F3-6A896E3FE7DA}"/>
          </ac:spMkLst>
        </pc:spChg>
      </pc:sldChg>
      <pc:sldChg chg="del">
        <pc:chgData name="Nursakirah Ab Rahman Muton" userId="f84698cea26ccaf4" providerId="LiveId" clId="{D3AE37F8-CA3E-465A-A608-AECE5C955B2E}" dt="2024-11-01T02:23:43.192" v="1118" actId="2696"/>
        <pc:sldMkLst>
          <pc:docMk/>
          <pc:sldMk cId="2690449133" sldId="676"/>
        </pc:sldMkLst>
      </pc:sldChg>
      <pc:sldChg chg="del">
        <pc:chgData name="Nursakirah Ab Rahman Muton" userId="f84698cea26ccaf4" providerId="LiveId" clId="{D3AE37F8-CA3E-465A-A608-AECE5C955B2E}" dt="2024-11-01T02:23:46.661" v="1119" actId="2696"/>
        <pc:sldMkLst>
          <pc:docMk/>
          <pc:sldMk cId="435553305" sldId="677"/>
        </pc:sldMkLst>
      </pc:sldChg>
      <pc:sldChg chg="del">
        <pc:chgData name="Nursakirah Ab Rahman Muton" userId="f84698cea26ccaf4" providerId="LiveId" clId="{D3AE37F8-CA3E-465A-A608-AECE5C955B2E}" dt="2024-11-01T02:23:51.069" v="1120" actId="2696"/>
        <pc:sldMkLst>
          <pc:docMk/>
          <pc:sldMk cId="343209076" sldId="678"/>
        </pc:sldMkLst>
      </pc:sldChg>
      <pc:sldChg chg="addSp modSp mod">
        <pc:chgData name="Nursakirah Ab Rahman Muton" userId="f84698cea26ccaf4" providerId="LiveId" clId="{D3AE37F8-CA3E-465A-A608-AECE5C955B2E}" dt="2024-11-07T14:01:45.708" v="2315" actId="14100"/>
        <pc:sldMkLst>
          <pc:docMk/>
          <pc:sldMk cId="309904863" sldId="680"/>
        </pc:sldMkLst>
        <pc:spChg chg="mod">
          <ac:chgData name="Nursakirah Ab Rahman Muton" userId="f84698cea26ccaf4" providerId="LiveId" clId="{D3AE37F8-CA3E-465A-A608-AECE5C955B2E}" dt="2024-11-07T13:57:50.294" v="2018" actId="1076"/>
          <ac:spMkLst>
            <pc:docMk/>
            <pc:sldMk cId="309904863" sldId="680"/>
            <ac:spMk id="2" creationId="{AAF68678-0641-5EF1-09EA-7E1603FD6BB9}"/>
          </ac:spMkLst>
        </pc:spChg>
        <pc:spChg chg="add mod">
          <ac:chgData name="Nursakirah Ab Rahman Muton" userId="f84698cea26ccaf4" providerId="LiveId" clId="{D3AE37F8-CA3E-465A-A608-AECE5C955B2E}" dt="2024-11-07T14:01:45.708" v="2315" actId="14100"/>
          <ac:spMkLst>
            <pc:docMk/>
            <pc:sldMk cId="309904863" sldId="680"/>
            <ac:spMk id="3" creationId="{F8DE34C6-9F7B-586E-B5A5-4157903FE124}"/>
          </ac:spMkLst>
        </pc:spChg>
        <pc:picChg chg="mod modCrop">
          <ac:chgData name="Nursakirah Ab Rahman Muton" userId="f84698cea26ccaf4" providerId="LiveId" clId="{D3AE37F8-CA3E-465A-A608-AECE5C955B2E}" dt="2024-11-07T14:01:41.996" v="2314" actId="1076"/>
          <ac:picMkLst>
            <pc:docMk/>
            <pc:sldMk cId="309904863" sldId="680"/>
            <ac:picMk id="5" creationId="{4F30E0EE-4DF9-276F-B34C-F23F73672A4A}"/>
          </ac:picMkLst>
        </pc:picChg>
      </pc:sldChg>
      <pc:sldChg chg="modSp mod ord">
        <pc:chgData name="Nursakirah Ab Rahman Muton" userId="f84698cea26ccaf4" providerId="LiveId" clId="{D3AE37F8-CA3E-465A-A608-AECE5C955B2E}" dt="2024-11-07T14:59:12.812" v="3016"/>
        <pc:sldMkLst>
          <pc:docMk/>
          <pc:sldMk cId="2206750863" sldId="681"/>
        </pc:sldMkLst>
        <pc:spChg chg="mod">
          <ac:chgData name="Nursakirah Ab Rahman Muton" userId="f84698cea26ccaf4" providerId="LiveId" clId="{D3AE37F8-CA3E-465A-A608-AECE5C955B2E}" dt="2024-11-03T04:27:32.013" v="1154" actId="20577"/>
          <ac:spMkLst>
            <pc:docMk/>
            <pc:sldMk cId="2206750863" sldId="681"/>
            <ac:spMk id="3" creationId="{279D68CB-740B-175A-6D76-90925E9AA87C}"/>
          </ac:spMkLst>
        </pc:spChg>
      </pc:sldChg>
      <pc:sldChg chg="modSp mod">
        <pc:chgData name="Nursakirah Ab Rahman Muton" userId="f84698cea26ccaf4" providerId="LiveId" clId="{D3AE37F8-CA3E-465A-A608-AECE5C955B2E}" dt="2024-11-07T15:00:38.422" v="3017" actId="20577"/>
        <pc:sldMkLst>
          <pc:docMk/>
          <pc:sldMk cId="3379260345" sldId="683"/>
        </pc:sldMkLst>
        <pc:spChg chg="mod">
          <ac:chgData name="Nursakirah Ab Rahman Muton" userId="f84698cea26ccaf4" providerId="LiveId" clId="{D3AE37F8-CA3E-465A-A608-AECE5C955B2E}" dt="2024-11-07T15:00:38.422" v="3017" actId="20577"/>
          <ac:spMkLst>
            <pc:docMk/>
            <pc:sldMk cId="3379260345" sldId="683"/>
            <ac:spMk id="4" creationId="{57ED0AD7-2682-9BFF-2B73-EB23F7816AFD}"/>
          </ac:spMkLst>
        </pc:spChg>
      </pc:sldChg>
      <pc:sldChg chg="modSp mod">
        <pc:chgData name="Nursakirah Ab Rahman Muton" userId="f84698cea26ccaf4" providerId="LiveId" clId="{D3AE37F8-CA3E-465A-A608-AECE5C955B2E}" dt="2024-11-07T15:00:43.278" v="3018" actId="20577"/>
        <pc:sldMkLst>
          <pc:docMk/>
          <pc:sldMk cId="643062169" sldId="684"/>
        </pc:sldMkLst>
        <pc:spChg chg="mod">
          <ac:chgData name="Nursakirah Ab Rahman Muton" userId="f84698cea26ccaf4" providerId="LiveId" clId="{D3AE37F8-CA3E-465A-A608-AECE5C955B2E}" dt="2024-11-07T15:00:43.278" v="3018" actId="20577"/>
          <ac:spMkLst>
            <pc:docMk/>
            <pc:sldMk cId="643062169" sldId="684"/>
            <ac:spMk id="4" creationId="{57ED0AD7-2682-9BFF-2B73-EB23F7816AFD}"/>
          </ac:spMkLst>
        </pc:spChg>
      </pc:sldChg>
      <pc:sldChg chg="modSp mod modNotesTx">
        <pc:chgData name="Nursakirah Ab Rahman Muton" userId="f84698cea26ccaf4" providerId="LiveId" clId="{D3AE37F8-CA3E-465A-A608-AECE5C955B2E}" dt="2024-11-03T05:43:56.934" v="1183" actId="12"/>
        <pc:sldMkLst>
          <pc:docMk/>
          <pc:sldMk cId="3332533543" sldId="687"/>
        </pc:sldMkLst>
        <pc:spChg chg="mod">
          <ac:chgData name="Nursakirah Ab Rahman Muton" userId="f84698cea26ccaf4" providerId="LiveId" clId="{D3AE37F8-CA3E-465A-A608-AECE5C955B2E}" dt="2024-11-03T05:43:05.844" v="1174" actId="20577"/>
          <ac:spMkLst>
            <pc:docMk/>
            <pc:sldMk cId="3332533543" sldId="687"/>
            <ac:spMk id="3" creationId="{522E4108-857A-C932-7458-8B8E233449C4}"/>
          </ac:spMkLst>
        </pc:spChg>
      </pc:sldChg>
      <pc:sldChg chg="modSp mod">
        <pc:chgData name="Nursakirah Ab Rahman Muton" userId="f84698cea26ccaf4" providerId="LiveId" clId="{D3AE37F8-CA3E-465A-A608-AECE5C955B2E}" dt="2024-11-03T05:46:06.012" v="1185" actId="1076"/>
        <pc:sldMkLst>
          <pc:docMk/>
          <pc:sldMk cId="2344537962" sldId="688"/>
        </pc:sldMkLst>
        <pc:spChg chg="mod">
          <ac:chgData name="Nursakirah Ab Rahman Muton" userId="f84698cea26ccaf4" providerId="LiveId" clId="{D3AE37F8-CA3E-465A-A608-AECE5C955B2E}" dt="2024-11-03T05:45:58.658" v="1184" actId="33524"/>
          <ac:spMkLst>
            <pc:docMk/>
            <pc:sldMk cId="2344537962" sldId="688"/>
            <ac:spMk id="5" creationId="{258CA79F-B7A3-5861-64C0-03D082301127}"/>
          </ac:spMkLst>
        </pc:spChg>
        <pc:picChg chg="mod">
          <ac:chgData name="Nursakirah Ab Rahman Muton" userId="f84698cea26ccaf4" providerId="LiveId" clId="{D3AE37F8-CA3E-465A-A608-AECE5C955B2E}" dt="2024-11-03T05:46:06.012" v="1185" actId="1076"/>
          <ac:picMkLst>
            <pc:docMk/>
            <pc:sldMk cId="2344537962" sldId="688"/>
            <ac:picMk id="6" creationId="{49263A05-3420-00EA-132A-218F91B95827}"/>
          </ac:picMkLst>
        </pc:picChg>
      </pc:sldChg>
      <pc:sldChg chg="modNotesTx">
        <pc:chgData name="Nursakirah Ab Rahman Muton" userId="f84698cea26ccaf4" providerId="LiveId" clId="{D3AE37F8-CA3E-465A-A608-AECE5C955B2E}" dt="2024-11-03T05:29:00.622" v="1155"/>
        <pc:sldMkLst>
          <pc:docMk/>
          <pc:sldMk cId="2280053026" sldId="690"/>
        </pc:sldMkLst>
      </pc:sldChg>
      <pc:sldChg chg="modSp mod">
        <pc:chgData name="Nursakirah Ab Rahman Muton" userId="f84698cea26ccaf4" providerId="LiveId" clId="{D3AE37F8-CA3E-465A-A608-AECE5C955B2E}" dt="2024-11-08T05:06:27.876" v="3031" actId="20577"/>
        <pc:sldMkLst>
          <pc:docMk/>
          <pc:sldMk cId="3758435043" sldId="695"/>
        </pc:sldMkLst>
        <pc:spChg chg="mod">
          <ac:chgData name="Nursakirah Ab Rahman Muton" userId="f84698cea26ccaf4" providerId="LiveId" clId="{D3AE37F8-CA3E-465A-A608-AECE5C955B2E}" dt="2024-11-08T05:06:27.876" v="3031" actId="20577"/>
          <ac:spMkLst>
            <pc:docMk/>
            <pc:sldMk cId="3758435043" sldId="695"/>
            <ac:spMk id="4" creationId="{BF6F4F09-F735-AD51-4CD7-1803BD635323}"/>
          </ac:spMkLst>
        </pc:spChg>
      </pc:sldChg>
      <pc:sldChg chg="addSp modSp mod">
        <pc:chgData name="Nursakirah Ab Rahman Muton" userId="f84698cea26ccaf4" providerId="LiveId" clId="{D3AE37F8-CA3E-465A-A608-AECE5C955B2E}" dt="2024-11-03T06:25:05.794" v="1215" actId="14100"/>
        <pc:sldMkLst>
          <pc:docMk/>
          <pc:sldMk cId="2932695587" sldId="700"/>
        </pc:sldMkLst>
        <pc:spChg chg="add mod">
          <ac:chgData name="Nursakirah Ab Rahman Muton" userId="f84698cea26ccaf4" providerId="LiveId" clId="{D3AE37F8-CA3E-465A-A608-AECE5C955B2E}" dt="2024-11-03T06:24:52.605" v="1210" actId="14100"/>
          <ac:spMkLst>
            <pc:docMk/>
            <pc:sldMk cId="2932695587" sldId="700"/>
            <ac:spMk id="2" creationId="{3B25828E-8C43-1CB9-2E46-4A8137D8D2D9}"/>
          </ac:spMkLst>
        </pc:spChg>
        <pc:spChg chg="add mod">
          <ac:chgData name="Nursakirah Ab Rahman Muton" userId="f84698cea26ccaf4" providerId="LiveId" clId="{D3AE37F8-CA3E-465A-A608-AECE5C955B2E}" dt="2024-11-03T06:25:05.794" v="1215" actId="14100"/>
          <ac:spMkLst>
            <pc:docMk/>
            <pc:sldMk cId="2932695587" sldId="700"/>
            <ac:spMk id="10" creationId="{96AB29F7-4F0B-0C84-D1DB-5AA04427E1E1}"/>
          </ac:spMkLst>
        </pc:spChg>
      </pc:sldChg>
      <pc:sldChg chg="del">
        <pc:chgData name="Nursakirah Ab Rahman Muton" userId="f84698cea26ccaf4" providerId="LiveId" clId="{D3AE37F8-CA3E-465A-A608-AECE5C955B2E}" dt="2024-10-31T13:28:20.052" v="1059" actId="47"/>
        <pc:sldMkLst>
          <pc:docMk/>
          <pc:sldMk cId="211373260" sldId="707"/>
        </pc:sldMkLst>
      </pc:sldChg>
      <pc:sldChg chg="modSp add mod ord">
        <pc:chgData name="Nursakirah Ab Rahman Muton" userId="f84698cea26ccaf4" providerId="LiveId" clId="{D3AE37F8-CA3E-465A-A608-AECE5C955B2E}" dt="2024-11-07T12:52:44.043" v="1262" actId="20577"/>
        <pc:sldMkLst>
          <pc:docMk/>
          <pc:sldMk cId="1395150027" sldId="707"/>
        </pc:sldMkLst>
        <pc:spChg chg="mod">
          <ac:chgData name="Nursakirah Ab Rahman Muton" userId="f84698cea26ccaf4" providerId="LiveId" clId="{D3AE37F8-CA3E-465A-A608-AECE5C955B2E}" dt="2024-11-07T12:52:44.043" v="1262" actId="20577"/>
          <ac:spMkLst>
            <pc:docMk/>
            <pc:sldMk cId="1395150027" sldId="707"/>
            <ac:spMk id="3" creationId="{602F0FAA-4BF8-8944-E1C4-9FED10914F28}"/>
          </ac:spMkLst>
        </pc:spChg>
      </pc:sldChg>
      <pc:sldChg chg="addSp delSp modSp new mod delAnim modAnim">
        <pc:chgData name="Nursakirah Ab Rahman Muton" userId="f84698cea26ccaf4" providerId="LiveId" clId="{D3AE37F8-CA3E-465A-A608-AECE5C955B2E}" dt="2024-11-07T13:53:15.863" v="2017" actId="13926"/>
        <pc:sldMkLst>
          <pc:docMk/>
          <pc:sldMk cId="3635359742" sldId="708"/>
        </pc:sldMkLst>
        <pc:spChg chg="mod">
          <ac:chgData name="Nursakirah Ab Rahman Muton" userId="f84698cea26ccaf4" providerId="LiveId" clId="{D3AE37F8-CA3E-465A-A608-AECE5C955B2E}" dt="2024-11-07T12:55:24.605" v="1346" actId="14100"/>
          <ac:spMkLst>
            <pc:docMk/>
            <pc:sldMk cId="3635359742" sldId="708"/>
            <ac:spMk id="2" creationId="{8B0E1AA7-088A-CA06-593E-701CABECE6C5}"/>
          </ac:spMkLst>
        </pc:spChg>
        <pc:spChg chg="mod">
          <ac:chgData name="Nursakirah Ab Rahman Muton" userId="f84698cea26ccaf4" providerId="LiveId" clId="{D3AE37F8-CA3E-465A-A608-AECE5C955B2E}" dt="2024-11-07T12:55:49.912" v="1349" actId="1076"/>
          <ac:spMkLst>
            <pc:docMk/>
            <pc:sldMk cId="3635359742" sldId="708"/>
            <ac:spMk id="3" creationId="{771AB7F5-436B-16BB-5D26-1D9C96F885A3}"/>
          </ac:spMkLst>
        </pc:spChg>
        <pc:spChg chg="add mod">
          <ac:chgData name="Nursakirah Ab Rahman Muton" userId="f84698cea26ccaf4" providerId="LiveId" clId="{D3AE37F8-CA3E-465A-A608-AECE5C955B2E}" dt="2024-11-07T12:55:54.273" v="1350" actId="14100"/>
          <ac:spMkLst>
            <pc:docMk/>
            <pc:sldMk cId="3635359742" sldId="708"/>
            <ac:spMk id="4" creationId="{743810A0-089D-24BB-F934-A1DE74BDEE14}"/>
          </ac:spMkLst>
        </pc:spChg>
        <pc:spChg chg="add mod">
          <ac:chgData name="Nursakirah Ab Rahman Muton" userId="f84698cea26ccaf4" providerId="LiveId" clId="{D3AE37F8-CA3E-465A-A608-AECE5C955B2E}" dt="2024-11-07T13:01:21.907" v="1417" actId="554"/>
          <ac:spMkLst>
            <pc:docMk/>
            <pc:sldMk cId="3635359742" sldId="708"/>
            <ac:spMk id="7" creationId="{9D9499DF-13F3-0474-07F1-F43295EF2A8D}"/>
          </ac:spMkLst>
        </pc:spChg>
        <pc:spChg chg="add mod">
          <ac:chgData name="Nursakirah Ab Rahman Muton" userId="f84698cea26ccaf4" providerId="LiveId" clId="{D3AE37F8-CA3E-465A-A608-AECE5C955B2E}" dt="2024-11-07T13:01:21.907" v="1417" actId="554"/>
          <ac:spMkLst>
            <pc:docMk/>
            <pc:sldMk cId="3635359742" sldId="708"/>
            <ac:spMk id="8" creationId="{D8AB6C7F-90CF-5E2E-3A62-5692BE9C024C}"/>
          </ac:spMkLst>
        </pc:spChg>
        <pc:spChg chg="add mod">
          <ac:chgData name="Nursakirah Ab Rahman Muton" userId="f84698cea26ccaf4" providerId="LiveId" clId="{D3AE37F8-CA3E-465A-A608-AECE5C955B2E}" dt="2024-11-07T13:01:21.907" v="1417" actId="554"/>
          <ac:spMkLst>
            <pc:docMk/>
            <pc:sldMk cId="3635359742" sldId="708"/>
            <ac:spMk id="10" creationId="{C1BCCAE5-22C5-B9EA-EC40-ED927AA50B39}"/>
          </ac:spMkLst>
        </pc:spChg>
        <pc:spChg chg="add mod">
          <ac:chgData name="Nursakirah Ab Rahman Muton" userId="f84698cea26ccaf4" providerId="LiveId" clId="{D3AE37F8-CA3E-465A-A608-AECE5C955B2E}" dt="2024-11-07T13:01:21.907" v="1417" actId="554"/>
          <ac:spMkLst>
            <pc:docMk/>
            <pc:sldMk cId="3635359742" sldId="708"/>
            <ac:spMk id="11" creationId="{04A5E61E-3B28-70B1-43EF-33486732EED3}"/>
          </ac:spMkLst>
        </pc:spChg>
        <pc:spChg chg="add mod">
          <ac:chgData name="Nursakirah Ab Rahman Muton" userId="f84698cea26ccaf4" providerId="LiveId" clId="{D3AE37F8-CA3E-465A-A608-AECE5C955B2E}" dt="2024-11-07T13:03:13.187" v="1431" actId="1582"/>
          <ac:spMkLst>
            <pc:docMk/>
            <pc:sldMk cId="3635359742" sldId="708"/>
            <ac:spMk id="12" creationId="{84CE3DAD-B750-D057-8FCC-C33192D95782}"/>
          </ac:spMkLst>
        </pc:spChg>
        <pc:spChg chg="add mod">
          <ac:chgData name="Nursakirah Ab Rahman Muton" userId="f84698cea26ccaf4" providerId="LiveId" clId="{D3AE37F8-CA3E-465A-A608-AECE5C955B2E}" dt="2024-11-07T13:03:42.448" v="1443" actId="6549"/>
          <ac:spMkLst>
            <pc:docMk/>
            <pc:sldMk cId="3635359742" sldId="708"/>
            <ac:spMk id="13" creationId="{7B86AFA1-A136-4820-7CB3-D0FBF2940123}"/>
          </ac:spMkLst>
        </pc:spChg>
        <pc:spChg chg="add mod">
          <ac:chgData name="Nursakirah Ab Rahman Muton" userId="f84698cea26ccaf4" providerId="LiveId" clId="{D3AE37F8-CA3E-465A-A608-AECE5C955B2E}" dt="2024-11-07T13:04:28.618" v="1454" actId="20577"/>
          <ac:spMkLst>
            <pc:docMk/>
            <pc:sldMk cId="3635359742" sldId="708"/>
            <ac:spMk id="14" creationId="{47502A23-CCA2-E7A9-2F4C-CADB5B261A54}"/>
          </ac:spMkLst>
        </pc:spChg>
        <pc:spChg chg="add mod">
          <ac:chgData name="Nursakirah Ab Rahman Muton" userId="f84698cea26ccaf4" providerId="LiveId" clId="{D3AE37F8-CA3E-465A-A608-AECE5C955B2E}" dt="2024-11-07T13:04:44.541" v="1460" actId="20577"/>
          <ac:spMkLst>
            <pc:docMk/>
            <pc:sldMk cId="3635359742" sldId="708"/>
            <ac:spMk id="15" creationId="{3E0526E7-70DE-F90F-6A4F-9452FD638A1A}"/>
          </ac:spMkLst>
        </pc:spChg>
        <pc:spChg chg="add mod">
          <ac:chgData name="Nursakirah Ab Rahman Muton" userId="f84698cea26ccaf4" providerId="LiveId" clId="{D3AE37F8-CA3E-465A-A608-AECE5C955B2E}" dt="2024-11-07T13:05:03.619" v="1466" actId="122"/>
          <ac:spMkLst>
            <pc:docMk/>
            <pc:sldMk cId="3635359742" sldId="708"/>
            <ac:spMk id="16" creationId="{C4E26B10-DCC5-B954-998C-48ACC72FA752}"/>
          </ac:spMkLst>
        </pc:spChg>
        <pc:spChg chg="add mod">
          <ac:chgData name="Nursakirah Ab Rahman Muton" userId="f84698cea26ccaf4" providerId="LiveId" clId="{D3AE37F8-CA3E-465A-A608-AECE5C955B2E}" dt="2024-11-07T13:10:02.748" v="1512" actId="207"/>
          <ac:spMkLst>
            <pc:docMk/>
            <pc:sldMk cId="3635359742" sldId="708"/>
            <ac:spMk id="32" creationId="{1DDDAC53-2C46-C4C2-3DBC-2F0B197F620E}"/>
          </ac:spMkLst>
        </pc:spChg>
        <pc:spChg chg="add mod">
          <ac:chgData name="Nursakirah Ab Rahman Muton" userId="f84698cea26ccaf4" providerId="LiveId" clId="{D3AE37F8-CA3E-465A-A608-AECE5C955B2E}" dt="2024-11-07T13:09:16.402" v="1499" actId="208"/>
          <ac:spMkLst>
            <pc:docMk/>
            <pc:sldMk cId="3635359742" sldId="708"/>
            <ac:spMk id="33" creationId="{FFCFFF5F-069E-7316-4C66-7C86567788B5}"/>
          </ac:spMkLst>
        </pc:spChg>
        <pc:spChg chg="add mod">
          <ac:chgData name="Nursakirah Ab Rahman Muton" userId="f84698cea26ccaf4" providerId="LiveId" clId="{D3AE37F8-CA3E-465A-A608-AECE5C955B2E}" dt="2024-11-07T13:10:10.491" v="1513" actId="207"/>
          <ac:spMkLst>
            <pc:docMk/>
            <pc:sldMk cId="3635359742" sldId="708"/>
            <ac:spMk id="34" creationId="{787D6E67-D523-CDC7-745D-E8FFE0354AFE}"/>
          </ac:spMkLst>
        </pc:spChg>
        <pc:spChg chg="add mod">
          <ac:chgData name="Nursakirah Ab Rahman Muton" userId="f84698cea26ccaf4" providerId="LiveId" clId="{D3AE37F8-CA3E-465A-A608-AECE5C955B2E}" dt="2024-11-07T13:11:43.202" v="1519" actId="1076"/>
          <ac:spMkLst>
            <pc:docMk/>
            <pc:sldMk cId="3635359742" sldId="708"/>
            <ac:spMk id="35" creationId="{5CB4F559-EC96-DEF8-5A1C-034F2AC14CAE}"/>
          </ac:spMkLst>
        </pc:spChg>
        <pc:spChg chg="add mod">
          <ac:chgData name="Nursakirah Ab Rahman Muton" userId="f84698cea26ccaf4" providerId="LiveId" clId="{D3AE37F8-CA3E-465A-A608-AECE5C955B2E}" dt="2024-11-07T13:11:53.559" v="1522" actId="1076"/>
          <ac:spMkLst>
            <pc:docMk/>
            <pc:sldMk cId="3635359742" sldId="708"/>
            <ac:spMk id="36" creationId="{537AA1A3-6EE7-0FD9-C7FC-542F4289B7AE}"/>
          </ac:spMkLst>
        </pc:spChg>
        <pc:spChg chg="add mod">
          <ac:chgData name="Nursakirah Ab Rahman Muton" userId="f84698cea26ccaf4" providerId="LiveId" clId="{D3AE37F8-CA3E-465A-A608-AECE5C955B2E}" dt="2024-11-07T13:12:37.569" v="1531" actId="1076"/>
          <ac:spMkLst>
            <pc:docMk/>
            <pc:sldMk cId="3635359742" sldId="708"/>
            <ac:spMk id="37" creationId="{BFCD1494-85D0-228B-9C32-E73F7A4E02B7}"/>
          </ac:spMkLst>
        </pc:spChg>
        <pc:spChg chg="add mod">
          <ac:chgData name="Nursakirah Ab Rahman Muton" userId="f84698cea26ccaf4" providerId="LiveId" clId="{D3AE37F8-CA3E-465A-A608-AECE5C955B2E}" dt="2024-11-07T13:13:05.765" v="1534" actId="20577"/>
          <ac:spMkLst>
            <pc:docMk/>
            <pc:sldMk cId="3635359742" sldId="708"/>
            <ac:spMk id="38" creationId="{77A95E6A-D153-05D7-489C-3298F7E3F982}"/>
          </ac:spMkLst>
        </pc:spChg>
        <pc:spChg chg="add mod">
          <ac:chgData name="Nursakirah Ab Rahman Muton" userId="f84698cea26ccaf4" providerId="LiveId" clId="{D3AE37F8-CA3E-465A-A608-AECE5C955B2E}" dt="2024-11-07T13:13:16.146" v="1538" actId="20577"/>
          <ac:spMkLst>
            <pc:docMk/>
            <pc:sldMk cId="3635359742" sldId="708"/>
            <ac:spMk id="39" creationId="{C38200E4-3713-5877-694E-91CF0FC8EF62}"/>
          </ac:spMkLst>
        </pc:spChg>
        <pc:spChg chg="add mod">
          <ac:chgData name="Nursakirah Ab Rahman Muton" userId="f84698cea26ccaf4" providerId="LiveId" clId="{D3AE37F8-CA3E-465A-A608-AECE5C955B2E}" dt="2024-11-07T13:16:22.089" v="1540" actId="1076"/>
          <ac:spMkLst>
            <pc:docMk/>
            <pc:sldMk cId="3635359742" sldId="708"/>
            <ac:spMk id="40" creationId="{24C87662-2D69-7B05-9F6A-6087E4BABBE2}"/>
          </ac:spMkLst>
        </pc:spChg>
        <pc:spChg chg="add mod">
          <ac:chgData name="Nursakirah Ab Rahman Muton" userId="f84698cea26ccaf4" providerId="LiveId" clId="{D3AE37F8-CA3E-465A-A608-AECE5C955B2E}" dt="2024-11-07T13:16:33.258" v="1546" actId="20577"/>
          <ac:spMkLst>
            <pc:docMk/>
            <pc:sldMk cId="3635359742" sldId="708"/>
            <ac:spMk id="41" creationId="{DC53B9B0-61BC-073E-3B76-0AFB6B4B429B}"/>
          </ac:spMkLst>
        </pc:spChg>
        <pc:spChg chg="add mod">
          <ac:chgData name="Nursakirah Ab Rahman Muton" userId="f84698cea26ccaf4" providerId="LiveId" clId="{D3AE37F8-CA3E-465A-A608-AECE5C955B2E}" dt="2024-11-07T13:17:33.780" v="1567" actId="1076"/>
          <ac:spMkLst>
            <pc:docMk/>
            <pc:sldMk cId="3635359742" sldId="708"/>
            <ac:spMk id="42" creationId="{BF665275-FFC8-AB16-1662-063DABC7C24E}"/>
          </ac:spMkLst>
        </pc:spChg>
        <pc:spChg chg="add mod">
          <ac:chgData name="Nursakirah Ab Rahman Muton" userId="f84698cea26ccaf4" providerId="LiveId" clId="{D3AE37F8-CA3E-465A-A608-AECE5C955B2E}" dt="2024-11-07T13:52:43.771" v="2015" actId="207"/>
          <ac:spMkLst>
            <pc:docMk/>
            <pc:sldMk cId="3635359742" sldId="708"/>
            <ac:spMk id="43" creationId="{9414C776-9CB5-C33C-2E63-7F9576300A76}"/>
          </ac:spMkLst>
        </pc:spChg>
        <pc:spChg chg="add mod">
          <ac:chgData name="Nursakirah Ab Rahman Muton" userId="f84698cea26ccaf4" providerId="LiveId" clId="{D3AE37F8-CA3E-465A-A608-AECE5C955B2E}" dt="2024-11-07T13:17:52.060" v="1575" actId="1076"/>
          <ac:spMkLst>
            <pc:docMk/>
            <pc:sldMk cId="3635359742" sldId="708"/>
            <ac:spMk id="44" creationId="{F0AEDFA4-A878-982D-B95E-6E6909CCB839}"/>
          </ac:spMkLst>
        </pc:spChg>
        <pc:spChg chg="add mod">
          <ac:chgData name="Nursakirah Ab Rahman Muton" userId="f84698cea26ccaf4" providerId="LiveId" clId="{D3AE37F8-CA3E-465A-A608-AECE5C955B2E}" dt="2024-11-07T13:17:59" v="1577" actId="1076"/>
          <ac:spMkLst>
            <pc:docMk/>
            <pc:sldMk cId="3635359742" sldId="708"/>
            <ac:spMk id="45" creationId="{6FDD8323-81E1-339F-3179-A419E83BB71C}"/>
          </ac:spMkLst>
        </pc:spChg>
        <pc:spChg chg="add mod">
          <ac:chgData name="Nursakirah Ab Rahman Muton" userId="f84698cea26ccaf4" providerId="LiveId" clId="{D3AE37F8-CA3E-465A-A608-AECE5C955B2E}" dt="2024-11-07T13:18:07.597" v="1584" actId="20577"/>
          <ac:spMkLst>
            <pc:docMk/>
            <pc:sldMk cId="3635359742" sldId="708"/>
            <ac:spMk id="46" creationId="{F81B0FFD-B0D0-BC1C-D804-74782B8F1881}"/>
          </ac:spMkLst>
        </pc:spChg>
        <pc:spChg chg="add mod">
          <ac:chgData name="Nursakirah Ab Rahman Muton" userId="f84698cea26ccaf4" providerId="LiveId" clId="{D3AE37F8-CA3E-465A-A608-AECE5C955B2E}" dt="2024-11-07T13:18:28.916" v="1589" actId="20577"/>
          <ac:spMkLst>
            <pc:docMk/>
            <pc:sldMk cId="3635359742" sldId="708"/>
            <ac:spMk id="47" creationId="{032F7F9C-F2E4-EF54-6169-C8B50852D30D}"/>
          </ac:spMkLst>
        </pc:spChg>
        <pc:spChg chg="add mod">
          <ac:chgData name="Nursakirah Ab Rahman Muton" userId="f84698cea26ccaf4" providerId="LiveId" clId="{D3AE37F8-CA3E-465A-A608-AECE5C955B2E}" dt="2024-11-07T13:18:41.313" v="1592" actId="20577"/>
          <ac:spMkLst>
            <pc:docMk/>
            <pc:sldMk cId="3635359742" sldId="708"/>
            <ac:spMk id="48" creationId="{54D4CB3F-E46E-1A2E-B6EE-D064847EDC2A}"/>
          </ac:spMkLst>
        </pc:spChg>
        <pc:spChg chg="add mod">
          <ac:chgData name="Nursakirah Ab Rahman Muton" userId="f84698cea26ccaf4" providerId="LiveId" clId="{D3AE37F8-CA3E-465A-A608-AECE5C955B2E}" dt="2024-11-07T13:20:08.404" v="1609" actId="20577"/>
          <ac:spMkLst>
            <pc:docMk/>
            <pc:sldMk cId="3635359742" sldId="708"/>
            <ac:spMk id="49" creationId="{A24AE0F7-35A6-BB48-86F3-C659A886DD26}"/>
          </ac:spMkLst>
        </pc:spChg>
        <pc:spChg chg="add mod">
          <ac:chgData name="Nursakirah Ab Rahman Muton" userId="f84698cea26ccaf4" providerId="LiveId" clId="{D3AE37F8-CA3E-465A-A608-AECE5C955B2E}" dt="2024-11-07T13:19:11.646" v="1599" actId="1036"/>
          <ac:spMkLst>
            <pc:docMk/>
            <pc:sldMk cId="3635359742" sldId="708"/>
            <ac:spMk id="50" creationId="{51E423F0-E2FB-5B0E-413E-9F12A4A3B6D9}"/>
          </ac:spMkLst>
        </pc:spChg>
        <pc:spChg chg="add mod">
          <ac:chgData name="Nursakirah Ab Rahman Muton" userId="f84698cea26ccaf4" providerId="LiveId" clId="{D3AE37F8-CA3E-465A-A608-AECE5C955B2E}" dt="2024-11-07T13:19:11.646" v="1599" actId="1036"/>
          <ac:spMkLst>
            <pc:docMk/>
            <pc:sldMk cId="3635359742" sldId="708"/>
            <ac:spMk id="51" creationId="{D896521C-3755-2F60-F5E9-7D4C2E36D91E}"/>
          </ac:spMkLst>
        </pc:spChg>
        <pc:spChg chg="add mod">
          <ac:chgData name="Nursakirah Ab Rahman Muton" userId="f84698cea26ccaf4" providerId="LiveId" clId="{D3AE37F8-CA3E-465A-A608-AECE5C955B2E}" dt="2024-11-07T13:19:18.385" v="1601" actId="1076"/>
          <ac:spMkLst>
            <pc:docMk/>
            <pc:sldMk cId="3635359742" sldId="708"/>
            <ac:spMk id="52" creationId="{185F2A3E-9AFD-BEFB-A51D-C5017AFF8D1E}"/>
          </ac:spMkLst>
        </pc:spChg>
        <pc:spChg chg="add mod">
          <ac:chgData name="Nursakirah Ab Rahman Muton" userId="f84698cea26ccaf4" providerId="LiveId" clId="{D3AE37F8-CA3E-465A-A608-AECE5C955B2E}" dt="2024-11-07T13:19:29.895" v="1603" actId="1076"/>
          <ac:spMkLst>
            <pc:docMk/>
            <pc:sldMk cId="3635359742" sldId="708"/>
            <ac:spMk id="53" creationId="{770DB718-12D5-2FC0-D474-87BAE71FE338}"/>
          </ac:spMkLst>
        </pc:spChg>
        <pc:spChg chg="add mod">
          <ac:chgData name="Nursakirah Ab Rahman Muton" userId="f84698cea26ccaf4" providerId="LiveId" clId="{D3AE37F8-CA3E-465A-A608-AECE5C955B2E}" dt="2024-11-07T13:20:17.004" v="1613" actId="20577"/>
          <ac:spMkLst>
            <pc:docMk/>
            <pc:sldMk cId="3635359742" sldId="708"/>
            <ac:spMk id="54" creationId="{D10F862D-942F-AF6A-8715-F5E3D7B8EC21}"/>
          </ac:spMkLst>
        </pc:spChg>
        <pc:spChg chg="add mod">
          <ac:chgData name="Nursakirah Ab Rahman Muton" userId="f84698cea26ccaf4" providerId="LiveId" clId="{D3AE37F8-CA3E-465A-A608-AECE5C955B2E}" dt="2024-11-07T13:53:15.863" v="2017" actId="13926"/>
          <ac:spMkLst>
            <pc:docMk/>
            <pc:sldMk cId="3635359742" sldId="708"/>
            <ac:spMk id="55" creationId="{8B051004-1B07-F82F-ECA6-A38AF7F2347E}"/>
          </ac:spMkLst>
        </pc:spChg>
        <pc:spChg chg="add mod">
          <ac:chgData name="Nursakirah Ab Rahman Muton" userId="f84698cea26ccaf4" providerId="LiveId" clId="{D3AE37F8-CA3E-465A-A608-AECE5C955B2E}" dt="2024-11-07T13:52:49.872" v="2016" actId="207"/>
          <ac:spMkLst>
            <pc:docMk/>
            <pc:sldMk cId="3635359742" sldId="708"/>
            <ac:spMk id="56" creationId="{56139138-464F-E420-DA6F-C18D719C3CB6}"/>
          </ac:spMkLst>
        </pc:spChg>
        <pc:spChg chg="add mod">
          <ac:chgData name="Nursakirah Ab Rahman Muton" userId="f84698cea26ccaf4" providerId="LiveId" clId="{D3AE37F8-CA3E-465A-A608-AECE5C955B2E}" dt="2024-11-07T13:21:43.419" v="1648" actId="1076"/>
          <ac:spMkLst>
            <pc:docMk/>
            <pc:sldMk cId="3635359742" sldId="708"/>
            <ac:spMk id="57" creationId="{8E5A530C-4B90-B230-EAD8-D606AC152EC4}"/>
          </ac:spMkLst>
        </pc:spChg>
        <pc:spChg chg="add mod">
          <ac:chgData name="Nursakirah Ab Rahman Muton" userId="f84698cea26ccaf4" providerId="LiveId" clId="{D3AE37F8-CA3E-465A-A608-AECE5C955B2E}" dt="2024-11-07T13:21:53.160" v="1650" actId="1076"/>
          <ac:spMkLst>
            <pc:docMk/>
            <pc:sldMk cId="3635359742" sldId="708"/>
            <ac:spMk id="58" creationId="{F539A4C8-5395-538C-CCC4-EF6FCECA3D12}"/>
          </ac:spMkLst>
        </pc:spChg>
        <pc:spChg chg="add mod">
          <ac:chgData name="Nursakirah Ab Rahman Muton" userId="f84698cea26ccaf4" providerId="LiveId" clId="{D3AE37F8-CA3E-465A-A608-AECE5C955B2E}" dt="2024-11-07T13:22:00.128" v="1657" actId="20577"/>
          <ac:spMkLst>
            <pc:docMk/>
            <pc:sldMk cId="3635359742" sldId="708"/>
            <ac:spMk id="59" creationId="{3FE26680-8E95-3950-E17F-54543AD2F573}"/>
          </ac:spMkLst>
        </pc:spChg>
        <pc:spChg chg="add mod">
          <ac:chgData name="Nursakirah Ab Rahman Muton" userId="f84698cea26ccaf4" providerId="LiveId" clId="{D3AE37F8-CA3E-465A-A608-AECE5C955B2E}" dt="2024-11-07T13:22:12.225" v="1663" actId="20577"/>
          <ac:spMkLst>
            <pc:docMk/>
            <pc:sldMk cId="3635359742" sldId="708"/>
            <ac:spMk id="60" creationId="{142D37AD-246F-DE3C-CF3C-AFF6B15D3D5F}"/>
          </ac:spMkLst>
        </pc:spChg>
        <pc:spChg chg="add mod">
          <ac:chgData name="Nursakirah Ab Rahman Muton" userId="f84698cea26ccaf4" providerId="LiveId" clId="{D3AE37F8-CA3E-465A-A608-AECE5C955B2E}" dt="2024-11-07T13:22:18.159" v="1665" actId="1076"/>
          <ac:spMkLst>
            <pc:docMk/>
            <pc:sldMk cId="3635359742" sldId="708"/>
            <ac:spMk id="61" creationId="{B667488D-A881-C3EA-116B-245987164F59}"/>
          </ac:spMkLst>
        </pc:spChg>
        <pc:spChg chg="add mod">
          <ac:chgData name="Nursakirah Ab Rahman Muton" userId="f84698cea26ccaf4" providerId="LiveId" clId="{D3AE37F8-CA3E-465A-A608-AECE5C955B2E}" dt="2024-11-07T13:22:24.363" v="1668" actId="20577"/>
          <ac:spMkLst>
            <pc:docMk/>
            <pc:sldMk cId="3635359742" sldId="708"/>
            <ac:spMk id="62" creationId="{9F8A68BE-B484-6909-5C88-85A28B4B7672}"/>
          </ac:spMkLst>
        </pc:spChg>
        <pc:graphicFrameChg chg="add del mod modGraphic">
          <ac:chgData name="Nursakirah Ab Rahman Muton" userId="f84698cea26ccaf4" providerId="LiveId" clId="{D3AE37F8-CA3E-465A-A608-AECE5C955B2E}" dt="2024-11-07T12:57:49.668" v="1360" actId="478"/>
          <ac:graphicFrameMkLst>
            <pc:docMk/>
            <pc:sldMk cId="3635359742" sldId="708"/>
            <ac:graphicFrameMk id="5" creationId="{EC64C806-B14B-95D5-EF7B-2C52CEB9C41D}"/>
          </ac:graphicFrameMkLst>
        </pc:graphicFrameChg>
        <pc:graphicFrameChg chg="add mod modGraphic">
          <ac:chgData name="Nursakirah Ab Rahman Muton" userId="f84698cea26ccaf4" providerId="LiveId" clId="{D3AE37F8-CA3E-465A-A608-AECE5C955B2E}" dt="2024-11-07T13:12:12.201" v="1529" actId="20577"/>
          <ac:graphicFrameMkLst>
            <pc:docMk/>
            <pc:sldMk cId="3635359742" sldId="708"/>
            <ac:graphicFrameMk id="6" creationId="{131CF4B8-BD47-8473-7DA1-D4994F9F445D}"/>
          </ac:graphicFrameMkLst>
        </pc:graphicFrameChg>
        <pc:graphicFrameChg chg="add mod">
          <ac:chgData name="Nursakirah Ab Rahman Muton" userId="f84698cea26ccaf4" providerId="LiveId" clId="{D3AE37F8-CA3E-465A-A608-AECE5C955B2E}" dt="2024-11-07T12:59:28.699" v="1397"/>
          <ac:graphicFrameMkLst>
            <pc:docMk/>
            <pc:sldMk cId="3635359742" sldId="708"/>
            <ac:graphicFrameMk id="9" creationId="{F0DC46E6-1D85-94F9-75D0-FC4EFB30007F}"/>
          </ac:graphicFrameMkLst>
        </pc:graphicFrameChg>
        <pc:cxnChg chg="add mod">
          <ac:chgData name="Nursakirah Ab Rahman Muton" userId="f84698cea26ccaf4" providerId="LiveId" clId="{D3AE37F8-CA3E-465A-A608-AECE5C955B2E}" dt="2024-11-07T13:07:12.617" v="1487" actId="1076"/>
          <ac:cxnSpMkLst>
            <pc:docMk/>
            <pc:sldMk cId="3635359742" sldId="708"/>
            <ac:cxnSpMk id="18" creationId="{1EB3F882-B0A1-40D0-2703-41083D6CD516}"/>
          </ac:cxnSpMkLst>
        </pc:cxnChg>
        <pc:cxnChg chg="add del mod">
          <ac:chgData name="Nursakirah Ab Rahman Muton" userId="f84698cea26ccaf4" providerId="LiveId" clId="{D3AE37F8-CA3E-465A-A608-AECE5C955B2E}" dt="2024-11-07T13:08:38.500" v="1492" actId="478"/>
          <ac:cxnSpMkLst>
            <pc:docMk/>
            <pc:sldMk cId="3635359742" sldId="708"/>
            <ac:cxnSpMk id="31" creationId="{BE8ECDEC-B9A9-DC58-0C7F-D17CA3C7C1F5}"/>
          </ac:cxnSpMkLst>
        </pc:cxnChg>
      </pc:sldChg>
      <pc:sldChg chg="del">
        <pc:chgData name="Nursakirah Ab Rahman Muton" userId="f84698cea26ccaf4" providerId="LiveId" clId="{D3AE37F8-CA3E-465A-A608-AECE5C955B2E}" dt="2024-11-01T02:21:30.917" v="1117" actId="2696"/>
        <pc:sldMkLst>
          <pc:docMk/>
          <pc:sldMk cId="2818815083" sldId="709"/>
        </pc:sldMkLst>
      </pc:sldChg>
      <pc:sldChg chg="addSp delSp modSp add mod modAnim">
        <pc:chgData name="Nursakirah Ab Rahman Muton" userId="f84698cea26ccaf4" providerId="LiveId" clId="{D3AE37F8-CA3E-465A-A608-AECE5C955B2E}" dt="2024-11-07T13:52:37.166" v="2014" actId="207"/>
        <pc:sldMkLst>
          <pc:docMk/>
          <pc:sldMk cId="3552021207" sldId="709"/>
        </pc:sldMkLst>
        <pc:spChg chg="mod">
          <ac:chgData name="Nursakirah Ab Rahman Muton" userId="f84698cea26ccaf4" providerId="LiveId" clId="{D3AE37F8-CA3E-465A-A608-AECE5C955B2E}" dt="2024-11-07T13:24:59.412" v="1672" actId="20577"/>
          <ac:spMkLst>
            <pc:docMk/>
            <pc:sldMk cId="3552021207" sldId="709"/>
            <ac:spMk id="2" creationId="{0BDD3D3C-6083-E0D2-0C11-10F753910468}"/>
          </ac:spMkLst>
        </pc:spChg>
        <pc:spChg chg="mod">
          <ac:chgData name="Nursakirah Ab Rahman Muton" userId="f84698cea26ccaf4" providerId="LiveId" clId="{D3AE37F8-CA3E-465A-A608-AECE5C955B2E}" dt="2024-11-07T13:30:11.769" v="1747" actId="207"/>
          <ac:spMkLst>
            <pc:docMk/>
            <pc:sldMk cId="3552021207" sldId="709"/>
            <ac:spMk id="3" creationId="{BEF5D4A3-72FC-E804-C4C7-3BF5F389486D}"/>
          </ac:spMkLst>
        </pc:spChg>
        <pc:spChg chg="mod">
          <ac:chgData name="Nursakirah Ab Rahman Muton" userId="f84698cea26ccaf4" providerId="LiveId" clId="{D3AE37F8-CA3E-465A-A608-AECE5C955B2E}" dt="2024-11-07T13:25:16.842" v="1673" actId="1076"/>
          <ac:spMkLst>
            <pc:docMk/>
            <pc:sldMk cId="3552021207" sldId="709"/>
            <ac:spMk id="4" creationId="{48B10771-AFC8-C1C4-4820-B364332D21D8}"/>
          </ac:spMkLst>
        </pc:spChg>
        <pc:spChg chg="add mod">
          <ac:chgData name="Nursakirah Ab Rahman Muton" userId="f84698cea26ccaf4" providerId="LiveId" clId="{D3AE37F8-CA3E-465A-A608-AECE5C955B2E}" dt="2024-11-07T13:25:52.504" v="1687" actId="207"/>
          <ac:spMkLst>
            <pc:docMk/>
            <pc:sldMk cId="3552021207" sldId="709"/>
            <ac:spMk id="5" creationId="{777EA0BB-33C1-6240-B110-24B12026E8B6}"/>
          </ac:spMkLst>
        </pc:spChg>
        <pc:spChg chg="add del">
          <ac:chgData name="Nursakirah Ab Rahman Muton" userId="f84698cea26ccaf4" providerId="LiveId" clId="{D3AE37F8-CA3E-465A-A608-AECE5C955B2E}" dt="2024-11-07T13:26:09.915" v="1691" actId="478"/>
          <ac:spMkLst>
            <pc:docMk/>
            <pc:sldMk cId="3552021207" sldId="709"/>
            <ac:spMk id="7" creationId="{896FD7C2-03E3-3051-4A18-AC03069CBE83}"/>
          </ac:spMkLst>
        </pc:spChg>
        <pc:spChg chg="add del">
          <ac:chgData name="Nursakirah Ab Rahman Muton" userId="f84698cea26ccaf4" providerId="LiveId" clId="{D3AE37F8-CA3E-465A-A608-AECE5C955B2E}" dt="2024-11-07T13:26:09.915" v="1691" actId="478"/>
          <ac:spMkLst>
            <pc:docMk/>
            <pc:sldMk cId="3552021207" sldId="709"/>
            <ac:spMk id="8" creationId="{5EAFD9C1-4A65-1C1D-F67F-04198E418B4B}"/>
          </ac:spMkLst>
        </pc:spChg>
        <pc:spChg chg="add mod">
          <ac:chgData name="Nursakirah Ab Rahman Muton" userId="f84698cea26ccaf4" providerId="LiveId" clId="{D3AE37F8-CA3E-465A-A608-AECE5C955B2E}" dt="2024-11-07T13:26:20.486" v="1692"/>
          <ac:spMkLst>
            <pc:docMk/>
            <pc:sldMk cId="3552021207" sldId="709"/>
            <ac:spMk id="9" creationId="{0F844103-013A-FFE1-2E98-C70FA158DBFA}"/>
          </ac:spMkLst>
        </pc:spChg>
        <pc:spChg chg="add del">
          <ac:chgData name="Nursakirah Ab Rahman Muton" userId="f84698cea26ccaf4" providerId="LiveId" clId="{D3AE37F8-CA3E-465A-A608-AECE5C955B2E}" dt="2024-11-07T13:26:09.915" v="1691" actId="478"/>
          <ac:spMkLst>
            <pc:docMk/>
            <pc:sldMk cId="3552021207" sldId="709"/>
            <ac:spMk id="10" creationId="{AEC3357A-D5F8-3D90-1170-2FF1EE41E8C0}"/>
          </ac:spMkLst>
        </pc:spChg>
        <pc:spChg chg="add del">
          <ac:chgData name="Nursakirah Ab Rahman Muton" userId="f84698cea26ccaf4" providerId="LiveId" clId="{D3AE37F8-CA3E-465A-A608-AECE5C955B2E}" dt="2024-11-07T13:26:09.915" v="1691" actId="478"/>
          <ac:spMkLst>
            <pc:docMk/>
            <pc:sldMk cId="3552021207" sldId="709"/>
            <ac:spMk id="11" creationId="{595FA150-12A1-109A-87A3-B9A88C1C6C4C}"/>
          </ac:spMkLst>
        </pc:spChg>
        <pc:spChg chg="add del">
          <ac:chgData name="Nursakirah Ab Rahman Muton" userId="f84698cea26ccaf4" providerId="LiveId" clId="{D3AE37F8-CA3E-465A-A608-AECE5C955B2E}" dt="2024-11-07T13:26:09.915" v="1691" actId="478"/>
          <ac:spMkLst>
            <pc:docMk/>
            <pc:sldMk cId="3552021207" sldId="709"/>
            <ac:spMk id="12" creationId="{6DDB0092-4E0F-07B7-728A-100374927DDC}"/>
          </ac:spMkLst>
        </pc:spChg>
        <pc:spChg chg="add del">
          <ac:chgData name="Nursakirah Ab Rahman Muton" userId="f84698cea26ccaf4" providerId="LiveId" clId="{D3AE37F8-CA3E-465A-A608-AECE5C955B2E}" dt="2024-11-07T13:26:09.915" v="1691" actId="478"/>
          <ac:spMkLst>
            <pc:docMk/>
            <pc:sldMk cId="3552021207" sldId="709"/>
            <ac:spMk id="13" creationId="{C78E1E20-BF2F-D372-54E5-5722651DA122}"/>
          </ac:spMkLst>
        </pc:spChg>
        <pc:spChg chg="add del">
          <ac:chgData name="Nursakirah Ab Rahman Muton" userId="f84698cea26ccaf4" providerId="LiveId" clId="{D3AE37F8-CA3E-465A-A608-AECE5C955B2E}" dt="2024-11-07T13:26:09.915" v="1691" actId="478"/>
          <ac:spMkLst>
            <pc:docMk/>
            <pc:sldMk cId="3552021207" sldId="709"/>
            <ac:spMk id="14" creationId="{B983B811-EED3-81BC-92D7-45DCEA8D7779}"/>
          </ac:spMkLst>
        </pc:spChg>
        <pc:spChg chg="add del">
          <ac:chgData name="Nursakirah Ab Rahman Muton" userId="f84698cea26ccaf4" providerId="LiveId" clId="{D3AE37F8-CA3E-465A-A608-AECE5C955B2E}" dt="2024-11-07T13:26:09.915" v="1691" actId="478"/>
          <ac:spMkLst>
            <pc:docMk/>
            <pc:sldMk cId="3552021207" sldId="709"/>
            <ac:spMk id="15" creationId="{44A8D62F-D36D-31AC-0DAD-5F17BF27BF59}"/>
          </ac:spMkLst>
        </pc:spChg>
        <pc:spChg chg="add del">
          <ac:chgData name="Nursakirah Ab Rahman Muton" userId="f84698cea26ccaf4" providerId="LiveId" clId="{D3AE37F8-CA3E-465A-A608-AECE5C955B2E}" dt="2024-11-07T13:26:09.915" v="1691" actId="478"/>
          <ac:spMkLst>
            <pc:docMk/>
            <pc:sldMk cId="3552021207" sldId="709"/>
            <ac:spMk id="16" creationId="{9A9207AD-4A45-336C-C47B-E414104EC3F1}"/>
          </ac:spMkLst>
        </pc:spChg>
        <pc:spChg chg="add mod">
          <ac:chgData name="Nursakirah Ab Rahman Muton" userId="f84698cea26ccaf4" providerId="LiveId" clId="{D3AE37F8-CA3E-465A-A608-AECE5C955B2E}" dt="2024-11-07T13:30:16.976" v="1748" actId="207"/>
          <ac:spMkLst>
            <pc:docMk/>
            <pc:sldMk cId="3552021207" sldId="709"/>
            <ac:spMk id="17" creationId="{19209AF8-9011-BBAA-294E-BC8AAB39642E}"/>
          </ac:spMkLst>
        </pc:spChg>
        <pc:spChg chg="add mod">
          <ac:chgData name="Nursakirah Ab Rahman Muton" userId="f84698cea26ccaf4" providerId="LiveId" clId="{D3AE37F8-CA3E-465A-A608-AECE5C955B2E}" dt="2024-11-07T13:33:44.130" v="1830" actId="12788"/>
          <ac:spMkLst>
            <pc:docMk/>
            <pc:sldMk cId="3552021207" sldId="709"/>
            <ac:spMk id="19" creationId="{5A068DFD-4D45-6142-3361-4DEF23403229}"/>
          </ac:spMkLst>
        </pc:spChg>
        <pc:spChg chg="add mod">
          <ac:chgData name="Nursakirah Ab Rahman Muton" userId="f84698cea26ccaf4" providerId="LiveId" clId="{D3AE37F8-CA3E-465A-A608-AECE5C955B2E}" dt="2024-11-07T13:27:54.614" v="1714" actId="1076"/>
          <ac:spMkLst>
            <pc:docMk/>
            <pc:sldMk cId="3552021207" sldId="709"/>
            <ac:spMk id="20" creationId="{99A81778-89FF-B96A-6E5A-5C657E0FB71C}"/>
          </ac:spMkLst>
        </pc:spChg>
        <pc:spChg chg="add mod">
          <ac:chgData name="Nursakirah Ab Rahman Muton" userId="f84698cea26ccaf4" providerId="LiveId" clId="{D3AE37F8-CA3E-465A-A608-AECE5C955B2E}" dt="2024-11-07T13:27:17.348" v="1707"/>
          <ac:spMkLst>
            <pc:docMk/>
            <pc:sldMk cId="3552021207" sldId="709"/>
            <ac:spMk id="21" creationId="{43981FEA-A91E-C4EE-F401-F3E1682919EC}"/>
          </ac:spMkLst>
        </pc:spChg>
        <pc:spChg chg="add mod">
          <ac:chgData name="Nursakirah Ab Rahman Muton" userId="f84698cea26ccaf4" providerId="LiveId" clId="{D3AE37F8-CA3E-465A-A608-AECE5C955B2E}" dt="2024-11-07T13:28:02.602" v="1721" actId="20577"/>
          <ac:spMkLst>
            <pc:docMk/>
            <pc:sldMk cId="3552021207" sldId="709"/>
            <ac:spMk id="23" creationId="{B6B42C58-3AB7-C811-313E-E365A402C4F7}"/>
          </ac:spMkLst>
        </pc:spChg>
        <pc:spChg chg="add mod">
          <ac:chgData name="Nursakirah Ab Rahman Muton" userId="f84698cea26ccaf4" providerId="LiveId" clId="{D3AE37F8-CA3E-465A-A608-AECE5C955B2E}" dt="2024-11-07T13:28:27.312" v="1723" actId="1076"/>
          <ac:spMkLst>
            <pc:docMk/>
            <pc:sldMk cId="3552021207" sldId="709"/>
            <ac:spMk id="24" creationId="{66B27ACE-9A1F-5D33-E10A-E776DBFEC7FC}"/>
          </ac:spMkLst>
        </pc:spChg>
        <pc:spChg chg="add mod">
          <ac:chgData name="Nursakirah Ab Rahman Muton" userId="f84698cea26ccaf4" providerId="LiveId" clId="{D3AE37F8-CA3E-465A-A608-AECE5C955B2E}" dt="2024-11-07T13:28:41.627" v="1729" actId="20577"/>
          <ac:spMkLst>
            <pc:docMk/>
            <pc:sldMk cId="3552021207" sldId="709"/>
            <ac:spMk id="25" creationId="{9AE39772-7CD3-AABF-DA1E-A88233993F67}"/>
          </ac:spMkLst>
        </pc:spChg>
        <pc:spChg chg="add mod">
          <ac:chgData name="Nursakirah Ab Rahman Muton" userId="f84698cea26ccaf4" providerId="LiveId" clId="{D3AE37F8-CA3E-465A-A608-AECE5C955B2E}" dt="2024-11-07T13:33:44.130" v="1830" actId="12788"/>
          <ac:spMkLst>
            <pc:docMk/>
            <pc:sldMk cId="3552021207" sldId="709"/>
            <ac:spMk id="26" creationId="{9F646F8F-0E6D-A525-E084-C8A8B7B3F2EC}"/>
          </ac:spMkLst>
        </pc:spChg>
        <pc:spChg chg="add mod">
          <ac:chgData name="Nursakirah Ab Rahman Muton" userId="f84698cea26ccaf4" providerId="LiveId" clId="{D3AE37F8-CA3E-465A-A608-AECE5C955B2E}" dt="2024-11-07T13:29:07.040" v="1734" actId="1076"/>
          <ac:spMkLst>
            <pc:docMk/>
            <pc:sldMk cId="3552021207" sldId="709"/>
            <ac:spMk id="27" creationId="{21A099D8-B0E1-5C17-9E26-63551FAEBA99}"/>
          </ac:spMkLst>
        </pc:spChg>
        <pc:spChg chg="add mod">
          <ac:chgData name="Nursakirah Ab Rahman Muton" userId="f84698cea26ccaf4" providerId="LiveId" clId="{D3AE37F8-CA3E-465A-A608-AECE5C955B2E}" dt="2024-11-07T13:29:13.995" v="1736" actId="1076"/>
          <ac:spMkLst>
            <pc:docMk/>
            <pc:sldMk cId="3552021207" sldId="709"/>
            <ac:spMk id="28" creationId="{A238D5AF-9A21-E8ED-8DDE-1B24B716D117}"/>
          </ac:spMkLst>
        </pc:spChg>
        <pc:spChg chg="add mod">
          <ac:chgData name="Nursakirah Ab Rahman Muton" userId="f84698cea26ccaf4" providerId="LiveId" clId="{D3AE37F8-CA3E-465A-A608-AECE5C955B2E}" dt="2024-11-07T13:29:22.025" v="1738" actId="1076"/>
          <ac:spMkLst>
            <pc:docMk/>
            <pc:sldMk cId="3552021207" sldId="709"/>
            <ac:spMk id="29" creationId="{4BB61557-8817-1592-0629-395827DBBCCF}"/>
          </ac:spMkLst>
        </pc:spChg>
        <pc:spChg chg="add mod">
          <ac:chgData name="Nursakirah Ab Rahman Muton" userId="f84698cea26ccaf4" providerId="LiveId" clId="{D3AE37F8-CA3E-465A-A608-AECE5C955B2E}" dt="2024-11-07T13:29:29.277" v="1744" actId="20577"/>
          <ac:spMkLst>
            <pc:docMk/>
            <pc:sldMk cId="3552021207" sldId="709"/>
            <ac:spMk id="30" creationId="{2C32155F-812E-243F-1375-73A9B1A7EB16}"/>
          </ac:spMkLst>
        </pc:spChg>
        <pc:spChg chg="add mod">
          <ac:chgData name="Nursakirah Ab Rahman Muton" userId="f84698cea26ccaf4" providerId="LiveId" clId="{D3AE37F8-CA3E-465A-A608-AECE5C955B2E}" dt="2024-11-07T13:33:44.130" v="1830" actId="12788"/>
          <ac:spMkLst>
            <pc:docMk/>
            <pc:sldMk cId="3552021207" sldId="709"/>
            <ac:spMk id="31" creationId="{D5EA9ED7-04CE-F872-9A94-2BF81B022671}"/>
          </ac:spMkLst>
        </pc:spChg>
        <pc:spChg chg="add del">
          <ac:chgData name="Nursakirah Ab Rahman Muton" userId="f84698cea26ccaf4" providerId="LiveId" clId="{D3AE37F8-CA3E-465A-A608-AECE5C955B2E}" dt="2024-11-07T13:26:09.915" v="1691" actId="478"/>
          <ac:spMkLst>
            <pc:docMk/>
            <pc:sldMk cId="3552021207" sldId="709"/>
            <ac:spMk id="32" creationId="{E1D549AF-1A47-A01A-92F9-F72BB82BE66B}"/>
          </ac:spMkLst>
        </pc:spChg>
        <pc:spChg chg="add del">
          <ac:chgData name="Nursakirah Ab Rahman Muton" userId="f84698cea26ccaf4" providerId="LiveId" clId="{D3AE37F8-CA3E-465A-A608-AECE5C955B2E}" dt="2024-11-07T13:26:09.915" v="1691" actId="478"/>
          <ac:spMkLst>
            <pc:docMk/>
            <pc:sldMk cId="3552021207" sldId="709"/>
            <ac:spMk id="33" creationId="{193F379B-8E41-8225-D12D-FC3C0E966E2B}"/>
          </ac:spMkLst>
        </pc:spChg>
        <pc:spChg chg="add del">
          <ac:chgData name="Nursakirah Ab Rahman Muton" userId="f84698cea26ccaf4" providerId="LiveId" clId="{D3AE37F8-CA3E-465A-A608-AECE5C955B2E}" dt="2024-11-07T13:26:09.915" v="1691" actId="478"/>
          <ac:spMkLst>
            <pc:docMk/>
            <pc:sldMk cId="3552021207" sldId="709"/>
            <ac:spMk id="34" creationId="{D30BD065-DDBE-1664-E323-54C079E7B4C2}"/>
          </ac:spMkLst>
        </pc:spChg>
        <pc:spChg chg="add del">
          <ac:chgData name="Nursakirah Ab Rahman Muton" userId="f84698cea26ccaf4" providerId="LiveId" clId="{D3AE37F8-CA3E-465A-A608-AECE5C955B2E}" dt="2024-11-07T13:26:09.915" v="1691" actId="478"/>
          <ac:spMkLst>
            <pc:docMk/>
            <pc:sldMk cId="3552021207" sldId="709"/>
            <ac:spMk id="35" creationId="{9DB0B05A-7382-B6C1-469B-E162CD9D573D}"/>
          </ac:spMkLst>
        </pc:spChg>
        <pc:spChg chg="add del">
          <ac:chgData name="Nursakirah Ab Rahman Muton" userId="f84698cea26ccaf4" providerId="LiveId" clId="{D3AE37F8-CA3E-465A-A608-AECE5C955B2E}" dt="2024-11-07T13:26:09.915" v="1691" actId="478"/>
          <ac:spMkLst>
            <pc:docMk/>
            <pc:sldMk cId="3552021207" sldId="709"/>
            <ac:spMk id="36" creationId="{D3CA7D3F-467C-048F-03C2-31B7BA97B652}"/>
          </ac:spMkLst>
        </pc:spChg>
        <pc:spChg chg="add del">
          <ac:chgData name="Nursakirah Ab Rahman Muton" userId="f84698cea26ccaf4" providerId="LiveId" clId="{D3AE37F8-CA3E-465A-A608-AECE5C955B2E}" dt="2024-11-07T13:26:09.915" v="1691" actId="478"/>
          <ac:spMkLst>
            <pc:docMk/>
            <pc:sldMk cId="3552021207" sldId="709"/>
            <ac:spMk id="37" creationId="{0CA85724-11B3-1D04-3DF2-7DCB0B17DB56}"/>
          </ac:spMkLst>
        </pc:spChg>
        <pc:spChg chg="add del">
          <ac:chgData name="Nursakirah Ab Rahman Muton" userId="f84698cea26ccaf4" providerId="LiveId" clId="{D3AE37F8-CA3E-465A-A608-AECE5C955B2E}" dt="2024-11-07T13:26:09.915" v="1691" actId="478"/>
          <ac:spMkLst>
            <pc:docMk/>
            <pc:sldMk cId="3552021207" sldId="709"/>
            <ac:spMk id="38" creationId="{8A34365E-1C2E-527E-8A28-59710DC30D7D}"/>
          </ac:spMkLst>
        </pc:spChg>
        <pc:spChg chg="add del">
          <ac:chgData name="Nursakirah Ab Rahman Muton" userId="f84698cea26ccaf4" providerId="LiveId" clId="{D3AE37F8-CA3E-465A-A608-AECE5C955B2E}" dt="2024-11-07T13:26:09.915" v="1691" actId="478"/>
          <ac:spMkLst>
            <pc:docMk/>
            <pc:sldMk cId="3552021207" sldId="709"/>
            <ac:spMk id="39" creationId="{DE19297A-3A23-53C6-E389-E01419F5034E}"/>
          </ac:spMkLst>
        </pc:spChg>
        <pc:spChg chg="add del">
          <ac:chgData name="Nursakirah Ab Rahman Muton" userId="f84698cea26ccaf4" providerId="LiveId" clId="{D3AE37F8-CA3E-465A-A608-AECE5C955B2E}" dt="2024-11-07T13:26:09.915" v="1691" actId="478"/>
          <ac:spMkLst>
            <pc:docMk/>
            <pc:sldMk cId="3552021207" sldId="709"/>
            <ac:spMk id="40" creationId="{DCC8622A-469E-F93F-3EF5-F5F968DEC2E4}"/>
          </ac:spMkLst>
        </pc:spChg>
        <pc:spChg chg="add del">
          <ac:chgData name="Nursakirah Ab Rahman Muton" userId="f84698cea26ccaf4" providerId="LiveId" clId="{D3AE37F8-CA3E-465A-A608-AECE5C955B2E}" dt="2024-11-07T13:26:09.915" v="1691" actId="478"/>
          <ac:spMkLst>
            <pc:docMk/>
            <pc:sldMk cId="3552021207" sldId="709"/>
            <ac:spMk id="41" creationId="{1766863A-19B0-25DF-43E4-8E3BE51ACA4E}"/>
          </ac:spMkLst>
        </pc:spChg>
        <pc:spChg chg="add del">
          <ac:chgData name="Nursakirah Ab Rahman Muton" userId="f84698cea26ccaf4" providerId="LiveId" clId="{D3AE37F8-CA3E-465A-A608-AECE5C955B2E}" dt="2024-11-07T13:26:09.915" v="1691" actId="478"/>
          <ac:spMkLst>
            <pc:docMk/>
            <pc:sldMk cId="3552021207" sldId="709"/>
            <ac:spMk id="42" creationId="{62A6AA6A-14D0-0CE2-F45E-DA3F0325A4EE}"/>
          </ac:spMkLst>
        </pc:spChg>
        <pc:spChg chg="add del">
          <ac:chgData name="Nursakirah Ab Rahman Muton" userId="f84698cea26ccaf4" providerId="LiveId" clId="{D3AE37F8-CA3E-465A-A608-AECE5C955B2E}" dt="2024-11-07T13:26:09.915" v="1691" actId="478"/>
          <ac:spMkLst>
            <pc:docMk/>
            <pc:sldMk cId="3552021207" sldId="709"/>
            <ac:spMk id="43" creationId="{502662E5-95E2-7C3C-0807-1027A65B6E7D}"/>
          </ac:spMkLst>
        </pc:spChg>
        <pc:spChg chg="add del">
          <ac:chgData name="Nursakirah Ab Rahman Muton" userId="f84698cea26ccaf4" providerId="LiveId" clId="{D3AE37F8-CA3E-465A-A608-AECE5C955B2E}" dt="2024-11-07T13:26:09.915" v="1691" actId="478"/>
          <ac:spMkLst>
            <pc:docMk/>
            <pc:sldMk cId="3552021207" sldId="709"/>
            <ac:spMk id="44" creationId="{68048CE7-1F88-F24A-1EA4-F4414AF7D188}"/>
          </ac:spMkLst>
        </pc:spChg>
        <pc:spChg chg="add del">
          <ac:chgData name="Nursakirah Ab Rahman Muton" userId="f84698cea26ccaf4" providerId="LiveId" clId="{D3AE37F8-CA3E-465A-A608-AECE5C955B2E}" dt="2024-11-07T13:26:09.915" v="1691" actId="478"/>
          <ac:spMkLst>
            <pc:docMk/>
            <pc:sldMk cId="3552021207" sldId="709"/>
            <ac:spMk id="45" creationId="{A004C9E4-CA23-749F-9040-0428B12F1CAA}"/>
          </ac:spMkLst>
        </pc:spChg>
        <pc:spChg chg="add del">
          <ac:chgData name="Nursakirah Ab Rahman Muton" userId="f84698cea26ccaf4" providerId="LiveId" clId="{D3AE37F8-CA3E-465A-A608-AECE5C955B2E}" dt="2024-11-07T13:26:09.915" v="1691" actId="478"/>
          <ac:spMkLst>
            <pc:docMk/>
            <pc:sldMk cId="3552021207" sldId="709"/>
            <ac:spMk id="46" creationId="{3B71CD58-23C5-66C3-13F9-D0BAEA1A326D}"/>
          </ac:spMkLst>
        </pc:spChg>
        <pc:spChg chg="add del">
          <ac:chgData name="Nursakirah Ab Rahman Muton" userId="f84698cea26ccaf4" providerId="LiveId" clId="{D3AE37F8-CA3E-465A-A608-AECE5C955B2E}" dt="2024-11-07T13:26:09.915" v="1691" actId="478"/>
          <ac:spMkLst>
            <pc:docMk/>
            <pc:sldMk cId="3552021207" sldId="709"/>
            <ac:spMk id="47" creationId="{F2E98D3F-9F8A-2A8A-218B-C1341D5E94B9}"/>
          </ac:spMkLst>
        </pc:spChg>
        <pc:spChg chg="add del">
          <ac:chgData name="Nursakirah Ab Rahman Muton" userId="f84698cea26ccaf4" providerId="LiveId" clId="{D3AE37F8-CA3E-465A-A608-AECE5C955B2E}" dt="2024-11-07T13:26:09.915" v="1691" actId="478"/>
          <ac:spMkLst>
            <pc:docMk/>
            <pc:sldMk cId="3552021207" sldId="709"/>
            <ac:spMk id="48" creationId="{220F5BB7-4537-619C-3284-16C67A61400D}"/>
          </ac:spMkLst>
        </pc:spChg>
        <pc:spChg chg="add del">
          <ac:chgData name="Nursakirah Ab Rahman Muton" userId="f84698cea26ccaf4" providerId="LiveId" clId="{D3AE37F8-CA3E-465A-A608-AECE5C955B2E}" dt="2024-11-07T13:26:09.915" v="1691" actId="478"/>
          <ac:spMkLst>
            <pc:docMk/>
            <pc:sldMk cId="3552021207" sldId="709"/>
            <ac:spMk id="49" creationId="{E81BEB5F-E2BA-CBA0-8BC5-406EADB1F848}"/>
          </ac:spMkLst>
        </pc:spChg>
        <pc:spChg chg="add del">
          <ac:chgData name="Nursakirah Ab Rahman Muton" userId="f84698cea26ccaf4" providerId="LiveId" clId="{D3AE37F8-CA3E-465A-A608-AECE5C955B2E}" dt="2024-11-07T13:26:09.915" v="1691" actId="478"/>
          <ac:spMkLst>
            <pc:docMk/>
            <pc:sldMk cId="3552021207" sldId="709"/>
            <ac:spMk id="50" creationId="{1925D8A7-A44A-76F5-0D5F-64D438B3CBBF}"/>
          </ac:spMkLst>
        </pc:spChg>
        <pc:spChg chg="add del">
          <ac:chgData name="Nursakirah Ab Rahman Muton" userId="f84698cea26ccaf4" providerId="LiveId" clId="{D3AE37F8-CA3E-465A-A608-AECE5C955B2E}" dt="2024-11-07T13:26:09.915" v="1691" actId="478"/>
          <ac:spMkLst>
            <pc:docMk/>
            <pc:sldMk cId="3552021207" sldId="709"/>
            <ac:spMk id="51" creationId="{CB4816CB-20A8-35AE-70BB-CBC04F1C3150}"/>
          </ac:spMkLst>
        </pc:spChg>
        <pc:spChg chg="add del">
          <ac:chgData name="Nursakirah Ab Rahman Muton" userId="f84698cea26ccaf4" providerId="LiveId" clId="{D3AE37F8-CA3E-465A-A608-AECE5C955B2E}" dt="2024-11-07T13:26:09.915" v="1691" actId="478"/>
          <ac:spMkLst>
            <pc:docMk/>
            <pc:sldMk cId="3552021207" sldId="709"/>
            <ac:spMk id="52" creationId="{9D590C3C-2394-3E33-7F76-94F8AB1D94A0}"/>
          </ac:spMkLst>
        </pc:spChg>
        <pc:spChg chg="add del">
          <ac:chgData name="Nursakirah Ab Rahman Muton" userId="f84698cea26ccaf4" providerId="LiveId" clId="{D3AE37F8-CA3E-465A-A608-AECE5C955B2E}" dt="2024-11-07T13:26:09.915" v="1691" actId="478"/>
          <ac:spMkLst>
            <pc:docMk/>
            <pc:sldMk cId="3552021207" sldId="709"/>
            <ac:spMk id="53" creationId="{9B045F00-F5FF-F4F5-CD5B-05F7F136E097}"/>
          </ac:spMkLst>
        </pc:spChg>
        <pc:spChg chg="add del">
          <ac:chgData name="Nursakirah Ab Rahman Muton" userId="f84698cea26ccaf4" providerId="LiveId" clId="{D3AE37F8-CA3E-465A-A608-AECE5C955B2E}" dt="2024-11-07T13:26:09.915" v="1691" actId="478"/>
          <ac:spMkLst>
            <pc:docMk/>
            <pc:sldMk cId="3552021207" sldId="709"/>
            <ac:spMk id="54" creationId="{4B62C4CD-D440-7EF6-0D34-143F62BFDC91}"/>
          </ac:spMkLst>
        </pc:spChg>
        <pc:spChg chg="add del">
          <ac:chgData name="Nursakirah Ab Rahman Muton" userId="f84698cea26ccaf4" providerId="LiveId" clId="{D3AE37F8-CA3E-465A-A608-AECE5C955B2E}" dt="2024-11-07T13:26:09.915" v="1691" actId="478"/>
          <ac:spMkLst>
            <pc:docMk/>
            <pc:sldMk cId="3552021207" sldId="709"/>
            <ac:spMk id="55" creationId="{6BC7EE6C-B877-878D-11C2-E80FAAC3EAF1}"/>
          </ac:spMkLst>
        </pc:spChg>
        <pc:spChg chg="add del">
          <ac:chgData name="Nursakirah Ab Rahman Muton" userId="f84698cea26ccaf4" providerId="LiveId" clId="{D3AE37F8-CA3E-465A-A608-AECE5C955B2E}" dt="2024-11-07T13:26:09.915" v="1691" actId="478"/>
          <ac:spMkLst>
            <pc:docMk/>
            <pc:sldMk cId="3552021207" sldId="709"/>
            <ac:spMk id="56" creationId="{13434B47-4EC1-6103-DD55-81775BAEFD64}"/>
          </ac:spMkLst>
        </pc:spChg>
        <pc:spChg chg="add del">
          <ac:chgData name="Nursakirah Ab Rahman Muton" userId="f84698cea26ccaf4" providerId="LiveId" clId="{D3AE37F8-CA3E-465A-A608-AECE5C955B2E}" dt="2024-11-07T13:26:09.915" v="1691" actId="478"/>
          <ac:spMkLst>
            <pc:docMk/>
            <pc:sldMk cId="3552021207" sldId="709"/>
            <ac:spMk id="57" creationId="{8750F89A-AB66-9AEA-CEF2-5AF52EB19ADC}"/>
          </ac:spMkLst>
        </pc:spChg>
        <pc:spChg chg="add del">
          <ac:chgData name="Nursakirah Ab Rahman Muton" userId="f84698cea26ccaf4" providerId="LiveId" clId="{D3AE37F8-CA3E-465A-A608-AECE5C955B2E}" dt="2024-11-07T13:26:09.915" v="1691" actId="478"/>
          <ac:spMkLst>
            <pc:docMk/>
            <pc:sldMk cId="3552021207" sldId="709"/>
            <ac:spMk id="58" creationId="{A2D6FC48-925B-9C88-0625-DF2FA092A9C3}"/>
          </ac:spMkLst>
        </pc:spChg>
        <pc:spChg chg="add del">
          <ac:chgData name="Nursakirah Ab Rahman Muton" userId="f84698cea26ccaf4" providerId="LiveId" clId="{D3AE37F8-CA3E-465A-A608-AECE5C955B2E}" dt="2024-11-07T13:26:09.915" v="1691" actId="478"/>
          <ac:spMkLst>
            <pc:docMk/>
            <pc:sldMk cId="3552021207" sldId="709"/>
            <ac:spMk id="59" creationId="{CFBB5EC2-D2AD-A5F2-C58C-FAA247FEF965}"/>
          </ac:spMkLst>
        </pc:spChg>
        <pc:spChg chg="add del">
          <ac:chgData name="Nursakirah Ab Rahman Muton" userId="f84698cea26ccaf4" providerId="LiveId" clId="{D3AE37F8-CA3E-465A-A608-AECE5C955B2E}" dt="2024-11-07T13:26:09.915" v="1691" actId="478"/>
          <ac:spMkLst>
            <pc:docMk/>
            <pc:sldMk cId="3552021207" sldId="709"/>
            <ac:spMk id="60" creationId="{B7A1D3BA-F685-4058-7EFD-39633DAE037B}"/>
          </ac:spMkLst>
        </pc:spChg>
        <pc:spChg chg="add del">
          <ac:chgData name="Nursakirah Ab Rahman Muton" userId="f84698cea26ccaf4" providerId="LiveId" clId="{D3AE37F8-CA3E-465A-A608-AECE5C955B2E}" dt="2024-11-07T13:26:09.915" v="1691" actId="478"/>
          <ac:spMkLst>
            <pc:docMk/>
            <pc:sldMk cId="3552021207" sldId="709"/>
            <ac:spMk id="61" creationId="{0232417D-AD88-818C-C612-5FE76D6110C0}"/>
          </ac:spMkLst>
        </pc:spChg>
        <pc:spChg chg="add del">
          <ac:chgData name="Nursakirah Ab Rahman Muton" userId="f84698cea26ccaf4" providerId="LiveId" clId="{D3AE37F8-CA3E-465A-A608-AECE5C955B2E}" dt="2024-11-07T13:26:09.915" v="1691" actId="478"/>
          <ac:spMkLst>
            <pc:docMk/>
            <pc:sldMk cId="3552021207" sldId="709"/>
            <ac:spMk id="62" creationId="{39B007F3-98B3-C363-8FE0-87817678EF54}"/>
          </ac:spMkLst>
        </pc:spChg>
        <pc:spChg chg="add mod">
          <ac:chgData name="Nursakirah Ab Rahman Muton" userId="f84698cea26ccaf4" providerId="LiveId" clId="{D3AE37F8-CA3E-465A-A608-AECE5C955B2E}" dt="2024-11-07T13:30:42.660" v="1752" actId="14100"/>
          <ac:spMkLst>
            <pc:docMk/>
            <pc:sldMk cId="3552021207" sldId="709"/>
            <ac:spMk id="63" creationId="{CBF6E276-E96E-6A4A-B0D1-A99E112ECB20}"/>
          </ac:spMkLst>
        </pc:spChg>
        <pc:spChg chg="add mod">
          <ac:chgData name="Nursakirah Ab Rahman Muton" userId="f84698cea26ccaf4" providerId="LiveId" clId="{D3AE37F8-CA3E-465A-A608-AECE5C955B2E}" dt="2024-11-07T13:30:56.178" v="1759" actId="20577"/>
          <ac:spMkLst>
            <pc:docMk/>
            <pc:sldMk cId="3552021207" sldId="709"/>
            <ac:spMk id="64" creationId="{8BDD6674-7EA7-49E4-8385-DC000A690E26}"/>
          </ac:spMkLst>
        </pc:spChg>
        <pc:spChg chg="add mod">
          <ac:chgData name="Nursakirah Ab Rahman Muton" userId="f84698cea26ccaf4" providerId="LiveId" clId="{D3AE37F8-CA3E-465A-A608-AECE5C955B2E}" dt="2024-11-07T13:31:19.761" v="1773" actId="207"/>
          <ac:spMkLst>
            <pc:docMk/>
            <pc:sldMk cId="3552021207" sldId="709"/>
            <ac:spMk id="65" creationId="{591FCEC1-0667-CB7C-5AE2-2F604DE72B0A}"/>
          </ac:spMkLst>
        </pc:spChg>
        <pc:spChg chg="add mod">
          <ac:chgData name="Nursakirah Ab Rahman Muton" userId="f84698cea26ccaf4" providerId="LiveId" clId="{D3AE37F8-CA3E-465A-A608-AECE5C955B2E}" dt="2024-11-07T13:52:37.166" v="2014" actId="207"/>
          <ac:spMkLst>
            <pc:docMk/>
            <pc:sldMk cId="3552021207" sldId="709"/>
            <ac:spMk id="66" creationId="{00789A57-8468-DC2D-D1DD-D589C8515861}"/>
          </ac:spMkLst>
        </pc:spChg>
        <pc:spChg chg="add mod">
          <ac:chgData name="Nursakirah Ab Rahman Muton" userId="f84698cea26ccaf4" providerId="LiveId" clId="{D3AE37F8-CA3E-465A-A608-AECE5C955B2E}" dt="2024-11-07T13:31:36.481" v="1785" actId="20577"/>
          <ac:spMkLst>
            <pc:docMk/>
            <pc:sldMk cId="3552021207" sldId="709"/>
            <ac:spMk id="67" creationId="{645CC1E2-454B-A1E6-8F4B-0F82CE45D470}"/>
          </ac:spMkLst>
        </pc:spChg>
        <pc:spChg chg="add mod">
          <ac:chgData name="Nursakirah Ab Rahman Muton" userId="f84698cea26ccaf4" providerId="LiveId" clId="{D3AE37F8-CA3E-465A-A608-AECE5C955B2E}" dt="2024-11-07T13:33:44.130" v="1830" actId="12788"/>
          <ac:spMkLst>
            <pc:docMk/>
            <pc:sldMk cId="3552021207" sldId="709"/>
            <ac:spMk id="68" creationId="{DC39321A-DF21-5B7E-407A-CE45DAF82C45}"/>
          </ac:spMkLst>
        </pc:spChg>
        <pc:spChg chg="add mod">
          <ac:chgData name="Nursakirah Ab Rahman Muton" userId="f84698cea26ccaf4" providerId="LiveId" clId="{D3AE37F8-CA3E-465A-A608-AECE5C955B2E}" dt="2024-11-07T13:31:49.853" v="1794" actId="20577"/>
          <ac:spMkLst>
            <pc:docMk/>
            <pc:sldMk cId="3552021207" sldId="709"/>
            <ac:spMk id="69" creationId="{DE1CA2AF-6590-B7A4-4C1A-C0D5A64DDD43}"/>
          </ac:spMkLst>
        </pc:spChg>
        <pc:spChg chg="add mod">
          <ac:chgData name="Nursakirah Ab Rahman Muton" userId="f84698cea26ccaf4" providerId="LiveId" clId="{D3AE37F8-CA3E-465A-A608-AECE5C955B2E}" dt="2024-11-07T13:32:03.269" v="1800" actId="20577"/>
          <ac:spMkLst>
            <pc:docMk/>
            <pc:sldMk cId="3552021207" sldId="709"/>
            <ac:spMk id="70" creationId="{D4A0D8CF-03D1-D925-24A5-0F798E802D69}"/>
          </ac:spMkLst>
        </pc:spChg>
        <pc:spChg chg="add mod">
          <ac:chgData name="Nursakirah Ab Rahman Muton" userId="f84698cea26ccaf4" providerId="LiveId" clId="{D3AE37F8-CA3E-465A-A608-AECE5C955B2E}" dt="2024-11-07T13:32:14.856" v="1806" actId="20577"/>
          <ac:spMkLst>
            <pc:docMk/>
            <pc:sldMk cId="3552021207" sldId="709"/>
            <ac:spMk id="71" creationId="{6C65B8AF-F68B-1E1D-2E60-B106CCA22D32}"/>
          </ac:spMkLst>
        </pc:spChg>
        <pc:spChg chg="add mod">
          <ac:chgData name="Nursakirah Ab Rahman Muton" userId="f84698cea26ccaf4" providerId="LiveId" clId="{D3AE37F8-CA3E-465A-A608-AECE5C955B2E}" dt="2024-11-07T13:33:44.130" v="1830" actId="12788"/>
          <ac:spMkLst>
            <pc:docMk/>
            <pc:sldMk cId="3552021207" sldId="709"/>
            <ac:spMk id="72" creationId="{FCDAFC7D-5B71-22DE-EF10-8CF0C6D2A3F0}"/>
          </ac:spMkLst>
        </pc:spChg>
        <pc:spChg chg="add mod">
          <ac:chgData name="Nursakirah Ab Rahman Muton" userId="f84698cea26ccaf4" providerId="LiveId" clId="{D3AE37F8-CA3E-465A-A608-AECE5C955B2E}" dt="2024-11-07T13:32:35.203" v="1811" actId="1076"/>
          <ac:spMkLst>
            <pc:docMk/>
            <pc:sldMk cId="3552021207" sldId="709"/>
            <ac:spMk id="73" creationId="{6B8C9DC5-ACB0-699A-9E0A-42E14693A780}"/>
          </ac:spMkLst>
        </pc:spChg>
        <pc:spChg chg="add mod">
          <ac:chgData name="Nursakirah Ab Rahman Muton" userId="f84698cea26ccaf4" providerId="LiveId" clId="{D3AE37F8-CA3E-465A-A608-AECE5C955B2E}" dt="2024-11-07T13:32:56.705" v="1817" actId="1076"/>
          <ac:spMkLst>
            <pc:docMk/>
            <pc:sldMk cId="3552021207" sldId="709"/>
            <ac:spMk id="74" creationId="{967ADFC4-2568-BEEB-D0F5-1A8FF70BF142}"/>
          </ac:spMkLst>
        </pc:spChg>
        <pc:spChg chg="add mod">
          <ac:chgData name="Nursakirah Ab Rahman Muton" userId="f84698cea26ccaf4" providerId="LiveId" clId="{D3AE37F8-CA3E-465A-A608-AECE5C955B2E}" dt="2024-11-07T13:33:06.576" v="1823" actId="20577"/>
          <ac:spMkLst>
            <pc:docMk/>
            <pc:sldMk cId="3552021207" sldId="709"/>
            <ac:spMk id="75" creationId="{9198BCE5-4F0D-49FF-A6AB-7BA4AEAB8D87}"/>
          </ac:spMkLst>
        </pc:spChg>
        <pc:spChg chg="add mod">
          <ac:chgData name="Nursakirah Ab Rahman Muton" userId="f84698cea26ccaf4" providerId="LiveId" clId="{D3AE37F8-CA3E-465A-A608-AECE5C955B2E}" dt="2024-11-07T13:33:14.874" v="1826" actId="20577"/>
          <ac:spMkLst>
            <pc:docMk/>
            <pc:sldMk cId="3552021207" sldId="709"/>
            <ac:spMk id="76" creationId="{54C8558C-0BD9-93C5-B3D6-F6CF47295D50}"/>
          </ac:spMkLst>
        </pc:spChg>
        <pc:spChg chg="add mod">
          <ac:chgData name="Nursakirah Ab Rahman Muton" userId="f84698cea26ccaf4" providerId="LiveId" clId="{D3AE37F8-CA3E-465A-A608-AECE5C955B2E}" dt="2024-11-07T13:33:44.130" v="1830" actId="12788"/>
          <ac:spMkLst>
            <pc:docMk/>
            <pc:sldMk cId="3552021207" sldId="709"/>
            <ac:spMk id="77" creationId="{27EA9C72-AF90-EA1C-F50C-A7BD07C2D95A}"/>
          </ac:spMkLst>
        </pc:spChg>
        <pc:graphicFrameChg chg="add del">
          <ac:chgData name="Nursakirah Ab Rahman Muton" userId="f84698cea26ccaf4" providerId="LiveId" clId="{D3AE37F8-CA3E-465A-A608-AECE5C955B2E}" dt="2024-11-07T13:26:04.349" v="1690" actId="478"/>
          <ac:graphicFrameMkLst>
            <pc:docMk/>
            <pc:sldMk cId="3552021207" sldId="709"/>
            <ac:graphicFrameMk id="6" creationId="{A5F28BAB-C526-23C6-BBA9-8FAFC79B18D6}"/>
          </ac:graphicFrameMkLst>
        </pc:graphicFrameChg>
        <pc:graphicFrameChg chg="add mod">
          <ac:chgData name="Nursakirah Ab Rahman Muton" userId="f84698cea26ccaf4" providerId="LiveId" clId="{D3AE37F8-CA3E-465A-A608-AECE5C955B2E}" dt="2024-11-07T13:27:52.748" v="1712"/>
          <ac:graphicFrameMkLst>
            <pc:docMk/>
            <pc:sldMk cId="3552021207" sldId="709"/>
            <ac:graphicFrameMk id="22" creationId="{7F99A7F3-1689-903E-B456-C6176BA6ACDE}"/>
          </ac:graphicFrameMkLst>
        </pc:graphicFrameChg>
        <pc:cxnChg chg="add del">
          <ac:chgData name="Nursakirah Ab Rahman Muton" userId="f84698cea26ccaf4" providerId="LiveId" clId="{D3AE37F8-CA3E-465A-A608-AECE5C955B2E}" dt="2024-11-07T13:26:09.915" v="1691" actId="478"/>
          <ac:cxnSpMkLst>
            <pc:docMk/>
            <pc:sldMk cId="3552021207" sldId="709"/>
            <ac:cxnSpMk id="18" creationId="{5B159D73-D868-CBEE-E6CD-20907C75437D}"/>
          </ac:cxnSpMkLst>
        </pc:cxnChg>
      </pc:sldChg>
      <pc:sldChg chg="addSp delSp modSp add mod modAnim">
        <pc:chgData name="Nursakirah Ab Rahman Muton" userId="f84698cea26ccaf4" providerId="LiveId" clId="{D3AE37F8-CA3E-465A-A608-AECE5C955B2E}" dt="2024-11-07T13:52:23.769" v="2013" actId="207"/>
        <pc:sldMkLst>
          <pc:docMk/>
          <pc:sldMk cId="3281013960" sldId="710"/>
        </pc:sldMkLst>
        <pc:spChg chg="mod">
          <ac:chgData name="Nursakirah Ab Rahman Muton" userId="f84698cea26ccaf4" providerId="LiveId" clId="{D3AE37F8-CA3E-465A-A608-AECE5C955B2E}" dt="2024-11-07T13:37:50.379" v="1840" actId="6549"/>
          <ac:spMkLst>
            <pc:docMk/>
            <pc:sldMk cId="3281013960" sldId="710"/>
            <ac:spMk id="2" creationId="{469868B0-00BA-0B43-4F56-3D8AEF3EB05A}"/>
          </ac:spMkLst>
        </pc:spChg>
        <pc:spChg chg="mod">
          <ac:chgData name="Nursakirah Ab Rahman Muton" userId="f84698cea26ccaf4" providerId="LiveId" clId="{D3AE37F8-CA3E-465A-A608-AECE5C955B2E}" dt="2024-11-07T13:38:52.361" v="1858" actId="207"/>
          <ac:spMkLst>
            <pc:docMk/>
            <pc:sldMk cId="3281013960" sldId="710"/>
            <ac:spMk id="3" creationId="{5BE3C616-1CAC-8AB0-897D-25C451806B89}"/>
          </ac:spMkLst>
        </pc:spChg>
        <pc:spChg chg="mod">
          <ac:chgData name="Nursakirah Ab Rahman Muton" userId="f84698cea26ccaf4" providerId="LiveId" clId="{D3AE37F8-CA3E-465A-A608-AECE5C955B2E}" dt="2024-11-07T13:38:32.092" v="1856" actId="20577"/>
          <ac:spMkLst>
            <pc:docMk/>
            <pc:sldMk cId="3281013960" sldId="710"/>
            <ac:spMk id="4" creationId="{0458FF45-52B9-00C2-C0B0-8AA3F275F279}"/>
          </ac:spMkLst>
        </pc:spChg>
        <pc:spChg chg="del">
          <ac:chgData name="Nursakirah Ab Rahman Muton" userId="f84698cea26ccaf4" providerId="LiveId" clId="{D3AE37F8-CA3E-465A-A608-AECE5C955B2E}" dt="2024-11-07T13:38:26.428" v="1852" actId="478"/>
          <ac:spMkLst>
            <pc:docMk/>
            <pc:sldMk cId="3281013960" sldId="710"/>
            <ac:spMk id="5" creationId="{B602E47F-E143-3010-3099-89F59DC4679E}"/>
          </ac:spMkLst>
        </pc:spChg>
        <pc:spChg chg="add mod">
          <ac:chgData name="Nursakirah Ab Rahman Muton" userId="f84698cea26ccaf4" providerId="LiveId" clId="{D3AE37F8-CA3E-465A-A608-AECE5C955B2E}" dt="2024-11-07T13:48:45.320" v="1967" actId="207"/>
          <ac:spMkLst>
            <pc:docMk/>
            <pc:sldMk cId="3281013960" sldId="710"/>
            <ac:spMk id="7" creationId="{03F45B15-C9E1-FA06-BBD0-B6990818CB66}"/>
          </ac:spMkLst>
        </pc:spChg>
        <pc:spChg chg="add mod">
          <ac:chgData name="Nursakirah Ab Rahman Muton" userId="f84698cea26ccaf4" providerId="LiveId" clId="{D3AE37F8-CA3E-465A-A608-AECE5C955B2E}" dt="2024-11-07T13:41:16.724" v="1921" actId="1076"/>
          <ac:spMkLst>
            <pc:docMk/>
            <pc:sldMk cId="3281013960" sldId="710"/>
            <ac:spMk id="8" creationId="{FE5AFDCC-178F-D449-CE4B-068ADBF95C73}"/>
          </ac:spMkLst>
        </pc:spChg>
        <pc:spChg chg="add mod">
          <ac:chgData name="Nursakirah Ab Rahman Muton" userId="f84698cea26ccaf4" providerId="LiveId" clId="{D3AE37F8-CA3E-465A-A608-AECE5C955B2E}" dt="2024-11-07T13:41:31.049" v="1927" actId="20577"/>
          <ac:spMkLst>
            <pc:docMk/>
            <pc:sldMk cId="3281013960" sldId="710"/>
            <ac:spMk id="10" creationId="{CB94C6C3-62E7-C19D-49F1-F042B648C2D2}"/>
          </ac:spMkLst>
        </pc:spChg>
        <pc:spChg chg="add mod">
          <ac:chgData name="Nursakirah Ab Rahman Muton" userId="f84698cea26ccaf4" providerId="LiveId" clId="{D3AE37F8-CA3E-465A-A608-AECE5C955B2E}" dt="2024-11-07T13:41:24.006" v="1923" actId="1076"/>
          <ac:spMkLst>
            <pc:docMk/>
            <pc:sldMk cId="3281013960" sldId="710"/>
            <ac:spMk id="11" creationId="{CE2F076D-588F-D0D7-28EE-41DC42CBDBE1}"/>
          </ac:spMkLst>
        </pc:spChg>
        <pc:spChg chg="add mod">
          <ac:chgData name="Nursakirah Ab Rahman Muton" userId="f84698cea26ccaf4" providerId="LiveId" clId="{D3AE37F8-CA3E-465A-A608-AECE5C955B2E}" dt="2024-11-07T13:41:37.384" v="1928" actId="20577"/>
          <ac:spMkLst>
            <pc:docMk/>
            <pc:sldMk cId="3281013960" sldId="710"/>
            <ac:spMk id="12" creationId="{B189C187-E633-F98A-1ACB-31FCB3502D57}"/>
          </ac:spMkLst>
        </pc:spChg>
        <pc:spChg chg="mod">
          <ac:chgData name="Nursakirah Ab Rahman Muton" userId="f84698cea26ccaf4" providerId="LiveId" clId="{D3AE37F8-CA3E-465A-A608-AECE5C955B2E}" dt="2024-11-07T13:38:58.939" v="1863" actId="207"/>
          <ac:spMkLst>
            <pc:docMk/>
            <pc:sldMk cId="3281013960" sldId="710"/>
            <ac:spMk id="17" creationId="{A1255F40-EB03-1662-7A11-0822ADF0E761}"/>
          </ac:spMkLst>
        </pc:spChg>
        <pc:spChg chg="mod">
          <ac:chgData name="Nursakirah Ab Rahman Muton" userId="f84698cea26ccaf4" providerId="LiveId" clId="{D3AE37F8-CA3E-465A-A608-AECE5C955B2E}" dt="2024-11-07T13:43:20.002" v="1940" actId="1038"/>
          <ac:spMkLst>
            <pc:docMk/>
            <pc:sldMk cId="3281013960" sldId="710"/>
            <ac:spMk id="21" creationId="{D6CE9462-5BF3-25B9-8B6C-B37A45E904CB}"/>
          </ac:spMkLst>
        </pc:spChg>
        <pc:spChg chg="mod">
          <ac:chgData name="Nursakirah Ab Rahman Muton" userId="f84698cea26ccaf4" providerId="LiveId" clId="{D3AE37F8-CA3E-465A-A608-AECE5C955B2E}" dt="2024-11-07T13:42:00.577" v="1932" actId="20577"/>
          <ac:spMkLst>
            <pc:docMk/>
            <pc:sldMk cId="3281013960" sldId="710"/>
            <ac:spMk id="25" creationId="{86D44E20-B32B-E571-06ED-2285B5DEBBE4}"/>
          </ac:spMkLst>
        </pc:spChg>
        <pc:spChg chg="mod">
          <ac:chgData name="Nursakirah Ab Rahman Muton" userId="f84698cea26ccaf4" providerId="LiveId" clId="{D3AE37F8-CA3E-465A-A608-AECE5C955B2E}" dt="2024-11-07T13:42:59.635" v="1936" actId="1037"/>
          <ac:spMkLst>
            <pc:docMk/>
            <pc:sldMk cId="3281013960" sldId="710"/>
            <ac:spMk id="27" creationId="{A04D56C5-BEBB-A967-C193-6B20FE001F12}"/>
          </ac:spMkLst>
        </pc:spChg>
        <pc:spChg chg="mod">
          <ac:chgData name="Nursakirah Ab Rahman Muton" userId="f84698cea26ccaf4" providerId="LiveId" clId="{D3AE37F8-CA3E-465A-A608-AECE5C955B2E}" dt="2024-11-07T13:39:16.922" v="1871" actId="20577"/>
          <ac:spMkLst>
            <pc:docMk/>
            <pc:sldMk cId="3281013960" sldId="710"/>
            <ac:spMk id="30" creationId="{85ADB71F-F3BF-499A-CEA2-6B1D7A228530}"/>
          </ac:spMkLst>
        </pc:spChg>
        <pc:spChg chg="mod">
          <ac:chgData name="Nursakirah Ab Rahman Muton" userId="f84698cea26ccaf4" providerId="LiveId" clId="{D3AE37F8-CA3E-465A-A608-AECE5C955B2E}" dt="2024-11-07T13:42:59.635" v="1936" actId="1037"/>
          <ac:spMkLst>
            <pc:docMk/>
            <pc:sldMk cId="3281013960" sldId="710"/>
            <ac:spMk id="63" creationId="{29FBA500-7831-08A1-E58D-25460F1F437D}"/>
          </ac:spMkLst>
        </pc:spChg>
        <pc:spChg chg="mod">
          <ac:chgData name="Nursakirah Ab Rahman Muton" userId="f84698cea26ccaf4" providerId="LiveId" clId="{D3AE37F8-CA3E-465A-A608-AECE5C955B2E}" dt="2024-11-07T13:48:07.117" v="1966" actId="207"/>
          <ac:spMkLst>
            <pc:docMk/>
            <pc:sldMk cId="3281013960" sldId="710"/>
            <ac:spMk id="65" creationId="{648762CE-2E28-DDC6-43E0-2DA40C79320B}"/>
          </ac:spMkLst>
        </pc:spChg>
        <pc:spChg chg="mod">
          <ac:chgData name="Nursakirah Ab Rahman Muton" userId="f84698cea26ccaf4" providerId="LiveId" clId="{D3AE37F8-CA3E-465A-A608-AECE5C955B2E}" dt="2024-11-07T13:52:20.001" v="2012" actId="207"/>
          <ac:spMkLst>
            <pc:docMk/>
            <pc:sldMk cId="3281013960" sldId="710"/>
            <ac:spMk id="66" creationId="{57596138-8238-8224-3BE4-034F5CE72B06}"/>
          </ac:spMkLst>
        </pc:spChg>
        <pc:spChg chg="mod">
          <ac:chgData name="Nursakirah Ab Rahman Muton" userId="f84698cea26ccaf4" providerId="LiveId" clId="{D3AE37F8-CA3E-465A-A608-AECE5C955B2E}" dt="2024-11-07T13:40:00.770" v="1889" actId="20577"/>
          <ac:spMkLst>
            <pc:docMk/>
            <pc:sldMk cId="3281013960" sldId="710"/>
            <ac:spMk id="67" creationId="{39566782-E4A2-5D04-F90C-8283C6CE8F4C}"/>
          </ac:spMkLst>
        </pc:spChg>
        <pc:spChg chg="mod">
          <ac:chgData name="Nursakirah Ab Rahman Muton" userId="f84698cea26ccaf4" providerId="LiveId" clId="{D3AE37F8-CA3E-465A-A608-AECE5C955B2E}" dt="2024-11-07T13:40:06.204" v="1893" actId="20577"/>
          <ac:spMkLst>
            <pc:docMk/>
            <pc:sldMk cId="3281013960" sldId="710"/>
            <ac:spMk id="70" creationId="{86D29E37-1293-E76D-0B7D-26C5B99DC592}"/>
          </ac:spMkLst>
        </pc:spChg>
        <pc:spChg chg="mod">
          <ac:chgData name="Nursakirah Ab Rahman Muton" userId="f84698cea26ccaf4" providerId="LiveId" clId="{D3AE37F8-CA3E-465A-A608-AECE5C955B2E}" dt="2024-11-07T13:40:09.804" v="1897" actId="20577"/>
          <ac:spMkLst>
            <pc:docMk/>
            <pc:sldMk cId="3281013960" sldId="710"/>
            <ac:spMk id="71" creationId="{0A551960-21CA-76B4-51E1-5F8E29C5668A}"/>
          </ac:spMkLst>
        </pc:spChg>
        <pc:spChg chg="mod">
          <ac:chgData name="Nursakirah Ab Rahman Muton" userId="f84698cea26ccaf4" providerId="LiveId" clId="{D3AE37F8-CA3E-465A-A608-AECE5C955B2E}" dt="2024-11-07T13:42:59.635" v="1936" actId="1037"/>
          <ac:spMkLst>
            <pc:docMk/>
            <pc:sldMk cId="3281013960" sldId="710"/>
            <ac:spMk id="73" creationId="{7F7F8E92-9BE8-0F29-CFDC-367096795D58}"/>
          </ac:spMkLst>
        </pc:spChg>
        <pc:spChg chg="mod">
          <ac:chgData name="Nursakirah Ab Rahman Muton" userId="f84698cea26ccaf4" providerId="LiveId" clId="{D3AE37F8-CA3E-465A-A608-AECE5C955B2E}" dt="2024-11-07T13:41:12.988" v="1920" actId="1076"/>
          <ac:spMkLst>
            <pc:docMk/>
            <pc:sldMk cId="3281013960" sldId="710"/>
            <ac:spMk id="74" creationId="{EC5C8628-C169-E8CE-0532-9051EBC1C07F}"/>
          </ac:spMkLst>
        </pc:spChg>
        <pc:spChg chg="mod">
          <ac:chgData name="Nursakirah Ab Rahman Muton" userId="f84698cea26ccaf4" providerId="LiveId" clId="{D3AE37F8-CA3E-465A-A608-AECE5C955B2E}" dt="2024-11-07T13:52:23.769" v="2013" actId="207"/>
          <ac:spMkLst>
            <pc:docMk/>
            <pc:sldMk cId="3281013960" sldId="710"/>
            <ac:spMk id="75" creationId="{FC9BCFAF-083C-694E-D388-3D6A6E0D7223}"/>
          </ac:spMkLst>
        </pc:spChg>
        <pc:spChg chg="mod">
          <ac:chgData name="Nursakirah Ab Rahman Muton" userId="f84698cea26ccaf4" providerId="LiveId" clId="{D3AE37F8-CA3E-465A-A608-AECE5C955B2E}" dt="2024-11-07T13:41:00.438" v="1916" actId="554"/>
          <ac:spMkLst>
            <pc:docMk/>
            <pc:sldMk cId="3281013960" sldId="710"/>
            <ac:spMk id="76" creationId="{980B4509-87D8-AFA2-E48F-8A59ED437543}"/>
          </ac:spMkLst>
        </pc:spChg>
        <pc:spChg chg="mod">
          <ac:chgData name="Nursakirah Ab Rahman Muton" userId="f84698cea26ccaf4" providerId="LiveId" clId="{D3AE37F8-CA3E-465A-A608-AECE5C955B2E}" dt="2024-11-07T13:41:00.438" v="1916" actId="554"/>
          <ac:spMkLst>
            <pc:docMk/>
            <pc:sldMk cId="3281013960" sldId="710"/>
            <ac:spMk id="77" creationId="{F001C6CA-2D5F-4E1F-3DB6-D7FE996119C9}"/>
          </ac:spMkLst>
        </pc:spChg>
      </pc:sldChg>
      <pc:sldChg chg="addSp delSp modSp add mod delAnim">
        <pc:chgData name="Nursakirah Ab Rahman Muton" userId="f84698cea26ccaf4" providerId="LiveId" clId="{D3AE37F8-CA3E-465A-A608-AECE5C955B2E}" dt="2024-11-07T13:52:12.911" v="2011" actId="207"/>
        <pc:sldMkLst>
          <pc:docMk/>
          <pc:sldMk cId="508108573" sldId="711"/>
        </pc:sldMkLst>
        <pc:spChg chg="mod">
          <ac:chgData name="Nursakirah Ab Rahman Muton" userId="f84698cea26ccaf4" providerId="LiveId" clId="{D3AE37F8-CA3E-465A-A608-AECE5C955B2E}" dt="2024-11-07T13:49:18.980" v="1969" actId="20577"/>
          <ac:spMkLst>
            <pc:docMk/>
            <pc:sldMk cId="508108573" sldId="711"/>
            <ac:spMk id="2" creationId="{DBB93097-16DE-EC4D-2154-68445B399BEC}"/>
          </ac:spMkLst>
        </pc:spChg>
        <pc:spChg chg="mod">
          <ac:chgData name="Nursakirah Ab Rahman Muton" userId="f84698cea26ccaf4" providerId="LiveId" clId="{D3AE37F8-CA3E-465A-A608-AECE5C955B2E}" dt="2024-11-07T13:50:13.515" v="1983" actId="207"/>
          <ac:spMkLst>
            <pc:docMk/>
            <pc:sldMk cId="508108573" sldId="711"/>
            <ac:spMk id="3" creationId="{CD56E03D-A479-E9D5-6918-4DF063090AB5}"/>
          </ac:spMkLst>
        </pc:spChg>
        <pc:spChg chg="add mod">
          <ac:chgData name="Nursakirah Ab Rahman Muton" userId="f84698cea26ccaf4" providerId="LiveId" clId="{D3AE37F8-CA3E-465A-A608-AECE5C955B2E}" dt="2024-11-07T13:49:53.168" v="1978" actId="20577"/>
          <ac:spMkLst>
            <pc:docMk/>
            <pc:sldMk cId="508108573" sldId="711"/>
            <ac:spMk id="5" creationId="{650BE162-F66C-11D9-99A9-95CDB7FF6C8A}"/>
          </ac:spMkLst>
        </pc:spChg>
        <pc:spChg chg="del">
          <ac:chgData name="Nursakirah Ab Rahman Muton" userId="f84698cea26ccaf4" providerId="LiveId" clId="{D3AE37F8-CA3E-465A-A608-AECE5C955B2E}" dt="2024-11-07T13:51:12.453" v="1995" actId="478"/>
          <ac:spMkLst>
            <pc:docMk/>
            <pc:sldMk cId="508108573" sldId="711"/>
            <ac:spMk id="7" creationId="{4F5EA9B0-3B83-97CE-4D3A-06C870DA50C7}"/>
          </ac:spMkLst>
        </pc:spChg>
        <pc:spChg chg="del">
          <ac:chgData name="Nursakirah Ab Rahman Muton" userId="f84698cea26ccaf4" providerId="LiveId" clId="{D3AE37F8-CA3E-465A-A608-AECE5C955B2E}" dt="2024-11-07T13:51:15.574" v="1996" actId="478"/>
          <ac:spMkLst>
            <pc:docMk/>
            <pc:sldMk cId="508108573" sldId="711"/>
            <ac:spMk id="8" creationId="{9B142BFF-A1B0-1328-803D-3E8AA5CD4CEA}"/>
          </ac:spMkLst>
        </pc:spChg>
        <pc:spChg chg="del">
          <ac:chgData name="Nursakirah Ab Rahman Muton" userId="f84698cea26ccaf4" providerId="LiveId" clId="{D3AE37F8-CA3E-465A-A608-AECE5C955B2E}" dt="2024-11-07T13:51:15.574" v="1996" actId="478"/>
          <ac:spMkLst>
            <pc:docMk/>
            <pc:sldMk cId="508108573" sldId="711"/>
            <ac:spMk id="10" creationId="{F8C3D6BD-66C9-F5AE-D17F-05FB8951DAF4}"/>
          </ac:spMkLst>
        </pc:spChg>
        <pc:spChg chg="del">
          <ac:chgData name="Nursakirah Ab Rahman Muton" userId="f84698cea26ccaf4" providerId="LiveId" clId="{D3AE37F8-CA3E-465A-A608-AECE5C955B2E}" dt="2024-11-07T13:51:15.574" v="1996" actId="478"/>
          <ac:spMkLst>
            <pc:docMk/>
            <pc:sldMk cId="508108573" sldId="711"/>
            <ac:spMk id="11" creationId="{DB98ED2A-6361-7E43-A197-532FCF7CE901}"/>
          </ac:spMkLst>
        </pc:spChg>
        <pc:spChg chg="del">
          <ac:chgData name="Nursakirah Ab Rahman Muton" userId="f84698cea26ccaf4" providerId="LiveId" clId="{D3AE37F8-CA3E-465A-A608-AECE5C955B2E}" dt="2024-11-07T13:51:15.574" v="1996" actId="478"/>
          <ac:spMkLst>
            <pc:docMk/>
            <pc:sldMk cId="508108573" sldId="711"/>
            <ac:spMk id="12" creationId="{1F8220AD-C4A8-7F13-B4B4-88BEDEE88FC0}"/>
          </ac:spMkLst>
        </pc:spChg>
        <pc:spChg chg="mod">
          <ac:chgData name="Nursakirah Ab Rahman Muton" userId="f84698cea26ccaf4" providerId="LiveId" clId="{D3AE37F8-CA3E-465A-A608-AECE5C955B2E}" dt="2024-11-07T13:50:16.581" v="1984" actId="207"/>
          <ac:spMkLst>
            <pc:docMk/>
            <pc:sldMk cId="508108573" sldId="711"/>
            <ac:spMk id="17" creationId="{7F463931-9499-61CB-B844-DDFCEA014AAD}"/>
          </ac:spMkLst>
        </pc:spChg>
        <pc:spChg chg="mod">
          <ac:chgData name="Nursakirah Ab Rahman Muton" userId="f84698cea26ccaf4" providerId="LiveId" clId="{D3AE37F8-CA3E-465A-A608-AECE5C955B2E}" dt="2024-11-07T13:50:25.966" v="1988" actId="20577"/>
          <ac:spMkLst>
            <pc:docMk/>
            <pc:sldMk cId="508108573" sldId="711"/>
            <ac:spMk id="25" creationId="{52D51D73-ADB0-BA98-A275-FD3892CCD1C9}"/>
          </ac:spMkLst>
        </pc:spChg>
        <pc:spChg chg="mod">
          <ac:chgData name="Nursakirah Ab Rahman Muton" userId="f84698cea26ccaf4" providerId="LiveId" clId="{D3AE37F8-CA3E-465A-A608-AECE5C955B2E}" dt="2024-11-07T13:50:31.766" v="1992" actId="20577"/>
          <ac:spMkLst>
            <pc:docMk/>
            <pc:sldMk cId="508108573" sldId="711"/>
            <ac:spMk id="30" creationId="{E5A37A76-D90A-E95F-6DE4-DCCA98D642C6}"/>
          </ac:spMkLst>
        </pc:spChg>
        <pc:spChg chg="mod">
          <ac:chgData name="Nursakirah Ab Rahman Muton" userId="f84698cea26ccaf4" providerId="LiveId" clId="{D3AE37F8-CA3E-465A-A608-AECE5C955B2E}" dt="2024-11-07T13:52:12.911" v="2011" actId="207"/>
          <ac:spMkLst>
            <pc:docMk/>
            <pc:sldMk cId="508108573" sldId="711"/>
            <ac:spMk id="66" creationId="{0218003B-4F14-5A13-3339-A0DCA2624CB6}"/>
          </ac:spMkLst>
        </pc:spChg>
        <pc:spChg chg="mod">
          <ac:chgData name="Nursakirah Ab Rahman Muton" userId="f84698cea26ccaf4" providerId="LiveId" clId="{D3AE37F8-CA3E-465A-A608-AECE5C955B2E}" dt="2024-11-07T13:50:42.128" v="1993" actId="20577"/>
          <ac:spMkLst>
            <pc:docMk/>
            <pc:sldMk cId="508108573" sldId="711"/>
            <ac:spMk id="67" creationId="{2061FE0D-A534-BD49-124F-AC85A5735030}"/>
          </ac:spMkLst>
        </pc:spChg>
        <pc:spChg chg="mod">
          <ac:chgData name="Nursakirah Ab Rahman Muton" userId="f84698cea26ccaf4" providerId="LiveId" clId="{D3AE37F8-CA3E-465A-A608-AECE5C955B2E}" dt="2024-11-07T13:51:02.772" v="1994" actId="20577"/>
          <ac:spMkLst>
            <pc:docMk/>
            <pc:sldMk cId="508108573" sldId="711"/>
            <ac:spMk id="71" creationId="{E3A94B65-BDB9-A6ED-B727-95FF1A8CCA7E}"/>
          </ac:spMkLst>
        </pc:spChg>
        <pc:spChg chg="mod">
          <ac:chgData name="Nursakirah Ab Rahman Muton" userId="f84698cea26ccaf4" providerId="LiveId" clId="{D3AE37F8-CA3E-465A-A608-AECE5C955B2E}" dt="2024-11-07T13:51:26.465" v="2006" actId="20577"/>
          <ac:spMkLst>
            <pc:docMk/>
            <pc:sldMk cId="508108573" sldId="711"/>
            <ac:spMk id="74" creationId="{598FE23A-DD53-4928-ACE3-71A4E0B73E43}"/>
          </ac:spMkLst>
        </pc:spChg>
        <pc:spChg chg="mod">
          <ac:chgData name="Nursakirah Ab Rahman Muton" userId="f84698cea26ccaf4" providerId="LiveId" clId="{D3AE37F8-CA3E-465A-A608-AECE5C955B2E}" dt="2024-11-07T13:51:30.618" v="2010" actId="20577"/>
          <ac:spMkLst>
            <pc:docMk/>
            <pc:sldMk cId="508108573" sldId="711"/>
            <ac:spMk id="75" creationId="{D038933B-31A0-7FB5-CDA8-AA8B8DE09D76}"/>
          </ac:spMkLst>
        </pc:spChg>
        <pc:spChg chg="mod">
          <ac:chgData name="Nursakirah Ab Rahman Muton" userId="f84698cea26ccaf4" providerId="LiveId" clId="{D3AE37F8-CA3E-465A-A608-AECE5C955B2E}" dt="2024-11-07T13:51:21.202" v="2001" actId="1035"/>
          <ac:spMkLst>
            <pc:docMk/>
            <pc:sldMk cId="508108573" sldId="711"/>
            <ac:spMk id="76" creationId="{711CF1F9-8975-849B-858A-CFFE3F4D328A}"/>
          </ac:spMkLst>
        </pc:spChg>
        <pc:spChg chg="mod">
          <ac:chgData name="Nursakirah Ab Rahman Muton" userId="f84698cea26ccaf4" providerId="LiveId" clId="{D3AE37F8-CA3E-465A-A608-AECE5C955B2E}" dt="2024-11-07T13:51:21.202" v="2001" actId="1035"/>
          <ac:spMkLst>
            <pc:docMk/>
            <pc:sldMk cId="508108573" sldId="711"/>
            <ac:spMk id="77" creationId="{49875139-D804-5CDF-C578-455AC5103F00}"/>
          </ac:spMkLst>
        </pc:spChg>
      </pc:sldChg>
      <pc:sldChg chg="addSp delSp modSp new mod delAnim modAnim">
        <pc:chgData name="Nursakirah Ab Rahman Muton" userId="f84698cea26ccaf4" providerId="LiveId" clId="{D3AE37F8-CA3E-465A-A608-AECE5C955B2E}" dt="2024-11-07T14:59:08.903" v="3014" actId="207"/>
        <pc:sldMkLst>
          <pc:docMk/>
          <pc:sldMk cId="3265386650" sldId="712"/>
        </pc:sldMkLst>
        <pc:spChg chg="mod">
          <ac:chgData name="Nursakirah Ab Rahman Muton" userId="f84698cea26ccaf4" providerId="LiveId" clId="{D3AE37F8-CA3E-465A-A608-AECE5C955B2E}" dt="2024-11-07T14:05:09.847" v="2492" actId="1076"/>
          <ac:spMkLst>
            <pc:docMk/>
            <pc:sldMk cId="3265386650" sldId="712"/>
            <ac:spMk id="2" creationId="{12EB92A5-B4F6-103A-DD5E-FBBE86D1C522}"/>
          </ac:spMkLst>
        </pc:spChg>
        <pc:spChg chg="del">
          <ac:chgData name="Nursakirah Ab Rahman Muton" userId="f84698cea26ccaf4" providerId="LiveId" clId="{D3AE37F8-CA3E-465A-A608-AECE5C955B2E}" dt="2024-11-07T14:05:04.344" v="2491" actId="478"/>
          <ac:spMkLst>
            <pc:docMk/>
            <pc:sldMk cId="3265386650" sldId="712"/>
            <ac:spMk id="3" creationId="{972494FB-ECF8-F708-92EC-4DAAF9E893BD}"/>
          </ac:spMkLst>
        </pc:spChg>
        <pc:spChg chg="add mod">
          <ac:chgData name="Nursakirah Ab Rahman Muton" userId="f84698cea26ccaf4" providerId="LiveId" clId="{D3AE37F8-CA3E-465A-A608-AECE5C955B2E}" dt="2024-11-07T14:23:43.841" v="2702" actId="1037"/>
          <ac:spMkLst>
            <pc:docMk/>
            <pc:sldMk cId="3265386650" sldId="712"/>
            <ac:spMk id="5" creationId="{888774FE-7DA6-47D6-5B90-E9A7880A5171}"/>
          </ac:spMkLst>
        </pc:spChg>
        <pc:spChg chg="add mod">
          <ac:chgData name="Nursakirah Ab Rahman Muton" userId="f84698cea26ccaf4" providerId="LiveId" clId="{D3AE37F8-CA3E-465A-A608-AECE5C955B2E}" dt="2024-11-07T14:18:24.918" v="2627" actId="14100"/>
          <ac:spMkLst>
            <pc:docMk/>
            <pc:sldMk cId="3265386650" sldId="712"/>
            <ac:spMk id="6" creationId="{0DED4A48-5502-E8B8-57D9-462E5E60E1A5}"/>
          </ac:spMkLst>
        </pc:spChg>
        <pc:spChg chg="add del mod">
          <ac:chgData name="Nursakirah Ab Rahman Muton" userId="f84698cea26ccaf4" providerId="LiveId" clId="{D3AE37F8-CA3E-465A-A608-AECE5C955B2E}" dt="2024-11-07T14:12:12.618" v="2515" actId="478"/>
          <ac:spMkLst>
            <pc:docMk/>
            <pc:sldMk cId="3265386650" sldId="712"/>
            <ac:spMk id="7" creationId="{0764D38A-BDB2-58FA-0295-3C860D11D927}"/>
          </ac:spMkLst>
        </pc:spChg>
        <pc:spChg chg="add mod">
          <ac:chgData name="Nursakirah Ab Rahman Muton" userId="f84698cea26ccaf4" providerId="LiveId" clId="{D3AE37F8-CA3E-465A-A608-AECE5C955B2E}" dt="2024-11-07T14:20:26.628" v="2671" actId="404"/>
          <ac:spMkLst>
            <pc:docMk/>
            <pc:sldMk cId="3265386650" sldId="712"/>
            <ac:spMk id="8" creationId="{09E9CB52-312E-727D-F0C4-6567DA326CAE}"/>
          </ac:spMkLst>
        </pc:spChg>
        <pc:spChg chg="add mod">
          <ac:chgData name="Nursakirah Ab Rahman Muton" userId="f84698cea26ccaf4" providerId="LiveId" clId="{D3AE37F8-CA3E-465A-A608-AECE5C955B2E}" dt="2024-11-07T14:21:17.716" v="2685" actId="1076"/>
          <ac:spMkLst>
            <pc:docMk/>
            <pc:sldMk cId="3265386650" sldId="712"/>
            <ac:spMk id="9" creationId="{BD86ECAB-EAF8-802D-AF6F-4B87B05E0D01}"/>
          </ac:spMkLst>
        </pc:spChg>
        <pc:spChg chg="add mod">
          <ac:chgData name="Nursakirah Ab Rahman Muton" userId="f84698cea26ccaf4" providerId="LiveId" clId="{D3AE37F8-CA3E-465A-A608-AECE5C955B2E}" dt="2024-11-07T14:58:34.980" v="3008" actId="207"/>
          <ac:spMkLst>
            <pc:docMk/>
            <pc:sldMk cId="3265386650" sldId="712"/>
            <ac:spMk id="11" creationId="{F38045C8-1DBB-B23B-661B-21B556CB3489}"/>
          </ac:spMkLst>
        </pc:spChg>
        <pc:spChg chg="add mod">
          <ac:chgData name="Nursakirah Ab Rahman Muton" userId="f84698cea26ccaf4" providerId="LiveId" clId="{D3AE37F8-CA3E-465A-A608-AECE5C955B2E}" dt="2024-11-07T14:20:26.628" v="2671" actId="404"/>
          <ac:spMkLst>
            <pc:docMk/>
            <pc:sldMk cId="3265386650" sldId="712"/>
            <ac:spMk id="12" creationId="{37995B15-F1B9-6C7D-82BB-B2CE0F99C9E3}"/>
          </ac:spMkLst>
        </pc:spChg>
        <pc:spChg chg="add mod">
          <ac:chgData name="Nursakirah Ab Rahman Muton" userId="f84698cea26ccaf4" providerId="LiveId" clId="{D3AE37F8-CA3E-465A-A608-AECE5C955B2E}" dt="2024-11-07T14:46:40.052" v="2904" actId="164"/>
          <ac:spMkLst>
            <pc:docMk/>
            <pc:sldMk cId="3265386650" sldId="712"/>
            <ac:spMk id="13" creationId="{F8249D07-1F17-0387-1FEE-55185CC28F6E}"/>
          </ac:spMkLst>
        </pc:spChg>
        <pc:spChg chg="add mod">
          <ac:chgData name="Nursakirah Ab Rahman Muton" userId="f84698cea26ccaf4" providerId="LiveId" clId="{D3AE37F8-CA3E-465A-A608-AECE5C955B2E}" dt="2024-11-07T14:20:26.628" v="2671" actId="404"/>
          <ac:spMkLst>
            <pc:docMk/>
            <pc:sldMk cId="3265386650" sldId="712"/>
            <ac:spMk id="14" creationId="{41746380-4769-C52A-4632-2483247A949B}"/>
          </ac:spMkLst>
        </pc:spChg>
        <pc:spChg chg="add mod">
          <ac:chgData name="Nursakirah Ab Rahman Muton" userId="f84698cea26ccaf4" providerId="LiveId" clId="{D3AE37F8-CA3E-465A-A608-AECE5C955B2E}" dt="2024-11-07T14:36:30.912" v="2828" actId="1076"/>
          <ac:spMkLst>
            <pc:docMk/>
            <pc:sldMk cId="3265386650" sldId="712"/>
            <ac:spMk id="15" creationId="{6B92BDE3-A723-D048-0B7E-052265AF9920}"/>
          </ac:spMkLst>
        </pc:spChg>
        <pc:spChg chg="add mod">
          <ac:chgData name="Nursakirah Ab Rahman Muton" userId="f84698cea26ccaf4" providerId="LiveId" clId="{D3AE37F8-CA3E-465A-A608-AECE5C955B2E}" dt="2024-11-07T14:23:43.841" v="2702" actId="1037"/>
          <ac:spMkLst>
            <pc:docMk/>
            <pc:sldMk cId="3265386650" sldId="712"/>
            <ac:spMk id="16" creationId="{D4096606-EBCA-0D52-5F2B-98BD539C310C}"/>
          </ac:spMkLst>
        </pc:spChg>
        <pc:spChg chg="add mod">
          <ac:chgData name="Nursakirah Ab Rahman Muton" userId="f84698cea26ccaf4" providerId="LiveId" clId="{D3AE37F8-CA3E-465A-A608-AECE5C955B2E}" dt="2024-11-07T14:22:17.081" v="2689" actId="1076"/>
          <ac:spMkLst>
            <pc:docMk/>
            <pc:sldMk cId="3265386650" sldId="712"/>
            <ac:spMk id="17" creationId="{67BEBE5C-D58C-5C54-AC99-B0DF48A228E2}"/>
          </ac:spMkLst>
        </pc:spChg>
        <pc:spChg chg="add mod">
          <ac:chgData name="Nursakirah Ab Rahman Muton" userId="f84698cea26ccaf4" providerId="LiveId" clId="{D3AE37F8-CA3E-465A-A608-AECE5C955B2E}" dt="2024-11-07T14:33:55.209" v="2796" actId="20577"/>
          <ac:spMkLst>
            <pc:docMk/>
            <pc:sldMk cId="3265386650" sldId="712"/>
            <ac:spMk id="18" creationId="{4E9639EC-D5A0-A77B-A25E-870074872ED0}"/>
          </ac:spMkLst>
        </pc:spChg>
        <pc:spChg chg="add mod">
          <ac:chgData name="Nursakirah Ab Rahman Muton" userId="f84698cea26ccaf4" providerId="LiveId" clId="{D3AE37F8-CA3E-465A-A608-AECE5C955B2E}" dt="2024-11-07T14:30:07.206" v="2774" actId="1076"/>
          <ac:spMkLst>
            <pc:docMk/>
            <pc:sldMk cId="3265386650" sldId="712"/>
            <ac:spMk id="19" creationId="{90526756-E779-1541-FC59-A6D9485EE12B}"/>
          </ac:spMkLst>
        </pc:spChg>
        <pc:spChg chg="add mod">
          <ac:chgData name="Nursakirah Ab Rahman Muton" userId="f84698cea26ccaf4" providerId="LiveId" clId="{D3AE37F8-CA3E-465A-A608-AECE5C955B2E}" dt="2024-11-07T14:58:43.654" v="3009" actId="207"/>
          <ac:spMkLst>
            <pc:docMk/>
            <pc:sldMk cId="3265386650" sldId="712"/>
            <ac:spMk id="20" creationId="{74C425F3-68A4-4904-A454-2D17B75C5542}"/>
          </ac:spMkLst>
        </pc:spChg>
        <pc:spChg chg="add mod">
          <ac:chgData name="Nursakirah Ab Rahman Muton" userId="f84698cea26ccaf4" providerId="LiveId" clId="{D3AE37F8-CA3E-465A-A608-AECE5C955B2E}" dt="2024-11-07T14:41:12.584" v="2852" actId="1076"/>
          <ac:spMkLst>
            <pc:docMk/>
            <pc:sldMk cId="3265386650" sldId="712"/>
            <ac:spMk id="21" creationId="{DF7804DD-A50A-BF94-8989-2EB8597E5954}"/>
          </ac:spMkLst>
        </pc:spChg>
        <pc:spChg chg="add mod">
          <ac:chgData name="Nursakirah Ab Rahman Muton" userId="f84698cea26ccaf4" providerId="LiveId" clId="{D3AE37F8-CA3E-465A-A608-AECE5C955B2E}" dt="2024-11-07T14:43:40.035" v="2887" actId="1076"/>
          <ac:spMkLst>
            <pc:docMk/>
            <pc:sldMk cId="3265386650" sldId="712"/>
            <ac:spMk id="22" creationId="{A603BB4A-AB6A-0C0C-3C28-3C3C84AAAF40}"/>
          </ac:spMkLst>
        </pc:spChg>
        <pc:spChg chg="add del">
          <ac:chgData name="Nursakirah Ab Rahman Muton" userId="f84698cea26ccaf4" providerId="LiveId" clId="{D3AE37F8-CA3E-465A-A608-AECE5C955B2E}" dt="2024-11-07T14:23:11.264" v="2696" actId="11529"/>
          <ac:spMkLst>
            <pc:docMk/>
            <pc:sldMk cId="3265386650" sldId="712"/>
            <ac:spMk id="23" creationId="{6D8D9C83-24DC-D239-3385-5874C68DDD94}"/>
          </ac:spMkLst>
        </pc:spChg>
        <pc:spChg chg="add del mod">
          <ac:chgData name="Nursakirah Ab Rahman Muton" userId="f84698cea26ccaf4" providerId="LiveId" clId="{D3AE37F8-CA3E-465A-A608-AECE5C955B2E}" dt="2024-11-07T14:42:29.631" v="2870" actId="478"/>
          <ac:spMkLst>
            <pc:docMk/>
            <pc:sldMk cId="3265386650" sldId="712"/>
            <ac:spMk id="24" creationId="{20F0C4EF-754C-CA59-5775-D43E2650464D}"/>
          </ac:spMkLst>
        </pc:spChg>
        <pc:spChg chg="add mod">
          <ac:chgData name="Nursakirah Ab Rahman Muton" userId="f84698cea26ccaf4" providerId="LiveId" clId="{D3AE37F8-CA3E-465A-A608-AECE5C955B2E}" dt="2024-11-07T14:28:59.665" v="2769"/>
          <ac:spMkLst>
            <pc:docMk/>
            <pc:sldMk cId="3265386650" sldId="712"/>
            <ac:spMk id="25" creationId="{3DAB4348-F26F-E0C5-52AB-0B55169EB537}"/>
          </ac:spMkLst>
        </pc:spChg>
        <pc:spChg chg="add mod">
          <ac:chgData name="Nursakirah Ab Rahman Muton" userId="f84698cea26ccaf4" providerId="LiveId" clId="{D3AE37F8-CA3E-465A-A608-AECE5C955B2E}" dt="2024-11-07T14:28:56.751" v="2766" actId="1076"/>
          <ac:spMkLst>
            <pc:docMk/>
            <pc:sldMk cId="3265386650" sldId="712"/>
            <ac:spMk id="27" creationId="{8267CAD5-0849-B1DC-5918-090D9DE6F3FD}"/>
          </ac:spMkLst>
        </pc:spChg>
        <pc:spChg chg="add mod">
          <ac:chgData name="Nursakirah Ab Rahman Muton" userId="f84698cea26ccaf4" providerId="LiveId" clId="{D3AE37F8-CA3E-465A-A608-AECE5C955B2E}" dt="2024-11-07T14:28:56.001" v="2765"/>
          <ac:spMkLst>
            <pc:docMk/>
            <pc:sldMk cId="3265386650" sldId="712"/>
            <ac:spMk id="28" creationId="{94106ABE-D42A-F5AD-04D1-8BCEB4FDA8EE}"/>
          </ac:spMkLst>
        </pc:spChg>
        <pc:spChg chg="add mod">
          <ac:chgData name="Nursakirah Ab Rahman Muton" userId="f84698cea26ccaf4" providerId="LiveId" clId="{D3AE37F8-CA3E-465A-A608-AECE5C955B2E}" dt="2024-11-07T14:28:53.425" v="2761"/>
          <ac:spMkLst>
            <pc:docMk/>
            <pc:sldMk cId="3265386650" sldId="712"/>
            <ac:spMk id="29" creationId="{D666E389-9E89-C4C7-DF65-9A846C17D635}"/>
          </ac:spMkLst>
        </pc:spChg>
        <pc:spChg chg="add mod">
          <ac:chgData name="Nursakirah Ab Rahman Muton" userId="f84698cea26ccaf4" providerId="LiveId" clId="{D3AE37F8-CA3E-465A-A608-AECE5C955B2E}" dt="2024-11-07T14:34:50.811" v="2799" actId="1076"/>
          <ac:spMkLst>
            <pc:docMk/>
            <pc:sldMk cId="3265386650" sldId="712"/>
            <ac:spMk id="30" creationId="{ADB24BF3-B8DC-BD06-ABAD-A2757DB799EC}"/>
          </ac:spMkLst>
        </pc:spChg>
        <pc:spChg chg="add del mod">
          <ac:chgData name="Nursakirah Ab Rahman Muton" userId="f84698cea26ccaf4" providerId="LiveId" clId="{D3AE37F8-CA3E-465A-A608-AECE5C955B2E}" dt="2024-11-07T14:35:32.011" v="2812" actId="478"/>
          <ac:spMkLst>
            <pc:docMk/>
            <pc:sldMk cId="3265386650" sldId="712"/>
            <ac:spMk id="31" creationId="{BD265089-4668-B70E-EE35-3B012ECAFCE4}"/>
          </ac:spMkLst>
        </pc:spChg>
        <pc:spChg chg="add mod">
          <ac:chgData name="Nursakirah Ab Rahman Muton" userId="f84698cea26ccaf4" providerId="LiveId" clId="{D3AE37F8-CA3E-465A-A608-AECE5C955B2E}" dt="2024-11-07T14:35:44.174" v="2815" actId="1037"/>
          <ac:spMkLst>
            <pc:docMk/>
            <pc:sldMk cId="3265386650" sldId="712"/>
            <ac:spMk id="33" creationId="{58E25270-7D7F-2395-479C-F417EEAD072C}"/>
          </ac:spMkLst>
        </pc:spChg>
        <pc:spChg chg="add mod">
          <ac:chgData name="Nursakirah Ab Rahman Muton" userId="f84698cea26ccaf4" providerId="LiveId" clId="{D3AE37F8-CA3E-465A-A608-AECE5C955B2E}" dt="2024-11-07T14:36:03.118" v="2822" actId="1037"/>
          <ac:spMkLst>
            <pc:docMk/>
            <pc:sldMk cId="3265386650" sldId="712"/>
            <ac:spMk id="34" creationId="{06EFDD63-8BEC-E2D1-F4C0-935DC223F53B}"/>
          </ac:spMkLst>
        </pc:spChg>
        <pc:spChg chg="add mod">
          <ac:chgData name="Nursakirah Ab Rahman Muton" userId="f84698cea26ccaf4" providerId="LiveId" clId="{D3AE37F8-CA3E-465A-A608-AECE5C955B2E}" dt="2024-11-07T14:58:49.865" v="3010" actId="207"/>
          <ac:spMkLst>
            <pc:docMk/>
            <pc:sldMk cId="3265386650" sldId="712"/>
            <ac:spMk id="35" creationId="{10794007-42D6-B195-1CDB-C3D60E99CBF2}"/>
          </ac:spMkLst>
        </pc:spChg>
        <pc:spChg chg="add mod">
          <ac:chgData name="Nursakirah Ab Rahman Muton" userId="f84698cea26ccaf4" providerId="LiveId" clId="{D3AE37F8-CA3E-465A-A608-AECE5C955B2E}" dt="2024-11-07T14:36:26.476" v="2827" actId="1076"/>
          <ac:spMkLst>
            <pc:docMk/>
            <pc:sldMk cId="3265386650" sldId="712"/>
            <ac:spMk id="36" creationId="{DA258348-194D-D4E9-7D2F-4BE922838672}"/>
          </ac:spMkLst>
        </pc:spChg>
        <pc:spChg chg="add mod">
          <ac:chgData name="Nursakirah Ab Rahman Muton" userId="f84698cea26ccaf4" providerId="LiveId" clId="{D3AE37F8-CA3E-465A-A608-AECE5C955B2E}" dt="2024-11-07T14:36:54.290" v="2833" actId="20577"/>
          <ac:spMkLst>
            <pc:docMk/>
            <pc:sldMk cId="3265386650" sldId="712"/>
            <ac:spMk id="37" creationId="{D8F8D850-589B-1BED-AD28-5346DD2DEB7A}"/>
          </ac:spMkLst>
        </pc:spChg>
        <pc:spChg chg="add mod">
          <ac:chgData name="Nursakirah Ab Rahman Muton" userId="f84698cea26ccaf4" providerId="LiveId" clId="{D3AE37F8-CA3E-465A-A608-AECE5C955B2E}" dt="2024-11-07T14:37:11.756" v="2839" actId="20577"/>
          <ac:spMkLst>
            <pc:docMk/>
            <pc:sldMk cId="3265386650" sldId="712"/>
            <ac:spMk id="38" creationId="{8BAB38CE-C881-E8A5-816E-7F199DAEDEA2}"/>
          </ac:spMkLst>
        </pc:spChg>
        <pc:spChg chg="add mod">
          <ac:chgData name="Nursakirah Ab Rahman Muton" userId="f84698cea26ccaf4" providerId="LiveId" clId="{D3AE37F8-CA3E-465A-A608-AECE5C955B2E}" dt="2024-11-07T14:37:22.910" v="2842" actId="20577"/>
          <ac:spMkLst>
            <pc:docMk/>
            <pc:sldMk cId="3265386650" sldId="712"/>
            <ac:spMk id="39" creationId="{BB3EA831-C976-101B-45D8-671CE2D14179}"/>
          </ac:spMkLst>
        </pc:spChg>
        <pc:spChg chg="add mod">
          <ac:chgData name="Nursakirah Ab Rahman Muton" userId="f84698cea26ccaf4" providerId="LiveId" clId="{D3AE37F8-CA3E-465A-A608-AECE5C955B2E}" dt="2024-11-07T14:55:44.290" v="3004" actId="1076"/>
          <ac:spMkLst>
            <pc:docMk/>
            <pc:sldMk cId="3265386650" sldId="712"/>
            <ac:spMk id="40" creationId="{4E8BDFBE-7D6B-7484-5C5E-0441491C6270}"/>
          </ac:spMkLst>
        </pc:spChg>
        <pc:spChg chg="add mod">
          <ac:chgData name="Nursakirah Ab Rahman Muton" userId="f84698cea26ccaf4" providerId="LiveId" clId="{D3AE37F8-CA3E-465A-A608-AECE5C955B2E}" dt="2024-11-07T14:37:45.283" v="2846" actId="1076"/>
          <ac:spMkLst>
            <pc:docMk/>
            <pc:sldMk cId="3265386650" sldId="712"/>
            <ac:spMk id="41" creationId="{2D93B2AF-1CF6-8858-68BC-ABD7B7229DBF}"/>
          </ac:spMkLst>
        </pc:spChg>
        <pc:spChg chg="add mod">
          <ac:chgData name="Nursakirah Ab Rahman Muton" userId="f84698cea26ccaf4" providerId="LiveId" clId="{D3AE37F8-CA3E-465A-A608-AECE5C955B2E}" dt="2024-11-07T14:43:19.035" v="2880" actId="1076"/>
          <ac:spMkLst>
            <pc:docMk/>
            <pc:sldMk cId="3265386650" sldId="712"/>
            <ac:spMk id="42" creationId="{5FB4F1BE-A66F-049D-4D19-E0630950C80F}"/>
          </ac:spMkLst>
        </pc:spChg>
        <pc:spChg chg="add mod">
          <ac:chgData name="Nursakirah Ab Rahman Muton" userId="f84698cea26ccaf4" providerId="LiveId" clId="{D3AE37F8-CA3E-465A-A608-AECE5C955B2E}" dt="2024-11-07T14:43:36.345" v="2886" actId="1076"/>
          <ac:spMkLst>
            <pc:docMk/>
            <pc:sldMk cId="3265386650" sldId="712"/>
            <ac:spMk id="43" creationId="{75C4F669-668C-D449-252F-6AFABBEE326F}"/>
          </ac:spMkLst>
        </pc:spChg>
        <pc:spChg chg="add del mod">
          <ac:chgData name="Nursakirah Ab Rahman Muton" userId="f84698cea26ccaf4" providerId="LiveId" clId="{D3AE37F8-CA3E-465A-A608-AECE5C955B2E}" dt="2024-11-07T14:43:09.143" v="2877" actId="478"/>
          <ac:spMkLst>
            <pc:docMk/>
            <pc:sldMk cId="3265386650" sldId="712"/>
            <ac:spMk id="44" creationId="{E6AA082C-E969-1DD6-541A-389CA6AFE29C}"/>
          </ac:spMkLst>
        </pc:spChg>
        <pc:spChg chg="add mod">
          <ac:chgData name="Nursakirah Ab Rahman Muton" userId="f84698cea26ccaf4" providerId="LiveId" clId="{D3AE37F8-CA3E-465A-A608-AECE5C955B2E}" dt="2024-11-07T14:58:57.418" v="3011" actId="207"/>
          <ac:spMkLst>
            <pc:docMk/>
            <pc:sldMk cId="3265386650" sldId="712"/>
            <ac:spMk id="45" creationId="{46B3E673-79C0-433A-2F65-51C802DA0F50}"/>
          </ac:spMkLst>
        </pc:spChg>
        <pc:spChg chg="add mod">
          <ac:chgData name="Nursakirah Ab Rahman Muton" userId="f84698cea26ccaf4" providerId="LiveId" clId="{D3AE37F8-CA3E-465A-A608-AECE5C955B2E}" dt="2024-11-07T14:46:10.173" v="2903" actId="1076"/>
          <ac:spMkLst>
            <pc:docMk/>
            <pc:sldMk cId="3265386650" sldId="712"/>
            <ac:spMk id="62" creationId="{620D5005-1C74-426E-9524-909BCA9007E7}"/>
          </ac:spMkLst>
        </pc:spChg>
        <pc:spChg chg="mod">
          <ac:chgData name="Nursakirah Ab Rahman Muton" userId="f84698cea26ccaf4" providerId="LiveId" clId="{D3AE37F8-CA3E-465A-A608-AECE5C955B2E}" dt="2024-11-07T14:46:43.541" v="2905"/>
          <ac:spMkLst>
            <pc:docMk/>
            <pc:sldMk cId="3265386650" sldId="712"/>
            <ac:spMk id="66" creationId="{B071958F-80E3-E518-9C3C-D49732A92EB1}"/>
          </ac:spMkLst>
        </pc:spChg>
        <pc:spChg chg="add mod">
          <ac:chgData name="Nursakirah Ab Rahman Muton" userId="f84698cea26ccaf4" providerId="LiveId" clId="{D3AE37F8-CA3E-465A-A608-AECE5C955B2E}" dt="2024-11-07T14:47:02.078" v="2911" actId="20577"/>
          <ac:spMkLst>
            <pc:docMk/>
            <pc:sldMk cId="3265386650" sldId="712"/>
            <ac:spMk id="67" creationId="{85A79F37-FE54-E702-5EF9-A9A96935DD45}"/>
          </ac:spMkLst>
        </pc:spChg>
        <pc:spChg chg="add mod">
          <ac:chgData name="Nursakirah Ab Rahman Muton" userId="f84698cea26ccaf4" providerId="LiveId" clId="{D3AE37F8-CA3E-465A-A608-AECE5C955B2E}" dt="2024-11-07T14:59:00.501" v="3012" actId="207"/>
          <ac:spMkLst>
            <pc:docMk/>
            <pc:sldMk cId="3265386650" sldId="712"/>
            <ac:spMk id="68" creationId="{AE3340BC-C642-9A61-A524-638AFB1556D9}"/>
          </ac:spMkLst>
        </pc:spChg>
        <pc:spChg chg="add mod">
          <ac:chgData name="Nursakirah Ab Rahman Muton" userId="f84698cea26ccaf4" providerId="LiveId" clId="{D3AE37F8-CA3E-465A-A608-AECE5C955B2E}" dt="2024-11-07T14:47:20.940" v="2916" actId="1076"/>
          <ac:spMkLst>
            <pc:docMk/>
            <pc:sldMk cId="3265386650" sldId="712"/>
            <ac:spMk id="69" creationId="{D3E6FE66-8451-72C6-B0FD-FE9A47DFF2D5}"/>
          </ac:spMkLst>
        </pc:spChg>
        <pc:spChg chg="add mod">
          <ac:chgData name="Nursakirah Ab Rahman Muton" userId="f84698cea26ccaf4" providerId="LiveId" clId="{D3AE37F8-CA3E-465A-A608-AECE5C955B2E}" dt="2024-11-07T14:48:03.534" v="2927" actId="13926"/>
          <ac:spMkLst>
            <pc:docMk/>
            <pc:sldMk cId="3265386650" sldId="712"/>
            <ac:spMk id="70" creationId="{7346BC1C-81AA-B79A-4CB9-788C98F82628}"/>
          </ac:spMkLst>
        </pc:spChg>
        <pc:spChg chg="add mod">
          <ac:chgData name="Nursakirah Ab Rahman Muton" userId="f84698cea26ccaf4" providerId="LiveId" clId="{D3AE37F8-CA3E-465A-A608-AECE5C955B2E}" dt="2024-11-07T14:48:14.971" v="2933" actId="20577"/>
          <ac:spMkLst>
            <pc:docMk/>
            <pc:sldMk cId="3265386650" sldId="712"/>
            <ac:spMk id="71" creationId="{9F10F3FA-5F95-7DFE-ED52-AD5A4502E09E}"/>
          </ac:spMkLst>
        </pc:spChg>
        <pc:spChg chg="add mod">
          <ac:chgData name="Nursakirah Ab Rahman Muton" userId="f84698cea26ccaf4" providerId="LiveId" clId="{D3AE37F8-CA3E-465A-A608-AECE5C955B2E}" dt="2024-11-07T14:48:25.287" v="2936" actId="20577"/>
          <ac:spMkLst>
            <pc:docMk/>
            <pc:sldMk cId="3265386650" sldId="712"/>
            <ac:spMk id="72" creationId="{E5A67881-5D9E-D384-8CED-AF18060EEB4B}"/>
          </ac:spMkLst>
        </pc:spChg>
        <pc:spChg chg="add mod">
          <ac:chgData name="Nursakirah Ab Rahman Muton" userId="f84698cea26ccaf4" providerId="LiveId" clId="{D3AE37F8-CA3E-465A-A608-AECE5C955B2E}" dt="2024-11-07T14:49:50.494" v="2965" actId="207"/>
          <ac:spMkLst>
            <pc:docMk/>
            <pc:sldMk cId="3265386650" sldId="712"/>
            <ac:spMk id="73" creationId="{6BC8AFB7-8630-6599-F95A-C7145297E148}"/>
          </ac:spMkLst>
        </pc:spChg>
        <pc:spChg chg="add mod">
          <ac:chgData name="Nursakirah Ab Rahman Muton" userId="f84698cea26ccaf4" providerId="LiveId" clId="{D3AE37F8-CA3E-465A-A608-AECE5C955B2E}" dt="2024-11-07T14:49:06.984" v="2956" actId="1076"/>
          <ac:spMkLst>
            <pc:docMk/>
            <pc:sldMk cId="3265386650" sldId="712"/>
            <ac:spMk id="74" creationId="{D6BD7F32-DE74-340B-1CE3-3DF0BB86BDF9}"/>
          </ac:spMkLst>
        </pc:spChg>
        <pc:spChg chg="add mod">
          <ac:chgData name="Nursakirah Ab Rahman Muton" userId="f84698cea26ccaf4" providerId="LiveId" clId="{D3AE37F8-CA3E-465A-A608-AECE5C955B2E}" dt="2024-11-07T14:49:31.809" v="2958" actId="1076"/>
          <ac:spMkLst>
            <pc:docMk/>
            <pc:sldMk cId="3265386650" sldId="712"/>
            <ac:spMk id="75" creationId="{E7D0C29A-9264-D6F0-ED30-39F0841DB69F}"/>
          </ac:spMkLst>
        </pc:spChg>
        <pc:spChg chg="add mod">
          <ac:chgData name="Nursakirah Ab Rahman Muton" userId="f84698cea26ccaf4" providerId="LiveId" clId="{D3AE37F8-CA3E-465A-A608-AECE5C955B2E}" dt="2024-11-07T14:49:31.809" v="2958" actId="1076"/>
          <ac:spMkLst>
            <pc:docMk/>
            <pc:sldMk cId="3265386650" sldId="712"/>
            <ac:spMk id="76" creationId="{E9CD2F5D-06CD-9451-418B-9D7E03C2C261}"/>
          </ac:spMkLst>
        </pc:spChg>
        <pc:spChg chg="add mod">
          <ac:chgData name="Nursakirah Ab Rahman Muton" userId="f84698cea26ccaf4" providerId="LiveId" clId="{D3AE37F8-CA3E-465A-A608-AECE5C955B2E}" dt="2024-11-07T14:59:05.937" v="3013" actId="207"/>
          <ac:spMkLst>
            <pc:docMk/>
            <pc:sldMk cId="3265386650" sldId="712"/>
            <ac:spMk id="78" creationId="{31E5EA83-03B7-7BB4-1DBC-5E6E82A68FFC}"/>
          </ac:spMkLst>
        </pc:spChg>
        <pc:spChg chg="add mod">
          <ac:chgData name="Nursakirah Ab Rahman Muton" userId="f84698cea26ccaf4" providerId="LiveId" clId="{D3AE37F8-CA3E-465A-A608-AECE5C955B2E}" dt="2024-11-07T14:50:07.690" v="2968" actId="1076"/>
          <ac:spMkLst>
            <pc:docMk/>
            <pc:sldMk cId="3265386650" sldId="712"/>
            <ac:spMk id="79" creationId="{DFE8D53B-BF77-4166-455C-0633AC76D7DD}"/>
          </ac:spMkLst>
        </pc:spChg>
        <pc:spChg chg="mod">
          <ac:chgData name="Nursakirah Ab Rahman Muton" userId="f84698cea26ccaf4" providerId="LiveId" clId="{D3AE37F8-CA3E-465A-A608-AECE5C955B2E}" dt="2024-11-07T14:50:25.027" v="2969"/>
          <ac:spMkLst>
            <pc:docMk/>
            <pc:sldMk cId="3265386650" sldId="712"/>
            <ac:spMk id="82" creationId="{2C7814B2-0386-BC65-9673-7D9C4FFB94AF}"/>
          </ac:spMkLst>
        </pc:spChg>
        <pc:spChg chg="add mod">
          <ac:chgData name="Nursakirah Ab Rahman Muton" userId="f84698cea26ccaf4" providerId="LiveId" clId="{D3AE37F8-CA3E-465A-A608-AECE5C955B2E}" dt="2024-11-07T14:50:48.239" v="2975" actId="207"/>
          <ac:spMkLst>
            <pc:docMk/>
            <pc:sldMk cId="3265386650" sldId="712"/>
            <ac:spMk id="83" creationId="{16F64C46-8661-02C4-C554-2B838D14C47C}"/>
          </ac:spMkLst>
        </pc:spChg>
        <pc:spChg chg="add mod">
          <ac:chgData name="Nursakirah Ab Rahman Muton" userId="f84698cea26ccaf4" providerId="LiveId" clId="{D3AE37F8-CA3E-465A-A608-AECE5C955B2E}" dt="2024-11-07T14:59:08.903" v="3014" actId="207"/>
          <ac:spMkLst>
            <pc:docMk/>
            <pc:sldMk cId="3265386650" sldId="712"/>
            <ac:spMk id="84" creationId="{4ABB3EB8-59FB-07D6-10CA-25F0CB5563E7}"/>
          </ac:spMkLst>
        </pc:spChg>
        <pc:spChg chg="add mod">
          <ac:chgData name="Nursakirah Ab Rahman Muton" userId="f84698cea26ccaf4" providerId="LiveId" clId="{D3AE37F8-CA3E-465A-A608-AECE5C955B2E}" dt="2024-11-07T14:51:12.432" v="2981" actId="1076"/>
          <ac:spMkLst>
            <pc:docMk/>
            <pc:sldMk cId="3265386650" sldId="712"/>
            <ac:spMk id="85" creationId="{61617E63-123A-5FD2-CA45-78181B857E57}"/>
          </ac:spMkLst>
        </pc:spChg>
        <pc:spChg chg="add mod">
          <ac:chgData name="Nursakirah Ab Rahman Muton" userId="f84698cea26ccaf4" providerId="LiveId" clId="{D3AE37F8-CA3E-465A-A608-AECE5C955B2E}" dt="2024-11-07T14:51:20.963" v="2983" actId="1076"/>
          <ac:spMkLst>
            <pc:docMk/>
            <pc:sldMk cId="3265386650" sldId="712"/>
            <ac:spMk id="86" creationId="{E2D198AB-E0AC-06F9-B22A-5B991D33FE60}"/>
          </ac:spMkLst>
        </pc:spChg>
        <pc:spChg chg="add mod">
          <ac:chgData name="Nursakirah Ab Rahman Muton" userId="f84698cea26ccaf4" providerId="LiveId" clId="{D3AE37F8-CA3E-465A-A608-AECE5C955B2E}" dt="2024-11-07T14:51:41.113" v="2985" actId="1076"/>
          <ac:spMkLst>
            <pc:docMk/>
            <pc:sldMk cId="3265386650" sldId="712"/>
            <ac:spMk id="87" creationId="{24C2BC91-9E19-6992-A16A-B8820FA2E3D5}"/>
          </ac:spMkLst>
        </pc:spChg>
        <pc:spChg chg="add mod">
          <ac:chgData name="Nursakirah Ab Rahman Muton" userId="f84698cea26ccaf4" providerId="LiveId" clId="{D3AE37F8-CA3E-465A-A608-AECE5C955B2E}" dt="2024-11-07T14:51:48.345" v="2987" actId="1076"/>
          <ac:spMkLst>
            <pc:docMk/>
            <pc:sldMk cId="3265386650" sldId="712"/>
            <ac:spMk id="88" creationId="{1A8CCAB9-E75E-BD98-411C-785DE7422BC4}"/>
          </ac:spMkLst>
        </pc:spChg>
        <pc:spChg chg="add mod">
          <ac:chgData name="Nursakirah Ab Rahman Muton" userId="f84698cea26ccaf4" providerId="LiveId" clId="{D3AE37F8-CA3E-465A-A608-AECE5C955B2E}" dt="2024-11-07T14:55:48.902" v="3005" actId="1076"/>
          <ac:spMkLst>
            <pc:docMk/>
            <pc:sldMk cId="3265386650" sldId="712"/>
            <ac:spMk id="89" creationId="{DD495FAE-1818-993F-BDEB-125681214025}"/>
          </ac:spMkLst>
        </pc:spChg>
        <pc:spChg chg="add mod">
          <ac:chgData name="Nursakirah Ab Rahman Muton" userId="f84698cea26ccaf4" providerId="LiveId" clId="{D3AE37F8-CA3E-465A-A608-AECE5C955B2E}" dt="2024-11-07T14:52:06.091" v="2991" actId="1076"/>
          <ac:spMkLst>
            <pc:docMk/>
            <pc:sldMk cId="3265386650" sldId="712"/>
            <ac:spMk id="90" creationId="{6A8D5891-6D1A-C35F-914F-96ED0E75B653}"/>
          </ac:spMkLst>
        </pc:spChg>
        <pc:spChg chg="add mod">
          <ac:chgData name="Nursakirah Ab Rahman Muton" userId="f84698cea26ccaf4" providerId="LiveId" clId="{D3AE37F8-CA3E-465A-A608-AECE5C955B2E}" dt="2024-11-07T14:52:36.844" v="2993" actId="1076"/>
          <ac:spMkLst>
            <pc:docMk/>
            <pc:sldMk cId="3265386650" sldId="712"/>
            <ac:spMk id="91" creationId="{01921782-9EA0-05DE-9A4C-44514149D814}"/>
          </ac:spMkLst>
        </pc:spChg>
        <pc:spChg chg="add mod">
          <ac:chgData name="Nursakirah Ab Rahman Muton" userId="f84698cea26ccaf4" providerId="LiveId" clId="{D3AE37F8-CA3E-465A-A608-AECE5C955B2E}" dt="2024-11-07T14:52:36.844" v="2993" actId="1076"/>
          <ac:spMkLst>
            <pc:docMk/>
            <pc:sldMk cId="3265386650" sldId="712"/>
            <ac:spMk id="92" creationId="{2FA349CB-E9D1-0E17-DF41-81FE5A0816DC}"/>
          </ac:spMkLst>
        </pc:spChg>
        <pc:spChg chg="add mod">
          <ac:chgData name="Nursakirah Ab Rahman Muton" userId="f84698cea26ccaf4" providerId="LiveId" clId="{D3AE37F8-CA3E-465A-A608-AECE5C955B2E}" dt="2024-11-07T14:52:52.653" v="2997" actId="207"/>
          <ac:spMkLst>
            <pc:docMk/>
            <pc:sldMk cId="3265386650" sldId="712"/>
            <ac:spMk id="94" creationId="{C51C1D4A-9F01-29E6-1AD9-EA0EFD1D611C}"/>
          </ac:spMkLst>
        </pc:spChg>
        <pc:grpChg chg="add mod">
          <ac:chgData name="Nursakirah Ab Rahman Muton" userId="f84698cea26ccaf4" providerId="LiveId" clId="{D3AE37F8-CA3E-465A-A608-AECE5C955B2E}" dt="2024-11-07T14:46:40.052" v="2904" actId="164"/>
          <ac:grpSpMkLst>
            <pc:docMk/>
            <pc:sldMk cId="3265386650" sldId="712"/>
            <ac:grpSpMk id="63" creationId="{AC9A61EF-CDFB-159B-7817-5AC5BB007549}"/>
          </ac:grpSpMkLst>
        </pc:grpChg>
        <pc:grpChg chg="add mod">
          <ac:chgData name="Nursakirah Ab Rahman Muton" userId="f84698cea26ccaf4" providerId="LiveId" clId="{D3AE37F8-CA3E-465A-A608-AECE5C955B2E}" dt="2024-11-07T14:46:51.204" v="2907" actId="1076"/>
          <ac:grpSpMkLst>
            <pc:docMk/>
            <pc:sldMk cId="3265386650" sldId="712"/>
            <ac:grpSpMk id="64" creationId="{95A61E76-3CC7-5954-EE28-B9C606A1D53D}"/>
          </ac:grpSpMkLst>
        </pc:grpChg>
        <pc:grpChg chg="add mod">
          <ac:chgData name="Nursakirah Ab Rahman Muton" userId="f84698cea26ccaf4" providerId="LiveId" clId="{D3AE37F8-CA3E-465A-A608-AECE5C955B2E}" dt="2024-11-07T14:50:29.095" v="2970" actId="1076"/>
          <ac:grpSpMkLst>
            <pc:docMk/>
            <pc:sldMk cId="3265386650" sldId="712"/>
            <ac:grpSpMk id="80" creationId="{FB70DA9C-6DEF-94AD-CF89-1F79A19D75A8}"/>
          </ac:grpSpMkLst>
        </pc:grpChg>
        <pc:graphicFrameChg chg="add mod modGraphic">
          <ac:chgData name="Nursakirah Ab Rahman Muton" userId="f84698cea26ccaf4" providerId="LiveId" clId="{D3AE37F8-CA3E-465A-A608-AECE5C955B2E}" dt="2024-11-07T14:34:59.342" v="2804" actId="20577"/>
          <ac:graphicFrameMkLst>
            <pc:docMk/>
            <pc:sldMk cId="3265386650" sldId="712"/>
            <ac:graphicFrameMk id="4" creationId="{BA53A663-AC7A-40F1-460D-1543EAFD6EC1}"/>
          </ac:graphicFrameMkLst>
        </pc:graphicFrameChg>
        <pc:cxnChg chg="add mod">
          <ac:chgData name="Nursakirah Ab Rahman Muton" userId="f84698cea26ccaf4" providerId="LiveId" clId="{D3AE37F8-CA3E-465A-A608-AECE5C955B2E}" dt="2024-11-07T14:46:40.052" v="2904" actId="164"/>
          <ac:cxnSpMkLst>
            <pc:docMk/>
            <pc:sldMk cId="3265386650" sldId="712"/>
            <ac:cxnSpMk id="10" creationId="{07251311-1785-7E69-0B7C-C065436D46C1}"/>
          </ac:cxnSpMkLst>
        </pc:cxnChg>
        <pc:cxnChg chg="add mod">
          <ac:chgData name="Nursakirah Ab Rahman Muton" userId="f84698cea26ccaf4" providerId="LiveId" clId="{D3AE37F8-CA3E-465A-A608-AECE5C955B2E}" dt="2024-11-07T14:28:56.751" v="2766" actId="1076"/>
          <ac:cxnSpMkLst>
            <pc:docMk/>
            <pc:sldMk cId="3265386650" sldId="712"/>
            <ac:cxnSpMk id="26" creationId="{7098602E-1A9D-678B-5830-4C5A77CC1629}"/>
          </ac:cxnSpMkLst>
        </pc:cxnChg>
        <pc:cxnChg chg="add mod">
          <ac:chgData name="Nursakirah Ab Rahman Muton" userId="f84698cea26ccaf4" providerId="LiveId" clId="{D3AE37F8-CA3E-465A-A608-AECE5C955B2E}" dt="2024-11-07T14:35:44.174" v="2815" actId="1037"/>
          <ac:cxnSpMkLst>
            <pc:docMk/>
            <pc:sldMk cId="3265386650" sldId="712"/>
            <ac:cxnSpMk id="32" creationId="{8CC52457-E39B-9980-6DDD-6DB2D287F5FC}"/>
          </ac:cxnSpMkLst>
        </pc:cxnChg>
        <pc:cxnChg chg="add mod">
          <ac:chgData name="Nursakirah Ab Rahman Muton" userId="f84698cea26ccaf4" providerId="LiveId" clId="{D3AE37F8-CA3E-465A-A608-AECE5C955B2E}" dt="2024-11-07T14:43:57.430" v="2890" actId="14100"/>
          <ac:cxnSpMkLst>
            <pc:docMk/>
            <pc:sldMk cId="3265386650" sldId="712"/>
            <ac:cxnSpMk id="47" creationId="{B4397583-5CAC-64D4-948D-53374578F87A}"/>
          </ac:cxnSpMkLst>
        </pc:cxnChg>
        <pc:cxnChg chg="add mod">
          <ac:chgData name="Nursakirah Ab Rahman Muton" userId="f84698cea26ccaf4" providerId="LiveId" clId="{D3AE37F8-CA3E-465A-A608-AECE5C955B2E}" dt="2024-11-07T14:44:19.883" v="2897" actId="14100"/>
          <ac:cxnSpMkLst>
            <pc:docMk/>
            <pc:sldMk cId="3265386650" sldId="712"/>
            <ac:cxnSpMk id="52" creationId="{A8AF25AF-4832-C07C-AD2F-115816D5AA29}"/>
          </ac:cxnSpMkLst>
        </pc:cxnChg>
        <pc:cxnChg chg="mod">
          <ac:chgData name="Nursakirah Ab Rahman Muton" userId="f84698cea26ccaf4" providerId="LiveId" clId="{D3AE37F8-CA3E-465A-A608-AECE5C955B2E}" dt="2024-11-07T14:46:43.541" v="2905"/>
          <ac:cxnSpMkLst>
            <pc:docMk/>
            <pc:sldMk cId="3265386650" sldId="712"/>
            <ac:cxnSpMk id="65" creationId="{272709CA-77DD-C55C-CD08-48D97E8A03DC}"/>
          </ac:cxnSpMkLst>
        </pc:cxnChg>
        <pc:cxnChg chg="add mod">
          <ac:chgData name="Nursakirah Ab Rahman Muton" userId="f84698cea26ccaf4" providerId="LiveId" clId="{D3AE37F8-CA3E-465A-A608-AECE5C955B2E}" dt="2024-11-07T14:49:31.809" v="2958" actId="1076"/>
          <ac:cxnSpMkLst>
            <pc:docMk/>
            <pc:sldMk cId="3265386650" sldId="712"/>
            <ac:cxnSpMk id="77" creationId="{BD81F346-6264-4408-FC67-AD4BB2A502EB}"/>
          </ac:cxnSpMkLst>
        </pc:cxnChg>
        <pc:cxnChg chg="mod">
          <ac:chgData name="Nursakirah Ab Rahman Muton" userId="f84698cea26ccaf4" providerId="LiveId" clId="{D3AE37F8-CA3E-465A-A608-AECE5C955B2E}" dt="2024-11-07T14:50:25.027" v="2969"/>
          <ac:cxnSpMkLst>
            <pc:docMk/>
            <pc:sldMk cId="3265386650" sldId="712"/>
            <ac:cxnSpMk id="81" creationId="{CE05AB53-AAE2-32AF-DE84-F411B0332C78}"/>
          </ac:cxnSpMkLst>
        </pc:cxnChg>
        <pc:cxnChg chg="add mod">
          <ac:chgData name="Nursakirah Ab Rahman Muton" userId="f84698cea26ccaf4" providerId="LiveId" clId="{D3AE37F8-CA3E-465A-A608-AECE5C955B2E}" dt="2024-11-07T14:52:36.844" v="2993" actId="1076"/>
          <ac:cxnSpMkLst>
            <pc:docMk/>
            <pc:sldMk cId="3265386650" sldId="712"/>
            <ac:cxnSpMk id="93" creationId="{2213E961-4406-808C-408F-3BDEC4BBC710}"/>
          </ac:cxnSpMkLst>
        </pc:cxnChg>
      </pc:sldChg>
      <pc:sldChg chg="addSp delSp modSp new mod modClrScheme chgLayout">
        <pc:chgData name="Nursakirah Ab Rahman Muton" userId="f84698cea26ccaf4" providerId="LiveId" clId="{D3AE37F8-CA3E-465A-A608-AECE5C955B2E}" dt="2024-11-08T01:15:14.569" v="3030" actId="14100"/>
        <pc:sldMkLst>
          <pc:docMk/>
          <pc:sldMk cId="4089006157" sldId="713"/>
        </pc:sldMkLst>
        <pc:spChg chg="del">
          <ac:chgData name="Nursakirah Ab Rahman Muton" userId="f84698cea26ccaf4" providerId="LiveId" clId="{D3AE37F8-CA3E-465A-A608-AECE5C955B2E}" dt="2024-11-08T01:14:55.194" v="3024" actId="700"/>
          <ac:spMkLst>
            <pc:docMk/>
            <pc:sldMk cId="4089006157" sldId="713"/>
            <ac:spMk id="2" creationId="{088075E3-CF92-5E65-E94F-20F6312F6EB1}"/>
          </ac:spMkLst>
        </pc:spChg>
        <pc:spChg chg="del">
          <ac:chgData name="Nursakirah Ab Rahman Muton" userId="f84698cea26ccaf4" providerId="LiveId" clId="{D3AE37F8-CA3E-465A-A608-AECE5C955B2E}" dt="2024-11-08T01:14:37.273" v="3020" actId="931"/>
          <ac:spMkLst>
            <pc:docMk/>
            <pc:sldMk cId="4089006157" sldId="713"/>
            <ac:spMk id="3" creationId="{3E27EE29-A11B-3BE7-987C-BD34575F0661}"/>
          </ac:spMkLst>
        </pc:spChg>
        <pc:picChg chg="add mod ord modCrop">
          <ac:chgData name="Nursakirah Ab Rahman Muton" userId="f84698cea26ccaf4" providerId="LiveId" clId="{D3AE37F8-CA3E-465A-A608-AECE5C955B2E}" dt="2024-11-08T01:15:14.569" v="3030" actId="14100"/>
          <ac:picMkLst>
            <pc:docMk/>
            <pc:sldMk cId="4089006157" sldId="713"/>
            <ac:picMk id="5" creationId="{180F9039-8316-B9A3-6638-BCAAA08B7A42}"/>
          </ac:picMkLst>
        </pc:picChg>
      </pc:sldChg>
      <pc:sldChg chg="new">
        <pc:chgData name="Nursakirah Ab Rahman Muton" userId="f84698cea26ccaf4" providerId="LiveId" clId="{D3AE37F8-CA3E-465A-A608-AECE5C955B2E}" dt="2024-11-08T01:14:47.250" v="3023" actId="680"/>
        <pc:sldMkLst>
          <pc:docMk/>
          <pc:sldMk cId="3745881038" sldId="714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4B55C79-37D0-4F21-9C56-6787CB6A3C2C}" type="doc">
      <dgm:prSet loTypeId="urn:microsoft.com/office/officeart/2008/layout/HalfCircleOrganizationChart" loCatId="hierarchy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n-MY"/>
        </a:p>
      </dgm:t>
    </dgm:pt>
    <dgm:pt modelId="{AA4EC9F2-BEF3-4102-865A-281741E6BAC7}">
      <dgm:prSet phldrT="[Text]"/>
      <dgm:spPr/>
      <dgm:t>
        <a:bodyPr/>
        <a:lstStyle/>
        <a:p>
          <a:r>
            <a:rPr lang="en-MY" dirty="0"/>
            <a:t>Numbers</a:t>
          </a:r>
        </a:p>
      </dgm:t>
    </dgm:pt>
    <dgm:pt modelId="{EB658696-851D-4812-988B-C997BD3365BE}" type="parTrans" cxnId="{08D95F26-2862-4CA7-A4D7-CABB44193653}">
      <dgm:prSet/>
      <dgm:spPr/>
      <dgm:t>
        <a:bodyPr/>
        <a:lstStyle/>
        <a:p>
          <a:endParaRPr lang="en-MY"/>
        </a:p>
      </dgm:t>
    </dgm:pt>
    <dgm:pt modelId="{6B3F0699-9887-472C-A45F-78A2208E1924}" type="sibTrans" cxnId="{08D95F26-2862-4CA7-A4D7-CABB44193653}">
      <dgm:prSet/>
      <dgm:spPr/>
      <dgm:t>
        <a:bodyPr/>
        <a:lstStyle/>
        <a:p>
          <a:endParaRPr lang="en-MY"/>
        </a:p>
      </dgm:t>
    </dgm:pt>
    <dgm:pt modelId="{D724C0E3-45A4-40B7-8C79-4CA60344457D}">
      <dgm:prSet phldrT="[Text]"/>
      <dgm:spPr/>
      <dgm:t>
        <a:bodyPr/>
        <a:lstStyle/>
        <a:p>
          <a:r>
            <a:rPr lang="en-MY" dirty="0"/>
            <a:t>Fixed point</a:t>
          </a:r>
        </a:p>
      </dgm:t>
    </dgm:pt>
    <dgm:pt modelId="{BF6672F2-F289-47CC-93C6-B14B7D5F610C}" type="parTrans" cxnId="{C2C0EB04-0CBE-43CD-8B96-1977391ADADA}">
      <dgm:prSet/>
      <dgm:spPr/>
      <dgm:t>
        <a:bodyPr/>
        <a:lstStyle/>
        <a:p>
          <a:endParaRPr lang="en-MY"/>
        </a:p>
      </dgm:t>
    </dgm:pt>
    <dgm:pt modelId="{ECE09AB9-670E-46E5-9B98-5A842E5F4E4F}" type="sibTrans" cxnId="{C2C0EB04-0CBE-43CD-8B96-1977391ADADA}">
      <dgm:prSet/>
      <dgm:spPr/>
      <dgm:t>
        <a:bodyPr/>
        <a:lstStyle/>
        <a:p>
          <a:endParaRPr lang="en-MY"/>
        </a:p>
      </dgm:t>
    </dgm:pt>
    <dgm:pt modelId="{2ADE7FDA-B7DC-4B53-84ED-DD4B248E16E2}">
      <dgm:prSet phldrT="[Text]"/>
      <dgm:spPr/>
      <dgm:t>
        <a:bodyPr/>
        <a:lstStyle/>
        <a:p>
          <a:r>
            <a:rPr lang="en-MY" dirty="0"/>
            <a:t>Floating point</a:t>
          </a:r>
        </a:p>
      </dgm:t>
    </dgm:pt>
    <dgm:pt modelId="{59E448E6-BAAB-4EDE-9BAA-615B8958914E}" type="parTrans" cxnId="{4FFFD5EE-774F-4425-BE7E-9F9D5E4F2F7A}">
      <dgm:prSet/>
      <dgm:spPr/>
      <dgm:t>
        <a:bodyPr/>
        <a:lstStyle/>
        <a:p>
          <a:endParaRPr lang="en-MY"/>
        </a:p>
      </dgm:t>
    </dgm:pt>
    <dgm:pt modelId="{CCF7C959-0351-4F99-A8C6-561D394CE0C0}" type="sibTrans" cxnId="{4FFFD5EE-774F-4425-BE7E-9F9D5E4F2F7A}">
      <dgm:prSet/>
      <dgm:spPr/>
      <dgm:t>
        <a:bodyPr/>
        <a:lstStyle/>
        <a:p>
          <a:endParaRPr lang="en-MY"/>
        </a:p>
      </dgm:t>
    </dgm:pt>
    <dgm:pt modelId="{76976F73-82C5-4D3D-B9A0-6B75EDB7FEA0}">
      <dgm:prSet/>
      <dgm:spPr/>
      <dgm:t>
        <a:bodyPr/>
        <a:lstStyle/>
        <a:p>
          <a:r>
            <a:rPr lang="en-MY" dirty="0"/>
            <a:t>Integers 1,21, 456</a:t>
          </a:r>
        </a:p>
      </dgm:t>
    </dgm:pt>
    <dgm:pt modelId="{5CACD2D1-95A3-443C-91B5-CB9101E20390}" type="parTrans" cxnId="{A55F8FB4-671F-45E5-AB24-2DCA0F756E74}">
      <dgm:prSet/>
      <dgm:spPr/>
      <dgm:t>
        <a:bodyPr/>
        <a:lstStyle/>
        <a:p>
          <a:endParaRPr lang="en-MY"/>
        </a:p>
      </dgm:t>
    </dgm:pt>
    <dgm:pt modelId="{1CE8B8F4-F695-46B2-937A-4A53355143E5}" type="sibTrans" cxnId="{A55F8FB4-671F-45E5-AB24-2DCA0F756E74}">
      <dgm:prSet/>
      <dgm:spPr/>
      <dgm:t>
        <a:bodyPr/>
        <a:lstStyle/>
        <a:p>
          <a:endParaRPr lang="en-MY"/>
        </a:p>
      </dgm:t>
    </dgm:pt>
    <dgm:pt modelId="{EC14755B-0EFA-43F3-822E-D519708B7B57}">
      <dgm:prSet/>
      <dgm:spPr/>
      <dgm:t>
        <a:bodyPr/>
        <a:lstStyle/>
        <a:p>
          <a:r>
            <a:rPr lang="en-MY" dirty="0"/>
            <a:t>Fractions</a:t>
          </a:r>
        </a:p>
        <a:p>
          <a:r>
            <a:rPr lang="en-MY" dirty="0"/>
            <a:t>0.5, 0.25, 0.123</a:t>
          </a:r>
        </a:p>
      </dgm:t>
    </dgm:pt>
    <dgm:pt modelId="{EF9B0CC8-B7A6-4C3B-81AE-97F88CF2E6EC}" type="parTrans" cxnId="{AC6A42B3-77E9-4149-8C2F-814BD9874A1D}">
      <dgm:prSet/>
      <dgm:spPr/>
      <dgm:t>
        <a:bodyPr/>
        <a:lstStyle/>
        <a:p>
          <a:endParaRPr lang="en-MY"/>
        </a:p>
      </dgm:t>
    </dgm:pt>
    <dgm:pt modelId="{3546CB62-A8FF-42EA-8438-908179749C3E}" type="sibTrans" cxnId="{AC6A42B3-77E9-4149-8C2F-814BD9874A1D}">
      <dgm:prSet/>
      <dgm:spPr/>
      <dgm:t>
        <a:bodyPr/>
        <a:lstStyle/>
        <a:p>
          <a:endParaRPr lang="en-MY"/>
        </a:p>
      </dgm:t>
    </dgm:pt>
    <dgm:pt modelId="{6E7DADD6-64F7-47C2-99EA-62A47A2D7360}">
      <dgm:prSet/>
      <dgm:spPr/>
      <dgm:t>
        <a:bodyPr/>
        <a:lstStyle/>
        <a:p>
          <a:r>
            <a:rPr lang="en-MY" dirty="0"/>
            <a:t>1.52</a:t>
          </a:r>
        </a:p>
        <a:p>
          <a:r>
            <a:rPr lang="en-MY" dirty="0"/>
            <a:t>15.2</a:t>
          </a:r>
        </a:p>
        <a:p>
          <a:r>
            <a:rPr lang="en-MY" dirty="0"/>
            <a:t>456.123</a:t>
          </a:r>
        </a:p>
      </dgm:t>
    </dgm:pt>
    <dgm:pt modelId="{01EF4A2B-2DE0-4EA1-9C49-B43F7FE71B81}" type="parTrans" cxnId="{B2E7D7C9-21DB-40B9-8CF9-747D9D0390FD}">
      <dgm:prSet/>
      <dgm:spPr/>
      <dgm:t>
        <a:bodyPr/>
        <a:lstStyle/>
        <a:p>
          <a:endParaRPr lang="en-MY"/>
        </a:p>
      </dgm:t>
    </dgm:pt>
    <dgm:pt modelId="{ED4D1054-35ED-48FF-9EC2-4B599F34DB40}" type="sibTrans" cxnId="{B2E7D7C9-21DB-40B9-8CF9-747D9D0390FD}">
      <dgm:prSet/>
      <dgm:spPr/>
      <dgm:t>
        <a:bodyPr/>
        <a:lstStyle/>
        <a:p>
          <a:endParaRPr lang="en-MY"/>
        </a:p>
      </dgm:t>
    </dgm:pt>
    <dgm:pt modelId="{4F2B2643-EEC5-4E32-A8A5-055CC4316120}" type="pres">
      <dgm:prSet presAssocID="{A4B55C79-37D0-4F21-9C56-6787CB6A3C2C}" presName="Name0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2E633565-949B-49D7-B2BD-F055909073A4}" type="pres">
      <dgm:prSet presAssocID="{AA4EC9F2-BEF3-4102-865A-281741E6BAC7}" presName="hierRoot1" presStyleCnt="0">
        <dgm:presLayoutVars>
          <dgm:hierBranch val="init"/>
        </dgm:presLayoutVars>
      </dgm:prSet>
      <dgm:spPr/>
    </dgm:pt>
    <dgm:pt modelId="{3D824D30-429A-4406-9594-B12844C833AF}" type="pres">
      <dgm:prSet presAssocID="{AA4EC9F2-BEF3-4102-865A-281741E6BAC7}" presName="rootComposite1" presStyleCnt="0"/>
      <dgm:spPr/>
    </dgm:pt>
    <dgm:pt modelId="{28DEEB4A-35F5-4C7D-81A0-55F96ABBD4F1}" type="pres">
      <dgm:prSet presAssocID="{AA4EC9F2-BEF3-4102-865A-281741E6BAC7}" presName="rootText1" presStyleLbl="alignAcc1" presStyleIdx="0" presStyleCnt="0">
        <dgm:presLayoutVars>
          <dgm:chPref val="3"/>
        </dgm:presLayoutVars>
      </dgm:prSet>
      <dgm:spPr/>
    </dgm:pt>
    <dgm:pt modelId="{40F87B07-8B74-4901-A7E6-24529B2E7546}" type="pres">
      <dgm:prSet presAssocID="{AA4EC9F2-BEF3-4102-865A-281741E6BAC7}" presName="topArc1" presStyleLbl="parChTrans1D1" presStyleIdx="0" presStyleCnt="12"/>
      <dgm:spPr/>
    </dgm:pt>
    <dgm:pt modelId="{0D424826-8F4B-422D-966A-3506CE582C40}" type="pres">
      <dgm:prSet presAssocID="{AA4EC9F2-BEF3-4102-865A-281741E6BAC7}" presName="bottomArc1" presStyleLbl="parChTrans1D1" presStyleIdx="1" presStyleCnt="12"/>
      <dgm:spPr/>
    </dgm:pt>
    <dgm:pt modelId="{47CDE319-69EE-4E70-8C7C-10A373343A9E}" type="pres">
      <dgm:prSet presAssocID="{AA4EC9F2-BEF3-4102-865A-281741E6BAC7}" presName="topConnNode1" presStyleLbl="node1" presStyleIdx="0" presStyleCnt="0"/>
      <dgm:spPr/>
    </dgm:pt>
    <dgm:pt modelId="{46C026F9-304C-48C9-970A-37F8ECC7B738}" type="pres">
      <dgm:prSet presAssocID="{AA4EC9F2-BEF3-4102-865A-281741E6BAC7}" presName="hierChild2" presStyleCnt="0"/>
      <dgm:spPr/>
    </dgm:pt>
    <dgm:pt modelId="{5BECF7DC-A5B7-45DD-95E7-6E3673323C3E}" type="pres">
      <dgm:prSet presAssocID="{BF6672F2-F289-47CC-93C6-B14B7D5F610C}" presName="Name28" presStyleLbl="parChTrans1D2" presStyleIdx="0" presStyleCnt="2"/>
      <dgm:spPr/>
    </dgm:pt>
    <dgm:pt modelId="{16B9724C-B536-4450-B76B-4C3FCFA9178C}" type="pres">
      <dgm:prSet presAssocID="{D724C0E3-45A4-40B7-8C79-4CA60344457D}" presName="hierRoot2" presStyleCnt="0">
        <dgm:presLayoutVars>
          <dgm:hierBranch val="init"/>
        </dgm:presLayoutVars>
      </dgm:prSet>
      <dgm:spPr/>
    </dgm:pt>
    <dgm:pt modelId="{44B123F5-C914-4B16-9101-C19DAC9A1657}" type="pres">
      <dgm:prSet presAssocID="{D724C0E3-45A4-40B7-8C79-4CA60344457D}" presName="rootComposite2" presStyleCnt="0"/>
      <dgm:spPr/>
    </dgm:pt>
    <dgm:pt modelId="{FAE70C06-0D10-4365-B941-598EFDB5E625}" type="pres">
      <dgm:prSet presAssocID="{D724C0E3-45A4-40B7-8C79-4CA60344457D}" presName="rootText2" presStyleLbl="alignAcc1" presStyleIdx="0" presStyleCnt="0">
        <dgm:presLayoutVars>
          <dgm:chPref val="3"/>
        </dgm:presLayoutVars>
      </dgm:prSet>
      <dgm:spPr/>
    </dgm:pt>
    <dgm:pt modelId="{31455619-8A72-423D-B788-C74AFF44AD77}" type="pres">
      <dgm:prSet presAssocID="{D724C0E3-45A4-40B7-8C79-4CA60344457D}" presName="topArc2" presStyleLbl="parChTrans1D1" presStyleIdx="2" presStyleCnt="12"/>
      <dgm:spPr/>
    </dgm:pt>
    <dgm:pt modelId="{DC2F8514-AB3D-4FCB-8CDD-ABC18504E602}" type="pres">
      <dgm:prSet presAssocID="{D724C0E3-45A4-40B7-8C79-4CA60344457D}" presName="bottomArc2" presStyleLbl="parChTrans1D1" presStyleIdx="3" presStyleCnt="12"/>
      <dgm:spPr/>
    </dgm:pt>
    <dgm:pt modelId="{E7322BC9-2B56-426C-9EFF-9D1D36CA19B6}" type="pres">
      <dgm:prSet presAssocID="{D724C0E3-45A4-40B7-8C79-4CA60344457D}" presName="topConnNode2" presStyleLbl="node2" presStyleIdx="0" presStyleCnt="0"/>
      <dgm:spPr/>
    </dgm:pt>
    <dgm:pt modelId="{FC29B197-79BF-4BF6-8D45-13EC64012D31}" type="pres">
      <dgm:prSet presAssocID="{D724C0E3-45A4-40B7-8C79-4CA60344457D}" presName="hierChild4" presStyleCnt="0"/>
      <dgm:spPr/>
    </dgm:pt>
    <dgm:pt modelId="{2E2A1C6D-85BF-4F9E-96A2-9594437B90F5}" type="pres">
      <dgm:prSet presAssocID="{5CACD2D1-95A3-443C-91B5-CB9101E20390}" presName="Name28" presStyleLbl="parChTrans1D3" presStyleIdx="0" presStyleCnt="3"/>
      <dgm:spPr/>
    </dgm:pt>
    <dgm:pt modelId="{269C47AC-5978-490A-8CDE-3C97799BB693}" type="pres">
      <dgm:prSet presAssocID="{76976F73-82C5-4D3D-B9A0-6B75EDB7FEA0}" presName="hierRoot2" presStyleCnt="0">
        <dgm:presLayoutVars>
          <dgm:hierBranch val="init"/>
        </dgm:presLayoutVars>
      </dgm:prSet>
      <dgm:spPr/>
    </dgm:pt>
    <dgm:pt modelId="{80B7730B-7A06-4CB8-A904-CD52A3894D7C}" type="pres">
      <dgm:prSet presAssocID="{76976F73-82C5-4D3D-B9A0-6B75EDB7FEA0}" presName="rootComposite2" presStyleCnt="0"/>
      <dgm:spPr/>
    </dgm:pt>
    <dgm:pt modelId="{2E2CBE10-0D19-42EE-B278-E4AA992E00EF}" type="pres">
      <dgm:prSet presAssocID="{76976F73-82C5-4D3D-B9A0-6B75EDB7FEA0}" presName="rootText2" presStyleLbl="alignAcc1" presStyleIdx="0" presStyleCnt="0">
        <dgm:presLayoutVars>
          <dgm:chPref val="3"/>
        </dgm:presLayoutVars>
      </dgm:prSet>
      <dgm:spPr/>
    </dgm:pt>
    <dgm:pt modelId="{A258965F-93D6-47F4-8884-92986E3D3AD6}" type="pres">
      <dgm:prSet presAssocID="{76976F73-82C5-4D3D-B9A0-6B75EDB7FEA0}" presName="topArc2" presStyleLbl="parChTrans1D1" presStyleIdx="4" presStyleCnt="12"/>
      <dgm:spPr/>
    </dgm:pt>
    <dgm:pt modelId="{127B020F-A106-462F-9C5F-6462F0BCDC7D}" type="pres">
      <dgm:prSet presAssocID="{76976F73-82C5-4D3D-B9A0-6B75EDB7FEA0}" presName="bottomArc2" presStyleLbl="parChTrans1D1" presStyleIdx="5" presStyleCnt="12"/>
      <dgm:spPr/>
    </dgm:pt>
    <dgm:pt modelId="{314C0FAA-68BB-42DB-A684-021CADC1C97A}" type="pres">
      <dgm:prSet presAssocID="{76976F73-82C5-4D3D-B9A0-6B75EDB7FEA0}" presName="topConnNode2" presStyleLbl="node3" presStyleIdx="0" presStyleCnt="0"/>
      <dgm:spPr/>
    </dgm:pt>
    <dgm:pt modelId="{E84D721E-0798-4085-A4F7-0DEA8C40BEDD}" type="pres">
      <dgm:prSet presAssocID="{76976F73-82C5-4D3D-B9A0-6B75EDB7FEA0}" presName="hierChild4" presStyleCnt="0"/>
      <dgm:spPr/>
    </dgm:pt>
    <dgm:pt modelId="{57B11CFF-79A7-445F-BAD1-F092DF5864B2}" type="pres">
      <dgm:prSet presAssocID="{76976F73-82C5-4D3D-B9A0-6B75EDB7FEA0}" presName="hierChild5" presStyleCnt="0"/>
      <dgm:spPr/>
    </dgm:pt>
    <dgm:pt modelId="{F3293010-E13A-45D2-9FED-42B9A71C0588}" type="pres">
      <dgm:prSet presAssocID="{EF9B0CC8-B7A6-4C3B-81AE-97F88CF2E6EC}" presName="Name28" presStyleLbl="parChTrans1D3" presStyleIdx="1" presStyleCnt="3"/>
      <dgm:spPr/>
    </dgm:pt>
    <dgm:pt modelId="{17636F78-9C54-4099-8354-A9E3E5D0AE09}" type="pres">
      <dgm:prSet presAssocID="{EC14755B-0EFA-43F3-822E-D519708B7B57}" presName="hierRoot2" presStyleCnt="0">
        <dgm:presLayoutVars>
          <dgm:hierBranch val="init"/>
        </dgm:presLayoutVars>
      </dgm:prSet>
      <dgm:spPr/>
    </dgm:pt>
    <dgm:pt modelId="{E8FFBF37-7FCC-46A2-BF7E-418B81F3D91B}" type="pres">
      <dgm:prSet presAssocID="{EC14755B-0EFA-43F3-822E-D519708B7B57}" presName="rootComposite2" presStyleCnt="0"/>
      <dgm:spPr/>
    </dgm:pt>
    <dgm:pt modelId="{39F27913-60F8-4A63-B162-82C33102FE09}" type="pres">
      <dgm:prSet presAssocID="{EC14755B-0EFA-43F3-822E-D519708B7B57}" presName="rootText2" presStyleLbl="alignAcc1" presStyleIdx="0" presStyleCnt="0">
        <dgm:presLayoutVars>
          <dgm:chPref val="3"/>
        </dgm:presLayoutVars>
      </dgm:prSet>
      <dgm:spPr/>
    </dgm:pt>
    <dgm:pt modelId="{08EF911C-8C6E-49D7-AAC4-15C8CAA0D5E0}" type="pres">
      <dgm:prSet presAssocID="{EC14755B-0EFA-43F3-822E-D519708B7B57}" presName="topArc2" presStyleLbl="parChTrans1D1" presStyleIdx="6" presStyleCnt="12"/>
      <dgm:spPr/>
    </dgm:pt>
    <dgm:pt modelId="{7C7C1885-365F-4652-9A73-739684C9E032}" type="pres">
      <dgm:prSet presAssocID="{EC14755B-0EFA-43F3-822E-D519708B7B57}" presName="bottomArc2" presStyleLbl="parChTrans1D1" presStyleIdx="7" presStyleCnt="12"/>
      <dgm:spPr/>
    </dgm:pt>
    <dgm:pt modelId="{F5996114-F6B4-4F54-A604-7F434AE8D12F}" type="pres">
      <dgm:prSet presAssocID="{EC14755B-0EFA-43F3-822E-D519708B7B57}" presName="topConnNode2" presStyleLbl="node3" presStyleIdx="0" presStyleCnt="0"/>
      <dgm:spPr/>
    </dgm:pt>
    <dgm:pt modelId="{C6A41B13-D7C4-4A3B-9346-93C260B47FE0}" type="pres">
      <dgm:prSet presAssocID="{EC14755B-0EFA-43F3-822E-D519708B7B57}" presName="hierChild4" presStyleCnt="0"/>
      <dgm:spPr/>
    </dgm:pt>
    <dgm:pt modelId="{07C8E44E-4E8F-489B-894D-9B0B3D7DBAD8}" type="pres">
      <dgm:prSet presAssocID="{EC14755B-0EFA-43F3-822E-D519708B7B57}" presName="hierChild5" presStyleCnt="0"/>
      <dgm:spPr/>
    </dgm:pt>
    <dgm:pt modelId="{C8149416-D3E3-4BF8-A13E-EDAC8A61D1C0}" type="pres">
      <dgm:prSet presAssocID="{D724C0E3-45A4-40B7-8C79-4CA60344457D}" presName="hierChild5" presStyleCnt="0"/>
      <dgm:spPr/>
    </dgm:pt>
    <dgm:pt modelId="{BA1CC0B2-F690-4059-A748-D984719A0EA2}" type="pres">
      <dgm:prSet presAssocID="{59E448E6-BAAB-4EDE-9BAA-615B8958914E}" presName="Name28" presStyleLbl="parChTrans1D2" presStyleIdx="1" presStyleCnt="2"/>
      <dgm:spPr/>
    </dgm:pt>
    <dgm:pt modelId="{341F3EB1-93E4-45D6-B0DE-8ABECAA981CD}" type="pres">
      <dgm:prSet presAssocID="{2ADE7FDA-B7DC-4B53-84ED-DD4B248E16E2}" presName="hierRoot2" presStyleCnt="0">
        <dgm:presLayoutVars>
          <dgm:hierBranch val="init"/>
        </dgm:presLayoutVars>
      </dgm:prSet>
      <dgm:spPr/>
    </dgm:pt>
    <dgm:pt modelId="{7AC2240C-307B-4D2C-B570-143E07ED553C}" type="pres">
      <dgm:prSet presAssocID="{2ADE7FDA-B7DC-4B53-84ED-DD4B248E16E2}" presName="rootComposite2" presStyleCnt="0"/>
      <dgm:spPr/>
    </dgm:pt>
    <dgm:pt modelId="{90D67B6B-0533-47A1-99B0-C564DF6C8C80}" type="pres">
      <dgm:prSet presAssocID="{2ADE7FDA-B7DC-4B53-84ED-DD4B248E16E2}" presName="rootText2" presStyleLbl="alignAcc1" presStyleIdx="0" presStyleCnt="0">
        <dgm:presLayoutVars>
          <dgm:chPref val="3"/>
        </dgm:presLayoutVars>
      </dgm:prSet>
      <dgm:spPr/>
    </dgm:pt>
    <dgm:pt modelId="{1F35C664-DF7C-4E95-8D1F-9DC888712F8C}" type="pres">
      <dgm:prSet presAssocID="{2ADE7FDA-B7DC-4B53-84ED-DD4B248E16E2}" presName="topArc2" presStyleLbl="parChTrans1D1" presStyleIdx="8" presStyleCnt="12"/>
      <dgm:spPr/>
    </dgm:pt>
    <dgm:pt modelId="{E1C5E71B-629D-4533-9485-A9C21AB355C0}" type="pres">
      <dgm:prSet presAssocID="{2ADE7FDA-B7DC-4B53-84ED-DD4B248E16E2}" presName="bottomArc2" presStyleLbl="parChTrans1D1" presStyleIdx="9" presStyleCnt="12"/>
      <dgm:spPr/>
    </dgm:pt>
    <dgm:pt modelId="{B61AF6CC-89CE-4EA0-828D-A2DBE6F31A9B}" type="pres">
      <dgm:prSet presAssocID="{2ADE7FDA-B7DC-4B53-84ED-DD4B248E16E2}" presName="topConnNode2" presStyleLbl="node2" presStyleIdx="0" presStyleCnt="0"/>
      <dgm:spPr/>
    </dgm:pt>
    <dgm:pt modelId="{19781C38-C64B-4787-B3F9-14A32F7555BE}" type="pres">
      <dgm:prSet presAssocID="{2ADE7FDA-B7DC-4B53-84ED-DD4B248E16E2}" presName="hierChild4" presStyleCnt="0"/>
      <dgm:spPr/>
    </dgm:pt>
    <dgm:pt modelId="{AAF6FE10-A25F-4817-A184-F707C55D7B61}" type="pres">
      <dgm:prSet presAssocID="{01EF4A2B-2DE0-4EA1-9C49-B43F7FE71B81}" presName="Name28" presStyleLbl="parChTrans1D3" presStyleIdx="2" presStyleCnt="3"/>
      <dgm:spPr/>
    </dgm:pt>
    <dgm:pt modelId="{2D6D612B-C98F-4799-8687-C563A86331E0}" type="pres">
      <dgm:prSet presAssocID="{6E7DADD6-64F7-47C2-99EA-62A47A2D7360}" presName="hierRoot2" presStyleCnt="0">
        <dgm:presLayoutVars>
          <dgm:hierBranch val="init"/>
        </dgm:presLayoutVars>
      </dgm:prSet>
      <dgm:spPr/>
    </dgm:pt>
    <dgm:pt modelId="{AE74661A-E06E-4EF1-A9BD-F1A8FC12FD38}" type="pres">
      <dgm:prSet presAssocID="{6E7DADD6-64F7-47C2-99EA-62A47A2D7360}" presName="rootComposite2" presStyleCnt="0"/>
      <dgm:spPr/>
    </dgm:pt>
    <dgm:pt modelId="{B8063696-CA85-41CE-9778-1EEAD376462A}" type="pres">
      <dgm:prSet presAssocID="{6E7DADD6-64F7-47C2-99EA-62A47A2D7360}" presName="rootText2" presStyleLbl="alignAcc1" presStyleIdx="0" presStyleCnt="0">
        <dgm:presLayoutVars>
          <dgm:chPref val="3"/>
        </dgm:presLayoutVars>
      </dgm:prSet>
      <dgm:spPr/>
    </dgm:pt>
    <dgm:pt modelId="{58EFF5D7-F2F6-457E-823C-A747BEC4BF98}" type="pres">
      <dgm:prSet presAssocID="{6E7DADD6-64F7-47C2-99EA-62A47A2D7360}" presName="topArc2" presStyleLbl="parChTrans1D1" presStyleIdx="10" presStyleCnt="12"/>
      <dgm:spPr/>
    </dgm:pt>
    <dgm:pt modelId="{4F75E198-2455-4022-8C14-499FB15D9633}" type="pres">
      <dgm:prSet presAssocID="{6E7DADD6-64F7-47C2-99EA-62A47A2D7360}" presName="bottomArc2" presStyleLbl="parChTrans1D1" presStyleIdx="11" presStyleCnt="12"/>
      <dgm:spPr/>
    </dgm:pt>
    <dgm:pt modelId="{E4ABF9B6-C3FA-4738-BE2F-D29D1E896302}" type="pres">
      <dgm:prSet presAssocID="{6E7DADD6-64F7-47C2-99EA-62A47A2D7360}" presName="topConnNode2" presStyleLbl="node3" presStyleIdx="0" presStyleCnt="0"/>
      <dgm:spPr/>
    </dgm:pt>
    <dgm:pt modelId="{8B02B523-D186-48B7-9D35-FA4D43BC1F6C}" type="pres">
      <dgm:prSet presAssocID="{6E7DADD6-64F7-47C2-99EA-62A47A2D7360}" presName="hierChild4" presStyleCnt="0"/>
      <dgm:spPr/>
    </dgm:pt>
    <dgm:pt modelId="{7064FE9E-C583-4B9E-8609-7B83DC19B01A}" type="pres">
      <dgm:prSet presAssocID="{6E7DADD6-64F7-47C2-99EA-62A47A2D7360}" presName="hierChild5" presStyleCnt="0"/>
      <dgm:spPr/>
    </dgm:pt>
    <dgm:pt modelId="{436219BE-D2B6-4B49-8265-276069A8F786}" type="pres">
      <dgm:prSet presAssocID="{2ADE7FDA-B7DC-4B53-84ED-DD4B248E16E2}" presName="hierChild5" presStyleCnt="0"/>
      <dgm:spPr/>
    </dgm:pt>
    <dgm:pt modelId="{3BBA66E9-194A-4FD0-829D-4C031E32D47D}" type="pres">
      <dgm:prSet presAssocID="{AA4EC9F2-BEF3-4102-865A-281741E6BAC7}" presName="hierChild3" presStyleCnt="0"/>
      <dgm:spPr/>
    </dgm:pt>
  </dgm:ptLst>
  <dgm:cxnLst>
    <dgm:cxn modelId="{C2C0EB04-0CBE-43CD-8B96-1977391ADADA}" srcId="{AA4EC9F2-BEF3-4102-865A-281741E6BAC7}" destId="{D724C0E3-45A4-40B7-8C79-4CA60344457D}" srcOrd="0" destOrd="0" parTransId="{BF6672F2-F289-47CC-93C6-B14B7D5F610C}" sibTransId="{ECE09AB9-670E-46E5-9B98-5A842E5F4E4F}"/>
    <dgm:cxn modelId="{4C307608-75ED-4C20-896B-F3F297976B3B}" type="presOf" srcId="{D724C0E3-45A4-40B7-8C79-4CA60344457D}" destId="{FAE70C06-0D10-4365-B941-598EFDB5E625}" srcOrd="0" destOrd="0" presId="urn:microsoft.com/office/officeart/2008/layout/HalfCircleOrganizationChart"/>
    <dgm:cxn modelId="{E8DEF20F-20F9-4518-8D75-D4FE5FB507E1}" type="presOf" srcId="{59E448E6-BAAB-4EDE-9BAA-615B8958914E}" destId="{BA1CC0B2-F690-4059-A748-D984719A0EA2}" srcOrd="0" destOrd="0" presId="urn:microsoft.com/office/officeart/2008/layout/HalfCircleOrganizationChart"/>
    <dgm:cxn modelId="{A8793610-E382-4375-8340-65D07840B160}" type="presOf" srcId="{BF6672F2-F289-47CC-93C6-B14B7D5F610C}" destId="{5BECF7DC-A5B7-45DD-95E7-6E3673323C3E}" srcOrd="0" destOrd="0" presId="urn:microsoft.com/office/officeart/2008/layout/HalfCircleOrganizationChart"/>
    <dgm:cxn modelId="{A873411E-3D28-4E6C-AB64-ECE48815BA06}" type="presOf" srcId="{D724C0E3-45A4-40B7-8C79-4CA60344457D}" destId="{E7322BC9-2B56-426C-9EFF-9D1D36CA19B6}" srcOrd="1" destOrd="0" presId="urn:microsoft.com/office/officeart/2008/layout/HalfCircleOrganizationChart"/>
    <dgm:cxn modelId="{90C24D24-57A5-4B45-9C17-0BEA3CF17646}" type="presOf" srcId="{76976F73-82C5-4D3D-B9A0-6B75EDB7FEA0}" destId="{2E2CBE10-0D19-42EE-B278-E4AA992E00EF}" srcOrd="0" destOrd="0" presId="urn:microsoft.com/office/officeart/2008/layout/HalfCircleOrganizationChart"/>
    <dgm:cxn modelId="{08D95F26-2862-4CA7-A4D7-CABB44193653}" srcId="{A4B55C79-37D0-4F21-9C56-6787CB6A3C2C}" destId="{AA4EC9F2-BEF3-4102-865A-281741E6BAC7}" srcOrd="0" destOrd="0" parTransId="{EB658696-851D-4812-988B-C997BD3365BE}" sibTransId="{6B3F0699-9887-472C-A45F-78A2208E1924}"/>
    <dgm:cxn modelId="{2CEF1A2F-F79B-463A-9257-5731E448CC38}" type="presOf" srcId="{6E7DADD6-64F7-47C2-99EA-62A47A2D7360}" destId="{B8063696-CA85-41CE-9778-1EEAD376462A}" srcOrd="0" destOrd="0" presId="urn:microsoft.com/office/officeart/2008/layout/HalfCircleOrganizationChart"/>
    <dgm:cxn modelId="{1EB16E3A-BBF4-487A-9210-869249D3102E}" type="presOf" srcId="{2ADE7FDA-B7DC-4B53-84ED-DD4B248E16E2}" destId="{B61AF6CC-89CE-4EA0-828D-A2DBE6F31A9B}" srcOrd="1" destOrd="0" presId="urn:microsoft.com/office/officeart/2008/layout/HalfCircleOrganizationChart"/>
    <dgm:cxn modelId="{895A1E69-AFFF-459F-A057-99D7676A7E09}" type="presOf" srcId="{2ADE7FDA-B7DC-4B53-84ED-DD4B248E16E2}" destId="{90D67B6B-0533-47A1-99B0-C564DF6C8C80}" srcOrd="0" destOrd="0" presId="urn:microsoft.com/office/officeart/2008/layout/HalfCircleOrganizationChart"/>
    <dgm:cxn modelId="{6D016151-5988-4C99-82FC-AFF70A1ED18E}" type="presOf" srcId="{6E7DADD6-64F7-47C2-99EA-62A47A2D7360}" destId="{E4ABF9B6-C3FA-4738-BE2F-D29D1E896302}" srcOrd="1" destOrd="0" presId="urn:microsoft.com/office/officeart/2008/layout/HalfCircleOrganizationChart"/>
    <dgm:cxn modelId="{87F69D56-DA83-4E90-A8FD-8C6F907C6547}" type="presOf" srcId="{01EF4A2B-2DE0-4EA1-9C49-B43F7FE71B81}" destId="{AAF6FE10-A25F-4817-A184-F707C55D7B61}" srcOrd="0" destOrd="0" presId="urn:microsoft.com/office/officeart/2008/layout/HalfCircleOrganizationChart"/>
    <dgm:cxn modelId="{20844C7C-4123-4241-8759-D64E3E8C3CA8}" type="presOf" srcId="{76976F73-82C5-4D3D-B9A0-6B75EDB7FEA0}" destId="{314C0FAA-68BB-42DB-A684-021CADC1C97A}" srcOrd="1" destOrd="0" presId="urn:microsoft.com/office/officeart/2008/layout/HalfCircleOrganizationChart"/>
    <dgm:cxn modelId="{A55C7E89-1E27-43C4-A65F-144A48848A24}" type="presOf" srcId="{EC14755B-0EFA-43F3-822E-D519708B7B57}" destId="{39F27913-60F8-4A63-B162-82C33102FE09}" srcOrd="0" destOrd="0" presId="urn:microsoft.com/office/officeart/2008/layout/HalfCircleOrganizationChart"/>
    <dgm:cxn modelId="{2A10A5A0-6C1D-4E0C-9150-2B7761BF9D68}" type="presOf" srcId="{AA4EC9F2-BEF3-4102-865A-281741E6BAC7}" destId="{28DEEB4A-35F5-4C7D-81A0-55F96ABBD4F1}" srcOrd="0" destOrd="0" presId="urn:microsoft.com/office/officeart/2008/layout/HalfCircleOrganizationChart"/>
    <dgm:cxn modelId="{AC6A42B3-77E9-4149-8C2F-814BD9874A1D}" srcId="{D724C0E3-45A4-40B7-8C79-4CA60344457D}" destId="{EC14755B-0EFA-43F3-822E-D519708B7B57}" srcOrd="1" destOrd="0" parTransId="{EF9B0CC8-B7A6-4C3B-81AE-97F88CF2E6EC}" sibTransId="{3546CB62-A8FF-42EA-8438-908179749C3E}"/>
    <dgm:cxn modelId="{A55F8FB4-671F-45E5-AB24-2DCA0F756E74}" srcId="{D724C0E3-45A4-40B7-8C79-4CA60344457D}" destId="{76976F73-82C5-4D3D-B9A0-6B75EDB7FEA0}" srcOrd="0" destOrd="0" parTransId="{5CACD2D1-95A3-443C-91B5-CB9101E20390}" sibTransId="{1CE8B8F4-F695-46B2-937A-4A53355143E5}"/>
    <dgm:cxn modelId="{EC6167BA-FC41-4F38-B38C-D20A5AC86281}" type="presOf" srcId="{A4B55C79-37D0-4F21-9C56-6787CB6A3C2C}" destId="{4F2B2643-EEC5-4E32-A8A5-055CC4316120}" srcOrd="0" destOrd="0" presId="urn:microsoft.com/office/officeart/2008/layout/HalfCircleOrganizationChart"/>
    <dgm:cxn modelId="{B2E7D7C9-21DB-40B9-8CF9-747D9D0390FD}" srcId="{2ADE7FDA-B7DC-4B53-84ED-DD4B248E16E2}" destId="{6E7DADD6-64F7-47C2-99EA-62A47A2D7360}" srcOrd="0" destOrd="0" parTransId="{01EF4A2B-2DE0-4EA1-9C49-B43F7FE71B81}" sibTransId="{ED4D1054-35ED-48FF-9EC2-4B599F34DB40}"/>
    <dgm:cxn modelId="{719F0BE3-DE12-4468-8790-CFBF53B254F8}" type="presOf" srcId="{5CACD2D1-95A3-443C-91B5-CB9101E20390}" destId="{2E2A1C6D-85BF-4F9E-96A2-9594437B90F5}" srcOrd="0" destOrd="0" presId="urn:microsoft.com/office/officeart/2008/layout/HalfCircleOrganizationChart"/>
    <dgm:cxn modelId="{E571AEE3-31E7-4D53-A1B6-11FEBDAB8844}" type="presOf" srcId="{AA4EC9F2-BEF3-4102-865A-281741E6BAC7}" destId="{47CDE319-69EE-4E70-8C7C-10A373343A9E}" srcOrd="1" destOrd="0" presId="urn:microsoft.com/office/officeart/2008/layout/HalfCircleOrganizationChart"/>
    <dgm:cxn modelId="{4FFFD5EE-774F-4425-BE7E-9F9D5E4F2F7A}" srcId="{AA4EC9F2-BEF3-4102-865A-281741E6BAC7}" destId="{2ADE7FDA-B7DC-4B53-84ED-DD4B248E16E2}" srcOrd="1" destOrd="0" parTransId="{59E448E6-BAAB-4EDE-9BAA-615B8958914E}" sibTransId="{CCF7C959-0351-4F99-A8C6-561D394CE0C0}"/>
    <dgm:cxn modelId="{D74C76F1-769D-4645-A57D-B987C36A2C1D}" type="presOf" srcId="{EF9B0CC8-B7A6-4C3B-81AE-97F88CF2E6EC}" destId="{F3293010-E13A-45D2-9FED-42B9A71C0588}" srcOrd="0" destOrd="0" presId="urn:microsoft.com/office/officeart/2008/layout/HalfCircleOrganizationChart"/>
    <dgm:cxn modelId="{5EA3D6FE-564C-4C18-BBA3-AA737EC62410}" type="presOf" srcId="{EC14755B-0EFA-43F3-822E-D519708B7B57}" destId="{F5996114-F6B4-4F54-A604-7F434AE8D12F}" srcOrd="1" destOrd="0" presId="urn:microsoft.com/office/officeart/2008/layout/HalfCircleOrganizationChart"/>
    <dgm:cxn modelId="{F82EB385-F0CA-471D-BDED-97A9AF6A726A}" type="presParOf" srcId="{4F2B2643-EEC5-4E32-A8A5-055CC4316120}" destId="{2E633565-949B-49D7-B2BD-F055909073A4}" srcOrd="0" destOrd="0" presId="urn:microsoft.com/office/officeart/2008/layout/HalfCircleOrganizationChart"/>
    <dgm:cxn modelId="{000E792F-16A6-4994-9906-FA3736598BC7}" type="presParOf" srcId="{2E633565-949B-49D7-B2BD-F055909073A4}" destId="{3D824D30-429A-4406-9594-B12844C833AF}" srcOrd="0" destOrd="0" presId="urn:microsoft.com/office/officeart/2008/layout/HalfCircleOrganizationChart"/>
    <dgm:cxn modelId="{34F8494D-755D-4E09-A7B7-0BAA21B535F0}" type="presParOf" srcId="{3D824D30-429A-4406-9594-B12844C833AF}" destId="{28DEEB4A-35F5-4C7D-81A0-55F96ABBD4F1}" srcOrd="0" destOrd="0" presId="urn:microsoft.com/office/officeart/2008/layout/HalfCircleOrganizationChart"/>
    <dgm:cxn modelId="{8AE7B963-D36D-4452-B1FB-0F5F19D8A899}" type="presParOf" srcId="{3D824D30-429A-4406-9594-B12844C833AF}" destId="{40F87B07-8B74-4901-A7E6-24529B2E7546}" srcOrd="1" destOrd="0" presId="urn:microsoft.com/office/officeart/2008/layout/HalfCircleOrganizationChart"/>
    <dgm:cxn modelId="{F4FCBD2F-0777-472E-87B1-22183E26011C}" type="presParOf" srcId="{3D824D30-429A-4406-9594-B12844C833AF}" destId="{0D424826-8F4B-422D-966A-3506CE582C40}" srcOrd="2" destOrd="0" presId="urn:microsoft.com/office/officeart/2008/layout/HalfCircleOrganizationChart"/>
    <dgm:cxn modelId="{23F3CD00-E62E-4A61-918B-368CDBD7CFAA}" type="presParOf" srcId="{3D824D30-429A-4406-9594-B12844C833AF}" destId="{47CDE319-69EE-4E70-8C7C-10A373343A9E}" srcOrd="3" destOrd="0" presId="urn:microsoft.com/office/officeart/2008/layout/HalfCircleOrganizationChart"/>
    <dgm:cxn modelId="{90530D0D-7699-4656-BCCF-2E29E5AA87C3}" type="presParOf" srcId="{2E633565-949B-49D7-B2BD-F055909073A4}" destId="{46C026F9-304C-48C9-970A-37F8ECC7B738}" srcOrd="1" destOrd="0" presId="urn:microsoft.com/office/officeart/2008/layout/HalfCircleOrganizationChart"/>
    <dgm:cxn modelId="{7CB5D618-49F3-496D-83DC-60F6B5472A9D}" type="presParOf" srcId="{46C026F9-304C-48C9-970A-37F8ECC7B738}" destId="{5BECF7DC-A5B7-45DD-95E7-6E3673323C3E}" srcOrd="0" destOrd="0" presId="urn:microsoft.com/office/officeart/2008/layout/HalfCircleOrganizationChart"/>
    <dgm:cxn modelId="{F2920708-FFB8-40DD-BD83-753FD3273C46}" type="presParOf" srcId="{46C026F9-304C-48C9-970A-37F8ECC7B738}" destId="{16B9724C-B536-4450-B76B-4C3FCFA9178C}" srcOrd="1" destOrd="0" presId="urn:microsoft.com/office/officeart/2008/layout/HalfCircleOrganizationChart"/>
    <dgm:cxn modelId="{0034B35F-9B17-4D4F-A511-5E6508F0F3F6}" type="presParOf" srcId="{16B9724C-B536-4450-B76B-4C3FCFA9178C}" destId="{44B123F5-C914-4B16-9101-C19DAC9A1657}" srcOrd="0" destOrd="0" presId="urn:microsoft.com/office/officeart/2008/layout/HalfCircleOrganizationChart"/>
    <dgm:cxn modelId="{BEE01C5D-74DB-42A1-A856-697D65DD5925}" type="presParOf" srcId="{44B123F5-C914-4B16-9101-C19DAC9A1657}" destId="{FAE70C06-0D10-4365-B941-598EFDB5E625}" srcOrd="0" destOrd="0" presId="urn:microsoft.com/office/officeart/2008/layout/HalfCircleOrganizationChart"/>
    <dgm:cxn modelId="{15C800E1-B1B9-4CE5-81B4-BA6BAE1E9A39}" type="presParOf" srcId="{44B123F5-C914-4B16-9101-C19DAC9A1657}" destId="{31455619-8A72-423D-B788-C74AFF44AD77}" srcOrd="1" destOrd="0" presId="urn:microsoft.com/office/officeart/2008/layout/HalfCircleOrganizationChart"/>
    <dgm:cxn modelId="{C456A54F-26FD-4D31-98A7-D1718CA7A5FD}" type="presParOf" srcId="{44B123F5-C914-4B16-9101-C19DAC9A1657}" destId="{DC2F8514-AB3D-4FCB-8CDD-ABC18504E602}" srcOrd="2" destOrd="0" presId="urn:microsoft.com/office/officeart/2008/layout/HalfCircleOrganizationChart"/>
    <dgm:cxn modelId="{C67C3DF1-1286-43CE-B4A1-8616EC6F2089}" type="presParOf" srcId="{44B123F5-C914-4B16-9101-C19DAC9A1657}" destId="{E7322BC9-2B56-426C-9EFF-9D1D36CA19B6}" srcOrd="3" destOrd="0" presId="urn:microsoft.com/office/officeart/2008/layout/HalfCircleOrganizationChart"/>
    <dgm:cxn modelId="{959BE253-18D3-4CEA-928A-9001475B2432}" type="presParOf" srcId="{16B9724C-B536-4450-B76B-4C3FCFA9178C}" destId="{FC29B197-79BF-4BF6-8D45-13EC64012D31}" srcOrd="1" destOrd="0" presId="urn:microsoft.com/office/officeart/2008/layout/HalfCircleOrganizationChart"/>
    <dgm:cxn modelId="{240C662D-FBF6-4DF1-BA09-3651FA4DB8F3}" type="presParOf" srcId="{FC29B197-79BF-4BF6-8D45-13EC64012D31}" destId="{2E2A1C6D-85BF-4F9E-96A2-9594437B90F5}" srcOrd="0" destOrd="0" presId="urn:microsoft.com/office/officeart/2008/layout/HalfCircleOrganizationChart"/>
    <dgm:cxn modelId="{184F5945-CEF3-4307-B080-4B7136062085}" type="presParOf" srcId="{FC29B197-79BF-4BF6-8D45-13EC64012D31}" destId="{269C47AC-5978-490A-8CDE-3C97799BB693}" srcOrd="1" destOrd="0" presId="urn:microsoft.com/office/officeart/2008/layout/HalfCircleOrganizationChart"/>
    <dgm:cxn modelId="{7FECD897-7364-4442-8691-B6945EBA69AE}" type="presParOf" srcId="{269C47AC-5978-490A-8CDE-3C97799BB693}" destId="{80B7730B-7A06-4CB8-A904-CD52A3894D7C}" srcOrd="0" destOrd="0" presId="urn:microsoft.com/office/officeart/2008/layout/HalfCircleOrganizationChart"/>
    <dgm:cxn modelId="{A8CDB11D-1BDE-4A16-908D-2518658CFDFE}" type="presParOf" srcId="{80B7730B-7A06-4CB8-A904-CD52A3894D7C}" destId="{2E2CBE10-0D19-42EE-B278-E4AA992E00EF}" srcOrd="0" destOrd="0" presId="urn:microsoft.com/office/officeart/2008/layout/HalfCircleOrganizationChart"/>
    <dgm:cxn modelId="{A2D10860-6CF2-47F9-B7C4-A4BE0229F2AD}" type="presParOf" srcId="{80B7730B-7A06-4CB8-A904-CD52A3894D7C}" destId="{A258965F-93D6-47F4-8884-92986E3D3AD6}" srcOrd="1" destOrd="0" presId="urn:microsoft.com/office/officeart/2008/layout/HalfCircleOrganizationChart"/>
    <dgm:cxn modelId="{9D75733A-C689-4431-90A5-228AF4CCDB7F}" type="presParOf" srcId="{80B7730B-7A06-4CB8-A904-CD52A3894D7C}" destId="{127B020F-A106-462F-9C5F-6462F0BCDC7D}" srcOrd="2" destOrd="0" presId="urn:microsoft.com/office/officeart/2008/layout/HalfCircleOrganizationChart"/>
    <dgm:cxn modelId="{1A6CE64E-A99F-48DA-8343-5A83A44D3D2C}" type="presParOf" srcId="{80B7730B-7A06-4CB8-A904-CD52A3894D7C}" destId="{314C0FAA-68BB-42DB-A684-021CADC1C97A}" srcOrd="3" destOrd="0" presId="urn:microsoft.com/office/officeart/2008/layout/HalfCircleOrganizationChart"/>
    <dgm:cxn modelId="{380174CD-6D89-404D-9202-183DF9D66B92}" type="presParOf" srcId="{269C47AC-5978-490A-8CDE-3C97799BB693}" destId="{E84D721E-0798-4085-A4F7-0DEA8C40BEDD}" srcOrd="1" destOrd="0" presId="urn:microsoft.com/office/officeart/2008/layout/HalfCircleOrganizationChart"/>
    <dgm:cxn modelId="{31371437-3C87-44E6-9607-FB1909DF2542}" type="presParOf" srcId="{269C47AC-5978-490A-8CDE-3C97799BB693}" destId="{57B11CFF-79A7-445F-BAD1-F092DF5864B2}" srcOrd="2" destOrd="0" presId="urn:microsoft.com/office/officeart/2008/layout/HalfCircleOrganizationChart"/>
    <dgm:cxn modelId="{6078ABEB-3850-4A66-800B-B7D8D18B5634}" type="presParOf" srcId="{FC29B197-79BF-4BF6-8D45-13EC64012D31}" destId="{F3293010-E13A-45D2-9FED-42B9A71C0588}" srcOrd="2" destOrd="0" presId="urn:microsoft.com/office/officeart/2008/layout/HalfCircleOrganizationChart"/>
    <dgm:cxn modelId="{B1F9CB1A-F823-4734-81A4-CD636E7592F8}" type="presParOf" srcId="{FC29B197-79BF-4BF6-8D45-13EC64012D31}" destId="{17636F78-9C54-4099-8354-A9E3E5D0AE09}" srcOrd="3" destOrd="0" presId="urn:microsoft.com/office/officeart/2008/layout/HalfCircleOrganizationChart"/>
    <dgm:cxn modelId="{D4DD0F8A-F8CC-4566-AEE0-5527287D8BE1}" type="presParOf" srcId="{17636F78-9C54-4099-8354-A9E3E5D0AE09}" destId="{E8FFBF37-7FCC-46A2-BF7E-418B81F3D91B}" srcOrd="0" destOrd="0" presId="urn:microsoft.com/office/officeart/2008/layout/HalfCircleOrganizationChart"/>
    <dgm:cxn modelId="{8BEFDEC1-DB02-4395-9E2F-A98377268026}" type="presParOf" srcId="{E8FFBF37-7FCC-46A2-BF7E-418B81F3D91B}" destId="{39F27913-60F8-4A63-B162-82C33102FE09}" srcOrd="0" destOrd="0" presId="urn:microsoft.com/office/officeart/2008/layout/HalfCircleOrganizationChart"/>
    <dgm:cxn modelId="{7359A589-7C82-4CAA-96DD-69829E676535}" type="presParOf" srcId="{E8FFBF37-7FCC-46A2-BF7E-418B81F3D91B}" destId="{08EF911C-8C6E-49D7-AAC4-15C8CAA0D5E0}" srcOrd="1" destOrd="0" presId="urn:microsoft.com/office/officeart/2008/layout/HalfCircleOrganizationChart"/>
    <dgm:cxn modelId="{C12AF548-DCEA-47C4-B03B-79687CFD65D7}" type="presParOf" srcId="{E8FFBF37-7FCC-46A2-BF7E-418B81F3D91B}" destId="{7C7C1885-365F-4652-9A73-739684C9E032}" srcOrd="2" destOrd="0" presId="urn:microsoft.com/office/officeart/2008/layout/HalfCircleOrganizationChart"/>
    <dgm:cxn modelId="{E6A30B13-4F99-47CA-9D25-F1851BCC4871}" type="presParOf" srcId="{E8FFBF37-7FCC-46A2-BF7E-418B81F3D91B}" destId="{F5996114-F6B4-4F54-A604-7F434AE8D12F}" srcOrd="3" destOrd="0" presId="urn:microsoft.com/office/officeart/2008/layout/HalfCircleOrganizationChart"/>
    <dgm:cxn modelId="{93153355-5E29-4CDD-AFED-FBB9A29021B6}" type="presParOf" srcId="{17636F78-9C54-4099-8354-A9E3E5D0AE09}" destId="{C6A41B13-D7C4-4A3B-9346-93C260B47FE0}" srcOrd="1" destOrd="0" presId="urn:microsoft.com/office/officeart/2008/layout/HalfCircleOrganizationChart"/>
    <dgm:cxn modelId="{C22A48AA-C875-44C2-BC69-66693DF354E0}" type="presParOf" srcId="{17636F78-9C54-4099-8354-A9E3E5D0AE09}" destId="{07C8E44E-4E8F-489B-894D-9B0B3D7DBAD8}" srcOrd="2" destOrd="0" presId="urn:microsoft.com/office/officeart/2008/layout/HalfCircleOrganizationChart"/>
    <dgm:cxn modelId="{190FA6F2-2833-4ED9-83B2-2231C1BAAAB4}" type="presParOf" srcId="{16B9724C-B536-4450-B76B-4C3FCFA9178C}" destId="{C8149416-D3E3-4BF8-A13E-EDAC8A61D1C0}" srcOrd="2" destOrd="0" presId="urn:microsoft.com/office/officeart/2008/layout/HalfCircleOrganizationChart"/>
    <dgm:cxn modelId="{C40A6502-9CFB-4790-A93A-9F01C1994900}" type="presParOf" srcId="{46C026F9-304C-48C9-970A-37F8ECC7B738}" destId="{BA1CC0B2-F690-4059-A748-D984719A0EA2}" srcOrd="2" destOrd="0" presId="urn:microsoft.com/office/officeart/2008/layout/HalfCircleOrganizationChart"/>
    <dgm:cxn modelId="{FDFA5DB5-9977-4C8E-9710-32E1BEF8D1D2}" type="presParOf" srcId="{46C026F9-304C-48C9-970A-37F8ECC7B738}" destId="{341F3EB1-93E4-45D6-B0DE-8ABECAA981CD}" srcOrd="3" destOrd="0" presId="urn:microsoft.com/office/officeart/2008/layout/HalfCircleOrganizationChart"/>
    <dgm:cxn modelId="{27AD1635-84E1-46C1-A795-7FE64EBF6889}" type="presParOf" srcId="{341F3EB1-93E4-45D6-B0DE-8ABECAA981CD}" destId="{7AC2240C-307B-4D2C-B570-143E07ED553C}" srcOrd="0" destOrd="0" presId="urn:microsoft.com/office/officeart/2008/layout/HalfCircleOrganizationChart"/>
    <dgm:cxn modelId="{AAB5B3D0-74E3-42BD-8ADA-6B6B41659AFA}" type="presParOf" srcId="{7AC2240C-307B-4D2C-B570-143E07ED553C}" destId="{90D67B6B-0533-47A1-99B0-C564DF6C8C80}" srcOrd="0" destOrd="0" presId="urn:microsoft.com/office/officeart/2008/layout/HalfCircleOrganizationChart"/>
    <dgm:cxn modelId="{FC9DC44C-33B5-4127-8C89-9C9A64E483D5}" type="presParOf" srcId="{7AC2240C-307B-4D2C-B570-143E07ED553C}" destId="{1F35C664-DF7C-4E95-8D1F-9DC888712F8C}" srcOrd="1" destOrd="0" presId="urn:microsoft.com/office/officeart/2008/layout/HalfCircleOrganizationChart"/>
    <dgm:cxn modelId="{BC54BD94-37DE-43DD-90AD-8D4E4342003D}" type="presParOf" srcId="{7AC2240C-307B-4D2C-B570-143E07ED553C}" destId="{E1C5E71B-629D-4533-9485-A9C21AB355C0}" srcOrd="2" destOrd="0" presId="urn:microsoft.com/office/officeart/2008/layout/HalfCircleOrganizationChart"/>
    <dgm:cxn modelId="{B9DB7ECB-9E52-44E7-A1A5-E93E298923A7}" type="presParOf" srcId="{7AC2240C-307B-4D2C-B570-143E07ED553C}" destId="{B61AF6CC-89CE-4EA0-828D-A2DBE6F31A9B}" srcOrd="3" destOrd="0" presId="urn:microsoft.com/office/officeart/2008/layout/HalfCircleOrganizationChart"/>
    <dgm:cxn modelId="{BF7C72AB-D5A4-4BB6-B535-1AE4523BD3E0}" type="presParOf" srcId="{341F3EB1-93E4-45D6-B0DE-8ABECAA981CD}" destId="{19781C38-C64B-4787-B3F9-14A32F7555BE}" srcOrd="1" destOrd="0" presId="urn:microsoft.com/office/officeart/2008/layout/HalfCircleOrganizationChart"/>
    <dgm:cxn modelId="{02863DB7-29E1-49F3-BD93-92C050D7FE1A}" type="presParOf" srcId="{19781C38-C64B-4787-B3F9-14A32F7555BE}" destId="{AAF6FE10-A25F-4817-A184-F707C55D7B61}" srcOrd="0" destOrd="0" presId="urn:microsoft.com/office/officeart/2008/layout/HalfCircleOrganizationChart"/>
    <dgm:cxn modelId="{DFA2F678-84EA-4F99-B4B5-4F252A33E408}" type="presParOf" srcId="{19781C38-C64B-4787-B3F9-14A32F7555BE}" destId="{2D6D612B-C98F-4799-8687-C563A86331E0}" srcOrd="1" destOrd="0" presId="urn:microsoft.com/office/officeart/2008/layout/HalfCircleOrganizationChart"/>
    <dgm:cxn modelId="{049DEA2B-105B-4D74-8D1C-6E9456985114}" type="presParOf" srcId="{2D6D612B-C98F-4799-8687-C563A86331E0}" destId="{AE74661A-E06E-4EF1-A9BD-F1A8FC12FD38}" srcOrd="0" destOrd="0" presId="urn:microsoft.com/office/officeart/2008/layout/HalfCircleOrganizationChart"/>
    <dgm:cxn modelId="{86E099E2-7712-47B1-A123-CC5EF09582C0}" type="presParOf" srcId="{AE74661A-E06E-4EF1-A9BD-F1A8FC12FD38}" destId="{B8063696-CA85-41CE-9778-1EEAD376462A}" srcOrd="0" destOrd="0" presId="urn:microsoft.com/office/officeart/2008/layout/HalfCircleOrganizationChart"/>
    <dgm:cxn modelId="{52E1EAB4-2863-4F58-ADBB-A4CA36EF61A7}" type="presParOf" srcId="{AE74661A-E06E-4EF1-A9BD-F1A8FC12FD38}" destId="{58EFF5D7-F2F6-457E-823C-A747BEC4BF98}" srcOrd="1" destOrd="0" presId="urn:microsoft.com/office/officeart/2008/layout/HalfCircleOrganizationChart"/>
    <dgm:cxn modelId="{CFD2BA8A-7876-45FB-9ECE-C445CDE3CDDF}" type="presParOf" srcId="{AE74661A-E06E-4EF1-A9BD-F1A8FC12FD38}" destId="{4F75E198-2455-4022-8C14-499FB15D9633}" srcOrd="2" destOrd="0" presId="urn:microsoft.com/office/officeart/2008/layout/HalfCircleOrganizationChart"/>
    <dgm:cxn modelId="{0CFBCE93-BD06-430A-A8D6-CF6063B7BDB4}" type="presParOf" srcId="{AE74661A-E06E-4EF1-A9BD-F1A8FC12FD38}" destId="{E4ABF9B6-C3FA-4738-BE2F-D29D1E896302}" srcOrd="3" destOrd="0" presId="urn:microsoft.com/office/officeart/2008/layout/HalfCircleOrganizationChart"/>
    <dgm:cxn modelId="{4D5C62C5-DD7E-441C-B8CE-9ED42C4E1311}" type="presParOf" srcId="{2D6D612B-C98F-4799-8687-C563A86331E0}" destId="{8B02B523-D186-48B7-9D35-FA4D43BC1F6C}" srcOrd="1" destOrd="0" presId="urn:microsoft.com/office/officeart/2008/layout/HalfCircleOrganizationChart"/>
    <dgm:cxn modelId="{3C19F23C-86EE-4BD4-BF01-81A02663927D}" type="presParOf" srcId="{2D6D612B-C98F-4799-8687-C563A86331E0}" destId="{7064FE9E-C583-4B9E-8609-7B83DC19B01A}" srcOrd="2" destOrd="0" presId="urn:microsoft.com/office/officeart/2008/layout/HalfCircleOrganizationChart"/>
    <dgm:cxn modelId="{161BC104-64DC-484A-99A0-0FC0BF03EE2E}" type="presParOf" srcId="{341F3EB1-93E4-45D6-B0DE-8ABECAA981CD}" destId="{436219BE-D2B6-4B49-8265-276069A8F786}" srcOrd="2" destOrd="0" presId="urn:microsoft.com/office/officeart/2008/layout/HalfCircleOrganizationChart"/>
    <dgm:cxn modelId="{7879F714-616C-4596-BD42-0D2046AE9DA5}" type="presParOf" srcId="{2E633565-949B-49D7-B2BD-F055909073A4}" destId="{3BBA66E9-194A-4FD0-829D-4C031E32D47D}" srcOrd="2" destOrd="0" presId="urn:microsoft.com/office/officeart/2008/layout/HalfCircleOrganizationChar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675AABC-8C58-4A37-9651-86A658487074}" type="doc">
      <dgm:prSet loTypeId="urn:microsoft.com/office/officeart/2005/8/layout/hProcess9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MY"/>
        </a:p>
      </dgm:t>
    </dgm:pt>
    <dgm:pt modelId="{CFF54679-9DB9-48A1-890F-318E3E1786C6}">
      <dgm:prSet custT="1"/>
      <dgm:spPr/>
      <dgm:t>
        <a:bodyPr/>
        <a:lstStyle/>
        <a:p>
          <a:r>
            <a:rPr kumimoji="1" lang="en-US" sz="1800"/>
            <a:t>Check for zeros</a:t>
          </a:r>
          <a:endParaRPr lang="en-MY" sz="1800"/>
        </a:p>
      </dgm:t>
    </dgm:pt>
    <dgm:pt modelId="{EF58DD48-FA19-4C66-920A-8FF7EDA1D07B}" type="parTrans" cxnId="{FCE50AB8-81F8-4256-999C-338D8D5B188B}">
      <dgm:prSet/>
      <dgm:spPr/>
      <dgm:t>
        <a:bodyPr/>
        <a:lstStyle/>
        <a:p>
          <a:endParaRPr lang="en-MY" sz="2400"/>
        </a:p>
      </dgm:t>
    </dgm:pt>
    <dgm:pt modelId="{1CD03489-DF65-4A8A-89D3-81CC7BFB1F9C}" type="sibTrans" cxnId="{FCE50AB8-81F8-4256-999C-338D8D5B188B}">
      <dgm:prSet/>
      <dgm:spPr/>
      <dgm:t>
        <a:bodyPr/>
        <a:lstStyle/>
        <a:p>
          <a:endParaRPr lang="en-MY" sz="2400"/>
        </a:p>
      </dgm:t>
    </dgm:pt>
    <dgm:pt modelId="{62413869-2672-485A-94AC-6D2D7E9BB8C4}">
      <dgm:prSet custT="1"/>
      <dgm:spPr/>
      <dgm:t>
        <a:bodyPr/>
        <a:lstStyle/>
        <a:p>
          <a:r>
            <a:rPr kumimoji="1" lang="en-US" sz="1800"/>
            <a:t>Align significands (adjusting exponents)</a:t>
          </a:r>
          <a:endParaRPr lang="en-MY" sz="1800"/>
        </a:p>
      </dgm:t>
    </dgm:pt>
    <dgm:pt modelId="{3C9BA152-DD97-4697-925E-545E3C2633FB}" type="parTrans" cxnId="{B56A86BE-AB88-4EE8-8A88-7879D176E4ED}">
      <dgm:prSet/>
      <dgm:spPr/>
      <dgm:t>
        <a:bodyPr/>
        <a:lstStyle/>
        <a:p>
          <a:endParaRPr lang="en-MY" sz="2400"/>
        </a:p>
      </dgm:t>
    </dgm:pt>
    <dgm:pt modelId="{FCF6A157-F722-4445-A06A-73D0B5FCF274}" type="sibTrans" cxnId="{B56A86BE-AB88-4EE8-8A88-7879D176E4ED}">
      <dgm:prSet/>
      <dgm:spPr/>
      <dgm:t>
        <a:bodyPr/>
        <a:lstStyle/>
        <a:p>
          <a:endParaRPr lang="en-MY" sz="2400"/>
        </a:p>
      </dgm:t>
    </dgm:pt>
    <dgm:pt modelId="{5FC62F2B-6F5B-4280-9C83-91640D2173E7}">
      <dgm:prSet custT="1"/>
      <dgm:spPr/>
      <dgm:t>
        <a:bodyPr/>
        <a:lstStyle/>
        <a:p>
          <a:r>
            <a:rPr kumimoji="1" lang="en-US" sz="1800"/>
            <a:t>Add or subtract significands</a:t>
          </a:r>
          <a:endParaRPr lang="en-MY" sz="1800"/>
        </a:p>
      </dgm:t>
    </dgm:pt>
    <dgm:pt modelId="{E13999F1-7DE7-4820-B75B-66AAED97176D}" type="parTrans" cxnId="{C0E176FB-B53A-489F-90B3-9CF122F36A23}">
      <dgm:prSet/>
      <dgm:spPr/>
      <dgm:t>
        <a:bodyPr/>
        <a:lstStyle/>
        <a:p>
          <a:endParaRPr lang="en-MY" sz="2400"/>
        </a:p>
      </dgm:t>
    </dgm:pt>
    <dgm:pt modelId="{678AEF9C-EE59-466F-AA09-6B81CC5A521A}" type="sibTrans" cxnId="{C0E176FB-B53A-489F-90B3-9CF122F36A23}">
      <dgm:prSet/>
      <dgm:spPr/>
      <dgm:t>
        <a:bodyPr/>
        <a:lstStyle/>
        <a:p>
          <a:endParaRPr lang="en-MY" sz="2400"/>
        </a:p>
      </dgm:t>
    </dgm:pt>
    <dgm:pt modelId="{4A84906C-2263-4987-9B32-9FACB02D8966}">
      <dgm:prSet custT="1"/>
      <dgm:spPr/>
      <dgm:t>
        <a:bodyPr/>
        <a:lstStyle/>
        <a:p>
          <a:r>
            <a:rPr kumimoji="1" lang="en-US" sz="1800"/>
            <a:t>Normalize result</a:t>
          </a:r>
          <a:endParaRPr lang="en-MY" sz="1800"/>
        </a:p>
      </dgm:t>
    </dgm:pt>
    <dgm:pt modelId="{E1CE2C4B-7AB1-4074-BD04-957FC2F2A2E7}" type="parTrans" cxnId="{C653E156-003F-4AE6-9AB1-25921BD151A9}">
      <dgm:prSet/>
      <dgm:spPr/>
      <dgm:t>
        <a:bodyPr/>
        <a:lstStyle/>
        <a:p>
          <a:endParaRPr lang="en-MY" sz="2400"/>
        </a:p>
      </dgm:t>
    </dgm:pt>
    <dgm:pt modelId="{6D2B9F43-A2B2-4D3B-BC69-14B1EC391EA0}" type="sibTrans" cxnId="{C653E156-003F-4AE6-9AB1-25921BD151A9}">
      <dgm:prSet/>
      <dgm:spPr/>
      <dgm:t>
        <a:bodyPr/>
        <a:lstStyle/>
        <a:p>
          <a:endParaRPr lang="en-MY" sz="2400"/>
        </a:p>
      </dgm:t>
    </dgm:pt>
    <dgm:pt modelId="{EF16983D-0F41-4EA0-9098-A4756F3377FC}" type="pres">
      <dgm:prSet presAssocID="{6675AABC-8C58-4A37-9651-86A658487074}" presName="CompostProcess" presStyleCnt="0">
        <dgm:presLayoutVars>
          <dgm:dir/>
          <dgm:resizeHandles val="exact"/>
        </dgm:presLayoutVars>
      </dgm:prSet>
      <dgm:spPr/>
    </dgm:pt>
    <dgm:pt modelId="{3872E949-C688-4467-8AF7-818FBF1FA8C7}" type="pres">
      <dgm:prSet presAssocID="{6675AABC-8C58-4A37-9651-86A658487074}" presName="arrow" presStyleLbl="bgShp" presStyleIdx="0" presStyleCnt="1"/>
      <dgm:spPr/>
    </dgm:pt>
    <dgm:pt modelId="{14289428-18E7-4CFA-9EC9-B79E2FB15BE4}" type="pres">
      <dgm:prSet presAssocID="{6675AABC-8C58-4A37-9651-86A658487074}" presName="linearProcess" presStyleCnt="0"/>
      <dgm:spPr/>
    </dgm:pt>
    <dgm:pt modelId="{DE8C7E05-9CE8-43D1-8522-97DD185B4601}" type="pres">
      <dgm:prSet presAssocID="{CFF54679-9DB9-48A1-890F-318E3E1786C6}" presName="textNode" presStyleLbl="node1" presStyleIdx="0" presStyleCnt="4">
        <dgm:presLayoutVars>
          <dgm:bulletEnabled val="1"/>
        </dgm:presLayoutVars>
      </dgm:prSet>
      <dgm:spPr/>
    </dgm:pt>
    <dgm:pt modelId="{E356D7A1-F924-406F-9E8A-4D54E9983654}" type="pres">
      <dgm:prSet presAssocID="{1CD03489-DF65-4A8A-89D3-81CC7BFB1F9C}" presName="sibTrans" presStyleCnt="0"/>
      <dgm:spPr/>
    </dgm:pt>
    <dgm:pt modelId="{586D640C-B89E-4DFC-A604-59169C1826A8}" type="pres">
      <dgm:prSet presAssocID="{62413869-2672-485A-94AC-6D2D7E9BB8C4}" presName="textNode" presStyleLbl="node1" presStyleIdx="1" presStyleCnt="4">
        <dgm:presLayoutVars>
          <dgm:bulletEnabled val="1"/>
        </dgm:presLayoutVars>
      </dgm:prSet>
      <dgm:spPr/>
    </dgm:pt>
    <dgm:pt modelId="{C9A86F44-9B79-4080-BCAE-1B0C8C7C01E3}" type="pres">
      <dgm:prSet presAssocID="{FCF6A157-F722-4445-A06A-73D0B5FCF274}" presName="sibTrans" presStyleCnt="0"/>
      <dgm:spPr/>
    </dgm:pt>
    <dgm:pt modelId="{EAA0E556-3366-49DA-ADC7-B93693E23334}" type="pres">
      <dgm:prSet presAssocID="{5FC62F2B-6F5B-4280-9C83-91640D2173E7}" presName="textNode" presStyleLbl="node1" presStyleIdx="2" presStyleCnt="4">
        <dgm:presLayoutVars>
          <dgm:bulletEnabled val="1"/>
        </dgm:presLayoutVars>
      </dgm:prSet>
      <dgm:spPr/>
    </dgm:pt>
    <dgm:pt modelId="{351F7C76-EE5F-42CE-92B0-CEE38A676CD7}" type="pres">
      <dgm:prSet presAssocID="{678AEF9C-EE59-466F-AA09-6B81CC5A521A}" presName="sibTrans" presStyleCnt="0"/>
      <dgm:spPr/>
    </dgm:pt>
    <dgm:pt modelId="{330874EB-660D-4CC4-94FA-37E3C3B08993}" type="pres">
      <dgm:prSet presAssocID="{4A84906C-2263-4987-9B32-9FACB02D8966}" presName="textNode" presStyleLbl="node1" presStyleIdx="3" presStyleCnt="4">
        <dgm:presLayoutVars>
          <dgm:bulletEnabled val="1"/>
        </dgm:presLayoutVars>
      </dgm:prSet>
      <dgm:spPr/>
    </dgm:pt>
  </dgm:ptLst>
  <dgm:cxnLst>
    <dgm:cxn modelId="{AC8B5B08-A531-4B0D-A560-2B57F06E7138}" type="presOf" srcId="{62413869-2672-485A-94AC-6D2D7E9BB8C4}" destId="{586D640C-B89E-4DFC-A604-59169C1826A8}" srcOrd="0" destOrd="0" presId="urn:microsoft.com/office/officeart/2005/8/layout/hProcess9"/>
    <dgm:cxn modelId="{747EC86D-A053-4FCE-9481-CBF8CDB25991}" type="presOf" srcId="{4A84906C-2263-4987-9B32-9FACB02D8966}" destId="{330874EB-660D-4CC4-94FA-37E3C3B08993}" srcOrd="0" destOrd="0" presId="urn:microsoft.com/office/officeart/2005/8/layout/hProcess9"/>
    <dgm:cxn modelId="{C653E156-003F-4AE6-9AB1-25921BD151A9}" srcId="{6675AABC-8C58-4A37-9651-86A658487074}" destId="{4A84906C-2263-4987-9B32-9FACB02D8966}" srcOrd="3" destOrd="0" parTransId="{E1CE2C4B-7AB1-4074-BD04-957FC2F2A2E7}" sibTransId="{6D2B9F43-A2B2-4D3B-BC69-14B1EC391EA0}"/>
    <dgm:cxn modelId="{4AB73379-0C8F-4866-B830-991FFC5FC1B9}" type="presOf" srcId="{CFF54679-9DB9-48A1-890F-318E3E1786C6}" destId="{DE8C7E05-9CE8-43D1-8522-97DD185B4601}" srcOrd="0" destOrd="0" presId="urn:microsoft.com/office/officeart/2005/8/layout/hProcess9"/>
    <dgm:cxn modelId="{2EF75F7D-0E5A-45AC-914C-67390C949AB8}" type="presOf" srcId="{6675AABC-8C58-4A37-9651-86A658487074}" destId="{EF16983D-0F41-4EA0-9098-A4756F3377FC}" srcOrd="0" destOrd="0" presId="urn:microsoft.com/office/officeart/2005/8/layout/hProcess9"/>
    <dgm:cxn modelId="{988263B5-F8B0-4A12-A11D-105D5BC0CC0B}" type="presOf" srcId="{5FC62F2B-6F5B-4280-9C83-91640D2173E7}" destId="{EAA0E556-3366-49DA-ADC7-B93693E23334}" srcOrd="0" destOrd="0" presId="urn:microsoft.com/office/officeart/2005/8/layout/hProcess9"/>
    <dgm:cxn modelId="{FCE50AB8-81F8-4256-999C-338D8D5B188B}" srcId="{6675AABC-8C58-4A37-9651-86A658487074}" destId="{CFF54679-9DB9-48A1-890F-318E3E1786C6}" srcOrd="0" destOrd="0" parTransId="{EF58DD48-FA19-4C66-920A-8FF7EDA1D07B}" sibTransId="{1CD03489-DF65-4A8A-89D3-81CC7BFB1F9C}"/>
    <dgm:cxn modelId="{B56A86BE-AB88-4EE8-8A88-7879D176E4ED}" srcId="{6675AABC-8C58-4A37-9651-86A658487074}" destId="{62413869-2672-485A-94AC-6D2D7E9BB8C4}" srcOrd="1" destOrd="0" parTransId="{3C9BA152-DD97-4697-925E-545E3C2633FB}" sibTransId="{FCF6A157-F722-4445-A06A-73D0B5FCF274}"/>
    <dgm:cxn modelId="{C0E176FB-B53A-489F-90B3-9CF122F36A23}" srcId="{6675AABC-8C58-4A37-9651-86A658487074}" destId="{5FC62F2B-6F5B-4280-9C83-91640D2173E7}" srcOrd="2" destOrd="0" parTransId="{E13999F1-7DE7-4820-B75B-66AAED97176D}" sibTransId="{678AEF9C-EE59-466F-AA09-6B81CC5A521A}"/>
    <dgm:cxn modelId="{8C0E07CB-30B0-4BD1-A1A3-73A394C95B53}" type="presParOf" srcId="{EF16983D-0F41-4EA0-9098-A4756F3377FC}" destId="{3872E949-C688-4467-8AF7-818FBF1FA8C7}" srcOrd="0" destOrd="0" presId="urn:microsoft.com/office/officeart/2005/8/layout/hProcess9"/>
    <dgm:cxn modelId="{FA889CAE-AD35-4394-BAB9-DAEB4D268809}" type="presParOf" srcId="{EF16983D-0F41-4EA0-9098-A4756F3377FC}" destId="{14289428-18E7-4CFA-9EC9-B79E2FB15BE4}" srcOrd="1" destOrd="0" presId="urn:microsoft.com/office/officeart/2005/8/layout/hProcess9"/>
    <dgm:cxn modelId="{0F3D537F-323B-4221-999E-EADDDAB0E62B}" type="presParOf" srcId="{14289428-18E7-4CFA-9EC9-B79E2FB15BE4}" destId="{DE8C7E05-9CE8-43D1-8522-97DD185B4601}" srcOrd="0" destOrd="0" presId="urn:microsoft.com/office/officeart/2005/8/layout/hProcess9"/>
    <dgm:cxn modelId="{28B5BFDB-4FF4-4DEC-8FE7-A996D141167C}" type="presParOf" srcId="{14289428-18E7-4CFA-9EC9-B79E2FB15BE4}" destId="{E356D7A1-F924-406F-9E8A-4D54E9983654}" srcOrd="1" destOrd="0" presId="urn:microsoft.com/office/officeart/2005/8/layout/hProcess9"/>
    <dgm:cxn modelId="{62176826-83B4-4A7C-B65F-613BBE077B52}" type="presParOf" srcId="{14289428-18E7-4CFA-9EC9-B79E2FB15BE4}" destId="{586D640C-B89E-4DFC-A604-59169C1826A8}" srcOrd="2" destOrd="0" presId="urn:microsoft.com/office/officeart/2005/8/layout/hProcess9"/>
    <dgm:cxn modelId="{50CE17CD-4F3E-47F7-A6AE-8BFA41AB8E59}" type="presParOf" srcId="{14289428-18E7-4CFA-9EC9-B79E2FB15BE4}" destId="{C9A86F44-9B79-4080-BCAE-1B0C8C7C01E3}" srcOrd="3" destOrd="0" presId="urn:microsoft.com/office/officeart/2005/8/layout/hProcess9"/>
    <dgm:cxn modelId="{D2593DA8-A0DB-4884-8F3B-712C944FB043}" type="presParOf" srcId="{14289428-18E7-4CFA-9EC9-B79E2FB15BE4}" destId="{EAA0E556-3366-49DA-ADC7-B93693E23334}" srcOrd="4" destOrd="0" presId="urn:microsoft.com/office/officeart/2005/8/layout/hProcess9"/>
    <dgm:cxn modelId="{00DCDF58-0869-4062-8F90-29D1881402C0}" type="presParOf" srcId="{14289428-18E7-4CFA-9EC9-B79E2FB15BE4}" destId="{351F7C76-EE5F-42CE-92B0-CEE38A676CD7}" srcOrd="5" destOrd="0" presId="urn:microsoft.com/office/officeart/2005/8/layout/hProcess9"/>
    <dgm:cxn modelId="{81E91017-8CB2-4BC4-894E-6DCA31202F6C}" type="presParOf" srcId="{14289428-18E7-4CFA-9EC9-B79E2FB15BE4}" destId="{330874EB-660D-4CC4-94FA-37E3C3B08993}" srcOrd="6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AF6FE10-A25F-4817-A184-F707C55D7B61}">
      <dsp:nvSpPr>
        <dsp:cNvPr id="0" name=""/>
        <dsp:cNvSpPr/>
      </dsp:nvSpPr>
      <dsp:spPr>
        <a:xfrm>
          <a:off x="5760781" y="2650383"/>
          <a:ext cx="1007341" cy="65696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56962"/>
              </a:lnTo>
              <a:lnTo>
                <a:pt x="1007341" y="656962"/>
              </a:lnTo>
            </a:path>
          </a:pathLst>
        </a:custGeom>
        <a:noFill/>
        <a:ln w="1397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A1CC0B2-F690-4059-A748-D984719A0EA2}">
      <dsp:nvSpPr>
        <dsp:cNvPr id="0" name=""/>
        <dsp:cNvSpPr/>
      </dsp:nvSpPr>
      <dsp:spPr>
        <a:xfrm>
          <a:off x="4435908" y="1095572"/>
          <a:ext cx="1324873" cy="45987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29936"/>
              </a:lnTo>
              <a:lnTo>
                <a:pt x="1324873" y="229936"/>
              </a:lnTo>
              <a:lnTo>
                <a:pt x="1324873" y="459873"/>
              </a:lnTo>
            </a:path>
          </a:pathLst>
        </a:custGeom>
        <a:noFill/>
        <a:ln w="1397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3293010-E13A-45D2-9FED-42B9A71C0588}">
      <dsp:nvSpPr>
        <dsp:cNvPr id="0" name=""/>
        <dsp:cNvSpPr/>
      </dsp:nvSpPr>
      <dsp:spPr>
        <a:xfrm>
          <a:off x="3111034" y="2650383"/>
          <a:ext cx="1007341" cy="221177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211772"/>
              </a:lnTo>
              <a:lnTo>
                <a:pt x="1007341" y="2211772"/>
              </a:lnTo>
            </a:path>
          </a:pathLst>
        </a:custGeom>
        <a:noFill/>
        <a:ln w="1397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E2A1C6D-85BF-4F9E-96A2-9594437B90F5}">
      <dsp:nvSpPr>
        <dsp:cNvPr id="0" name=""/>
        <dsp:cNvSpPr/>
      </dsp:nvSpPr>
      <dsp:spPr>
        <a:xfrm>
          <a:off x="3111034" y="2650383"/>
          <a:ext cx="1007341" cy="65696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56962"/>
              </a:lnTo>
              <a:lnTo>
                <a:pt x="1007341" y="656962"/>
              </a:lnTo>
            </a:path>
          </a:pathLst>
        </a:custGeom>
        <a:noFill/>
        <a:ln w="1397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BECF7DC-A5B7-45DD-95E7-6E3673323C3E}">
      <dsp:nvSpPr>
        <dsp:cNvPr id="0" name=""/>
        <dsp:cNvSpPr/>
      </dsp:nvSpPr>
      <dsp:spPr>
        <a:xfrm>
          <a:off x="3111034" y="1095572"/>
          <a:ext cx="1324873" cy="459873"/>
        </a:xfrm>
        <a:custGeom>
          <a:avLst/>
          <a:gdLst/>
          <a:ahLst/>
          <a:cxnLst/>
          <a:rect l="0" t="0" r="0" b="0"/>
          <a:pathLst>
            <a:path>
              <a:moveTo>
                <a:pt x="1324873" y="0"/>
              </a:moveTo>
              <a:lnTo>
                <a:pt x="1324873" y="229936"/>
              </a:lnTo>
              <a:lnTo>
                <a:pt x="0" y="229936"/>
              </a:lnTo>
              <a:lnTo>
                <a:pt x="0" y="459873"/>
              </a:lnTo>
            </a:path>
          </a:pathLst>
        </a:custGeom>
        <a:noFill/>
        <a:ln w="1397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0F87B07-8B74-4901-A7E6-24529B2E7546}">
      <dsp:nvSpPr>
        <dsp:cNvPr id="0" name=""/>
        <dsp:cNvSpPr/>
      </dsp:nvSpPr>
      <dsp:spPr>
        <a:xfrm>
          <a:off x="3888439" y="636"/>
          <a:ext cx="1094936" cy="1094936"/>
        </a:xfrm>
        <a:prstGeom prst="arc">
          <a:avLst>
            <a:gd name="adj1" fmla="val 13200000"/>
            <a:gd name="adj2" fmla="val 19200000"/>
          </a:avLst>
        </a:prstGeom>
        <a:noFill/>
        <a:ln w="1397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D424826-8F4B-422D-966A-3506CE582C40}">
      <dsp:nvSpPr>
        <dsp:cNvPr id="0" name=""/>
        <dsp:cNvSpPr/>
      </dsp:nvSpPr>
      <dsp:spPr>
        <a:xfrm>
          <a:off x="3888439" y="636"/>
          <a:ext cx="1094936" cy="1094936"/>
        </a:xfrm>
        <a:prstGeom prst="arc">
          <a:avLst>
            <a:gd name="adj1" fmla="val 2400000"/>
            <a:gd name="adj2" fmla="val 8400000"/>
          </a:avLst>
        </a:prstGeom>
        <a:noFill/>
        <a:ln w="1397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8DEEB4A-35F5-4C7D-81A0-55F96ABBD4F1}">
      <dsp:nvSpPr>
        <dsp:cNvPr id="0" name=""/>
        <dsp:cNvSpPr/>
      </dsp:nvSpPr>
      <dsp:spPr>
        <a:xfrm>
          <a:off x="3340971" y="197724"/>
          <a:ext cx="2189873" cy="700759"/>
        </a:xfrm>
        <a:prstGeom prst="rect">
          <a:avLst/>
        </a:prstGeom>
        <a:noFill/>
        <a:ln w="1397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1300" kern="1200" dirty="0"/>
            <a:t>Numbers</a:t>
          </a:r>
        </a:p>
      </dsp:txBody>
      <dsp:txXfrm>
        <a:off x="3340971" y="197724"/>
        <a:ext cx="2189873" cy="700759"/>
      </dsp:txXfrm>
    </dsp:sp>
    <dsp:sp modelId="{31455619-8A72-423D-B788-C74AFF44AD77}">
      <dsp:nvSpPr>
        <dsp:cNvPr id="0" name=""/>
        <dsp:cNvSpPr/>
      </dsp:nvSpPr>
      <dsp:spPr>
        <a:xfrm>
          <a:off x="2563566" y="1555446"/>
          <a:ext cx="1094936" cy="1094936"/>
        </a:xfrm>
        <a:prstGeom prst="arc">
          <a:avLst>
            <a:gd name="adj1" fmla="val 13200000"/>
            <a:gd name="adj2" fmla="val 19200000"/>
          </a:avLst>
        </a:prstGeom>
        <a:noFill/>
        <a:ln w="1397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C2F8514-AB3D-4FCB-8CDD-ABC18504E602}">
      <dsp:nvSpPr>
        <dsp:cNvPr id="0" name=""/>
        <dsp:cNvSpPr/>
      </dsp:nvSpPr>
      <dsp:spPr>
        <a:xfrm>
          <a:off x="2563566" y="1555446"/>
          <a:ext cx="1094936" cy="1094936"/>
        </a:xfrm>
        <a:prstGeom prst="arc">
          <a:avLst>
            <a:gd name="adj1" fmla="val 2400000"/>
            <a:gd name="adj2" fmla="val 8400000"/>
          </a:avLst>
        </a:prstGeom>
        <a:noFill/>
        <a:ln w="1397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AE70C06-0D10-4365-B941-598EFDB5E625}">
      <dsp:nvSpPr>
        <dsp:cNvPr id="0" name=""/>
        <dsp:cNvSpPr/>
      </dsp:nvSpPr>
      <dsp:spPr>
        <a:xfrm>
          <a:off x="2016097" y="1752535"/>
          <a:ext cx="2189873" cy="700759"/>
        </a:xfrm>
        <a:prstGeom prst="rect">
          <a:avLst/>
        </a:prstGeom>
        <a:noFill/>
        <a:ln w="1397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1300" kern="1200" dirty="0"/>
            <a:t>Fixed point</a:t>
          </a:r>
        </a:p>
      </dsp:txBody>
      <dsp:txXfrm>
        <a:off x="2016097" y="1752535"/>
        <a:ext cx="2189873" cy="700759"/>
      </dsp:txXfrm>
    </dsp:sp>
    <dsp:sp modelId="{A258965F-93D6-47F4-8884-92986E3D3AD6}">
      <dsp:nvSpPr>
        <dsp:cNvPr id="0" name=""/>
        <dsp:cNvSpPr/>
      </dsp:nvSpPr>
      <dsp:spPr>
        <a:xfrm>
          <a:off x="3986983" y="3110256"/>
          <a:ext cx="1094936" cy="1094936"/>
        </a:xfrm>
        <a:prstGeom prst="arc">
          <a:avLst>
            <a:gd name="adj1" fmla="val 13200000"/>
            <a:gd name="adj2" fmla="val 19200000"/>
          </a:avLst>
        </a:prstGeom>
        <a:noFill/>
        <a:ln w="1397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27B020F-A106-462F-9C5F-6462F0BCDC7D}">
      <dsp:nvSpPr>
        <dsp:cNvPr id="0" name=""/>
        <dsp:cNvSpPr/>
      </dsp:nvSpPr>
      <dsp:spPr>
        <a:xfrm>
          <a:off x="3986983" y="3110256"/>
          <a:ext cx="1094936" cy="1094936"/>
        </a:xfrm>
        <a:prstGeom prst="arc">
          <a:avLst>
            <a:gd name="adj1" fmla="val 2400000"/>
            <a:gd name="adj2" fmla="val 8400000"/>
          </a:avLst>
        </a:prstGeom>
        <a:noFill/>
        <a:ln w="1397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E2CBE10-0D19-42EE-B278-E4AA992E00EF}">
      <dsp:nvSpPr>
        <dsp:cNvPr id="0" name=""/>
        <dsp:cNvSpPr/>
      </dsp:nvSpPr>
      <dsp:spPr>
        <a:xfrm>
          <a:off x="3439515" y="3307345"/>
          <a:ext cx="2189873" cy="700759"/>
        </a:xfrm>
        <a:prstGeom prst="rect">
          <a:avLst/>
        </a:prstGeom>
        <a:noFill/>
        <a:ln w="1397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1300" kern="1200" dirty="0"/>
            <a:t>Integers 1,21, 456</a:t>
          </a:r>
        </a:p>
      </dsp:txBody>
      <dsp:txXfrm>
        <a:off x="3439515" y="3307345"/>
        <a:ext cx="2189873" cy="700759"/>
      </dsp:txXfrm>
    </dsp:sp>
    <dsp:sp modelId="{08EF911C-8C6E-49D7-AAC4-15C8CAA0D5E0}">
      <dsp:nvSpPr>
        <dsp:cNvPr id="0" name=""/>
        <dsp:cNvSpPr/>
      </dsp:nvSpPr>
      <dsp:spPr>
        <a:xfrm>
          <a:off x="3986983" y="4665067"/>
          <a:ext cx="1094936" cy="1094936"/>
        </a:xfrm>
        <a:prstGeom prst="arc">
          <a:avLst>
            <a:gd name="adj1" fmla="val 13200000"/>
            <a:gd name="adj2" fmla="val 19200000"/>
          </a:avLst>
        </a:prstGeom>
        <a:noFill/>
        <a:ln w="1397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C7C1885-365F-4652-9A73-739684C9E032}">
      <dsp:nvSpPr>
        <dsp:cNvPr id="0" name=""/>
        <dsp:cNvSpPr/>
      </dsp:nvSpPr>
      <dsp:spPr>
        <a:xfrm>
          <a:off x="3986983" y="4665067"/>
          <a:ext cx="1094936" cy="1094936"/>
        </a:xfrm>
        <a:prstGeom prst="arc">
          <a:avLst>
            <a:gd name="adj1" fmla="val 2400000"/>
            <a:gd name="adj2" fmla="val 8400000"/>
          </a:avLst>
        </a:prstGeom>
        <a:noFill/>
        <a:ln w="1397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9F27913-60F8-4A63-B162-82C33102FE09}">
      <dsp:nvSpPr>
        <dsp:cNvPr id="0" name=""/>
        <dsp:cNvSpPr/>
      </dsp:nvSpPr>
      <dsp:spPr>
        <a:xfrm>
          <a:off x="3439515" y="4862155"/>
          <a:ext cx="2189873" cy="700759"/>
        </a:xfrm>
        <a:prstGeom prst="rect">
          <a:avLst/>
        </a:prstGeom>
        <a:noFill/>
        <a:ln w="1397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1300" kern="1200" dirty="0"/>
            <a:t>Fractions</a:t>
          </a:r>
        </a:p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1300" kern="1200" dirty="0"/>
            <a:t>0.5, 0.25, 0.123</a:t>
          </a:r>
        </a:p>
      </dsp:txBody>
      <dsp:txXfrm>
        <a:off x="3439515" y="4862155"/>
        <a:ext cx="2189873" cy="700759"/>
      </dsp:txXfrm>
    </dsp:sp>
    <dsp:sp modelId="{1F35C664-DF7C-4E95-8D1F-9DC888712F8C}">
      <dsp:nvSpPr>
        <dsp:cNvPr id="0" name=""/>
        <dsp:cNvSpPr/>
      </dsp:nvSpPr>
      <dsp:spPr>
        <a:xfrm>
          <a:off x="5213313" y="1555446"/>
          <a:ext cx="1094936" cy="1094936"/>
        </a:xfrm>
        <a:prstGeom prst="arc">
          <a:avLst>
            <a:gd name="adj1" fmla="val 13200000"/>
            <a:gd name="adj2" fmla="val 19200000"/>
          </a:avLst>
        </a:prstGeom>
        <a:noFill/>
        <a:ln w="1397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1C5E71B-629D-4533-9485-A9C21AB355C0}">
      <dsp:nvSpPr>
        <dsp:cNvPr id="0" name=""/>
        <dsp:cNvSpPr/>
      </dsp:nvSpPr>
      <dsp:spPr>
        <a:xfrm>
          <a:off x="5213313" y="1555446"/>
          <a:ext cx="1094936" cy="1094936"/>
        </a:xfrm>
        <a:prstGeom prst="arc">
          <a:avLst>
            <a:gd name="adj1" fmla="val 2400000"/>
            <a:gd name="adj2" fmla="val 8400000"/>
          </a:avLst>
        </a:prstGeom>
        <a:noFill/>
        <a:ln w="1397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0D67B6B-0533-47A1-99B0-C564DF6C8C80}">
      <dsp:nvSpPr>
        <dsp:cNvPr id="0" name=""/>
        <dsp:cNvSpPr/>
      </dsp:nvSpPr>
      <dsp:spPr>
        <a:xfrm>
          <a:off x="4665844" y="1752535"/>
          <a:ext cx="2189873" cy="700759"/>
        </a:xfrm>
        <a:prstGeom prst="rect">
          <a:avLst/>
        </a:prstGeom>
        <a:noFill/>
        <a:ln w="1397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1300" kern="1200" dirty="0"/>
            <a:t>Floating point</a:t>
          </a:r>
        </a:p>
      </dsp:txBody>
      <dsp:txXfrm>
        <a:off x="4665844" y="1752535"/>
        <a:ext cx="2189873" cy="700759"/>
      </dsp:txXfrm>
    </dsp:sp>
    <dsp:sp modelId="{58EFF5D7-F2F6-457E-823C-A747BEC4BF98}">
      <dsp:nvSpPr>
        <dsp:cNvPr id="0" name=""/>
        <dsp:cNvSpPr/>
      </dsp:nvSpPr>
      <dsp:spPr>
        <a:xfrm>
          <a:off x="6636731" y="3110256"/>
          <a:ext cx="1094936" cy="1094936"/>
        </a:xfrm>
        <a:prstGeom prst="arc">
          <a:avLst>
            <a:gd name="adj1" fmla="val 13200000"/>
            <a:gd name="adj2" fmla="val 19200000"/>
          </a:avLst>
        </a:prstGeom>
        <a:noFill/>
        <a:ln w="1397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F75E198-2455-4022-8C14-499FB15D9633}">
      <dsp:nvSpPr>
        <dsp:cNvPr id="0" name=""/>
        <dsp:cNvSpPr/>
      </dsp:nvSpPr>
      <dsp:spPr>
        <a:xfrm>
          <a:off x="6636731" y="3110256"/>
          <a:ext cx="1094936" cy="1094936"/>
        </a:xfrm>
        <a:prstGeom prst="arc">
          <a:avLst>
            <a:gd name="adj1" fmla="val 2400000"/>
            <a:gd name="adj2" fmla="val 8400000"/>
          </a:avLst>
        </a:prstGeom>
        <a:noFill/>
        <a:ln w="1397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8063696-CA85-41CE-9778-1EEAD376462A}">
      <dsp:nvSpPr>
        <dsp:cNvPr id="0" name=""/>
        <dsp:cNvSpPr/>
      </dsp:nvSpPr>
      <dsp:spPr>
        <a:xfrm>
          <a:off x="6089262" y="3307345"/>
          <a:ext cx="2189873" cy="700759"/>
        </a:xfrm>
        <a:prstGeom prst="rect">
          <a:avLst/>
        </a:prstGeom>
        <a:noFill/>
        <a:ln w="1397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1300" kern="1200" dirty="0"/>
            <a:t>1.52</a:t>
          </a:r>
        </a:p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1300" kern="1200" dirty="0"/>
            <a:t>15.2</a:t>
          </a:r>
        </a:p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1300" kern="1200" dirty="0"/>
            <a:t>456.123</a:t>
          </a:r>
        </a:p>
      </dsp:txBody>
      <dsp:txXfrm>
        <a:off x="6089262" y="3307345"/>
        <a:ext cx="2189873" cy="70075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872E949-C688-4467-8AF7-818FBF1FA8C7}">
      <dsp:nvSpPr>
        <dsp:cNvPr id="0" name=""/>
        <dsp:cNvSpPr/>
      </dsp:nvSpPr>
      <dsp:spPr>
        <a:xfrm>
          <a:off x="523858" y="0"/>
          <a:ext cx="5937059" cy="2521446"/>
        </a:xfrm>
        <a:prstGeom prst="rightArrow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E8C7E05-9CE8-43D1-8522-97DD185B4601}">
      <dsp:nvSpPr>
        <dsp:cNvPr id="0" name=""/>
        <dsp:cNvSpPr/>
      </dsp:nvSpPr>
      <dsp:spPr>
        <a:xfrm>
          <a:off x="1705" y="756433"/>
          <a:ext cx="1563218" cy="1008578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sz="1800" kern="1200"/>
            <a:t>Check for zeros</a:t>
          </a:r>
          <a:endParaRPr lang="en-MY" sz="1800" kern="1200"/>
        </a:p>
      </dsp:txBody>
      <dsp:txXfrm>
        <a:off x="50940" y="805668"/>
        <a:ext cx="1464748" cy="910108"/>
      </dsp:txXfrm>
    </dsp:sp>
    <dsp:sp modelId="{586D640C-B89E-4DFC-A604-59169C1826A8}">
      <dsp:nvSpPr>
        <dsp:cNvPr id="0" name=""/>
        <dsp:cNvSpPr/>
      </dsp:nvSpPr>
      <dsp:spPr>
        <a:xfrm>
          <a:off x="1807754" y="756433"/>
          <a:ext cx="1563218" cy="1008578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sz="1800" kern="1200"/>
            <a:t>Align significands (adjusting exponents)</a:t>
          </a:r>
          <a:endParaRPr lang="en-MY" sz="1800" kern="1200"/>
        </a:p>
      </dsp:txBody>
      <dsp:txXfrm>
        <a:off x="1856989" y="805668"/>
        <a:ext cx="1464748" cy="910108"/>
      </dsp:txXfrm>
    </dsp:sp>
    <dsp:sp modelId="{EAA0E556-3366-49DA-ADC7-B93693E23334}">
      <dsp:nvSpPr>
        <dsp:cNvPr id="0" name=""/>
        <dsp:cNvSpPr/>
      </dsp:nvSpPr>
      <dsp:spPr>
        <a:xfrm>
          <a:off x="3613803" y="756433"/>
          <a:ext cx="1563218" cy="1008578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sz="1800" kern="1200"/>
            <a:t>Add or subtract significands</a:t>
          </a:r>
          <a:endParaRPr lang="en-MY" sz="1800" kern="1200"/>
        </a:p>
      </dsp:txBody>
      <dsp:txXfrm>
        <a:off x="3663038" y="805668"/>
        <a:ext cx="1464748" cy="910108"/>
      </dsp:txXfrm>
    </dsp:sp>
    <dsp:sp modelId="{330874EB-660D-4CC4-94FA-37E3C3B08993}">
      <dsp:nvSpPr>
        <dsp:cNvPr id="0" name=""/>
        <dsp:cNvSpPr/>
      </dsp:nvSpPr>
      <dsp:spPr>
        <a:xfrm>
          <a:off x="5419851" y="756433"/>
          <a:ext cx="1563218" cy="1008578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sz="1800" kern="1200"/>
            <a:t>Normalize result</a:t>
          </a:r>
          <a:endParaRPr lang="en-MY" sz="1800" kern="1200"/>
        </a:p>
      </dsp:txBody>
      <dsp:txXfrm>
        <a:off x="5469086" y="805668"/>
        <a:ext cx="1464748" cy="91010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HalfCircleOrganizationChart">
  <dgm:title val=""/>
  <dgm:desc val=""/>
  <dgm:catLst>
    <dgm:cat type="hierarchy" pri="1500"/>
  </dgm:catLst>
  <dgm:sampData>
    <dgm:dataModel>
      <dgm:ptLst>
        <dgm:pt modelId="0" type="doc"/>
        <dgm:pt modelId="1">
          <dgm:prSet phldr="1"/>
        </dgm:pt>
        <dgm:pt modelId="11" type="asst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 type="asst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Name0">
    <dgm:varLst>
      <dgm:orgChart val="1"/>
      <dgm:chPref val="1"/>
      <dgm:dir/>
      <dgm:animOne val="branch"/>
      <dgm:animLvl val="lvl"/>
      <dgm:resizeHandles/>
    </dgm:varLst>
    <dgm:choose name="Name1">
      <dgm:if name="Name2" func="var" arg="dir" op="equ" val="norm">
        <dgm:alg type="hierChild">
          <dgm:param type="linDir" val="fromL"/>
        </dgm:alg>
      </dgm:if>
      <dgm:else name="Name3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2" refType="w" fact="10"/>
      <dgm:constr type="h" for="des" forName="rootComposite2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forEach name="Name4" axis="ch">
      <dgm:forEach name="Name5" axis="self" ptType="node">
        <dgm:layoutNode name="hierRoot1">
          <dgm:varLst>
            <dgm:hierBranch val="init"/>
          </dgm:varLst>
          <dgm:choose name="Name6">
            <dgm:if name="Name7" func="var" arg="hierBranch" op="equ" val="l">
              <dgm:alg type="hierRoot">
                <dgm:param type="hierAlign" val="tR"/>
              </dgm:alg>
              <dgm:constrLst>
                <dgm:constr type="alignOff" val="0.65"/>
              </dgm:constrLst>
            </dgm:if>
            <dgm:if name="Name8" func="var" arg="hierBranch" op="equ" val="r">
              <dgm:alg type="hierRoot">
                <dgm:param type="hierAlign" val="tL"/>
              </dgm:alg>
              <dgm:constrLst>
                <dgm:constr type="alignOff" val="0.65"/>
              </dgm:constrLst>
            </dgm:if>
            <dgm:if name="Name9" func="var" arg="hierBranch" op="equ" val="hang">
              <dgm:alg type="hierRoot"/>
              <dgm:constrLst>
                <dgm:constr type="alignOff" val="0.65"/>
              </dgm:constrLst>
            </dgm:if>
            <dgm:else name="Name10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1">
              <dgm:if name="Name12" func="var" arg="hierBranch" op="equ" val="init">
                <dgm:constrLst>
                  <dgm:constr type="l" for="ch" forName="rootText1"/>
                  <dgm:constr type="t" for="ch" forName="rootText1" refType="h" fact="0.18"/>
                  <dgm:constr type="w" for="ch" forName="rootText1" refType="w"/>
                  <dgm:constr type="h" for="ch" forName="rootText1" refType="h" fact="0.64"/>
                  <dgm:constr type="l" for="ch" forName="topArc1" refType="w" fact="0.25"/>
                  <dgm:constr type="t" for="ch" forName="topArc1"/>
                  <dgm:constr type="w" for="ch" forName="topArc1" refType="h" refFor="ch" refForName="topArc1"/>
                  <dgm:constr type="h" for="ch" forName="topArc1" refType="h"/>
                  <dgm:constr type="l" for="ch" forName="bottomArc1" refType="w" fact="0.25"/>
                  <dgm:constr type="t" for="ch" forName="bottomArc1"/>
                  <dgm:constr type="w" for="ch" forName="bottomArc1" refType="h" refFor="ch" refForName="bottomArc1"/>
                  <dgm:constr type="h" for="ch" forName="bottomArc1" refType="h"/>
                  <dgm:constr type="ctrX" for="ch" forName="topConnNode1" refType="w" fact="0.5"/>
                  <dgm:constr type="t" for="ch" forName="topConnNode1"/>
                  <dgm:constr type="w" for="ch" forName="topConnNode1" refType="h" fact="0.76"/>
                  <dgm:constr type="b" for="ch" forName="topConnNode1" refType="t" refFor="ch" refForName="rootText1"/>
                </dgm:constrLst>
              </dgm:if>
              <dgm:if name="Name13" func="var" arg="hierBranch" op="equ" val="l">
                <dgm:constrLst>
                  <dgm:constr type="l" for="ch" forName="rootText1"/>
                  <dgm:constr type="t" for="ch" forName="rootText1" refType="h" fact="0.18"/>
                  <dgm:constr type="w" for="ch" forName="rootText1" refType="w"/>
                  <dgm:constr type="h" for="ch" forName="rootText1" refType="h" fact="0.64"/>
                  <dgm:constr type="l" for="ch" forName="topArc1" refType="w" fact="0.25"/>
                  <dgm:constr type="t" for="ch" forName="topArc1"/>
                  <dgm:constr type="w" for="ch" forName="topArc1" refType="h" refFor="ch" refForName="topArc1"/>
                  <dgm:constr type="h" for="ch" forName="topArc1" refType="h"/>
                  <dgm:constr type="l" for="ch" forName="bottomArc1" refType="w" fact="0.25"/>
                  <dgm:constr type="t" for="ch" forName="bottomArc1"/>
                  <dgm:constr type="w" for="ch" forName="bottomArc1" refType="h" refFor="ch" refForName="bottomArc1"/>
                  <dgm:constr type="h" for="ch" forName="bottomArc1" refType="h"/>
                  <dgm:constr type="ctrX" for="ch" forName="topConnNode1" refType="w" fact="0.5"/>
                  <dgm:constr type="t" for="ch" forName="topConnNode1"/>
                  <dgm:constr type="w" for="ch" forName="topConnNode1" refType="h" fact="0.76"/>
                  <dgm:constr type="b" for="ch" forName="topConnNode1" refType="t" refFor="ch" refForName="rootText1"/>
                </dgm:constrLst>
              </dgm:if>
              <dgm:if name="Name14" func="var" arg="hierBranch" op="equ" val="r">
                <dgm:constrLst>
                  <dgm:constr type="l" for="ch" forName="rootText1"/>
                  <dgm:constr type="t" for="ch" forName="rootText1" refType="h" fact="0.18"/>
                  <dgm:constr type="w" for="ch" forName="rootText1" refType="w"/>
                  <dgm:constr type="h" for="ch" forName="rootText1" refType="h" fact="0.64"/>
                  <dgm:constr type="l" for="ch" forName="topArc1" refType="w" fact="0.25"/>
                  <dgm:constr type="t" for="ch" forName="topArc1"/>
                  <dgm:constr type="w" for="ch" forName="topArc1" refType="h" refFor="ch" refForName="topArc1"/>
                  <dgm:constr type="h" for="ch" forName="topArc1" refType="h"/>
                  <dgm:constr type="l" for="ch" forName="bottomArc1" refType="w" fact="0.25"/>
                  <dgm:constr type="t" for="ch" forName="bottomArc1"/>
                  <dgm:constr type="w" for="ch" forName="bottomArc1" refType="h" refFor="ch" refForName="bottomArc1"/>
                  <dgm:constr type="h" for="ch" forName="bottomArc1" refType="h"/>
                  <dgm:constr type="ctrX" for="ch" forName="topConnNode1" refType="w" fact="0.5"/>
                  <dgm:constr type="t" for="ch" forName="topConnNode1"/>
                  <dgm:constr type="w" for="ch" forName="topConnNode1" refType="h" fact="0.76"/>
                  <dgm:constr type="b" for="ch" forName="topConnNode1" refType="t" refFor="ch" refForName="rootText1"/>
                </dgm:constrLst>
              </dgm:if>
              <dgm:else name="Name15">
                <dgm:constrLst>
                  <dgm:constr type="l" for="ch" forName="rootText1"/>
                  <dgm:constr type="t" for="ch" forName="rootText1" refType="h" fact="0.18"/>
                  <dgm:constr type="w" for="ch" forName="rootText1" refType="w"/>
                  <dgm:constr type="h" for="ch" forName="rootText1" refType="h" fact="0.64"/>
                  <dgm:constr type="l" for="ch" forName="topArc1" refType="w" fact="0.25"/>
                  <dgm:constr type="t" for="ch" forName="topArc1"/>
                  <dgm:constr type="w" for="ch" forName="topArc1" refType="h" refFor="ch" refForName="topArc1"/>
                  <dgm:constr type="h" for="ch" forName="topArc1" refType="h"/>
                  <dgm:constr type="l" for="ch" forName="bottomArc1" refType="w" fact="0.25"/>
                  <dgm:constr type="t" for="ch" forName="bottomArc1"/>
                  <dgm:constr type="w" for="ch" forName="bottomArc1" refType="h" refFor="ch" refForName="bottomArc1"/>
                  <dgm:constr type="h" for="ch" forName="bottomArc1" refType="h"/>
                  <dgm:constr type="ctrX" for="ch" forName="topConnNode1" refType="w" fact="0.5"/>
                  <dgm:constr type="t" for="ch" forName="topConnNode1"/>
                  <dgm:constr type="w" for="ch" forName="topConnNode1" refType="h" fact="0.76"/>
                  <dgm:constr type="b" for="ch" forName="topConnNode1" refType="t" refFor="ch" refForName="rootText1"/>
                </dgm:constrLst>
              </dgm:else>
            </dgm:choose>
            <dgm:layoutNode name="rootText1" styleLbl="alignAcc1">
              <dgm:varLst>
                <dgm:chPref val="3"/>
              </dgm:varLst>
              <dgm:alg type="tx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topArc1" styleLbl="parChTrans1D1" moveWith="rootText1">
              <dgm:alg type="sp"/>
              <dgm:shape xmlns:r="http://schemas.openxmlformats.org/officeDocument/2006/relationships" type="arc" r:blip="" zOrderOff="-2">
                <dgm:adjLst>
                  <dgm:adj idx="1" val="-140"/>
                  <dgm:adj idx="2" val="-40"/>
                </dgm:adjLst>
              </dgm:shape>
              <dgm:presOf/>
            </dgm:layoutNode>
            <dgm:layoutNode name="bottomArc1" styleLbl="parChTrans1D1" moveWith="rootText1">
              <dgm:alg type="sp"/>
              <dgm:shape xmlns:r="http://schemas.openxmlformats.org/officeDocument/2006/relationships" type="arc" r:blip="" zOrderOff="-2">
                <dgm:adjLst>
                  <dgm:adj idx="1" val="40"/>
                  <dgm:adj idx="2" val="140"/>
                </dgm:adjLst>
              </dgm:shape>
              <dgm:presOf/>
            </dgm:layoutNode>
            <dgm:layoutNode name="topConnNode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</dgm:layoutNode>
          </dgm:layoutNode>
          <dgm:layoutNode name="hierChild2">
            <dgm:choose name="Name16">
              <dgm:if name="Name17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18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19" func="var" arg="hierBranch" op="equ" val="hang">
                <dgm:choose name="Name20">
                  <dgm:if name="Name21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2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3">
                <dgm:choose name="Name24">
                  <dgm:if name="Name25" func="var" arg="dir" op="equ" val="norm">
                    <dgm:alg type="hierChild"/>
                  </dgm:if>
                  <dgm:else name="Name26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forEach name="rep2a" axis="ch" ptType="nonAsst">
              <dgm:forEach name="Name27" axis="precedSib" ptType="parTrans" st="-1" cnt="1">
                <dgm:layoutNode name="Name28">
                  <dgm:choose name="Name29">
                    <dgm:if name="Name30" func="var" arg="hierBranch" op="equ" val="std">
                      <dgm:choose name="Name31">
                        <dgm:if name="Name32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  <dgm:param type="srcNode" val="bottomArc1"/>
                            <dgm:param type="dstNode" val="topArc2"/>
                          </dgm:alg>
                        </dgm:if>
                        <dgm:if name="Name33" axis="par" ptType="asst" func="cnt" op="equ" val="1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  <dgm:param type="srcNode" val="bottomArc3"/>
                            <dgm:param type="dstNode" val="topArc2"/>
                          </dgm:alg>
                        </dgm:if>
                        <dgm:else name="Name34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  <dgm:param type="srcNode" val="bottomArc2"/>
                            <dgm:param type="dstNode" val="topArc2"/>
                          </dgm:alg>
                        </dgm:else>
                      </dgm:choose>
                    </dgm:if>
                    <dgm:if name="Name35" func="var" arg="hierBranch" op="equ" val="init">
                      <dgm:choose name="Name36">
                        <dgm:if name="Name37" axis="self" func="depth" op="lte" val="2">
                          <dgm:choose name="Name38">
                            <dgm:if name="Name39" axis="self" func="depth" op="lte" val="2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  <dgm:param type="srcNode" val="bottomArc1"/>
                                <dgm:param type="dstNode" val="topArc2"/>
                              </dgm:alg>
                            </dgm:if>
                            <dgm:if name="Name40" axis="par" ptType="asst" func="cnt" op="equ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  <dgm:param type="srcNode" val="bottomArc3"/>
                                <dgm:param type="dstNode" val="topArc2"/>
                              </dgm:alg>
                            </dgm:if>
                            <dgm:else name="Name4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  <dgm:param type="srcNode" val="bottomArc2"/>
                                <dgm:param type="dstNode" val="topArc2"/>
                              </dgm:alg>
                            </dgm:else>
                          </dgm:choose>
                        </dgm:if>
                        <dgm:else name="Name42">
                          <dgm:choose name="Name43">
                            <dgm:if name="Name44" axis="par des" func="maxDepth" op="lte" val="1">
                              <dgm:choose name="Name45">
                                <dgm:if name="Name46" axis="self" func="depth" op="lte" val="2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bL bR"/>
                                    <dgm:param type="srcNode" val="bottomArc1"/>
                                    <dgm:param type="dstNode" val="topConnNode2"/>
                                  </dgm:alg>
                                </dgm:if>
                                <dgm:if name="Name47" axis="par" ptType="asst" func="cnt" op="equ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bL bR"/>
                                    <dgm:param type="srcNode" val="bottomArc3"/>
                                    <dgm:param type="dstNode" val="topConnNode2"/>
                                  </dgm:alg>
                                </dgm:if>
                                <dgm:else name="Name48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bL bR"/>
                                    <dgm:param type="srcNode" val="bottomArc2"/>
                                    <dgm:param type="dstNode" val="topConnNode2"/>
                                  </dgm:alg>
                                </dgm:else>
                              </dgm:choose>
                            </dgm:if>
                            <dgm:else name="Name49">
                              <dgm:choose name="Name50">
                                <dgm:if name="Name51" axis="self" func="depth" op="lte" val="2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tCtr"/>
                                    <dgm:param type="bendPt" val="end"/>
                                    <dgm:param type="srcNode" val="bottomArc1"/>
                                    <dgm:param type="dstNode" val="topArc2"/>
                                  </dgm:alg>
                                </dgm:if>
                                <dgm:if name="Name52" axis="par" ptType="asst" func="cnt" op="equ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tCtr"/>
                                    <dgm:param type="bendPt" val="end"/>
                                    <dgm:param type="srcNode" val="bottomArc3"/>
                                    <dgm:param type="dstNode" val="topArc2"/>
                                  </dgm:alg>
                                </dgm:if>
                                <dgm:else name="Name53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tCtr"/>
                                    <dgm:param type="bendPt" val="end"/>
                                    <dgm:param type="srcNode" val="bottomArc2"/>
                                    <dgm:param type="dstNode" val="topArc2"/>
                                  </dgm:alg>
                                </dgm:else>
                              </dgm:choose>
                            </dgm:else>
                          </dgm:choose>
                        </dgm:else>
                      </dgm:choose>
                    </dgm:if>
                    <dgm:else name="Name54">
                      <dgm:choose name="Name55">
                        <dgm:if name="Name56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bL bR"/>
                            <dgm:param type="srcNode" val="bottomArc1"/>
                            <dgm:param type="dstNode" val="topConnNode2"/>
                          </dgm:alg>
                        </dgm:if>
                        <dgm:if name="Name57" axis="par" ptType="asst" func="cnt" op="equ" val="1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bL bR"/>
                            <dgm:param type="srcNode" val="bottomArc3"/>
                            <dgm:param type="dstNode" val="topConnNode2"/>
                          </dgm:alg>
                        </dgm:if>
                        <dgm:else name="Name58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bL bR"/>
                            <dgm:param type="srcNode" val="bottomArc2"/>
                            <dgm:param type="dstNode" val="topConnNode2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</dgm:layoutNode>
              </dgm:forEach>
              <dgm:layoutNode name="hierRoot2">
                <dgm:varLst>
                  <dgm:hierBranch val="init"/>
                </dgm:varLst>
                <dgm:choose name="Name59">
                  <dgm:if name="Name60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61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62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63" func="var" arg="hierBranch" op="equ" val="init">
                    <dgm:choose name="Name64">
                      <dgm:if name="Name65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6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layoutNode name="rootComposite2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68">
                    <dgm:if name="Name69" func="var" arg="hierBranch" op="equ" val="init">
                      <dgm:constrLst>
                        <dgm:constr type="l" for="ch" forName="rootText2"/>
                        <dgm:constr type="t" for="ch" forName="rootText2" refType="h" fact="0.18"/>
                        <dgm:constr type="w" for="ch" forName="rootText2" refType="w"/>
                        <dgm:constr type="h" for="ch" forName="rootText2" refType="h" fact="0.64"/>
                        <dgm:constr type="l" for="ch" forName="topArc2" refType="w" fact="0.25"/>
                        <dgm:constr type="t" for="ch" forName="topArc2"/>
                        <dgm:constr type="w" for="ch" forName="topArc2" refType="h" refFor="ch" refForName="topArc2"/>
                        <dgm:constr type="h" for="ch" forName="topArc2" refType="h"/>
                        <dgm:constr type="l" for="ch" forName="bottomArc2" refType="w" fact="0.25"/>
                        <dgm:constr type="t" for="ch" forName="bottomArc2"/>
                        <dgm:constr type="w" for="ch" forName="bottomArc2" refType="h" refFor="ch" refForName="bottomArc2"/>
                        <dgm:constr type="h" for="ch" forName="bottomArc2" refType="h"/>
                        <dgm:constr type="ctrX" for="ch" forName="topConnNode2" refType="w" fact="0.5"/>
                        <dgm:constr type="t" for="ch" forName="topConnNode2"/>
                        <dgm:constr type="w" for="ch" forName="topConnNode2" refType="h" fact="0.76"/>
                        <dgm:constr type="b" for="ch" forName="topConnNode2" refType="t" refFor="ch" refForName="rootText2"/>
                      </dgm:constrLst>
                    </dgm:if>
                    <dgm:if name="Name70" func="var" arg="hierBranch" op="equ" val="l">
                      <dgm:constrLst>
                        <dgm:constr type="l" for="ch" forName="rootText2"/>
                        <dgm:constr type="t" for="ch" forName="rootText2" refType="h" fact="0.18"/>
                        <dgm:constr type="w" for="ch" forName="rootText2" refType="w"/>
                        <dgm:constr type="h" for="ch" forName="rootText2" refType="h" fact="0.64"/>
                        <dgm:constr type="l" for="ch" forName="topArc2" refType="w" fact="0.25"/>
                        <dgm:constr type="t" for="ch" forName="topArc2"/>
                        <dgm:constr type="w" for="ch" forName="topArc2" refType="h" refFor="ch" refForName="topArc2"/>
                        <dgm:constr type="h" for="ch" forName="topArc2" refType="h"/>
                        <dgm:constr type="l" for="ch" forName="bottomArc2" refType="w" fact="0.25"/>
                        <dgm:constr type="t" for="ch" forName="bottomArc2"/>
                        <dgm:constr type="w" for="ch" forName="bottomArc2" refType="h" refFor="ch" refForName="bottomArc2"/>
                        <dgm:constr type="h" for="ch" forName="bottomArc2" refType="h"/>
                        <dgm:constr type="ctrX" for="ch" forName="topConnNode2" refType="w" fact="0.5"/>
                        <dgm:constr type="t" for="ch" forName="topConnNode2"/>
                        <dgm:constr type="w" for="ch" forName="topConnNode2" refType="h" fact="0.76"/>
                        <dgm:constr type="b" for="ch" forName="topConnNode2" refType="t" refFor="ch" refForName="rootText2"/>
                      </dgm:constrLst>
                    </dgm:if>
                    <dgm:if name="Name71" func="var" arg="hierBranch" op="equ" val="r">
                      <dgm:constrLst>
                        <dgm:constr type="l" for="ch" forName="rootText2"/>
                        <dgm:constr type="t" for="ch" forName="rootText2" refType="h" fact="0.18"/>
                        <dgm:constr type="w" for="ch" forName="rootText2" refType="w"/>
                        <dgm:constr type="h" for="ch" forName="rootText2" refType="h" fact="0.64"/>
                        <dgm:constr type="l" for="ch" forName="topArc2" refType="w" fact="0.25"/>
                        <dgm:constr type="t" for="ch" forName="topArc2"/>
                        <dgm:constr type="w" for="ch" forName="topArc2" refType="h" refFor="ch" refForName="topArc2"/>
                        <dgm:constr type="h" for="ch" forName="topArc2" refType="h"/>
                        <dgm:constr type="l" for="ch" forName="bottomArc2" refType="w" fact="0.25"/>
                        <dgm:constr type="t" for="ch" forName="bottomArc2"/>
                        <dgm:constr type="w" for="ch" forName="bottomArc2" refType="h" refFor="ch" refForName="bottomArc2"/>
                        <dgm:constr type="h" for="ch" forName="bottomArc2" refType="h"/>
                        <dgm:constr type="ctrX" for="ch" forName="topConnNode2" refType="w" fact="0.5"/>
                        <dgm:constr type="t" for="ch" forName="topConnNode2"/>
                        <dgm:constr type="w" for="ch" forName="topConnNode2" refType="h" fact="0.76"/>
                        <dgm:constr type="b" for="ch" forName="topConnNode2" refType="t" refFor="ch" refForName="rootText2"/>
                      </dgm:constrLst>
                    </dgm:if>
                    <dgm:else name="Name72">
                      <dgm:constrLst>
                        <dgm:constr type="l" for="ch" forName="rootText2"/>
                        <dgm:constr type="t" for="ch" forName="rootText2" refType="h" fact="0.18"/>
                        <dgm:constr type="w" for="ch" forName="rootText2" refType="w"/>
                        <dgm:constr type="h" for="ch" forName="rootText2" refType="h" fact="0.64"/>
                        <dgm:constr type="l" for="ch" forName="topArc2" refType="w" fact="0.25"/>
                        <dgm:constr type="t" for="ch" forName="topArc2"/>
                        <dgm:constr type="w" for="ch" forName="topArc2" refType="h" refFor="ch" refForName="topArc2"/>
                        <dgm:constr type="h" for="ch" forName="topArc2" refType="h"/>
                        <dgm:constr type="l" for="ch" forName="bottomArc2" refType="w" fact="0.25"/>
                        <dgm:constr type="t" for="ch" forName="bottomArc2"/>
                        <dgm:constr type="w" for="ch" forName="bottomArc2" refType="h" refFor="ch" refForName="bottomArc2"/>
                        <dgm:constr type="h" for="ch" forName="bottomArc2" refType="h"/>
                        <dgm:constr type="ctrX" for="ch" forName="topConnNode2" refType="w" fact="0.5"/>
                        <dgm:constr type="t" for="ch" forName="topConnNode2"/>
                        <dgm:constr type="w" for="ch" forName="topConnNode2" refType="h" fact="0.76"/>
                        <dgm:constr type="b" for="ch" forName="topConnNode2" refType="t" refFor="ch" refForName="rootText2"/>
                      </dgm:constrLst>
                    </dgm:else>
                  </dgm:choose>
                  <dgm:layoutNode name="rootText2" styleLbl="alignAcc1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topArc2" styleLbl="parChTrans1D1" moveWith="rootText2">
                    <dgm:alg type="sp"/>
                    <dgm:shape xmlns:r="http://schemas.openxmlformats.org/officeDocument/2006/relationships" type="arc" r:blip="" zOrderOff="-2">
                      <dgm:adjLst>
                        <dgm:adj idx="1" val="-140"/>
                        <dgm:adj idx="2" val="-40"/>
                      </dgm:adjLst>
                    </dgm:shape>
                    <dgm:presOf/>
                  </dgm:layoutNode>
                  <dgm:layoutNode name="bottomArc2" styleLbl="parChTrans1D1" moveWith="rootText2">
                    <dgm:alg type="sp"/>
                    <dgm:shape xmlns:r="http://schemas.openxmlformats.org/officeDocument/2006/relationships" type="arc" r:blip="" zOrderOff="-2">
                      <dgm:adjLst>
                        <dgm:adj idx="1" val="40"/>
                        <dgm:adj idx="2" val="140"/>
                      </dgm:adjLst>
                    </dgm:shape>
                    <dgm:presOf/>
                  </dgm:layoutNode>
                  <dgm:layoutNode name="topConnNode2" moveWith="rootText2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</dgm:layoutNode>
                </dgm:layoutNode>
                <dgm:layoutNode name="hierChild4">
                  <dgm:choose name="Name73">
                    <dgm:if name="Name7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7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76" func="var" arg="hierBranch" op="equ" val="hang">
                      <dgm:choose name="Name77">
                        <dgm:if name="Name7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7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80" func="var" arg="hierBranch" op="equ" val="std">
                      <dgm:choose name="Name81">
                        <dgm:if name="Name82" func="var" arg="dir" op="equ" val="norm">
                          <dgm:alg type="hierChild"/>
                        </dgm:if>
                        <dgm:else name="Name8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84" func="var" arg="hierBranch" op="equ" val="init">
                      <dgm:choose name="Name85">
                        <dgm:if name="Name8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87">
                          <dgm:choose name="Name88">
                            <dgm:if name="Name89" func="var" arg="dir" op="equ" val="norm">
                              <dgm:alg type="hierChild"/>
                            </dgm:if>
                            <dgm:else name="Name9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91"/>
                  </dgm:choose>
                  <dgm:shape xmlns:r="http://schemas.openxmlformats.org/officeDocument/2006/relationships" r:blip="">
                    <dgm:adjLst/>
                  </dgm:shape>
                  <dgm:presOf/>
                  <dgm:forEach name="Name92" ref="rep2a"/>
                </dgm:layoutNode>
                <dgm:layoutNode name="hierChild5">
                  <dgm:choose name="Name93">
                    <dgm:if name="Name9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9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forEach name="Name96" ref="rep2b"/>
                </dgm:layoutNode>
              </dgm:layoutNode>
            </dgm:forEach>
          </dgm:layoutNode>
          <dgm:layoutNode name="hierChild3">
            <dgm:choose name="Name97">
              <dgm:if name="Name9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9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2b" axis="ch" ptType="asst">
              <dgm:forEach name="Name100" axis="precedSib" ptType="parTrans" st="-1" cnt="1">
                <dgm:layoutNode name="Name101">
                  <dgm:choose name="Name102">
                    <dgm:if name="Name103" axis="self" func="depth" op="lte" val="2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bL bR"/>
                        <dgm:param type="srcNode" val="bottomArc1"/>
                        <dgm:param type="dstNode" val="topConnNode3"/>
                      </dgm:alg>
                    </dgm:if>
                    <dgm:if name="Name104" axis="par" ptType="asst" func="cnt" op="equ" val="1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bL bR"/>
                        <dgm:param type="srcNode" val="bottomArc3"/>
                        <dgm:param type="dstNode" val="topConnNode3"/>
                      </dgm:alg>
                    </dgm:if>
                    <dgm:else name="Name10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bL bR"/>
                        <dgm:param type="srcNode" val="bottomArc2"/>
                        <dgm:param type="dstNode" val="topConnNode3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</dgm:layoutNode>
              </dgm:forEach>
              <dgm:layoutNode name="hierRoot3">
                <dgm:varLst>
                  <dgm:hierBranch val="init"/>
                </dgm:varLst>
                <dgm:choose name="Name106">
                  <dgm:if name="Name107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8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9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0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1" func="var" arg="hierBranch" op="equ" val="init">
                    <dgm:choose name="Name112">
                      <dgm:if name="Name113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14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15"/>
                </dgm:choose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16">
                    <dgm:if name="Name117" func="var" arg="hierBranch" op="equ" val="init">
                      <dgm:constrLst>
                        <dgm:constr type="l" for="ch" forName="rootText3"/>
                        <dgm:constr type="t" for="ch" forName="rootText3" refType="h" fact="0.18"/>
                        <dgm:constr type="w" for="ch" forName="rootText3" refType="w"/>
                        <dgm:constr type="h" for="ch" forName="rootText3" refType="h" fact="0.64"/>
                        <dgm:constr type="l" for="ch" forName="topArc3" refType="w" fact="0.25"/>
                        <dgm:constr type="t" for="ch" forName="topArc3"/>
                        <dgm:constr type="w" for="ch" forName="topArc3" refType="h" refFor="ch" refForName="topArc3"/>
                        <dgm:constr type="h" for="ch" forName="topArc3" refType="h"/>
                        <dgm:constr type="l" for="ch" forName="bottomArc3" refType="w" fact="0.25"/>
                        <dgm:constr type="t" for="ch" forName="bottomArc3"/>
                        <dgm:constr type="w" for="ch" forName="bottomArc3" refType="h" refFor="ch" refForName="bottomArc3"/>
                        <dgm:constr type="h" for="ch" forName="bottomArc3" refType="h"/>
                        <dgm:constr type="ctrX" for="ch" forName="topConnNode3" refType="w" fact="0.5"/>
                        <dgm:constr type="t" for="ch" forName="topConnNode3"/>
                        <dgm:constr type="w" for="ch" forName="topConnNode3" refType="h" fact="0.76"/>
                        <dgm:constr type="b" for="ch" forName="topConnNode3" refType="t" refFor="ch" refForName="rootText3"/>
                      </dgm:constrLst>
                    </dgm:if>
                    <dgm:if name="Name118" func="var" arg="hierBranch" op="equ" val="l">
                      <dgm:constrLst>
                        <dgm:constr type="l" for="ch" forName="rootText3"/>
                        <dgm:constr type="t" for="ch" forName="rootText3" refType="h" fact="0.18"/>
                        <dgm:constr type="w" for="ch" forName="rootText3" refType="w"/>
                        <dgm:constr type="h" for="ch" forName="rootText3" refType="h" fact="0.64"/>
                        <dgm:constr type="l" for="ch" forName="topArc3" refType="w" fact="0.25"/>
                        <dgm:constr type="t" for="ch" forName="topArc3"/>
                        <dgm:constr type="w" for="ch" forName="topArc3" refType="h" refFor="ch" refForName="topArc3"/>
                        <dgm:constr type="h" for="ch" forName="topArc3" refType="h"/>
                        <dgm:constr type="l" for="ch" forName="bottomArc3" refType="w" fact="0.25"/>
                        <dgm:constr type="t" for="ch" forName="bottomArc3"/>
                        <dgm:constr type="w" for="ch" forName="bottomArc3" refType="h" refFor="ch" refForName="bottomArc3"/>
                        <dgm:constr type="h" for="ch" forName="bottomArc3" refType="h"/>
                        <dgm:constr type="ctrX" for="ch" forName="topConnNode3" refType="w" fact="0.5"/>
                        <dgm:constr type="t" for="ch" forName="topConnNode3"/>
                        <dgm:constr type="w" for="ch" forName="topConnNode3" refType="h" fact="0.76"/>
                        <dgm:constr type="b" for="ch" forName="topConnNode3" refType="t" refFor="ch" refForName="rootText3"/>
                      </dgm:constrLst>
                    </dgm:if>
                    <dgm:if name="Name119" func="var" arg="hierBranch" op="equ" val="r">
                      <dgm:constrLst>
                        <dgm:constr type="l" for="ch" forName="rootText3"/>
                        <dgm:constr type="t" for="ch" forName="rootText3" refType="h" fact="0.18"/>
                        <dgm:constr type="w" for="ch" forName="rootText3" refType="w"/>
                        <dgm:constr type="h" for="ch" forName="rootText3" refType="h" fact="0.64"/>
                        <dgm:constr type="l" for="ch" forName="topArc3" refType="w" fact="0.25"/>
                        <dgm:constr type="t" for="ch" forName="topArc3"/>
                        <dgm:constr type="w" for="ch" forName="topArc3" refType="h" refFor="ch" refForName="topArc3"/>
                        <dgm:constr type="h" for="ch" forName="topArc3" refType="h"/>
                        <dgm:constr type="l" for="ch" forName="bottomArc3" refType="w" fact="0.25"/>
                        <dgm:constr type="t" for="ch" forName="bottomArc3"/>
                        <dgm:constr type="w" for="ch" forName="bottomArc3" refType="h" refFor="ch" refForName="bottomArc3"/>
                        <dgm:constr type="h" for="ch" forName="bottomArc3" refType="h"/>
                        <dgm:constr type="ctrX" for="ch" forName="topConnNode3" refType="w" fact="0.5"/>
                        <dgm:constr type="t" for="ch" forName="topConnNode3"/>
                        <dgm:constr type="w" for="ch" forName="topConnNode3" refType="h" fact="0.76"/>
                        <dgm:constr type="b" for="ch" forName="topConnNode3" refType="t" refFor="ch" refForName="rootText3"/>
                      </dgm:constrLst>
                    </dgm:if>
                    <dgm:else name="Name120">
                      <dgm:constrLst>
                        <dgm:constr type="l" for="ch" forName="rootText3"/>
                        <dgm:constr type="t" for="ch" forName="rootText3" refType="h" fact="0.18"/>
                        <dgm:constr type="w" for="ch" forName="rootText3" refType="w"/>
                        <dgm:constr type="h" for="ch" forName="rootText3" refType="h" fact="0.64"/>
                        <dgm:constr type="l" for="ch" forName="topArc3" refType="w" fact="0.25"/>
                        <dgm:constr type="t" for="ch" forName="topArc3"/>
                        <dgm:constr type="w" for="ch" forName="topArc3" refType="h" refFor="ch" refForName="topArc3"/>
                        <dgm:constr type="h" for="ch" forName="topArc3" refType="h"/>
                        <dgm:constr type="l" for="ch" forName="bottomArc3" refType="w" fact="0.25"/>
                        <dgm:constr type="t" for="ch" forName="bottomArc3"/>
                        <dgm:constr type="w" for="ch" forName="bottomArc3" refType="h" refFor="ch" refForName="bottomArc3"/>
                        <dgm:constr type="h" for="ch" forName="bottomArc3" refType="h"/>
                        <dgm:constr type="ctrX" for="ch" forName="topConnNode3" refType="w" fact="0.5"/>
                        <dgm:constr type="t" for="ch" forName="topConnNode3"/>
                        <dgm:constr type="w" for="ch" forName="topConnNode3" refType="h" fact="0.76"/>
                        <dgm:constr type="b" for="ch" forName="topConnNode3" refType="t" refFor="ch" refForName="rootText3"/>
                      </dgm:constrLst>
                    </dgm:else>
                  </dgm:choose>
                  <dgm:layoutNode name="rootText3" styleLbl="alignAcc1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topArc3" styleLbl="parChTrans1D1" moveWith="rootText3">
                    <dgm:alg type="sp"/>
                    <dgm:shape xmlns:r="http://schemas.openxmlformats.org/officeDocument/2006/relationships" type="arc" r:blip="" zOrderOff="-2">
                      <dgm:adjLst>
                        <dgm:adj idx="1" val="-140"/>
                        <dgm:adj idx="2" val="-40"/>
                      </dgm:adjLst>
                    </dgm:shape>
                    <dgm:presOf/>
                  </dgm:layoutNode>
                  <dgm:layoutNode name="bottomArc3" styleLbl="parChTrans1D1" moveWith="rootText3">
                    <dgm:alg type="sp"/>
                    <dgm:shape xmlns:r="http://schemas.openxmlformats.org/officeDocument/2006/relationships" type="arc" r:blip="" zOrderOff="-2">
                      <dgm:adjLst>
                        <dgm:adj idx="1" val="40"/>
                        <dgm:adj idx="2" val="140"/>
                      </dgm:adjLst>
                    </dgm:shape>
                    <dgm:presOf/>
                  </dgm:layoutNode>
                  <dgm:layoutNode name="topConnNode3" moveWith="rootText3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</dgm:layoutNode>
                </dgm:layoutNode>
                <dgm:layoutNode name="hierChild6">
                  <dgm:choose name="Name121">
                    <dgm:if name="Name122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3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24" func="var" arg="hierBranch" op="equ" val="hang">
                      <dgm:choose name="Name125">
                        <dgm:if name="Name126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27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28" func="var" arg="hierBranch" op="equ" val="std">
                      <dgm:choose name="Name129">
                        <dgm:if name="Name130" func="var" arg="dir" op="equ" val="norm">
                          <dgm:alg type="hierChild"/>
                        </dgm:if>
                        <dgm:else name="Name131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2" func="var" arg="hierBranch" op="equ" val="init">
                      <dgm:choose name="Name133">
                        <dgm:if name="Name134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35">
                          <dgm:alg type="hierChild"/>
                        </dgm:else>
                      </dgm:choose>
                    </dgm:if>
                    <dgm:else name="Name136"/>
                  </dgm:choose>
                  <dgm:shape xmlns:r="http://schemas.openxmlformats.org/officeDocument/2006/relationships" r:blip="">
                    <dgm:adjLst/>
                  </dgm:shape>
                  <dgm:presOf/>
                  <dgm:forEach name="Name137" ref="rep2a"/>
                </dgm:layoutNode>
                <dgm:layoutNode name="hierChild7">
                  <dgm:choose name="Name138">
                    <dgm:if name="Name139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0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forEach name="Name141" ref="rep2b"/>
                </dgm:layoutNode>
              </dgm:layoutNode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>
            <a:extLst>
              <a:ext uri="{FF2B5EF4-FFF2-40B4-BE49-F238E27FC236}">
                <a16:creationId xmlns:a16="http://schemas.microsoft.com/office/drawing/2014/main" id="{C394A4AD-B308-98AA-C771-A050EA10624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0000" tIns="46800" rIns="90000" bIns="46800" numCol="1" anchor="ctr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ClrTx/>
              <a:buFontTx/>
              <a:buNone/>
              <a:defRPr kumimoji="0"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0419" name="Rectangle 3">
            <a:extLst>
              <a:ext uri="{FF2B5EF4-FFF2-40B4-BE49-F238E27FC236}">
                <a16:creationId xmlns:a16="http://schemas.microsoft.com/office/drawing/2014/main" id="{20EE1E11-8E05-4AB9-3BA5-ED343CA6ADA3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0000" tIns="46800" rIns="90000" bIns="46800" numCol="1" anchor="ctr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ClrTx/>
              <a:buFontTx/>
              <a:buNone/>
              <a:defRPr kumimoji="0"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0420" name="Rectangle 4">
            <a:extLst>
              <a:ext uri="{FF2B5EF4-FFF2-40B4-BE49-F238E27FC236}">
                <a16:creationId xmlns:a16="http://schemas.microsoft.com/office/drawing/2014/main" id="{B6CEE3E9-FC9A-A556-9342-A69E4A7C9649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0000" tIns="46800" rIns="90000" bIns="46800" numCol="1" anchor="b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ClrTx/>
              <a:buFontTx/>
              <a:buNone/>
              <a:defRPr kumimoji="0"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0421" name="Rectangle 5">
            <a:extLst>
              <a:ext uri="{FF2B5EF4-FFF2-40B4-BE49-F238E27FC236}">
                <a16:creationId xmlns:a16="http://schemas.microsoft.com/office/drawing/2014/main" id="{DB1AAF99-C55F-AA81-E54C-C0FFC8495F70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0000" tIns="46800" rIns="90000" bIns="46800" numCol="1" anchor="b" anchorCtr="0" compatLnSpc="1">
            <a:prstTxWarp prst="textNoShape">
              <a:avLst/>
            </a:prstTxWarp>
          </a:bodyPr>
          <a:lstStyle>
            <a:lvl1pPr algn="r">
              <a:defRPr kumimoji="0"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7D0F66F3-EBBF-4AA0-ACC5-AC3C279AD91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840" units="cm"/>
          <inkml:channel name="Y" type="integer" min="-57" max="1200" units="cm"/>
          <inkml:channel name="T" type="integer" max="2.14748E9" units="dev"/>
        </inkml:traceFormat>
        <inkml:channelProperties>
          <inkml:channelProperty channel="X" name="resolution" value="111.30434" units="1/cm"/>
          <inkml:channelProperty channel="Y" name="resolution" value="58.46511" units="1/cm"/>
          <inkml:channelProperty channel="T" name="resolution" value="1" units="1/dev"/>
        </inkml:channelProperties>
      </inkml:inkSource>
      <inkml:timestamp xml:id="ts0" timeString="2024-11-01T00:21:05.88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9763 7810 0,'32'0'93,"-1"80"-61,-15-48-17,-16-16-15,16-1 16,0 1 109,48-32-110,15-47 17,111-80-17,-31 48 1,0-16 0,-32 31-1,-48 49-15,-63 15 16,32-32-16,-1 16 15,1 16-15,-16-15 16,31-1 0,32-16-1,-79 32 1,16 1 0,-16-1 202</inkml:trace>
  <inkml:trace contextRef="#ctx0" brushRef="#br0" timeOffset="3858">9207 4493 0,'0'95'125,"-16"254"-94,1-238-31,15-15 16,0 30-1,0-94-15,0 0 16,0-16 15,0 0 157,47-16-173,96 0 1,-32-16-1,64 0 1,-48-16 0,-16 16-1,-32 16 1,-63-16-16,0 16 16,16 0-1,-1 0 1,-15 0-16,16 0 0,32 0 15,-33 0 1,17 0 15,-32 0-15,16-15-16,-17 15 16,17 0-1,-16-16 95</inkml:trace>
  <inkml:trace contextRef="#ctx0" brushRef="#br0" timeOffset="4422.79">10176 4699 0,'0'16'62,"0"143"-46,0-128-16,0 33 16,0 15-16,0 32 15,0-31-15,0 174 32,0-175-17,0-31-15,31 15 31,-15-47-15,-16 16 0</inkml:trace>
  <inkml:trace contextRef="#ctx0" brushRef="#br0" timeOffset="4987.92">10906 4810 0,'16'-16'94,"31"16"-78,-31 0-16,48 0 15,-17 0-15,17 16 16,31-16-1,-31 0-15,-17 0 16,17 0 0,-48 0-16,15 0 15,-15 0 1,0 0 0</inkml:trace>
  <inkml:trace contextRef="#ctx0" brushRef="#br0" timeOffset="6350.92">12049 4207 0,'0'190'63,"0"-110"-48,0 126 1,0-95-1,0 80 1,16-112-16,0 48 16,-1-79-1,17 47 1,-16-47 0,-16-17-16,0-15 31,16 0 47,0-79-62,32-1-1,-17-63 1,17 0-1,-16 64-15,-17 15 16,1 16 0,16 1-1,-16 15 17,0 16-1,16 0 31,-16 0-46,31 16 15,-47 47-15,0-31-16,0-1 15,16 17-15,-16 0 16,0-1 0,0-31-16,0 0 15,0 0 1,0 0 15,0 0-15,0 0 78,-16-16-79,0 0-15,0 0 0,-31 0 47,15 0-31,0 0-1,0 15 1,-15-15 0,-1 0-1,17 0 1,15 0-1,0 0 17,0 0 108</inkml:trace>
  <inkml:trace contextRef="#ctx0" brushRef="#br0" timeOffset="6956.66">12684 4778 0,'0'48'78,"0"158"-47,0-158-31,0 0 16,0-1-16,0 1 31,0-1-16,0-31 1,0 0 0,0 0 15</inkml:trace>
  <inkml:trace contextRef="#ctx0" brushRef="#br0" timeOffset="7356.4">12779 4048 0</inkml:trace>
  <inkml:trace contextRef="#ctx0" brushRef="#br0" timeOffset="7935.68">13144 3778 0,'0'16'78,"0"32"-63,0 31-15,0 64 16,0 127 15,0 79-15,0-190-16,0-32 0,0 270 31,0-207-15,16-94-16,0-33 15,-16-15 1,0-1-16,32-31 16</inkml:trace>
  <inkml:trace contextRef="#ctx0" brushRef="#br0" timeOffset="8786.56">12906 4874 0,'64'0'157,"-48"0"-142,63 0 1,-16 0 0,-47 0-16,0 0 15,79 0 1,-63 0-16,32 0 15,-1 0-15,48 0 16,-47 0 0,47 0-1,-63 0 1,-17 0 0</inkml:trace>
  <inkml:trace contextRef="#ctx0" brushRef="#br0" timeOffset="12894.68">12350 3064 0,'64'0'109,"-16"0"-93,94 0 15,-14 0-15,-17 16-1,-64-16-15,17 0 16,-17 0-16,17 0 15,111 0 1,-64 0 0,-48 0-1,-31 0 1,0 0 0,-16 0-1,-1 0-15,1 0 16,16 0-1,0 0 32,-16 0-31,-1 0 0,1 0-1,0 0 1,0 0-1,0 0-15</inkml:trace>
  <inkml:trace contextRef="#ctx0" brushRef="#br0" timeOffset="14554.81">7191 4508 0,'0'64'125,"16"79"-109,0-64-16,0-15 16,-16 15-16,16-31 15,-1 95 1,-15-64-16,16-16 15,0 17-15,-16-17 16,16 1-16,-16-1 16,16 1-16,0-32 15,-16 31-15,16-15 16,16 31 0,-32-47-1,0-16 48</inkml:trace>
  <inkml:trace contextRef="#ctx0" brushRef="#br0" timeOffset="15804.08">7778 5366 0,'-15'127'125,"-17"32"-109,16-128-1,0 17-15,-16-16 16,1 79 0,-17-32-1,32-31 1,0-17 0,0-15-16,16 0 15,0 0 1,-16-16 78,-31 0-79,-80-79-15,-79-112 31,63 112-15,95 31 0,48 32-16,-48 1 15,33 15 17,-1 0-32,0-16 15,16 0-15,-32 16 16,16 0-16,0-16 15,0 0 17,0 16 140</inkml:trace>
  <inkml:trace contextRef="#ctx0" brushRef="#br0" timeOffset="78101.95">7509 8271 0,'15'-16'109,"81"16"-93,31 0 15,-16 0-15,79 0-16,-94 0 15,15 0 1,0 0-16,79 0 16,-78 0-1,-17 0-15,95 0 16,-47 0 0,-16 0-1,-79 0 1,-1 0-1,-15 0 1,-16 0 15</inkml:trace>
  <inkml:trace contextRef="#ctx0" brushRef="#br0" timeOffset="79291.34">7477 9112 0,'16'-16'31,"47"16"1,-15 0-17,158 0 1,-79 0 15,48 0-15,63 0-1,-95 0-15,-16 0 16,63 0 0,1 0-1,-112 0-15,-15 0 16,31-16 0,-63 16-1,-32-15-15</inkml:trace>
  <inkml:trace contextRef="#ctx0" brushRef="#br0" timeOffset="80489.72">7128 10224 0,'0'15'31,"190"-15"63,-63 0-79,64 0 1,285 0 31,-333 0-31,-80 0-1,33 0 1,-33 0-16,0 0 0,49 0 31,189 32-15,-110-16-1,-48 0 1,-128-16 0</inkml:trace>
  <inkml:trace contextRef="#ctx0" brushRef="#br0" timeOffset="81597.86">6715 11430 0,'16'0'32,"47"0"-1,80 0-16,-64 0-15,49 0 32,173 0-17,-206 0 1,128 0 0,-96 0-1,-48-16 1,0 16-1,-47-16 1,0 16-16,0 0 16,15 0-16,-31 0 31,0 0 0,0 0-15</inkml:trace>
  <inkml:trace contextRef="#ctx0" brushRef="#br0" timeOffset="82691.81">6080 12240 0,'79'0'94,"96"0"-78,-96 0-1,32 0-15,-15 0 16,174 0 0,-144 0-16,-14 0 15,-1 0-15,0 0 16,-32 0-16,1 0 15,-17 0 1,1 0-16,-33 0 16,17 0-16,95 0 31,-80 0-15,-47 0-1,0 0-15,0 0 0,0 0 31,16 0-15</inkml:trace>
  <inkml:trace contextRef="#ctx0" brushRef="#br0" timeOffset="84256.67">5604 13351 0,'31'0'46,"160"0"-14,-159 0-32,47 0 15,223 0 1,95 0 0,-223 0-16,17 0 15,-33 0 1,-31 0-16,-15 0 15,-49 16-15,-31-16 0,-16 0 16,-1 0-16,1 0 16,16 0-1,-16 0 1,0 0 0,16 0 93</inkml:trace>
  <inkml:trace contextRef="#ctx0" brushRef="#br0" timeOffset="116455.58">5096 14796 0,'63'0'141,"1"0"-125,15 15-16,413 17 31,-365-16-16,16 0 1,16 16-16,-16-17 0,142 1 16,1 32-1,-79-32 1,-1 16 0,-127-16-1,1-16 1,31 15-16,0-15 0,111 0 31,16 32-15,-127-32-16,1 16 15,-33 0-15,-2397-16 16,4906 16 0,-2525-16-1,48 0 1,-47 0-1,-48 0 1,31 0-16,-15 0 16,0 0-16,16 0 15,15 0 1,-31-16 0,-1-16-16,1 16 15,16-15 1,-32 31-1,16-32 1,-1 32-16,17-32 16,15-16-1,-47 32-15,16 1 16,0-17 0,-16 32-1,0-16-15,-1 0 31,-15 0-15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840" units="cm"/>
          <inkml:channel name="Y" type="integer" min="-57" max="1200" units="cm"/>
          <inkml:channel name="T" type="integer" max="2.14748E9" units="dev"/>
        </inkml:traceFormat>
        <inkml:channelProperties>
          <inkml:channelProperty channel="X" name="resolution" value="111.30434" units="1/cm"/>
          <inkml:channelProperty channel="Y" name="resolution" value="58.46511" units="1/cm"/>
          <inkml:channelProperty channel="T" name="resolution" value="1" units="1/dev"/>
        </inkml:channelProperties>
      </inkml:inkSource>
      <inkml:timestamp xml:id="ts0" timeString="2024-11-01T00:26:27.88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2333 13240 0,'0'16'79,"32"222"-48,16-175-31,-32 112 31,63 15-15,-47-94-16,63 142 31,-32-111-15,-15-16-1,-32-48 1,-16-47-1,16 0-15</inkml:trace>
  <inkml:trace contextRef="#ctx0" brushRef="#br0" timeOffset="1292.58">3000 14240 0,'0'32'125,"0"110"-109,0-94-16,0 16 15,0-17-15,-32 1 16,32 15-16,-16 1 16,1 15-1,15-63 141,-16 0-140,-64-16 15,17 0-15,15-32 0,-15 1-16,-32-33 15,31 16 1,16 17-16,32 31 15,-15-16 1,15 0 0,16 0-1,-48 16 1,48-16-16,-31 0 31,-17 16-15,0-31-16,32 31 31,-15 0-15,15 0 93</inkml:trace>
  <inkml:trace contextRef="#ctx0" brushRef="#br0" timeOffset="9097.62">21780 9874 0,'-158'96'157,"94"-65"-142,0 17-15,-31 15 16,-64 33 0,-63 15 15,190-80-31,-142 65 31,79-33-15,79-31-16,-16-32 15,16 16 1,16 0-16,-16 0 47</inkml:trace>
  <inkml:trace contextRef="#ctx0" brushRef="#br0" timeOffset="10203.65">20494 10049 0,'-16'0'109,"-15"32"-109,-1 15 16,0 33-1,-15 62 1,31-110-1,0 0-15,0 0 16,16 15 0,0-31-1,0 0 1,0 0 15,0 0-15,0 0-1,0 31 1,48 1 15,63 0-15,0-17 0,-32-15-1,-47 0-15,79 0 16,-31-16-1,-1 16-15,111-16 16,-94 0 0,-17 0-16,-31 0 15,-1 16-15,-15-16 16,-16 0-16</inkml:trace>
  <inkml:trace contextRef="#ctx0" brushRef="#br0" timeOffset="32393.7">20828 17510 0,'0'-32'78,"-48"-31"-62,-15-32 0,15 47-16,-31 0 0,15-31 15,-15 16 1,-191-128 0,191 143-1,47 17-15,-64-1 16,1 0-1,16-16 1,31 33 0,1-17-1,31 16 1,0 16-16,0 0 16,-16-16-1,32-16 157,254-158-141,-63 95-15,-128 79-16,96-32 31,-111 32-15,-32 16-1</inkml:trace>
  <inkml:trace contextRef="#ctx0" brushRef="#br0" timeOffset="33372.17">19748 16494 0,'-16'95'110,"0"-15"-95,1-17-15,15 1 16,-16 15-16,16 0 16,-16-31-16,16-16 15,0 16 1,0-1-16,-16 17 16,16-17 15,0-15-16,0 16 1,0-1 0,0-31-16,0 0 15,0 0 1,0 0 0</inkml:trace>
  <inkml:trace contextRef="#ctx0" brushRef="#br0" timeOffset="34907">10715 8652 0,'0'32'46,"0"-16"-30,0 15-16,16 33 16,16 31-16,16 0 15,95 143 1,-64-111 0,0-31-1,-63-65-15,16-15 16,-16 16-1,16-16-15,-32 0 16,15 0-16</inkml:trace>
  <inkml:trace contextRef="#ctx0" brushRef="#br0" timeOffset="35592.21">10890 8906 0,'127'16'94,"-48"16"-63,-15-1-31,-1-15 31,-31-16-15,0 0-1,0 0 1,-17 0 0,17 0-1</inkml:trace>
  <inkml:trace contextRef="#ctx0" brushRef="#br0" timeOffset="36359.17">10826 8906 0,'-47'32'63,"47"110"-48,-32-78 1,-15 63-1,15-16 1,32-79 0,-16-16-1,-16 31-15,-16 64 16,33-95 0,-1 0-16,0 32 0,0-16 15,-47 31 16,63-47-15</inkml:trace>
  <inkml:trace contextRef="#ctx0" brushRef="#br0" timeOffset="100949.5">18335 9842 0,'0'32'156,"-31"159"-124,15-128-32,-16-15 15,16 31 1,-16 1 0,1 15-1,15-47 1,16-17-16,0 1 15,-16 63 1,16-79-16,0 32 16,0-16-1,0-17 1</inkml:trace>
  <inkml:trace contextRef="#ctx0" brushRef="#br0" timeOffset="102107.93">17923 10287 0,'0'63'109,"0"1"-93,15-32 0,1 15-16,0 17 15,32 31 1,-32-63 0,0 31-1,15-31 1,-15 0-1,32 31 1,-32-47 0,15-16 93,17 0-93,47-47-1,1-1-15,-1-15 16,0 15-16,16 16 16,-47 16-1,-17-16 1,-31 17-16,0 15 15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840" units="cm"/>
          <inkml:channel name="Y" type="integer" min="-57" max="1200" units="cm"/>
          <inkml:channel name="T" type="integer" max="2.14748E9" units="dev"/>
        </inkml:traceFormat>
        <inkml:channelProperties>
          <inkml:channelProperty channel="X" name="resolution" value="111.30434" units="1/cm"/>
          <inkml:channelProperty channel="Y" name="resolution" value="58.46511" units="1/cm"/>
          <inkml:channelProperty channel="T" name="resolution" value="1" units="1/dev"/>
        </inkml:channelProperties>
      </inkml:inkSource>
      <inkml:timestamp xml:id="ts0" timeString="2024-11-01T00:31:57.10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9080 6683 0,'143'-47'78,"-64"15"-62,80-32 0,-32 1-1,-2508 63 1,4842-32-1,-2430 16-15,1 16 16,32-15-16,-49-1 0,33 16 16,0-16-1,31-16 1,-63 32-16,16 0 16,-1 0-16,-15 0 31,32 0-16,-32 0 1,0 0-16,31 0 16,17 16-1,-1 16 1,33 15 0,-80-47-1,15 16 1,17 0-16,-1 0 0,1 0 15,16 0 17,-33-1-32,1-15 0,0 0 31,95 32-15,-111-32-1,16 0-15,15 0 16,-15 16-16,31-16 15,-15 0 1,0 0 0,-1 0-1,-31 0-15,0 0 16,79 0 15,1-16-31,-49 0 16,1 16-1,111-63 1,-64 47 0,-32-47-16,-47 63 15,64-48 1,-65 16 0,1 32-16,16-16 15,-16 0 1,0 16 140,0 159-109,-16-95-31,0-33-1,31 33 1,1-48-16,-32 16 15,16-17-15,16-15 16,-16 0 0,0 16-16,31-16 31,-15 0 0,15 0-31,-31 0 0,111 0 16,-95 0-1,16 0 1,15 0-16,-15 0 16,31 0-16,16 0 15,-15 0-15,-1 0 0,-15-16 16,15 1 0,127 15-1,-126 0 1,-17 0-16,48 0 15,17 0 1,-97 0 0,17 0-16,31 0 15,17 0 1,-65 0 0,1 0-16,0 0 15,15 0 1,-15 15 15,-32 1-31,16-16 31,0 16-15,0-16-16,0 0 0,0 16 16,-1 16-1,1-16 1,0 15-16,-16 17 31,0 16-15,0-33-16,0 17 15,0-16 1,0 15 0,0-15-1,0 0 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840" units="cm"/>
          <inkml:channel name="Y" type="integer" min="-57" max="1200" units="cm"/>
          <inkml:channel name="T" type="integer" max="2.14748E9" units="dev"/>
        </inkml:traceFormat>
        <inkml:channelProperties>
          <inkml:channelProperty channel="X" name="resolution" value="111.30434" units="1/cm"/>
          <inkml:channelProperty channel="Y" name="resolution" value="58.46511" units="1/cm"/>
          <inkml:channelProperty channel="T" name="resolution" value="1" units="1/dev"/>
        </inkml:channelProperties>
      </inkml:inkSource>
      <inkml:timestamp xml:id="ts0" timeString="2024-11-01T00:40:59.50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17383 4397 0,'-32'32'156,"-143"63"-125,128-63-15,15-16-1,-15 16 17,15-16-17,0 15 1,-16 1-1,32-16-15,-31 0 16,-17 16 0,33-1-16,-1-15 15,-48 32 1,-15 15 0,-16-15-1,79-16 1,1-16-16,-1 15 15,32-15-15,-16-16 32,0 0 108,16 16-124,-16 0-16,0 0 31</inkml:trace>
  <inkml:trace contextRef="#ctx0" brushRef="#br0" timeOffset="1510.25">16288 4731 0,'-32'79'109,"-16"16"-93,48-63-16,-16-32 15,16 32-15,0-16 16,-16 47-1,16-47 1,-16 16 15,16-16-15,0 0-16,0 0 94,0-1 15,16-15-93,32 0-1,0-15-15,15 15 0,32-32 32,1 16-32,-65 16 15,1-16 1,0 0-1,31 16-15,-47 0 16,16 0-16,-16 0 16,47 0-1,17-32 1,-17 32 0,-15-16-1,-32 16 1,0 0-1</inkml:trace>
  <inkml:trace contextRef="#ctx0" brushRef="#br0" timeOffset="40501.42">18859 9462 0,'16'79'187,"-16"-32"-171,16 49-1,-16-33 17,16-15-32,0-16 15,0 15 1,-1 1-16,-15 31 31,16 64-15,0-79-1,0-1-15,-16 16 16,16 17 0,-16-80-1,0 31-15,0-15 16,0 0-16,0 15 15,0-31-15,0 16 16,16 0-16,-16 31 16,0-15-1,0-32-15,0 31 16,0 80 15,0-47-15,0-49-16,0 1 15,0 0-15,0 16 16,0-17-16,0 1 16,0-16 15,0 0-15,16 0-1</inkml:trace>
  <inkml:trace contextRef="#ctx0" brushRef="#br0" timeOffset="41943.77">19272 10779 0,'-32'79'219,"16"-31"-203,0 0-16,1-1 15,-33 49 1,48-49 0,-16-31-16,16 0 0,0 0 15,-16 0 1,16 16-16,0-1 15,-16-15 1,16 0 0,0 0-16,-15 16 47,-1-17 109,-32-15-141,-31-31-15,63 31 16,-79-95 0,15 31-1,32 32 1,1 0 0,15 1-16,-47-49 31,47 49-16,16 15 1,-16-32 0,1 32-16,31 0 15,-16 0-15,-16 1 32</inkml:trace>
  <inkml:trace contextRef="#ctx0" brushRef="#br0" timeOffset="69681.53">20050 12256 0,'95'-64'125,"-31"16"-125,47-15 0,127-48 15,-32-32 1,-63 64 0,-32-17-1,-63 49 1,-32 31-16,63-32 16,-47 32-1,-16 16 16,0 0-15,-1-16 31,17-15-16,0 31 16</inkml:trace>
  <inkml:trace contextRef="#ctx0" brushRef="#br0" timeOffset="96369.96">21161 17828 0,'111'0'188,"207"-64"-157,-271 64-16,-15 0-15,79 0 32,-47 0-17,-48 0 1,111 0 0,-80 0-1,17 0-15,15 0 16,16 0-1,-79-16 1,16 16-16,16-16 16,-17 16-1,1-16 17,-16 16-17</inkml:trace>
  <inkml:trace contextRef="#ctx0" brushRef="#br0" timeOffset="110239.09">22463 17716 0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840" units="cm"/>
          <inkml:channel name="Y" type="integer" min="-57" max="1200" units="cm"/>
          <inkml:channel name="T" type="integer" max="2.14748E9" units="dev"/>
        </inkml:traceFormat>
        <inkml:channelProperties>
          <inkml:channelProperty channel="X" name="resolution" value="111.30434" units="1/cm"/>
          <inkml:channelProperty channel="Y" name="resolution" value="58.46511" units="1/cm"/>
          <inkml:channelProperty channel="T" name="resolution" value="1" units="1/dev"/>
        </inkml:channelProperties>
      </inkml:inkSource>
      <inkml:timestamp xml:id="ts0" timeString="2024-11-01T00:43:40.25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1921 15018 0,'0'-16'140,"63"16"-124,143 0 0,80 0-1,-95 0 1,-32 0-16,126 0 15,-190 0 1,1 0 15,-80 0 79</inkml:trace>
  <inkml:trace contextRef="#ctx0" brushRef="#br0" timeOffset="1698.8">3000 14557 0,'-16'16'110,"64"0"-48,31 32-46,-47-48-1,16 31-15,95 1 16,-32 32 0,16-17-1,-32 1 1,-63-48 0,95 48-16,15 31 46,-110-63-14,-32 32 108,-158 47-124,78-64 0,17 17-16,-255 63 46,271-95-30,15-16-16,-32 32 31,32 0-15,17-32 0,-1 15-16,-16 1 15,16 0 1,0 0-1</inkml:trace>
  <inkml:trace contextRef="#ctx0" brushRef="#br0" timeOffset="5271.05">5604 10065 0,'-16'0'140,"-16"0"-124,0 0-16,0 16 15,1 15 1,15 1 0,0 63-1,0-63 1,16-16-16,0 16 16,0 15-16,0-15 15,0 95 16,0-79-31,0-1 0,0-31 16,0 80 15,0-33-15,0 0 0,0 1-1,0 0 1,0-17-16,-16-15 15,0 47 1,1-47-16,-1 16 16,-16-17-16,32 1 15,-32 16-15,0-17 16,-31 65 15,-1-33-15,33-63-16,-1 32 15,-16 0 17,32-16-32,0-1 15,1-15-15,-1 0 16,47 0 203,1 0-204,0 0 17,0 0-17,0 0 1,15 32 15,-15 0-15,-16-32-1,-16 16-15,0 0 16,0 31 0,16-31-1,-16 0-15,0 16 16,15 0-16,-15-1 15,0 65 17,0-33-32,0-47 15,0 47 1,0-31-16,0 16 16,0-32-16,0 31 15,0 33 1,0 31-1,0-79-15,0 47 16,0 16 0,-15-47-16,15-32 15,0 95 1,-16-64-16,16 49 16,0-17-1,-16-47-15,16 15 16,-16 144-1,16-112 17,0 33-17,0-49 1,0 32 0,0 1-1,0-33 1,32 32-1,31-31 1,-63-48 0,16 15-16,64 33 15,-49-48 1,17 0 0,-1 15-1,-15-31 1,0 16-16,16-16 31,-1 0-15,-31 0 15,0 0-15,0 0-16,16 0 46,-17-16-30,1 16 0,0 0-16,-16-16 15</inkml:trace>
  <inkml:trace contextRef="#ctx0" brushRef="#br0" timeOffset="9774.07">1905 10573 0,'79'-16'110,"175"0"-79,-190 16-31,63 0 31,95 0-15,-143 0-16,1 0 0,31 0 16,32 0-1,-64 0 1,-63 0-1,0 0-15,15 0 32,1 0 30,0 0-46,32 0-1,-1 0 17,-15 0-32,-33 0 15,1 0 1,0 0 0,0 0-16,48 0 31,-33 0-16</inkml:trace>
  <inkml:trace contextRef="#ctx0" brushRef="#br0" timeOffset="10957.29">3794 10192 0,'16'-16'62,"0"16"-46,15 0-1,17 16-15,-32-16 16,95 47 0,-79-31-1,15 0-15,-15 0 16,32-16-1,-17 0 1,-31 0 0,0 0-1,32 48 1,-17-48 0,1 31-16,-16-15 15,0 16 48,-16 0-48,0-16-15,-16 31 16,0-15 0,-16 0-16,-47 63 15,-32-47 1,95-48-1,-79 63-15,15-31 16,-31 0 0,32-1 15,31-31-15,1 16-16,31 0 15,0-16 1,-16 16 15,0-16 0,17 0-15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840" units="cm"/>
          <inkml:channel name="Y" type="integer" min="-57" max="1200" units="cm"/>
          <inkml:channel name="T" type="integer" max="2.14748E9" units="dev"/>
        </inkml:traceFormat>
        <inkml:channelProperties>
          <inkml:channelProperty channel="X" name="resolution" value="111.30434" units="1/cm"/>
          <inkml:channelProperty channel="Y" name="resolution" value="58.46511" units="1/cm"/>
          <inkml:channelProperty channel="T" name="resolution" value="1" units="1/dev"/>
        </inkml:channelProperties>
      </inkml:inkSource>
      <inkml:timestamp xml:id="ts0" timeString="2024-11-01T00:47:01.68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444 7763 0,'32'0'172,"0"0"-156,-16 0-16,47 0 15,-15-16 1,-17 16 0,-15 0-16,0-16 15,16 0-15,32 16 32,-33 0-17,1 0 1,-16 0-16,16-16 15,-1 16-15,-15-15 16,0 15-16,16-16 31,0 16-15,15 0-16,-31 0 16,0 0-16</inkml:trace>
  <inkml:trace contextRef="#ctx0" brushRef="#br0" timeOffset="1164.82">1063 7382 0,'32'-16'94,"63"0"-63,-63 16-31,-16 0 16,16 0-16,-16 0 15,47 0 1,-47 0-1,32 0 17,-33 0-17,17 0 1,-16 0 0,0 0-1,-16 16 1,16 0-1,-16 0 1,0 0-16,0 0 16,0-1-1,0 1 1,0 16 0,-16-16-16,0 0 15,-16 0 1,1 15-16,15-15 15,0-16 1,-16 16-16,32 0 16,-32 0-1,17 0-15,-17-16 16,-16 47 0,16-15-16,1-16 15,-1 0 1,0 16-16,0-17 15,17 1-15,-33 16 16,32-16 234</inkml:trace>
  <inkml:trace contextRef="#ctx0" brushRef="#br0" timeOffset="29881.23">7302 10779 0,'0'16'172,"32"-16"-157,16 0 1,-17 0-16,17 0 16,-16 0-1,-1 0 1,17 0-1,16 0 1,-48 0 0,-1 0-16,1 0 15,64 0 1,-65 0 0,17 0-1,-16 0 1,16 0-16,16 0 31,-17 0-15,1 0-1,-16 0 1,0 0 0,31 0-1,-15 0 1,0 0-16,-16 0 15,0 0 1,47 0 0,-47 0-1,16-16 1,-16 16 0,-1 0-1,1 0 1,16 0-1,-16 0 1,0 0 15,0 0-15,0-16 0,0 16-1,-1 0 1,1 0-1,0-16 1,0 16 15,0 0-15,0 0 0,0 0-16,15 0 15,-15 0 1,0 0-1,0-15 1</inkml:trace>
  <inkml:trace contextRef="#ctx0" brushRef="#br0" timeOffset="32737.7">6762 10366 0,'-15'16'125,"-192"-159"-94,17 16-16,15 32 1,-15-16 0,126 79-16,17 32 15,15-32 1,-16 1-16,16 31 0,-15-32 16,-48-31-1,-33-1 1,81 16-16,-1 48 15,-79-63 1,-31-32 0,94 63-1,-95-32 1,128 33-16,-49-1 16,32 16-16,1-16 15,-1 16 1,17 1-16,-1-1 31,16 16-15,-16-16-16,16 16 15,0-16-15,-31 0 16,15 0 0,-31 0-16,-17 0 15,-31-31 16,48 15-15,31 32-16,0 0 16,16 0-16,-32 0 15,1 0-15,31 0 16,-16 0-16,16-16 16,1 16-1,-1 0 1,0 0 31,0 0 46</inkml:trace>
  <inkml:trace contextRef="#ctx0" brushRef="#br0" timeOffset="33699.11">3683 8604 0,'-64'0'141,"-15"80"-126,15-64 1,48-16-16,-31 15 31,31 1-15,16 0-1,-16-16-15,0 16 16,16 16 15,0-16-15,0-1-1,0 1 1,0 0-16,0 0 16,0 0-16,0 16 15,32-16-15,-16-16 16,16 16 0,-1-16-16,-15 0 15,32 31 1,-32-31-1,16 16-15,-1 0 16,1-16-16,31 16 31,-47-16-31,0 0 0</inkml:trace>
  <inkml:trace contextRef="#ctx0" brushRef="#br0" timeOffset="49558.73">3159 9001 0,'0'-16'46,"47"16"48,-15 0-78,32 0-1,-32 0-15,142 0 16,-142 0 0,63 0 15,-63 0-31,0 0 0,15 0 31,17 16-15,-48 0-16,15-16 15,1 16 1,47 0 0,-63-16-1,48 16 1,-1 15 0,-31-31-16,47 32 31,1-32-16,-1 32 1,-31-16 15,-1 16-31,-15-17 16,32-15 0,-17 16-1,1 0-15,-32 0 16,79 16-16,-47-16 15,-16 15 1,15-31-16,-15 16 16,95 32-1,-95-32 1,15 0 0,-15 15-16,0-31 0,-1 16 15,33 16-15,-32-16 16,47 0-1,-31-16 1,-1 31-16,1-15 47,-16 0-16,15 0-15,1 0-16,0 16 15,63 15 1,-48-15-16,-31-16 16,47 32-1,-47-48-15,16 15 16,-32-15 0,-16 16-16,16-16 15,-1 0 1,1 0-1,32 32 1,-32-32 0,0 0-16,31 16 15,-31 0 1,48 16-16,-48-32 31,15 0 0,1 31-15,-16-31-16,-16 16 16,16-16-1</inkml:trace>
  <inkml:trace contextRef="#ctx0" brushRef="#br0" timeOffset="68117.06">349 10033 0,'16'-16'47,"127"16"-32,-32 0 1,64 0 0,-64 0-1,63 0 17,-79 0-32,17 0 15,-33 0-15,-16 0 16,1 0-16,-48 0 15,32 0 1,-33 0-16,1 0 16,16 0-1,0 0-15,-1-16 16,1 16 0,0 0-1,-16 0-15,0-16 63</inkml:trace>
  <inkml:trace contextRef="#ctx0" brushRef="#br0" timeOffset="69718.42">1603 9700 0,'16'0'125,"32"0"-110,-17 0-15,-15 0 16,64 0-1,-33 16 1,-15-16-16,-16 15 16,0 1-1,0 0 1,15 16-16,-15-32 16,32 32-1,-16 15-15,-1-31 16,1 0-1,0-16 1,-32 16 0,16 0 31,-16 63 31,-48-15-47,-47-49-15,79 1-1,-32 0-15,17-16 16,-1 16-16,0 0 15,-111 16 1,127-16 0,-15-16-1,-1 16 17,16-16-32,-16 0 15,-15 15 1,31-15-16</inkml:trace>
  <inkml:trace contextRef="#ctx0" brushRef="#br0" timeOffset="74283.36">12589 9620 0,'-32'0'94,"-16"-47"-78,17 47-1,-1-16 1,16 16 0,0 0-1,0 0 1,-16 0 31,1 16-32,15-1-15,0 1 16,0 0-16,0 32 47,-16-16-31,32-16-1,0 15 1,0 1-1,0 0 1,0-16 0,0 31-1,0-15 1,0 16 0,0-17-1,0 1 1,16 0-1,-16-16 1,0 15 0,16 1-1,32 0 17,-48-16-32,16 0 0,-1-16 15,1 0 1,16 0-1,-16 16 1,0-16 0,0 0 15,16 0-15,-17 0-1,17 0 1,-16 0-1,16 0 1,-16 0 0,-1 0-1,1 0 17,0 0-17,16-16-15,-16 0 16,0 0-1,31-16 1,-47 16-16,48-15 31,-32-1-15,-16 16-16,16 0 16,0-31-1,-16 31 1,0 0-1,15-32 1,-15 32 0,0 0-1,0 0 17,0 1-17,-15-1 1,-1 16-1,-16-16 17,16 16-17,0 0-15,0 0 16,-15 0 0,15-16-1,0 16 1,-16 0-1,16 0 1,0 0 0,-31-32 62</inkml:trace>
  <inkml:trace contextRef="#ctx0" brushRef="#br0" timeOffset="118981.39">6731 15494 0,'16'0'94,"31"-16"-78,-31 16-1,0 0-15,16-16 16,0 16-16,47 0 47,-32 0-16,-31-16-31,16 16 16,-16 0-1,63 0-15,-63 0 16,16 0-1,-16 0 17,0 0 30,0 0-15,-1 0-16,1 0-15,0 0-16,0 0 0,0 0 47</inkml:trace>
  <inkml:trace contextRef="#ctx0" brushRef="#br0" timeOffset="139341.22">11811 12271 0,'16'64'172,"-16"-32"-172,0 31 16,0-47-16,0 95 31,0-63-16,15-1-15,1-31 16,-16 0-16,0 0 16,0 16-16,0-16 15,0 0-15,0-1 16,16 17 0,0 16-16,-16-32 46,16-1-14,-16 1 46,0 0-31</inkml:trace>
  <inkml:trace contextRef="#ctx0" brushRef="#br0" timeOffset="140836.78">12335 12557 0,'-48'16'110,"16"16"-95,-15 47 1,-1-15 0,16-1-1,16-47 1,0 16-16,1-1 15,-17 1-15,0 16 16,32-32 0,-16-16-16,16 16 15,0 0 48,-16-16 15,1 0-62,-17 0-1,0 0 1,16 0-1,0 0-15,-16 0 0,17 0 16,-65 0 0,-15-32 15,47-16-31,32 16 16,-15 1-16,-96-65 31,111 65-31,-32-1 15,1-16-15,15 32 16,-47-31 0,31 31-16,16 0 15,-47-16 1,47 16 0,0 1-1,-15 15 1,31 0-1,16-16 17</inkml:trace>
  <inkml:trace contextRef="#ctx0" brushRef="#br0" timeOffset="-194287.51">5302 1683 0,'32'-32'125,"0"32"-109,-17 0-1,1 0-15,48-16 16,-1 0 0,-47 16-1,16 0-15,16 0 16,-33 0-1,33 0 17,-16 0-32,-1 0 15,-15 0-15,16 0 0,48-16 32,-17 16-17,-31 0-15,15 0 31,-31 0 1,16 0-17,0 0 1,-16 0-16,15 0 16,-15 0-16,48 0 15,-48 0 1,47 0-1,-47 0 1,16 0 0,-16 0-1,0 0 1,-1 0 0,1 0-1,0 0 1,0 0 31,0-15 62</inkml:trace>
  <inkml:trace contextRef="#ctx0" brushRef="#br0" timeOffset="-166029.46">9779 2191 0,'16'0'94,"-16"95"-79,31-31-15,-15-17 0,32 48 16,-32-47-1,16 0-15,-17 15 16,1-31-16,0 15 16,16 1-1,31-32 95,1-48-95,31-15-15,16-33 0,48 1 16,-16-1 0,16 1-16,-16 0 0,-1-17 15,128-15 1,-48 16-1,-126 63-15,-33 1 16,64-49 0,-79 64-1,-16 16-15,-16-15 16,15-1-16,-15 16 0,32-32 47,-32 32-32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840" units="cm"/>
          <inkml:channel name="Y" type="integer" min="-57" max="1200" units="cm"/>
          <inkml:channel name="T" type="integer" max="2.14748E9" units="dev"/>
        </inkml:traceFormat>
        <inkml:channelProperties>
          <inkml:channelProperty channel="X" name="resolution" value="111.30434" units="1/cm"/>
          <inkml:channelProperty channel="Y" name="resolution" value="58.46511" units="1/cm"/>
          <inkml:channelProperty channel="T" name="resolution" value="1" units="1/dev"/>
        </inkml:channelProperties>
      </inkml:inkSource>
      <inkml:timestamp xml:id="ts0" timeString="2024-11-01T00:53:57.31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1190 4445 0,'32'0'109,"63"16"-93,48-16-16,16 16 0,0-16 15,-1 31 1,1-15-16,0-16 0,174 16 31,-47-16-15,-127 32-16,0-16 16,31-16-16,255 0 15,79 0 1,-64 0-1,-254 0 1,318 0 15,-365 0-31,0 0 0,-1 0 16,160 0 0,158 0 15,-317 0-31,0 0 15,15 0-15,-15 0 0,412 0 32,-142 0-17,-191 0-15,0 0 16,223 0 0,-1 0-1,-285 0 1,15 0-16,-31 0 0,0 0 15,111 0 1,-143 0-16,-16 0 16,95 0-1,-31 0 1,-96 0 0,0 0-16,-15 0 15,95 0 1,174 0 15,-142 0-15,-17 0-1,49 0 1,-97 0-16,17 0 16,127 0-1,-16 0 1,48 16-1,-1 31 1,-15-47 0,-143 0-16,-16 0 15,286 48 1,-175-48 0,16 16-1,-16 16 1,0-17 15,-127-15-31,16 0 16,96 0-1,-144 0-15,0 0 16,-15 0-16,-1 0 16,48 0-1,-63 0-15,16 0 16,63 0-1,-16 0-15,-32 0 16,16 0-16,64 0 16,0 0-1,-48 0 1,16 0 0,-63 0-1,-17 16-15,96-16 31,-16 0-15,0 0 0,-63 0-16,-1 0 15,-47 0-15,47 0 16,1 0 0,-16 0-16,-17 0 15,33 0 1,-17 0-1,17 0 1,-1-16 0,1 1-1,-17 15 1,1-16 0,-16 16 15,47-16 0,-47 16-15,0 0-1,-16-16-15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840" units="cm"/>
          <inkml:channel name="Y" type="integer" min="-57" max="1200" units="cm"/>
          <inkml:channel name="T" type="integer" max="2.14748E9" units="dev"/>
        </inkml:traceFormat>
        <inkml:channelProperties>
          <inkml:channelProperty channel="X" name="resolution" value="111.30434" units="1/cm"/>
          <inkml:channelProperty channel="Y" name="resolution" value="58.46511" units="1/cm"/>
          <inkml:channelProperty channel="T" name="resolution" value="1" units="1/dev"/>
        </inkml:channelProperties>
      </inkml:inkSource>
      <inkml:timestamp xml:id="ts0" timeString="2024-11-01T01:21:38.39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11160 10081 0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840" units="cm"/>
          <inkml:channel name="Y" type="integer" min="-57" max="1200" units="cm"/>
          <inkml:channel name="T" type="integer" max="2.14748E9" units="dev"/>
        </inkml:traceFormat>
        <inkml:channelProperties>
          <inkml:channelProperty channel="X" name="resolution" value="111.30434" units="1/cm"/>
          <inkml:channelProperty channel="Y" name="resolution" value="58.46511" units="1/cm"/>
          <inkml:channelProperty channel="T" name="resolution" value="1" units="1/dev"/>
        </inkml:channelProperties>
      </inkml:inkSource>
      <inkml:timestamp xml:id="ts0" timeString="2024-11-01T01:26:39.60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10811 7302 0,'-16'16'109,"-16"32"-93,-16 47-1,17-15 1,-65-1-1,80-15 1,-15-1 0,15-31-1,0 15 1,16 1 15,-16 0-31,-16 15 31,32-15-15,-15-17-16,-1-15 16,16 16-16,0 0 15,-16 16 1,0-17-16,16-15 16,0 0-1,-16-16 204</inkml:trace>
  <inkml:trace contextRef="#ctx0" brushRef="#br0" timeOffset="1881.07">10160 7747 0,'0'63'187,"47"80"-171,-31-127-16,0 32 16,0-16-16,-16-17 15,0 17-15,16 16 16,16-16-1,-1 15 1,-2428 17 0,4826-17-1,-2413-31 1,-16 0 0,0 0 15,0 0 0,16 0 141,0-16-156,79-80 15,0-15-16,-31 48-15,-17-1 16,1 16-16,47-31 16,-47 15-1,63-47 17,-79 63-32,15 16 15,17-47 1,-32 47-16,-1 0 15,-15-16 1,16 32 0,-16-16 15,0 0-31</inkml:trace>
  <inkml:trace contextRef="#ctx0" brushRef="#br0" timeOffset="16496.37">12382 7430 0,'-32'111'203,"-15"-32"-187,31-47-1,16 0-15,-32 31 16,16-31-16,1-1 16,-49 81 15,64-96-31,-16 31 0,-16 17 31,-31 15-15,47-79-16,16 16 15,-32 32 1,1-1 0,15-31-1</inkml:trace>
  <inkml:trace contextRef="#ctx0" brushRef="#br0" timeOffset="17910.43">11684 8017 0,'0'32'187,"0"47"-171,0-47 0,0 0 15,0-1-31,16-31 16,0 48-16,-1 31 31,1-63-16,0 0 32,63-32 63,64-79-79,-95 79-31,47-16 16,-15 1 15,-80 15-31,16 16 15,31-16 1,-31 0 0,0 16 62,0 0-63</inkml:trace>
  <inkml:trace contextRef="#ctx0" brushRef="#br0" timeOffset="68135.34">8001 12081 0,'47'47'141,"-47"33"-126,16-64 1,0 16-16,-16-1 16,16 1-16,0-32 78,0 0-47,47-16-15,80-79-1,-48-48 1,48 0 0,-63 80-16,-33 15 15,64-79 1,-63 79-16,0 1 15,31-48 1,-31 63-16,-17 0 16,49-63-1,-48 63 1,-1 16 0</inkml:trace>
  <inkml:trace contextRef="#ctx0" brushRef="#br0" timeOffset="70340.34">13176 11303 0,'0'48'204,"0"15"-189,16 17 1,-16-65 15,0 33-15,16 0-1,0-1 1,-16 1 0,16-48-16,-16 32 31,95-32 203,-64 0-218,1 0-16,16-32 0,15 0 31,-63 16-15,32 16-1</inkml:trace>
  <inkml:trace contextRef="#ctx0" brushRef="#br0" timeOffset="72102.61">15494 11954 0,'-16'0'62,"16"48"-46,0-17-1,0 17 1,0 15 0,0-47-1,0 0 1,16 0 62,63-32-62,16-32-1,-47 17-15,-16-17 16,95-47-1,32-16 1,-96 79 0,80-47-1,-111 31-15,47 16 16,-63 0-16,47-15 0,33-17 16,-49 33-1,-31 31-15,32-48 16,-32 48 15</inkml:trace>
  <inkml:trace contextRef="#ctx0" brushRef="#br0" timeOffset="73955.47">11080 10017 0,'0'95'156,"0"-63"-140,0 32-16,0-17 16,0 17-16,0 47 15,0 32 1,0 16-1,0-33 1,0 17 0,0-47-1,0-1 1,0 16 0,0-16-1,0-63 1,0 47-1,0-31-15,16 63 32,-16-31-17,0-49-15,0 1 16,0 0-16,0 15 16,0 33-1,0-17 1,0-31-16,0 16 15,0-17-15,0 17 16,0 63 0,0-95-1,-16 47 1,16 1 0,0-48-16,0 0 15,-15 47 1,15-47 15,0 0-15,0 0-1,0 0 1,0 0 0,0-1 15</inkml:trace>
  <inkml:trace contextRef="#ctx0" brushRef="#br0" timeOffset="75445.39">11509 12208 0,'-16'79'141,"-31"16"-126,31-63-15,-16 0 16,0 32-1,16-49-15,0 1 16,1 16-16,15-16 16,-16 16-1,-16 15 1,32-15 0,0-16-1,-16 0 16,-31-16 141,-96-64-140,63-15-32,1 15 46,47 33-46,16 15 16,0 0-16,0 0 0,-63-48 31,47 49-15,17-1 0,15 0-16,-32 16 15,0-32 1,16 32-1,-16-16 1</inkml:trace>
  <inkml:trace contextRef="#ctx0" brushRef="#br0" timeOffset="84639.37">12382 15573 0,'0'16'204,"-47"79"-189,-33 17 1,1-17-1,47-79-15,0 31 16,-15 33 0,15-48-1,32-17 1,-32 17-16,16-16 0,1 0 16,15 16-1,-16-32-15,-48 79 47,64-63-31,-32 16-16,32-16 0,0-1 15,-16-15-15,1 16 16</inkml:trace>
  <inkml:trace contextRef="#ctx0" brushRef="#br0" timeOffset="86356.27">11811 15923 0,'0'-16'93,"-16"16"1,-16 111-63,16-32 1,16-47-17,0 0 1,0 15 0,-16-31-16,16 0 15,0 16 1,0-16-1,0 0 1,0 0 0,0-1-16,0 1 31,127-32 219,16-31-234,-95 15-1,-16 16-15,-17 16 16,17 0-16,16-16 15,-16 0 1,-1 16 0,17-16-16,-32 1 15,63-1 1,-31 16 0,-16 0-1,15 0 1</inkml:trace>
  <inkml:trace contextRef="#ctx0" brushRef="#br0" timeOffset="93295.08">17002 15065 0,'-175'127'140,"64"-47"-124,32-1 0,-80 48-1,64-47-15,31-33 16,-15 17-1,31-17 1,-15 17 0,47-48-1,-16 15-15,16-15 16,0-16 31</inkml:trace>
  <inkml:trace contextRef="#ctx0" brushRef="#br0" timeOffset="94589.56">15875 15399 0,'-16'31'109,"-32"192"-62,48-192-47,-16 17 0,16 32 31,0-65-15,0 17-16,0-16 15,0 0-15,0 0 16,0 0 0,0-1-1,0 1 1,111-16 156,-31 0-157,-1 0-15,32 0 16,159 0 0,-48-31-1,-110 31-15,46 0 16,-46-16 0,-65 16-1,-15 0-15,-32-16 16,32 0-16,-17 16 15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840" units="cm"/>
          <inkml:channel name="Y" type="integer" min="-57" max="1200" units="cm"/>
          <inkml:channel name="T" type="integer" max="2.14748E9" units="dev"/>
        </inkml:traceFormat>
        <inkml:channelProperties>
          <inkml:channelProperty channel="X" name="resolution" value="111.30434" units="1/cm"/>
          <inkml:channelProperty channel="Y" name="resolution" value="58.46511" units="1/cm"/>
          <inkml:channelProperty channel="T" name="resolution" value="1" units="1/dev"/>
        </inkml:channelProperties>
      </inkml:inkSource>
      <inkml:timestamp xml:id="ts0" timeString="2024-11-01T01:28:50.69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21240 7763 0,'48'47'141,"-48"-31"-126,0 32-15,16 0 16,-16-32-16,0 31 15,16 17 1,0-33-16,-16-15 16,16-16-1,0 0 79,110-32-78,-30-47-1,78-48 1,-62 48 0,62-32-1,-79 47-15,32-15 16,-63 31-16,31-31 15,64-32 1,-16 0 0,-48 31-16,-31 48 15,15-15-15,-47-1 16,111-79 0,-96 95-1,1 1 1,-32 15-16,15 0 15,17-16-15,31-31 16,-63 63 0,0-16-1,0 16-15</inkml:trace>
  <inkml:trace contextRef="#ctx0" brushRef="#br0" timeOffset="14986.49">5778 6540 0,'-32'159'125,"32"-111"-109,-15 142 15,15-31-15,0-48-16,0-31 15,0 126 1,0-158-16,0 126 31,0-126-15,0-32-1,0 15-15,0 17 16,0-32 0</inkml:trace>
  <inkml:trace contextRef="#ctx0" brushRef="#br0" timeOffset="15901.62">6080 7477 0,'-32'32'140,"16"15"-124,-16 1-16,-15 16 0,-1 15 31,-15 48-15,47-79-1,0-32-15,16 47 0,-16-31 16,16-16 0,-16-1 93,-47-15-93,31-15-1,0-17 1,1 16-16,-17-32 16,16 17-16,-16-17 15,33 16-15,-33-15 16,32 47-16,0-16 31,0 16-15,1-16 15,15-32 94</inkml:trace>
  <inkml:trace contextRef="#ctx0" brushRef="#br0" timeOffset="17052.66">8064 5763 0,'-16'47'141,"0"160"-110,16-128-31,-15 0 16,15 32-16,-32-31 16,16 31-1,16 0-15,0 0 0,0 191 31,0-112-15,-16-110 0,16-1-16,0 1 0,0-17 15,0 48 1,0 16 0,0-32-1,0-47 1,0 0-16,0-17 15,0 17-15,0-16 16,0 15 15</inkml:trace>
  <inkml:trace contextRef="#ctx0" brushRef="#br0" timeOffset="18172.68">8160 7715 0,'-80'95'141,"17"-15"-126,15-17-15,48-47 16,-32 48-16,16-33 0,16 17 16,-15-16-1,-1-16 1,-96-32 156,81-16-157,-17-16-15,1-15 16,-33-32 0,17 15-1,31 64-15,-63-95 32,95 96-32,-48-33 15,48 32 1</inkml:trace>
  <inkml:trace contextRef="#ctx0" brushRef="#br0" timeOffset="30400.6">16335 11112 0,'-16'0'141,"-31"0"-126,31 0 1,0 0 0,0 0-1,0 0 17,0 0-32,0 0 15,-15 16 1,15-16-1,0 0-15,0 0 0,-32 0 32,33 0-17,-1 0-15,-32 16 16,32-16 0,-16 0-16,-47 0 15,47 0 16,1 0-31,15 0 16,-16 0-16,-16 0 16,16 0-16,1 0 31,-33 0-15,17 0-1,-1 0 1,-16 0-1,49 0-15,-1 0 16,0 0 0,-32 0-1,32 0-15,-15 0 0,-17 0 32,-16 0-17,33 0 16,15 0-31,0 0 16,-32 0-16,33 0 16,-49 0 15,48 0-31,-16 0 16,-15 0-1,15 0-15,0 0 0,-15 0 31,15 0-15,0 0 0,16 0-16,0 0 15,0 0-15,1 0 16,-1 0-16,-16 0 16,16 0-16,0 0 15,-15 0 1,-33 0-1,48 0 1,-16 0-16,1 16 16,-17-16 15,-15 16-15,15-16-1,16 0 1,0 0-16,16 0 0,-15 0 15,15 0 1,-111 16 0,95-16-1,-47 0 1,47 0 0,0 16-16,16-16 15,-31 0-15,-17 16 16,17-16-1,-1 0 1,0 0 0,1 0 15,31 0-31,0 16 0,0-16 16,0 0-1,0 0-15,0 0 0,1 15 16,-17-15-1,16 0 1,0 0 0,0 0-16,0 0 15,1 0 1,-33 0 0,32 0 15,0 0-16,-32 0 17,33 0 15,-17 0-32,0 0 16,16 0-15,-15 0 0,15 0-1,0 0-15,-32 0 47,32 0-31,0 0 15,0 0 47,-15 0-47,15 0-15</inkml:trace>
  <inkml:trace contextRef="#ctx0" brushRef="#br0" timeOffset="52594.54">10255 15573 0,'-79'318'125,"47"-64"-110,-16 0 1,16-32-1,17-143 1,15 17 0,0-64-16,0-17 15,0-142 204</inkml:trace>
  <inkml:trace contextRef="#ctx0" brushRef="#br0" timeOffset="53763.88">10318 15510 0,'48'48'110,"-48"63"-95,32-32 1,0 64-1,-1-80-15,-31 1 16,16-1-16,16 1 16,-32-1-1,32 64 1,-16-79 0,-1 0-16,-15 15 31,0-31-31,16 0 0,0-1 15,-16 33 1,16-48 0,-16 0-1,16-1 17</inkml:trace>
  <inkml:trace contextRef="#ctx0" brushRef="#br0" timeOffset="54532.8">10033 16145 0,'111'-16'94,"-32"16"-79,112 0 1,-159 0-1,15 0 1,32 0 0,-47 0-16,0 0 15,16-16-15,-17 16 16,-15 0-16,0 0 0,0-16 31</inkml:trace>
  <inkml:trace contextRef="#ctx0" brushRef="#br0" timeOffset="55245.08">11319 16018 0,'79'0'109,"48"0"-93,-64 0-16,17 0 15,-1 0 1,16 0 0,-31 0-1,-16 0-15,-1 0 16,-31 0-1</inkml:trace>
  <inkml:trace contextRef="#ctx0" brushRef="#br0" timeOffset="56229.89">11747 15637 0,'0'16'93,"0"143"-61,0-96-32,0 0 15,0 49 1,0-49-16,0 144 31,0-81-15,0-94-16,0 32 15,0 47 1,0-79 0,0 15-1</inkml:trace>
  <inkml:trace contextRef="#ctx0" brushRef="#br0" timeOffset="57834.86">12636 15780 0,'0'-16'79,"-47"-64"-48,47 49-31,0-17 15,0 16 1,0 1 0,79-1-1,-63 16-15,32 0 16,-33 16 0,1-16-16,16 0 0,16 16 15,15-16 1,-47 16-1,32 0 1,-32 48 109,-16 47-109,0-15-1,0 15 1,-32-63-16,16 15 16,0-15-16,0 16 15,-47 79 1,47-80-1,-32 1-15,32-32 16,-15 31-16,-1 33 16,-16-1-1,32-47 1,-16 16 0,-15 31-1,-1 80 1,17-128-1,-1 112 1,32-111 0,-16-16-1,111-95 126,-63 63-141,0 0 16,15 0-16,-15 0 0,16 16 15,-1 0-15,-31 0 16,16 0-1,0 0 32,-1 16-15,49 79-17,-64-63 1,0 16-16,15-1 15,-15-47-15,16 32 16,-32-16-16,16-16 16,-16-111 171,47 47-171,-31 48-1</inkml:trace>
  <inkml:trace contextRef="#ctx0" brushRef="#br0" timeOffset="59192.61">13414 16510 0,'0'-48'110,"0"32"-95,0 1-15,0-1 0,16-48 32,-16 48-17,0-15 1,-16 15 109,0 16-109,-16 16-1,32 0 1,0-1-1,0 1 1,0 0 0,0 0-16,0 0 15,48 31 1,-32-31 0,16 0-1,0 0 1,15 0-1,17 16 1,-17-16 0,-31-16-1,-16 47 48,0-31-48,0 0 1,0 0 0,0 0-1,0 15-15,0-15 16,0 16 0,-32-16-16,-15 16 15,-64 15 1,31 17-1,33-48 1,-17 31 15,1-31 1,31-16-17,16 0 188,48-16-171,0 16-17,15-16-15,17-15 16</inkml:trace>
  <inkml:trace contextRef="#ctx0" brushRef="#br0" timeOffset="61038.63">14240 16796 0,'-16'16'62,"16"-143"63,0 79-125,0-15 16,16-17-16,-16-31 0,31-111 31,49-112-15,-33 128 0,1 79-1,0 32 1,-32 79-1,-16 32 79,0 95-63,0 0-15,0-63 0,0 15-16,0-15 0,15 174 47,-15-111-32,0-47 1,0-33-16,0 17 0,16 0 15,-16-17-15,0-15 32,0 16-32,0-16 93,16-32-77,16-95 15,79-111-15,-63 126-16,-1 33 16,1-32-1,-1 31 1,-15 1-1,0 15 1,-16 48-16,16-32 0,-1 1 31,-15 15-15,-16 0 15,16 16 79,-16 16-95,0 31-15,16 17 16,0 79 15,-16-96-31,32 191 31,-17 48 16,-15-222-47,0 31 0,0-32 16,0-15-16,16 31 15,0-31-15,-16-16 16,48 142 15,-48-158-15,0 48 0,0-32-1,32-17 157,-16-15-141,15 0 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840" units="cm"/>
          <inkml:channel name="Y" type="integer" min="-57" max="1200" units="cm"/>
          <inkml:channel name="T" type="integer" max="2.14748E9" units="dev"/>
        </inkml:traceFormat>
        <inkml:channelProperties>
          <inkml:channelProperty channel="X" name="resolution" value="111.30434" units="1/cm"/>
          <inkml:channelProperty channel="Y" name="resolution" value="58.46511" units="1/cm"/>
          <inkml:channelProperty channel="T" name="resolution" value="1" units="1/dev"/>
        </inkml:channelProperties>
      </inkml:inkSource>
      <inkml:timestamp xml:id="ts0" timeString="2024-11-01T01:33:01.36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6604 5778 0,'0'16'31,"16"-16"126,0 0-142,-1 0-15,49 0 16,-1 0-1,1 0 1,-16 0 0,-17 0-1,-15 0-15,32 0 16,47 0 0,-79 0-1,16 0-15,15 0 16,1 0-1,-16 0 1,-1 0-16,96 0 31,-63 0-31,15 0 32,-15 0-17,-17 0-15,-15 0 16,32 0-1,-17 0 1,17 0 0,-48 0-16,0 0 15,-1 0 1,17 0 437,16 0-437,-32 0-1,-1 0 17,1 0-17</inkml:trace>
  <inkml:trace contextRef="#ctx0" brushRef="#br0" timeOffset="21657.2">19082 2286 0,'-16'0'234,"16"48"-218,0-17-1,0 1-15,0-16 16,16 47 0,-16-47-16,0 0 15,15 0 17,1-16 264,16-16-280,16 0 0,15-15-1,-31-1-15,-16 16 16,0 0-16,31 16 16,17-47-1,-1-17 1,-15 48 15,-16-32-31,-16 48 0,63-31 31,-47-1-15,-17 16-16,33 0 16,-32 0-16,0 1 15,32-1 1,-33 16-16,17-48 15,-16 32-15,16 0 32,15 0-17,1 0 1,-32 16 0,0 0-1,-16-15 141</inkml:trace>
  <inkml:trace contextRef="#ctx0" brushRef="#br0" timeOffset="29619.66">19113 3588 0,'0'95'359,"0"-47"-327,0 15-17,0-31-15,0-16 16,0 0-1,16 15 1,-16-15-16,0 0 31,0 0-15,0 0 0,0 0-16,16 0 171,0-16-108,31 0-32,-31-16-31,0 16 0,0-16 16,0 0-16,0 0 15,0 0-15,31-15 32,-31 15-32,16-16 0,-16 16 15,31-48 17,-15 33-32,-16 15 0,0 0 15,32-16-15,-1 16 16,17-47-1,-1 15 1,-31 16-16,0 32 16,0-31-16,-1-1 15,1 0 1,16 16-16,-1-15 16,1-1-1,-32 16 1,31 0-16,1-32 15,-16 48 1,-16-15-16,-1-1 16,17 0-16,-16 0 15,32 0-15,-1-31 32,1 31-32,0-16 31,-17 16-16,1 0 1,0 0 0,-16 16-16,16-16 31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>
            <a:extLst>
              <a:ext uri="{FF2B5EF4-FFF2-40B4-BE49-F238E27FC236}">
                <a16:creationId xmlns:a16="http://schemas.microsoft.com/office/drawing/2014/main" id="{64A0BA85-7D74-8DDD-D8A7-52887D98F7CF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0000" tIns="46800" rIns="90000" bIns="46800" numCol="1" anchor="ctr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ClrTx/>
              <a:buFontTx/>
              <a:buNone/>
              <a:defRPr kumimoji="0"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9395" name="Rectangle 3">
            <a:extLst>
              <a:ext uri="{FF2B5EF4-FFF2-40B4-BE49-F238E27FC236}">
                <a16:creationId xmlns:a16="http://schemas.microsoft.com/office/drawing/2014/main" id="{914527F9-8C83-22D2-0227-CC05A66E3BFD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0000" tIns="46800" rIns="90000" bIns="46800" numCol="1" anchor="ctr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ClrTx/>
              <a:buFontTx/>
              <a:buNone/>
              <a:defRPr kumimoji="0"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4" name="Rectangle 4">
            <a:extLst>
              <a:ext uri="{FF2B5EF4-FFF2-40B4-BE49-F238E27FC236}">
                <a16:creationId xmlns:a16="http://schemas.microsoft.com/office/drawing/2014/main" id="{C59FC307-713F-B1C2-050B-1FB1A84B94B0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9397" name="Rectangle 5">
            <a:extLst>
              <a:ext uri="{FF2B5EF4-FFF2-40B4-BE49-F238E27FC236}">
                <a16:creationId xmlns:a16="http://schemas.microsoft.com/office/drawing/2014/main" id="{52B55EF3-C869-EE57-40A2-7B6F6D70AA14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0000" tIns="46800" rIns="90000" bIns="46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9398" name="Rectangle 6">
            <a:extLst>
              <a:ext uri="{FF2B5EF4-FFF2-40B4-BE49-F238E27FC236}">
                <a16:creationId xmlns:a16="http://schemas.microsoft.com/office/drawing/2014/main" id="{93ECA057-8E50-EAEA-5D26-761AF3A4B359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0000" tIns="46800" rIns="90000" bIns="46800" numCol="1" anchor="b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ClrTx/>
              <a:buFontTx/>
              <a:buNone/>
              <a:defRPr kumimoji="0"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9399" name="Rectangle 7">
            <a:extLst>
              <a:ext uri="{FF2B5EF4-FFF2-40B4-BE49-F238E27FC236}">
                <a16:creationId xmlns:a16="http://schemas.microsoft.com/office/drawing/2014/main" id="{347D95C4-3AE1-8B19-F36F-F9B283C2AEF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0000" tIns="46800" rIns="90000" bIns="46800" numCol="1" anchor="b" anchorCtr="0" compatLnSpc="1">
            <a:prstTxWarp prst="textNoShape">
              <a:avLst/>
            </a:prstTxWarp>
          </a:bodyPr>
          <a:lstStyle>
            <a:lvl1pPr algn="r">
              <a:defRPr kumimoji="0"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46D13347-E52A-4BDD-A810-7C276D794ED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>
            <a:extLst>
              <a:ext uri="{FF2B5EF4-FFF2-40B4-BE49-F238E27FC236}">
                <a16:creationId xmlns:a16="http://schemas.microsoft.com/office/drawing/2014/main" id="{33659605-81F1-5F84-085F-E4DA7BEC2A3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800AFD20-ADC9-410F-8F62-EEF565C4C433}" type="slidenum">
              <a:rPr kumimoji="0" lang="en-US" altLang="en-US" sz="1200" smtClean="0">
                <a:latin typeface="Times New Roman" panose="02020603050405020304" pitchFamily="18" charset="0"/>
              </a:rPr>
              <a:pPr/>
              <a:t>1</a:t>
            </a:fld>
            <a:endParaRPr kumimoji="0"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0243" name="Rectangle 2">
            <a:extLst>
              <a:ext uri="{FF2B5EF4-FFF2-40B4-BE49-F238E27FC236}">
                <a16:creationId xmlns:a16="http://schemas.microsoft.com/office/drawing/2014/main" id="{B78522F1-E115-D4D1-FDF1-3C8764CBE7F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4" name="Rectangle 3">
            <a:extLst>
              <a:ext uri="{FF2B5EF4-FFF2-40B4-BE49-F238E27FC236}">
                <a16:creationId xmlns:a16="http://schemas.microsoft.com/office/drawing/2014/main" id="{4F3886E4-6949-9220-F3A2-5B7BD93EA84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7">
            <a:extLst>
              <a:ext uri="{FF2B5EF4-FFF2-40B4-BE49-F238E27FC236}">
                <a16:creationId xmlns:a16="http://schemas.microsoft.com/office/drawing/2014/main" id="{CFB126D3-3434-26E5-BAEE-4C9A780FFD1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668AE1FB-232F-4CD7-A54F-9BB280C72CEB}" type="slidenum">
              <a:rPr kumimoji="0" lang="en-US" altLang="en-US" sz="1200" smtClean="0">
                <a:latin typeface="Times New Roman" panose="02020603050405020304" pitchFamily="18" charset="0"/>
              </a:rPr>
              <a:pPr/>
              <a:t>4</a:t>
            </a:fld>
            <a:endParaRPr kumimoji="0"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81923" name="Rectangle 7">
            <a:extLst>
              <a:ext uri="{FF2B5EF4-FFF2-40B4-BE49-F238E27FC236}">
                <a16:creationId xmlns:a16="http://schemas.microsoft.com/office/drawing/2014/main" id="{161AC7A9-B2A7-DD38-AF2D-E8DB064FA55F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/>
            <a:fld id="{C06720C2-6376-4351-A8AC-066091D85758}" type="slidenum">
              <a:rPr kumimoji="0" lang="en-US" altLang="en-US" sz="1200">
                <a:latin typeface="Times New Roman" panose="02020603050405020304" pitchFamily="18" charset="0"/>
              </a:rPr>
              <a:pPr algn="r"/>
              <a:t>4</a:t>
            </a:fld>
            <a:endParaRPr kumimoji="0"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81924" name="Rectangle 2">
            <a:extLst>
              <a:ext uri="{FF2B5EF4-FFF2-40B4-BE49-F238E27FC236}">
                <a16:creationId xmlns:a16="http://schemas.microsoft.com/office/drawing/2014/main" id="{E25170B1-BC70-BDE9-4312-6EB05A196CC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25" name="Rectangle 3">
            <a:extLst>
              <a:ext uri="{FF2B5EF4-FFF2-40B4-BE49-F238E27FC236}">
                <a16:creationId xmlns:a16="http://schemas.microsoft.com/office/drawing/2014/main" id="{CA5E418B-BBF9-D326-E1AB-F53B8BDD51B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t"/>
          <a:lstStyle/>
          <a:p>
            <a:endParaRPr lang="en-GB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br>
              <a:rPr lang="en-US" dirty="0"/>
            </a:br>
            <a:endParaRPr lang="en-MY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6D13347-E52A-4BDD-A810-7C276D794ED3}" type="slidenum">
              <a:rPr lang="en-US" altLang="en-US" smtClean="0"/>
              <a:pPr>
                <a:defRPr/>
              </a:pPr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167656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dirty="0">
                <a:solidFill>
                  <a:srgbClr val="242021"/>
                </a:solidFill>
                <a:effectLst/>
                <a:latin typeface="TimesTenLTStd-Roman"/>
              </a:rPr>
              <a:t>Multiplication involves the generation of partial products, one for each digit in the multiplier. These partial products are then summed to produce the final product.</a:t>
            </a:r>
            <a:r>
              <a:rPr lang="en-US" dirty="0"/>
              <a:t> </a:t>
            </a:r>
          </a:p>
          <a:p>
            <a:endParaRPr lang="en-US" dirty="0"/>
          </a:p>
          <a:p>
            <a:r>
              <a:rPr lang="en-US" sz="1800" b="0" i="0" dirty="0">
                <a:solidFill>
                  <a:srgbClr val="242021"/>
                </a:solidFill>
                <a:effectLst/>
                <a:latin typeface="TimesTenLTStd-Roman"/>
              </a:rPr>
              <a:t>The partial products are easily defined. When the multiplier bit is 0, the partial product is 0. When the multiplier is 1, the partial product is the multiplicand</a:t>
            </a:r>
            <a:r>
              <a:rPr lang="en-US" dirty="0"/>
              <a:t> </a:t>
            </a:r>
          </a:p>
          <a:p>
            <a:endParaRPr lang="en-US" dirty="0"/>
          </a:p>
          <a:p>
            <a:r>
              <a:rPr lang="en-US" sz="1800" b="0" i="0" dirty="0">
                <a:solidFill>
                  <a:srgbClr val="242021"/>
                </a:solidFill>
                <a:effectLst/>
                <a:latin typeface="TimesTenLTStd-Roman"/>
              </a:rPr>
              <a:t>The total product is produced by summing the partial products. For this operation, each successive partial product is shifted one position to the left relative to the preceding partial product.</a:t>
            </a:r>
            <a:r>
              <a:rPr lang="en-US" dirty="0"/>
              <a:t> </a:t>
            </a:r>
            <a:br>
              <a:rPr lang="en-US" dirty="0"/>
            </a:br>
            <a:br>
              <a:rPr lang="en-US" dirty="0"/>
            </a:br>
            <a:endParaRPr lang="en-MY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6D13347-E52A-4BDD-A810-7C276D794ED3}" type="slidenum">
              <a:rPr lang="en-US" altLang="en-US" smtClean="0"/>
              <a:pPr>
                <a:defRPr/>
              </a:pPr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665966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 b="0" i="0" dirty="0">
                <a:solidFill>
                  <a:srgbClr val="242021"/>
                </a:solidFill>
                <a:effectLst/>
                <a:latin typeface="TimesTenLTStd-Roman"/>
              </a:rPr>
              <a:t>Compared with the pencil-and-paper approach, there are several things we can do to make computerized multiplication more efficient.</a:t>
            </a:r>
            <a:r>
              <a:rPr lang="en-US" dirty="0"/>
              <a:t> </a:t>
            </a:r>
            <a:br>
              <a:rPr lang="en-US" dirty="0"/>
            </a:br>
            <a:endParaRPr lang="en-MY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6D13347-E52A-4BDD-A810-7C276D794ED3}" type="slidenum">
              <a:rPr lang="en-US" altLang="en-US" smtClean="0"/>
              <a:pPr>
                <a:defRPr/>
              </a:pPr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197600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MY" dirty="0"/>
              <a:t>This multiplication block diagram illustrate the concept of multiplication in  the ALU </a:t>
            </a:r>
          </a:p>
          <a:p>
            <a:pPr marL="228600" indent="-228600">
              <a:buFont typeface="+mj-lt"/>
              <a:buAutoNum type="arabicPeriod"/>
            </a:pPr>
            <a:r>
              <a:rPr lang="en-MY" dirty="0"/>
              <a:t>Multiplicand and multiplier are loaded into 2 registers (Q and M ) </a:t>
            </a:r>
          </a:p>
          <a:p>
            <a:pPr marL="228600" indent="-228600">
              <a:buFont typeface="+mj-lt"/>
              <a:buAutoNum type="arabicPeriod"/>
            </a:pPr>
            <a:r>
              <a:rPr lang="en-MY" dirty="0"/>
              <a:t>Next, the third register, A is needed to and initially set to 0 </a:t>
            </a:r>
          </a:p>
          <a:p>
            <a:pPr marL="228600" indent="-228600">
              <a:buFont typeface="+mj-lt"/>
              <a:buAutoNum type="arabicPeriod"/>
            </a:pPr>
            <a:r>
              <a:rPr lang="en-MY" dirty="0"/>
              <a:t>Then, we have a 1-bit register, C that was also initialized to 0 to hold the potential carry bit (for any addition process) </a:t>
            </a:r>
          </a:p>
          <a:p>
            <a:pPr marL="228600" indent="-228600">
              <a:buFont typeface="+mj-lt"/>
              <a:buAutoNum type="arabicPeriod"/>
            </a:pPr>
            <a:endParaRPr lang="en-MY" dirty="0"/>
          </a:p>
          <a:p>
            <a:pPr marL="0" indent="0">
              <a:buFont typeface="+mj-lt"/>
              <a:buNone/>
            </a:pPr>
            <a:r>
              <a:rPr lang="en-MY" dirty="0"/>
              <a:t>How did operations work? </a:t>
            </a:r>
          </a:p>
          <a:p>
            <a:pPr marL="228600" indent="-228600">
              <a:buFont typeface="+mj-lt"/>
              <a:buAutoNum type="arabicPeriod"/>
            </a:pPr>
            <a:r>
              <a:rPr lang="en-MY" dirty="0"/>
              <a:t>CU read the Q register one bit at a time and if Q0 =1, the multiplicand is added to the A register and result will be stored to A. (C is required for carry bit or overflow cases) </a:t>
            </a:r>
          </a:p>
          <a:p>
            <a:pPr marL="228600" indent="-228600">
              <a:buFont typeface="+mj-lt"/>
              <a:buAutoNum type="arabicPeriod"/>
            </a:pPr>
            <a:r>
              <a:rPr lang="en-MY" dirty="0"/>
              <a:t>Then, all of the bits of the C, A and Q registers are shifted to the right ONE bit so that C bit goes into A(n-1) , A0 goes into Q(n-1) and Q0 is lost</a:t>
            </a:r>
          </a:p>
          <a:p>
            <a:pPr marL="228600" indent="-228600">
              <a:buFont typeface="+mj-lt"/>
              <a:buAutoNum type="arabicPeriod"/>
            </a:pPr>
            <a:r>
              <a:rPr lang="en-MY" dirty="0"/>
              <a:t>Then, no addition is performed, just </a:t>
            </a:r>
            <a:r>
              <a:rPr lang="en-MY"/>
              <a:t>the shift </a:t>
            </a:r>
            <a:endParaRPr lang="en-MY" dirty="0"/>
          </a:p>
          <a:p>
            <a:pPr marL="228600" indent="-228600">
              <a:buFont typeface="+mj-lt"/>
              <a:buAutoNum type="arabicPeriod"/>
            </a:pPr>
            <a:endParaRPr lang="en-MY" dirty="0"/>
          </a:p>
          <a:p>
            <a:pPr marL="228600" indent="-228600">
              <a:buFont typeface="+mj-lt"/>
              <a:buAutoNum type="arabicPeriod"/>
            </a:pPr>
            <a:endParaRPr lang="en-MY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6D13347-E52A-4BDD-A810-7C276D794ED3}" type="slidenum">
              <a:rPr lang="en-US" altLang="en-US" smtClean="0"/>
              <a:pPr>
                <a:defRPr/>
              </a:pPr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881959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dirty="0">
                <a:solidFill>
                  <a:srgbClr val="242021"/>
                </a:solidFill>
                <a:effectLst/>
                <a:latin typeface="TimesTenLTStd-Roman"/>
              </a:rPr>
              <a:t>Multiplication involves the generation of partial products, one for each digit in the multiplier. These partial products are then summed to produce the final product.</a:t>
            </a:r>
            <a:r>
              <a:rPr lang="en-US" dirty="0"/>
              <a:t> </a:t>
            </a:r>
          </a:p>
          <a:p>
            <a:endParaRPr lang="en-US" dirty="0"/>
          </a:p>
          <a:p>
            <a:r>
              <a:rPr lang="en-US" sz="1800" b="0" i="0" dirty="0">
                <a:solidFill>
                  <a:srgbClr val="242021"/>
                </a:solidFill>
                <a:effectLst/>
                <a:latin typeface="TimesTenLTStd-Roman"/>
              </a:rPr>
              <a:t>The partial products are easily defined. When the multiplier bit is 0, the partial product is 0. When the multiplier is 1, the partial product is the multiplicand</a:t>
            </a:r>
            <a:r>
              <a:rPr lang="en-US" dirty="0"/>
              <a:t> </a:t>
            </a:r>
          </a:p>
          <a:p>
            <a:endParaRPr lang="en-US" dirty="0"/>
          </a:p>
          <a:p>
            <a:r>
              <a:rPr lang="en-US" sz="1800" b="0" i="0" dirty="0">
                <a:solidFill>
                  <a:srgbClr val="242021"/>
                </a:solidFill>
                <a:effectLst/>
                <a:latin typeface="TimesTenLTStd-Roman"/>
              </a:rPr>
              <a:t>The total product is produced by summing the partial products. For this operation, each successive partial product is shifted one position to the left relative to the preceding partial product.</a:t>
            </a:r>
            <a:r>
              <a:rPr lang="en-US" dirty="0"/>
              <a:t> </a:t>
            </a:r>
            <a:br>
              <a:rPr lang="en-US" dirty="0"/>
            </a:br>
            <a:br>
              <a:rPr lang="en-US" dirty="0"/>
            </a:br>
            <a:endParaRPr lang="en-MY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6D13347-E52A-4BDD-A810-7C276D794ED3}" type="slidenum">
              <a:rPr lang="en-US" altLang="en-US" smtClean="0"/>
              <a:pPr>
                <a:defRPr/>
              </a:pPr>
              <a:t>12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142812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 rtl="0">
              <a:buAutoNum type="arabicPeriod"/>
            </a:pPr>
            <a:r>
              <a:rPr lang="en-MY" dirty="0"/>
              <a:t>4 different registers – multiplicand(M), multiplier(Q), register (A) and Register (C) </a:t>
            </a:r>
          </a:p>
          <a:p>
            <a:pPr marL="228600" indent="-228600">
              <a:buAutoNum type="arabicPeriod"/>
            </a:pPr>
            <a:r>
              <a:rPr lang="en-MY" dirty="0"/>
              <a:t>Out of these 4 registers, (M), (A) and (Q) are n bit register – depending on the number of bit </a:t>
            </a:r>
          </a:p>
          <a:p>
            <a:pPr marL="228600" indent="-228600">
              <a:buAutoNum type="arabicPeriod"/>
            </a:pPr>
            <a:r>
              <a:rPr lang="en-MY" dirty="0"/>
              <a:t>C register is the 1-bit register to handle the overflow </a:t>
            </a:r>
          </a:p>
          <a:p>
            <a:pPr marL="228600" indent="-228600">
              <a:buAutoNum type="arabicPeriod"/>
            </a:pPr>
            <a:r>
              <a:rPr lang="en-MY" dirty="0"/>
              <a:t>N-bit adder to perform the n-bit addition process </a:t>
            </a:r>
          </a:p>
          <a:p>
            <a:pPr marL="228600" indent="-228600">
              <a:buAutoNum type="arabicPeriod"/>
            </a:pPr>
            <a:r>
              <a:rPr lang="en-MY" dirty="0"/>
              <a:t>Control logic = to perform the shift and addition process --- send signal to adder as well as registers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6D13347-E52A-4BDD-A810-7C276D794ED3}" type="slidenum">
              <a:rPr lang="en-US" altLang="en-US" smtClean="0"/>
              <a:pPr>
                <a:defRPr/>
              </a:pPr>
              <a:t>16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4284302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6D13347-E52A-4BDD-A810-7C276D794ED3}" type="slidenum">
              <a:rPr lang="en-US" altLang="en-US" smtClean="0"/>
              <a:pPr>
                <a:defRPr/>
              </a:pPr>
              <a:t>19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5994439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7">
            <a:extLst>
              <a:ext uri="{FF2B5EF4-FFF2-40B4-BE49-F238E27FC236}">
                <a16:creationId xmlns:a16="http://schemas.microsoft.com/office/drawing/2014/main" id="{7F60EFD8-1EF7-FC13-00A9-E9F31B1C2AD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AFEE9628-9AA1-4E1C-A66E-5EBE2EBEE09A}" type="slidenum">
              <a:rPr kumimoji="0" lang="en-US" altLang="en-US" sz="1200" smtClean="0">
                <a:solidFill>
                  <a:srgbClr val="000000"/>
                </a:solidFill>
                <a:latin typeface="Times New Roman" panose="02020603050405020304" pitchFamily="18" charset="0"/>
              </a:rPr>
              <a:pPr/>
              <a:t>24</a:t>
            </a:fld>
            <a:endParaRPr kumimoji="0" lang="en-US" altLang="en-US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92163" name="Rectangle 7">
            <a:extLst>
              <a:ext uri="{FF2B5EF4-FFF2-40B4-BE49-F238E27FC236}">
                <a16:creationId xmlns:a16="http://schemas.microsoft.com/office/drawing/2014/main" id="{D02BF3CB-81C6-C065-9C44-F4E27B99FF4A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/>
            <a:fld id="{D138BD39-AF06-491F-8BDC-6AEFD806382B}" type="slidenum">
              <a:rPr kumimoji="0" lang="en-US" alt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pPr algn="r"/>
              <a:t>24</a:t>
            </a:fld>
            <a:endParaRPr kumimoji="0" lang="en-US" altLang="en-US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92164" name="Rectangle 2">
            <a:extLst>
              <a:ext uri="{FF2B5EF4-FFF2-40B4-BE49-F238E27FC236}">
                <a16:creationId xmlns:a16="http://schemas.microsoft.com/office/drawing/2014/main" id="{D2EA417A-DB21-DB61-2376-733B0F946EA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65" name="Rectangle 3">
            <a:extLst>
              <a:ext uri="{FF2B5EF4-FFF2-40B4-BE49-F238E27FC236}">
                <a16:creationId xmlns:a16="http://schemas.microsoft.com/office/drawing/2014/main" id="{A81F8890-C4E3-CE17-0D55-3FE24863270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t"/>
          <a:lstStyle/>
          <a:p>
            <a:endParaRPr lang="en-GB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7">
            <a:extLst>
              <a:ext uri="{FF2B5EF4-FFF2-40B4-BE49-F238E27FC236}">
                <a16:creationId xmlns:a16="http://schemas.microsoft.com/office/drawing/2014/main" id="{17353072-C5EF-A556-50ED-275AA333484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3B36E9DE-36E1-4F91-A1A6-C0FBA14BE33F}" type="slidenum">
              <a:rPr kumimoji="0" lang="en-US" altLang="en-US" sz="1200" smtClean="0">
                <a:latin typeface="Times New Roman" panose="02020603050405020304" pitchFamily="18" charset="0"/>
              </a:rPr>
              <a:pPr/>
              <a:t>25</a:t>
            </a:fld>
            <a:endParaRPr kumimoji="0"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94211" name="Rectangle 7">
            <a:extLst>
              <a:ext uri="{FF2B5EF4-FFF2-40B4-BE49-F238E27FC236}">
                <a16:creationId xmlns:a16="http://schemas.microsoft.com/office/drawing/2014/main" id="{78CA010C-36EA-9619-24AB-B838EBEB6917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/>
            <a:fld id="{2F575818-69FB-48D1-92EB-2508CE358BB7}" type="slidenum">
              <a:rPr kumimoji="0" lang="en-US" altLang="en-US" sz="1200">
                <a:latin typeface="Times New Roman" panose="02020603050405020304" pitchFamily="18" charset="0"/>
              </a:rPr>
              <a:pPr algn="r"/>
              <a:t>25</a:t>
            </a:fld>
            <a:endParaRPr kumimoji="0"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94212" name="Rectangle 2">
            <a:extLst>
              <a:ext uri="{FF2B5EF4-FFF2-40B4-BE49-F238E27FC236}">
                <a16:creationId xmlns:a16="http://schemas.microsoft.com/office/drawing/2014/main" id="{3F655832-5E7B-A8F5-9811-2D83A0455D4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213" name="Rectangle 3">
            <a:extLst>
              <a:ext uri="{FF2B5EF4-FFF2-40B4-BE49-F238E27FC236}">
                <a16:creationId xmlns:a16="http://schemas.microsoft.com/office/drawing/2014/main" id="{0C07F439-7A58-3E29-63AB-20499EF21EF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t"/>
          <a:lstStyle/>
          <a:p>
            <a:r>
              <a:rPr lang="en-US" sz="1800" b="0" i="0" dirty="0">
                <a:solidFill>
                  <a:srgbClr val="242021"/>
                </a:solidFill>
                <a:effectLst/>
                <a:latin typeface="TimesTenLTStd-Roman"/>
              </a:rPr>
              <a:t>If the multiplier is negative, straightforward multiplication also will not work. </a:t>
            </a:r>
          </a:p>
          <a:p>
            <a:r>
              <a:rPr lang="en-US" sz="1800" b="0" i="0" dirty="0">
                <a:solidFill>
                  <a:srgbClr val="242021"/>
                </a:solidFill>
                <a:effectLst/>
                <a:latin typeface="TimesTenLTStd-Roman"/>
              </a:rPr>
              <a:t>The reason is that the bits of the multiplier no longer correspond to the shifts or multiplications that must take place. </a:t>
            </a:r>
            <a:br>
              <a:rPr lang="en-US" dirty="0"/>
            </a:br>
            <a:endParaRPr lang="en-GB" altLang="en-US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of the most common of these is Booth’s algorithm. This algorithm also has the benefit of speeding up the multiplication process, relative to a more straightforward approach.</a:t>
            </a:r>
            <a:endParaRPr lang="en-MY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6D13347-E52A-4BDD-A810-7C276D794ED3}" type="slidenum">
              <a:rPr lang="en-US" altLang="en-US" smtClean="0"/>
              <a:pPr>
                <a:defRPr/>
              </a:pPr>
              <a:t>27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2764958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MY" sz="2800" b="1" dirty="0"/>
              <a:t>Q</a:t>
            </a:r>
            <a:r>
              <a:rPr lang="en-MY" sz="2800" b="1" baseline="-25000" dirty="0"/>
              <a:t>-1 </a:t>
            </a:r>
            <a:r>
              <a:rPr lang="en-US" sz="1800" b="0" i="0" dirty="0">
                <a:solidFill>
                  <a:srgbClr val="242021"/>
                </a:solidFill>
                <a:effectLst/>
                <a:latin typeface="TimesTenLTStd-Roman"/>
              </a:rPr>
              <a:t>=1-bit register placed logically to the right of the least significant bit (Q0) of the Q register </a:t>
            </a:r>
            <a:br>
              <a:rPr lang="en-US" dirty="0"/>
            </a:br>
            <a:endParaRPr lang="en-US" dirty="0"/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sz="1800" b="0" i="0" dirty="0">
                <a:solidFill>
                  <a:srgbClr val="242021"/>
                </a:solidFill>
                <a:effectLst/>
                <a:latin typeface="TimesTenLTStd-Roman"/>
              </a:rPr>
              <a:t>control logic scans the bits of the multiplier one at a time.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sz="1800" b="0" i="0" dirty="0">
                <a:solidFill>
                  <a:srgbClr val="242021"/>
                </a:solidFill>
                <a:effectLst/>
                <a:latin typeface="TimesTenLTStd-Roman"/>
              </a:rPr>
              <a:t>Now, as each bit is examined, the bit to its right is also examined.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sz="1800" b="0" i="0" dirty="0">
                <a:solidFill>
                  <a:srgbClr val="242021"/>
                </a:solidFill>
                <a:effectLst/>
                <a:latin typeface="TimesTenLTStd-Roman"/>
              </a:rPr>
              <a:t>If the two bits are the same (1–1 or 0–0), then all of the bits of the A, Q, and Q</a:t>
            </a:r>
            <a:r>
              <a:rPr lang="en-US" sz="1800" b="0" i="0" dirty="0">
                <a:solidFill>
                  <a:srgbClr val="242021"/>
                </a:solidFill>
                <a:effectLst/>
                <a:latin typeface="PearsonMATHPRO02"/>
              </a:rPr>
              <a:t>-</a:t>
            </a:r>
            <a:r>
              <a:rPr lang="en-US" sz="1800" b="0" i="0" dirty="0">
                <a:solidFill>
                  <a:srgbClr val="242021"/>
                </a:solidFill>
                <a:effectLst/>
                <a:latin typeface="TimesTenLTStd-Roman"/>
              </a:rPr>
              <a:t>1 registers are shifted to the right 1 bit.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dirty="0"/>
              <a:t>If the two bits differ, then the multiplicand is added to or subtracted from the A register, depending on whether the two bits are 0–1 or 1–0.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dirty="0"/>
              <a:t>Following the addition or subtraction, the right shift occurs.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dirty="0"/>
              <a:t>In either case, the right shift is such that the leftmost bit of A, namely An - 1, not only is shifted into An - 2, but also remains in An - 1.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dirty="0"/>
              <a:t>This is required to preserve the sign of the number </a:t>
            </a:r>
            <a:r>
              <a:rPr lang="en-US"/>
              <a:t>in A and </a:t>
            </a:r>
            <a:r>
              <a:rPr lang="en-US" dirty="0"/>
              <a:t>Q</a:t>
            </a:r>
            <a:r>
              <a:rPr lang="en-US"/>
              <a:t>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/>
              <a:t>It </a:t>
            </a:r>
            <a:r>
              <a:rPr lang="en-US" dirty="0"/>
              <a:t>is known as an arithmetic shift, because it preserves the sign bit.</a:t>
            </a:r>
            <a:br>
              <a:rPr lang="en-US" dirty="0"/>
            </a:br>
            <a:endParaRPr lang="en-MY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6D13347-E52A-4BDD-A810-7C276D794ED3}" type="slidenum">
              <a:rPr lang="en-US" altLang="en-US" smtClean="0"/>
              <a:pPr>
                <a:defRPr/>
              </a:pPr>
              <a:t>28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2679565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788670" lvl="1" indent="-514350">
              <a:buFont typeface="+mj-lt"/>
              <a:buAutoNum type="romanLcPeriod"/>
            </a:pPr>
            <a:r>
              <a:rPr lang="en-US" sz="1200" dirty="0"/>
              <a:t>Rule 1: Find 2’s complement of the </a:t>
            </a:r>
            <a:r>
              <a:rPr lang="en-US" sz="1200" b="1" dirty="0">
                <a:solidFill>
                  <a:srgbClr val="FF0000"/>
                </a:solidFill>
              </a:rPr>
              <a:t>subtracted number</a:t>
            </a:r>
          </a:p>
          <a:p>
            <a:pPr marL="788670" lvl="1" indent="-514350">
              <a:buFont typeface="+mj-lt"/>
              <a:buAutoNum type="romanLcPeriod"/>
            </a:pPr>
            <a:r>
              <a:rPr lang="en-MY" sz="1200" dirty="0"/>
              <a:t>Rule 2: Perform the addition </a:t>
            </a:r>
          </a:p>
          <a:p>
            <a:endParaRPr lang="en-MY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6D13347-E52A-4BDD-A810-7C276D794ED3}" type="slidenum">
              <a:rPr lang="en-US" altLang="en-US" smtClean="0"/>
              <a:pPr>
                <a:defRPr/>
              </a:pPr>
              <a:t>30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2570522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7">
            <a:extLst>
              <a:ext uri="{FF2B5EF4-FFF2-40B4-BE49-F238E27FC236}">
                <a16:creationId xmlns:a16="http://schemas.microsoft.com/office/drawing/2014/main" id="{926C1F2F-E792-793E-F82D-04F9D637E3F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E406FB11-09E9-4418-B68F-D29ED586EA6D}" type="slidenum">
              <a:rPr kumimoji="0" lang="en-US" altLang="en-US" sz="1200" smtClean="0">
                <a:latin typeface="Times New Roman" panose="02020603050405020304" pitchFamily="18" charset="0"/>
              </a:rPr>
              <a:pPr/>
              <a:t>41</a:t>
            </a:fld>
            <a:endParaRPr kumimoji="0"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14691" name="Rectangle 7">
            <a:extLst>
              <a:ext uri="{FF2B5EF4-FFF2-40B4-BE49-F238E27FC236}">
                <a16:creationId xmlns:a16="http://schemas.microsoft.com/office/drawing/2014/main" id="{5E04BC51-B857-CCB9-77EC-19FC5D09D119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/>
            <a:fld id="{C0778B2B-1B55-4B0B-9367-3D31C240A156}" type="slidenum">
              <a:rPr kumimoji="0" lang="en-US" altLang="en-US" sz="1200">
                <a:latin typeface="Times New Roman" panose="02020603050405020304" pitchFamily="18" charset="0"/>
              </a:rPr>
              <a:pPr algn="r"/>
              <a:t>41</a:t>
            </a:fld>
            <a:endParaRPr kumimoji="0"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14692" name="Rectangle 2">
            <a:extLst>
              <a:ext uri="{FF2B5EF4-FFF2-40B4-BE49-F238E27FC236}">
                <a16:creationId xmlns:a16="http://schemas.microsoft.com/office/drawing/2014/main" id="{6E40866B-CC82-A195-99C2-D880444A8A7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4693" name="Rectangle 3">
            <a:extLst>
              <a:ext uri="{FF2B5EF4-FFF2-40B4-BE49-F238E27FC236}">
                <a16:creationId xmlns:a16="http://schemas.microsoft.com/office/drawing/2014/main" id="{9144128D-D461-C9A8-7219-A7427C53B0A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t"/>
          <a:lstStyle/>
          <a:p>
            <a:endParaRPr lang="en-GB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 b="0" i="0" dirty="0">
                <a:solidFill>
                  <a:srgbClr val="242021"/>
                </a:solidFill>
                <a:effectLst/>
                <a:latin typeface="TimesTenLTStd-Roman"/>
              </a:rPr>
              <a:t>With a fixed-point notation (e.g., twos complement) it is possible to represent a range of positive and negative integers centered on or near 0. By assuming a fixed binary or radix point, this format allows the representation of numbers with a fractional component as well.</a:t>
            </a:r>
            <a:r>
              <a:rPr lang="en-US" dirty="0"/>
              <a:t> </a:t>
            </a:r>
            <a:br>
              <a:rPr lang="en-US" dirty="0"/>
            </a:br>
            <a:endParaRPr lang="en-MY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6D13347-E52A-4BDD-A810-7C276D794ED3}" type="slidenum">
              <a:rPr lang="en-US" altLang="en-US" smtClean="0"/>
              <a:pPr>
                <a:defRPr/>
              </a:pPr>
              <a:t>52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1299557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MY" dirty="0"/>
              <a:t>Very often when we deal with numbers, we not only deal with integers, but we also deals with real numbers, numbers that are in fractions….</a:t>
            </a:r>
          </a:p>
          <a:p>
            <a:endParaRPr lang="en-MY" dirty="0"/>
          </a:p>
          <a:p>
            <a:r>
              <a:rPr lang="en-MY" dirty="0"/>
              <a:t>Very often this could be done in pure binary… </a:t>
            </a:r>
          </a:p>
          <a:p>
            <a:endParaRPr lang="en-MY" dirty="0"/>
          </a:p>
          <a:p>
            <a:r>
              <a:rPr lang="en-MY" dirty="0"/>
              <a:t>So binary numbers can also be used to represent real numbers as well….</a:t>
            </a:r>
          </a:p>
          <a:p>
            <a:endParaRPr lang="en-MY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6D13347-E52A-4BDD-A810-7C276D794ED3}" type="slidenum">
              <a:rPr lang="en-US" altLang="en-US" smtClean="0"/>
              <a:pPr>
                <a:defRPr/>
              </a:pPr>
              <a:t>53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0202219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en-US" sz="1800" b="0" i="0" dirty="0">
                <a:solidFill>
                  <a:srgbClr val="242021"/>
                </a:solidFill>
                <a:effectLst/>
                <a:latin typeface="TimesTenLTStd-Roman"/>
              </a:rPr>
              <a:t>What we have done, in effect, is dynamically to slide the decimal point to a convenient location and use the exponent of 10 to keep track of that decimal point.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b="0" i="0" dirty="0">
                <a:solidFill>
                  <a:srgbClr val="242021"/>
                </a:solidFill>
                <a:effectLst/>
                <a:latin typeface="TimesTenLTStd-Roman"/>
              </a:rPr>
              <a:t>This allows a range of very large and very small numbers to be represented with only a few digits.</a:t>
            </a:r>
            <a:endParaRPr lang="en-MY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6D13347-E52A-4BDD-A810-7C276D794ED3}" type="slidenum">
              <a:rPr lang="en-US" altLang="en-US" smtClean="0"/>
              <a:pPr>
                <a:defRPr/>
              </a:pPr>
              <a:t>54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932486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MY" dirty="0"/>
              <a:t>If you fixed the radix point, you will have limitation in representing the fractions for either larger or smallest number </a:t>
            </a:r>
          </a:p>
          <a:p>
            <a:endParaRPr lang="en-MY" dirty="0"/>
          </a:p>
          <a:p>
            <a:r>
              <a:rPr lang="en-MY" dirty="0"/>
              <a:t>If you want it to move, how do you show where the fraction starts?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6D13347-E52A-4BDD-A810-7C276D794ED3}" type="slidenum">
              <a:rPr lang="en-US" altLang="en-US" smtClean="0"/>
              <a:pPr>
                <a:defRPr/>
              </a:pPr>
              <a:t>55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245337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MY" dirty="0"/>
              <a:t>So, one way to store floating point is to have it in a particular format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6D13347-E52A-4BDD-A810-7C276D794ED3}" type="slidenum">
              <a:rPr lang="en-US" altLang="en-US" smtClean="0"/>
              <a:pPr>
                <a:defRPr/>
              </a:pPr>
              <a:t>56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2240737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7">
            <a:extLst>
              <a:ext uri="{FF2B5EF4-FFF2-40B4-BE49-F238E27FC236}">
                <a16:creationId xmlns:a16="http://schemas.microsoft.com/office/drawing/2014/main" id="{528AB6B6-CB82-01E0-7927-77CDC4522A7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B731224A-AD7B-4322-9EEC-80611CA31E18}" type="slidenum">
              <a:rPr kumimoji="0" lang="en-US" altLang="en-US" sz="1200" smtClean="0">
                <a:latin typeface="Times New Roman" panose="02020603050405020304" pitchFamily="18" charset="0"/>
              </a:rPr>
              <a:pPr/>
              <a:t>57</a:t>
            </a:fld>
            <a:endParaRPr kumimoji="0"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33123" name="Rectangle 7">
            <a:extLst>
              <a:ext uri="{FF2B5EF4-FFF2-40B4-BE49-F238E27FC236}">
                <a16:creationId xmlns:a16="http://schemas.microsoft.com/office/drawing/2014/main" id="{C084231B-CEB0-FDEF-034A-597AE2144E58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/>
            <a:fld id="{4FCFB171-13F8-4643-B620-81D7955A271D}" type="slidenum">
              <a:rPr kumimoji="0" lang="en-US" altLang="en-US" sz="1200">
                <a:latin typeface="Times New Roman" panose="02020603050405020304" pitchFamily="18" charset="0"/>
              </a:rPr>
              <a:pPr algn="r"/>
              <a:t>57</a:t>
            </a:fld>
            <a:endParaRPr kumimoji="0"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33124" name="Rectangle 2">
            <a:extLst>
              <a:ext uri="{FF2B5EF4-FFF2-40B4-BE49-F238E27FC236}">
                <a16:creationId xmlns:a16="http://schemas.microsoft.com/office/drawing/2014/main" id="{DF6D8CC8-434C-C208-6E17-1EE8A45D70E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25" name="Rectangle 3">
            <a:extLst>
              <a:ext uri="{FF2B5EF4-FFF2-40B4-BE49-F238E27FC236}">
                <a16:creationId xmlns:a16="http://schemas.microsoft.com/office/drawing/2014/main" id="{BE64FF03-DE14-DFCF-FDA1-4770A874D42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t"/>
          <a:lstStyle/>
          <a:p>
            <a:endParaRPr lang="en-GB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MY" sz="1200" dirty="0"/>
              <a:t>1.6328125 x 2</a:t>
            </a:r>
            <a:r>
              <a:rPr lang="en-MY" sz="1200" baseline="30000" dirty="0"/>
              <a:t>20</a:t>
            </a:r>
          </a:p>
          <a:p>
            <a:endParaRPr lang="en-MY" dirty="0"/>
          </a:p>
          <a:p>
            <a:r>
              <a:rPr lang="en-MY" dirty="0"/>
              <a:t>How do we express this numbers in binary?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6D13347-E52A-4BDD-A810-7C276D794ED3}" type="slidenum">
              <a:rPr lang="en-US" altLang="en-US" smtClean="0"/>
              <a:pPr>
                <a:defRPr/>
              </a:pPr>
              <a:t>58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2143584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MY" dirty="0"/>
              <a:t>The original value of exponent is 20, and one of the way to represent the floating point numbers is using the biased exponent </a:t>
            </a:r>
          </a:p>
          <a:p>
            <a:endParaRPr lang="en-MY" dirty="0"/>
          </a:p>
          <a:p>
            <a:r>
              <a:rPr lang="en-MY" dirty="0"/>
              <a:t>In this case, the biased exponent is kept in 8 bit and the biased exponent for 8-bit is 127 </a:t>
            </a:r>
          </a:p>
          <a:p>
            <a:endParaRPr lang="en-MY" dirty="0"/>
          </a:p>
          <a:p>
            <a:r>
              <a:rPr lang="en-MY" dirty="0"/>
              <a:t>How do we get the exponent value in binary?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6D13347-E52A-4BDD-A810-7C276D794ED3}" type="slidenum">
              <a:rPr lang="en-US" altLang="en-US" smtClean="0"/>
              <a:pPr>
                <a:defRPr/>
              </a:pPr>
              <a:t>59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9690080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MY" dirty="0"/>
              <a:t>Now, how do we get the significand value? </a:t>
            </a:r>
          </a:p>
          <a:p>
            <a:endParaRPr lang="en-MY" dirty="0"/>
          </a:p>
          <a:p>
            <a:r>
              <a:rPr lang="en-MY" dirty="0"/>
              <a:t>In this case, the biased exponent is kept in 8 bit and the biased exponent for 8-bit is 127 </a:t>
            </a:r>
          </a:p>
          <a:p>
            <a:endParaRPr lang="en-MY" dirty="0"/>
          </a:p>
          <a:p>
            <a:r>
              <a:rPr lang="en-MY" dirty="0"/>
              <a:t>How do we get the exponent value in binary?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6D13347-E52A-4BDD-A810-7C276D794ED3}" type="slidenum">
              <a:rPr lang="en-US" altLang="en-US" smtClean="0"/>
              <a:pPr>
                <a:defRPr/>
              </a:pPr>
              <a:t>60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2241875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MY" dirty="0"/>
              <a:t>Now, how do we get the significand value? </a:t>
            </a:r>
          </a:p>
          <a:p>
            <a:endParaRPr lang="en-MY" dirty="0"/>
          </a:p>
          <a:p>
            <a:r>
              <a:rPr lang="en-MY" dirty="0"/>
              <a:t>In this case, the biased exponent is kept in 8 bit and the biased exponent for 8-bit is 127 </a:t>
            </a:r>
          </a:p>
          <a:p>
            <a:endParaRPr lang="en-MY" dirty="0"/>
          </a:p>
          <a:p>
            <a:r>
              <a:rPr lang="en-MY" dirty="0"/>
              <a:t>How do we get the exponent value in binary?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6D13347-E52A-4BDD-A810-7C276D794ED3}" type="slidenum">
              <a:rPr lang="en-US" altLang="en-US" smtClean="0"/>
              <a:pPr>
                <a:defRPr/>
              </a:pPr>
              <a:t>61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9135413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6D13347-E52A-4BDD-A810-7C276D794ED3}" type="slidenum">
              <a:rPr lang="en-US" altLang="en-US" smtClean="0"/>
              <a:pPr>
                <a:defRPr/>
              </a:pPr>
              <a:t>62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8111610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Rectangle 7">
            <a:extLst>
              <a:ext uri="{FF2B5EF4-FFF2-40B4-BE49-F238E27FC236}">
                <a16:creationId xmlns:a16="http://schemas.microsoft.com/office/drawing/2014/main" id="{006BD23E-BDD8-6D57-78A4-C634C16032A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D346F939-1785-4B0E-BE4A-6D3619F6114B}" type="slidenum">
              <a:rPr kumimoji="0" lang="en-US" altLang="en-US" sz="1200" smtClean="0">
                <a:latin typeface="Times New Roman" panose="02020603050405020304" pitchFamily="18" charset="0"/>
              </a:rPr>
              <a:pPr/>
              <a:t>63</a:t>
            </a:fld>
            <a:endParaRPr kumimoji="0"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37219" name="Rectangle 7">
            <a:extLst>
              <a:ext uri="{FF2B5EF4-FFF2-40B4-BE49-F238E27FC236}">
                <a16:creationId xmlns:a16="http://schemas.microsoft.com/office/drawing/2014/main" id="{67D15351-0629-3E73-75FD-DAFED44B2F8E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/>
            <a:fld id="{5B689C72-31F3-48A5-AA99-26DE16BCF4B2}" type="slidenum">
              <a:rPr kumimoji="0" lang="en-US" altLang="en-US" sz="1200">
                <a:latin typeface="Times New Roman" panose="02020603050405020304" pitchFamily="18" charset="0"/>
              </a:rPr>
              <a:pPr algn="r"/>
              <a:t>63</a:t>
            </a:fld>
            <a:endParaRPr kumimoji="0"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37220" name="Rectangle 2">
            <a:extLst>
              <a:ext uri="{FF2B5EF4-FFF2-40B4-BE49-F238E27FC236}">
                <a16:creationId xmlns:a16="http://schemas.microsoft.com/office/drawing/2014/main" id="{F5A9AAC6-9B34-A813-3DE3-1FE38D69858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7221" name="Rectangle 3">
            <a:extLst>
              <a:ext uri="{FF2B5EF4-FFF2-40B4-BE49-F238E27FC236}">
                <a16:creationId xmlns:a16="http://schemas.microsoft.com/office/drawing/2014/main" id="{3C043017-0E39-70CE-0264-908A813134D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t"/>
          <a:lstStyle/>
          <a:p>
            <a:r>
              <a:rPr lang="en-US" sz="1800" b="0" i="0" dirty="0">
                <a:solidFill>
                  <a:srgbClr val="242021"/>
                </a:solidFill>
                <a:effectLst/>
                <a:latin typeface="TimesTenLTStd-Roman"/>
              </a:rPr>
              <a:t>To simplify operations on floating-point numbers, it is typically required that they be normalized. </a:t>
            </a:r>
            <a:br>
              <a:rPr lang="en-US" dirty="0"/>
            </a:br>
            <a:endParaRPr lang="en-GB" altLang="en-US" dirty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Rectangle 7">
            <a:extLst>
              <a:ext uri="{FF2B5EF4-FFF2-40B4-BE49-F238E27FC236}">
                <a16:creationId xmlns:a16="http://schemas.microsoft.com/office/drawing/2014/main" id="{BB96826E-7F1A-9155-890E-3DAC17CFB98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0F42A593-C5E4-42E0-92DE-4845FDDD70B7}" type="slidenum">
              <a:rPr kumimoji="0" lang="en-US" altLang="en-US" sz="1200" smtClean="0">
                <a:latin typeface="Times New Roman" panose="02020603050405020304" pitchFamily="18" charset="0"/>
              </a:rPr>
              <a:pPr/>
              <a:t>65</a:t>
            </a:fld>
            <a:endParaRPr kumimoji="0"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43363" name="Rectangle 7">
            <a:extLst>
              <a:ext uri="{FF2B5EF4-FFF2-40B4-BE49-F238E27FC236}">
                <a16:creationId xmlns:a16="http://schemas.microsoft.com/office/drawing/2014/main" id="{337B4EC7-5884-D7B4-E97A-6E7DC37E9AFF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/>
            <a:fld id="{A34A0030-482E-4A00-8EBF-1D9C1232323B}" type="slidenum">
              <a:rPr kumimoji="0" lang="en-US" altLang="en-US" sz="1200">
                <a:latin typeface="Times New Roman" panose="02020603050405020304" pitchFamily="18" charset="0"/>
              </a:rPr>
              <a:pPr algn="r"/>
              <a:t>65</a:t>
            </a:fld>
            <a:endParaRPr kumimoji="0"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43364" name="Rectangle 2">
            <a:extLst>
              <a:ext uri="{FF2B5EF4-FFF2-40B4-BE49-F238E27FC236}">
                <a16:creationId xmlns:a16="http://schemas.microsoft.com/office/drawing/2014/main" id="{76966B74-FB37-DF49-9C47-127223179EF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365" name="Rectangle 3">
            <a:extLst>
              <a:ext uri="{FF2B5EF4-FFF2-40B4-BE49-F238E27FC236}">
                <a16:creationId xmlns:a16="http://schemas.microsoft.com/office/drawing/2014/main" id="{E8348AA1-788F-AE34-F6BB-4894D52F981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t"/>
          <a:lstStyle/>
          <a:p>
            <a:endParaRPr lang="en-GB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Rectangle 7">
            <a:extLst>
              <a:ext uri="{FF2B5EF4-FFF2-40B4-BE49-F238E27FC236}">
                <a16:creationId xmlns:a16="http://schemas.microsoft.com/office/drawing/2014/main" id="{5E4DA34C-58B5-7FC8-104A-BCE230B62EF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3F41303F-1802-4F7F-95BA-E1AD9C57A030}" type="slidenum">
              <a:rPr kumimoji="0" lang="en-US" altLang="en-US" sz="1200" smtClean="0">
                <a:latin typeface="Times New Roman" panose="02020603050405020304" pitchFamily="18" charset="0"/>
              </a:rPr>
              <a:pPr/>
              <a:t>69</a:t>
            </a:fld>
            <a:endParaRPr kumimoji="0"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47459" name="Rectangle 7">
            <a:extLst>
              <a:ext uri="{FF2B5EF4-FFF2-40B4-BE49-F238E27FC236}">
                <a16:creationId xmlns:a16="http://schemas.microsoft.com/office/drawing/2014/main" id="{70EAE564-861E-1C12-3AF7-B4BF3AE2381B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/>
            <a:fld id="{85F3098B-FFD6-49E8-B5EA-346912DF40D2}" type="slidenum">
              <a:rPr kumimoji="0" lang="en-US" altLang="en-US" sz="1200">
                <a:latin typeface="Times New Roman" panose="02020603050405020304" pitchFamily="18" charset="0"/>
              </a:rPr>
              <a:pPr algn="r"/>
              <a:t>69</a:t>
            </a:fld>
            <a:endParaRPr kumimoji="0"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47460" name="Rectangle 2">
            <a:extLst>
              <a:ext uri="{FF2B5EF4-FFF2-40B4-BE49-F238E27FC236}">
                <a16:creationId xmlns:a16="http://schemas.microsoft.com/office/drawing/2014/main" id="{79563845-F7E0-9911-A75E-5B2FFDDBC2E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7461" name="Rectangle 3">
            <a:extLst>
              <a:ext uri="{FF2B5EF4-FFF2-40B4-BE49-F238E27FC236}">
                <a16:creationId xmlns:a16="http://schemas.microsoft.com/office/drawing/2014/main" id="{F1DE07DF-6A26-39DE-169B-28478036F20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t"/>
          <a:lstStyle/>
          <a:p>
            <a:endParaRPr lang="en-GB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MY" dirty="0"/>
              <a:t>Significand is the fractional portion, the component of a floating-point representation</a:t>
            </a:r>
          </a:p>
          <a:p>
            <a:r>
              <a:rPr lang="en-MY" dirty="0"/>
              <a:t>How do we determine the significand for 5? </a:t>
            </a:r>
          </a:p>
          <a:p>
            <a:endParaRPr lang="en-MY" dirty="0"/>
          </a:p>
          <a:p>
            <a:pPr marL="228600" indent="-228600">
              <a:buAutoNum type="arabicPeriod"/>
            </a:pPr>
            <a:r>
              <a:rPr lang="en-MY" dirty="0"/>
              <a:t>Normalize the binary fraction, in this case of 5, the binary value is 101, and normalization is when the MSB is set to 1 so that we do not have to store the value </a:t>
            </a:r>
          </a:p>
          <a:p>
            <a:pPr marL="228600" indent="-228600">
              <a:buAutoNum type="arabicPeriod"/>
            </a:pPr>
            <a:endParaRPr lang="en-MY" dirty="0"/>
          </a:p>
          <a:p>
            <a:pPr marL="228600" indent="-228600">
              <a:buAutoNum type="arabicPeriod"/>
            </a:pPr>
            <a:r>
              <a:rPr lang="en-MY" dirty="0"/>
              <a:t>In this case of 5, the MSB is 1 and no changes is made to the binary value </a:t>
            </a:r>
          </a:p>
          <a:p>
            <a:pPr marL="228600" indent="-228600">
              <a:buAutoNum type="arabicPeriod"/>
            </a:pPr>
            <a:endParaRPr lang="en-MY" dirty="0"/>
          </a:p>
          <a:p>
            <a:pPr marL="228600" indent="-228600">
              <a:buAutoNum type="arabicPeriod"/>
            </a:pPr>
            <a:r>
              <a:rPr lang="en-MY" dirty="0"/>
              <a:t>Therefore, the significand for 5 is 01.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6D13347-E52A-4BDD-A810-7C276D794ED3}" type="slidenum">
              <a:rPr lang="en-US" altLang="en-US" smtClean="0"/>
              <a:pPr>
                <a:defRPr/>
              </a:pPr>
              <a:t>75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617256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46404" y="758952"/>
            <a:ext cx="706374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66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6404" y="4800600"/>
            <a:ext cx="7063740" cy="1691640"/>
          </a:xfrm>
        </p:spPr>
        <p:txBody>
          <a:bodyPr>
            <a:normAutofit/>
          </a:bodyPr>
          <a:lstStyle>
            <a:lvl1pPr marL="0" indent="0" algn="l">
              <a:buNone/>
              <a:defRPr sz="2000" baseline="0">
                <a:solidFill>
                  <a:schemeClr val="tx1">
                    <a:lumMod val="8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20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3429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20000"/>
                    <a:lumOff val="80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20000"/>
                    <a:lumOff val="80000"/>
                  </a:schemeClr>
                </a:solidFill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</a:lstStyle>
          <a:p>
            <a:pPr>
              <a:defRPr/>
            </a:pPr>
            <a:fld id="{9359C2FD-1AE1-477E-ABCE-607FA7A29ADA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2029487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15F286D-88BF-4C85-84EF-53248539BE74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748619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6404" y="758952"/>
            <a:ext cx="706374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6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6404" y="4800600"/>
            <a:ext cx="706374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48DFCCC-80A8-4DB7-A5A9-6FAB236F5274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3429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805871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46404" y="1828801"/>
            <a:ext cx="336042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94860" y="1828801"/>
            <a:ext cx="336042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C9E3ACB-4A13-4076-B03A-38C2B1598E0C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448158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6404" y="1717185"/>
            <a:ext cx="336042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46404" y="2507550"/>
            <a:ext cx="336042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>
          <a:xfrm>
            <a:off x="4599432" y="1717185"/>
            <a:ext cx="3364992" cy="731520"/>
          </a:xfrm>
        </p:spPr>
        <p:txBody>
          <a:bodyPr anchor="b">
            <a:normAutofit/>
          </a:bodyPr>
          <a:lstStyle>
            <a:lvl1pPr marL="0" indent="0">
              <a:buFontTx/>
              <a:buNone/>
              <a:defRPr lang="en-US" sz="1800" b="0" kern="1200" spc="10" baseline="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Clr>
                <a:schemeClr val="accent1"/>
              </a:buClr>
              <a:buSzPct val="8000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94860" y="2507550"/>
            <a:ext cx="336042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D674A7A-CCDA-4939-AAD6-516FD6D483DC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720575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2B3DA7C-8ED8-4EB8-A1C6-6FB9A8AA0E8D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710779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9839A35-988A-4C75-AB86-CE687B152A44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777534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457201"/>
            <a:ext cx="2400300" cy="1600197"/>
          </a:xfrm>
        </p:spPr>
        <p:txBody>
          <a:bodyPr anchor="b">
            <a:normAutofit/>
          </a:bodyPr>
          <a:lstStyle>
            <a:lvl1pPr>
              <a:defRPr sz="28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78200" y="685800"/>
            <a:ext cx="4559300" cy="5486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936" y="2099735"/>
            <a:ext cx="24003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9D9058E-B831-4CFA-9FF3-F1C3D01DC400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381912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846963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257800"/>
            <a:ext cx="748665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1"/>
            <a:ext cx="846963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6108590"/>
            <a:ext cx="748665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238BECB-1861-4BD9-B1A2-FCCC63117CC1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085547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F54FF23-B5A1-4A46-A9C3-E6DE314B927D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97193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86525" y="381000"/>
            <a:ext cx="1857375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71500" y="381000"/>
            <a:ext cx="5800725" cy="58975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2323B65-87C1-46BE-916E-7451486A6860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117507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8418195" y="0"/>
            <a:ext cx="73152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25212" y="365760"/>
            <a:ext cx="7890672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5211" y="1828801"/>
            <a:ext cx="7887005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7831456" y="1044178"/>
            <a:ext cx="190499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6993255" y="4092178"/>
            <a:ext cx="3581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41055" y="6172201"/>
            <a:ext cx="685800" cy="593725"/>
          </a:xfrm>
          <a:prstGeom prst="rect">
            <a:avLst/>
          </a:prstGeom>
        </p:spPr>
        <p:txBody>
          <a:bodyPr vert="horz" lIns="27432" tIns="45720" rIns="27432" bIns="45720" rtlCol="0" anchor="ctr">
            <a:normAutofit/>
          </a:bodyPr>
          <a:lstStyle>
            <a:lvl1pPr algn="ctr">
              <a:defRPr sz="32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pPr>
              <a:defRPr/>
            </a:pPr>
            <a:fld id="{5D674A7A-CCDA-4939-AAD6-516FD6D483DC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74750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89" r:id="rId1"/>
    <p:sldLayoutId id="2147484190" r:id="rId2"/>
    <p:sldLayoutId id="2147484191" r:id="rId3"/>
    <p:sldLayoutId id="2147484192" r:id="rId4"/>
    <p:sldLayoutId id="2147484193" r:id="rId5"/>
    <p:sldLayoutId id="2147484194" r:id="rId6"/>
    <p:sldLayoutId id="2147484195" r:id="rId7"/>
    <p:sldLayoutId id="2147484196" r:id="rId8"/>
    <p:sldLayoutId id="2147484197" r:id="rId9"/>
    <p:sldLayoutId id="2147484198" r:id="rId10"/>
    <p:sldLayoutId id="214748419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customXml" Target="../ink/ink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customXml" Target="../ink/ink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ustomXml" Target="../ink/ink6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customXml" Target="../ink/ink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customXml" Target="../ink/ink8.xml"/><Relationship Id="rId2" Type="http://schemas.openxmlformats.org/officeDocument/2006/relationships/image" Target="../media/image21.g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customXml" Target="../ink/ink9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customXml" Target="../ink/ink10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customXml" Target="../ink/ink11.xml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jp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4.png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66A01438-2626-B471-8CFF-8D5391AEC003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467544" y="274965"/>
            <a:ext cx="8280920" cy="2235696"/>
          </a:xfrm>
        </p:spPr>
        <p:txBody>
          <a:bodyPr/>
          <a:lstStyle/>
          <a:p>
            <a:pPr algn="ctr"/>
            <a:r>
              <a:rPr lang="en-GB" altLang="en-US" dirty="0"/>
              <a:t>Computer Organisation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058C6238-8C0F-07ED-A240-E3CE9B92A1B6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467544" y="3028950"/>
            <a:ext cx="8208912" cy="1771650"/>
          </a:xfrm>
        </p:spPr>
        <p:txBody>
          <a:bodyPr/>
          <a:lstStyle/>
          <a:p>
            <a:pPr algn="ctr"/>
            <a:r>
              <a:rPr lang="en-GB" altLang="en-US" dirty="0"/>
              <a:t>Topic 3</a:t>
            </a:r>
          </a:p>
          <a:p>
            <a:pPr algn="ctr"/>
            <a:r>
              <a:rPr lang="en-GB" altLang="en-US" dirty="0"/>
              <a:t>Computer Arithmetic</a:t>
            </a:r>
          </a:p>
          <a:p>
            <a:pPr algn="ctr"/>
            <a:r>
              <a:rPr lang="en-GB" altLang="en-US" dirty="0"/>
              <a:t>(Part 2)</a:t>
            </a:r>
          </a:p>
        </p:txBody>
      </p:sp>
      <p:sp>
        <p:nvSpPr>
          <p:cNvPr id="9220" name="Text Box 5">
            <a:extLst>
              <a:ext uri="{FF2B5EF4-FFF2-40B4-BE49-F238E27FC236}">
                <a16:creationId xmlns:a16="http://schemas.microsoft.com/office/drawing/2014/main" id="{D03D4195-01AD-7D37-FD9A-22FFA68D84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" y="6257925"/>
            <a:ext cx="73437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Char char="•"/>
              <a:defRPr kumimoji="1"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Char char="o"/>
              <a:defRPr kumimoji="1"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imes New Roman" panose="02020603050405020304" pitchFamily="18" charset="0"/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100000"/>
              </a:spcBef>
              <a:buClrTx/>
              <a:buFontTx/>
              <a:buNone/>
            </a:pPr>
            <a:r>
              <a:rPr kumimoji="0" lang="en-US" altLang="en-US" sz="1600"/>
              <a:t>Stallings, Computer Organization &amp; Architecture (9th Ed.), Chap.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0DC09DEA-E6E2-E22A-ADBD-EE90712A3DE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9552" y="228601"/>
            <a:ext cx="7269480" cy="706260"/>
          </a:xfrm>
        </p:spPr>
        <p:txBody>
          <a:bodyPr/>
          <a:lstStyle/>
          <a:p>
            <a:r>
              <a:rPr lang="en-US" altLang="en-US" dirty="0"/>
              <a:t>Outline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526BEBD7-118F-3385-1D87-9294CDF6A0B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340772" y="2614970"/>
            <a:ext cx="2399580" cy="1246078"/>
          </a:xfrm>
        </p:spPr>
        <p:txBody>
          <a:bodyPr>
            <a:normAutofit/>
          </a:bodyPr>
          <a:lstStyle/>
          <a:p>
            <a:pPr lvl="1"/>
            <a:r>
              <a:rPr lang="en-US" altLang="en-US" dirty="0"/>
              <a:t>Sign-magnitude</a:t>
            </a:r>
          </a:p>
          <a:p>
            <a:pPr lvl="1"/>
            <a:r>
              <a:rPr lang="en-US" altLang="en-US" dirty="0"/>
              <a:t>Twos complement</a:t>
            </a:r>
          </a:p>
          <a:p>
            <a:pPr lvl="1"/>
            <a:r>
              <a:rPr lang="en-US" altLang="en-US" dirty="0"/>
              <a:t>Conversion between lengths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FED6671B-B3D6-BAAE-F114-7C8E370AFD64}"/>
              </a:ext>
            </a:extLst>
          </p:cNvPr>
          <p:cNvSpPr txBox="1">
            <a:spLocks noChangeArrowheads="1"/>
          </p:cNvSpPr>
          <p:nvPr/>
        </p:nvSpPr>
        <p:spPr>
          <a:xfrm>
            <a:off x="755576" y="5301208"/>
            <a:ext cx="2448272" cy="1224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fontAlgn="auto"/>
            <a:r>
              <a:rPr kumimoji="0" lang="en-US" altLang="en-US" dirty="0"/>
              <a:t>Addition &amp; Subtraction</a:t>
            </a:r>
          </a:p>
          <a:p>
            <a:pPr lvl="1" fontAlgn="auto"/>
            <a:r>
              <a:rPr kumimoji="0" lang="en-US" altLang="en-US" dirty="0"/>
              <a:t>Multiplication</a:t>
            </a:r>
          </a:p>
          <a:p>
            <a:pPr lvl="1" fontAlgn="auto"/>
            <a:r>
              <a:rPr kumimoji="0" lang="en-US" altLang="en-US" dirty="0"/>
              <a:t>Division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6885309-450F-0554-085B-623B03D64732}"/>
              </a:ext>
            </a:extLst>
          </p:cNvPr>
          <p:cNvGrpSpPr/>
          <p:nvPr/>
        </p:nvGrpSpPr>
        <p:grpSpPr>
          <a:xfrm>
            <a:off x="4716016" y="3918474"/>
            <a:ext cx="3024336" cy="1208625"/>
            <a:chOff x="4716016" y="3918474"/>
            <a:chExt cx="3024336" cy="1208625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155B97AC-C562-30D5-8322-D3DCD9163589}"/>
                </a:ext>
              </a:extLst>
            </p:cNvPr>
            <p:cNvSpPr/>
            <p:nvPr/>
          </p:nvSpPr>
          <p:spPr>
            <a:xfrm>
              <a:off x="5292080" y="4046979"/>
              <a:ext cx="2448272" cy="108012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MY" dirty="0"/>
                <a:t>Floating-point Arithmetic</a:t>
              </a:r>
            </a:p>
          </p:txBody>
        </p:sp>
        <p:pic>
          <p:nvPicPr>
            <p:cNvPr id="8" name="Graphic 7" descr="Badge 4 outline">
              <a:extLst>
                <a:ext uri="{FF2B5EF4-FFF2-40B4-BE49-F238E27FC236}">
                  <a16:creationId xmlns:a16="http://schemas.microsoft.com/office/drawing/2014/main" id="{F91002FC-3B18-B984-AA0C-EB91A973852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16016" y="3918474"/>
              <a:ext cx="914400" cy="914400"/>
            </a:xfrm>
            <a:prstGeom prst="rect">
              <a:avLst/>
            </a:prstGeom>
          </p:spPr>
        </p:pic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109C95CE-9A16-1CEF-B475-C3EBE8862EF7}"/>
              </a:ext>
            </a:extLst>
          </p:cNvPr>
          <p:cNvGrpSpPr/>
          <p:nvPr/>
        </p:nvGrpSpPr>
        <p:grpSpPr>
          <a:xfrm>
            <a:off x="82352" y="3850793"/>
            <a:ext cx="3121496" cy="1276306"/>
            <a:chOff x="82352" y="3850793"/>
            <a:chExt cx="3121496" cy="1276306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547AEB9E-80BA-214F-EDE8-3730E9C938BB}"/>
                </a:ext>
              </a:extLst>
            </p:cNvPr>
            <p:cNvSpPr/>
            <p:nvPr/>
          </p:nvSpPr>
          <p:spPr>
            <a:xfrm>
              <a:off x="755576" y="4046979"/>
              <a:ext cx="2448272" cy="108012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MY" dirty="0"/>
                <a:t>Integer Arithmetic</a:t>
              </a:r>
            </a:p>
          </p:txBody>
        </p:sp>
        <p:pic>
          <p:nvPicPr>
            <p:cNvPr id="10" name="Graphic 9" descr="Badge 3 outline">
              <a:extLst>
                <a:ext uri="{FF2B5EF4-FFF2-40B4-BE49-F238E27FC236}">
                  <a16:creationId xmlns:a16="http://schemas.microsoft.com/office/drawing/2014/main" id="{1A24A127-606D-3B9C-EB2F-EC94CC8A627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82352" y="3850793"/>
              <a:ext cx="914400" cy="914400"/>
            </a:xfrm>
            <a:prstGeom prst="rect">
              <a:avLst/>
            </a:prstGeom>
          </p:spPr>
        </p:pic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BF365B41-F074-5AF9-0B1A-06FD7592CCA4}"/>
              </a:ext>
            </a:extLst>
          </p:cNvPr>
          <p:cNvGrpSpPr/>
          <p:nvPr/>
        </p:nvGrpSpPr>
        <p:grpSpPr>
          <a:xfrm>
            <a:off x="4606280" y="1229085"/>
            <a:ext cx="3134072" cy="1266051"/>
            <a:chOff x="4606280" y="1229085"/>
            <a:chExt cx="3134072" cy="1266051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2649BA7D-96F2-329B-82E1-2BB2847551DE}"/>
                </a:ext>
              </a:extLst>
            </p:cNvPr>
            <p:cNvSpPr/>
            <p:nvPr/>
          </p:nvSpPr>
          <p:spPr>
            <a:xfrm>
              <a:off x="5292080" y="1415016"/>
              <a:ext cx="2448272" cy="108012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MY" dirty="0"/>
                <a:t>Integer Representation</a:t>
              </a:r>
            </a:p>
          </p:txBody>
        </p:sp>
        <p:pic>
          <p:nvPicPr>
            <p:cNvPr id="12" name="Graphic 11" descr="Badge outline">
              <a:extLst>
                <a:ext uri="{FF2B5EF4-FFF2-40B4-BE49-F238E27FC236}">
                  <a16:creationId xmlns:a16="http://schemas.microsoft.com/office/drawing/2014/main" id="{153AAF4A-FB40-BBDD-B9F4-7C70842D168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4606280" y="1229085"/>
              <a:ext cx="914400" cy="914400"/>
            </a:xfrm>
            <a:prstGeom prst="rect">
              <a:avLst/>
            </a:prstGeom>
          </p:spPr>
        </p:pic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4786AD79-DEFB-4F1F-C5B7-66D9E516CB5E}"/>
              </a:ext>
            </a:extLst>
          </p:cNvPr>
          <p:cNvGrpSpPr/>
          <p:nvPr/>
        </p:nvGrpSpPr>
        <p:grpSpPr>
          <a:xfrm>
            <a:off x="82352" y="1208150"/>
            <a:ext cx="3121496" cy="1242831"/>
            <a:chOff x="82352" y="1208150"/>
            <a:chExt cx="3121496" cy="1242831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A42FDAFE-3478-5367-9B44-2083E1CE2103}"/>
                </a:ext>
              </a:extLst>
            </p:cNvPr>
            <p:cNvSpPr/>
            <p:nvPr/>
          </p:nvSpPr>
          <p:spPr>
            <a:xfrm>
              <a:off x="755576" y="1370861"/>
              <a:ext cx="2448272" cy="108012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MY" dirty="0"/>
                <a:t>Arithmetic &amp; Logic Unit</a:t>
              </a:r>
            </a:p>
          </p:txBody>
        </p:sp>
        <p:pic>
          <p:nvPicPr>
            <p:cNvPr id="14" name="Graphic 13" descr="Badge 1 outline">
              <a:extLst>
                <a:ext uri="{FF2B5EF4-FFF2-40B4-BE49-F238E27FC236}">
                  <a16:creationId xmlns:a16="http://schemas.microsoft.com/office/drawing/2014/main" id="{0BDA04BC-E5EB-0806-CECB-57E824425AF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82352" y="1208150"/>
              <a:ext cx="914400" cy="914400"/>
            </a:xfrm>
            <a:prstGeom prst="rect">
              <a:avLst/>
            </a:prstGeom>
          </p:spPr>
        </p:pic>
      </p:grpSp>
    </p:spTree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12E779B-8158-1F0C-D191-FCED6CF921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2’s complement operations</a:t>
            </a: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865B07E9-9608-DC10-630A-068453081CBC}"/>
              </a:ext>
            </a:extLst>
          </p:cNvPr>
          <p:cNvSpPr/>
          <p:nvPr/>
        </p:nvSpPr>
        <p:spPr>
          <a:xfrm>
            <a:off x="754798" y="1829188"/>
            <a:ext cx="3346585" cy="2007951"/>
          </a:xfrm>
          <a:custGeom>
            <a:avLst/>
            <a:gdLst>
              <a:gd name="connsiteX0" fmla="*/ 0 w 3346585"/>
              <a:gd name="connsiteY0" fmla="*/ 0 h 2007951"/>
              <a:gd name="connsiteX1" fmla="*/ 3346585 w 3346585"/>
              <a:gd name="connsiteY1" fmla="*/ 0 h 2007951"/>
              <a:gd name="connsiteX2" fmla="*/ 3346585 w 3346585"/>
              <a:gd name="connsiteY2" fmla="*/ 2007951 h 2007951"/>
              <a:gd name="connsiteX3" fmla="*/ 0 w 3346585"/>
              <a:gd name="connsiteY3" fmla="*/ 2007951 h 2007951"/>
              <a:gd name="connsiteX4" fmla="*/ 0 w 3346585"/>
              <a:gd name="connsiteY4" fmla="*/ 0 h 20079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46585" h="2007951">
                <a:moveTo>
                  <a:pt x="0" y="0"/>
                </a:moveTo>
                <a:lnTo>
                  <a:pt x="3346585" y="0"/>
                </a:lnTo>
                <a:lnTo>
                  <a:pt x="3346585" y="2007951"/>
                </a:lnTo>
                <a:lnTo>
                  <a:pt x="0" y="2007951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37160" tIns="137160" rIns="137160" bIns="137160" numCol="1" spcCol="1270" anchor="ctr" anchorCtr="0">
            <a:noAutofit/>
          </a:bodyPr>
          <a:lstStyle/>
          <a:p>
            <a:pPr marL="0" lvl="0" indent="0" algn="ctr" defTabSz="1600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MY" sz="3600" kern="1200" baseline="0" dirty="0"/>
              <a:t>Addition</a:t>
            </a:r>
            <a:endParaRPr lang="en-MY" sz="3600" kern="120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CB7B737E-DCD4-D654-F2D5-B330247A3170}"/>
              </a:ext>
            </a:extLst>
          </p:cNvPr>
          <p:cNvSpPr/>
          <p:nvPr/>
        </p:nvSpPr>
        <p:spPr>
          <a:xfrm>
            <a:off x="4436042" y="1829188"/>
            <a:ext cx="3346585" cy="2007951"/>
          </a:xfrm>
          <a:custGeom>
            <a:avLst/>
            <a:gdLst>
              <a:gd name="connsiteX0" fmla="*/ 0 w 3346585"/>
              <a:gd name="connsiteY0" fmla="*/ 0 h 2007951"/>
              <a:gd name="connsiteX1" fmla="*/ 3346585 w 3346585"/>
              <a:gd name="connsiteY1" fmla="*/ 0 h 2007951"/>
              <a:gd name="connsiteX2" fmla="*/ 3346585 w 3346585"/>
              <a:gd name="connsiteY2" fmla="*/ 2007951 h 2007951"/>
              <a:gd name="connsiteX3" fmla="*/ 0 w 3346585"/>
              <a:gd name="connsiteY3" fmla="*/ 2007951 h 2007951"/>
              <a:gd name="connsiteX4" fmla="*/ 0 w 3346585"/>
              <a:gd name="connsiteY4" fmla="*/ 0 h 20079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46585" h="2007951">
                <a:moveTo>
                  <a:pt x="0" y="0"/>
                </a:moveTo>
                <a:lnTo>
                  <a:pt x="3346585" y="0"/>
                </a:lnTo>
                <a:lnTo>
                  <a:pt x="3346585" y="2007951"/>
                </a:lnTo>
                <a:lnTo>
                  <a:pt x="0" y="2007951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6039257"/>
              <a:satOff val="-2677"/>
              <a:lumOff val="-5359"/>
              <a:alphaOff val="0"/>
            </a:schemeClr>
          </a:fillRef>
          <a:effectRef idx="0">
            <a:schemeClr val="accent4">
              <a:hueOff val="6039257"/>
              <a:satOff val="-2677"/>
              <a:lumOff val="-5359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37160" tIns="137160" rIns="137160" bIns="137160" numCol="1" spcCol="1270" anchor="ctr" anchorCtr="0">
            <a:noAutofit/>
          </a:bodyPr>
          <a:lstStyle/>
          <a:p>
            <a:pPr marL="0" lvl="0" indent="0" algn="ctr" defTabSz="1600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MY" sz="3600" kern="1200" baseline="0"/>
              <a:t>Subtraction</a:t>
            </a:r>
            <a:endParaRPr lang="en-MY" sz="3600" kern="120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3E847A2F-AC97-9C6F-3FDF-C7D387D8A196}"/>
              </a:ext>
            </a:extLst>
          </p:cNvPr>
          <p:cNvSpPr/>
          <p:nvPr/>
        </p:nvSpPr>
        <p:spPr>
          <a:xfrm>
            <a:off x="754798" y="4171798"/>
            <a:ext cx="3346585" cy="2007951"/>
          </a:xfrm>
          <a:custGeom>
            <a:avLst/>
            <a:gdLst>
              <a:gd name="connsiteX0" fmla="*/ 0 w 3346585"/>
              <a:gd name="connsiteY0" fmla="*/ 0 h 2007951"/>
              <a:gd name="connsiteX1" fmla="*/ 3346585 w 3346585"/>
              <a:gd name="connsiteY1" fmla="*/ 0 h 2007951"/>
              <a:gd name="connsiteX2" fmla="*/ 3346585 w 3346585"/>
              <a:gd name="connsiteY2" fmla="*/ 2007951 h 2007951"/>
              <a:gd name="connsiteX3" fmla="*/ 0 w 3346585"/>
              <a:gd name="connsiteY3" fmla="*/ 2007951 h 2007951"/>
              <a:gd name="connsiteX4" fmla="*/ 0 w 3346585"/>
              <a:gd name="connsiteY4" fmla="*/ 0 h 20079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46585" h="2007951">
                <a:moveTo>
                  <a:pt x="0" y="0"/>
                </a:moveTo>
                <a:lnTo>
                  <a:pt x="3346585" y="0"/>
                </a:lnTo>
                <a:lnTo>
                  <a:pt x="3346585" y="2007951"/>
                </a:lnTo>
                <a:lnTo>
                  <a:pt x="0" y="2007951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12078514"/>
              <a:satOff val="-5354"/>
              <a:lumOff val="-10719"/>
              <a:alphaOff val="0"/>
            </a:schemeClr>
          </a:fillRef>
          <a:effectRef idx="0">
            <a:schemeClr val="accent4">
              <a:hueOff val="12078514"/>
              <a:satOff val="-5354"/>
              <a:lumOff val="-10719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37160" tIns="137160" rIns="137160" bIns="137160" numCol="1" spcCol="1270" anchor="ctr" anchorCtr="0">
            <a:noAutofit/>
          </a:bodyPr>
          <a:lstStyle/>
          <a:p>
            <a:pPr marL="0" lvl="0" indent="0" algn="ctr" defTabSz="1600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MY" sz="3600" kern="1200" baseline="0" dirty="0"/>
              <a:t>Multiplication</a:t>
            </a:r>
            <a:endParaRPr lang="en-MY" sz="3600" kern="120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603432C-E74E-5792-009E-5C7FB788D075}"/>
              </a:ext>
            </a:extLst>
          </p:cNvPr>
          <p:cNvSpPr/>
          <p:nvPr/>
        </p:nvSpPr>
        <p:spPr>
          <a:xfrm>
            <a:off x="4436042" y="4171798"/>
            <a:ext cx="3346585" cy="2007951"/>
          </a:xfrm>
          <a:custGeom>
            <a:avLst/>
            <a:gdLst>
              <a:gd name="connsiteX0" fmla="*/ 0 w 3346585"/>
              <a:gd name="connsiteY0" fmla="*/ 0 h 2007951"/>
              <a:gd name="connsiteX1" fmla="*/ 3346585 w 3346585"/>
              <a:gd name="connsiteY1" fmla="*/ 0 h 2007951"/>
              <a:gd name="connsiteX2" fmla="*/ 3346585 w 3346585"/>
              <a:gd name="connsiteY2" fmla="*/ 2007951 h 2007951"/>
              <a:gd name="connsiteX3" fmla="*/ 0 w 3346585"/>
              <a:gd name="connsiteY3" fmla="*/ 2007951 h 2007951"/>
              <a:gd name="connsiteX4" fmla="*/ 0 w 3346585"/>
              <a:gd name="connsiteY4" fmla="*/ 0 h 20079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46585" h="2007951">
                <a:moveTo>
                  <a:pt x="0" y="0"/>
                </a:moveTo>
                <a:lnTo>
                  <a:pt x="3346585" y="0"/>
                </a:lnTo>
                <a:lnTo>
                  <a:pt x="3346585" y="2007951"/>
                </a:lnTo>
                <a:lnTo>
                  <a:pt x="0" y="2007951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18117770"/>
              <a:satOff val="-8031"/>
              <a:lumOff val="-16078"/>
              <a:alphaOff val="0"/>
            </a:schemeClr>
          </a:fillRef>
          <a:effectRef idx="0">
            <a:schemeClr val="accent4">
              <a:hueOff val="18117770"/>
              <a:satOff val="-8031"/>
              <a:lumOff val="-16078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37160" tIns="137160" rIns="137160" bIns="137160" numCol="1" spcCol="1270" anchor="ctr" anchorCtr="0">
            <a:noAutofit/>
          </a:bodyPr>
          <a:lstStyle/>
          <a:p>
            <a:pPr marL="0" lvl="0" indent="0" algn="ctr" defTabSz="1600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MY" sz="3600" kern="1200" baseline="0"/>
              <a:t>Division</a:t>
            </a:r>
            <a:endParaRPr lang="en-MY" sz="3600" kern="12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100D742-BAA1-E1F7-DE95-829F4FA5236D}"/>
              </a:ext>
            </a:extLst>
          </p:cNvPr>
          <p:cNvSpPr txBox="1"/>
          <p:nvPr/>
        </p:nvSpPr>
        <p:spPr>
          <a:xfrm>
            <a:off x="754798" y="6261407"/>
            <a:ext cx="26696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1200" dirty="0"/>
              <a:t>Add-shift method (unsigned integer)</a:t>
            </a:r>
          </a:p>
          <a:p>
            <a:r>
              <a:rPr lang="en-MY" sz="1200" dirty="0"/>
              <a:t>Booth’s algorithm (-</a:t>
            </a:r>
            <a:r>
              <a:rPr lang="en-MY" sz="1200" dirty="0" err="1"/>
              <a:t>ve</a:t>
            </a:r>
            <a:r>
              <a:rPr lang="en-MY" sz="1200" dirty="0"/>
              <a:t> numbers) </a:t>
            </a:r>
          </a:p>
        </p:txBody>
      </p:sp>
    </p:spTree>
    <p:extLst>
      <p:ext uri="{BB962C8B-B14F-4D97-AF65-F5344CB8AC3E}">
        <p14:creationId xmlns:p14="http://schemas.microsoft.com/office/powerpoint/2010/main" val="26483884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0" grpId="0" animBg="1"/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>
            <a:extLst>
              <a:ext uri="{FF2B5EF4-FFF2-40B4-BE49-F238E27FC236}">
                <a16:creationId xmlns:a16="http://schemas.microsoft.com/office/drawing/2014/main" id="{F7FE66A6-FEDC-7A64-3221-A453EAD8899F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541228" y="228600"/>
            <a:ext cx="7662972" cy="1143000"/>
          </a:xfrm>
        </p:spPr>
        <p:txBody>
          <a:bodyPr/>
          <a:lstStyle/>
          <a:p>
            <a:r>
              <a:rPr lang="en-US" altLang="en-US"/>
              <a:t>Multiplication</a:t>
            </a:r>
          </a:p>
        </p:txBody>
      </p:sp>
      <p:sp>
        <p:nvSpPr>
          <p:cNvPr id="80899" name="Rectangle 3">
            <a:extLst>
              <a:ext uri="{FF2B5EF4-FFF2-40B4-BE49-F238E27FC236}">
                <a16:creationId xmlns:a16="http://schemas.microsoft.com/office/drawing/2014/main" id="{2A6FFB05-9CDE-F01C-24F9-85A04713295B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508696" y="1772816"/>
            <a:ext cx="7664648" cy="4171950"/>
          </a:xfrm>
        </p:spPr>
        <p:txBody>
          <a:bodyPr>
            <a:normAutofit fontScale="92500" lnSpcReduction="10000"/>
          </a:bodyPr>
          <a:lstStyle/>
          <a:p>
            <a:r>
              <a:rPr lang="en-US" altLang="en-US" sz="2400" dirty="0"/>
              <a:t>Compared with addition and subtraction, multiplication is a </a:t>
            </a:r>
            <a:r>
              <a:rPr lang="en-US" altLang="en-US" sz="3900" b="1" dirty="0">
                <a:solidFill>
                  <a:srgbClr val="FF0000"/>
                </a:solidFill>
              </a:rPr>
              <a:t>complex operation</a:t>
            </a:r>
            <a:r>
              <a:rPr lang="en-US" altLang="en-US" sz="2400" dirty="0"/>
              <a:t>, whether performed in hardware or software. </a:t>
            </a:r>
          </a:p>
          <a:p>
            <a:r>
              <a:rPr lang="en-US" altLang="en-US" sz="2400" dirty="0"/>
              <a:t>A wide variety of algorithms have been used in various computers. </a:t>
            </a:r>
          </a:p>
          <a:p>
            <a:r>
              <a:rPr lang="en-US" altLang="en-US" sz="2400" dirty="0"/>
              <a:t>Work out </a:t>
            </a:r>
            <a:r>
              <a:rPr lang="en-US" altLang="en-US" sz="4400" b="1" dirty="0">
                <a:solidFill>
                  <a:srgbClr val="92D050"/>
                </a:solidFill>
              </a:rPr>
              <a:t>partial product </a:t>
            </a:r>
            <a:r>
              <a:rPr lang="en-US" altLang="en-US" sz="2400" dirty="0"/>
              <a:t>for each digit</a:t>
            </a:r>
          </a:p>
          <a:p>
            <a:r>
              <a:rPr lang="en-US" altLang="en-US" sz="2400" dirty="0"/>
              <a:t>Take care with place value (column)</a:t>
            </a:r>
          </a:p>
          <a:p>
            <a:r>
              <a:rPr lang="en-US" altLang="en-US" sz="4400" b="1" dirty="0">
                <a:solidFill>
                  <a:srgbClr val="FF0000"/>
                </a:solidFill>
              </a:rPr>
              <a:t>Add partial products</a:t>
            </a:r>
          </a:p>
          <a:p>
            <a:endParaRPr lang="en-US" altLang="en-US" sz="2400" dirty="0"/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23A8AF-DE0D-2FE9-A7C6-3320D72291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Multiplication of unsigned integer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8E9698C-ADCB-74C5-585B-F28D70BB8EF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338" t="3636" r="4299" b="5455"/>
          <a:stretch/>
        </p:blipFill>
        <p:spPr>
          <a:xfrm>
            <a:off x="1282215" y="2204864"/>
            <a:ext cx="5976665" cy="36004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27B266B8-1FAD-1BF1-C372-255F6FE21A4F}"/>
                  </a:ext>
                </a:extLst>
              </p14:cNvPr>
              <p14:cNvContentPartPr/>
              <p14:nvPr/>
            </p14:nvContentPartPr>
            <p14:xfrm>
              <a:off x="1834560" y="1103040"/>
              <a:ext cx="3126240" cy="434952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27B266B8-1FAD-1BF1-C372-255F6FE21A4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825200" y="1093680"/>
                <a:ext cx="3144960" cy="4368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487267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9A962B-76AC-B23B-859B-608ACDA72D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11 x 13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DAE44B-7FCE-B8C9-70A3-9941DD343A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MY" sz="2000" dirty="0"/>
              <a:t>11 = multiplicand</a:t>
            </a:r>
          </a:p>
          <a:p>
            <a:r>
              <a:rPr lang="en-MY" sz="2000" dirty="0"/>
              <a:t>13 = multiplier 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13EE9C31-3BC3-E339-6BDE-AD593D6771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8747401"/>
              </p:ext>
            </p:extLst>
          </p:nvPr>
        </p:nvGraphicFramePr>
        <p:xfrm>
          <a:off x="1220714" y="2996952"/>
          <a:ext cx="6095997" cy="2595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146705586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36776070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12452235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20676068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404850191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510730829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78360768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827549984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1231953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MY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MY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MY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MY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MY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025769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MY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MY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MY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MY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X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759211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MY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MY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MY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MY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MY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083499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MY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MY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MY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MY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>
                          <a:solidFill>
                            <a:srgbClr val="FFC000"/>
                          </a:solidFill>
                        </a:rPr>
                        <a:t>x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802323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MY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MY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MY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>
                          <a:solidFill>
                            <a:srgbClr val="FFC000"/>
                          </a:solidFill>
                        </a:rPr>
                        <a:t>x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>
                          <a:solidFill>
                            <a:srgbClr val="FFC000"/>
                          </a:solidFill>
                        </a:rPr>
                        <a:t>x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17552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MY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MY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>
                          <a:solidFill>
                            <a:srgbClr val="FFC000"/>
                          </a:solidFill>
                        </a:rPr>
                        <a:t>x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>
                          <a:solidFill>
                            <a:srgbClr val="FFC000"/>
                          </a:solidFill>
                        </a:rPr>
                        <a:t>x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>
                          <a:solidFill>
                            <a:srgbClr val="FFC000"/>
                          </a:solidFill>
                        </a:rPr>
                        <a:t>x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607945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MY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10477568"/>
                  </a:ext>
                </a:extLst>
              </a:tr>
            </a:tbl>
          </a:graphicData>
        </a:graphic>
      </p:graphicFrame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AE4B2C2-BDF5-D8B7-1EAC-7065547E6195}"/>
              </a:ext>
            </a:extLst>
          </p:cNvPr>
          <p:cNvSpPr txBox="1">
            <a:spLocks/>
          </p:cNvSpPr>
          <p:nvPr/>
        </p:nvSpPr>
        <p:spPr>
          <a:xfrm>
            <a:off x="7440652" y="2996952"/>
            <a:ext cx="647622" cy="4379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fontAlgn="auto">
              <a:buNone/>
            </a:pPr>
            <a:r>
              <a:rPr kumimoji="0" lang="en-MY" sz="2000" dirty="0">
                <a:solidFill>
                  <a:srgbClr val="00B050"/>
                </a:solidFill>
              </a:rPr>
              <a:t>11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9C2E7E2-9FD8-A5E2-BA54-D2B14DFCD511}"/>
              </a:ext>
            </a:extLst>
          </p:cNvPr>
          <p:cNvSpPr txBox="1">
            <a:spLocks/>
          </p:cNvSpPr>
          <p:nvPr/>
        </p:nvSpPr>
        <p:spPr>
          <a:xfrm>
            <a:off x="7440652" y="3463837"/>
            <a:ext cx="647622" cy="4379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fontAlgn="auto">
              <a:buNone/>
            </a:pPr>
            <a:r>
              <a:rPr kumimoji="0" lang="en-MY" sz="2000" dirty="0">
                <a:solidFill>
                  <a:srgbClr val="00B050"/>
                </a:solidFill>
              </a:rPr>
              <a:t>13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666A3A60-1958-D9B5-992C-BC739D76D6CB}"/>
              </a:ext>
            </a:extLst>
          </p:cNvPr>
          <p:cNvSpPr txBox="1">
            <a:spLocks noChangeArrowheads="1"/>
          </p:cNvSpPr>
          <p:nvPr/>
        </p:nvSpPr>
        <p:spPr>
          <a:xfrm>
            <a:off x="288128" y="5808823"/>
            <a:ext cx="8178800" cy="10175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lnSpc>
                <a:spcPct val="90000"/>
              </a:lnSpc>
              <a:buFontTx/>
              <a:buNone/>
            </a:pPr>
            <a:r>
              <a:rPr kumimoji="0" lang="en-US" altLang="en-US" i="1" dirty="0">
                <a:solidFill>
                  <a:srgbClr val="FF0000"/>
                </a:solidFill>
              </a:rPr>
              <a:t>Note: </a:t>
            </a:r>
          </a:p>
          <a:p>
            <a:pPr lvl="1" fontAlgn="auto"/>
            <a:r>
              <a:rPr kumimoji="0" lang="en-US" altLang="en-US" dirty="0">
                <a:solidFill>
                  <a:srgbClr val="FF0000"/>
                </a:solidFill>
              </a:rPr>
              <a:t>if multiplier bit is 1 copy multiplicand (place value) otherwise zero</a:t>
            </a:r>
          </a:p>
          <a:p>
            <a:pPr lvl="1" fontAlgn="auto"/>
            <a:r>
              <a:rPr kumimoji="0" lang="en-US" altLang="en-US" dirty="0">
                <a:solidFill>
                  <a:srgbClr val="FF0000"/>
                </a:solidFill>
              </a:rPr>
              <a:t>Need double length result</a:t>
            </a:r>
          </a:p>
        </p:txBody>
      </p:sp>
      <p:sp>
        <p:nvSpPr>
          <p:cNvPr id="8" name="AutoShape 8">
            <a:extLst>
              <a:ext uri="{FF2B5EF4-FFF2-40B4-BE49-F238E27FC236}">
                <a16:creationId xmlns:a16="http://schemas.microsoft.com/office/drawing/2014/main" id="{03319910-5CB6-E104-2074-3E9AA9A46DA5}"/>
              </a:ext>
            </a:extLst>
          </p:cNvPr>
          <p:cNvSpPr>
            <a:spLocks/>
          </p:cNvSpPr>
          <p:nvPr/>
        </p:nvSpPr>
        <p:spPr bwMode="auto">
          <a:xfrm flipH="1">
            <a:off x="1892377" y="3333750"/>
            <a:ext cx="304800" cy="1828800"/>
          </a:xfrm>
          <a:prstGeom prst="rightBrace">
            <a:avLst>
              <a:gd name="adj1" fmla="val 5000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0000" tIns="46800" rIns="90000" bIns="46800" anchor="ctr"/>
          <a:lstStyle>
            <a:lvl1pPr>
              <a:spcBef>
                <a:spcPct val="20000"/>
              </a:spcBef>
              <a:buClr>
                <a:srgbClr val="FF0000"/>
              </a:buClr>
              <a:buChar char="•"/>
              <a:defRPr kumimoji="1"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Char char="o"/>
              <a:defRPr kumimoji="1"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imes New Roman" panose="02020603050405020304" pitchFamily="18" charset="0"/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kumimoji="0"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" name="AutoShape 8">
            <a:extLst>
              <a:ext uri="{FF2B5EF4-FFF2-40B4-BE49-F238E27FC236}">
                <a16:creationId xmlns:a16="http://schemas.microsoft.com/office/drawing/2014/main" id="{4BD3B134-3315-363C-87E9-9956B124A9E3}"/>
              </a:ext>
            </a:extLst>
          </p:cNvPr>
          <p:cNvSpPr>
            <a:spLocks/>
          </p:cNvSpPr>
          <p:nvPr/>
        </p:nvSpPr>
        <p:spPr bwMode="auto">
          <a:xfrm>
            <a:off x="7117310" y="3803129"/>
            <a:ext cx="323341" cy="1359421"/>
          </a:xfrm>
          <a:prstGeom prst="rightBrace">
            <a:avLst>
              <a:gd name="adj1" fmla="val 5000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0000" tIns="46800" rIns="90000" bIns="46800" anchor="ctr"/>
          <a:lstStyle>
            <a:lvl1pPr>
              <a:spcBef>
                <a:spcPct val="20000"/>
              </a:spcBef>
              <a:buClr>
                <a:srgbClr val="FF0000"/>
              </a:buClr>
              <a:buChar char="•"/>
              <a:defRPr kumimoji="1"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Char char="o"/>
              <a:defRPr kumimoji="1"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imes New Roman" panose="02020603050405020304" pitchFamily="18" charset="0"/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kumimoji="0"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ED8F733-63A2-B98E-F065-4BE311347A3D}"/>
              </a:ext>
            </a:extLst>
          </p:cNvPr>
          <p:cNvSpPr txBox="1"/>
          <p:nvPr/>
        </p:nvSpPr>
        <p:spPr>
          <a:xfrm>
            <a:off x="657169" y="3940949"/>
            <a:ext cx="11701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sz="1800" dirty="0"/>
              <a:t>Partial products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D3A1FEE-F7B5-69A8-C8E0-BDC6CA018E38}"/>
              </a:ext>
            </a:extLst>
          </p:cNvPr>
          <p:cNvSpPr txBox="1"/>
          <p:nvPr/>
        </p:nvSpPr>
        <p:spPr>
          <a:xfrm>
            <a:off x="7316711" y="4209023"/>
            <a:ext cx="11701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sz="1800" dirty="0"/>
              <a:t>Addition operation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37E1E78-1D8F-8CD3-905E-ADB6715AD948}"/>
              </a:ext>
            </a:extLst>
          </p:cNvPr>
          <p:cNvSpPr txBox="1"/>
          <p:nvPr/>
        </p:nvSpPr>
        <p:spPr>
          <a:xfrm>
            <a:off x="5148064" y="136811"/>
            <a:ext cx="318176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Pencil and paper approach</a:t>
            </a:r>
          </a:p>
        </p:txBody>
      </p:sp>
    </p:spTree>
    <p:extLst>
      <p:ext uri="{BB962C8B-B14F-4D97-AF65-F5344CB8AC3E}">
        <p14:creationId xmlns:p14="http://schemas.microsoft.com/office/powerpoint/2010/main" val="27281837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>
            <a:extLst>
              <a:ext uri="{FF2B5EF4-FFF2-40B4-BE49-F238E27FC236}">
                <a16:creationId xmlns:a16="http://schemas.microsoft.com/office/drawing/2014/main" id="{8423F6AB-7E41-165C-6ED1-F95D5E2763D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Multiplication</a:t>
            </a:r>
          </a:p>
        </p:txBody>
      </p:sp>
      <p:sp>
        <p:nvSpPr>
          <p:cNvPr id="84995" name="Rectangle 3">
            <a:extLst>
              <a:ext uri="{FF2B5EF4-FFF2-40B4-BE49-F238E27FC236}">
                <a16:creationId xmlns:a16="http://schemas.microsoft.com/office/drawing/2014/main" id="{3920D21D-F347-056F-D48B-DD0871E6F528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US" sz="3200" dirty="0"/>
              <a:t>How can this be more efficient?</a:t>
            </a:r>
          </a:p>
          <a:p>
            <a:pPr marL="0" indent="0">
              <a:buNone/>
            </a:pPr>
            <a:endParaRPr lang="en-US" altLang="en-US" sz="3200" dirty="0"/>
          </a:p>
          <a:p>
            <a:pPr marL="1017270" lvl="1" indent="-742950">
              <a:buFont typeface="+mj-lt"/>
              <a:buAutoNum type="arabicPeriod"/>
            </a:pPr>
            <a:r>
              <a:rPr lang="en-US" altLang="en-US" sz="2800" dirty="0">
                <a:solidFill>
                  <a:schemeClr val="tx1"/>
                </a:solidFill>
              </a:rPr>
              <a:t>Perform running addition on partial products</a:t>
            </a:r>
          </a:p>
          <a:p>
            <a:pPr lvl="5"/>
            <a:r>
              <a:rPr lang="en-US" altLang="en-US" sz="2400" dirty="0">
                <a:solidFill>
                  <a:schemeClr val="tx1"/>
                </a:solidFill>
              </a:rPr>
              <a:t>Do not have to wait until the end</a:t>
            </a:r>
          </a:p>
          <a:p>
            <a:pPr lvl="5"/>
            <a:r>
              <a:rPr lang="en-US" altLang="en-US" sz="2400" dirty="0">
                <a:solidFill>
                  <a:schemeClr val="tx1"/>
                </a:solidFill>
              </a:rPr>
              <a:t>Fewer registers are needed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EF9296-ADBD-CDAF-88F4-7A6D497C25C9}"/>
              </a:ext>
            </a:extLst>
          </p:cNvPr>
          <p:cNvSpPr txBox="1"/>
          <p:nvPr/>
        </p:nvSpPr>
        <p:spPr>
          <a:xfrm>
            <a:off x="149003" y="6138297"/>
            <a:ext cx="806321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0" i="0" dirty="0">
                <a:solidFill>
                  <a:srgbClr val="FF0000"/>
                </a:solidFill>
                <a:effectLst/>
                <a:latin typeface="TimesTenLTStd-Roman"/>
              </a:rPr>
              <a:t>This eliminates the need for storage of all the partial products</a:t>
            </a:r>
            <a:r>
              <a:rPr lang="en-US" dirty="0">
                <a:solidFill>
                  <a:srgbClr val="FF0000"/>
                </a:solidFill>
              </a:rPr>
              <a:t> </a:t>
            </a:r>
            <a:br>
              <a:rPr lang="en-US" dirty="0">
                <a:solidFill>
                  <a:srgbClr val="FF0000"/>
                </a:solidFill>
              </a:rPr>
            </a:br>
            <a:endParaRPr lang="en-MY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>
            <a:extLst>
              <a:ext uri="{FF2B5EF4-FFF2-40B4-BE49-F238E27FC236}">
                <a16:creationId xmlns:a16="http://schemas.microsoft.com/office/drawing/2014/main" id="{404320BE-421E-5725-CC1A-B5D5A9A3418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Multiplication</a:t>
            </a:r>
          </a:p>
        </p:txBody>
      </p:sp>
      <p:sp>
        <p:nvSpPr>
          <p:cNvPr id="86019" name="Rectangle 3">
            <a:extLst>
              <a:ext uri="{FF2B5EF4-FFF2-40B4-BE49-F238E27FC236}">
                <a16:creationId xmlns:a16="http://schemas.microsoft.com/office/drawing/2014/main" id="{FBEFD7E9-9A8D-9E79-9E20-71A7F3E58851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US" sz="2800" dirty="0"/>
              <a:t>How can this be more efficient?</a:t>
            </a:r>
          </a:p>
          <a:p>
            <a:pPr marL="0" indent="0">
              <a:buNone/>
            </a:pPr>
            <a:endParaRPr lang="en-US" altLang="en-US" sz="2800" dirty="0"/>
          </a:p>
          <a:p>
            <a:pPr marL="274320" lvl="1" indent="0">
              <a:buNone/>
            </a:pPr>
            <a:r>
              <a:rPr lang="en-US" altLang="en-US" sz="2800" dirty="0"/>
              <a:t>2. Save time on generation of partial products</a:t>
            </a:r>
          </a:p>
          <a:p>
            <a:pPr marL="1394460" lvl="3" indent="-571500">
              <a:buFont typeface="+mj-lt"/>
              <a:buAutoNum type="romanLcPeriod"/>
            </a:pPr>
            <a:r>
              <a:rPr lang="en-US" altLang="en-US" sz="2800" dirty="0"/>
              <a:t>For each </a:t>
            </a:r>
            <a:r>
              <a:rPr lang="en-US" altLang="en-US" sz="2800" dirty="0">
                <a:solidFill>
                  <a:srgbClr val="FF0000"/>
                </a:solidFill>
              </a:rPr>
              <a:t>1</a:t>
            </a:r>
            <a:r>
              <a:rPr lang="en-US" altLang="en-US" sz="2800" dirty="0"/>
              <a:t> on multiplier requires </a:t>
            </a:r>
            <a:r>
              <a:rPr lang="en-US" altLang="en-US" sz="2800" dirty="0">
                <a:solidFill>
                  <a:srgbClr val="FF0000"/>
                </a:solidFill>
              </a:rPr>
              <a:t>an add</a:t>
            </a:r>
            <a:r>
              <a:rPr lang="en-US" altLang="en-US" sz="2800" dirty="0"/>
              <a:t> and </a:t>
            </a:r>
            <a:r>
              <a:rPr lang="en-US" altLang="en-US" sz="2800" dirty="0">
                <a:solidFill>
                  <a:srgbClr val="FF0000"/>
                </a:solidFill>
              </a:rPr>
              <a:t>a shift </a:t>
            </a:r>
            <a:r>
              <a:rPr lang="en-US" altLang="en-US" sz="2800" dirty="0"/>
              <a:t>operation</a:t>
            </a:r>
          </a:p>
          <a:p>
            <a:pPr marL="1394460" lvl="3" indent="-571500">
              <a:buFont typeface="+mj-lt"/>
              <a:buAutoNum type="romanLcPeriod"/>
            </a:pPr>
            <a:r>
              <a:rPr lang="en-US" altLang="en-US" sz="2800" dirty="0"/>
              <a:t>For each </a:t>
            </a:r>
            <a:r>
              <a:rPr lang="en-US" altLang="en-US" sz="2800" dirty="0">
                <a:solidFill>
                  <a:srgbClr val="00B050"/>
                </a:solidFill>
              </a:rPr>
              <a:t>0</a:t>
            </a:r>
            <a:r>
              <a:rPr lang="en-US" altLang="en-US" sz="2800" dirty="0"/>
              <a:t> on multiplier, only </a:t>
            </a:r>
            <a:r>
              <a:rPr lang="en-US" altLang="en-US" sz="2800" dirty="0">
                <a:solidFill>
                  <a:srgbClr val="00B050"/>
                </a:solidFill>
              </a:rPr>
              <a:t>a shift </a:t>
            </a:r>
            <a:r>
              <a:rPr lang="en-US" altLang="en-US" sz="2800" dirty="0"/>
              <a:t>is required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16554-B41D-19CE-2657-E5014A6B7D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Multiplication block diagram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DE655BD-506B-BF04-611B-BBF236967FB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379" r="7624"/>
          <a:stretch/>
        </p:blipFill>
        <p:spPr>
          <a:xfrm>
            <a:off x="302393" y="2171760"/>
            <a:ext cx="7200801" cy="432048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C9E49C10-2B5E-C669-065A-04344B893664}"/>
              </a:ext>
            </a:extLst>
          </p:cNvPr>
          <p:cNvSpPr/>
          <p:nvPr/>
        </p:nvSpPr>
        <p:spPr>
          <a:xfrm>
            <a:off x="1763688" y="2420888"/>
            <a:ext cx="648072" cy="57606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86EDBFD-1E53-0D8D-2AA5-DC451CBDAC03}"/>
              </a:ext>
            </a:extLst>
          </p:cNvPr>
          <p:cNvSpPr/>
          <p:nvPr/>
        </p:nvSpPr>
        <p:spPr>
          <a:xfrm>
            <a:off x="1835696" y="5301208"/>
            <a:ext cx="648072" cy="57606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54347CB-5B4C-7E13-FE70-6AEA9E09AD86}"/>
              </a:ext>
            </a:extLst>
          </p:cNvPr>
          <p:cNvSpPr/>
          <p:nvPr/>
        </p:nvSpPr>
        <p:spPr>
          <a:xfrm>
            <a:off x="4932040" y="5301208"/>
            <a:ext cx="648072" cy="57606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996A64C5-09BC-4EA2-07E5-6C1CC159E8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45281" y="2060575"/>
            <a:ext cx="3270603" cy="1368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marL="342900" indent="-342900">
              <a:spcBef>
                <a:spcPct val="20000"/>
              </a:spcBef>
              <a:buClr>
                <a:srgbClr val="FF0000"/>
              </a:buClr>
              <a:buChar char="•"/>
              <a:defRPr kumimoji="1"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Char char="o"/>
              <a:defRPr kumimoji="1"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imes New Roman" panose="02020603050405020304" pitchFamily="18" charset="0"/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buFontTx/>
              <a:buNone/>
            </a:pPr>
            <a:r>
              <a:rPr lang="en-US" altLang="en-US" sz="2000" dirty="0">
                <a:solidFill>
                  <a:srgbClr val="FF0000"/>
                </a:solidFill>
              </a:rPr>
              <a:t>Note:</a:t>
            </a:r>
          </a:p>
          <a:p>
            <a:pPr>
              <a:buFontTx/>
              <a:buNone/>
            </a:pPr>
            <a:r>
              <a:rPr lang="en-US" altLang="en-US" sz="2000" dirty="0">
                <a:solidFill>
                  <a:srgbClr val="FF0000"/>
                </a:solidFill>
              </a:rPr>
              <a:t>M remains the same</a:t>
            </a:r>
          </a:p>
          <a:p>
            <a:pPr>
              <a:buFontTx/>
              <a:buNone/>
            </a:pPr>
            <a:r>
              <a:rPr lang="en-US" altLang="en-US" sz="2000" dirty="0">
                <a:solidFill>
                  <a:srgbClr val="FF0000"/>
                </a:solidFill>
              </a:rPr>
              <a:t> C, A &amp; Q involved in shifting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FC61928-E8B6-F952-2FF6-9D774165AA49}"/>
              </a:ext>
            </a:extLst>
          </p:cNvPr>
          <p:cNvSpPr/>
          <p:nvPr/>
        </p:nvSpPr>
        <p:spPr>
          <a:xfrm>
            <a:off x="1208758" y="5373216"/>
            <a:ext cx="432048" cy="360040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dirty="0">
                <a:solidFill>
                  <a:srgbClr val="FF0000"/>
                </a:solidFill>
              </a:rPr>
              <a:t>C</a:t>
            </a:r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3B9677C8-A719-8942-563E-374A479537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21802" y="23356"/>
            <a:ext cx="2762192" cy="10790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marL="342900" indent="-342900">
              <a:spcBef>
                <a:spcPct val="20000"/>
              </a:spcBef>
              <a:buClr>
                <a:srgbClr val="FF0000"/>
              </a:buClr>
              <a:buChar char="•"/>
              <a:defRPr kumimoji="1"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Char char="o"/>
              <a:defRPr kumimoji="1"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imes New Roman" panose="02020603050405020304" pitchFamily="18" charset="0"/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>
              <a:buFontTx/>
              <a:buNone/>
            </a:pPr>
            <a:r>
              <a:rPr lang="en-US" altLang="en-US" sz="1400" dirty="0"/>
              <a:t>M: (11)</a:t>
            </a:r>
            <a:r>
              <a:rPr lang="en-US" altLang="en-US" sz="1400" baseline="-25000" dirty="0"/>
              <a:t>10</a:t>
            </a:r>
          </a:p>
          <a:p>
            <a:pPr algn="r">
              <a:buFontTx/>
              <a:buNone/>
            </a:pPr>
            <a:r>
              <a:rPr lang="en-US" altLang="en-US" sz="1400" dirty="0"/>
              <a:t>Q: (13)</a:t>
            </a:r>
            <a:r>
              <a:rPr lang="en-US" altLang="en-US" sz="1400" baseline="-25000" dirty="0"/>
              <a:t>10</a:t>
            </a:r>
          </a:p>
          <a:p>
            <a:pPr algn="r">
              <a:buFontTx/>
              <a:buNone/>
            </a:pPr>
            <a:r>
              <a:rPr lang="en-US" altLang="en-US" sz="1400" dirty="0"/>
              <a:t>A: (additional register)</a:t>
            </a:r>
          </a:p>
          <a:p>
            <a:pPr algn="r">
              <a:buFontTx/>
              <a:buNone/>
            </a:pPr>
            <a:r>
              <a:rPr lang="en-US" altLang="en-US" sz="1400" dirty="0"/>
              <a:t>C: Carry bit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93DF998C-908E-5080-F2B8-9F1F3FD7ABA1}"/>
                  </a:ext>
                </a:extLst>
              </p14:cNvPr>
              <p14:cNvContentPartPr/>
              <p14:nvPr/>
            </p14:nvContentPartPr>
            <p14:xfrm>
              <a:off x="777240" y="3114720"/>
              <a:ext cx="7063920" cy="31892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93DF998C-908E-5080-F2B8-9F1F3FD7ABA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67880" y="3105360"/>
                <a:ext cx="7082640" cy="3207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858764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3612DF-BA5D-3CAD-8684-8BEA3F2879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808" y="421640"/>
            <a:ext cx="7890672" cy="1325562"/>
          </a:xfrm>
        </p:spPr>
        <p:txBody>
          <a:bodyPr/>
          <a:lstStyle/>
          <a:p>
            <a:r>
              <a:rPr lang="en-US" altLang="en-US" sz="4000" dirty="0"/>
              <a:t>Unsigned Binary Multiplication</a:t>
            </a:r>
            <a:endParaRPr lang="en-MY" dirty="0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83720252-6DB6-C451-E008-00BF7A6BF5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536" y="1747202"/>
            <a:ext cx="3528392" cy="158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marL="342900" indent="-342900">
              <a:spcBef>
                <a:spcPct val="20000"/>
              </a:spcBef>
              <a:buClr>
                <a:srgbClr val="FF0000"/>
              </a:buClr>
              <a:buChar char="•"/>
              <a:defRPr kumimoji="1"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Char char="o"/>
              <a:defRPr kumimoji="1"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imes New Roman" panose="02020603050405020304" pitchFamily="18" charset="0"/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buFontTx/>
              <a:buNone/>
            </a:pPr>
            <a:r>
              <a:rPr lang="en-US" altLang="en-US" sz="2000" dirty="0"/>
              <a:t>M: Multiplicand = (11)</a:t>
            </a:r>
            <a:r>
              <a:rPr lang="en-US" altLang="en-US" sz="2000" baseline="-25000" dirty="0"/>
              <a:t>10</a:t>
            </a:r>
          </a:p>
          <a:p>
            <a:pPr>
              <a:buFontTx/>
              <a:buNone/>
            </a:pPr>
            <a:r>
              <a:rPr lang="en-US" altLang="en-US" sz="2000" dirty="0"/>
              <a:t>Q: Multiplier = (13)</a:t>
            </a:r>
            <a:r>
              <a:rPr lang="en-US" altLang="en-US" sz="2000" baseline="-25000" dirty="0"/>
              <a:t>10</a:t>
            </a:r>
          </a:p>
          <a:p>
            <a:pPr>
              <a:buFontTx/>
              <a:buNone/>
            </a:pPr>
            <a:r>
              <a:rPr lang="en-US" altLang="en-US" sz="2000" dirty="0"/>
              <a:t>A: (additional register)</a:t>
            </a:r>
          </a:p>
          <a:p>
            <a:pPr>
              <a:buFontTx/>
              <a:buNone/>
            </a:pPr>
            <a:r>
              <a:rPr lang="en-US" altLang="en-US" sz="2000" dirty="0"/>
              <a:t>C: Carry bit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D4F780F-552A-9C4B-C672-A70D3EF56C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1052" y="2415259"/>
            <a:ext cx="5623014" cy="3960440"/>
          </a:xfrm>
          <a:prstGeom prst="rect">
            <a:avLst/>
          </a:prstGeom>
        </p:spPr>
      </p:pic>
      <p:sp>
        <p:nvSpPr>
          <p:cNvPr id="3" name="Rectangle 7">
            <a:extLst>
              <a:ext uri="{FF2B5EF4-FFF2-40B4-BE49-F238E27FC236}">
                <a16:creationId xmlns:a16="http://schemas.microsoft.com/office/drawing/2014/main" id="{B5362CDB-C4B5-EA2E-EEBD-0BBEEA2B0F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840" y="5727319"/>
            <a:ext cx="3270603" cy="11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marL="342900" indent="-342900">
              <a:spcBef>
                <a:spcPct val="20000"/>
              </a:spcBef>
              <a:buClr>
                <a:srgbClr val="FF0000"/>
              </a:buClr>
              <a:buChar char="•"/>
              <a:defRPr kumimoji="1"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Char char="o"/>
              <a:defRPr kumimoji="1"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imes New Roman" panose="02020603050405020304" pitchFamily="18" charset="0"/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buFontTx/>
              <a:buNone/>
            </a:pPr>
            <a:r>
              <a:rPr lang="en-US" altLang="en-US" sz="1600" dirty="0">
                <a:solidFill>
                  <a:srgbClr val="FF0000"/>
                </a:solidFill>
              </a:rPr>
              <a:t>Note:</a:t>
            </a:r>
          </a:p>
          <a:p>
            <a:pPr>
              <a:buFontTx/>
              <a:buNone/>
            </a:pPr>
            <a:r>
              <a:rPr lang="en-US" altLang="en-US" sz="1600" dirty="0">
                <a:solidFill>
                  <a:srgbClr val="FF0000"/>
                </a:solidFill>
              </a:rPr>
              <a:t>M remains the same</a:t>
            </a:r>
          </a:p>
          <a:p>
            <a:pPr>
              <a:buFontTx/>
              <a:buNone/>
            </a:pPr>
            <a:r>
              <a:rPr lang="en-US" altLang="en-US" sz="1600" dirty="0">
                <a:solidFill>
                  <a:srgbClr val="FF0000"/>
                </a:solidFill>
              </a:rPr>
              <a:t> C, A &amp; Q involved in shifting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47013D8-A416-3E82-A388-C566B95EAA20}"/>
              </a:ext>
            </a:extLst>
          </p:cNvPr>
          <p:cNvSpPr txBox="1"/>
          <p:nvPr/>
        </p:nvSpPr>
        <p:spPr>
          <a:xfrm>
            <a:off x="1161944" y="160030"/>
            <a:ext cx="711053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48640" lvl="2" algn="r"/>
            <a:r>
              <a:rPr lang="en-US" altLang="en-US" sz="1400" dirty="0"/>
              <a:t>For each </a:t>
            </a:r>
            <a:r>
              <a:rPr lang="en-US" altLang="en-US" sz="1400" dirty="0">
                <a:solidFill>
                  <a:srgbClr val="FF0000"/>
                </a:solidFill>
              </a:rPr>
              <a:t>1</a:t>
            </a:r>
            <a:r>
              <a:rPr lang="en-US" altLang="en-US" sz="1400" dirty="0"/>
              <a:t> on multiplier requires </a:t>
            </a:r>
            <a:r>
              <a:rPr lang="en-US" altLang="en-US" sz="1400" dirty="0">
                <a:solidFill>
                  <a:srgbClr val="FF0000"/>
                </a:solidFill>
              </a:rPr>
              <a:t>an add</a:t>
            </a:r>
            <a:r>
              <a:rPr lang="en-US" altLang="en-US" sz="1400" dirty="0"/>
              <a:t> and </a:t>
            </a:r>
            <a:r>
              <a:rPr lang="en-US" altLang="en-US" sz="1400" dirty="0">
                <a:solidFill>
                  <a:srgbClr val="FF0000"/>
                </a:solidFill>
              </a:rPr>
              <a:t>a shift </a:t>
            </a:r>
            <a:r>
              <a:rPr lang="en-US" altLang="en-US" sz="1400" dirty="0"/>
              <a:t>operation</a:t>
            </a:r>
          </a:p>
          <a:p>
            <a:pPr marL="548640" lvl="2" algn="r"/>
            <a:r>
              <a:rPr lang="en-US" altLang="en-US" sz="1400" dirty="0"/>
              <a:t>For each </a:t>
            </a:r>
            <a:r>
              <a:rPr lang="en-US" altLang="en-US" sz="1400" dirty="0">
                <a:solidFill>
                  <a:srgbClr val="00B050"/>
                </a:solidFill>
              </a:rPr>
              <a:t>0</a:t>
            </a:r>
            <a:r>
              <a:rPr lang="en-US" altLang="en-US" sz="1400" dirty="0"/>
              <a:t> on multiplier, only </a:t>
            </a:r>
            <a:r>
              <a:rPr lang="en-US" altLang="en-US" sz="1400" dirty="0">
                <a:solidFill>
                  <a:srgbClr val="00B050"/>
                </a:solidFill>
              </a:rPr>
              <a:t>a shift </a:t>
            </a:r>
            <a:r>
              <a:rPr lang="en-US" altLang="en-US" sz="1400" dirty="0"/>
              <a:t>is required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ED9A0DD0-6966-3D4A-4D6B-31E0CEB7C5B9}"/>
                  </a:ext>
                </a:extLst>
              </p14:cNvPr>
              <p14:cNvContentPartPr/>
              <p14:nvPr/>
            </p14:nvContentPartPr>
            <p14:xfrm>
              <a:off x="2594520" y="2268720"/>
              <a:ext cx="2554920" cy="30348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ED9A0DD0-6966-3D4A-4D6B-31E0CEB7C5B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585160" y="2259360"/>
                <a:ext cx="2573640" cy="322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202338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D89184-96D3-A0C1-582E-C771EB15E8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520" y="116633"/>
            <a:ext cx="4536504" cy="1080120"/>
          </a:xfrm>
        </p:spPr>
        <p:txBody>
          <a:bodyPr>
            <a:noAutofit/>
          </a:bodyPr>
          <a:lstStyle/>
          <a:p>
            <a:pPr algn="ctr"/>
            <a:r>
              <a:rPr lang="en-US" sz="2800" dirty="0"/>
              <a:t>Flowchart for </a:t>
            </a:r>
            <a:r>
              <a:rPr lang="en-US" sz="2800" dirty="0">
                <a:solidFill>
                  <a:srgbClr val="FF0000"/>
                </a:solidFill>
              </a:rPr>
              <a:t>Unsigned</a:t>
            </a:r>
            <a:r>
              <a:rPr lang="en-US" sz="2800" dirty="0"/>
              <a:t> Binary Multiplication</a:t>
            </a:r>
            <a:endParaRPr lang="en-MY"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7E079D9-BA4E-B0F5-E52E-492C10D6825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001" t="3661" r="3800"/>
          <a:stretch/>
        </p:blipFill>
        <p:spPr>
          <a:xfrm>
            <a:off x="3563888" y="1196753"/>
            <a:ext cx="4536504" cy="518457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18A96691-EFCD-9C1D-DB03-D6217E0A0704}"/>
                  </a:ext>
                </a:extLst>
              </p14:cNvPr>
              <p14:cNvContentPartPr/>
              <p14:nvPr/>
            </p14:nvContentPartPr>
            <p14:xfrm>
              <a:off x="5817600" y="1582920"/>
              <a:ext cx="2269440" cy="483552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18A96691-EFCD-9C1D-DB03-D6217E0A070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808240" y="1573560"/>
                <a:ext cx="2288160" cy="4854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960192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9A962B-76AC-B23B-859B-608ACDA72D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11 x 13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DAE44B-7FCE-B8C9-70A3-9941DD343A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MY" sz="2000" dirty="0"/>
              <a:t>11 = multiplicand</a:t>
            </a:r>
          </a:p>
          <a:p>
            <a:r>
              <a:rPr lang="en-MY" sz="2000" dirty="0"/>
              <a:t>13 = multiplier 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13EE9C31-3BC3-E339-6BDE-AD593D677122}"/>
              </a:ext>
            </a:extLst>
          </p:cNvPr>
          <p:cNvGraphicFramePr>
            <a:graphicFrameLocks noGrp="1"/>
          </p:cNvGraphicFramePr>
          <p:nvPr/>
        </p:nvGraphicFramePr>
        <p:xfrm>
          <a:off x="1220714" y="2996952"/>
          <a:ext cx="6095997" cy="2595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146705586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36776070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12452235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20676068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404850191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510730829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78360768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827549984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1231953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MY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MY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MY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MY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MY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025769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MY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MY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MY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MY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X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759211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MY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MY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MY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MY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MY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083499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MY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MY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MY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MY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>
                          <a:solidFill>
                            <a:srgbClr val="FFC000"/>
                          </a:solidFill>
                        </a:rPr>
                        <a:t>x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802323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MY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MY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MY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>
                          <a:solidFill>
                            <a:srgbClr val="FFC000"/>
                          </a:solidFill>
                        </a:rPr>
                        <a:t>x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>
                          <a:solidFill>
                            <a:srgbClr val="FFC000"/>
                          </a:solidFill>
                        </a:rPr>
                        <a:t>x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17552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MY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MY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>
                          <a:solidFill>
                            <a:srgbClr val="FFC000"/>
                          </a:solidFill>
                        </a:rPr>
                        <a:t>x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>
                          <a:solidFill>
                            <a:srgbClr val="FFC000"/>
                          </a:solidFill>
                        </a:rPr>
                        <a:t>x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>
                          <a:solidFill>
                            <a:srgbClr val="FFC000"/>
                          </a:solidFill>
                        </a:rPr>
                        <a:t>x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607945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MY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10477568"/>
                  </a:ext>
                </a:extLst>
              </a:tr>
            </a:tbl>
          </a:graphicData>
        </a:graphic>
      </p:graphicFrame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AE4B2C2-BDF5-D8B7-1EAC-7065547E6195}"/>
              </a:ext>
            </a:extLst>
          </p:cNvPr>
          <p:cNvSpPr txBox="1">
            <a:spLocks/>
          </p:cNvSpPr>
          <p:nvPr/>
        </p:nvSpPr>
        <p:spPr>
          <a:xfrm>
            <a:off x="7440652" y="2996952"/>
            <a:ext cx="647622" cy="4379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fontAlgn="auto">
              <a:buNone/>
            </a:pPr>
            <a:r>
              <a:rPr kumimoji="0" lang="en-MY" sz="2000" dirty="0">
                <a:solidFill>
                  <a:srgbClr val="00B050"/>
                </a:solidFill>
              </a:rPr>
              <a:t>11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9C2E7E2-9FD8-A5E2-BA54-D2B14DFCD511}"/>
              </a:ext>
            </a:extLst>
          </p:cNvPr>
          <p:cNvSpPr txBox="1">
            <a:spLocks/>
          </p:cNvSpPr>
          <p:nvPr/>
        </p:nvSpPr>
        <p:spPr>
          <a:xfrm>
            <a:off x="7440652" y="3463837"/>
            <a:ext cx="647622" cy="4379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fontAlgn="auto">
              <a:buNone/>
            </a:pPr>
            <a:r>
              <a:rPr kumimoji="0" lang="en-MY" sz="2000" dirty="0">
                <a:solidFill>
                  <a:srgbClr val="00B050"/>
                </a:solidFill>
              </a:rPr>
              <a:t>13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37E1E78-1D8F-8CD3-905E-ADB6715AD948}"/>
              </a:ext>
            </a:extLst>
          </p:cNvPr>
          <p:cNvSpPr txBox="1"/>
          <p:nvPr/>
        </p:nvSpPr>
        <p:spPr>
          <a:xfrm>
            <a:off x="5148064" y="136811"/>
            <a:ext cx="318176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Pencil and paper approach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610432CD-9687-7EC8-B8C0-732506EB19F0}"/>
                  </a:ext>
                </a:extLst>
              </p14:cNvPr>
              <p14:cNvContentPartPr/>
              <p14:nvPr/>
            </p14:nvContentPartPr>
            <p14:xfrm>
              <a:off x="685800" y="3623400"/>
              <a:ext cx="1394640" cy="194904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610432CD-9687-7EC8-B8C0-732506EB19F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76440" y="3614040"/>
                <a:ext cx="1413360" cy="1967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153494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23D4555D-3A85-04EE-6122-B95E169BB9F2}"/>
              </a:ext>
            </a:extLst>
          </p:cNvPr>
          <p:cNvSpPr txBox="1">
            <a:spLocks/>
          </p:cNvSpPr>
          <p:nvPr/>
        </p:nvSpPr>
        <p:spPr>
          <a:xfrm>
            <a:off x="325212" y="365760"/>
            <a:ext cx="7890672" cy="176709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 spc="-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kumimoji="0" lang="en-MY" sz="3200" dirty="0"/>
              <a:t>(11)</a:t>
            </a:r>
            <a:r>
              <a:rPr kumimoji="0" lang="en-MY" sz="3200" baseline="-25000" dirty="0"/>
              <a:t>10</a:t>
            </a:r>
            <a:r>
              <a:rPr kumimoji="0" lang="en-MY" sz="3200" dirty="0"/>
              <a:t> x (13)</a:t>
            </a:r>
            <a:r>
              <a:rPr kumimoji="0" lang="en-MY" sz="3200" baseline="-25000" dirty="0"/>
              <a:t>10</a:t>
            </a:r>
          </a:p>
          <a:p>
            <a:pPr fontAlgn="auto">
              <a:spcAft>
                <a:spcPts val="0"/>
              </a:spcAft>
            </a:pPr>
            <a:endParaRPr kumimoji="0" lang="en-MY" sz="3200" baseline="-25000" dirty="0"/>
          </a:p>
          <a:p>
            <a:pPr fontAlgn="auto">
              <a:spcAft>
                <a:spcPts val="0"/>
              </a:spcAft>
            </a:pPr>
            <a:r>
              <a:rPr kumimoji="0" lang="en-MY" sz="3200" dirty="0"/>
              <a:t>(11)</a:t>
            </a:r>
            <a:r>
              <a:rPr kumimoji="0" lang="en-MY" sz="3200" baseline="-25000" dirty="0"/>
              <a:t>10 </a:t>
            </a:r>
            <a:r>
              <a:rPr kumimoji="0" lang="en-MY" sz="3200" dirty="0"/>
              <a:t>= (1011)</a:t>
            </a:r>
            <a:r>
              <a:rPr kumimoji="0" lang="en-MY" sz="3200" baseline="-25000" dirty="0"/>
              <a:t>2</a:t>
            </a:r>
          </a:p>
          <a:p>
            <a:pPr fontAlgn="auto">
              <a:spcAft>
                <a:spcPts val="0"/>
              </a:spcAft>
            </a:pPr>
            <a:r>
              <a:rPr kumimoji="0" lang="en-MY" sz="3200" dirty="0"/>
              <a:t>(13)</a:t>
            </a:r>
            <a:r>
              <a:rPr kumimoji="0" lang="en-MY" sz="3200" baseline="-25000" dirty="0"/>
              <a:t>10 </a:t>
            </a:r>
            <a:r>
              <a:rPr kumimoji="0" lang="en-MY" sz="3200" dirty="0"/>
              <a:t> = (1101)</a:t>
            </a:r>
            <a:r>
              <a:rPr kumimoji="0" lang="en-MY" sz="3200" baseline="-25000" dirty="0"/>
              <a:t>2</a:t>
            </a:r>
          </a:p>
          <a:p>
            <a:pPr fontAlgn="auto">
              <a:spcAft>
                <a:spcPts val="0"/>
              </a:spcAft>
            </a:pPr>
            <a:r>
              <a:rPr kumimoji="0" lang="en-MY" sz="3200" dirty="0"/>
              <a:t>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A6F5B8E-6A18-88ED-1CA8-6E6B89334A9F}"/>
              </a:ext>
            </a:extLst>
          </p:cNvPr>
          <p:cNvSpPr txBox="1"/>
          <p:nvPr/>
        </p:nvSpPr>
        <p:spPr>
          <a:xfrm>
            <a:off x="3630916" y="2564141"/>
            <a:ext cx="3241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B9DE6D8-607A-4455-714F-704339A11C1C}"/>
              </a:ext>
            </a:extLst>
          </p:cNvPr>
          <p:cNvSpPr txBox="1"/>
          <p:nvPr/>
        </p:nvSpPr>
        <p:spPr>
          <a:xfrm>
            <a:off x="4716016" y="2564904"/>
            <a:ext cx="3241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B6DE73C-C6B8-AB93-D902-1DD3B4F87C12}"/>
              </a:ext>
            </a:extLst>
          </p:cNvPr>
          <p:cNvSpPr txBox="1"/>
          <p:nvPr/>
        </p:nvSpPr>
        <p:spPr>
          <a:xfrm>
            <a:off x="4173466" y="2566429"/>
            <a:ext cx="3241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8604959-DF7C-BDC7-7566-1DC18AD1DD54}"/>
              </a:ext>
            </a:extLst>
          </p:cNvPr>
          <p:cNvSpPr txBox="1"/>
          <p:nvPr/>
        </p:nvSpPr>
        <p:spPr>
          <a:xfrm>
            <a:off x="5258566" y="2565667"/>
            <a:ext cx="3241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30D5E30-8755-10CE-7823-92BDD6454E99}"/>
              </a:ext>
            </a:extLst>
          </p:cNvPr>
          <p:cNvSpPr txBox="1"/>
          <p:nvPr/>
        </p:nvSpPr>
        <p:spPr>
          <a:xfrm>
            <a:off x="3658340" y="3031178"/>
            <a:ext cx="3241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F9FFBED-69E9-F25B-236C-D0A4799888C9}"/>
              </a:ext>
            </a:extLst>
          </p:cNvPr>
          <p:cNvSpPr txBox="1"/>
          <p:nvPr/>
        </p:nvSpPr>
        <p:spPr>
          <a:xfrm>
            <a:off x="4743440" y="3031941"/>
            <a:ext cx="3241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8A91340-A33A-D7A5-3231-59316B9E6521}"/>
              </a:ext>
            </a:extLst>
          </p:cNvPr>
          <p:cNvSpPr txBox="1"/>
          <p:nvPr/>
        </p:nvSpPr>
        <p:spPr>
          <a:xfrm>
            <a:off x="4200890" y="3033466"/>
            <a:ext cx="3241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6334769-CD0F-0F1C-A045-3FFF9915D065}"/>
              </a:ext>
            </a:extLst>
          </p:cNvPr>
          <p:cNvSpPr txBox="1"/>
          <p:nvPr/>
        </p:nvSpPr>
        <p:spPr>
          <a:xfrm>
            <a:off x="5285990" y="3032704"/>
            <a:ext cx="3241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1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E3032C7-B216-E8D1-48DB-F7B7018C89B0}"/>
              </a:ext>
            </a:extLst>
          </p:cNvPr>
          <p:cNvCxnSpPr/>
          <p:nvPr/>
        </p:nvCxnSpPr>
        <p:spPr>
          <a:xfrm>
            <a:off x="2767872" y="3429000"/>
            <a:ext cx="288032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C82DCF8B-6496-72FB-7AE1-5991B67713B5}"/>
              </a:ext>
            </a:extLst>
          </p:cNvPr>
          <p:cNvSpPr txBox="1"/>
          <p:nvPr/>
        </p:nvSpPr>
        <p:spPr>
          <a:xfrm>
            <a:off x="5285990" y="3479599"/>
            <a:ext cx="3241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8771EC1-DAD3-8E9A-956A-FDC7380E4ACF}"/>
              </a:ext>
            </a:extLst>
          </p:cNvPr>
          <p:cNvSpPr txBox="1"/>
          <p:nvPr/>
        </p:nvSpPr>
        <p:spPr>
          <a:xfrm>
            <a:off x="4743440" y="3479599"/>
            <a:ext cx="3241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70A246C-7026-C9D6-6DA4-1B6BE4113D46}"/>
              </a:ext>
            </a:extLst>
          </p:cNvPr>
          <p:cNvSpPr txBox="1"/>
          <p:nvPr/>
        </p:nvSpPr>
        <p:spPr>
          <a:xfrm>
            <a:off x="4200890" y="3479599"/>
            <a:ext cx="3241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0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C67C1EF-A6E9-A60B-D986-F8C887A7B540}"/>
              </a:ext>
            </a:extLst>
          </p:cNvPr>
          <p:cNvSpPr txBox="1"/>
          <p:nvPr/>
        </p:nvSpPr>
        <p:spPr>
          <a:xfrm>
            <a:off x="3658340" y="3479599"/>
            <a:ext cx="3241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E750B60-32CA-8C87-6D86-972D78408FD4}"/>
              </a:ext>
            </a:extLst>
          </p:cNvPr>
          <p:cNvSpPr txBox="1"/>
          <p:nvPr/>
        </p:nvSpPr>
        <p:spPr>
          <a:xfrm>
            <a:off x="4733168" y="3931026"/>
            <a:ext cx="3241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/>
              <a:t>0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A7A64D7-FA31-1FC4-CA86-1B8EA1AFBD15}"/>
              </a:ext>
            </a:extLst>
          </p:cNvPr>
          <p:cNvSpPr txBox="1"/>
          <p:nvPr/>
        </p:nvSpPr>
        <p:spPr>
          <a:xfrm>
            <a:off x="4200882" y="3931026"/>
            <a:ext cx="3241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/>
              <a:t>0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AFDA591-478F-C61C-DB8E-33890B4F43D4}"/>
              </a:ext>
            </a:extLst>
          </p:cNvPr>
          <p:cNvSpPr txBox="1"/>
          <p:nvPr/>
        </p:nvSpPr>
        <p:spPr>
          <a:xfrm>
            <a:off x="3650476" y="3931026"/>
            <a:ext cx="3241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/>
              <a:t>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1C53B3A-1D58-01FF-949C-1B66E33926F0}"/>
              </a:ext>
            </a:extLst>
          </p:cNvPr>
          <p:cNvSpPr txBox="1"/>
          <p:nvPr/>
        </p:nvSpPr>
        <p:spPr>
          <a:xfrm>
            <a:off x="3213209" y="3931026"/>
            <a:ext cx="3241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/>
              <a:t>0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07568B3-6559-24BC-C90C-24E2395A100C}"/>
              </a:ext>
            </a:extLst>
          </p:cNvPr>
          <p:cNvSpPr txBox="1"/>
          <p:nvPr/>
        </p:nvSpPr>
        <p:spPr>
          <a:xfrm>
            <a:off x="4223377" y="4377159"/>
            <a:ext cx="3241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EEE15AE-5710-AE1C-383B-5CD1888EE8AD}"/>
              </a:ext>
            </a:extLst>
          </p:cNvPr>
          <p:cNvSpPr txBox="1"/>
          <p:nvPr/>
        </p:nvSpPr>
        <p:spPr>
          <a:xfrm>
            <a:off x="3630916" y="4377159"/>
            <a:ext cx="3241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/>
              <a:t>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4969282-6996-2DC1-7F97-B6827321401E}"/>
              </a:ext>
            </a:extLst>
          </p:cNvPr>
          <p:cNvSpPr txBox="1"/>
          <p:nvPr/>
        </p:nvSpPr>
        <p:spPr>
          <a:xfrm>
            <a:off x="3209953" y="4390536"/>
            <a:ext cx="3241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/>
              <a:t>0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CB63E40-5964-C953-2F8D-95EB930184DE}"/>
              </a:ext>
            </a:extLst>
          </p:cNvPr>
          <p:cNvSpPr txBox="1"/>
          <p:nvPr/>
        </p:nvSpPr>
        <p:spPr>
          <a:xfrm>
            <a:off x="2643243" y="4377159"/>
            <a:ext cx="3241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/>
              <a:t>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049F59E-E6F6-BC81-501D-092D2E5DD12A}"/>
              </a:ext>
            </a:extLst>
          </p:cNvPr>
          <p:cNvSpPr txBox="1"/>
          <p:nvPr/>
        </p:nvSpPr>
        <p:spPr>
          <a:xfrm>
            <a:off x="3630916" y="4777269"/>
            <a:ext cx="3241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/>
              <a:t>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D9754C4-B7AA-C558-55DD-D3ACB0197D76}"/>
              </a:ext>
            </a:extLst>
          </p:cNvPr>
          <p:cNvSpPr txBox="1"/>
          <p:nvPr/>
        </p:nvSpPr>
        <p:spPr>
          <a:xfrm>
            <a:off x="3207170" y="4806970"/>
            <a:ext cx="3241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/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19DF82F-6279-F112-E488-72DB8F4EB6E6}"/>
              </a:ext>
            </a:extLst>
          </p:cNvPr>
          <p:cNvSpPr txBox="1"/>
          <p:nvPr/>
        </p:nvSpPr>
        <p:spPr>
          <a:xfrm>
            <a:off x="2630182" y="4777269"/>
            <a:ext cx="3241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/>
              <a:t>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711667A-5F3E-0551-87DE-BCAC2AE5BCC2}"/>
              </a:ext>
            </a:extLst>
          </p:cNvPr>
          <p:cNvSpPr txBox="1"/>
          <p:nvPr/>
        </p:nvSpPr>
        <p:spPr>
          <a:xfrm>
            <a:off x="2063472" y="4777269"/>
            <a:ext cx="3241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/>
              <a:t>1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7BA4AEB8-6788-DF5D-D974-97B35E9425DE}"/>
              </a:ext>
            </a:extLst>
          </p:cNvPr>
          <p:cNvCxnSpPr>
            <a:cxnSpLocks/>
          </p:cNvCxnSpPr>
          <p:nvPr/>
        </p:nvCxnSpPr>
        <p:spPr>
          <a:xfrm>
            <a:off x="1835696" y="5177379"/>
            <a:ext cx="381249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734DB8BA-7457-EEC7-DC18-CE332A8B3C9E}"/>
              </a:ext>
            </a:extLst>
          </p:cNvPr>
          <p:cNvSpPr txBox="1"/>
          <p:nvPr/>
        </p:nvSpPr>
        <p:spPr>
          <a:xfrm>
            <a:off x="3687378" y="5236780"/>
            <a:ext cx="3241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AD81D66-3AFA-8EEE-6AA6-7FBEC075BF0B}"/>
              </a:ext>
            </a:extLst>
          </p:cNvPr>
          <p:cNvSpPr txBox="1"/>
          <p:nvPr/>
        </p:nvSpPr>
        <p:spPr>
          <a:xfrm>
            <a:off x="3225001" y="5246182"/>
            <a:ext cx="3241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/>
              <a:t>0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F11A21B-8EC5-83E3-FDB6-2C14B1CCED6C}"/>
              </a:ext>
            </a:extLst>
          </p:cNvPr>
          <p:cNvSpPr txBox="1"/>
          <p:nvPr/>
        </p:nvSpPr>
        <p:spPr>
          <a:xfrm>
            <a:off x="2620436" y="5236780"/>
            <a:ext cx="3241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/>
              <a:t>0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6ECACC2-2614-DB70-860E-1ABC9E0C86F2}"/>
              </a:ext>
            </a:extLst>
          </p:cNvPr>
          <p:cNvSpPr txBox="1"/>
          <p:nvPr/>
        </p:nvSpPr>
        <p:spPr>
          <a:xfrm>
            <a:off x="2086965" y="5236780"/>
            <a:ext cx="3241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/>
              <a:t>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57508D6-0275-D5BD-CA80-90346FFB301F}"/>
              </a:ext>
            </a:extLst>
          </p:cNvPr>
          <p:cNvSpPr txBox="1"/>
          <p:nvPr/>
        </p:nvSpPr>
        <p:spPr>
          <a:xfrm>
            <a:off x="5287790" y="5236780"/>
            <a:ext cx="3241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/>
              <a:t>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403677B-091C-994F-F3D1-D1C6CE28DA91}"/>
              </a:ext>
            </a:extLst>
          </p:cNvPr>
          <p:cNvSpPr txBox="1"/>
          <p:nvPr/>
        </p:nvSpPr>
        <p:spPr>
          <a:xfrm>
            <a:off x="4754320" y="5236780"/>
            <a:ext cx="3241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/>
              <a:t>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71F60E9-24CE-59CC-147E-686E73F6C89C}"/>
              </a:ext>
            </a:extLst>
          </p:cNvPr>
          <p:cNvSpPr txBox="1"/>
          <p:nvPr/>
        </p:nvSpPr>
        <p:spPr>
          <a:xfrm>
            <a:off x="4220849" y="5236780"/>
            <a:ext cx="3241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/>
              <a:t>1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499268B-0900-F264-1696-C17088AF5543}"/>
              </a:ext>
            </a:extLst>
          </p:cNvPr>
          <p:cNvSpPr txBox="1"/>
          <p:nvPr/>
        </p:nvSpPr>
        <p:spPr>
          <a:xfrm>
            <a:off x="3062937" y="3668339"/>
            <a:ext cx="3241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CCEF8EF-875E-FF4E-21CF-0905E5DAA340}"/>
              </a:ext>
            </a:extLst>
          </p:cNvPr>
          <p:cNvSpPr txBox="1"/>
          <p:nvPr/>
        </p:nvSpPr>
        <p:spPr>
          <a:xfrm>
            <a:off x="6372200" y="188640"/>
            <a:ext cx="1939570" cy="830997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MY" sz="1200" dirty="0">
                <a:solidFill>
                  <a:srgbClr val="FF0000"/>
                </a:solidFill>
              </a:rPr>
              <a:t>0 + 0 = 0</a:t>
            </a:r>
          </a:p>
          <a:p>
            <a:r>
              <a:rPr lang="en-MY" sz="1200" dirty="0">
                <a:solidFill>
                  <a:srgbClr val="FF0000"/>
                </a:solidFill>
              </a:rPr>
              <a:t>0 + 1 = 1</a:t>
            </a:r>
          </a:p>
          <a:p>
            <a:r>
              <a:rPr lang="en-MY" sz="1200" dirty="0">
                <a:solidFill>
                  <a:srgbClr val="FF0000"/>
                </a:solidFill>
              </a:rPr>
              <a:t>1 + 0 = 1 </a:t>
            </a:r>
          </a:p>
          <a:p>
            <a:r>
              <a:rPr lang="en-MY" sz="1200" dirty="0">
                <a:solidFill>
                  <a:srgbClr val="FF0000"/>
                </a:solidFill>
              </a:rPr>
              <a:t>1 + 1 = 0 carry forward 1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ECFF3E36-BECD-F7E7-BC0D-FA429BA1FD29}"/>
              </a:ext>
            </a:extLst>
          </p:cNvPr>
          <p:cNvSpPr/>
          <p:nvPr/>
        </p:nvSpPr>
        <p:spPr>
          <a:xfrm>
            <a:off x="3630916" y="3429000"/>
            <a:ext cx="380590" cy="174380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5EDF5EE-4BAC-AC67-528E-7D7DB882AFEA}"/>
              </a:ext>
            </a:extLst>
          </p:cNvPr>
          <p:cNvSpPr txBox="1"/>
          <p:nvPr/>
        </p:nvSpPr>
        <p:spPr>
          <a:xfrm>
            <a:off x="2620752" y="4005026"/>
            <a:ext cx="3241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49CADA6-93B5-FDB9-2D73-F716F385A079}"/>
              </a:ext>
            </a:extLst>
          </p:cNvPr>
          <p:cNvSpPr txBox="1"/>
          <p:nvPr/>
        </p:nvSpPr>
        <p:spPr>
          <a:xfrm>
            <a:off x="2058808" y="4423968"/>
            <a:ext cx="3241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694434B-85F8-27BE-7858-1FF73413B5C8}"/>
              </a:ext>
            </a:extLst>
          </p:cNvPr>
          <p:cNvSpPr txBox="1"/>
          <p:nvPr/>
        </p:nvSpPr>
        <p:spPr>
          <a:xfrm>
            <a:off x="1610463" y="5246182"/>
            <a:ext cx="3241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/>
              <a:t>1</a:t>
            </a:r>
          </a:p>
        </p:txBody>
      </p:sp>
      <p:sp>
        <p:nvSpPr>
          <p:cNvPr id="50" name="Right Brace 49">
            <a:extLst>
              <a:ext uri="{FF2B5EF4-FFF2-40B4-BE49-F238E27FC236}">
                <a16:creationId xmlns:a16="http://schemas.microsoft.com/office/drawing/2014/main" id="{C6BFB4A6-49D3-7CCE-E956-FF5B8C67B8A6}"/>
              </a:ext>
            </a:extLst>
          </p:cNvPr>
          <p:cNvSpPr/>
          <p:nvPr/>
        </p:nvSpPr>
        <p:spPr>
          <a:xfrm rot="5400000">
            <a:off x="3404509" y="3712876"/>
            <a:ext cx="448584" cy="4036676"/>
          </a:xfrm>
          <a:prstGeom prst="rightBrac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491525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4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45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6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8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49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0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1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62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3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5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66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7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8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79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0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2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83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4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5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96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7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9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00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1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7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92D050"/>
                                      </p:to>
                                    </p:animClr>
                                    <p:set>
                                      <p:cBhvr>
                                        <p:cTn id="118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9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1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92D050"/>
                                      </p:to>
                                    </p:animClr>
                                    <p:set>
                                      <p:cBhvr>
                                        <p:cTn id="122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3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4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92D050"/>
                                      </p:to>
                                    </p:animClr>
                                    <p:set>
                                      <p:cBhvr>
                                        <p:cTn id="135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6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8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92D050"/>
                                      </p:to>
                                    </p:animClr>
                                    <p:set>
                                      <p:cBhvr>
                                        <p:cTn id="139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0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6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7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1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92D050"/>
                                      </p:to>
                                    </p:animClr>
                                    <p:set>
                                      <p:cBhvr>
                                        <p:cTn id="152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3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4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5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92D050"/>
                                      </p:to>
                                    </p:animClr>
                                    <p:set>
                                      <p:cBhvr>
                                        <p:cTn id="156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7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8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92D050"/>
                                      </p:to>
                                    </p:animClr>
                                    <p:set>
                                      <p:cBhvr>
                                        <p:cTn id="169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0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2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92D050"/>
                                      </p:to>
                                    </p:animClr>
                                    <p:set>
                                      <p:cBhvr>
                                        <p:cTn id="173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4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9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1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2" fill="hold">
                      <p:stCondLst>
                        <p:cond delay="indefinite"/>
                      </p:stCondLst>
                      <p:childTnLst>
                        <p:par>
                          <p:cTn id="183" fill="hold">
                            <p:stCondLst>
                              <p:cond delay="0"/>
                            </p:stCondLst>
                            <p:childTnLst>
                              <p:par>
                                <p:cTn id="18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0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B0F0"/>
                                      </p:to>
                                    </p:animClr>
                                    <p:set>
                                      <p:cBhvr>
                                        <p:cTn id="191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2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3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4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B0F0"/>
                                      </p:to>
                                    </p:animClr>
                                    <p:set>
                                      <p:cBhvr>
                                        <p:cTn id="195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6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7" fill="hold">
                      <p:stCondLst>
                        <p:cond delay="indefinite"/>
                      </p:stCondLst>
                      <p:childTnLst>
                        <p:par>
                          <p:cTn id="198" fill="hold">
                            <p:stCondLst>
                              <p:cond delay="0"/>
                            </p:stCondLst>
                            <p:childTnLst>
                              <p:par>
                                <p:cTn id="19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1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3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4" fill="hold">
                      <p:stCondLst>
                        <p:cond delay="indefinite"/>
                      </p:stCondLst>
                      <p:childTnLst>
                        <p:par>
                          <p:cTn id="205" fill="hold">
                            <p:stCondLst>
                              <p:cond delay="0"/>
                            </p:stCondLst>
                            <p:childTnLst>
                              <p:par>
                                <p:cTn id="206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7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B0F0"/>
                                      </p:to>
                                    </p:animClr>
                                    <p:set>
                                      <p:cBhvr>
                                        <p:cTn id="208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9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0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1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B0F0"/>
                                      </p:to>
                                    </p:animClr>
                                    <p:set>
                                      <p:cBhvr>
                                        <p:cTn id="212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3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4" fill="hold">
                      <p:stCondLst>
                        <p:cond delay="indefinite"/>
                      </p:stCondLst>
                      <p:childTnLst>
                        <p:par>
                          <p:cTn id="215" fill="hold">
                            <p:stCondLst>
                              <p:cond delay="0"/>
                            </p:stCondLst>
                            <p:childTnLst>
                              <p:par>
                                <p:cTn id="21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8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9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0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1" fill="hold">
                      <p:stCondLst>
                        <p:cond delay="indefinite"/>
                      </p:stCondLst>
                      <p:childTnLst>
                        <p:par>
                          <p:cTn id="222" fill="hold">
                            <p:stCondLst>
                              <p:cond delay="0"/>
                            </p:stCondLst>
                            <p:childTnLst>
                              <p:par>
                                <p:cTn id="223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4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B0F0"/>
                                      </p:to>
                                    </p:animClr>
                                    <p:set>
                                      <p:cBhvr>
                                        <p:cTn id="225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6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7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8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B0F0"/>
                                      </p:to>
                                    </p:animClr>
                                    <p:set>
                                      <p:cBhvr>
                                        <p:cTn id="229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0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1" fill="hold">
                      <p:stCondLst>
                        <p:cond delay="indefinite"/>
                      </p:stCondLst>
                      <p:childTnLst>
                        <p:par>
                          <p:cTn id="232" fill="hold">
                            <p:stCondLst>
                              <p:cond delay="0"/>
                            </p:stCondLst>
                            <p:childTnLst>
                              <p:par>
                                <p:cTn id="2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5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6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7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8" fill="hold">
                      <p:stCondLst>
                        <p:cond delay="indefinite"/>
                      </p:stCondLst>
                      <p:childTnLst>
                        <p:par>
                          <p:cTn id="239" fill="hold">
                            <p:stCondLst>
                              <p:cond delay="0"/>
                            </p:stCondLst>
                            <p:childTnLst>
                              <p:par>
                                <p:cTn id="240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1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B0F0"/>
                                      </p:to>
                                    </p:animClr>
                                    <p:set>
                                      <p:cBhvr>
                                        <p:cTn id="242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3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4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5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B0F0"/>
                                      </p:to>
                                    </p:animClr>
                                    <p:set>
                                      <p:cBhvr>
                                        <p:cTn id="246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7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8" fill="hold">
                      <p:stCondLst>
                        <p:cond delay="indefinite"/>
                      </p:stCondLst>
                      <p:childTnLst>
                        <p:par>
                          <p:cTn id="249" fill="hold">
                            <p:stCondLst>
                              <p:cond delay="0"/>
                            </p:stCondLst>
                            <p:childTnLst>
                              <p:par>
                                <p:cTn id="25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2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3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4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5" fill="hold">
                      <p:stCondLst>
                        <p:cond delay="indefinite"/>
                      </p:stCondLst>
                      <p:childTnLst>
                        <p:par>
                          <p:cTn id="256" fill="hold">
                            <p:stCondLst>
                              <p:cond delay="0"/>
                            </p:stCondLst>
                            <p:childTnLst>
                              <p:par>
                                <p:cTn id="25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9" dur="10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0" dur="10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1" dur="10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2" fill="hold">
                      <p:stCondLst>
                        <p:cond delay="indefinite"/>
                      </p:stCondLst>
                      <p:childTnLst>
                        <p:par>
                          <p:cTn id="263" fill="hold">
                            <p:stCondLst>
                              <p:cond delay="0"/>
                            </p:stCondLst>
                            <p:childTnLst>
                              <p:par>
                                <p:cTn id="26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6" dur="10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7" dur="10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8" dur="10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9" fill="hold">
                      <p:stCondLst>
                        <p:cond delay="indefinite"/>
                      </p:stCondLst>
                      <p:childTnLst>
                        <p:par>
                          <p:cTn id="270" fill="hold">
                            <p:stCondLst>
                              <p:cond delay="0"/>
                            </p:stCondLst>
                            <p:childTnLst>
                              <p:par>
                                <p:cTn id="27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3" dur="10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4" dur="10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5" dur="10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6" fill="hold">
                      <p:stCondLst>
                        <p:cond delay="indefinite"/>
                      </p:stCondLst>
                      <p:childTnLst>
                        <p:par>
                          <p:cTn id="277" fill="hold">
                            <p:stCondLst>
                              <p:cond delay="0"/>
                            </p:stCondLst>
                            <p:childTnLst>
                              <p:par>
                                <p:cTn id="27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0" dur="100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1" dur="10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2" dur="10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7" fill="hold">
                      <p:stCondLst>
                        <p:cond delay="indefinite"/>
                      </p:stCondLst>
                      <p:childTnLst>
                        <p:par>
                          <p:cTn id="288" fill="hold">
                            <p:stCondLst>
                              <p:cond delay="0"/>
                            </p:stCondLst>
                            <p:childTnLst>
                              <p:par>
                                <p:cTn id="28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1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2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3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4" fill="hold">
                      <p:stCondLst>
                        <p:cond delay="indefinite"/>
                      </p:stCondLst>
                      <p:childTnLst>
                        <p:par>
                          <p:cTn id="295" fill="hold">
                            <p:stCondLst>
                              <p:cond delay="0"/>
                            </p:stCondLst>
                            <p:childTnLst>
                              <p:par>
                                <p:cTn id="29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8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9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0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3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4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5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8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9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0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1" fill="hold">
                      <p:stCondLst>
                        <p:cond delay="indefinite"/>
                      </p:stCondLst>
                      <p:childTnLst>
                        <p:par>
                          <p:cTn id="312" fill="hold">
                            <p:stCondLst>
                              <p:cond delay="0"/>
                            </p:stCondLst>
                            <p:childTnLst>
                              <p:par>
                                <p:cTn id="31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5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6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7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8" fill="hold">
                      <p:stCondLst>
                        <p:cond delay="indefinite"/>
                      </p:stCondLst>
                      <p:childTnLst>
                        <p:par>
                          <p:cTn id="319" fill="hold">
                            <p:stCondLst>
                              <p:cond delay="0"/>
                            </p:stCondLst>
                            <p:childTnLst>
                              <p:par>
                                <p:cTn id="32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2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3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4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7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8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9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0" fill="hold">
                      <p:stCondLst>
                        <p:cond delay="indefinite"/>
                      </p:stCondLst>
                      <p:childTnLst>
                        <p:par>
                          <p:cTn id="331" fill="hold">
                            <p:stCondLst>
                              <p:cond delay="0"/>
                            </p:stCondLst>
                            <p:childTnLst>
                              <p:par>
                                <p:cTn id="33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4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5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6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9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0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1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2" fill="hold">
                      <p:stCondLst>
                        <p:cond delay="indefinite"/>
                      </p:stCondLst>
                      <p:childTnLst>
                        <p:par>
                          <p:cTn id="343" fill="hold">
                            <p:stCondLst>
                              <p:cond delay="0"/>
                            </p:stCondLst>
                            <p:childTnLst>
                              <p:par>
                                <p:cTn id="34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6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7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8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1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2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3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4" fill="hold">
                      <p:stCondLst>
                        <p:cond delay="indefinite"/>
                      </p:stCondLst>
                      <p:childTnLst>
                        <p:par>
                          <p:cTn id="355" fill="hold">
                            <p:stCondLst>
                              <p:cond delay="0"/>
                            </p:stCondLst>
                            <p:childTnLst>
                              <p:par>
                                <p:cTn id="35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8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9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0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3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4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5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6" fill="hold">
                      <p:stCondLst>
                        <p:cond delay="indefinite"/>
                      </p:stCondLst>
                      <p:childTnLst>
                        <p:par>
                          <p:cTn id="367" fill="hold">
                            <p:stCondLst>
                              <p:cond delay="0"/>
                            </p:stCondLst>
                            <p:childTnLst>
                              <p:par>
                                <p:cTn id="368" presetID="25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369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70588" l="0"/>
                                      </p:by>
                                    </p:animClr>
                                    <p:animClr clrSpc="hsl" dir="cw">
                                      <p:cBhvr>
                                        <p:cTn id="370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70588" l="0"/>
                                      </p:by>
                                    </p:animClr>
                                    <p:animClr clrSpc="hsl" dir="cw">
                                      <p:cBhvr>
                                        <p:cTn id="371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70588" l="0"/>
                                      </p:by>
                                    </p:animClr>
                                    <p:set>
                                      <p:cBhvr>
                                        <p:cTn id="372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3" fill="hold">
                      <p:stCondLst>
                        <p:cond delay="indefinite"/>
                      </p:stCondLst>
                      <p:childTnLst>
                        <p:par>
                          <p:cTn id="374" fill="hold">
                            <p:stCondLst>
                              <p:cond delay="0"/>
                            </p:stCondLst>
                            <p:childTnLst>
                              <p:par>
                                <p:cTn id="37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7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8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  <p:bldP spid="11" grpId="0"/>
      <p:bldP spid="11" grpId="1"/>
      <p:bldP spid="12" grpId="0"/>
      <p:bldP spid="13" grpId="0"/>
      <p:bldP spid="13" grpId="1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 build="p"/>
      <p:bldP spid="30" grpId="0" build="p"/>
      <p:bldP spid="31" grpId="0" build="p"/>
      <p:bldP spid="32" grpId="0" build="p"/>
      <p:bldP spid="36" grpId="0"/>
      <p:bldP spid="37" grpId="0"/>
      <p:bldP spid="38" grpId="0"/>
      <p:bldP spid="39" grpId="0"/>
      <p:bldP spid="40" grpId="0"/>
      <p:bldP spid="41" grpId="0"/>
      <p:bldP spid="43" grpId="0"/>
      <p:bldP spid="44" grpId="0"/>
      <p:bldP spid="45" grpId="0" animBg="1"/>
      <p:bldP spid="46" grpId="0" animBg="1"/>
      <p:bldP spid="47" grpId="0"/>
      <p:bldP spid="48" grpId="0"/>
      <p:bldP spid="49" grpId="0"/>
      <p:bldP spid="49" grpId="1"/>
      <p:bldP spid="50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23D4555D-3A85-04EE-6122-B95E169BB9F2}"/>
              </a:ext>
            </a:extLst>
          </p:cNvPr>
          <p:cNvSpPr txBox="1">
            <a:spLocks/>
          </p:cNvSpPr>
          <p:nvPr/>
        </p:nvSpPr>
        <p:spPr>
          <a:xfrm>
            <a:off x="325212" y="365760"/>
            <a:ext cx="7890672" cy="176709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 spc="-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kumimoji="0" lang="en-MY" sz="3200" dirty="0"/>
              <a:t>(13)</a:t>
            </a:r>
            <a:r>
              <a:rPr kumimoji="0" lang="en-MY" sz="3200" baseline="-25000" dirty="0"/>
              <a:t>10</a:t>
            </a:r>
            <a:r>
              <a:rPr kumimoji="0" lang="en-MY" sz="3200" dirty="0"/>
              <a:t> x (9)</a:t>
            </a:r>
            <a:r>
              <a:rPr kumimoji="0" lang="en-MY" sz="3200" baseline="-25000" dirty="0"/>
              <a:t>10</a:t>
            </a:r>
          </a:p>
          <a:p>
            <a:pPr fontAlgn="auto">
              <a:spcAft>
                <a:spcPts val="0"/>
              </a:spcAft>
            </a:pPr>
            <a:endParaRPr kumimoji="0" lang="en-MY" sz="3200" baseline="-25000" dirty="0"/>
          </a:p>
          <a:p>
            <a:pPr fontAlgn="auto">
              <a:spcAft>
                <a:spcPts val="0"/>
              </a:spcAft>
            </a:pPr>
            <a:r>
              <a:rPr kumimoji="0" lang="en-MY" sz="3200" dirty="0"/>
              <a:t>(13)</a:t>
            </a:r>
            <a:r>
              <a:rPr kumimoji="0" lang="en-MY" sz="3200" baseline="-25000" dirty="0"/>
              <a:t>10 </a:t>
            </a:r>
            <a:r>
              <a:rPr kumimoji="0" lang="en-MY" sz="3200" dirty="0"/>
              <a:t>= (1101)</a:t>
            </a:r>
            <a:r>
              <a:rPr kumimoji="0" lang="en-MY" sz="3200" baseline="-25000" dirty="0"/>
              <a:t>2</a:t>
            </a:r>
          </a:p>
          <a:p>
            <a:pPr fontAlgn="auto">
              <a:spcAft>
                <a:spcPts val="0"/>
              </a:spcAft>
            </a:pPr>
            <a:r>
              <a:rPr kumimoji="0" lang="en-MY" sz="3200" dirty="0"/>
              <a:t>(9)</a:t>
            </a:r>
            <a:r>
              <a:rPr kumimoji="0" lang="en-MY" sz="3200" baseline="-25000" dirty="0"/>
              <a:t>10 </a:t>
            </a:r>
            <a:r>
              <a:rPr kumimoji="0" lang="en-MY" sz="3200" dirty="0"/>
              <a:t> = (1001)</a:t>
            </a:r>
            <a:r>
              <a:rPr kumimoji="0" lang="en-MY" sz="3200" baseline="-25000" dirty="0"/>
              <a:t>2</a:t>
            </a:r>
          </a:p>
          <a:p>
            <a:pPr fontAlgn="auto">
              <a:spcAft>
                <a:spcPts val="0"/>
              </a:spcAft>
            </a:pPr>
            <a:r>
              <a:rPr kumimoji="0" lang="en-MY" sz="3200" dirty="0"/>
              <a:t>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A6F5B8E-6A18-88ED-1CA8-6E6B89334A9F}"/>
              </a:ext>
            </a:extLst>
          </p:cNvPr>
          <p:cNvSpPr txBox="1"/>
          <p:nvPr/>
        </p:nvSpPr>
        <p:spPr>
          <a:xfrm>
            <a:off x="3630916" y="2564141"/>
            <a:ext cx="3241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B9DE6D8-607A-4455-714F-704339A11C1C}"/>
              </a:ext>
            </a:extLst>
          </p:cNvPr>
          <p:cNvSpPr txBox="1"/>
          <p:nvPr/>
        </p:nvSpPr>
        <p:spPr>
          <a:xfrm>
            <a:off x="4716016" y="2564904"/>
            <a:ext cx="3241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/>
              <a:t>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B6DE73C-C6B8-AB93-D902-1DD3B4F87C12}"/>
              </a:ext>
            </a:extLst>
          </p:cNvPr>
          <p:cNvSpPr txBox="1"/>
          <p:nvPr/>
        </p:nvSpPr>
        <p:spPr>
          <a:xfrm>
            <a:off x="4173466" y="2566429"/>
            <a:ext cx="3241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8604959-DF7C-BDC7-7566-1DC18AD1DD54}"/>
              </a:ext>
            </a:extLst>
          </p:cNvPr>
          <p:cNvSpPr txBox="1"/>
          <p:nvPr/>
        </p:nvSpPr>
        <p:spPr>
          <a:xfrm>
            <a:off x="5258566" y="2565667"/>
            <a:ext cx="3241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30D5E30-8755-10CE-7823-92BDD6454E99}"/>
              </a:ext>
            </a:extLst>
          </p:cNvPr>
          <p:cNvSpPr txBox="1"/>
          <p:nvPr/>
        </p:nvSpPr>
        <p:spPr>
          <a:xfrm>
            <a:off x="3658340" y="3031178"/>
            <a:ext cx="3241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F9FFBED-69E9-F25B-236C-D0A4799888C9}"/>
              </a:ext>
            </a:extLst>
          </p:cNvPr>
          <p:cNvSpPr txBox="1"/>
          <p:nvPr/>
        </p:nvSpPr>
        <p:spPr>
          <a:xfrm>
            <a:off x="4743440" y="3031941"/>
            <a:ext cx="3241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8A91340-A33A-D7A5-3231-59316B9E6521}"/>
              </a:ext>
            </a:extLst>
          </p:cNvPr>
          <p:cNvSpPr txBox="1"/>
          <p:nvPr/>
        </p:nvSpPr>
        <p:spPr>
          <a:xfrm>
            <a:off x="4200890" y="3033466"/>
            <a:ext cx="3241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6334769-CD0F-0F1C-A045-3FFF9915D065}"/>
              </a:ext>
            </a:extLst>
          </p:cNvPr>
          <p:cNvSpPr txBox="1"/>
          <p:nvPr/>
        </p:nvSpPr>
        <p:spPr>
          <a:xfrm>
            <a:off x="5285990" y="3032704"/>
            <a:ext cx="3241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/>
              <a:t>1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E3032C7-B216-E8D1-48DB-F7B7018C89B0}"/>
              </a:ext>
            </a:extLst>
          </p:cNvPr>
          <p:cNvCxnSpPr/>
          <p:nvPr/>
        </p:nvCxnSpPr>
        <p:spPr>
          <a:xfrm>
            <a:off x="2767872" y="3429000"/>
            <a:ext cx="288032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C82DCF8B-6496-72FB-7AE1-5991B67713B5}"/>
              </a:ext>
            </a:extLst>
          </p:cNvPr>
          <p:cNvSpPr txBox="1"/>
          <p:nvPr/>
        </p:nvSpPr>
        <p:spPr>
          <a:xfrm>
            <a:off x="5285990" y="3479599"/>
            <a:ext cx="3241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8771EC1-DAD3-8E9A-956A-FDC7380E4ACF}"/>
              </a:ext>
            </a:extLst>
          </p:cNvPr>
          <p:cNvSpPr txBox="1"/>
          <p:nvPr/>
        </p:nvSpPr>
        <p:spPr>
          <a:xfrm>
            <a:off x="4743440" y="3479599"/>
            <a:ext cx="3241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70A246C-7026-C9D6-6DA4-1B6BE4113D46}"/>
              </a:ext>
            </a:extLst>
          </p:cNvPr>
          <p:cNvSpPr txBox="1"/>
          <p:nvPr/>
        </p:nvSpPr>
        <p:spPr>
          <a:xfrm>
            <a:off x="4200890" y="3479599"/>
            <a:ext cx="3241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C67C1EF-A6E9-A60B-D986-F8C887A7B540}"/>
              </a:ext>
            </a:extLst>
          </p:cNvPr>
          <p:cNvSpPr txBox="1"/>
          <p:nvPr/>
        </p:nvSpPr>
        <p:spPr>
          <a:xfrm>
            <a:off x="3658340" y="3479599"/>
            <a:ext cx="3241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E750B60-32CA-8C87-6D86-972D78408FD4}"/>
              </a:ext>
            </a:extLst>
          </p:cNvPr>
          <p:cNvSpPr txBox="1"/>
          <p:nvPr/>
        </p:nvSpPr>
        <p:spPr>
          <a:xfrm>
            <a:off x="4733168" y="3931026"/>
            <a:ext cx="3241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/>
              <a:t>0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A7A64D7-FA31-1FC4-CA86-1B8EA1AFBD15}"/>
              </a:ext>
            </a:extLst>
          </p:cNvPr>
          <p:cNvSpPr txBox="1"/>
          <p:nvPr/>
        </p:nvSpPr>
        <p:spPr>
          <a:xfrm>
            <a:off x="4200882" y="3931026"/>
            <a:ext cx="3241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/>
              <a:t>0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AFDA591-478F-C61C-DB8E-33890B4F43D4}"/>
              </a:ext>
            </a:extLst>
          </p:cNvPr>
          <p:cNvSpPr txBox="1"/>
          <p:nvPr/>
        </p:nvSpPr>
        <p:spPr>
          <a:xfrm>
            <a:off x="3650476" y="3931026"/>
            <a:ext cx="3241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/>
              <a:t>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1C53B3A-1D58-01FF-949C-1B66E33926F0}"/>
              </a:ext>
            </a:extLst>
          </p:cNvPr>
          <p:cNvSpPr txBox="1"/>
          <p:nvPr/>
        </p:nvSpPr>
        <p:spPr>
          <a:xfrm>
            <a:off x="3213209" y="3931026"/>
            <a:ext cx="3241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/>
              <a:t>0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07568B3-6559-24BC-C90C-24E2395A100C}"/>
              </a:ext>
            </a:extLst>
          </p:cNvPr>
          <p:cNvSpPr txBox="1"/>
          <p:nvPr/>
        </p:nvSpPr>
        <p:spPr>
          <a:xfrm>
            <a:off x="4223377" y="4377159"/>
            <a:ext cx="3241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/>
              <a:t>0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EEE15AE-5710-AE1C-383B-5CD1888EE8AD}"/>
              </a:ext>
            </a:extLst>
          </p:cNvPr>
          <p:cNvSpPr txBox="1"/>
          <p:nvPr/>
        </p:nvSpPr>
        <p:spPr>
          <a:xfrm>
            <a:off x="3630916" y="4377159"/>
            <a:ext cx="3241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/>
              <a:t>0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4969282-6996-2DC1-7F97-B6827321401E}"/>
              </a:ext>
            </a:extLst>
          </p:cNvPr>
          <p:cNvSpPr txBox="1"/>
          <p:nvPr/>
        </p:nvSpPr>
        <p:spPr>
          <a:xfrm>
            <a:off x="3209953" y="4390536"/>
            <a:ext cx="3241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/>
              <a:t>0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CB63E40-5964-C953-2F8D-95EB930184DE}"/>
              </a:ext>
            </a:extLst>
          </p:cNvPr>
          <p:cNvSpPr txBox="1"/>
          <p:nvPr/>
        </p:nvSpPr>
        <p:spPr>
          <a:xfrm>
            <a:off x="2643243" y="4377159"/>
            <a:ext cx="3241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/>
              <a:t>0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049F59E-E6F6-BC81-501D-092D2E5DD12A}"/>
              </a:ext>
            </a:extLst>
          </p:cNvPr>
          <p:cNvSpPr txBox="1"/>
          <p:nvPr/>
        </p:nvSpPr>
        <p:spPr>
          <a:xfrm>
            <a:off x="3630916" y="4806970"/>
            <a:ext cx="3241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/>
              <a:t>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D9754C4-B7AA-C558-55DD-D3ACB0197D76}"/>
              </a:ext>
            </a:extLst>
          </p:cNvPr>
          <p:cNvSpPr txBox="1"/>
          <p:nvPr/>
        </p:nvSpPr>
        <p:spPr>
          <a:xfrm>
            <a:off x="3207170" y="4806970"/>
            <a:ext cx="3241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/>
              <a:t>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19DF82F-6279-F112-E488-72DB8F4EB6E6}"/>
              </a:ext>
            </a:extLst>
          </p:cNvPr>
          <p:cNvSpPr txBox="1"/>
          <p:nvPr/>
        </p:nvSpPr>
        <p:spPr>
          <a:xfrm>
            <a:off x="2630182" y="4806970"/>
            <a:ext cx="3241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711667A-5F3E-0551-87DE-BCAC2AE5BCC2}"/>
              </a:ext>
            </a:extLst>
          </p:cNvPr>
          <p:cNvSpPr txBox="1"/>
          <p:nvPr/>
        </p:nvSpPr>
        <p:spPr>
          <a:xfrm>
            <a:off x="2063472" y="4806970"/>
            <a:ext cx="3241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/>
              <a:t>1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7BA4AEB8-6788-DF5D-D974-97B35E9425DE}"/>
              </a:ext>
            </a:extLst>
          </p:cNvPr>
          <p:cNvCxnSpPr>
            <a:cxnSpLocks/>
          </p:cNvCxnSpPr>
          <p:nvPr/>
        </p:nvCxnSpPr>
        <p:spPr>
          <a:xfrm>
            <a:off x="1835696" y="5177379"/>
            <a:ext cx="381249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734DB8BA-7457-EEC7-DC18-CE332A8B3C9E}"/>
              </a:ext>
            </a:extLst>
          </p:cNvPr>
          <p:cNvSpPr txBox="1"/>
          <p:nvPr/>
        </p:nvSpPr>
        <p:spPr>
          <a:xfrm>
            <a:off x="3687378" y="5236780"/>
            <a:ext cx="3241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/>
              <a:t>0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AD81D66-3AFA-8EEE-6AA6-7FBEC075BF0B}"/>
              </a:ext>
            </a:extLst>
          </p:cNvPr>
          <p:cNvSpPr txBox="1"/>
          <p:nvPr/>
        </p:nvSpPr>
        <p:spPr>
          <a:xfrm>
            <a:off x="3225001" y="5246182"/>
            <a:ext cx="3241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/>
              <a:t>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F11A21B-8EC5-83E3-FDB6-2C14B1CCED6C}"/>
              </a:ext>
            </a:extLst>
          </p:cNvPr>
          <p:cNvSpPr txBox="1"/>
          <p:nvPr/>
        </p:nvSpPr>
        <p:spPr>
          <a:xfrm>
            <a:off x="2620436" y="5236780"/>
            <a:ext cx="3241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/>
              <a:t>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6ECACC2-2614-DB70-860E-1ABC9E0C86F2}"/>
              </a:ext>
            </a:extLst>
          </p:cNvPr>
          <p:cNvSpPr txBox="1"/>
          <p:nvPr/>
        </p:nvSpPr>
        <p:spPr>
          <a:xfrm>
            <a:off x="2086965" y="5236780"/>
            <a:ext cx="3241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/>
              <a:t>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57508D6-0275-D5BD-CA80-90346FFB301F}"/>
              </a:ext>
            </a:extLst>
          </p:cNvPr>
          <p:cNvSpPr txBox="1"/>
          <p:nvPr/>
        </p:nvSpPr>
        <p:spPr>
          <a:xfrm>
            <a:off x="5287790" y="5236780"/>
            <a:ext cx="3241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/>
              <a:t>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403677B-091C-994F-F3D1-D1C6CE28DA91}"/>
              </a:ext>
            </a:extLst>
          </p:cNvPr>
          <p:cNvSpPr txBox="1"/>
          <p:nvPr/>
        </p:nvSpPr>
        <p:spPr>
          <a:xfrm>
            <a:off x="4754320" y="5236780"/>
            <a:ext cx="3241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/>
              <a:t>0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71F60E9-24CE-59CC-147E-686E73F6C89C}"/>
              </a:ext>
            </a:extLst>
          </p:cNvPr>
          <p:cNvSpPr txBox="1"/>
          <p:nvPr/>
        </p:nvSpPr>
        <p:spPr>
          <a:xfrm>
            <a:off x="4220849" y="5236780"/>
            <a:ext cx="3241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CCEF8EF-875E-FF4E-21CF-0905E5DAA340}"/>
              </a:ext>
            </a:extLst>
          </p:cNvPr>
          <p:cNvSpPr txBox="1"/>
          <p:nvPr/>
        </p:nvSpPr>
        <p:spPr>
          <a:xfrm>
            <a:off x="6372200" y="188640"/>
            <a:ext cx="1939570" cy="830997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MY" sz="1200" dirty="0">
                <a:solidFill>
                  <a:srgbClr val="FF0000"/>
                </a:solidFill>
              </a:rPr>
              <a:t>0 + 0 = 0</a:t>
            </a:r>
          </a:p>
          <a:p>
            <a:r>
              <a:rPr lang="en-MY" sz="1200" dirty="0">
                <a:solidFill>
                  <a:srgbClr val="FF0000"/>
                </a:solidFill>
              </a:rPr>
              <a:t>0 + 1 = 1</a:t>
            </a:r>
          </a:p>
          <a:p>
            <a:r>
              <a:rPr lang="en-MY" sz="1200" dirty="0">
                <a:solidFill>
                  <a:srgbClr val="FF0000"/>
                </a:solidFill>
              </a:rPr>
              <a:t>1 + 0 = 1 </a:t>
            </a:r>
          </a:p>
          <a:p>
            <a:r>
              <a:rPr lang="en-MY" sz="1200" dirty="0">
                <a:solidFill>
                  <a:srgbClr val="FF0000"/>
                </a:solidFill>
              </a:rPr>
              <a:t>1 + 1 = 0 carry forward 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49CADA6-93B5-FDB9-2D73-F716F385A079}"/>
              </a:ext>
            </a:extLst>
          </p:cNvPr>
          <p:cNvSpPr txBox="1"/>
          <p:nvPr/>
        </p:nvSpPr>
        <p:spPr>
          <a:xfrm>
            <a:off x="3193936" y="3537605"/>
            <a:ext cx="3241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50" name="Right Brace 49">
            <a:extLst>
              <a:ext uri="{FF2B5EF4-FFF2-40B4-BE49-F238E27FC236}">
                <a16:creationId xmlns:a16="http://schemas.microsoft.com/office/drawing/2014/main" id="{C6BFB4A6-49D3-7CCE-E956-FF5B8C67B8A6}"/>
              </a:ext>
            </a:extLst>
          </p:cNvPr>
          <p:cNvSpPr/>
          <p:nvPr/>
        </p:nvSpPr>
        <p:spPr>
          <a:xfrm rot="5400000">
            <a:off x="3467678" y="3917432"/>
            <a:ext cx="448584" cy="4036676"/>
          </a:xfrm>
          <a:prstGeom prst="rightBrac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17D85A3-1B94-9A61-77DC-D009FD881392}"/>
              </a:ext>
            </a:extLst>
          </p:cNvPr>
          <p:cNvSpPr txBox="1"/>
          <p:nvPr/>
        </p:nvSpPr>
        <p:spPr>
          <a:xfrm>
            <a:off x="1673632" y="5243257"/>
            <a:ext cx="3241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b="1" dirty="0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29533BA7-0B16-468F-5C55-6FE0BBC3B4F3}"/>
              </a:ext>
            </a:extLst>
          </p:cNvPr>
          <p:cNvSpPr txBox="1">
            <a:spLocks/>
          </p:cNvSpPr>
          <p:nvPr/>
        </p:nvSpPr>
        <p:spPr>
          <a:xfrm>
            <a:off x="6039107" y="4974417"/>
            <a:ext cx="1917269" cy="92483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 spc="-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endParaRPr kumimoji="0" lang="en-MY" sz="3200" baseline="-25000" dirty="0"/>
          </a:p>
          <a:p>
            <a:pPr fontAlgn="auto">
              <a:spcAft>
                <a:spcPts val="0"/>
              </a:spcAft>
            </a:pPr>
            <a:r>
              <a:rPr kumimoji="0" lang="en-MY" sz="3200" dirty="0"/>
              <a:t>= (117)</a:t>
            </a:r>
            <a:r>
              <a:rPr kumimoji="0" lang="en-MY" sz="3200" baseline="-25000" dirty="0"/>
              <a:t>10</a:t>
            </a:r>
          </a:p>
          <a:p>
            <a:pPr fontAlgn="auto">
              <a:spcAft>
                <a:spcPts val="0"/>
              </a:spcAft>
            </a:pPr>
            <a:r>
              <a:rPr kumimoji="0" lang="en-MY" sz="32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735877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4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45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6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8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49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0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1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62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3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5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66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7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8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79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0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2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83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4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5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96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7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9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00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1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7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B0F0"/>
                                      </p:to>
                                    </p:animClr>
                                    <p:set>
                                      <p:cBhvr>
                                        <p:cTn id="118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9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1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B0F0"/>
                                      </p:to>
                                    </p:animClr>
                                    <p:set>
                                      <p:cBhvr>
                                        <p:cTn id="122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3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4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5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B0F0"/>
                                      </p:to>
                                    </p:animClr>
                                    <p:set>
                                      <p:cBhvr>
                                        <p:cTn id="126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7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8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9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B0F0"/>
                                      </p:to>
                                    </p:animClr>
                                    <p:set>
                                      <p:cBhvr>
                                        <p:cTn id="130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1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2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3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B0F0"/>
                                      </p:to>
                                    </p:animClr>
                                    <p:set>
                                      <p:cBhvr>
                                        <p:cTn id="134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5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1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6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7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1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2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6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7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1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030A0"/>
                                      </p:to>
                                    </p:animClr>
                                    <p:set>
                                      <p:cBhvr>
                                        <p:cTn id="162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3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4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5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030A0"/>
                                      </p:to>
                                    </p:animClr>
                                    <p:set>
                                      <p:cBhvr>
                                        <p:cTn id="166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7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8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9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030A0"/>
                                      </p:to>
                                    </p:animClr>
                                    <p:set>
                                      <p:cBhvr>
                                        <p:cTn id="170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1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2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3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030A0"/>
                                      </p:to>
                                    </p:animClr>
                                    <p:set>
                                      <p:cBhvr>
                                        <p:cTn id="174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5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6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7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030A0"/>
                                      </p:to>
                                    </p:animClr>
                                    <p:set>
                                      <p:cBhvr>
                                        <p:cTn id="178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9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>
                      <p:stCondLst>
                        <p:cond delay="indefinite"/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4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5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6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9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0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1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4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5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6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9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0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1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2" fill="hold">
                      <p:stCondLst>
                        <p:cond delay="indefinite"/>
                      </p:stCondLst>
                      <p:childTnLst>
                        <p:par>
                          <p:cTn id="203" fill="hold">
                            <p:stCondLst>
                              <p:cond delay="0"/>
                            </p:stCondLst>
                            <p:childTnLst>
                              <p:par>
                                <p:cTn id="204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5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06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7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8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9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10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1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2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3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14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5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6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7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18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9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0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1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22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3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4" fill="hold">
                      <p:stCondLst>
                        <p:cond delay="indefinite"/>
                      </p:stCondLst>
                      <p:childTnLst>
                        <p:par>
                          <p:cTn id="225" fill="hold">
                            <p:stCondLst>
                              <p:cond delay="0"/>
                            </p:stCondLst>
                            <p:childTnLst>
                              <p:par>
                                <p:cTn id="2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8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9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0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3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5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8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9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0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3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4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5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6" fill="hold">
                      <p:stCondLst>
                        <p:cond delay="indefinite"/>
                      </p:stCondLst>
                      <p:childTnLst>
                        <p:par>
                          <p:cTn id="247" fill="hold">
                            <p:stCondLst>
                              <p:cond delay="0"/>
                            </p:stCondLst>
                            <p:childTnLst>
                              <p:par>
                                <p:cTn id="24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0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2" fill="hold">
                      <p:stCondLst>
                        <p:cond delay="indefinite"/>
                      </p:stCondLst>
                      <p:childTnLst>
                        <p:par>
                          <p:cTn id="253" fill="hold">
                            <p:stCondLst>
                              <p:cond delay="0"/>
                            </p:stCondLst>
                            <p:childTnLst>
                              <p:par>
                                <p:cTn id="2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6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7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8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1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2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3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6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7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8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9" fill="hold">
                      <p:stCondLst>
                        <p:cond delay="indefinite"/>
                      </p:stCondLst>
                      <p:childTnLst>
                        <p:par>
                          <p:cTn id="270" fill="hold">
                            <p:stCondLst>
                              <p:cond delay="0"/>
                            </p:stCondLst>
                            <p:childTnLst>
                              <p:par>
                                <p:cTn id="27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3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4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5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8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9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0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1" fill="hold">
                      <p:stCondLst>
                        <p:cond delay="indefinite"/>
                      </p:stCondLst>
                      <p:childTnLst>
                        <p:par>
                          <p:cTn id="282" fill="hold">
                            <p:stCondLst>
                              <p:cond delay="0"/>
                            </p:stCondLst>
                            <p:childTnLst>
                              <p:par>
                                <p:cTn id="28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5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6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7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0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1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2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5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8" fill="hold">
                      <p:stCondLst>
                        <p:cond delay="indefinite"/>
                      </p:stCondLst>
                      <p:childTnLst>
                        <p:par>
                          <p:cTn id="299" fill="hold">
                            <p:stCondLst>
                              <p:cond delay="0"/>
                            </p:stCondLst>
                            <p:childTnLst>
                              <p:par>
                                <p:cTn id="30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5" fill="hold">
                      <p:stCondLst>
                        <p:cond delay="indefinite"/>
                      </p:stCondLst>
                      <p:childTnLst>
                        <p:par>
                          <p:cTn id="306" fill="hold">
                            <p:stCondLst>
                              <p:cond delay="0"/>
                            </p:stCondLst>
                            <p:childTnLst>
                              <p:par>
                                <p:cTn id="30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9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0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1" fill="hold">
                      <p:stCondLst>
                        <p:cond delay="indefinite"/>
                      </p:stCondLst>
                      <p:childTnLst>
                        <p:par>
                          <p:cTn id="312" fill="hold">
                            <p:stCondLst>
                              <p:cond delay="0"/>
                            </p:stCondLst>
                            <p:childTnLst>
                              <p:par>
                                <p:cTn id="31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5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3" grpId="1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6" grpId="0"/>
      <p:bldP spid="37" grpId="0"/>
      <p:bldP spid="38" grpId="0"/>
      <p:bldP spid="39" grpId="0"/>
      <p:bldP spid="40" grpId="0"/>
      <p:bldP spid="41" grpId="0"/>
      <p:bldP spid="43" grpId="0"/>
      <p:bldP spid="48" grpId="0"/>
      <p:bldP spid="50" grpId="0" animBg="1"/>
      <p:bldP spid="2" grpId="0"/>
      <p:bldP spid="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CCB48-12BE-B787-38ED-F14FC7725C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Multiplication using Add-shift 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28D821-E752-EC3B-3942-ECBDC4D00B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MY" sz="2800" dirty="0"/>
              <a:t>11 x 13</a:t>
            </a:r>
          </a:p>
          <a:p>
            <a:r>
              <a:rPr lang="en-MY" sz="2800" dirty="0"/>
              <a:t>11 = M (multiplicand) </a:t>
            </a:r>
          </a:p>
          <a:p>
            <a:r>
              <a:rPr lang="en-MY" sz="2800" dirty="0"/>
              <a:t>13 = Q  (multiplier) </a:t>
            </a:r>
          </a:p>
          <a:p>
            <a:r>
              <a:rPr lang="en-MY" sz="2800" dirty="0"/>
              <a:t>143 = AQ </a:t>
            </a:r>
          </a:p>
        </p:txBody>
      </p:sp>
    </p:spTree>
    <p:extLst>
      <p:ext uri="{BB962C8B-B14F-4D97-AF65-F5344CB8AC3E}">
        <p14:creationId xmlns:p14="http://schemas.microsoft.com/office/powerpoint/2010/main" val="9471828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F55749F-7E32-EAE1-AD1F-CD933DECC462}"/>
              </a:ext>
            </a:extLst>
          </p:cNvPr>
          <p:cNvSpPr txBox="1"/>
          <p:nvPr/>
        </p:nvSpPr>
        <p:spPr>
          <a:xfrm>
            <a:off x="1464029" y="6179422"/>
            <a:ext cx="54448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Hardware Structure for add-shift multiplication</a:t>
            </a:r>
          </a:p>
        </p:txBody>
      </p:sp>
      <p:grpSp>
        <p:nvGrpSpPr>
          <p:cNvPr id="89" name="Group 88">
            <a:extLst>
              <a:ext uri="{FF2B5EF4-FFF2-40B4-BE49-F238E27FC236}">
                <a16:creationId xmlns:a16="http://schemas.microsoft.com/office/drawing/2014/main" id="{81AB0A6F-12AD-78A9-53D5-E8DD0659EDDD}"/>
              </a:ext>
            </a:extLst>
          </p:cNvPr>
          <p:cNvGrpSpPr/>
          <p:nvPr/>
        </p:nvGrpSpPr>
        <p:grpSpPr>
          <a:xfrm>
            <a:off x="624393" y="587016"/>
            <a:ext cx="7576043" cy="4594364"/>
            <a:chOff x="624393" y="587016"/>
            <a:chExt cx="7576043" cy="4594364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1922901-394E-C05A-06FC-DC4A65E7AB7D}"/>
                </a:ext>
              </a:extLst>
            </p:cNvPr>
            <p:cNvSpPr/>
            <p:nvPr/>
          </p:nvSpPr>
          <p:spPr>
            <a:xfrm>
              <a:off x="2016525" y="2348880"/>
              <a:ext cx="2232248" cy="57606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MY" dirty="0">
                  <a:solidFill>
                    <a:schemeClr val="tx1"/>
                  </a:solidFill>
                </a:rPr>
                <a:t>n-bit Adder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C1FA7C3-2DD1-9B74-8B88-D1599194206D}"/>
                </a:ext>
              </a:extLst>
            </p:cNvPr>
            <p:cNvSpPr/>
            <p:nvPr/>
          </p:nvSpPr>
          <p:spPr>
            <a:xfrm>
              <a:off x="5515777" y="2348880"/>
              <a:ext cx="2232248" cy="57606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MY" dirty="0">
                  <a:solidFill>
                    <a:schemeClr val="tx1"/>
                  </a:solidFill>
                </a:rPr>
                <a:t>Shift and Add control logic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18199BF-1290-2DCB-FF3A-D45575566D98}"/>
                </a:ext>
              </a:extLst>
            </p:cNvPr>
            <p:cNvSpPr/>
            <p:nvPr/>
          </p:nvSpPr>
          <p:spPr>
            <a:xfrm>
              <a:off x="806886" y="3862272"/>
              <a:ext cx="609632" cy="57606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MY" dirty="0">
                  <a:solidFill>
                    <a:schemeClr val="tx1"/>
                  </a:solidFill>
                </a:rPr>
                <a:t>C</a:t>
              </a:r>
            </a:p>
          </p:txBody>
        </p:sp>
        <p:cxnSp>
          <p:nvCxnSpPr>
            <p:cNvPr id="13" name="Connector: Elbow 12">
              <a:extLst>
                <a:ext uri="{FF2B5EF4-FFF2-40B4-BE49-F238E27FC236}">
                  <a16:creationId xmlns:a16="http://schemas.microsoft.com/office/drawing/2014/main" id="{59714F46-9EAB-4BD2-04DC-BA9B420181E0}"/>
                </a:ext>
              </a:extLst>
            </p:cNvPr>
            <p:cNvCxnSpPr>
              <a:cxnSpLocks/>
              <a:stCxn id="8" idx="1"/>
              <a:endCxn id="55" idx="2"/>
            </p:cNvCxnSpPr>
            <p:nvPr/>
          </p:nvCxnSpPr>
          <p:spPr>
            <a:xfrm rot="10800000" flipH="1" flipV="1">
              <a:off x="2016524" y="2636912"/>
              <a:ext cx="1458561" cy="1800200"/>
            </a:xfrm>
            <a:prstGeom prst="bentConnector4">
              <a:avLst>
                <a:gd name="adj1" fmla="val -114308"/>
                <a:gd name="adj2" fmla="val 112699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DFEA72A4-94E9-474C-965A-093B3E8478CD}"/>
                </a:ext>
              </a:extLst>
            </p:cNvPr>
            <p:cNvCxnSpPr>
              <a:cxnSpLocks/>
              <a:stCxn id="8" idx="2"/>
            </p:cNvCxnSpPr>
            <p:nvPr/>
          </p:nvCxnSpPr>
          <p:spPr>
            <a:xfrm>
              <a:off x="3132649" y="2924944"/>
              <a:ext cx="0" cy="93610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EF42788-3385-299E-5EB9-E23650CF6CDB}"/>
                </a:ext>
              </a:extLst>
            </p:cNvPr>
            <p:cNvCxnSpPr>
              <a:cxnSpLocks/>
            </p:cNvCxnSpPr>
            <p:nvPr/>
          </p:nvCxnSpPr>
          <p:spPr>
            <a:xfrm>
              <a:off x="6631901" y="2924944"/>
              <a:ext cx="0" cy="61206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F66418A2-AD55-B211-FFEC-8D47DA1A29F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63849" y="3544432"/>
              <a:ext cx="468052" cy="34556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D2AE4520-6771-24F4-22B1-4F436752A4B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703641" y="3564538"/>
              <a:ext cx="579139" cy="29458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710958EC-84E6-DC2C-B278-3997B4C589B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04494" y="3544432"/>
              <a:ext cx="468052" cy="34556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6140CD8E-44DD-2EB1-9248-73732068FDC5}"/>
                </a:ext>
              </a:extLst>
            </p:cNvPr>
            <p:cNvCxnSpPr>
              <a:cxnSpLocks/>
              <a:stCxn id="12" idx="3"/>
            </p:cNvCxnSpPr>
            <p:nvPr/>
          </p:nvCxnSpPr>
          <p:spPr>
            <a:xfrm flipV="1">
              <a:off x="1416518" y="4149080"/>
              <a:ext cx="638531" cy="122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ABAA814D-92D8-5E00-3408-3A2795DBDC08}"/>
                </a:ext>
              </a:extLst>
            </p:cNvPr>
            <p:cNvCxnSpPr>
              <a:cxnSpLocks/>
              <a:stCxn id="9" idx="1"/>
              <a:endCxn id="8" idx="3"/>
            </p:cNvCxnSpPr>
            <p:nvPr/>
          </p:nvCxnSpPr>
          <p:spPr>
            <a:xfrm flipH="1">
              <a:off x="4248773" y="2636912"/>
              <a:ext cx="1267004" cy="0"/>
            </a:xfrm>
            <a:prstGeom prst="straightConnector1">
              <a:avLst/>
            </a:prstGeom>
            <a:ln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09F8C4CA-3F3B-C0F8-8C37-8105C94A1176}"/>
                </a:ext>
              </a:extLst>
            </p:cNvPr>
            <p:cNvCxnSpPr>
              <a:cxnSpLocks/>
              <a:endCxn id="8" idx="0"/>
            </p:cNvCxnSpPr>
            <p:nvPr/>
          </p:nvCxnSpPr>
          <p:spPr>
            <a:xfrm>
              <a:off x="3132649" y="1542286"/>
              <a:ext cx="0" cy="80659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5B99CDFD-3AD1-35B7-5B7C-8AED10A60D33}"/>
                </a:ext>
              </a:extLst>
            </p:cNvPr>
            <p:cNvSpPr txBox="1"/>
            <p:nvPr/>
          </p:nvSpPr>
          <p:spPr>
            <a:xfrm>
              <a:off x="2093901" y="587016"/>
              <a:ext cx="2762368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MY" sz="1400" dirty="0">
                  <a:solidFill>
                    <a:schemeClr val="tx1"/>
                  </a:solidFill>
                </a:rPr>
                <a:t>Multiplicand (M)</a:t>
              </a:r>
            </a:p>
          </p:txBody>
        </p: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AB155698-7261-58F8-6985-C838A5FB4F4A}"/>
                </a:ext>
              </a:extLst>
            </p:cNvPr>
            <p:cNvGrpSpPr/>
            <p:nvPr/>
          </p:nvGrpSpPr>
          <p:grpSpPr>
            <a:xfrm>
              <a:off x="1886244" y="966222"/>
              <a:ext cx="2918229" cy="576064"/>
              <a:chOff x="2376561" y="1340768"/>
              <a:chExt cx="2918229" cy="576064"/>
            </a:xfrm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764158AA-14D4-8B97-B874-5654A31C41E5}"/>
                  </a:ext>
                </a:extLst>
              </p:cNvPr>
              <p:cNvSpPr/>
              <p:nvPr/>
            </p:nvSpPr>
            <p:spPr>
              <a:xfrm>
                <a:off x="2452004" y="1340768"/>
                <a:ext cx="2840073" cy="5760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MY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31" name="Straight Connector 30">
                <a:extLst>
                  <a:ext uri="{FF2B5EF4-FFF2-40B4-BE49-F238E27FC236}">
                    <a16:creationId xmlns:a16="http://schemas.microsoft.com/office/drawing/2014/main" id="{CA1FF53B-358F-52A0-8471-5EDF2B16454D}"/>
                  </a:ext>
                </a:extLst>
              </p:cNvPr>
              <p:cNvCxnSpPr/>
              <p:nvPr/>
            </p:nvCxnSpPr>
            <p:spPr>
              <a:xfrm>
                <a:off x="2843808" y="1340768"/>
                <a:ext cx="0" cy="576064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CFBF3360-767B-347E-3F78-64532B39527E}"/>
                  </a:ext>
                </a:extLst>
              </p:cNvPr>
              <p:cNvCxnSpPr/>
              <p:nvPr/>
            </p:nvCxnSpPr>
            <p:spPr>
              <a:xfrm>
                <a:off x="3275856" y="1340768"/>
                <a:ext cx="0" cy="576064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CE3AEFBE-5275-215D-E57E-53EC7257954A}"/>
                  </a:ext>
                </a:extLst>
              </p:cNvPr>
              <p:cNvCxnSpPr/>
              <p:nvPr/>
            </p:nvCxnSpPr>
            <p:spPr>
              <a:xfrm>
                <a:off x="4427984" y="1340768"/>
                <a:ext cx="0" cy="576064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2221EC65-187E-C054-7D1E-5122262B2BF8}"/>
                  </a:ext>
                </a:extLst>
              </p:cNvPr>
              <p:cNvCxnSpPr/>
              <p:nvPr/>
            </p:nvCxnSpPr>
            <p:spPr>
              <a:xfrm>
                <a:off x="4860032" y="1340768"/>
                <a:ext cx="0" cy="576064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29EE1A70-A877-90EA-A9F2-B8D54AA20923}"/>
                  </a:ext>
                </a:extLst>
              </p:cNvPr>
              <p:cNvSpPr txBox="1"/>
              <p:nvPr/>
            </p:nvSpPr>
            <p:spPr>
              <a:xfrm>
                <a:off x="2376561" y="1398072"/>
                <a:ext cx="555099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MY" sz="1400" dirty="0">
                    <a:solidFill>
                      <a:schemeClr val="tx1"/>
                    </a:solidFill>
                  </a:rPr>
                  <a:t>M</a:t>
                </a:r>
                <a:r>
                  <a:rPr lang="en-MY" sz="1400" baseline="-25000" dirty="0">
                    <a:solidFill>
                      <a:schemeClr val="tx1"/>
                    </a:solidFill>
                  </a:rPr>
                  <a:t>n-1</a:t>
                </a:r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F31F1CFB-96A4-4C3E-751B-37E4AB47332E}"/>
                  </a:ext>
                </a:extLst>
              </p:cNvPr>
              <p:cNvSpPr txBox="1"/>
              <p:nvPr/>
            </p:nvSpPr>
            <p:spPr>
              <a:xfrm>
                <a:off x="2790761" y="1398071"/>
                <a:ext cx="555099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MY" sz="1400" dirty="0">
                    <a:solidFill>
                      <a:schemeClr val="tx1"/>
                    </a:solidFill>
                  </a:rPr>
                  <a:t>M</a:t>
                </a:r>
                <a:r>
                  <a:rPr lang="en-MY" sz="1400" baseline="-25000" dirty="0">
                    <a:solidFill>
                      <a:schemeClr val="tx1"/>
                    </a:solidFill>
                  </a:rPr>
                  <a:t>n-2</a:t>
                </a:r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B09F0CB7-D2E9-FC8C-1D87-CB37F8B94667}"/>
                  </a:ext>
                </a:extLst>
              </p:cNvPr>
              <p:cNvSpPr txBox="1"/>
              <p:nvPr/>
            </p:nvSpPr>
            <p:spPr>
              <a:xfrm>
                <a:off x="4452441" y="1407095"/>
                <a:ext cx="456760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MY" sz="1400" dirty="0">
                    <a:solidFill>
                      <a:schemeClr val="tx1"/>
                    </a:solidFill>
                  </a:rPr>
                  <a:t>M</a:t>
                </a:r>
                <a:r>
                  <a:rPr lang="en-MY" sz="1400" baseline="-25000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90597A8C-FFA4-A98D-A6C5-51973B45AF85}"/>
                  </a:ext>
                </a:extLst>
              </p:cNvPr>
              <p:cNvSpPr txBox="1"/>
              <p:nvPr/>
            </p:nvSpPr>
            <p:spPr>
              <a:xfrm>
                <a:off x="4838030" y="1436343"/>
                <a:ext cx="456760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MY" sz="1400" dirty="0">
                    <a:solidFill>
                      <a:schemeClr val="tx1"/>
                    </a:solidFill>
                  </a:rPr>
                  <a:t>M</a:t>
                </a:r>
                <a:r>
                  <a:rPr lang="en-MY" sz="1400" baseline="-25000" dirty="0"/>
                  <a:t>0</a:t>
                </a:r>
                <a:endParaRPr lang="en-MY" sz="1400" baseline="-2500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6CFB8F24-EF06-1E3B-8123-82290B13CC3D}"/>
                </a:ext>
              </a:extLst>
            </p:cNvPr>
            <p:cNvGrpSpPr/>
            <p:nvPr/>
          </p:nvGrpSpPr>
          <p:grpSpPr>
            <a:xfrm>
              <a:off x="5280711" y="3882484"/>
              <a:ext cx="2915516" cy="576064"/>
              <a:chOff x="2376561" y="1340768"/>
              <a:chExt cx="2915516" cy="576064"/>
            </a:xfrm>
          </p:grpSpPr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C93D714C-6E5C-B468-2532-DBC12CE37109}"/>
                  </a:ext>
                </a:extLst>
              </p:cNvPr>
              <p:cNvSpPr/>
              <p:nvPr/>
            </p:nvSpPr>
            <p:spPr>
              <a:xfrm>
                <a:off x="2452004" y="1340768"/>
                <a:ext cx="2840073" cy="5760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MY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FE4BA428-290B-191A-3011-299F3175BA8A}"/>
                  </a:ext>
                </a:extLst>
              </p:cNvPr>
              <p:cNvCxnSpPr/>
              <p:nvPr/>
            </p:nvCxnSpPr>
            <p:spPr>
              <a:xfrm>
                <a:off x="2843808" y="1340768"/>
                <a:ext cx="0" cy="576064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7FE7B8CF-4962-F783-41CF-68F860DA5CAD}"/>
                  </a:ext>
                </a:extLst>
              </p:cNvPr>
              <p:cNvCxnSpPr/>
              <p:nvPr/>
            </p:nvCxnSpPr>
            <p:spPr>
              <a:xfrm>
                <a:off x="3275856" y="1340768"/>
                <a:ext cx="0" cy="576064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50079D02-6078-9301-9902-8B7644CC4003}"/>
                  </a:ext>
                </a:extLst>
              </p:cNvPr>
              <p:cNvCxnSpPr/>
              <p:nvPr/>
            </p:nvCxnSpPr>
            <p:spPr>
              <a:xfrm>
                <a:off x="4427984" y="1340768"/>
                <a:ext cx="0" cy="576064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>
                <a:extLst>
                  <a:ext uri="{FF2B5EF4-FFF2-40B4-BE49-F238E27FC236}">
                    <a16:creationId xmlns:a16="http://schemas.microsoft.com/office/drawing/2014/main" id="{F17CB26C-F8B1-3BD4-284E-4D34280BD782}"/>
                  </a:ext>
                </a:extLst>
              </p:cNvPr>
              <p:cNvCxnSpPr/>
              <p:nvPr/>
            </p:nvCxnSpPr>
            <p:spPr>
              <a:xfrm>
                <a:off x="4860032" y="1340768"/>
                <a:ext cx="0" cy="576064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954141E9-91F3-6D74-9AB9-85AEC073567C}"/>
                  </a:ext>
                </a:extLst>
              </p:cNvPr>
              <p:cNvSpPr txBox="1"/>
              <p:nvPr/>
            </p:nvSpPr>
            <p:spPr>
              <a:xfrm>
                <a:off x="2376561" y="1398072"/>
                <a:ext cx="555099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MY" sz="1400" dirty="0">
                    <a:solidFill>
                      <a:schemeClr val="tx1"/>
                    </a:solidFill>
                  </a:rPr>
                  <a:t>Q</a:t>
                </a:r>
                <a:r>
                  <a:rPr lang="en-MY" sz="1400" baseline="-25000" dirty="0">
                    <a:solidFill>
                      <a:schemeClr val="tx1"/>
                    </a:solidFill>
                  </a:rPr>
                  <a:t>n-1</a:t>
                </a:r>
              </a:p>
            </p:txBody>
          </p: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8F13C00B-8CE5-3EC9-6611-01A817EAFF93}"/>
                  </a:ext>
                </a:extLst>
              </p:cNvPr>
              <p:cNvSpPr txBox="1"/>
              <p:nvPr/>
            </p:nvSpPr>
            <p:spPr>
              <a:xfrm>
                <a:off x="2790761" y="1398071"/>
                <a:ext cx="555099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MY" sz="1400" dirty="0">
                    <a:solidFill>
                      <a:schemeClr val="tx1"/>
                    </a:solidFill>
                  </a:rPr>
                  <a:t>Q</a:t>
                </a:r>
                <a:r>
                  <a:rPr lang="en-MY" sz="1400" baseline="-25000" dirty="0">
                    <a:solidFill>
                      <a:schemeClr val="tx1"/>
                    </a:solidFill>
                  </a:rPr>
                  <a:t>n-2</a:t>
                </a:r>
              </a:p>
            </p:txBody>
          </p:sp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1B0D02E7-6B1E-F8F5-CC82-E9B2D196C777}"/>
                  </a:ext>
                </a:extLst>
              </p:cNvPr>
              <p:cNvSpPr txBox="1"/>
              <p:nvPr/>
            </p:nvSpPr>
            <p:spPr>
              <a:xfrm>
                <a:off x="4452441" y="1407095"/>
                <a:ext cx="456760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MY" sz="1400" dirty="0">
                    <a:solidFill>
                      <a:schemeClr val="tx1"/>
                    </a:solidFill>
                  </a:rPr>
                  <a:t>Q</a:t>
                </a:r>
                <a:r>
                  <a:rPr lang="en-MY" sz="1400" baseline="-25000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6E075D15-D0B6-CFAE-507B-EE50449F8328}"/>
                  </a:ext>
                </a:extLst>
              </p:cNvPr>
              <p:cNvSpPr txBox="1"/>
              <p:nvPr/>
            </p:nvSpPr>
            <p:spPr>
              <a:xfrm>
                <a:off x="4835317" y="1414907"/>
                <a:ext cx="456760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MY" sz="1400" dirty="0">
                    <a:solidFill>
                      <a:schemeClr val="tx1"/>
                    </a:solidFill>
                  </a:rPr>
                  <a:t>Q</a:t>
                </a:r>
                <a:r>
                  <a:rPr lang="en-MY" sz="1400" baseline="-25000" dirty="0"/>
                  <a:t>0</a:t>
                </a:r>
                <a:endParaRPr lang="en-MY" sz="1400" baseline="-250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1FBB9F49-555A-1B44-A0AA-7C4D626F0A25}"/>
                </a:ext>
              </a:extLst>
            </p:cNvPr>
            <p:cNvSpPr txBox="1"/>
            <p:nvPr/>
          </p:nvSpPr>
          <p:spPr>
            <a:xfrm>
              <a:off x="2042406" y="4708022"/>
              <a:ext cx="2762368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MY" sz="1400" dirty="0">
                  <a:solidFill>
                    <a:schemeClr val="tx1"/>
                  </a:solidFill>
                </a:rPr>
                <a:t>Register (A)</a:t>
              </a:r>
            </a:p>
          </p:txBody>
        </p:sp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531BDA91-E4D8-F0B3-D57F-5D77388A6C4C}"/>
                </a:ext>
              </a:extLst>
            </p:cNvPr>
            <p:cNvGrpSpPr/>
            <p:nvPr/>
          </p:nvGrpSpPr>
          <p:grpSpPr>
            <a:xfrm>
              <a:off x="1979606" y="3861048"/>
              <a:ext cx="2918229" cy="576064"/>
              <a:chOff x="2376561" y="1340768"/>
              <a:chExt cx="2918229" cy="576064"/>
            </a:xfrm>
          </p:grpSpPr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E4A7DB6D-16D5-DE7B-31D3-7700C88DE41C}"/>
                  </a:ext>
                </a:extLst>
              </p:cNvPr>
              <p:cNvSpPr/>
              <p:nvPr/>
            </p:nvSpPr>
            <p:spPr>
              <a:xfrm>
                <a:off x="2452004" y="1340768"/>
                <a:ext cx="2840073" cy="5760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MY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56" name="Straight Connector 55">
                <a:extLst>
                  <a:ext uri="{FF2B5EF4-FFF2-40B4-BE49-F238E27FC236}">
                    <a16:creationId xmlns:a16="http://schemas.microsoft.com/office/drawing/2014/main" id="{39ECDA0D-AB60-4695-3A80-20D6F10BB049}"/>
                  </a:ext>
                </a:extLst>
              </p:cNvPr>
              <p:cNvCxnSpPr/>
              <p:nvPr/>
            </p:nvCxnSpPr>
            <p:spPr>
              <a:xfrm>
                <a:off x="2843808" y="1340768"/>
                <a:ext cx="0" cy="576064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Straight Connector 56">
                <a:extLst>
                  <a:ext uri="{FF2B5EF4-FFF2-40B4-BE49-F238E27FC236}">
                    <a16:creationId xmlns:a16="http://schemas.microsoft.com/office/drawing/2014/main" id="{11087E51-5440-5DC8-3E9A-DC9015953B3A}"/>
                  </a:ext>
                </a:extLst>
              </p:cNvPr>
              <p:cNvCxnSpPr/>
              <p:nvPr/>
            </p:nvCxnSpPr>
            <p:spPr>
              <a:xfrm>
                <a:off x="3275856" y="1340768"/>
                <a:ext cx="0" cy="576064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Connector 57">
                <a:extLst>
                  <a:ext uri="{FF2B5EF4-FFF2-40B4-BE49-F238E27FC236}">
                    <a16:creationId xmlns:a16="http://schemas.microsoft.com/office/drawing/2014/main" id="{ADCD0B5F-63A2-DEB1-C887-FF365EFAC75A}"/>
                  </a:ext>
                </a:extLst>
              </p:cNvPr>
              <p:cNvCxnSpPr/>
              <p:nvPr/>
            </p:nvCxnSpPr>
            <p:spPr>
              <a:xfrm>
                <a:off x="4427984" y="1340768"/>
                <a:ext cx="0" cy="576064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Straight Connector 58">
                <a:extLst>
                  <a:ext uri="{FF2B5EF4-FFF2-40B4-BE49-F238E27FC236}">
                    <a16:creationId xmlns:a16="http://schemas.microsoft.com/office/drawing/2014/main" id="{0DF6404D-D66D-B8A7-64CE-541A824C7C61}"/>
                  </a:ext>
                </a:extLst>
              </p:cNvPr>
              <p:cNvCxnSpPr/>
              <p:nvPr/>
            </p:nvCxnSpPr>
            <p:spPr>
              <a:xfrm>
                <a:off x="4860032" y="1340768"/>
                <a:ext cx="0" cy="576064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66ED0C57-6D26-1DCA-1E2B-B853279A374E}"/>
                  </a:ext>
                </a:extLst>
              </p:cNvPr>
              <p:cNvSpPr txBox="1"/>
              <p:nvPr/>
            </p:nvSpPr>
            <p:spPr>
              <a:xfrm>
                <a:off x="2376561" y="1398072"/>
                <a:ext cx="555099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MY" sz="1400" dirty="0">
                    <a:solidFill>
                      <a:schemeClr val="tx1"/>
                    </a:solidFill>
                  </a:rPr>
                  <a:t>A</a:t>
                </a:r>
                <a:r>
                  <a:rPr lang="en-MY" sz="1400" baseline="-25000" dirty="0">
                    <a:solidFill>
                      <a:schemeClr val="tx1"/>
                    </a:solidFill>
                  </a:rPr>
                  <a:t>n-1</a:t>
                </a:r>
              </a:p>
            </p:txBody>
          </p:sp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9991F818-1855-E0FE-1F5E-4CA368C61902}"/>
                  </a:ext>
                </a:extLst>
              </p:cNvPr>
              <p:cNvSpPr txBox="1"/>
              <p:nvPr/>
            </p:nvSpPr>
            <p:spPr>
              <a:xfrm>
                <a:off x="2790761" y="1398071"/>
                <a:ext cx="555099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MY" sz="1400" dirty="0">
                    <a:solidFill>
                      <a:schemeClr val="tx1"/>
                    </a:solidFill>
                  </a:rPr>
                  <a:t>A</a:t>
                </a:r>
                <a:r>
                  <a:rPr lang="en-MY" sz="1400" baseline="-25000" dirty="0">
                    <a:solidFill>
                      <a:schemeClr val="tx1"/>
                    </a:solidFill>
                  </a:rPr>
                  <a:t>n-2</a:t>
                </a:r>
              </a:p>
            </p:txBody>
          </p:sp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D0922711-0EF2-FFFD-3F57-FDBC1AD1B2C7}"/>
                  </a:ext>
                </a:extLst>
              </p:cNvPr>
              <p:cNvSpPr txBox="1"/>
              <p:nvPr/>
            </p:nvSpPr>
            <p:spPr>
              <a:xfrm>
                <a:off x="4452441" y="1407095"/>
                <a:ext cx="456760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MY" sz="1400" dirty="0">
                    <a:solidFill>
                      <a:schemeClr val="tx1"/>
                    </a:solidFill>
                  </a:rPr>
                  <a:t>A</a:t>
                </a:r>
                <a:r>
                  <a:rPr lang="en-MY" sz="1400" baseline="-25000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58319C52-5E87-6C84-F2AC-636F598FDFB6}"/>
                  </a:ext>
                </a:extLst>
              </p:cNvPr>
              <p:cNvSpPr txBox="1"/>
              <p:nvPr/>
            </p:nvSpPr>
            <p:spPr>
              <a:xfrm>
                <a:off x="4838030" y="1436343"/>
                <a:ext cx="456760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MY" sz="1400" dirty="0">
                    <a:solidFill>
                      <a:schemeClr val="tx1"/>
                    </a:solidFill>
                  </a:rPr>
                  <a:t>A</a:t>
                </a:r>
                <a:r>
                  <a:rPr lang="en-MY" sz="1400" baseline="-25000" dirty="0"/>
                  <a:t>0</a:t>
                </a:r>
                <a:endParaRPr lang="en-MY" sz="1400" baseline="-250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6F06810B-37A2-2CBA-5099-8F2D5F83979F}"/>
                </a:ext>
              </a:extLst>
            </p:cNvPr>
            <p:cNvSpPr txBox="1"/>
            <p:nvPr/>
          </p:nvSpPr>
          <p:spPr>
            <a:xfrm>
              <a:off x="5438068" y="4768663"/>
              <a:ext cx="2762368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MY" sz="1400" dirty="0">
                  <a:solidFill>
                    <a:schemeClr val="tx1"/>
                  </a:solidFill>
                </a:rPr>
                <a:t>Multiplier (Q)</a:t>
              </a:r>
            </a:p>
          </p:txBody>
        </p:sp>
        <p:cxnSp>
          <p:nvCxnSpPr>
            <p:cNvPr id="70" name="Connector: Elbow 69">
              <a:extLst>
                <a:ext uri="{FF2B5EF4-FFF2-40B4-BE49-F238E27FC236}">
                  <a16:creationId xmlns:a16="http://schemas.microsoft.com/office/drawing/2014/main" id="{E090EC7F-3DA2-87E6-CE19-39A2A4CC460E}"/>
                </a:ext>
              </a:extLst>
            </p:cNvPr>
            <p:cNvCxnSpPr>
              <a:cxnSpLocks/>
              <a:stCxn id="51" idx="3"/>
              <a:endCxn id="9" idx="3"/>
            </p:cNvCxnSpPr>
            <p:nvPr/>
          </p:nvCxnSpPr>
          <p:spPr>
            <a:xfrm flipH="1" flipV="1">
              <a:off x="7748025" y="2636912"/>
              <a:ext cx="448202" cy="1473600"/>
            </a:xfrm>
            <a:prstGeom prst="bentConnector3">
              <a:avLst>
                <a:gd name="adj1" fmla="val -29242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60D7C157-5DF0-ABE3-6D28-A82BAA31AC4D}"/>
                </a:ext>
              </a:extLst>
            </p:cNvPr>
            <p:cNvCxnSpPr/>
            <p:nvPr/>
          </p:nvCxnSpPr>
          <p:spPr>
            <a:xfrm flipH="1">
              <a:off x="1681229" y="3544432"/>
              <a:ext cx="4950672" cy="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736AC59C-8001-2886-2C51-12AE303AE549}"/>
                </a:ext>
              </a:extLst>
            </p:cNvPr>
            <p:cNvSpPr txBox="1"/>
            <p:nvPr/>
          </p:nvSpPr>
          <p:spPr>
            <a:xfrm>
              <a:off x="3487642" y="3141176"/>
              <a:ext cx="2762368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MY" sz="1400" dirty="0">
                  <a:solidFill>
                    <a:schemeClr val="tx1"/>
                  </a:solidFill>
                </a:rPr>
                <a:t>Shift Right </a:t>
              </a:r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5AF18B0E-2D76-6048-2AEE-CD590CCA231E}"/>
                </a:ext>
              </a:extLst>
            </p:cNvPr>
            <p:cNvSpPr txBox="1"/>
            <p:nvPr/>
          </p:nvSpPr>
          <p:spPr>
            <a:xfrm>
              <a:off x="624393" y="4658160"/>
              <a:ext cx="839636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MY" sz="1400" dirty="0">
                  <a:solidFill>
                    <a:schemeClr val="tx1"/>
                  </a:solidFill>
                </a:rPr>
                <a:t>1 bit register</a:t>
              </a:r>
            </a:p>
          </p:txBody>
        </p: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FA06446B-EE9C-FF81-FAEE-F5450556D742}"/>
              </a:ext>
            </a:extLst>
          </p:cNvPr>
          <p:cNvSpPr/>
          <p:nvPr/>
        </p:nvSpPr>
        <p:spPr>
          <a:xfrm>
            <a:off x="5222510" y="3665185"/>
            <a:ext cx="3081542" cy="99297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95DBED3-2FEB-5848-4670-24C0D54E74FA}"/>
              </a:ext>
            </a:extLst>
          </p:cNvPr>
          <p:cNvSpPr/>
          <p:nvPr/>
        </p:nvSpPr>
        <p:spPr>
          <a:xfrm>
            <a:off x="1886244" y="768346"/>
            <a:ext cx="3081542" cy="99297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9F09926-8CB4-826A-9529-727574044E56}"/>
              </a:ext>
            </a:extLst>
          </p:cNvPr>
          <p:cNvSpPr/>
          <p:nvPr/>
        </p:nvSpPr>
        <p:spPr>
          <a:xfrm>
            <a:off x="1913037" y="3644905"/>
            <a:ext cx="3081542" cy="99297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A945161-806F-62D5-C00F-BB426E6CBB03}"/>
              </a:ext>
            </a:extLst>
          </p:cNvPr>
          <p:cNvSpPr/>
          <p:nvPr/>
        </p:nvSpPr>
        <p:spPr>
          <a:xfrm>
            <a:off x="649570" y="3632851"/>
            <a:ext cx="921032" cy="99297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F0836FD-DBA7-0F97-30D4-548AB0E7C9C7}"/>
              </a:ext>
            </a:extLst>
          </p:cNvPr>
          <p:cNvSpPr/>
          <p:nvPr/>
        </p:nvSpPr>
        <p:spPr>
          <a:xfrm>
            <a:off x="1541981" y="2102151"/>
            <a:ext cx="3081542" cy="992975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pic>
        <p:nvPicPr>
          <p:cNvPr id="90" name="Picture 89">
            <a:extLst>
              <a:ext uri="{FF2B5EF4-FFF2-40B4-BE49-F238E27FC236}">
                <a16:creationId xmlns:a16="http://schemas.microsoft.com/office/drawing/2014/main" id="{0B6E3A85-1674-5F85-6B3F-747990EDA37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8001" t="3661" r="3800"/>
          <a:stretch/>
        </p:blipFill>
        <p:spPr>
          <a:xfrm>
            <a:off x="2024359" y="564722"/>
            <a:ext cx="4536504" cy="5184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05582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  <p:bldP spid="10" grpId="0" animBg="1"/>
      <p:bldP spid="2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56A6290-19D4-3F43-8551-F0815142C0C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002" t="3661" r="16399"/>
          <a:stretch/>
        </p:blipFill>
        <p:spPr>
          <a:xfrm>
            <a:off x="5148064" y="836712"/>
            <a:ext cx="3888432" cy="518457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7E7B0C8-E45C-5B5C-D356-866E2611F756}"/>
              </a:ext>
            </a:extLst>
          </p:cNvPr>
          <p:cNvSpPr txBox="1"/>
          <p:nvPr/>
        </p:nvSpPr>
        <p:spPr>
          <a:xfrm>
            <a:off x="330445" y="2420888"/>
            <a:ext cx="4819333" cy="28007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AutoNum type="arabicPeriod"/>
            </a:pPr>
            <a:r>
              <a:rPr lang="en-MY" sz="1600" dirty="0"/>
              <a:t>Initialize C, A to 0 </a:t>
            </a:r>
          </a:p>
          <a:p>
            <a:pPr marL="457200" indent="-457200">
              <a:buAutoNum type="arabicPeriod"/>
            </a:pPr>
            <a:r>
              <a:rPr lang="en-MY" sz="1600" dirty="0"/>
              <a:t>Fill the (M) and (Q) with the binary value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MY" sz="1600" dirty="0"/>
              <a:t>Count = bit value </a:t>
            </a:r>
          </a:p>
          <a:p>
            <a:pPr marL="457200" indent="-457200">
              <a:buFont typeface="+mj-lt"/>
              <a:buAutoNum type="arabicPeriod"/>
            </a:pPr>
            <a:r>
              <a:rPr lang="en-MY" sz="1600" dirty="0"/>
              <a:t>N cycle: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MY" sz="1600" dirty="0"/>
              <a:t> Check the Q</a:t>
            </a:r>
            <a:r>
              <a:rPr lang="en-MY" sz="1600" baseline="-25000" dirty="0"/>
              <a:t>0</a:t>
            </a:r>
            <a:r>
              <a:rPr lang="en-MY" sz="1600" dirty="0"/>
              <a:t> value</a:t>
            </a:r>
          </a:p>
          <a:p>
            <a:pPr marL="1371600" lvl="2" indent="-457200">
              <a:buFont typeface="Wingdings" panose="05000000000000000000" pitchFamily="2" charset="2"/>
              <a:buChar char="ü"/>
            </a:pPr>
            <a:r>
              <a:rPr lang="en-MY" sz="1600" dirty="0"/>
              <a:t>If 1 = Add value in (A) and (M)</a:t>
            </a:r>
          </a:p>
          <a:p>
            <a:pPr marL="1828800" lvl="3" indent="-457200">
              <a:buFont typeface="Wingdings" panose="05000000000000000000" pitchFamily="2" charset="2"/>
              <a:buChar char="Ø"/>
            </a:pPr>
            <a:r>
              <a:rPr lang="en-MY" sz="1600" dirty="0"/>
              <a:t>Shift RIGHT (C), (A) and (Q) </a:t>
            </a:r>
          </a:p>
          <a:p>
            <a:pPr marL="1828800" lvl="3" indent="-457200">
              <a:buFont typeface="Wingdings" panose="05000000000000000000" pitchFamily="2" charset="2"/>
              <a:buChar char="Ø"/>
            </a:pPr>
            <a:r>
              <a:rPr lang="en-MY" sz="1600" dirty="0"/>
              <a:t>Count – 1 </a:t>
            </a:r>
          </a:p>
          <a:p>
            <a:pPr marL="1371600" lvl="2" indent="-457200">
              <a:buFont typeface="Wingdings" panose="05000000000000000000" pitchFamily="2" charset="2"/>
              <a:buChar char="ü"/>
            </a:pPr>
            <a:r>
              <a:rPr lang="en-MY" sz="1600" dirty="0"/>
              <a:t>If 0 = Shift RIGHT (C), (A) and (Q) </a:t>
            </a:r>
          </a:p>
          <a:p>
            <a:pPr marL="1828800" lvl="3" indent="-457200">
              <a:buFont typeface="Wingdings" panose="05000000000000000000" pitchFamily="2" charset="2"/>
              <a:buChar char="Ø"/>
            </a:pPr>
            <a:r>
              <a:rPr lang="en-MY" sz="1600" dirty="0"/>
              <a:t>Count -1 </a:t>
            </a:r>
          </a:p>
          <a:p>
            <a:pPr marL="457200" indent="-457200">
              <a:buFont typeface="+mj-lt"/>
              <a:buAutoNum type="arabicPeriod"/>
            </a:pPr>
            <a:r>
              <a:rPr lang="en-MY" sz="1600" dirty="0"/>
              <a:t>Final cycle = count = 0  </a:t>
            </a:r>
          </a:p>
        </p:txBody>
      </p:sp>
    </p:spTree>
    <p:extLst>
      <p:ext uri="{BB962C8B-B14F-4D97-AF65-F5344CB8AC3E}">
        <p14:creationId xmlns:p14="http://schemas.microsoft.com/office/powerpoint/2010/main" val="40921392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6" name="Table 56">
            <a:extLst>
              <a:ext uri="{FF2B5EF4-FFF2-40B4-BE49-F238E27FC236}">
                <a16:creationId xmlns:a16="http://schemas.microsoft.com/office/drawing/2014/main" id="{079578C0-1F4D-7CF4-5239-75E7ABA437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477842"/>
              </p:ext>
            </p:extLst>
          </p:nvPr>
        </p:nvGraphicFramePr>
        <p:xfrm>
          <a:off x="323528" y="1484784"/>
          <a:ext cx="7907845" cy="3657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81569">
                  <a:extLst>
                    <a:ext uri="{9D8B030D-6E8A-4147-A177-3AD203B41FA5}">
                      <a16:colId xmlns:a16="http://schemas.microsoft.com/office/drawing/2014/main" val="4059695522"/>
                    </a:ext>
                  </a:extLst>
                </a:gridCol>
                <a:gridCol w="1581569">
                  <a:extLst>
                    <a:ext uri="{9D8B030D-6E8A-4147-A177-3AD203B41FA5}">
                      <a16:colId xmlns:a16="http://schemas.microsoft.com/office/drawing/2014/main" val="2202593026"/>
                    </a:ext>
                  </a:extLst>
                </a:gridCol>
                <a:gridCol w="1581569">
                  <a:extLst>
                    <a:ext uri="{9D8B030D-6E8A-4147-A177-3AD203B41FA5}">
                      <a16:colId xmlns:a16="http://schemas.microsoft.com/office/drawing/2014/main" val="867175515"/>
                    </a:ext>
                  </a:extLst>
                </a:gridCol>
                <a:gridCol w="1581569">
                  <a:extLst>
                    <a:ext uri="{9D8B030D-6E8A-4147-A177-3AD203B41FA5}">
                      <a16:colId xmlns:a16="http://schemas.microsoft.com/office/drawing/2014/main" val="3270267316"/>
                    </a:ext>
                  </a:extLst>
                </a:gridCol>
                <a:gridCol w="1581569">
                  <a:extLst>
                    <a:ext uri="{9D8B030D-6E8A-4147-A177-3AD203B41FA5}">
                      <a16:colId xmlns:a16="http://schemas.microsoft.com/office/drawing/2014/main" val="747350660"/>
                    </a:ext>
                  </a:extLst>
                </a:gridCol>
              </a:tblGrid>
              <a:tr h="300918">
                <a:tc>
                  <a:txBody>
                    <a:bodyPr/>
                    <a:lstStyle/>
                    <a:p>
                      <a:pPr algn="ctr"/>
                      <a:r>
                        <a:rPr lang="en-MY" sz="1600" dirty="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1600" dirty="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1600" dirty="0"/>
                        <a:t>Q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1600" dirty="0"/>
                        <a:t>Operation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1600" dirty="0"/>
                        <a:t>Cycle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32589808"/>
                  </a:ext>
                </a:extLst>
              </a:tr>
              <a:tr h="300918">
                <a:tc>
                  <a:txBody>
                    <a:bodyPr/>
                    <a:lstStyle/>
                    <a:p>
                      <a:pPr algn="ctr"/>
                      <a:r>
                        <a:rPr lang="en-MY" sz="16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1600" dirty="0"/>
                        <a:t>0000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1600" dirty="0"/>
                        <a:t>101</a:t>
                      </a:r>
                      <a:r>
                        <a:rPr lang="en-MY" sz="1600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1200" dirty="0"/>
                        <a:t>Initial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97330612"/>
                  </a:ext>
                </a:extLst>
              </a:tr>
              <a:tr h="452514">
                <a:tc>
                  <a:txBody>
                    <a:bodyPr/>
                    <a:lstStyle/>
                    <a:p>
                      <a:pPr algn="ctr"/>
                      <a:r>
                        <a:rPr lang="en-MY" sz="1600" dirty="0"/>
                        <a:t>0</a:t>
                      </a:r>
                    </a:p>
                    <a:p>
                      <a:pPr algn="ctr"/>
                      <a:endParaRPr lang="en-MY" sz="1600" dirty="0"/>
                    </a:p>
                    <a:p>
                      <a:pPr algn="ctr"/>
                      <a:r>
                        <a:rPr lang="en-MY" sz="16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1600" dirty="0"/>
                        <a:t>1101</a:t>
                      </a:r>
                    </a:p>
                    <a:p>
                      <a:pPr algn="ctr"/>
                      <a:endParaRPr lang="en-MY" sz="1600" dirty="0"/>
                    </a:p>
                    <a:p>
                      <a:pPr algn="ctr"/>
                      <a:r>
                        <a:rPr lang="en-MY" sz="1600" dirty="0"/>
                        <a:t>0110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1600" dirty="0"/>
                        <a:t>1011</a:t>
                      </a:r>
                    </a:p>
                    <a:p>
                      <a:pPr algn="ctr"/>
                      <a:endParaRPr lang="en-MY" sz="1600" dirty="0"/>
                    </a:p>
                    <a:p>
                      <a:pPr algn="ctr"/>
                      <a:r>
                        <a:rPr lang="en-MY" sz="1600" dirty="0"/>
                        <a:t>110</a:t>
                      </a:r>
                      <a:r>
                        <a:rPr lang="en-MY" sz="1600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1200" dirty="0"/>
                        <a:t>Add (A+M)</a:t>
                      </a:r>
                    </a:p>
                    <a:p>
                      <a:pPr algn="ctr"/>
                      <a:endParaRPr lang="en-MY" sz="1200" dirty="0"/>
                    </a:p>
                    <a:p>
                      <a:pPr algn="ctr"/>
                      <a:r>
                        <a:rPr lang="en-MY" sz="1200" dirty="0"/>
                        <a:t>Shift right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1600" dirty="0"/>
                        <a:t>1</a:t>
                      </a:r>
                      <a:r>
                        <a:rPr lang="en-MY" sz="1600" baseline="30000" dirty="0"/>
                        <a:t>st</a:t>
                      </a:r>
                      <a:r>
                        <a:rPr lang="en-MY" sz="1600" dirty="0"/>
                        <a:t>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89525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MY" sz="1600" dirty="0"/>
                        <a:t>1</a:t>
                      </a:r>
                    </a:p>
                    <a:p>
                      <a:pPr algn="ctr"/>
                      <a:endParaRPr lang="en-MY" sz="1600" dirty="0"/>
                    </a:p>
                    <a:p>
                      <a:pPr algn="ctr"/>
                      <a:r>
                        <a:rPr lang="en-MY" sz="16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1600" dirty="0"/>
                        <a:t>0110</a:t>
                      </a:r>
                    </a:p>
                    <a:p>
                      <a:pPr algn="ctr"/>
                      <a:endParaRPr lang="en-MY" sz="1600" dirty="0"/>
                    </a:p>
                    <a:p>
                      <a:pPr algn="ctr"/>
                      <a:r>
                        <a:rPr lang="en-MY" sz="1600" dirty="0"/>
                        <a:t>1001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1600" dirty="0"/>
                        <a:t>1101</a:t>
                      </a:r>
                    </a:p>
                    <a:p>
                      <a:pPr algn="ctr"/>
                      <a:endParaRPr lang="en-MY" sz="1600" dirty="0"/>
                    </a:p>
                    <a:p>
                      <a:pPr algn="ctr"/>
                      <a:r>
                        <a:rPr lang="en-MY" sz="1600" dirty="0"/>
                        <a:t>111</a:t>
                      </a:r>
                      <a:r>
                        <a:rPr lang="en-MY" sz="1600" dirty="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MY" sz="1200" dirty="0"/>
                        <a:t>Add (A+M)</a:t>
                      </a:r>
                    </a:p>
                    <a:p>
                      <a:pPr algn="ctr"/>
                      <a:endParaRPr lang="en-MY" sz="1200" dirty="0"/>
                    </a:p>
                    <a:p>
                      <a:pPr algn="ctr"/>
                      <a:endParaRPr lang="en-MY" sz="1200" dirty="0"/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MY" sz="1200" dirty="0"/>
                        <a:t>Shift right </a:t>
                      </a:r>
                    </a:p>
                    <a:p>
                      <a:pPr algn="ctr"/>
                      <a:endParaRPr lang="en-MY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1600" dirty="0"/>
                        <a:t>2</a:t>
                      </a:r>
                      <a:r>
                        <a:rPr lang="en-MY" sz="1600" baseline="30000" dirty="0"/>
                        <a:t>nd</a:t>
                      </a:r>
                      <a:r>
                        <a:rPr lang="en-MY" sz="1600" dirty="0"/>
                        <a:t>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90112598"/>
                  </a:ext>
                </a:extLst>
              </a:tr>
              <a:tr h="300918">
                <a:tc>
                  <a:txBody>
                    <a:bodyPr/>
                    <a:lstStyle/>
                    <a:p>
                      <a:pPr algn="ctr"/>
                      <a:r>
                        <a:rPr lang="en-MY" sz="16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1600" dirty="0"/>
                        <a:t>0100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1600" dirty="0"/>
                        <a:t>111</a:t>
                      </a:r>
                      <a:r>
                        <a:rPr lang="en-MY" sz="1600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1200" dirty="0"/>
                        <a:t>Shift right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1600" dirty="0"/>
                        <a:t>3</a:t>
                      </a:r>
                      <a:r>
                        <a:rPr lang="en-MY" sz="1600" baseline="30000" dirty="0"/>
                        <a:t>rd</a:t>
                      </a:r>
                      <a:r>
                        <a:rPr lang="en-MY" sz="1600" dirty="0"/>
                        <a:t>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24587324"/>
                  </a:ext>
                </a:extLst>
              </a:tr>
              <a:tr h="300918">
                <a:tc>
                  <a:txBody>
                    <a:bodyPr/>
                    <a:lstStyle/>
                    <a:p>
                      <a:pPr algn="ctr"/>
                      <a:r>
                        <a:rPr lang="en-MY" sz="1600" dirty="0"/>
                        <a:t>1</a:t>
                      </a:r>
                    </a:p>
                    <a:p>
                      <a:pPr algn="ctr"/>
                      <a:endParaRPr lang="en-MY" sz="1600" dirty="0"/>
                    </a:p>
                    <a:p>
                      <a:pPr algn="ctr"/>
                      <a:r>
                        <a:rPr lang="en-MY" sz="16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1600" dirty="0"/>
                        <a:t>0001</a:t>
                      </a:r>
                    </a:p>
                    <a:p>
                      <a:pPr algn="ctr"/>
                      <a:endParaRPr lang="en-MY" sz="1600" dirty="0"/>
                    </a:p>
                    <a:p>
                      <a:pPr algn="ctr"/>
                      <a:r>
                        <a:rPr lang="en-MY" sz="1600" dirty="0"/>
                        <a:t>1000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1600" dirty="0"/>
                        <a:t>1111</a:t>
                      </a:r>
                    </a:p>
                    <a:p>
                      <a:pPr algn="ctr"/>
                      <a:endParaRPr lang="en-MY" sz="1600" dirty="0"/>
                    </a:p>
                    <a:p>
                      <a:pPr algn="ctr"/>
                      <a:r>
                        <a:rPr lang="en-MY" sz="1600" dirty="0"/>
                        <a:t>1111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MY" sz="1200" dirty="0"/>
                        <a:t>Add (A+M)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MY" sz="1200" dirty="0"/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MY" sz="1200" dirty="0"/>
                        <a:t>Shift right </a:t>
                      </a:r>
                    </a:p>
                    <a:p>
                      <a:pPr algn="ctr"/>
                      <a:endParaRPr lang="en-MY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1600" dirty="0"/>
                        <a:t>4</a:t>
                      </a:r>
                      <a:r>
                        <a:rPr lang="en-MY" sz="1600" baseline="30000" dirty="0"/>
                        <a:t>th</a:t>
                      </a:r>
                      <a:r>
                        <a:rPr lang="en-MY" sz="1600" dirty="0"/>
                        <a:t>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21851223"/>
                  </a:ext>
                </a:extLst>
              </a:tr>
            </a:tbl>
          </a:graphicData>
        </a:graphic>
      </p:graphicFrame>
      <p:sp>
        <p:nvSpPr>
          <p:cNvPr id="58" name="TextBox 57">
            <a:extLst>
              <a:ext uri="{FF2B5EF4-FFF2-40B4-BE49-F238E27FC236}">
                <a16:creationId xmlns:a16="http://schemas.microsoft.com/office/drawing/2014/main" id="{65BB26CB-A0A9-2FE2-7B07-9A76C380ED83}"/>
              </a:ext>
            </a:extLst>
          </p:cNvPr>
          <p:cNvSpPr txBox="1"/>
          <p:nvPr/>
        </p:nvSpPr>
        <p:spPr>
          <a:xfrm>
            <a:off x="303362" y="230456"/>
            <a:ext cx="457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MY" sz="1600" dirty="0"/>
              <a:t>13 (M</a:t>
            </a:r>
            <a:r>
              <a:rPr lang="en-MY" sz="1600" baseline="-25000" dirty="0"/>
              <a:t>ultiplicand</a:t>
            </a:r>
            <a:r>
              <a:rPr lang="en-MY" sz="1600" dirty="0"/>
              <a:t>) = </a:t>
            </a:r>
            <a:r>
              <a:rPr lang="en-MY" sz="1600" dirty="0">
                <a:solidFill>
                  <a:srgbClr val="FF0000"/>
                </a:solidFill>
              </a:rPr>
              <a:t>1101</a:t>
            </a:r>
          </a:p>
          <a:p>
            <a:r>
              <a:rPr lang="en-MY" sz="1600" dirty="0"/>
              <a:t>11 (</a:t>
            </a:r>
            <a:r>
              <a:rPr lang="en-MY" sz="1600" dirty="0" err="1"/>
              <a:t>Q</a:t>
            </a:r>
            <a:r>
              <a:rPr lang="en-MY" sz="1600" baseline="-25000" dirty="0" err="1"/>
              <a:t>Multiplier</a:t>
            </a:r>
            <a:r>
              <a:rPr lang="en-MY" sz="1600" dirty="0"/>
              <a:t>) = 1011 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5208576-1F63-4AA2-60C8-B6CA47C1716C}"/>
              </a:ext>
            </a:extLst>
          </p:cNvPr>
          <p:cNvSpPr txBox="1"/>
          <p:nvPr/>
        </p:nvSpPr>
        <p:spPr>
          <a:xfrm>
            <a:off x="5288680" y="198036"/>
            <a:ext cx="2942693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MY" sz="1600" dirty="0"/>
              <a:t>13 x 11</a:t>
            </a:r>
          </a:p>
          <a:p>
            <a:r>
              <a:rPr lang="en-MY" sz="1600" dirty="0"/>
              <a:t>Expected results:</a:t>
            </a:r>
          </a:p>
          <a:p>
            <a:r>
              <a:rPr lang="en-MY" sz="1600" dirty="0"/>
              <a:t>(143)</a:t>
            </a:r>
            <a:r>
              <a:rPr lang="en-MY" sz="1600" baseline="-25000" dirty="0"/>
              <a:t>10</a:t>
            </a:r>
          </a:p>
          <a:p>
            <a:r>
              <a:rPr lang="en-MY" sz="1600" dirty="0"/>
              <a:t>(10001111)</a:t>
            </a:r>
            <a:r>
              <a:rPr lang="en-MY" sz="1600" baseline="-25000" dirty="0"/>
              <a:t>2</a:t>
            </a:r>
          </a:p>
        </p:txBody>
      </p:sp>
      <p:sp>
        <p:nvSpPr>
          <p:cNvPr id="5" name="Right Brace 4">
            <a:extLst>
              <a:ext uri="{FF2B5EF4-FFF2-40B4-BE49-F238E27FC236}">
                <a16:creationId xmlns:a16="http://schemas.microsoft.com/office/drawing/2014/main" id="{BC6D6C7D-7994-44CB-4A0E-C00BDE912543}"/>
              </a:ext>
            </a:extLst>
          </p:cNvPr>
          <p:cNvSpPr/>
          <p:nvPr/>
        </p:nvSpPr>
        <p:spPr>
          <a:xfrm rot="5400000">
            <a:off x="5629517" y="4458732"/>
            <a:ext cx="432048" cy="1828969"/>
          </a:xfrm>
          <a:prstGeom prst="rightBrac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4A4DD0C-3A6B-12CE-C35D-2609AB5DFDCB}"/>
              </a:ext>
            </a:extLst>
          </p:cNvPr>
          <p:cNvSpPr txBox="1"/>
          <p:nvPr/>
        </p:nvSpPr>
        <p:spPr>
          <a:xfrm>
            <a:off x="4981975" y="5604049"/>
            <a:ext cx="177805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1100" dirty="0"/>
              <a:t>Shift count = bit count</a:t>
            </a:r>
          </a:p>
          <a:p>
            <a:r>
              <a:rPr lang="en-MY" sz="1100" dirty="0"/>
              <a:t>Add count = 1 count in Q</a:t>
            </a:r>
          </a:p>
        </p:txBody>
      </p:sp>
    </p:spTree>
    <p:extLst>
      <p:ext uri="{BB962C8B-B14F-4D97-AF65-F5344CB8AC3E}">
        <p14:creationId xmlns:p14="http://schemas.microsoft.com/office/powerpoint/2010/main" val="19412271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56">
            <a:extLst>
              <a:ext uri="{FF2B5EF4-FFF2-40B4-BE49-F238E27FC236}">
                <a16:creationId xmlns:a16="http://schemas.microsoft.com/office/drawing/2014/main" id="{9E786B41-9E3B-5D9A-02FA-2FBC89A430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5679066"/>
              </p:ext>
            </p:extLst>
          </p:nvPr>
        </p:nvGraphicFramePr>
        <p:xfrm>
          <a:off x="323528" y="1484784"/>
          <a:ext cx="7907845" cy="3962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81569">
                  <a:extLst>
                    <a:ext uri="{9D8B030D-6E8A-4147-A177-3AD203B41FA5}">
                      <a16:colId xmlns:a16="http://schemas.microsoft.com/office/drawing/2014/main" val="4059695522"/>
                    </a:ext>
                  </a:extLst>
                </a:gridCol>
                <a:gridCol w="1581569">
                  <a:extLst>
                    <a:ext uri="{9D8B030D-6E8A-4147-A177-3AD203B41FA5}">
                      <a16:colId xmlns:a16="http://schemas.microsoft.com/office/drawing/2014/main" val="2202593026"/>
                    </a:ext>
                  </a:extLst>
                </a:gridCol>
                <a:gridCol w="1581569">
                  <a:extLst>
                    <a:ext uri="{9D8B030D-6E8A-4147-A177-3AD203B41FA5}">
                      <a16:colId xmlns:a16="http://schemas.microsoft.com/office/drawing/2014/main" val="867175515"/>
                    </a:ext>
                  </a:extLst>
                </a:gridCol>
                <a:gridCol w="1581569">
                  <a:extLst>
                    <a:ext uri="{9D8B030D-6E8A-4147-A177-3AD203B41FA5}">
                      <a16:colId xmlns:a16="http://schemas.microsoft.com/office/drawing/2014/main" val="3270267316"/>
                    </a:ext>
                  </a:extLst>
                </a:gridCol>
                <a:gridCol w="1581569">
                  <a:extLst>
                    <a:ext uri="{9D8B030D-6E8A-4147-A177-3AD203B41FA5}">
                      <a16:colId xmlns:a16="http://schemas.microsoft.com/office/drawing/2014/main" val="747350660"/>
                    </a:ext>
                  </a:extLst>
                </a:gridCol>
              </a:tblGrid>
              <a:tr h="300918">
                <a:tc>
                  <a:txBody>
                    <a:bodyPr/>
                    <a:lstStyle/>
                    <a:p>
                      <a:pPr algn="ctr"/>
                      <a:r>
                        <a:rPr lang="en-MY" sz="1600" dirty="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1600" dirty="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1600" dirty="0"/>
                        <a:t>Q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1600" dirty="0"/>
                        <a:t>Operation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1600" dirty="0"/>
                        <a:t>Cycle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32589808"/>
                  </a:ext>
                </a:extLst>
              </a:tr>
              <a:tr h="300918">
                <a:tc>
                  <a:txBody>
                    <a:bodyPr/>
                    <a:lstStyle/>
                    <a:p>
                      <a:pPr algn="ctr"/>
                      <a:endParaRPr lang="en-MY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sz="16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97330612"/>
                  </a:ext>
                </a:extLst>
              </a:tr>
              <a:tr h="362312">
                <a:tc>
                  <a:txBody>
                    <a:bodyPr/>
                    <a:lstStyle/>
                    <a:p>
                      <a:pPr algn="ctr"/>
                      <a:endParaRPr lang="en-MY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sz="16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sz="1600" dirty="0"/>
                    </a:p>
                    <a:p>
                      <a:pPr algn="ctr"/>
                      <a:endParaRPr lang="en-MY" sz="1600" dirty="0"/>
                    </a:p>
                    <a:p>
                      <a:pPr algn="ctr"/>
                      <a:endParaRPr lang="en-MY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89525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en-MY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sz="16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sz="1600" dirty="0"/>
                    </a:p>
                    <a:p>
                      <a:pPr algn="ctr"/>
                      <a:endParaRPr lang="en-MY" sz="1600" dirty="0"/>
                    </a:p>
                    <a:p>
                      <a:pPr algn="ctr"/>
                      <a:endParaRPr lang="en-MY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90112598"/>
                  </a:ext>
                </a:extLst>
              </a:tr>
              <a:tr h="300918">
                <a:tc>
                  <a:txBody>
                    <a:bodyPr/>
                    <a:lstStyle/>
                    <a:p>
                      <a:pPr algn="ctr"/>
                      <a:endParaRPr lang="en-MY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sz="16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sz="1600" dirty="0"/>
                    </a:p>
                    <a:p>
                      <a:pPr algn="ctr"/>
                      <a:endParaRPr lang="en-MY" sz="1600" dirty="0"/>
                    </a:p>
                    <a:p>
                      <a:pPr algn="ctr"/>
                      <a:endParaRPr lang="en-MY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24587324"/>
                  </a:ext>
                </a:extLst>
              </a:tr>
              <a:tr h="300918">
                <a:tc>
                  <a:txBody>
                    <a:bodyPr/>
                    <a:lstStyle/>
                    <a:p>
                      <a:pPr algn="ctr"/>
                      <a:endParaRPr lang="en-MY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sz="1600" dirty="0"/>
                    </a:p>
                    <a:p>
                      <a:pPr algn="ctr"/>
                      <a:endParaRPr lang="en-MY" sz="1600" dirty="0"/>
                    </a:p>
                    <a:p>
                      <a:pPr algn="ctr"/>
                      <a:endParaRPr lang="en-MY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21851223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3D580067-E281-C74B-F126-00BA9481B9B3}"/>
              </a:ext>
            </a:extLst>
          </p:cNvPr>
          <p:cNvSpPr txBox="1"/>
          <p:nvPr/>
        </p:nvSpPr>
        <p:spPr>
          <a:xfrm>
            <a:off x="290416" y="266407"/>
            <a:ext cx="457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MY" sz="1600" dirty="0"/>
              <a:t>13 (M</a:t>
            </a:r>
            <a:r>
              <a:rPr lang="en-MY" sz="1600" baseline="-25000" dirty="0"/>
              <a:t>ultiplicand</a:t>
            </a:r>
            <a:r>
              <a:rPr lang="en-MY" sz="1600" dirty="0"/>
              <a:t>) = </a:t>
            </a:r>
            <a:r>
              <a:rPr lang="en-MY" sz="1600" dirty="0">
                <a:solidFill>
                  <a:srgbClr val="FF0000"/>
                </a:solidFill>
              </a:rPr>
              <a:t>1101 (remain unchanged)</a:t>
            </a:r>
          </a:p>
          <a:p>
            <a:r>
              <a:rPr lang="en-MY" sz="1600" dirty="0"/>
              <a:t>11 (</a:t>
            </a:r>
            <a:r>
              <a:rPr lang="en-MY" sz="1600" dirty="0" err="1"/>
              <a:t>Q</a:t>
            </a:r>
            <a:r>
              <a:rPr lang="en-MY" sz="1600" baseline="-25000" dirty="0" err="1"/>
              <a:t>Multiplier</a:t>
            </a:r>
            <a:r>
              <a:rPr lang="en-MY" sz="1600" dirty="0"/>
              <a:t>) = 1011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36AEC7A-C7E0-5182-0840-D00550F9F654}"/>
              </a:ext>
            </a:extLst>
          </p:cNvPr>
          <p:cNvSpPr txBox="1"/>
          <p:nvPr/>
        </p:nvSpPr>
        <p:spPr>
          <a:xfrm>
            <a:off x="5288680" y="198036"/>
            <a:ext cx="2942693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MY" sz="1600" dirty="0"/>
              <a:t>13 x 11</a:t>
            </a:r>
          </a:p>
          <a:p>
            <a:r>
              <a:rPr lang="en-MY" sz="1600" dirty="0"/>
              <a:t>Expected results:</a:t>
            </a:r>
          </a:p>
          <a:p>
            <a:r>
              <a:rPr lang="en-MY" sz="1600" dirty="0"/>
              <a:t>(143)</a:t>
            </a:r>
            <a:r>
              <a:rPr lang="en-MY" sz="1600" baseline="-25000" dirty="0"/>
              <a:t>10</a:t>
            </a:r>
          </a:p>
          <a:p>
            <a:r>
              <a:rPr lang="en-MY" sz="1600" dirty="0"/>
              <a:t>(10001111)</a:t>
            </a:r>
            <a:r>
              <a:rPr lang="en-MY" sz="1600" baseline="-25000" dirty="0"/>
              <a:t>2</a:t>
            </a:r>
          </a:p>
        </p:txBody>
      </p:sp>
      <p:sp>
        <p:nvSpPr>
          <p:cNvPr id="5" name="Right Brace 4">
            <a:extLst>
              <a:ext uri="{FF2B5EF4-FFF2-40B4-BE49-F238E27FC236}">
                <a16:creationId xmlns:a16="http://schemas.microsoft.com/office/drawing/2014/main" id="{F7BB960D-C916-4EE5-2D3B-B4364533DF02}"/>
              </a:ext>
            </a:extLst>
          </p:cNvPr>
          <p:cNvSpPr/>
          <p:nvPr/>
        </p:nvSpPr>
        <p:spPr>
          <a:xfrm rot="5400000">
            <a:off x="3250612" y="4521032"/>
            <a:ext cx="432048" cy="2354402"/>
          </a:xfrm>
          <a:prstGeom prst="rightBrac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D8C8934-E3B0-771C-7733-BE223ECB33E0}"/>
              </a:ext>
            </a:extLst>
          </p:cNvPr>
          <p:cNvSpPr txBox="1"/>
          <p:nvPr/>
        </p:nvSpPr>
        <p:spPr>
          <a:xfrm>
            <a:off x="971600" y="1772816"/>
            <a:ext cx="3241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4F0D274-59BF-AA5E-5099-69E9626F976F}"/>
              </a:ext>
            </a:extLst>
          </p:cNvPr>
          <p:cNvSpPr txBox="1"/>
          <p:nvPr/>
        </p:nvSpPr>
        <p:spPr>
          <a:xfrm>
            <a:off x="2339752" y="1772816"/>
            <a:ext cx="74251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0000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BDAF207-266F-DDF5-875E-55F6157089DB}"/>
              </a:ext>
            </a:extLst>
          </p:cNvPr>
          <p:cNvSpPr txBox="1"/>
          <p:nvPr/>
        </p:nvSpPr>
        <p:spPr>
          <a:xfrm>
            <a:off x="341420" y="967928"/>
            <a:ext cx="55976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1600" dirty="0">
                <a:solidFill>
                  <a:srgbClr val="FF0000"/>
                </a:solidFill>
              </a:rPr>
              <a:t>n=4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E11757B-D216-8657-4FDD-B5B5C5766D23}"/>
              </a:ext>
            </a:extLst>
          </p:cNvPr>
          <p:cNvSpPr txBox="1"/>
          <p:nvPr/>
        </p:nvSpPr>
        <p:spPr>
          <a:xfrm>
            <a:off x="3785969" y="1772816"/>
            <a:ext cx="98296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1 0 1 1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E1B1F65-9E06-6D59-B195-326FECADE258}"/>
              </a:ext>
            </a:extLst>
          </p:cNvPr>
          <p:cNvSpPr txBox="1"/>
          <p:nvPr/>
        </p:nvSpPr>
        <p:spPr>
          <a:xfrm>
            <a:off x="5076056" y="1772816"/>
            <a:ext cx="152234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initialization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59555AF-0908-5F67-17B6-9C302046872C}"/>
              </a:ext>
            </a:extLst>
          </p:cNvPr>
          <p:cNvSpPr txBox="1"/>
          <p:nvPr/>
        </p:nvSpPr>
        <p:spPr>
          <a:xfrm>
            <a:off x="7390704" y="1774134"/>
            <a:ext cx="27764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-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D99BF37-C9FE-332E-874F-7A370B6374F0}"/>
              </a:ext>
            </a:extLst>
          </p:cNvPr>
          <p:cNvSpPr txBox="1"/>
          <p:nvPr/>
        </p:nvSpPr>
        <p:spPr>
          <a:xfrm>
            <a:off x="4443743" y="2028412"/>
            <a:ext cx="4058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1600" dirty="0">
                <a:solidFill>
                  <a:srgbClr val="FF0000"/>
                </a:solidFill>
              </a:rPr>
              <a:t>Q</a:t>
            </a:r>
            <a:r>
              <a:rPr lang="en-MY" sz="1600" baseline="-25000" dirty="0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C28139A-1A0D-B17C-1345-FE5878D51CA5}"/>
              </a:ext>
            </a:extLst>
          </p:cNvPr>
          <p:cNvSpPr txBox="1"/>
          <p:nvPr/>
        </p:nvSpPr>
        <p:spPr>
          <a:xfrm>
            <a:off x="4229085" y="2028412"/>
            <a:ext cx="4058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1600" dirty="0">
                <a:solidFill>
                  <a:srgbClr val="FF0000"/>
                </a:solidFill>
              </a:rPr>
              <a:t>Q</a:t>
            </a:r>
            <a:r>
              <a:rPr lang="en-MY" sz="1600" baseline="-25000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F4D9FBB-9248-3D9F-0EE3-4ABA9D341F1B}"/>
              </a:ext>
            </a:extLst>
          </p:cNvPr>
          <p:cNvSpPr txBox="1"/>
          <p:nvPr/>
        </p:nvSpPr>
        <p:spPr>
          <a:xfrm>
            <a:off x="4009059" y="2028412"/>
            <a:ext cx="4058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1600" dirty="0">
                <a:solidFill>
                  <a:srgbClr val="FF0000"/>
                </a:solidFill>
              </a:rPr>
              <a:t>Q</a:t>
            </a:r>
            <a:r>
              <a:rPr lang="en-MY" sz="1600" baseline="-25000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F6A4368-FFA7-C022-14BF-B140E9ED2E43}"/>
              </a:ext>
            </a:extLst>
          </p:cNvPr>
          <p:cNvSpPr txBox="1"/>
          <p:nvPr/>
        </p:nvSpPr>
        <p:spPr>
          <a:xfrm>
            <a:off x="3785786" y="2028412"/>
            <a:ext cx="4058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1600" dirty="0">
                <a:solidFill>
                  <a:srgbClr val="FF0000"/>
                </a:solidFill>
              </a:rPr>
              <a:t>Q</a:t>
            </a:r>
            <a:r>
              <a:rPr lang="en-MY" sz="1600" baseline="-25000" dirty="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1FB385-5649-D767-DE80-1CD868E95703}"/>
              </a:ext>
            </a:extLst>
          </p:cNvPr>
          <p:cNvSpPr txBox="1"/>
          <p:nvPr/>
        </p:nvSpPr>
        <p:spPr>
          <a:xfrm>
            <a:off x="5620151" y="2172926"/>
            <a:ext cx="55976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1400" dirty="0"/>
              <a:t>A+M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88BCF5EA-63CF-AABE-AC8D-C650BEF6D44C}"/>
              </a:ext>
            </a:extLst>
          </p:cNvPr>
          <p:cNvGrpSpPr/>
          <p:nvPr/>
        </p:nvGrpSpPr>
        <p:grpSpPr>
          <a:xfrm>
            <a:off x="2145527" y="2058128"/>
            <a:ext cx="965784" cy="1015663"/>
            <a:chOff x="3785786" y="2850492"/>
            <a:chExt cx="965784" cy="1015663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B0969D69-B0D3-3CAC-3FD8-E3F5BE567F4D}"/>
                </a:ext>
              </a:extLst>
            </p:cNvPr>
            <p:cNvSpPr txBox="1"/>
            <p:nvPr/>
          </p:nvSpPr>
          <p:spPr>
            <a:xfrm>
              <a:off x="4009059" y="2850492"/>
              <a:ext cx="742511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0000</a:t>
              </a:r>
            </a:p>
            <a:p>
              <a:r>
                <a:rPr lang="en-MY" dirty="0"/>
                <a:t>1101</a:t>
              </a:r>
            </a:p>
            <a:p>
              <a:r>
                <a:rPr lang="en-MY" dirty="0"/>
                <a:t>1101</a:t>
              </a:r>
            </a:p>
          </p:txBody>
        </p: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0477794C-93A6-92B3-2E30-4BE029CFA912}"/>
                </a:ext>
              </a:extLst>
            </p:cNvPr>
            <p:cNvCxnSpPr>
              <a:cxnSpLocks/>
            </p:cNvCxnSpPr>
            <p:nvPr/>
          </p:nvCxnSpPr>
          <p:spPr>
            <a:xfrm>
              <a:off x="4067944" y="3501008"/>
              <a:ext cx="593189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444CCE77-3C2E-057C-E312-8BB6CA6D855F}"/>
                </a:ext>
              </a:extLst>
            </p:cNvPr>
            <p:cNvSpPr txBox="1"/>
            <p:nvPr/>
          </p:nvSpPr>
          <p:spPr>
            <a:xfrm>
              <a:off x="3785786" y="3025560"/>
              <a:ext cx="37061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+</a:t>
              </a:r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CF3CE961-D3D1-8148-C9B1-125896F10380}"/>
              </a:ext>
            </a:extLst>
          </p:cNvPr>
          <p:cNvSpPr txBox="1"/>
          <p:nvPr/>
        </p:nvSpPr>
        <p:spPr>
          <a:xfrm>
            <a:off x="2364650" y="2058128"/>
            <a:ext cx="74251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1101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B779BF9-A227-265D-7540-D7F372CA84A6}"/>
              </a:ext>
            </a:extLst>
          </p:cNvPr>
          <p:cNvSpPr txBox="1"/>
          <p:nvPr/>
        </p:nvSpPr>
        <p:spPr>
          <a:xfrm>
            <a:off x="5125280" y="2565959"/>
            <a:ext cx="15154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1400" dirty="0"/>
              <a:t>Shift </a:t>
            </a:r>
            <a:r>
              <a:rPr lang="en-MY" sz="1400" dirty="0">
                <a:sym typeface="Wingdings" panose="05000000000000000000" pitchFamily="2" charset="2"/>
              </a:rPr>
              <a:t> C, A &amp; Q</a:t>
            </a:r>
            <a:endParaRPr lang="en-MY" sz="1400" dirty="0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0B7395A3-6A69-C946-B976-DB77FD9C5378}"/>
              </a:ext>
            </a:extLst>
          </p:cNvPr>
          <p:cNvGrpSpPr/>
          <p:nvPr/>
        </p:nvGrpSpPr>
        <p:grpSpPr>
          <a:xfrm>
            <a:off x="2268300" y="2565959"/>
            <a:ext cx="911958" cy="400110"/>
            <a:chOff x="2047296" y="3429000"/>
            <a:chExt cx="911958" cy="400110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510C4C5D-4DD0-E112-C1B3-3388C32F3B7F}"/>
                </a:ext>
              </a:extLst>
            </p:cNvPr>
            <p:cNvSpPr txBox="1"/>
            <p:nvPr/>
          </p:nvSpPr>
          <p:spPr>
            <a:xfrm>
              <a:off x="2047296" y="3429000"/>
              <a:ext cx="32412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0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2E769B24-26C1-6004-CF07-5AEFB211E5D0}"/>
                </a:ext>
              </a:extLst>
            </p:cNvPr>
            <p:cNvSpPr txBox="1"/>
            <p:nvPr/>
          </p:nvSpPr>
          <p:spPr>
            <a:xfrm>
              <a:off x="2243239" y="3429000"/>
              <a:ext cx="32412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1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97DAC04E-AC78-3136-64DA-AB6B68D31CC1}"/>
                </a:ext>
              </a:extLst>
            </p:cNvPr>
            <p:cNvSpPr txBox="1"/>
            <p:nvPr/>
          </p:nvSpPr>
          <p:spPr>
            <a:xfrm>
              <a:off x="2439182" y="3429000"/>
              <a:ext cx="32412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1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ABC6F4C2-FC89-94ED-0895-7ABA34AABCBD}"/>
                </a:ext>
              </a:extLst>
            </p:cNvPr>
            <p:cNvSpPr txBox="1"/>
            <p:nvPr/>
          </p:nvSpPr>
          <p:spPr>
            <a:xfrm>
              <a:off x="2635126" y="3429000"/>
              <a:ext cx="32412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0</a:t>
              </a: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7FBE3DF2-E8C4-92DB-3271-AA6B6D47DB8B}"/>
              </a:ext>
            </a:extLst>
          </p:cNvPr>
          <p:cNvGrpSpPr/>
          <p:nvPr/>
        </p:nvGrpSpPr>
        <p:grpSpPr>
          <a:xfrm>
            <a:off x="3804058" y="2565959"/>
            <a:ext cx="911958" cy="400110"/>
            <a:chOff x="2047296" y="3429000"/>
            <a:chExt cx="911958" cy="400110"/>
          </a:xfrm>
        </p:grpSpPr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26323234-08CF-55AD-5A7B-8F96EEEC5CFC}"/>
                </a:ext>
              </a:extLst>
            </p:cNvPr>
            <p:cNvSpPr txBox="1"/>
            <p:nvPr/>
          </p:nvSpPr>
          <p:spPr>
            <a:xfrm>
              <a:off x="2047296" y="3429000"/>
              <a:ext cx="32412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1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338013FF-3A1D-BE80-9B92-2C079D887F9E}"/>
                </a:ext>
              </a:extLst>
            </p:cNvPr>
            <p:cNvSpPr txBox="1"/>
            <p:nvPr/>
          </p:nvSpPr>
          <p:spPr>
            <a:xfrm>
              <a:off x="2243239" y="3429000"/>
              <a:ext cx="32412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1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A27FF3DF-E599-E452-6280-E5C9AA52A353}"/>
                </a:ext>
              </a:extLst>
            </p:cNvPr>
            <p:cNvSpPr txBox="1"/>
            <p:nvPr/>
          </p:nvSpPr>
          <p:spPr>
            <a:xfrm>
              <a:off x="2439182" y="3429000"/>
              <a:ext cx="32412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0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8BA49313-9EC0-85AA-3849-D704957DFDF0}"/>
                </a:ext>
              </a:extLst>
            </p:cNvPr>
            <p:cNvSpPr txBox="1"/>
            <p:nvPr/>
          </p:nvSpPr>
          <p:spPr>
            <a:xfrm>
              <a:off x="2635126" y="3429000"/>
              <a:ext cx="32412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1</a:t>
              </a: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4CEE5B95-0092-D9EF-85FA-E393D9F6B18D}"/>
              </a:ext>
            </a:extLst>
          </p:cNvPr>
          <p:cNvGrpSpPr/>
          <p:nvPr/>
        </p:nvGrpSpPr>
        <p:grpSpPr>
          <a:xfrm>
            <a:off x="3834201" y="2069891"/>
            <a:ext cx="911958" cy="400110"/>
            <a:chOff x="2047296" y="3429000"/>
            <a:chExt cx="911958" cy="400110"/>
          </a:xfrm>
        </p:grpSpPr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E80CD133-9EEF-79A4-8BDF-41CC2A3EE18D}"/>
                </a:ext>
              </a:extLst>
            </p:cNvPr>
            <p:cNvSpPr txBox="1"/>
            <p:nvPr/>
          </p:nvSpPr>
          <p:spPr>
            <a:xfrm>
              <a:off x="2047296" y="3429000"/>
              <a:ext cx="32412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1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66460023-B3FC-AD77-DD51-C1454ACC7FAC}"/>
                </a:ext>
              </a:extLst>
            </p:cNvPr>
            <p:cNvSpPr txBox="1"/>
            <p:nvPr/>
          </p:nvSpPr>
          <p:spPr>
            <a:xfrm>
              <a:off x="2243239" y="3429000"/>
              <a:ext cx="32412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0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55D3CBBF-B4F3-6BDD-CAB5-9D19A7C865C5}"/>
                </a:ext>
              </a:extLst>
            </p:cNvPr>
            <p:cNvSpPr txBox="1"/>
            <p:nvPr/>
          </p:nvSpPr>
          <p:spPr>
            <a:xfrm>
              <a:off x="2439182" y="3429000"/>
              <a:ext cx="32412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1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33D2C116-5DDD-C39D-A13F-9F4D6A4A8265}"/>
                </a:ext>
              </a:extLst>
            </p:cNvPr>
            <p:cNvSpPr txBox="1"/>
            <p:nvPr/>
          </p:nvSpPr>
          <p:spPr>
            <a:xfrm>
              <a:off x="2635126" y="3429000"/>
              <a:ext cx="32412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1</a:t>
              </a:r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A0E16DF9-DE3B-6CF5-722F-23661AB746D6}"/>
              </a:ext>
            </a:extLst>
          </p:cNvPr>
          <p:cNvSpPr txBox="1"/>
          <p:nvPr/>
        </p:nvSpPr>
        <p:spPr>
          <a:xfrm>
            <a:off x="6938685" y="2337978"/>
            <a:ext cx="10963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1</a:t>
            </a:r>
            <a:r>
              <a:rPr lang="en-MY" baseline="30000" dirty="0"/>
              <a:t>st</a:t>
            </a:r>
            <a:r>
              <a:rPr lang="en-MY" dirty="0"/>
              <a:t> cycle</a:t>
            </a:r>
          </a:p>
        </p:txBody>
      </p:sp>
      <p:sp>
        <p:nvSpPr>
          <p:cNvPr id="19" name="Arrow: Left 18">
            <a:extLst>
              <a:ext uri="{FF2B5EF4-FFF2-40B4-BE49-F238E27FC236}">
                <a16:creationId xmlns:a16="http://schemas.microsoft.com/office/drawing/2014/main" id="{2E4CD921-BAC0-5B5C-CC1A-BFCCF6C52659}"/>
              </a:ext>
            </a:extLst>
          </p:cNvPr>
          <p:cNvSpPr/>
          <p:nvPr/>
        </p:nvSpPr>
        <p:spPr>
          <a:xfrm rot="19868659">
            <a:off x="4585289" y="2550554"/>
            <a:ext cx="422030" cy="144016"/>
          </a:xfrm>
          <a:prstGeom prst="lef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1712C41-E49D-1917-F282-3FA5CC9D607F}"/>
              </a:ext>
            </a:extLst>
          </p:cNvPr>
          <p:cNvSpPr txBox="1"/>
          <p:nvPr/>
        </p:nvSpPr>
        <p:spPr>
          <a:xfrm>
            <a:off x="5620251" y="3052038"/>
            <a:ext cx="55976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1400" dirty="0"/>
              <a:t>A+M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6122364C-8316-6269-D05B-62A5E47D2A33}"/>
              </a:ext>
            </a:extLst>
          </p:cNvPr>
          <p:cNvGrpSpPr/>
          <p:nvPr/>
        </p:nvGrpSpPr>
        <p:grpSpPr>
          <a:xfrm>
            <a:off x="2104129" y="2912344"/>
            <a:ext cx="1105246" cy="1015663"/>
            <a:chOff x="3785786" y="2850492"/>
            <a:chExt cx="1105246" cy="1015663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A2EC597F-F7A4-FD76-899F-32A04EAE9485}"/>
                </a:ext>
              </a:extLst>
            </p:cNvPr>
            <p:cNvSpPr txBox="1"/>
            <p:nvPr/>
          </p:nvSpPr>
          <p:spPr>
            <a:xfrm>
              <a:off x="4009059" y="2850492"/>
              <a:ext cx="881973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0110</a:t>
              </a:r>
            </a:p>
            <a:p>
              <a:r>
                <a:rPr lang="en-MY" dirty="0"/>
                <a:t>1101</a:t>
              </a:r>
            </a:p>
            <a:p>
              <a:r>
                <a:rPr lang="en-MY" dirty="0"/>
                <a:t>10011</a:t>
              </a:r>
            </a:p>
          </p:txBody>
        </p: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E3BFC087-F06B-9E56-C16F-EA2C6BE438FC}"/>
                </a:ext>
              </a:extLst>
            </p:cNvPr>
            <p:cNvCxnSpPr>
              <a:cxnSpLocks/>
            </p:cNvCxnSpPr>
            <p:nvPr/>
          </p:nvCxnSpPr>
          <p:spPr>
            <a:xfrm>
              <a:off x="4067944" y="3501008"/>
              <a:ext cx="593189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14B98AB0-DC37-223E-A9BA-BFFBE1C0CBDF}"/>
                </a:ext>
              </a:extLst>
            </p:cNvPr>
            <p:cNvSpPr txBox="1"/>
            <p:nvPr/>
          </p:nvSpPr>
          <p:spPr>
            <a:xfrm>
              <a:off x="3785786" y="3025560"/>
              <a:ext cx="37061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+</a:t>
              </a:r>
            </a:p>
          </p:txBody>
        </p:sp>
      </p:grpSp>
      <p:sp>
        <p:nvSpPr>
          <p:cNvPr id="46" name="TextBox 45">
            <a:extLst>
              <a:ext uri="{FF2B5EF4-FFF2-40B4-BE49-F238E27FC236}">
                <a16:creationId xmlns:a16="http://schemas.microsoft.com/office/drawing/2014/main" id="{920608A7-D8B2-F8E7-DC13-A5D79D933CA5}"/>
              </a:ext>
            </a:extLst>
          </p:cNvPr>
          <p:cNvSpPr txBox="1"/>
          <p:nvPr/>
        </p:nvSpPr>
        <p:spPr>
          <a:xfrm>
            <a:off x="2333818" y="2912344"/>
            <a:ext cx="74251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0011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C57478A-8445-70EC-98D7-4370E727E1AA}"/>
              </a:ext>
            </a:extLst>
          </p:cNvPr>
          <p:cNvSpPr txBox="1"/>
          <p:nvPr/>
        </p:nvSpPr>
        <p:spPr>
          <a:xfrm>
            <a:off x="971600" y="2092786"/>
            <a:ext cx="3241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0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B70A2D3-E065-C8F0-F114-05733020D02A}"/>
              </a:ext>
            </a:extLst>
          </p:cNvPr>
          <p:cNvSpPr txBox="1"/>
          <p:nvPr/>
        </p:nvSpPr>
        <p:spPr>
          <a:xfrm>
            <a:off x="982724" y="2999539"/>
            <a:ext cx="3241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1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DCC3040-7AE0-7732-1C1C-5A9C4DC767A9}"/>
              </a:ext>
            </a:extLst>
          </p:cNvPr>
          <p:cNvSpPr txBox="1"/>
          <p:nvPr/>
        </p:nvSpPr>
        <p:spPr>
          <a:xfrm>
            <a:off x="971600" y="2548028"/>
            <a:ext cx="3241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0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875D2DE-75E7-68EC-E1A3-452593608DB3}"/>
              </a:ext>
            </a:extLst>
          </p:cNvPr>
          <p:cNvSpPr txBox="1"/>
          <p:nvPr/>
        </p:nvSpPr>
        <p:spPr>
          <a:xfrm>
            <a:off x="2327402" y="3473900"/>
            <a:ext cx="74251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1001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953BF55-4D58-1408-8245-5F10F4CC3540}"/>
              </a:ext>
            </a:extLst>
          </p:cNvPr>
          <p:cNvSpPr txBox="1"/>
          <p:nvPr/>
        </p:nvSpPr>
        <p:spPr>
          <a:xfrm>
            <a:off x="3901327" y="3374353"/>
            <a:ext cx="74251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1110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B960904-67C7-72BB-63B5-A51CF39B74CE}"/>
              </a:ext>
            </a:extLst>
          </p:cNvPr>
          <p:cNvSpPr txBox="1"/>
          <p:nvPr/>
        </p:nvSpPr>
        <p:spPr>
          <a:xfrm>
            <a:off x="5076056" y="3384228"/>
            <a:ext cx="15154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1400" dirty="0"/>
              <a:t>Shift </a:t>
            </a:r>
            <a:r>
              <a:rPr lang="en-MY" sz="1400" dirty="0">
                <a:sym typeface="Wingdings" panose="05000000000000000000" pitchFamily="2" charset="2"/>
              </a:rPr>
              <a:t> C, A &amp; Q</a:t>
            </a:r>
            <a:endParaRPr lang="en-MY" sz="1400" dirty="0"/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500E4CBA-20FE-C038-EA6F-2039FD4CB056}"/>
              </a:ext>
            </a:extLst>
          </p:cNvPr>
          <p:cNvGrpSpPr/>
          <p:nvPr/>
        </p:nvGrpSpPr>
        <p:grpSpPr>
          <a:xfrm>
            <a:off x="3868150" y="2971280"/>
            <a:ext cx="911958" cy="400110"/>
            <a:chOff x="2047296" y="3429000"/>
            <a:chExt cx="911958" cy="400110"/>
          </a:xfrm>
        </p:grpSpPr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04375A9C-F661-1F7C-6752-439C17A513D4}"/>
                </a:ext>
              </a:extLst>
            </p:cNvPr>
            <p:cNvSpPr txBox="1"/>
            <p:nvPr/>
          </p:nvSpPr>
          <p:spPr>
            <a:xfrm>
              <a:off x="2047296" y="3429000"/>
              <a:ext cx="32412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1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91965808-B63E-5867-2469-FED27A0CD90E}"/>
                </a:ext>
              </a:extLst>
            </p:cNvPr>
            <p:cNvSpPr txBox="1"/>
            <p:nvPr/>
          </p:nvSpPr>
          <p:spPr>
            <a:xfrm>
              <a:off x="2243239" y="3429000"/>
              <a:ext cx="32412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1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6FB5C71E-DD2F-42F0-C507-8AA2F0A05628}"/>
                </a:ext>
              </a:extLst>
            </p:cNvPr>
            <p:cNvSpPr txBox="1"/>
            <p:nvPr/>
          </p:nvSpPr>
          <p:spPr>
            <a:xfrm>
              <a:off x="2439182" y="3429000"/>
              <a:ext cx="32412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0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1C1289F4-695F-A8F0-2488-DA7008717E9E}"/>
                </a:ext>
              </a:extLst>
            </p:cNvPr>
            <p:cNvSpPr txBox="1"/>
            <p:nvPr/>
          </p:nvSpPr>
          <p:spPr>
            <a:xfrm>
              <a:off x="2635126" y="3429000"/>
              <a:ext cx="32412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1</a:t>
              </a:r>
            </a:p>
          </p:txBody>
        </p:sp>
      </p:grpSp>
      <p:sp>
        <p:nvSpPr>
          <p:cNvPr id="58" name="TextBox 57">
            <a:extLst>
              <a:ext uri="{FF2B5EF4-FFF2-40B4-BE49-F238E27FC236}">
                <a16:creationId xmlns:a16="http://schemas.microsoft.com/office/drawing/2014/main" id="{F07E7D1D-C2E8-9EF5-7EEF-C593C429EE82}"/>
              </a:ext>
            </a:extLst>
          </p:cNvPr>
          <p:cNvSpPr txBox="1"/>
          <p:nvPr/>
        </p:nvSpPr>
        <p:spPr>
          <a:xfrm>
            <a:off x="6916176" y="3121015"/>
            <a:ext cx="11508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2</a:t>
            </a:r>
            <a:r>
              <a:rPr lang="en-MY" baseline="30000" dirty="0"/>
              <a:t>nd</a:t>
            </a:r>
            <a:r>
              <a:rPr lang="en-MY" dirty="0"/>
              <a:t> cycle</a:t>
            </a:r>
          </a:p>
        </p:txBody>
      </p:sp>
      <p:sp>
        <p:nvSpPr>
          <p:cNvPr id="59" name="Arrow: Left 58">
            <a:extLst>
              <a:ext uri="{FF2B5EF4-FFF2-40B4-BE49-F238E27FC236}">
                <a16:creationId xmlns:a16="http://schemas.microsoft.com/office/drawing/2014/main" id="{CC2E7923-A202-ECF0-EF06-AD28FB3B2997}"/>
              </a:ext>
            </a:extLst>
          </p:cNvPr>
          <p:cNvSpPr/>
          <p:nvPr/>
        </p:nvSpPr>
        <p:spPr>
          <a:xfrm rot="19868659">
            <a:off x="4535144" y="3413966"/>
            <a:ext cx="422030" cy="144016"/>
          </a:xfrm>
          <a:prstGeom prst="lef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A146A5F-E902-969E-0C81-FA272375648B}"/>
              </a:ext>
            </a:extLst>
          </p:cNvPr>
          <p:cNvSpPr txBox="1"/>
          <p:nvPr/>
        </p:nvSpPr>
        <p:spPr>
          <a:xfrm>
            <a:off x="5142295" y="4047657"/>
            <a:ext cx="15154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1400" dirty="0"/>
              <a:t>Shift </a:t>
            </a:r>
            <a:r>
              <a:rPr lang="en-MY" sz="1400" dirty="0">
                <a:sym typeface="Wingdings" panose="05000000000000000000" pitchFamily="2" charset="2"/>
              </a:rPr>
              <a:t> C, A &amp; Q</a:t>
            </a:r>
            <a:endParaRPr lang="en-MY" sz="1400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252CD80-3F75-0946-321F-7A417C607E65}"/>
              </a:ext>
            </a:extLst>
          </p:cNvPr>
          <p:cNvSpPr txBox="1"/>
          <p:nvPr/>
        </p:nvSpPr>
        <p:spPr>
          <a:xfrm>
            <a:off x="975931" y="3432439"/>
            <a:ext cx="3241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0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7A3D42E-D76E-A362-6593-244D5F2E65C8}"/>
              </a:ext>
            </a:extLst>
          </p:cNvPr>
          <p:cNvSpPr txBox="1"/>
          <p:nvPr/>
        </p:nvSpPr>
        <p:spPr>
          <a:xfrm>
            <a:off x="2368800" y="4001865"/>
            <a:ext cx="74251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0100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8C8177C-4CC0-CD38-78B4-8CDB4EAD2857}"/>
              </a:ext>
            </a:extLst>
          </p:cNvPr>
          <p:cNvSpPr txBox="1"/>
          <p:nvPr/>
        </p:nvSpPr>
        <p:spPr>
          <a:xfrm>
            <a:off x="3952873" y="4001865"/>
            <a:ext cx="74251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1111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3134C5A7-2E99-1A74-82EF-8BE89E5AF92B}"/>
              </a:ext>
            </a:extLst>
          </p:cNvPr>
          <p:cNvSpPr txBox="1"/>
          <p:nvPr/>
        </p:nvSpPr>
        <p:spPr>
          <a:xfrm>
            <a:off x="6907860" y="3959868"/>
            <a:ext cx="11163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3</a:t>
            </a:r>
            <a:r>
              <a:rPr lang="en-MY" baseline="30000" dirty="0"/>
              <a:t>rd</a:t>
            </a:r>
            <a:r>
              <a:rPr lang="en-MY" dirty="0"/>
              <a:t> cycle</a:t>
            </a:r>
          </a:p>
        </p:txBody>
      </p:sp>
      <p:sp>
        <p:nvSpPr>
          <p:cNvPr id="65" name="Arrow: Left 64">
            <a:extLst>
              <a:ext uri="{FF2B5EF4-FFF2-40B4-BE49-F238E27FC236}">
                <a16:creationId xmlns:a16="http://schemas.microsoft.com/office/drawing/2014/main" id="{810A2374-7622-217A-D0B7-DB406F7DFCE9}"/>
              </a:ext>
            </a:extLst>
          </p:cNvPr>
          <p:cNvSpPr/>
          <p:nvPr/>
        </p:nvSpPr>
        <p:spPr>
          <a:xfrm rot="19868659">
            <a:off x="4580551" y="3947569"/>
            <a:ext cx="422030" cy="144016"/>
          </a:xfrm>
          <a:prstGeom prst="lef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8899D1E0-A264-4E50-77A5-0208890E93E4}"/>
              </a:ext>
            </a:extLst>
          </p:cNvPr>
          <p:cNvSpPr txBox="1"/>
          <p:nvPr/>
        </p:nvSpPr>
        <p:spPr>
          <a:xfrm>
            <a:off x="971600" y="4002694"/>
            <a:ext cx="3241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0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8318DCB5-E94E-F6A6-E946-18F4A1B96F6D}"/>
              </a:ext>
            </a:extLst>
          </p:cNvPr>
          <p:cNvSpPr txBox="1"/>
          <p:nvPr/>
        </p:nvSpPr>
        <p:spPr>
          <a:xfrm>
            <a:off x="5620151" y="4598066"/>
            <a:ext cx="55976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1400" dirty="0"/>
              <a:t>A+M</a:t>
            </a:r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C59EA05B-41BD-922C-CF96-81B44F3BE58E}"/>
              </a:ext>
            </a:extLst>
          </p:cNvPr>
          <p:cNvGrpSpPr/>
          <p:nvPr/>
        </p:nvGrpSpPr>
        <p:grpSpPr>
          <a:xfrm>
            <a:off x="2146034" y="4533370"/>
            <a:ext cx="1105246" cy="1015663"/>
            <a:chOff x="3785786" y="2850492"/>
            <a:chExt cx="1105246" cy="1015663"/>
          </a:xfrm>
        </p:grpSpPr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6047856E-EF89-6D02-347F-76A7B96A3530}"/>
                </a:ext>
              </a:extLst>
            </p:cNvPr>
            <p:cNvSpPr txBox="1"/>
            <p:nvPr/>
          </p:nvSpPr>
          <p:spPr>
            <a:xfrm>
              <a:off x="4009059" y="2850492"/>
              <a:ext cx="881973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0100</a:t>
              </a:r>
            </a:p>
            <a:p>
              <a:r>
                <a:rPr lang="en-MY" dirty="0"/>
                <a:t>1101</a:t>
              </a:r>
            </a:p>
            <a:p>
              <a:r>
                <a:rPr lang="en-MY" dirty="0"/>
                <a:t>10001</a:t>
              </a:r>
            </a:p>
          </p:txBody>
        </p: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43B3E40A-DA37-432B-756F-632FE438B3D6}"/>
                </a:ext>
              </a:extLst>
            </p:cNvPr>
            <p:cNvCxnSpPr>
              <a:cxnSpLocks/>
            </p:cNvCxnSpPr>
            <p:nvPr/>
          </p:nvCxnSpPr>
          <p:spPr>
            <a:xfrm>
              <a:off x="4067944" y="3501008"/>
              <a:ext cx="593189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F2641DA4-4E6A-5CF8-E0D5-A6A6448F40B9}"/>
                </a:ext>
              </a:extLst>
            </p:cNvPr>
            <p:cNvSpPr txBox="1"/>
            <p:nvPr/>
          </p:nvSpPr>
          <p:spPr>
            <a:xfrm>
              <a:off x="3785786" y="3025560"/>
              <a:ext cx="37061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+</a:t>
              </a:r>
            </a:p>
          </p:txBody>
        </p:sp>
      </p:grpSp>
      <p:sp>
        <p:nvSpPr>
          <p:cNvPr id="72" name="TextBox 71">
            <a:extLst>
              <a:ext uri="{FF2B5EF4-FFF2-40B4-BE49-F238E27FC236}">
                <a16:creationId xmlns:a16="http://schemas.microsoft.com/office/drawing/2014/main" id="{900B2454-32A9-1105-318F-4A7EDF394BBE}"/>
              </a:ext>
            </a:extLst>
          </p:cNvPr>
          <p:cNvSpPr txBox="1"/>
          <p:nvPr/>
        </p:nvSpPr>
        <p:spPr>
          <a:xfrm>
            <a:off x="2385606" y="4529827"/>
            <a:ext cx="74251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0001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815CE9CE-E70C-E308-2554-1CB122AA3F92}"/>
              </a:ext>
            </a:extLst>
          </p:cNvPr>
          <p:cNvSpPr txBox="1"/>
          <p:nvPr/>
        </p:nvSpPr>
        <p:spPr>
          <a:xfrm>
            <a:off x="964091" y="4572949"/>
            <a:ext cx="3241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1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CC6579D-67F8-28AC-86F7-855FC4AD244A}"/>
              </a:ext>
            </a:extLst>
          </p:cNvPr>
          <p:cNvSpPr txBox="1"/>
          <p:nvPr/>
        </p:nvSpPr>
        <p:spPr>
          <a:xfrm>
            <a:off x="2364650" y="5136380"/>
            <a:ext cx="74251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1000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59DC22E-4BD2-345E-FB4C-5A86D337E130}"/>
              </a:ext>
            </a:extLst>
          </p:cNvPr>
          <p:cNvSpPr txBox="1"/>
          <p:nvPr/>
        </p:nvSpPr>
        <p:spPr>
          <a:xfrm>
            <a:off x="3961112" y="5082098"/>
            <a:ext cx="74251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1111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ACD54A51-5D62-876F-43BF-08BB0E4D27C4}"/>
              </a:ext>
            </a:extLst>
          </p:cNvPr>
          <p:cNvSpPr txBox="1"/>
          <p:nvPr/>
        </p:nvSpPr>
        <p:spPr>
          <a:xfrm>
            <a:off x="3973505" y="4636274"/>
            <a:ext cx="74251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1111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9BEA57C5-BE41-EFC6-B7E7-F6BD95827D42}"/>
              </a:ext>
            </a:extLst>
          </p:cNvPr>
          <p:cNvSpPr txBox="1"/>
          <p:nvPr/>
        </p:nvSpPr>
        <p:spPr>
          <a:xfrm>
            <a:off x="5095917" y="5030839"/>
            <a:ext cx="15154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1400" dirty="0"/>
              <a:t>Shift </a:t>
            </a:r>
            <a:r>
              <a:rPr lang="en-MY" sz="1400" dirty="0">
                <a:sym typeface="Wingdings" panose="05000000000000000000" pitchFamily="2" charset="2"/>
              </a:rPr>
              <a:t> C, A &amp; Q</a:t>
            </a:r>
            <a:endParaRPr lang="en-MY" sz="1400" dirty="0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C2A4BD15-1934-C82F-50F9-B3F7B6EBD512}"/>
              </a:ext>
            </a:extLst>
          </p:cNvPr>
          <p:cNvSpPr txBox="1"/>
          <p:nvPr/>
        </p:nvSpPr>
        <p:spPr>
          <a:xfrm>
            <a:off x="6957333" y="4783776"/>
            <a:ext cx="11140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4</a:t>
            </a:r>
            <a:r>
              <a:rPr lang="en-MY" baseline="30000" dirty="0"/>
              <a:t>th</a:t>
            </a:r>
            <a:r>
              <a:rPr lang="en-MY" dirty="0"/>
              <a:t> cycle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AD91618A-D219-6F93-AB4F-B21606F04BB8}"/>
              </a:ext>
            </a:extLst>
          </p:cNvPr>
          <p:cNvSpPr txBox="1"/>
          <p:nvPr/>
        </p:nvSpPr>
        <p:spPr>
          <a:xfrm>
            <a:off x="971600" y="5003219"/>
            <a:ext cx="3241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0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05A06F03-C774-547D-BE3A-D8D499B081CD}"/>
                  </a:ext>
                </a:extLst>
              </p14:cNvPr>
              <p14:cNvContentPartPr/>
              <p14:nvPr/>
            </p14:nvContentPartPr>
            <p14:xfrm>
              <a:off x="125640" y="571680"/>
              <a:ext cx="4503600" cy="500652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05A06F03-C774-547D-BE3A-D8D499B081C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6280" y="562320"/>
                <a:ext cx="4522320" cy="5025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348752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1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1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5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9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3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0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1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7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8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3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4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9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0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5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6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2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3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>
                      <p:stCondLst>
                        <p:cond delay="indefinite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8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9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>
                      <p:stCondLst>
                        <p:cond delay="indefinite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4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5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>
                      <p:stCondLst>
                        <p:cond delay="indefinite"/>
                      </p:stCondLst>
                      <p:childTnLst>
                        <p:par>
                          <p:cTn id="177" fill="hold">
                            <p:stCondLst>
                              <p:cond delay="0"/>
                            </p:stCondLst>
                            <p:childTnLst>
                              <p:par>
                                <p:cTn id="17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0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1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2" fill="hold">
                      <p:stCondLst>
                        <p:cond delay="indefinite"/>
                      </p:stCondLst>
                      <p:childTnLst>
                        <p:par>
                          <p:cTn id="183" fill="hold">
                            <p:stCondLst>
                              <p:cond delay="0"/>
                            </p:stCondLst>
                            <p:childTnLst>
                              <p:par>
                                <p:cTn id="18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6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7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>
                      <p:stCondLst>
                        <p:cond delay="indefinite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2" dur="1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3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4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9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0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1" fill="hold">
                      <p:stCondLst>
                        <p:cond delay="indefinite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5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6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>
                      <p:stCondLst>
                        <p:cond delay="indefinite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1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2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" fill="hold">
                      <p:stCondLst>
                        <p:cond delay="indefinite"/>
                      </p:stCondLst>
                      <p:childTnLst>
                        <p:par>
                          <p:cTn id="214" fill="hold">
                            <p:stCondLst>
                              <p:cond delay="0"/>
                            </p:stCondLst>
                            <p:childTnLst>
                              <p:par>
                                <p:cTn id="215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16" dur="500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7" dur="500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9" fill="hold">
                      <p:stCondLst>
                        <p:cond delay="indefinite"/>
                      </p:stCondLst>
                      <p:childTnLst>
                        <p:par>
                          <p:cTn id="220" fill="hold">
                            <p:stCondLst>
                              <p:cond delay="0"/>
                            </p:stCondLst>
                            <p:childTnLst>
                              <p:par>
                                <p:cTn id="221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22" dur="500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3" dur="500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5" fill="hold">
                      <p:stCondLst>
                        <p:cond delay="indefinite"/>
                      </p:stCondLst>
                      <p:childTnLst>
                        <p:par>
                          <p:cTn id="226" fill="hold">
                            <p:stCondLst>
                              <p:cond delay="0"/>
                            </p:stCondLst>
                            <p:childTnLst>
                              <p:par>
                                <p:cTn id="2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9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0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3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4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5" fill="hold">
                      <p:stCondLst>
                        <p:cond delay="indefinite"/>
                      </p:stCondLst>
                      <p:childTnLst>
                        <p:par>
                          <p:cTn id="236" fill="hold">
                            <p:stCondLst>
                              <p:cond delay="0"/>
                            </p:stCondLst>
                            <p:childTnLst>
                              <p:par>
                                <p:cTn id="2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9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0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1" fill="hold">
                      <p:stCondLst>
                        <p:cond delay="indefinite"/>
                      </p:stCondLst>
                      <p:childTnLst>
                        <p:par>
                          <p:cTn id="242" fill="hold">
                            <p:stCondLst>
                              <p:cond delay="0"/>
                            </p:stCondLst>
                            <p:childTnLst>
                              <p:par>
                                <p:cTn id="2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5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6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7" fill="hold">
                      <p:stCondLst>
                        <p:cond delay="indefinite"/>
                      </p:stCondLst>
                      <p:childTnLst>
                        <p:par>
                          <p:cTn id="248" fill="hold">
                            <p:stCondLst>
                              <p:cond delay="0"/>
                            </p:stCondLst>
                            <p:childTnLst>
                              <p:par>
                                <p:cTn id="24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1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2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3" fill="hold">
                      <p:stCondLst>
                        <p:cond delay="indefinite"/>
                      </p:stCondLst>
                      <p:childTnLst>
                        <p:par>
                          <p:cTn id="254" fill="hold">
                            <p:stCondLst>
                              <p:cond delay="0"/>
                            </p:stCondLst>
                            <p:childTnLst>
                              <p:par>
                                <p:cTn id="25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7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8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9" fill="hold">
                      <p:stCondLst>
                        <p:cond delay="indefinite"/>
                      </p:stCondLst>
                      <p:childTnLst>
                        <p:par>
                          <p:cTn id="260" fill="hold">
                            <p:stCondLst>
                              <p:cond delay="0"/>
                            </p:stCondLst>
                            <p:childTnLst>
                              <p:par>
                                <p:cTn id="2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3" dur="1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4" dur="1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5" dur="1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6" fill="hold">
                      <p:stCondLst>
                        <p:cond delay="indefinite"/>
                      </p:stCondLst>
                      <p:childTnLst>
                        <p:par>
                          <p:cTn id="267" fill="hold">
                            <p:stCondLst>
                              <p:cond delay="0"/>
                            </p:stCondLst>
                            <p:childTnLst>
                              <p:par>
                                <p:cTn id="26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3" grpId="0"/>
      <p:bldP spid="13" grpId="1"/>
      <p:bldP spid="14" grpId="0"/>
      <p:bldP spid="14" grpId="1"/>
      <p:bldP spid="15" grpId="0"/>
      <p:bldP spid="15" grpId="1"/>
      <p:bldP spid="16" grpId="0"/>
      <p:bldP spid="16" grpId="1"/>
      <p:bldP spid="17" grpId="0"/>
      <p:bldP spid="26" grpId="0"/>
      <p:bldP spid="27" grpId="0"/>
      <p:bldP spid="43" grpId="0"/>
      <p:bldP spid="19" grpId="0" animBg="1"/>
      <p:bldP spid="21" grpId="0"/>
      <p:bldP spid="46" grpId="0"/>
      <p:bldP spid="48" grpId="0"/>
      <p:bldP spid="50" grpId="0"/>
      <p:bldP spid="51" grpId="0"/>
      <p:bldP spid="52" grpId="0"/>
      <p:bldP spid="58" grpId="0"/>
      <p:bldP spid="59" grpId="0" animBg="1"/>
      <p:bldP spid="60" grpId="0"/>
      <p:bldP spid="62" grpId="0"/>
      <p:bldP spid="63" grpId="0"/>
      <p:bldP spid="64" grpId="0"/>
      <p:bldP spid="65" grpId="0" animBg="1"/>
      <p:bldP spid="67" grpId="0"/>
      <p:bldP spid="72" grpId="0"/>
      <p:bldP spid="73" grpId="0"/>
      <p:bldP spid="74" grpId="0"/>
      <p:bldP spid="75" grpId="0"/>
      <p:bldP spid="76" grpId="0"/>
      <p:bldP spid="77" grpId="0"/>
      <p:bldP spid="78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6" name="Table 56">
            <a:extLst>
              <a:ext uri="{FF2B5EF4-FFF2-40B4-BE49-F238E27FC236}">
                <a16:creationId xmlns:a16="http://schemas.microsoft.com/office/drawing/2014/main" id="{079578C0-1F4D-7CF4-5239-75E7ABA437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8540405"/>
              </p:ext>
            </p:extLst>
          </p:nvPr>
        </p:nvGraphicFramePr>
        <p:xfrm>
          <a:off x="323528" y="1772816"/>
          <a:ext cx="7907845" cy="359195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81569">
                  <a:extLst>
                    <a:ext uri="{9D8B030D-6E8A-4147-A177-3AD203B41FA5}">
                      <a16:colId xmlns:a16="http://schemas.microsoft.com/office/drawing/2014/main" val="4059695522"/>
                    </a:ext>
                  </a:extLst>
                </a:gridCol>
                <a:gridCol w="1581569">
                  <a:extLst>
                    <a:ext uri="{9D8B030D-6E8A-4147-A177-3AD203B41FA5}">
                      <a16:colId xmlns:a16="http://schemas.microsoft.com/office/drawing/2014/main" val="2202593026"/>
                    </a:ext>
                  </a:extLst>
                </a:gridCol>
                <a:gridCol w="1581569">
                  <a:extLst>
                    <a:ext uri="{9D8B030D-6E8A-4147-A177-3AD203B41FA5}">
                      <a16:colId xmlns:a16="http://schemas.microsoft.com/office/drawing/2014/main" val="867175515"/>
                    </a:ext>
                  </a:extLst>
                </a:gridCol>
                <a:gridCol w="1952037">
                  <a:extLst>
                    <a:ext uri="{9D8B030D-6E8A-4147-A177-3AD203B41FA5}">
                      <a16:colId xmlns:a16="http://schemas.microsoft.com/office/drawing/2014/main" val="3270267316"/>
                    </a:ext>
                  </a:extLst>
                </a:gridCol>
                <a:gridCol w="1211101">
                  <a:extLst>
                    <a:ext uri="{9D8B030D-6E8A-4147-A177-3AD203B41FA5}">
                      <a16:colId xmlns:a16="http://schemas.microsoft.com/office/drawing/2014/main" val="747350660"/>
                    </a:ext>
                  </a:extLst>
                </a:gridCol>
              </a:tblGrid>
              <a:tr h="300918">
                <a:tc>
                  <a:txBody>
                    <a:bodyPr/>
                    <a:lstStyle/>
                    <a:p>
                      <a:pPr algn="ctr"/>
                      <a:r>
                        <a:rPr lang="en-MY" sz="1600" dirty="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1600" dirty="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1600" dirty="0"/>
                        <a:t>Q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1600" dirty="0"/>
                        <a:t>Operation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1600" dirty="0"/>
                        <a:t>Cycle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32589808"/>
                  </a:ext>
                </a:extLst>
              </a:tr>
              <a:tr h="300918">
                <a:tc>
                  <a:txBody>
                    <a:bodyPr/>
                    <a:lstStyle/>
                    <a:p>
                      <a:pPr algn="ctr"/>
                      <a:r>
                        <a:rPr lang="en-MY" sz="16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1600" dirty="0">
                          <a:solidFill>
                            <a:schemeClr val="tx1"/>
                          </a:solidFill>
                        </a:rPr>
                        <a:t>0000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1600" dirty="0">
                          <a:solidFill>
                            <a:schemeClr val="tx1"/>
                          </a:solidFill>
                        </a:rPr>
                        <a:t>111</a:t>
                      </a:r>
                      <a:r>
                        <a:rPr lang="en-MY" sz="1600" dirty="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1200" dirty="0">
                          <a:solidFill>
                            <a:schemeClr val="tx1"/>
                          </a:solidFill>
                        </a:rPr>
                        <a:t>Initial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97330612"/>
                  </a:ext>
                </a:extLst>
              </a:tr>
              <a:tr h="452514">
                <a:tc>
                  <a:txBody>
                    <a:bodyPr/>
                    <a:lstStyle/>
                    <a:p>
                      <a:pPr algn="ctr"/>
                      <a:r>
                        <a:rPr lang="en-MY" sz="16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1600" dirty="0">
                          <a:solidFill>
                            <a:schemeClr val="tx1"/>
                          </a:solidFill>
                        </a:rPr>
                        <a:t>0000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1600" dirty="0">
                          <a:solidFill>
                            <a:schemeClr val="tx1"/>
                          </a:solidFill>
                        </a:rPr>
                        <a:t>011</a:t>
                      </a:r>
                      <a:r>
                        <a:rPr lang="en-MY" sz="1600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1200" dirty="0">
                          <a:solidFill>
                            <a:schemeClr val="tx1"/>
                          </a:solidFill>
                        </a:rPr>
                        <a:t>Shift C, A &amp;Q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1600" dirty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en-MY" sz="1600" baseline="30000" dirty="0">
                          <a:solidFill>
                            <a:schemeClr val="tx1"/>
                          </a:solidFill>
                        </a:rPr>
                        <a:t>st</a:t>
                      </a:r>
                      <a:r>
                        <a:rPr lang="en-MY" sz="1600" dirty="0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89525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MY" sz="16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  <a:p>
                      <a:pPr algn="ctr"/>
                      <a:endParaRPr lang="en-MY" sz="160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n-MY" sz="16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1600" dirty="0">
                          <a:solidFill>
                            <a:schemeClr val="tx1"/>
                          </a:solidFill>
                        </a:rPr>
                        <a:t>1100</a:t>
                      </a:r>
                    </a:p>
                    <a:p>
                      <a:pPr algn="ctr"/>
                      <a:endParaRPr lang="en-MY" sz="160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n-MY" sz="1600" dirty="0">
                          <a:solidFill>
                            <a:schemeClr val="tx1"/>
                          </a:solidFill>
                        </a:rPr>
                        <a:t>0110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1600" dirty="0">
                          <a:solidFill>
                            <a:schemeClr val="tx1"/>
                          </a:solidFill>
                        </a:rPr>
                        <a:t>0111</a:t>
                      </a:r>
                    </a:p>
                    <a:p>
                      <a:pPr algn="ctr"/>
                      <a:endParaRPr lang="en-MY" sz="160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n-MY" sz="1600" dirty="0">
                          <a:solidFill>
                            <a:schemeClr val="tx1"/>
                          </a:solidFill>
                        </a:rPr>
                        <a:t>001</a:t>
                      </a:r>
                      <a:r>
                        <a:rPr lang="en-MY" sz="1600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1200" dirty="0">
                          <a:solidFill>
                            <a:schemeClr val="tx1"/>
                          </a:solidFill>
                        </a:rPr>
                        <a:t>Add A+M</a:t>
                      </a:r>
                    </a:p>
                    <a:p>
                      <a:pPr algn="ctr"/>
                      <a:endParaRPr lang="en-MY" sz="120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MY" sz="1200" dirty="0">
                          <a:solidFill>
                            <a:schemeClr val="tx1"/>
                          </a:solidFill>
                        </a:rPr>
                        <a:t>Shift C, A &amp;Q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1600" dirty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en-MY" sz="1600" baseline="30000" dirty="0">
                          <a:solidFill>
                            <a:schemeClr val="tx1"/>
                          </a:solidFill>
                        </a:rPr>
                        <a:t>nd</a:t>
                      </a:r>
                      <a:r>
                        <a:rPr lang="en-MY" sz="1600" dirty="0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90112598"/>
                  </a:ext>
                </a:extLst>
              </a:tr>
              <a:tr h="300918">
                <a:tc>
                  <a:txBody>
                    <a:bodyPr/>
                    <a:lstStyle/>
                    <a:p>
                      <a:pPr algn="ctr"/>
                      <a:r>
                        <a:rPr lang="en-MY" sz="16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  <a:p>
                      <a:pPr algn="ctr"/>
                      <a:endParaRPr lang="en-MY" sz="160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n-MY" sz="16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1600" dirty="0">
                          <a:solidFill>
                            <a:schemeClr val="tx1"/>
                          </a:solidFill>
                        </a:rPr>
                        <a:t>0010</a:t>
                      </a:r>
                    </a:p>
                    <a:p>
                      <a:pPr algn="ctr"/>
                      <a:endParaRPr lang="en-MY" sz="160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n-MY" sz="1600" dirty="0">
                          <a:solidFill>
                            <a:schemeClr val="tx1"/>
                          </a:solidFill>
                        </a:rPr>
                        <a:t>1001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1600" dirty="0">
                          <a:solidFill>
                            <a:schemeClr val="tx1"/>
                          </a:solidFill>
                        </a:rPr>
                        <a:t>0011</a:t>
                      </a:r>
                    </a:p>
                    <a:p>
                      <a:pPr algn="ctr"/>
                      <a:endParaRPr lang="en-MY" sz="160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n-MY" sz="1600" dirty="0">
                          <a:solidFill>
                            <a:schemeClr val="tx1"/>
                          </a:solidFill>
                        </a:rPr>
                        <a:t>000</a:t>
                      </a:r>
                      <a:r>
                        <a:rPr lang="en-MY" sz="1600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1200" dirty="0">
                          <a:solidFill>
                            <a:schemeClr val="tx1"/>
                          </a:solidFill>
                        </a:rPr>
                        <a:t>Add A+M</a:t>
                      </a:r>
                    </a:p>
                    <a:p>
                      <a:pPr algn="ctr"/>
                      <a:endParaRPr lang="en-MY" sz="120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MY" sz="1200" dirty="0">
                          <a:solidFill>
                            <a:schemeClr val="tx1"/>
                          </a:solidFill>
                        </a:rPr>
                        <a:t>Shift C, A &amp;Q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1600" dirty="0">
                          <a:solidFill>
                            <a:schemeClr val="tx1"/>
                          </a:solidFill>
                        </a:rPr>
                        <a:t>3</a:t>
                      </a:r>
                      <a:r>
                        <a:rPr lang="en-MY" sz="1600" baseline="30000" dirty="0">
                          <a:solidFill>
                            <a:schemeClr val="tx1"/>
                          </a:solidFill>
                        </a:rPr>
                        <a:t>rd</a:t>
                      </a:r>
                      <a:endParaRPr lang="en-MY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24587324"/>
                  </a:ext>
                </a:extLst>
              </a:tr>
              <a:tr h="300918">
                <a:tc>
                  <a:txBody>
                    <a:bodyPr/>
                    <a:lstStyle/>
                    <a:p>
                      <a:pPr algn="ctr"/>
                      <a:r>
                        <a:rPr lang="en-MY" sz="16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  <a:p>
                      <a:pPr algn="ctr"/>
                      <a:endParaRPr lang="en-MY" sz="160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n-MY" sz="16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1600" dirty="0">
                          <a:solidFill>
                            <a:schemeClr val="tx1"/>
                          </a:solidFill>
                        </a:rPr>
                        <a:t>0101</a:t>
                      </a:r>
                    </a:p>
                    <a:p>
                      <a:pPr algn="ctr"/>
                      <a:endParaRPr lang="en-MY" sz="160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n-MY" sz="1600" b="1" dirty="0">
                          <a:solidFill>
                            <a:srgbClr val="00B050"/>
                          </a:solidFill>
                        </a:rPr>
                        <a:t>1010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1600" dirty="0">
                          <a:solidFill>
                            <a:schemeClr val="tx1"/>
                          </a:solidFill>
                        </a:rPr>
                        <a:t>0001</a:t>
                      </a:r>
                    </a:p>
                    <a:p>
                      <a:pPr algn="ctr"/>
                      <a:endParaRPr lang="en-MY" sz="160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n-MY" sz="1600" b="1" dirty="0">
                          <a:solidFill>
                            <a:srgbClr val="00B050"/>
                          </a:solidFill>
                        </a:rPr>
                        <a:t>1000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1200" dirty="0">
                          <a:solidFill>
                            <a:schemeClr val="tx1"/>
                          </a:solidFill>
                        </a:rPr>
                        <a:t>Add A+M</a:t>
                      </a:r>
                    </a:p>
                    <a:p>
                      <a:pPr algn="ctr"/>
                      <a:endParaRPr lang="en-MY" sz="120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en-MY" sz="120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MY" sz="1200" dirty="0">
                          <a:solidFill>
                            <a:schemeClr val="tx1"/>
                          </a:solidFill>
                        </a:rPr>
                        <a:t>Shift C, A &amp;Q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1600" dirty="0">
                          <a:solidFill>
                            <a:schemeClr val="tx1"/>
                          </a:solidFill>
                        </a:rPr>
                        <a:t>4</a:t>
                      </a:r>
                      <a:r>
                        <a:rPr lang="en-MY" sz="1600" baseline="30000" dirty="0">
                          <a:solidFill>
                            <a:schemeClr val="tx1"/>
                          </a:solidFill>
                        </a:rPr>
                        <a:t>th</a:t>
                      </a:r>
                      <a:r>
                        <a:rPr lang="en-MY" sz="1600" dirty="0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21851223"/>
                  </a:ext>
                </a:extLst>
              </a:tr>
            </a:tbl>
          </a:graphicData>
        </a:graphic>
      </p:graphicFrame>
      <p:sp>
        <p:nvSpPr>
          <p:cNvPr id="58" name="TextBox 57">
            <a:extLst>
              <a:ext uri="{FF2B5EF4-FFF2-40B4-BE49-F238E27FC236}">
                <a16:creationId xmlns:a16="http://schemas.microsoft.com/office/drawing/2014/main" id="{65BB26CB-A0A9-2FE2-7B07-9A76C380ED83}"/>
              </a:ext>
            </a:extLst>
          </p:cNvPr>
          <p:cNvSpPr txBox="1"/>
          <p:nvPr/>
        </p:nvSpPr>
        <p:spPr>
          <a:xfrm>
            <a:off x="251520" y="444257"/>
            <a:ext cx="457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MY" sz="1600" dirty="0"/>
              <a:t>12 (M</a:t>
            </a:r>
            <a:r>
              <a:rPr lang="en-MY" sz="1600" baseline="-25000" dirty="0"/>
              <a:t>ultiplicand</a:t>
            </a:r>
            <a:r>
              <a:rPr lang="en-MY" sz="1600" dirty="0"/>
              <a:t>) = </a:t>
            </a:r>
            <a:r>
              <a:rPr lang="en-MY" sz="1600" dirty="0">
                <a:solidFill>
                  <a:srgbClr val="FF0000"/>
                </a:solidFill>
              </a:rPr>
              <a:t>1100</a:t>
            </a:r>
          </a:p>
          <a:p>
            <a:r>
              <a:rPr lang="en-MY" sz="1600" dirty="0"/>
              <a:t>14 (</a:t>
            </a:r>
            <a:r>
              <a:rPr lang="en-MY" sz="1600" dirty="0" err="1"/>
              <a:t>Q</a:t>
            </a:r>
            <a:r>
              <a:rPr lang="en-MY" sz="1600" baseline="-25000" dirty="0" err="1"/>
              <a:t>Multiplier</a:t>
            </a:r>
            <a:r>
              <a:rPr lang="en-MY" sz="1600" dirty="0"/>
              <a:t>) = 1110 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5208576-1F63-4AA2-60C8-B6CA47C1716C}"/>
              </a:ext>
            </a:extLst>
          </p:cNvPr>
          <p:cNvSpPr txBox="1"/>
          <p:nvPr/>
        </p:nvSpPr>
        <p:spPr>
          <a:xfrm>
            <a:off x="5288680" y="198036"/>
            <a:ext cx="2942693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MY" sz="1600" dirty="0"/>
              <a:t>12 x 14</a:t>
            </a:r>
          </a:p>
          <a:p>
            <a:r>
              <a:rPr lang="en-MY" sz="1600" dirty="0"/>
              <a:t>Expected results:</a:t>
            </a:r>
          </a:p>
          <a:p>
            <a:r>
              <a:rPr lang="en-MY" sz="1600" dirty="0"/>
              <a:t>(168)</a:t>
            </a:r>
            <a:r>
              <a:rPr lang="en-MY" sz="1600" baseline="-25000" dirty="0"/>
              <a:t>10</a:t>
            </a:r>
          </a:p>
          <a:p>
            <a:r>
              <a:rPr lang="en-MY" sz="1600" dirty="0"/>
              <a:t>(10101000)</a:t>
            </a:r>
            <a:r>
              <a:rPr lang="en-MY" sz="1600" baseline="-25000" dirty="0"/>
              <a:t>2</a:t>
            </a:r>
          </a:p>
        </p:txBody>
      </p:sp>
      <p:sp>
        <p:nvSpPr>
          <p:cNvPr id="3" name="Right Brace 2">
            <a:extLst>
              <a:ext uri="{FF2B5EF4-FFF2-40B4-BE49-F238E27FC236}">
                <a16:creationId xmlns:a16="http://schemas.microsoft.com/office/drawing/2014/main" id="{C6AB7333-D18C-B35E-E6AE-5A0C8FFBB5E4}"/>
              </a:ext>
            </a:extLst>
          </p:cNvPr>
          <p:cNvSpPr/>
          <p:nvPr/>
        </p:nvSpPr>
        <p:spPr>
          <a:xfrm rot="5400000">
            <a:off x="3131500" y="4194296"/>
            <a:ext cx="576064" cy="2760008"/>
          </a:xfrm>
          <a:prstGeom prst="rightBrac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35B79C67-8C50-F6FB-4368-5385D81AFD21}"/>
                  </a:ext>
                </a:extLst>
              </p14:cNvPr>
              <p14:cNvContentPartPr/>
              <p14:nvPr/>
            </p14:nvContentPartPr>
            <p14:xfrm>
              <a:off x="428400" y="1600200"/>
              <a:ext cx="6572880" cy="1202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35B79C67-8C50-F6FB-4368-5385D81AFD2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19040" y="1590840"/>
                <a:ext cx="6591600" cy="138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874557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9F5A57-B50E-C7DB-6EE8-A9AF32C3D1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Quick </a:t>
            </a:r>
            <a:r>
              <a:rPr lang="en-MY"/>
              <a:t>activity #7</a:t>
            </a:r>
            <a:endParaRPr lang="en-M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77C5A1-5C19-2BD4-3ABD-A4FEAB6F2E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MY" sz="2400" dirty="0"/>
              <a:t>Multiply the following values using add-shift multiplication method:</a:t>
            </a:r>
          </a:p>
          <a:p>
            <a:r>
              <a:rPr lang="en-MY" sz="2400" dirty="0"/>
              <a:t>10 x 10 </a:t>
            </a:r>
          </a:p>
          <a:p>
            <a:r>
              <a:rPr lang="en-MY" sz="2400" dirty="0"/>
              <a:t>9 x 12 </a:t>
            </a:r>
          </a:p>
        </p:txBody>
      </p:sp>
    </p:spTree>
    <p:extLst>
      <p:ext uri="{BB962C8B-B14F-4D97-AF65-F5344CB8AC3E}">
        <p14:creationId xmlns:p14="http://schemas.microsoft.com/office/powerpoint/2010/main" val="40905372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0442270-A1BD-35A5-94CE-63E7AC3764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04" y="1484784"/>
            <a:ext cx="8357961" cy="4320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13916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FBEB831-EFCF-E26A-1C95-6B4680DA07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212" y="365760"/>
            <a:ext cx="7890672" cy="1839104"/>
          </a:xfrm>
        </p:spPr>
        <p:txBody>
          <a:bodyPr/>
          <a:lstStyle/>
          <a:p>
            <a:pPr algn="ctr"/>
            <a:r>
              <a:rPr lang="en-MY" dirty="0"/>
              <a:t>How we handle multiplication of two negative numbers? </a:t>
            </a:r>
          </a:p>
        </p:txBody>
      </p:sp>
      <p:pic>
        <p:nvPicPr>
          <p:cNvPr id="1026" name="Picture 2" descr="infinite loop GIF">
            <a:extLst>
              <a:ext uri="{FF2B5EF4-FFF2-40B4-BE49-F238E27FC236}">
                <a16:creationId xmlns:a16="http://schemas.microsoft.com/office/drawing/2014/main" id="{89636BE7-083F-9073-5C4A-2E6B6714F5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3808" y="2780928"/>
            <a:ext cx="3240360" cy="32403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19F47762-EDF6-2AFE-03B0-6B735CDA7743}"/>
                  </a:ext>
                </a:extLst>
              </p14:cNvPr>
              <p14:cNvContentPartPr/>
              <p14:nvPr/>
            </p14:nvContentPartPr>
            <p14:xfrm>
              <a:off x="4017600" y="3629160"/>
              <a:ext cx="360" cy="3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19F47762-EDF6-2AFE-03B0-6B735CDA774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008240" y="3619800"/>
                <a:ext cx="19080" cy="19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9884448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>
            <a:extLst>
              <a:ext uri="{FF2B5EF4-FFF2-40B4-BE49-F238E27FC236}">
                <a16:creationId xmlns:a16="http://schemas.microsoft.com/office/drawing/2014/main" id="{A17ABDA7-2504-3D7A-3E62-E497D87B98BF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251520" y="228600"/>
            <a:ext cx="8136904" cy="923924"/>
          </a:xfrm>
        </p:spPr>
        <p:txBody>
          <a:bodyPr>
            <a:normAutofit/>
          </a:bodyPr>
          <a:lstStyle/>
          <a:p>
            <a:r>
              <a:rPr lang="en-US" altLang="en-US" sz="2800" dirty="0"/>
              <a:t>Multiplying Negative Numbers (2s Complement)</a:t>
            </a:r>
          </a:p>
        </p:txBody>
      </p:sp>
      <p:sp>
        <p:nvSpPr>
          <p:cNvPr id="91139" name="Line 4">
            <a:extLst>
              <a:ext uri="{FF2B5EF4-FFF2-40B4-BE49-F238E27FC236}">
                <a16:creationId xmlns:a16="http://schemas.microsoft.com/office/drawing/2014/main" id="{B1B6D534-56B2-997D-7606-0721EE5E2D79}"/>
              </a:ext>
            </a:extLst>
          </p:cNvPr>
          <p:cNvSpPr>
            <a:spLocks noChangeShapeType="1"/>
          </p:cNvSpPr>
          <p:nvPr/>
        </p:nvSpPr>
        <p:spPr bwMode="auto">
          <a:xfrm>
            <a:off x="2534349" y="2858214"/>
            <a:ext cx="1079500" cy="0"/>
          </a:xfrm>
          <a:prstGeom prst="line">
            <a:avLst/>
          </a:prstGeom>
          <a:ln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wrap="none" anchor="ctr"/>
          <a:lstStyle/>
          <a:p>
            <a:endParaRPr lang="en-MY"/>
          </a:p>
        </p:txBody>
      </p:sp>
      <p:sp>
        <p:nvSpPr>
          <p:cNvPr id="91140" name="Line 5">
            <a:extLst>
              <a:ext uri="{FF2B5EF4-FFF2-40B4-BE49-F238E27FC236}">
                <a16:creationId xmlns:a16="http://schemas.microsoft.com/office/drawing/2014/main" id="{3CCC7A2F-B169-9B35-86A3-03302D28AEFA}"/>
              </a:ext>
            </a:extLst>
          </p:cNvPr>
          <p:cNvSpPr>
            <a:spLocks noChangeShapeType="1"/>
          </p:cNvSpPr>
          <p:nvPr/>
        </p:nvSpPr>
        <p:spPr bwMode="auto">
          <a:xfrm>
            <a:off x="2222488" y="4293471"/>
            <a:ext cx="1584325" cy="0"/>
          </a:xfrm>
          <a:prstGeom prst="line">
            <a:avLst/>
          </a:prstGeom>
          <a:ln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wrap="none" anchor="ctr"/>
          <a:lstStyle/>
          <a:p>
            <a:endParaRPr lang="en-MY"/>
          </a:p>
        </p:txBody>
      </p:sp>
      <p:sp>
        <p:nvSpPr>
          <p:cNvPr id="91141" name="Line 6">
            <a:extLst>
              <a:ext uri="{FF2B5EF4-FFF2-40B4-BE49-F238E27FC236}">
                <a16:creationId xmlns:a16="http://schemas.microsoft.com/office/drawing/2014/main" id="{DAAF4B06-3B6F-1731-BC97-798BB0E123FF}"/>
              </a:ext>
            </a:extLst>
          </p:cNvPr>
          <p:cNvSpPr>
            <a:spLocks noChangeShapeType="1"/>
          </p:cNvSpPr>
          <p:nvPr/>
        </p:nvSpPr>
        <p:spPr bwMode="auto">
          <a:xfrm>
            <a:off x="2184873" y="4738657"/>
            <a:ext cx="1584325" cy="0"/>
          </a:xfrm>
          <a:prstGeom prst="line">
            <a:avLst/>
          </a:prstGeom>
          <a:ln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wrap="none" anchor="ctr"/>
          <a:lstStyle/>
          <a:p>
            <a:endParaRPr lang="en-MY"/>
          </a:p>
        </p:txBody>
      </p:sp>
      <p:sp>
        <p:nvSpPr>
          <p:cNvPr id="91142" name="AutoShape 8">
            <a:extLst>
              <a:ext uri="{FF2B5EF4-FFF2-40B4-BE49-F238E27FC236}">
                <a16:creationId xmlns:a16="http://schemas.microsoft.com/office/drawing/2014/main" id="{B84F5488-5957-A1F7-AA76-5CFF6DA6630C}"/>
              </a:ext>
            </a:extLst>
          </p:cNvPr>
          <p:cNvSpPr>
            <a:spLocks/>
          </p:cNvSpPr>
          <p:nvPr/>
        </p:nvSpPr>
        <p:spPr bwMode="auto">
          <a:xfrm>
            <a:off x="4037711" y="2939532"/>
            <a:ext cx="304800" cy="1318274"/>
          </a:xfrm>
          <a:prstGeom prst="rightBrace">
            <a:avLst>
              <a:gd name="adj1" fmla="val 50000"/>
              <a:gd name="adj2" fmla="val 50000"/>
            </a:avLst>
          </a:prstGeom>
          <a:ln>
            <a:headEnd/>
            <a:tailE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wrap="none" lIns="90000" tIns="46800" rIns="90000" bIns="46800" anchor="ctr"/>
          <a:lstStyle>
            <a:lvl1pPr>
              <a:spcBef>
                <a:spcPct val="20000"/>
              </a:spcBef>
              <a:buClr>
                <a:srgbClr val="FF0000"/>
              </a:buClr>
              <a:buChar char="•"/>
              <a:defRPr kumimoji="1"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Char char="o"/>
              <a:defRPr kumimoji="1"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imes New Roman" panose="02020603050405020304" pitchFamily="18" charset="0"/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kumimoji="0"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91143" name="Rectangle 8">
            <a:extLst>
              <a:ext uri="{FF2B5EF4-FFF2-40B4-BE49-F238E27FC236}">
                <a16:creationId xmlns:a16="http://schemas.microsoft.com/office/drawing/2014/main" id="{A1A6AD06-ADD2-0471-4613-510356AE78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75637" y="1917182"/>
            <a:ext cx="1008062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marL="342900" indent="-342900">
              <a:spcBef>
                <a:spcPct val="20000"/>
              </a:spcBef>
              <a:buClr>
                <a:srgbClr val="FF0000"/>
              </a:buClr>
              <a:buChar char="•"/>
              <a:defRPr kumimoji="1"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Char char="o"/>
              <a:defRPr kumimoji="1"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imes New Roman" panose="02020603050405020304" pitchFamily="18" charset="0"/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>
              <a:buFontTx/>
              <a:buNone/>
            </a:pPr>
            <a:r>
              <a:rPr lang="en-US" altLang="en-US" dirty="0"/>
              <a:t>1011</a:t>
            </a:r>
          </a:p>
        </p:txBody>
      </p:sp>
      <p:sp>
        <p:nvSpPr>
          <p:cNvPr id="91144" name="Rectangle 9">
            <a:extLst>
              <a:ext uri="{FF2B5EF4-FFF2-40B4-BE49-F238E27FC236}">
                <a16:creationId xmlns:a16="http://schemas.microsoft.com/office/drawing/2014/main" id="{8F7F2BFD-1256-A7EC-90A3-2FE2498A4F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75637" y="2388670"/>
            <a:ext cx="1008062" cy="503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marL="342900" indent="-342900">
              <a:spcBef>
                <a:spcPct val="20000"/>
              </a:spcBef>
              <a:buClr>
                <a:srgbClr val="FF0000"/>
              </a:buClr>
              <a:buChar char="•"/>
              <a:defRPr kumimoji="1"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Char char="o"/>
              <a:defRPr kumimoji="1"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imes New Roman" panose="02020603050405020304" pitchFamily="18" charset="0"/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>
              <a:buFontTx/>
              <a:buNone/>
            </a:pPr>
            <a:r>
              <a:rPr lang="en-US" altLang="en-US"/>
              <a:t>1101</a:t>
            </a:r>
          </a:p>
        </p:txBody>
      </p:sp>
      <p:sp>
        <p:nvSpPr>
          <p:cNvPr id="91145" name="Rectangle 10">
            <a:extLst>
              <a:ext uri="{FF2B5EF4-FFF2-40B4-BE49-F238E27FC236}">
                <a16:creationId xmlns:a16="http://schemas.microsoft.com/office/drawing/2014/main" id="{26A73F12-F681-C1DA-21A1-CD4769CDAC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75637" y="2776325"/>
            <a:ext cx="1008063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marL="342900" indent="-342900">
              <a:spcBef>
                <a:spcPct val="20000"/>
              </a:spcBef>
              <a:buClr>
                <a:srgbClr val="FF0000"/>
              </a:buClr>
              <a:buChar char="•"/>
              <a:defRPr kumimoji="1"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Char char="o"/>
              <a:defRPr kumimoji="1"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imes New Roman" panose="02020603050405020304" pitchFamily="18" charset="0"/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>
              <a:buFontTx/>
              <a:buNone/>
            </a:pPr>
            <a:r>
              <a:rPr lang="en-US" altLang="en-US" dirty="0"/>
              <a:t>1011</a:t>
            </a:r>
          </a:p>
        </p:txBody>
      </p:sp>
      <p:sp>
        <p:nvSpPr>
          <p:cNvPr id="91146" name="Rectangle 11">
            <a:extLst>
              <a:ext uri="{FF2B5EF4-FFF2-40B4-BE49-F238E27FC236}">
                <a16:creationId xmlns:a16="http://schemas.microsoft.com/office/drawing/2014/main" id="{9997C889-6917-B328-0291-D15A84A807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61324" y="3140865"/>
            <a:ext cx="1008063" cy="503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marL="342900" indent="-342900">
              <a:spcBef>
                <a:spcPct val="20000"/>
              </a:spcBef>
              <a:buClr>
                <a:srgbClr val="FF0000"/>
              </a:buClr>
              <a:buChar char="•"/>
              <a:defRPr kumimoji="1"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Char char="o"/>
              <a:defRPr kumimoji="1"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imes New Roman" panose="02020603050405020304" pitchFamily="18" charset="0"/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>
              <a:buFontTx/>
              <a:buNone/>
            </a:pPr>
            <a:r>
              <a:rPr lang="en-US" altLang="en-US" dirty="0"/>
              <a:t>0000</a:t>
            </a:r>
          </a:p>
        </p:txBody>
      </p:sp>
      <p:sp>
        <p:nvSpPr>
          <p:cNvPr id="91147" name="Rectangle 12">
            <a:extLst>
              <a:ext uri="{FF2B5EF4-FFF2-40B4-BE49-F238E27FC236}">
                <a16:creationId xmlns:a16="http://schemas.microsoft.com/office/drawing/2014/main" id="{F723669B-83EC-8E9C-A88C-0A2721E9C1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39770" y="3465181"/>
            <a:ext cx="1008063" cy="503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marL="342900" indent="-342900">
              <a:spcBef>
                <a:spcPct val="20000"/>
              </a:spcBef>
              <a:buClr>
                <a:srgbClr val="FF0000"/>
              </a:buClr>
              <a:buChar char="•"/>
              <a:defRPr kumimoji="1"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Char char="o"/>
              <a:defRPr kumimoji="1"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imes New Roman" panose="02020603050405020304" pitchFamily="18" charset="0"/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>
              <a:buFontTx/>
              <a:buNone/>
            </a:pPr>
            <a:r>
              <a:rPr lang="en-US" altLang="en-US" dirty="0"/>
              <a:t>1011</a:t>
            </a:r>
          </a:p>
        </p:txBody>
      </p:sp>
      <p:sp>
        <p:nvSpPr>
          <p:cNvPr id="91148" name="Rectangle 13">
            <a:extLst>
              <a:ext uri="{FF2B5EF4-FFF2-40B4-BE49-F238E27FC236}">
                <a16:creationId xmlns:a16="http://schemas.microsoft.com/office/drawing/2014/main" id="{99D68741-7433-07BE-1924-5DCE567939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74922" y="3846881"/>
            <a:ext cx="1008062" cy="503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marL="342900" indent="-342900">
              <a:spcBef>
                <a:spcPct val="20000"/>
              </a:spcBef>
              <a:buClr>
                <a:srgbClr val="FF0000"/>
              </a:buClr>
              <a:buChar char="•"/>
              <a:defRPr kumimoji="1"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Char char="o"/>
              <a:defRPr kumimoji="1"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imes New Roman" panose="02020603050405020304" pitchFamily="18" charset="0"/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>
              <a:buFontTx/>
              <a:buNone/>
            </a:pPr>
            <a:r>
              <a:rPr lang="en-US" altLang="en-US" dirty="0"/>
              <a:t>1011</a:t>
            </a:r>
          </a:p>
        </p:txBody>
      </p:sp>
      <p:sp>
        <p:nvSpPr>
          <p:cNvPr id="91149" name="Rectangle 14">
            <a:extLst>
              <a:ext uri="{FF2B5EF4-FFF2-40B4-BE49-F238E27FC236}">
                <a16:creationId xmlns:a16="http://schemas.microsoft.com/office/drawing/2014/main" id="{0557794E-4544-30E6-D930-4455112BD6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86712" y="4257806"/>
            <a:ext cx="1441450" cy="503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marL="342900" indent="-342900">
              <a:spcBef>
                <a:spcPct val="20000"/>
              </a:spcBef>
              <a:buClr>
                <a:srgbClr val="FF0000"/>
              </a:buClr>
              <a:buChar char="•"/>
              <a:defRPr kumimoji="1"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Char char="o"/>
              <a:defRPr kumimoji="1"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imes New Roman" panose="02020603050405020304" pitchFamily="18" charset="0"/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>
              <a:buFontTx/>
              <a:buNone/>
            </a:pPr>
            <a:r>
              <a:rPr lang="en-US" altLang="en-US" dirty="0"/>
              <a:t>10001111</a:t>
            </a:r>
          </a:p>
        </p:txBody>
      </p:sp>
      <p:sp>
        <p:nvSpPr>
          <p:cNvPr id="91150" name="Rectangle 15">
            <a:extLst>
              <a:ext uri="{FF2B5EF4-FFF2-40B4-BE49-F238E27FC236}">
                <a16:creationId xmlns:a16="http://schemas.microsoft.com/office/drawing/2014/main" id="{BC5DFEB4-C3EC-E28E-4FE4-AFF4F33883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86712" y="2387082"/>
            <a:ext cx="433387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marL="342900" indent="-342900">
              <a:spcBef>
                <a:spcPct val="20000"/>
              </a:spcBef>
              <a:buClr>
                <a:srgbClr val="FF0000"/>
              </a:buClr>
              <a:buChar char="•"/>
              <a:defRPr kumimoji="1"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Char char="o"/>
              <a:defRPr kumimoji="1"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imes New Roman" panose="02020603050405020304" pitchFamily="18" charset="0"/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>
              <a:buFontTx/>
              <a:buNone/>
            </a:pPr>
            <a:r>
              <a:rPr lang="en-US" altLang="en-US"/>
              <a:t>x</a:t>
            </a:r>
          </a:p>
        </p:txBody>
      </p:sp>
      <p:sp>
        <p:nvSpPr>
          <p:cNvPr id="91151" name="Rectangle 16">
            <a:extLst>
              <a:ext uri="{FF2B5EF4-FFF2-40B4-BE49-F238E27FC236}">
                <a16:creationId xmlns:a16="http://schemas.microsoft.com/office/drawing/2014/main" id="{63D74151-1481-767C-DCB0-EE62510EAE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6921" y="1907139"/>
            <a:ext cx="3527425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marL="342900" indent="-342900">
              <a:spcBef>
                <a:spcPct val="20000"/>
              </a:spcBef>
              <a:buClr>
                <a:srgbClr val="FF0000"/>
              </a:buClr>
              <a:buChar char="•"/>
              <a:defRPr kumimoji="1"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Char char="o"/>
              <a:defRPr kumimoji="1"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imes New Roman" panose="02020603050405020304" pitchFamily="18" charset="0"/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buFontTx/>
              <a:buNone/>
            </a:pPr>
            <a:r>
              <a:rPr lang="en-US" altLang="en-US" sz="2400" dirty="0"/>
              <a:t>Multiplicand (-5 decimal)</a:t>
            </a:r>
          </a:p>
        </p:txBody>
      </p:sp>
      <p:sp>
        <p:nvSpPr>
          <p:cNvPr id="91152" name="Rectangle 17">
            <a:extLst>
              <a:ext uri="{FF2B5EF4-FFF2-40B4-BE49-F238E27FC236}">
                <a16:creationId xmlns:a16="http://schemas.microsoft.com/office/drawing/2014/main" id="{B413810A-465F-F269-157E-CB540BE048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4254" y="2351268"/>
            <a:ext cx="3527425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marL="342900" indent="-342900">
              <a:spcBef>
                <a:spcPct val="20000"/>
              </a:spcBef>
              <a:buClr>
                <a:srgbClr val="FF0000"/>
              </a:buClr>
              <a:buChar char="•"/>
              <a:defRPr kumimoji="1"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Char char="o"/>
              <a:defRPr kumimoji="1"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imes New Roman" panose="02020603050405020304" pitchFamily="18" charset="0"/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buFontTx/>
              <a:buNone/>
            </a:pPr>
            <a:r>
              <a:rPr lang="en-US" altLang="en-US" sz="2400" dirty="0"/>
              <a:t>Multiplier (-3 decimal)</a:t>
            </a:r>
          </a:p>
        </p:txBody>
      </p:sp>
      <p:sp>
        <p:nvSpPr>
          <p:cNvPr id="91153" name="Rectangle 18">
            <a:extLst>
              <a:ext uri="{FF2B5EF4-FFF2-40B4-BE49-F238E27FC236}">
                <a16:creationId xmlns:a16="http://schemas.microsoft.com/office/drawing/2014/main" id="{768A6B8C-A6D2-A0C3-6E5F-4821920E42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6921" y="3343644"/>
            <a:ext cx="2700337" cy="503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marL="342900" indent="-342900">
              <a:spcBef>
                <a:spcPct val="20000"/>
              </a:spcBef>
              <a:buClr>
                <a:srgbClr val="FF0000"/>
              </a:buClr>
              <a:buChar char="•"/>
              <a:defRPr kumimoji="1"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Char char="o"/>
              <a:defRPr kumimoji="1"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imes New Roman" panose="02020603050405020304" pitchFamily="18" charset="0"/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buFontTx/>
              <a:buNone/>
            </a:pPr>
            <a:r>
              <a:rPr lang="en-US" altLang="en-US" sz="2000" dirty="0"/>
              <a:t>Partial products</a:t>
            </a:r>
          </a:p>
        </p:txBody>
      </p:sp>
      <p:sp>
        <p:nvSpPr>
          <p:cNvPr id="91154" name="Rectangle 19">
            <a:extLst>
              <a:ext uri="{FF2B5EF4-FFF2-40B4-BE49-F238E27FC236}">
                <a16:creationId xmlns:a16="http://schemas.microsoft.com/office/drawing/2014/main" id="{3DA47FA6-371F-3C63-01C8-85F1962C1D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06813" y="4030307"/>
            <a:ext cx="3527425" cy="6615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marL="342900" indent="-342900">
              <a:spcBef>
                <a:spcPct val="20000"/>
              </a:spcBef>
              <a:buClr>
                <a:srgbClr val="FF0000"/>
              </a:buClr>
              <a:buChar char="•"/>
              <a:defRPr kumimoji="1"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Char char="o"/>
              <a:defRPr kumimoji="1"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imes New Roman" panose="02020603050405020304" pitchFamily="18" charset="0"/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>
              <a:buFontTx/>
              <a:buNone/>
            </a:pPr>
            <a:r>
              <a:rPr lang="en-US" altLang="en-US" sz="2400" dirty="0"/>
              <a:t>Product (</a:t>
            </a:r>
            <a:r>
              <a:rPr lang="en-US" altLang="en-US" sz="5400" dirty="0"/>
              <a:t>??</a:t>
            </a:r>
            <a:r>
              <a:rPr lang="en-US" altLang="en-US" sz="2400" dirty="0"/>
              <a:t> decimal)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11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11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11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11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11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11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911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11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11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11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911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911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911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911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911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911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911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911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911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911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911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911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911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911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911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911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911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911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911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911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911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911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911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911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911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139" grpId="0" animBg="1"/>
      <p:bldP spid="91140" grpId="0" animBg="1"/>
      <p:bldP spid="91141" grpId="0" animBg="1"/>
      <p:bldP spid="91142" grpId="0" animBg="1"/>
      <p:bldP spid="91143" grpId="0"/>
      <p:bldP spid="91144" grpId="0"/>
      <p:bldP spid="91145" grpId="0"/>
      <p:bldP spid="91146" grpId="0"/>
      <p:bldP spid="91147" grpId="0"/>
      <p:bldP spid="91148" grpId="0"/>
      <p:bldP spid="91149" grpId="0"/>
      <p:bldP spid="91150" grpId="0"/>
      <p:bldP spid="91151" grpId="0"/>
      <p:bldP spid="91152" grpId="0"/>
      <p:bldP spid="91153" grpId="0"/>
      <p:bldP spid="91154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>
            <a:extLst>
              <a:ext uri="{FF2B5EF4-FFF2-40B4-BE49-F238E27FC236}">
                <a16:creationId xmlns:a16="http://schemas.microsoft.com/office/drawing/2014/main" id="{79531A07-22CB-1FD6-7826-0C06986E6B7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5212" y="365760"/>
            <a:ext cx="7890672" cy="805816"/>
          </a:xfrm>
        </p:spPr>
        <p:txBody>
          <a:bodyPr>
            <a:normAutofit/>
          </a:bodyPr>
          <a:lstStyle/>
          <a:p>
            <a:r>
              <a:rPr lang="en-US" altLang="en-US" sz="2400" dirty="0"/>
              <a:t>Multiplying Negative Numbers (2s Complement)</a:t>
            </a:r>
          </a:p>
        </p:txBody>
      </p:sp>
      <p:sp>
        <p:nvSpPr>
          <p:cNvPr id="93188" name="Line 4">
            <a:extLst>
              <a:ext uri="{FF2B5EF4-FFF2-40B4-BE49-F238E27FC236}">
                <a16:creationId xmlns:a16="http://schemas.microsoft.com/office/drawing/2014/main" id="{47DAB17B-C5A1-F556-0F75-3B848733D05B}"/>
              </a:ext>
            </a:extLst>
          </p:cNvPr>
          <p:cNvSpPr>
            <a:spLocks noChangeShapeType="1"/>
          </p:cNvSpPr>
          <p:nvPr/>
        </p:nvSpPr>
        <p:spPr bwMode="auto">
          <a:xfrm>
            <a:off x="2267917" y="3049861"/>
            <a:ext cx="10795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93189" name="Line 5">
            <a:extLst>
              <a:ext uri="{FF2B5EF4-FFF2-40B4-BE49-F238E27FC236}">
                <a16:creationId xmlns:a16="http://schemas.microsoft.com/office/drawing/2014/main" id="{84F582A8-EF45-D6F0-14A7-8B3A92262CE7}"/>
              </a:ext>
            </a:extLst>
          </p:cNvPr>
          <p:cNvSpPr>
            <a:spLocks noChangeShapeType="1"/>
          </p:cNvSpPr>
          <p:nvPr/>
        </p:nvSpPr>
        <p:spPr bwMode="auto">
          <a:xfrm>
            <a:off x="1763092" y="4921523"/>
            <a:ext cx="15843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93190" name="Line 6">
            <a:extLst>
              <a:ext uri="{FF2B5EF4-FFF2-40B4-BE49-F238E27FC236}">
                <a16:creationId xmlns:a16="http://schemas.microsoft.com/office/drawing/2014/main" id="{4C930D71-91C8-2CEE-F5E1-81B8DE24FE6A}"/>
              </a:ext>
            </a:extLst>
          </p:cNvPr>
          <p:cNvSpPr>
            <a:spLocks noChangeShapeType="1"/>
          </p:cNvSpPr>
          <p:nvPr/>
        </p:nvSpPr>
        <p:spPr bwMode="auto">
          <a:xfrm>
            <a:off x="1763092" y="5354911"/>
            <a:ext cx="15843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93191" name="AutoShape 8">
            <a:extLst>
              <a:ext uri="{FF2B5EF4-FFF2-40B4-BE49-F238E27FC236}">
                <a16:creationId xmlns:a16="http://schemas.microsoft.com/office/drawing/2014/main" id="{CC58A7A3-841C-8456-0AF2-A176501A21AC}"/>
              </a:ext>
            </a:extLst>
          </p:cNvPr>
          <p:cNvSpPr>
            <a:spLocks/>
          </p:cNvSpPr>
          <p:nvPr/>
        </p:nvSpPr>
        <p:spPr bwMode="auto">
          <a:xfrm>
            <a:off x="3401392" y="3078436"/>
            <a:ext cx="304800" cy="1828800"/>
          </a:xfrm>
          <a:prstGeom prst="rightBrace">
            <a:avLst>
              <a:gd name="adj1" fmla="val 5000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0000" tIns="46800" rIns="90000" bIns="46800" anchor="ctr"/>
          <a:lstStyle>
            <a:lvl1pPr>
              <a:spcBef>
                <a:spcPct val="20000"/>
              </a:spcBef>
              <a:buClr>
                <a:srgbClr val="FF0000"/>
              </a:buClr>
              <a:buChar char="•"/>
              <a:defRPr kumimoji="1"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Char char="o"/>
              <a:defRPr kumimoji="1"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imes New Roman" panose="02020603050405020304" pitchFamily="18" charset="0"/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kumimoji="0"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93192" name="Rectangle 8">
            <a:extLst>
              <a:ext uri="{FF2B5EF4-FFF2-40B4-BE49-F238E27FC236}">
                <a16:creationId xmlns:a16="http://schemas.microsoft.com/office/drawing/2014/main" id="{286E1D8B-3FE1-18CA-C757-10C3C24F5C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2380" y="2060848"/>
            <a:ext cx="1008062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marL="342900" indent="-342900">
              <a:spcBef>
                <a:spcPct val="20000"/>
              </a:spcBef>
              <a:buClr>
                <a:srgbClr val="FF0000"/>
              </a:buClr>
              <a:buChar char="•"/>
              <a:defRPr kumimoji="1"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Char char="o"/>
              <a:defRPr kumimoji="1"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imes New Roman" panose="02020603050405020304" pitchFamily="18" charset="0"/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>
              <a:buFontTx/>
              <a:buNone/>
            </a:pPr>
            <a:r>
              <a:rPr lang="en-US" altLang="en-US"/>
              <a:t>1011</a:t>
            </a:r>
          </a:p>
        </p:txBody>
      </p:sp>
      <p:sp>
        <p:nvSpPr>
          <p:cNvPr id="93193" name="Rectangle 9">
            <a:extLst>
              <a:ext uri="{FF2B5EF4-FFF2-40B4-BE49-F238E27FC236}">
                <a16:creationId xmlns:a16="http://schemas.microsoft.com/office/drawing/2014/main" id="{0A098591-E8E7-09F5-50E6-5D1F08B6B1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2380" y="2532336"/>
            <a:ext cx="1008062" cy="503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marL="342900" indent="-342900">
              <a:spcBef>
                <a:spcPct val="20000"/>
              </a:spcBef>
              <a:buClr>
                <a:srgbClr val="FF0000"/>
              </a:buClr>
              <a:buChar char="•"/>
              <a:defRPr kumimoji="1"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Char char="o"/>
              <a:defRPr kumimoji="1"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imes New Roman" panose="02020603050405020304" pitchFamily="18" charset="0"/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>
              <a:buFontTx/>
              <a:buNone/>
            </a:pPr>
            <a:r>
              <a:rPr lang="en-US" altLang="en-US"/>
              <a:t>1101</a:t>
            </a:r>
          </a:p>
        </p:txBody>
      </p:sp>
      <p:sp>
        <p:nvSpPr>
          <p:cNvPr id="93194" name="Rectangle 10">
            <a:extLst>
              <a:ext uri="{FF2B5EF4-FFF2-40B4-BE49-F238E27FC236}">
                <a16:creationId xmlns:a16="http://schemas.microsoft.com/office/drawing/2014/main" id="{FC45CDCF-C726-A742-56B7-FD7B633FD0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0792" y="2997473"/>
            <a:ext cx="1008063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marL="342900" indent="-342900">
              <a:spcBef>
                <a:spcPct val="20000"/>
              </a:spcBef>
              <a:buClr>
                <a:srgbClr val="FF0000"/>
              </a:buClr>
              <a:buChar char="•"/>
              <a:defRPr kumimoji="1"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Char char="o"/>
              <a:defRPr kumimoji="1"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imes New Roman" panose="02020603050405020304" pitchFamily="18" charset="0"/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>
              <a:buFontTx/>
              <a:buNone/>
            </a:pPr>
            <a:r>
              <a:rPr lang="en-US" altLang="en-US"/>
              <a:t>1011</a:t>
            </a:r>
          </a:p>
        </p:txBody>
      </p:sp>
      <p:sp>
        <p:nvSpPr>
          <p:cNvPr id="93195" name="Rectangle 11">
            <a:extLst>
              <a:ext uri="{FF2B5EF4-FFF2-40B4-BE49-F238E27FC236}">
                <a16:creationId xmlns:a16="http://schemas.microsoft.com/office/drawing/2014/main" id="{8CFD1513-6373-5E13-8AF1-33D879D1F4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10767" y="3468961"/>
            <a:ext cx="1008063" cy="503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marL="342900" indent="-342900">
              <a:spcBef>
                <a:spcPct val="20000"/>
              </a:spcBef>
              <a:buClr>
                <a:srgbClr val="FF0000"/>
              </a:buClr>
              <a:buChar char="•"/>
              <a:defRPr kumimoji="1"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Char char="o"/>
              <a:defRPr kumimoji="1"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imes New Roman" panose="02020603050405020304" pitchFamily="18" charset="0"/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>
              <a:buFontTx/>
              <a:buNone/>
            </a:pPr>
            <a:r>
              <a:rPr lang="en-US" altLang="en-US"/>
              <a:t>0000</a:t>
            </a:r>
          </a:p>
        </p:txBody>
      </p:sp>
      <p:sp>
        <p:nvSpPr>
          <p:cNvPr id="93196" name="Rectangle 12">
            <a:extLst>
              <a:ext uri="{FF2B5EF4-FFF2-40B4-BE49-F238E27FC236}">
                <a16:creationId xmlns:a16="http://schemas.microsoft.com/office/drawing/2014/main" id="{095B996C-22DC-8E75-AD0F-12B0B27F1B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13917" y="3938861"/>
            <a:ext cx="1008063" cy="503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marL="342900" indent="-342900">
              <a:spcBef>
                <a:spcPct val="20000"/>
              </a:spcBef>
              <a:buClr>
                <a:srgbClr val="FF0000"/>
              </a:buClr>
              <a:buChar char="•"/>
              <a:defRPr kumimoji="1"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Char char="o"/>
              <a:defRPr kumimoji="1"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imes New Roman" panose="02020603050405020304" pitchFamily="18" charset="0"/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>
              <a:buFontTx/>
              <a:buNone/>
            </a:pPr>
            <a:r>
              <a:rPr lang="en-US" altLang="en-US"/>
              <a:t>1011</a:t>
            </a:r>
          </a:p>
        </p:txBody>
      </p:sp>
      <p:sp>
        <p:nvSpPr>
          <p:cNvPr id="93197" name="Rectangle 13">
            <a:extLst>
              <a:ext uri="{FF2B5EF4-FFF2-40B4-BE49-F238E27FC236}">
                <a16:creationId xmlns:a16="http://schemas.microsoft.com/office/drawing/2014/main" id="{D053661A-6D84-DEF4-75FF-94EEE41D9D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4530" y="4408761"/>
            <a:ext cx="1008062" cy="503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marL="342900" indent="-342900">
              <a:spcBef>
                <a:spcPct val="20000"/>
              </a:spcBef>
              <a:buClr>
                <a:srgbClr val="FF0000"/>
              </a:buClr>
              <a:buChar char="•"/>
              <a:defRPr kumimoji="1"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Char char="o"/>
              <a:defRPr kumimoji="1"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imes New Roman" panose="02020603050405020304" pitchFamily="18" charset="0"/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>
              <a:buFontTx/>
              <a:buNone/>
            </a:pPr>
            <a:r>
              <a:rPr lang="en-US" altLang="en-US"/>
              <a:t>1011</a:t>
            </a:r>
          </a:p>
        </p:txBody>
      </p:sp>
      <p:sp>
        <p:nvSpPr>
          <p:cNvPr id="93198" name="Rectangle 14">
            <a:extLst>
              <a:ext uri="{FF2B5EF4-FFF2-40B4-BE49-F238E27FC236}">
                <a16:creationId xmlns:a16="http://schemas.microsoft.com/office/drawing/2014/main" id="{C5A4F24F-3B5F-9030-A3F5-9AFD67405D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8992" y="4875486"/>
            <a:ext cx="1441450" cy="503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marL="342900" indent="-342900">
              <a:spcBef>
                <a:spcPct val="20000"/>
              </a:spcBef>
              <a:buClr>
                <a:srgbClr val="FF0000"/>
              </a:buClr>
              <a:buChar char="•"/>
              <a:defRPr kumimoji="1"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Char char="o"/>
              <a:defRPr kumimoji="1"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imes New Roman" panose="02020603050405020304" pitchFamily="18" charset="0"/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>
              <a:buFontTx/>
              <a:buNone/>
            </a:pPr>
            <a:r>
              <a:rPr lang="en-US" altLang="en-US"/>
              <a:t>10001111</a:t>
            </a:r>
          </a:p>
        </p:txBody>
      </p:sp>
      <p:sp>
        <p:nvSpPr>
          <p:cNvPr id="93199" name="Rectangle 15">
            <a:extLst>
              <a:ext uri="{FF2B5EF4-FFF2-40B4-BE49-F238E27FC236}">
                <a16:creationId xmlns:a16="http://schemas.microsoft.com/office/drawing/2014/main" id="{95E8FD83-4209-31CC-273D-25B9EE240D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3455" y="2530748"/>
            <a:ext cx="433387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marL="342900" indent="-342900">
              <a:spcBef>
                <a:spcPct val="20000"/>
              </a:spcBef>
              <a:buClr>
                <a:srgbClr val="FF0000"/>
              </a:buClr>
              <a:buChar char="•"/>
              <a:defRPr kumimoji="1"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Char char="o"/>
              <a:defRPr kumimoji="1"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imes New Roman" panose="02020603050405020304" pitchFamily="18" charset="0"/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>
              <a:buFontTx/>
              <a:buNone/>
            </a:pPr>
            <a:r>
              <a:rPr lang="en-US" altLang="en-US"/>
              <a:t>x</a:t>
            </a:r>
          </a:p>
        </p:txBody>
      </p:sp>
      <p:sp>
        <p:nvSpPr>
          <p:cNvPr id="93200" name="Rectangle 16">
            <a:extLst>
              <a:ext uri="{FF2B5EF4-FFF2-40B4-BE49-F238E27FC236}">
                <a16:creationId xmlns:a16="http://schemas.microsoft.com/office/drawing/2014/main" id="{D06B6F31-80E8-B39F-DBCB-49CC08C758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1880" y="2060848"/>
            <a:ext cx="3527425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marL="342900" indent="-342900">
              <a:spcBef>
                <a:spcPct val="20000"/>
              </a:spcBef>
              <a:buClr>
                <a:srgbClr val="FF0000"/>
              </a:buClr>
              <a:buChar char="•"/>
              <a:defRPr kumimoji="1"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Char char="o"/>
              <a:defRPr kumimoji="1"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imes New Roman" panose="02020603050405020304" pitchFamily="18" charset="0"/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buFontTx/>
              <a:buNone/>
            </a:pPr>
            <a:r>
              <a:rPr lang="en-US" altLang="en-US" dirty="0"/>
              <a:t>Multiplicand (-5 decimal)</a:t>
            </a:r>
          </a:p>
        </p:txBody>
      </p:sp>
      <p:sp>
        <p:nvSpPr>
          <p:cNvPr id="93201" name="Rectangle 17">
            <a:extLst>
              <a:ext uri="{FF2B5EF4-FFF2-40B4-BE49-F238E27FC236}">
                <a16:creationId xmlns:a16="http://schemas.microsoft.com/office/drawing/2014/main" id="{2377A11A-DBE0-DCA0-5983-BFAAF2601E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1880" y="2537098"/>
            <a:ext cx="3527425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marL="342900" indent="-342900">
              <a:spcBef>
                <a:spcPct val="20000"/>
              </a:spcBef>
              <a:buClr>
                <a:srgbClr val="FF0000"/>
              </a:buClr>
              <a:buChar char="•"/>
              <a:defRPr kumimoji="1"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Char char="o"/>
              <a:defRPr kumimoji="1"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imes New Roman" panose="02020603050405020304" pitchFamily="18" charset="0"/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buFontTx/>
              <a:buNone/>
            </a:pPr>
            <a:r>
              <a:rPr lang="en-US" altLang="en-US"/>
              <a:t>Multiplier (-3 decimal)</a:t>
            </a:r>
          </a:p>
        </p:txBody>
      </p:sp>
      <p:sp>
        <p:nvSpPr>
          <p:cNvPr id="93202" name="Rectangle 18">
            <a:extLst>
              <a:ext uri="{FF2B5EF4-FFF2-40B4-BE49-F238E27FC236}">
                <a16:creationId xmlns:a16="http://schemas.microsoft.com/office/drawing/2014/main" id="{BC661D41-0A7F-BCA0-FD06-F88805828B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99830" y="3697561"/>
            <a:ext cx="2700337" cy="503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marL="342900" indent="-342900">
              <a:spcBef>
                <a:spcPct val="20000"/>
              </a:spcBef>
              <a:buClr>
                <a:srgbClr val="FF0000"/>
              </a:buClr>
              <a:buChar char="•"/>
              <a:defRPr kumimoji="1"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Char char="o"/>
              <a:defRPr kumimoji="1"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imes New Roman" panose="02020603050405020304" pitchFamily="18" charset="0"/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>
              <a:buFontTx/>
              <a:buNone/>
            </a:pPr>
            <a:r>
              <a:rPr lang="en-US" altLang="en-US"/>
              <a:t>Partial products</a:t>
            </a:r>
          </a:p>
        </p:txBody>
      </p:sp>
      <p:sp>
        <p:nvSpPr>
          <p:cNvPr id="93203" name="Rectangle 19">
            <a:extLst>
              <a:ext uri="{FF2B5EF4-FFF2-40B4-BE49-F238E27FC236}">
                <a16:creationId xmlns:a16="http://schemas.microsoft.com/office/drawing/2014/main" id="{5795983E-E33A-9014-518C-AE71ADC3FE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1880" y="4869136"/>
            <a:ext cx="3527425" cy="503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marL="342900" indent="-342900">
              <a:spcBef>
                <a:spcPct val="20000"/>
              </a:spcBef>
              <a:buClr>
                <a:srgbClr val="FF0000"/>
              </a:buClr>
              <a:buChar char="•"/>
              <a:defRPr kumimoji="1"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Char char="o"/>
              <a:defRPr kumimoji="1"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imes New Roman" panose="02020603050405020304" pitchFamily="18" charset="0"/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buFontTx/>
              <a:buNone/>
            </a:pPr>
            <a:r>
              <a:rPr lang="en-US" altLang="en-US" dirty="0"/>
              <a:t>Product (-113 decimal)</a:t>
            </a:r>
          </a:p>
        </p:txBody>
      </p:sp>
      <p:sp>
        <p:nvSpPr>
          <p:cNvPr id="4" name="Multiplication Sign 3">
            <a:extLst>
              <a:ext uri="{FF2B5EF4-FFF2-40B4-BE49-F238E27FC236}">
                <a16:creationId xmlns:a16="http://schemas.microsoft.com/office/drawing/2014/main" id="{9090B1FF-16F2-CA68-7E81-D3B9EE060C59}"/>
              </a:ext>
            </a:extLst>
          </p:cNvPr>
          <p:cNvSpPr/>
          <p:nvPr/>
        </p:nvSpPr>
        <p:spPr>
          <a:xfrm>
            <a:off x="2266665" y="1848371"/>
            <a:ext cx="4249068" cy="3744416"/>
          </a:xfrm>
          <a:prstGeom prst="mathMultiply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>
            <a:extLst>
              <a:ext uri="{FF2B5EF4-FFF2-40B4-BE49-F238E27FC236}">
                <a16:creationId xmlns:a16="http://schemas.microsoft.com/office/drawing/2014/main" id="{E2020AFD-9E59-7F3A-2F3A-88ACB3008D2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5212" y="365760"/>
            <a:ext cx="7890672" cy="975008"/>
          </a:xfrm>
        </p:spPr>
        <p:txBody>
          <a:bodyPr>
            <a:normAutofit/>
          </a:bodyPr>
          <a:lstStyle/>
          <a:p>
            <a:r>
              <a:rPr lang="en-US" altLang="en-US" sz="2400" dirty="0"/>
              <a:t>Multiplying Negative Numbers (2s Complement)</a:t>
            </a:r>
          </a:p>
        </p:txBody>
      </p:sp>
      <p:sp>
        <p:nvSpPr>
          <p:cNvPr id="95235" name="Rectangle 3">
            <a:extLst>
              <a:ext uri="{FF2B5EF4-FFF2-40B4-BE49-F238E27FC236}">
                <a16:creationId xmlns:a16="http://schemas.microsoft.com/office/drawing/2014/main" id="{3B4BFE38-FF4F-55B8-3DCE-E9D63A6BF62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25211" y="1828801"/>
            <a:ext cx="7991205" cy="435133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en-US" sz="3200" dirty="0">
                <a:solidFill>
                  <a:srgbClr val="FF6699"/>
                </a:solidFill>
              </a:rPr>
              <a:t>Solution 1</a:t>
            </a:r>
          </a:p>
          <a:p>
            <a:pPr lvl="1"/>
            <a:r>
              <a:rPr lang="en-US" altLang="en-US" sz="4000" b="1" dirty="0">
                <a:solidFill>
                  <a:srgbClr val="92D050"/>
                </a:solidFill>
              </a:rPr>
              <a:t>Convert to positive </a:t>
            </a:r>
            <a:r>
              <a:rPr lang="en-US" altLang="en-US" sz="2000" dirty="0"/>
              <a:t>if required</a:t>
            </a:r>
          </a:p>
          <a:p>
            <a:pPr lvl="1"/>
            <a:r>
              <a:rPr lang="en-US" altLang="en-US" sz="2000" dirty="0"/>
              <a:t>Multiply as above</a:t>
            </a:r>
          </a:p>
          <a:p>
            <a:pPr lvl="1"/>
            <a:r>
              <a:rPr lang="en-US" altLang="en-US" sz="4000" b="1" dirty="0">
                <a:solidFill>
                  <a:srgbClr val="FF0000"/>
                </a:solidFill>
              </a:rPr>
              <a:t>If signs were different, negate </a:t>
            </a:r>
            <a:r>
              <a:rPr lang="en-US" altLang="en-US" sz="2000" dirty="0"/>
              <a:t>answer</a:t>
            </a:r>
          </a:p>
          <a:p>
            <a:pPr lvl="2"/>
            <a:r>
              <a:rPr lang="en-US" altLang="en-US" sz="1800" dirty="0"/>
              <a:t>Implementers prefer techniques that do not require this final transformation step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9" name="Rectangle 3">
            <a:extLst>
              <a:ext uri="{FF2B5EF4-FFF2-40B4-BE49-F238E27FC236}">
                <a16:creationId xmlns:a16="http://schemas.microsoft.com/office/drawing/2014/main" id="{FF45D452-186D-534B-860B-4476492608C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en-US" sz="3000" dirty="0">
                <a:solidFill>
                  <a:srgbClr val="FF6699"/>
                </a:solidFill>
              </a:rPr>
              <a:t>Solution 2</a:t>
            </a:r>
          </a:p>
          <a:p>
            <a:pPr lvl="1"/>
            <a:r>
              <a:rPr lang="en-US" altLang="en-US" sz="2800" dirty="0"/>
              <a:t>Booth’s algorithm</a:t>
            </a:r>
          </a:p>
          <a:p>
            <a:pPr lvl="1"/>
            <a:r>
              <a:rPr lang="en-MY" sz="2800" dirty="0"/>
              <a:t>Multiplies two signed binary numbers in 2s complement notation </a:t>
            </a:r>
          </a:p>
          <a:p>
            <a:pPr lvl="1"/>
            <a:r>
              <a:rPr lang="en-MY" sz="2800" dirty="0"/>
              <a:t>Invented by Andrew Donald Booth in 1950s</a:t>
            </a:r>
          </a:p>
          <a:p>
            <a:pPr lvl="1"/>
            <a:endParaRPr lang="en-US" altLang="en-US" sz="2800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BE35FBA2-3838-F884-77CD-2153FF9633D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5212" y="365760"/>
            <a:ext cx="7890672" cy="975008"/>
          </a:xfrm>
        </p:spPr>
        <p:txBody>
          <a:bodyPr>
            <a:normAutofit/>
          </a:bodyPr>
          <a:lstStyle/>
          <a:p>
            <a:r>
              <a:rPr lang="en-US" altLang="en-US" sz="2400" dirty="0"/>
              <a:t>Multiplying Negative Numbers (2s Complement)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ABED9CC-493B-EA9C-CCDB-E9A0F416BF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7624" y="254136"/>
            <a:ext cx="5256584" cy="6238104"/>
          </a:xfrm>
          <a:prstGeom prst="rect">
            <a:avLst/>
          </a:prstGeom>
        </p:spPr>
      </p:pic>
      <p:sp>
        <p:nvSpPr>
          <p:cNvPr id="2" name="Arrow: Left 1">
            <a:extLst>
              <a:ext uri="{FF2B5EF4-FFF2-40B4-BE49-F238E27FC236}">
                <a16:creationId xmlns:a16="http://schemas.microsoft.com/office/drawing/2014/main" id="{98548BD1-5E1B-4227-D3BC-6B32E6825F0F}"/>
              </a:ext>
            </a:extLst>
          </p:cNvPr>
          <p:cNvSpPr/>
          <p:nvPr/>
        </p:nvSpPr>
        <p:spPr>
          <a:xfrm rot="19718972">
            <a:off x="4930370" y="2539204"/>
            <a:ext cx="576064" cy="432048"/>
          </a:xfrm>
          <a:prstGeom prst="lef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3" name="Arrow: Left 2">
            <a:extLst>
              <a:ext uri="{FF2B5EF4-FFF2-40B4-BE49-F238E27FC236}">
                <a16:creationId xmlns:a16="http://schemas.microsoft.com/office/drawing/2014/main" id="{218DCECC-5C24-F00B-81F3-52C94935AA73}"/>
              </a:ext>
            </a:extLst>
          </p:cNvPr>
          <p:cNvSpPr/>
          <p:nvPr/>
        </p:nvSpPr>
        <p:spPr>
          <a:xfrm rot="19718972">
            <a:off x="3138208" y="2539204"/>
            <a:ext cx="576064" cy="432048"/>
          </a:xfrm>
          <a:prstGeom prst="lef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4" name="Arrow: Left 3">
            <a:extLst>
              <a:ext uri="{FF2B5EF4-FFF2-40B4-BE49-F238E27FC236}">
                <a16:creationId xmlns:a16="http://schemas.microsoft.com/office/drawing/2014/main" id="{43F133EB-4BE7-D132-C64A-46E6AFC0B389}"/>
              </a:ext>
            </a:extLst>
          </p:cNvPr>
          <p:cNvSpPr/>
          <p:nvPr/>
        </p:nvSpPr>
        <p:spPr>
          <a:xfrm rot="19718972">
            <a:off x="4339051" y="3361576"/>
            <a:ext cx="576064" cy="432048"/>
          </a:xfrm>
          <a:prstGeom prst="lef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92626D51-3FD1-CCFC-5F5F-82E62D1665C7}"/>
                  </a:ext>
                </a:extLst>
              </p14:cNvPr>
              <p14:cNvContentPartPr/>
              <p14:nvPr/>
            </p14:nvContentPartPr>
            <p14:xfrm>
              <a:off x="2857320" y="2628720"/>
              <a:ext cx="3326400" cy="325800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92626D51-3FD1-CCFC-5F5F-82E62D1665C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847960" y="2619360"/>
                <a:ext cx="3345120" cy="32767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16BE8E-FBBB-EE69-4292-06DB8AD70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Booth’s Algorithm conditions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79B38FD-BDDC-0984-246B-FE0AEA0FDA74}"/>
              </a:ext>
            </a:extLst>
          </p:cNvPr>
          <p:cNvSpPr txBox="1"/>
          <p:nvPr/>
        </p:nvSpPr>
        <p:spPr>
          <a:xfrm>
            <a:off x="5166651" y="1772816"/>
            <a:ext cx="3049233" cy="70788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MY" sz="4000" dirty="0"/>
              <a:t>Q</a:t>
            </a:r>
            <a:r>
              <a:rPr lang="en-MY" sz="4000" baseline="-25000" dirty="0"/>
              <a:t>3</a:t>
            </a:r>
            <a:r>
              <a:rPr lang="en-MY" sz="4000" dirty="0"/>
              <a:t>Q</a:t>
            </a:r>
            <a:r>
              <a:rPr lang="en-MY" sz="4000" baseline="-25000" dirty="0"/>
              <a:t>2</a:t>
            </a:r>
            <a:r>
              <a:rPr lang="en-MY" sz="4000" dirty="0"/>
              <a:t>Q</a:t>
            </a:r>
            <a:r>
              <a:rPr lang="en-MY" sz="4000" baseline="-25000" dirty="0"/>
              <a:t>1</a:t>
            </a:r>
            <a:r>
              <a:rPr lang="en-MY" sz="4000" dirty="0"/>
              <a:t>Q</a:t>
            </a:r>
            <a:r>
              <a:rPr lang="en-MY" sz="4000" baseline="-25000" dirty="0"/>
              <a:t>0</a:t>
            </a:r>
            <a:r>
              <a:rPr lang="en-MY" sz="4000" dirty="0"/>
              <a:t>Q</a:t>
            </a:r>
            <a:r>
              <a:rPr lang="en-MY" sz="4000" baseline="-25000" dirty="0"/>
              <a:t>-1</a:t>
            </a:r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F71FB9A5-F971-6FCB-9525-4DFDE63466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0232201"/>
              </p:ext>
            </p:extLst>
          </p:nvPr>
        </p:nvGraphicFramePr>
        <p:xfrm>
          <a:off x="1763688" y="3068960"/>
          <a:ext cx="4717605" cy="2392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08862">
                  <a:extLst>
                    <a:ext uri="{9D8B030D-6E8A-4147-A177-3AD203B41FA5}">
                      <a16:colId xmlns:a16="http://schemas.microsoft.com/office/drawing/2014/main" val="2793907195"/>
                    </a:ext>
                  </a:extLst>
                </a:gridCol>
                <a:gridCol w="947341">
                  <a:extLst>
                    <a:ext uri="{9D8B030D-6E8A-4147-A177-3AD203B41FA5}">
                      <a16:colId xmlns:a16="http://schemas.microsoft.com/office/drawing/2014/main" val="458212868"/>
                    </a:ext>
                  </a:extLst>
                </a:gridCol>
                <a:gridCol w="2961402">
                  <a:extLst>
                    <a:ext uri="{9D8B030D-6E8A-4147-A177-3AD203B41FA5}">
                      <a16:colId xmlns:a16="http://schemas.microsoft.com/office/drawing/2014/main" val="219272632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MY" b="1" dirty="0"/>
                        <a:t>Q</a:t>
                      </a:r>
                      <a:r>
                        <a:rPr lang="en-MY" b="1" baseline="-250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 dirty="0"/>
                        <a:t>Q</a:t>
                      </a:r>
                      <a:r>
                        <a:rPr lang="en-MY" b="1" baseline="-25000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MY" b="1" dirty="0"/>
                        <a:t>Operation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13317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0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MY" dirty="0"/>
                        <a:t>Shift right A, Q, Q</a:t>
                      </a:r>
                      <a:r>
                        <a:rPr lang="en-MY" baseline="-25000" dirty="0"/>
                        <a:t>-1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0040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1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MY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90396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MY" dirty="0"/>
                        <a:t>Add (A+M)</a:t>
                      </a:r>
                    </a:p>
                    <a:p>
                      <a:r>
                        <a:rPr lang="en-MY" dirty="0"/>
                        <a:t>Shift right A, Q, Q</a:t>
                      </a:r>
                      <a:r>
                        <a:rPr lang="en-MY" baseline="-25000" dirty="0"/>
                        <a:t>-1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43983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MY" dirty="0"/>
                        <a:t>Subtract (A-M)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MY" dirty="0"/>
                        <a:t>Shift right A, Q, Q</a:t>
                      </a:r>
                      <a:r>
                        <a:rPr lang="en-MY" baseline="-25000" dirty="0"/>
                        <a:t>-1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2238966"/>
                  </a:ext>
                </a:extLst>
              </a:tr>
            </a:tbl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EC911D32-ECC5-0765-DB71-96AA4C1A70BF}"/>
                  </a:ext>
                </a:extLst>
              </p14:cNvPr>
              <p14:cNvContentPartPr/>
              <p14:nvPr/>
            </p14:nvContentPartPr>
            <p14:xfrm>
              <a:off x="1931760" y="2074680"/>
              <a:ext cx="6515280" cy="40806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EC911D32-ECC5-0765-DB71-96AA4C1A70B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922400" y="2065320"/>
                <a:ext cx="6534000" cy="4099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2500972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A2414-20CD-274D-A5D6-6760CB5D25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6152" y="191137"/>
            <a:ext cx="7890672" cy="789591"/>
          </a:xfrm>
        </p:spPr>
        <p:txBody>
          <a:bodyPr/>
          <a:lstStyle/>
          <a:p>
            <a:r>
              <a:rPr lang="en-MY" dirty="0"/>
              <a:t>Booth’s algorithm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2C99D6-F985-380E-F293-1C07F6725A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536" y="1253331"/>
            <a:ext cx="7887005" cy="4351337"/>
          </a:xfrm>
        </p:spPr>
        <p:txBody>
          <a:bodyPr>
            <a:normAutofit/>
          </a:bodyPr>
          <a:lstStyle/>
          <a:p>
            <a:r>
              <a:rPr lang="en-MY" sz="2000" dirty="0"/>
              <a:t>7 (M</a:t>
            </a:r>
            <a:r>
              <a:rPr lang="en-MY" sz="2000" baseline="-25000" dirty="0"/>
              <a:t>ultiplicand</a:t>
            </a:r>
            <a:r>
              <a:rPr lang="en-MY" sz="2000" dirty="0"/>
              <a:t>) = </a:t>
            </a:r>
            <a:r>
              <a:rPr lang="en-MY" sz="2000" dirty="0">
                <a:solidFill>
                  <a:srgbClr val="FF0000"/>
                </a:solidFill>
              </a:rPr>
              <a:t>0111(remain unchanged)</a:t>
            </a:r>
          </a:p>
          <a:p>
            <a:r>
              <a:rPr lang="en-MY" sz="2000" dirty="0"/>
              <a:t>3 (</a:t>
            </a:r>
            <a:r>
              <a:rPr lang="en-MY" sz="2000" dirty="0" err="1"/>
              <a:t>Q</a:t>
            </a:r>
            <a:r>
              <a:rPr lang="en-MY" sz="2000" baseline="-25000" dirty="0" err="1"/>
              <a:t>Multiplier</a:t>
            </a:r>
            <a:r>
              <a:rPr lang="en-MY" sz="2000" dirty="0"/>
              <a:t>) = 0011 </a:t>
            </a:r>
          </a:p>
          <a:p>
            <a:endParaRPr lang="en-MY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9F2405E-A6F8-CB3D-95CF-7EC06B413E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1459" y="2132856"/>
            <a:ext cx="7164141" cy="4104456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B2DF976A-4960-F668-EA37-A802550A1F2F}"/>
              </a:ext>
            </a:extLst>
          </p:cNvPr>
          <p:cNvSpPr/>
          <p:nvPr/>
        </p:nvSpPr>
        <p:spPr>
          <a:xfrm>
            <a:off x="2987824" y="2204864"/>
            <a:ext cx="792088" cy="64807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C3B2736-6035-0C7B-FF15-A10979DFFF11}"/>
              </a:ext>
            </a:extLst>
          </p:cNvPr>
          <p:cNvSpPr/>
          <p:nvPr/>
        </p:nvSpPr>
        <p:spPr>
          <a:xfrm>
            <a:off x="6732240" y="3140968"/>
            <a:ext cx="864096" cy="28803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DD35352-AB94-7116-2345-5A5F80DD2114}"/>
              </a:ext>
            </a:extLst>
          </p:cNvPr>
          <p:cNvSpPr/>
          <p:nvPr/>
        </p:nvSpPr>
        <p:spPr>
          <a:xfrm>
            <a:off x="4932039" y="2492896"/>
            <a:ext cx="1543259" cy="352839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57CC32C-D5A5-BDEC-EB8E-666024BE3E87}"/>
              </a:ext>
            </a:extLst>
          </p:cNvPr>
          <p:cNvSpPr txBox="1"/>
          <p:nvPr/>
        </p:nvSpPr>
        <p:spPr>
          <a:xfrm>
            <a:off x="6156176" y="152735"/>
            <a:ext cx="2222613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MY" sz="1600" dirty="0"/>
              <a:t>7 x 3</a:t>
            </a:r>
          </a:p>
          <a:p>
            <a:r>
              <a:rPr lang="en-MY" sz="1600" dirty="0"/>
              <a:t>Expected results:</a:t>
            </a:r>
          </a:p>
          <a:p>
            <a:r>
              <a:rPr lang="en-MY" sz="1600" dirty="0"/>
              <a:t>(21)</a:t>
            </a:r>
            <a:r>
              <a:rPr lang="en-MY" sz="1600" baseline="-25000" dirty="0"/>
              <a:t>10</a:t>
            </a:r>
          </a:p>
          <a:p>
            <a:r>
              <a:rPr lang="en-MY" sz="1600" dirty="0"/>
              <a:t>(10101)</a:t>
            </a:r>
            <a:r>
              <a:rPr lang="en-MY" sz="1600" baseline="-25000" dirty="0"/>
              <a:t>2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7B696DEC-D11B-07F6-E7F7-1C95B8848205}"/>
                  </a:ext>
                </a:extLst>
              </p14:cNvPr>
              <p14:cNvContentPartPr/>
              <p14:nvPr/>
            </p14:nvContentPartPr>
            <p14:xfrm>
              <a:off x="2377440" y="703080"/>
              <a:ext cx="5041080" cy="138312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7B696DEC-D11B-07F6-E7F7-1C95B884820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368080" y="693720"/>
                <a:ext cx="5059800" cy="1401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0063696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A2414-20CD-274D-A5D6-6760CB5D25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6152" y="191137"/>
            <a:ext cx="7890672" cy="789591"/>
          </a:xfrm>
        </p:spPr>
        <p:txBody>
          <a:bodyPr/>
          <a:lstStyle/>
          <a:p>
            <a:r>
              <a:rPr lang="en-MY" dirty="0"/>
              <a:t>Booth’s algorithm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2C99D6-F985-380E-F293-1C07F6725A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536" y="1253331"/>
            <a:ext cx="7887005" cy="4351337"/>
          </a:xfrm>
        </p:spPr>
        <p:txBody>
          <a:bodyPr>
            <a:normAutofit/>
          </a:bodyPr>
          <a:lstStyle/>
          <a:p>
            <a:r>
              <a:rPr lang="en-MY" sz="2000" dirty="0"/>
              <a:t>7 (M</a:t>
            </a:r>
            <a:r>
              <a:rPr lang="en-MY" sz="2000" baseline="-25000" dirty="0"/>
              <a:t>ultiplicand</a:t>
            </a:r>
            <a:r>
              <a:rPr lang="en-MY" sz="2000" dirty="0"/>
              <a:t>) = </a:t>
            </a:r>
            <a:r>
              <a:rPr lang="en-MY" sz="2000" dirty="0">
                <a:solidFill>
                  <a:srgbClr val="FF0000"/>
                </a:solidFill>
              </a:rPr>
              <a:t>0111(remain unchanged)</a:t>
            </a:r>
          </a:p>
          <a:p>
            <a:r>
              <a:rPr lang="en-MY" sz="2000" dirty="0"/>
              <a:t>3 (</a:t>
            </a:r>
            <a:r>
              <a:rPr lang="en-MY" sz="2000" dirty="0" err="1"/>
              <a:t>Q</a:t>
            </a:r>
            <a:r>
              <a:rPr lang="en-MY" sz="2000" baseline="-25000" dirty="0" err="1"/>
              <a:t>Multiplier</a:t>
            </a:r>
            <a:r>
              <a:rPr lang="en-MY" sz="2000" dirty="0"/>
              <a:t>) = 0011 </a:t>
            </a:r>
          </a:p>
          <a:p>
            <a:endParaRPr lang="en-MY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9F2405E-A6F8-CB3D-95CF-7EC06B413EC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538" t="3508" r="1970" b="75439"/>
          <a:stretch/>
        </p:blipFill>
        <p:spPr>
          <a:xfrm>
            <a:off x="775104" y="2312876"/>
            <a:ext cx="6912768" cy="86409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57CC32C-D5A5-BDEC-EB8E-666024BE3E87}"/>
              </a:ext>
            </a:extLst>
          </p:cNvPr>
          <p:cNvSpPr txBox="1"/>
          <p:nvPr/>
        </p:nvSpPr>
        <p:spPr>
          <a:xfrm>
            <a:off x="6156176" y="141306"/>
            <a:ext cx="2222613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MY" sz="1600" dirty="0"/>
              <a:t>7 x 3</a:t>
            </a:r>
          </a:p>
          <a:p>
            <a:r>
              <a:rPr lang="en-MY" sz="1600" dirty="0"/>
              <a:t>Expected results:</a:t>
            </a:r>
          </a:p>
          <a:p>
            <a:r>
              <a:rPr lang="en-MY" sz="1600" dirty="0"/>
              <a:t>(21)</a:t>
            </a:r>
            <a:r>
              <a:rPr lang="en-MY" sz="1600" baseline="-25000" dirty="0"/>
              <a:t>10</a:t>
            </a:r>
          </a:p>
          <a:p>
            <a:r>
              <a:rPr lang="en-MY" sz="1600" dirty="0"/>
              <a:t>(10101)</a:t>
            </a:r>
            <a:r>
              <a:rPr lang="en-MY" sz="1600" baseline="-25000" dirty="0"/>
              <a:t>2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B1FEF66-32B5-03F4-8CF7-A98437870CC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95" t="26386" r="1499" b="65720"/>
          <a:stretch/>
        </p:blipFill>
        <p:spPr>
          <a:xfrm>
            <a:off x="688497" y="3286782"/>
            <a:ext cx="7014168" cy="324036"/>
          </a:xfrm>
          <a:prstGeom prst="rect">
            <a:avLst/>
          </a:prstGeom>
        </p:spPr>
      </p:pic>
      <p:pic>
        <p:nvPicPr>
          <p:cNvPr id="12" name="Picture 11" descr="A table with numbers and letters&#10;&#10;Description automatically generated">
            <a:extLst>
              <a:ext uri="{FF2B5EF4-FFF2-40B4-BE49-F238E27FC236}">
                <a16:creationId xmlns:a16="http://schemas.microsoft.com/office/drawing/2014/main" id="{D715847C-0B12-B8B3-C236-D4307889A2F1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22" t="8150" r="5584" b="9501"/>
          <a:stretch/>
        </p:blipFill>
        <p:spPr>
          <a:xfrm>
            <a:off x="5240910" y="189602"/>
            <a:ext cx="3581854" cy="1820776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86B47947-8DC3-B93C-7272-4B9BEC11BC0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95" t="34735" r="1499" b="57825"/>
          <a:stretch/>
        </p:blipFill>
        <p:spPr>
          <a:xfrm>
            <a:off x="688497" y="4044049"/>
            <a:ext cx="7014168" cy="305399"/>
          </a:xfrm>
          <a:prstGeom prst="rect">
            <a:avLst/>
          </a:prstGeom>
        </p:spPr>
      </p:pic>
      <p:sp>
        <p:nvSpPr>
          <p:cNvPr id="44" name="Oval 43">
            <a:extLst>
              <a:ext uri="{FF2B5EF4-FFF2-40B4-BE49-F238E27FC236}">
                <a16:creationId xmlns:a16="http://schemas.microsoft.com/office/drawing/2014/main" id="{9F5F10FF-DA9B-F1F8-71D5-9D07E056AC06}"/>
              </a:ext>
            </a:extLst>
          </p:cNvPr>
          <p:cNvSpPr/>
          <p:nvPr/>
        </p:nvSpPr>
        <p:spPr>
          <a:xfrm>
            <a:off x="2412995" y="3323707"/>
            <a:ext cx="258218" cy="28711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07CF0B64-F653-DA95-31E8-B37B141F7548}"/>
              </a:ext>
            </a:extLst>
          </p:cNvPr>
          <p:cNvGrpSpPr/>
          <p:nvPr/>
        </p:nvGrpSpPr>
        <p:grpSpPr>
          <a:xfrm>
            <a:off x="1043608" y="3332719"/>
            <a:ext cx="394303" cy="1051773"/>
            <a:chOff x="1043608" y="3332719"/>
            <a:chExt cx="394303" cy="1051773"/>
          </a:xfrm>
        </p:grpSpPr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8C71B03F-A92D-A5A5-4032-E10F9B25D5A6}"/>
                </a:ext>
              </a:extLst>
            </p:cNvPr>
            <p:cNvSpPr txBox="1"/>
            <p:nvPr/>
          </p:nvSpPr>
          <p:spPr>
            <a:xfrm>
              <a:off x="1126607" y="4015160"/>
              <a:ext cx="311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sz="1800" dirty="0"/>
                <a:t>1</a:t>
              </a:r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C7636735-95E7-542B-2911-A7DDDE051D7F}"/>
                </a:ext>
              </a:extLst>
            </p:cNvPr>
            <p:cNvSpPr/>
            <p:nvPr/>
          </p:nvSpPr>
          <p:spPr>
            <a:xfrm>
              <a:off x="1043608" y="3332719"/>
              <a:ext cx="144016" cy="287110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A0EEF835-2ACF-9DD6-C08D-FBB6F2BB4A4D}"/>
                </a:ext>
              </a:extLst>
            </p:cNvPr>
            <p:cNvCxnSpPr>
              <a:cxnSpLocks/>
              <a:stCxn id="50" idx="4"/>
            </p:cNvCxnSpPr>
            <p:nvPr/>
          </p:nvCxnSpPr>
          <p:spPr>
            <a:xfrm>
              <a:off x="1115616" y="3619829"/>
              <a:ext cx="151078" cy="517511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454D023B-8606-6AA6-B76D-DA3126A4A0DA}"/>
              </a:ext>
            </a:extLst>
          </p:cNvPr>
          <p:cNvGrpSpPr/>
          <p:nvPr/>
        </p:nvGrpSpPr>
        <p:grpSpPr>
          <a:xfrm>
            <a:off x="1197801" y="3340042"/>
            <a:ext cx="394303" cy="1051773"/>
            <a:chOff x="1043608" y="3332719"/>
            <a:chExt cx="394303" cy="1051773"/>
          </a:xfrm>
        </p:grpSpPr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2BE2EEEA-858C-55A9-A867-40A050CBCECC}"/>
                </a:ext>
              </a:extLst>
            </p:cNvPr>
            <p:cNvSpPr txBox="1"/>
            <p:nvPr/>
          </p:nvSpPr>
          <p:spPr>
            <a:xfrm>
              <a:off x="1126607" y="4015160"/>
              <a:ext cx="311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sz="1800" dirty="0"/>
                <a:t>0</a:t>
              </a:r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4377CC59-D222-4629-313B-3DD1282E4D84}"/>
                </a:ext>
              </a:extLst>
            </p:cNvPr>
            <p:cNvSpPr/>
            <p:nvPr/>
          </p:nvSpPr>
          <p:spPr>
            <a:xfrm>
              <a:off x="1043608" y="3332719"/>
              <a:ext cx="144016" cy="287110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cxnSp>
          <p:nvCxnSpPr>
            <p:cNvPr id="58" name="Straight Arrow Connector 57">
              <a:extLst>
                <a:ext uri="{FF2B5EF4-FFF2-40B4-BE49-F238E27FC236}">
                  <a16:creationId xmlns:a16="http://schemas.microsoft.com/office/drawing/2014/main" id="{95AF75CC-5B60-1F25-6C9B-1D7B750160BF}"/>
                </a:ext>
              </a:extLst>
            </p:cNvPr>
            <p:cNvCxnSpPr>
              <a:cxnSpLocks/>
              <a:stCxn id="57" idx="4"/>
            </p:cNvCxnSpPr>
            <p:nvPr/>
          </p:nvCxnSpPr>
          <p:spPr>
            <a:xfrm>
              <a:off x="1115616" y="3619829"/>
              <a:ext cx="151078" cy="517511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6BFAA174-9737-F380-078A-6626627DA7A8}"/>
              </a:ext>
            </a:extLst>
          </p:cNvPr>
          <p:cNvGrpSpPr/>
          <p:nvPr/>
        </p:nvGrpSpPr>
        <p:grpSpPr>
          <a:xfrm>
            <a:off x="1352388" y="3336849"/>
            <a:ext cx="394303" cy="1051773"/>
            <a:chOff x="1043608" y="3332719"/>
            <a:chExt cx="394303" cy="1051773"/>
          </a:xfrm>
        </p:grpSpPr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BC40A932-032C-03AA-1D31-7EFAC5F22C21}"/>
                </a:ext>
              </a:extLst>
            </p:cNvPr>
            <p:cNvSpPr txBox="1"/>
            <p:nvPr/>
          </p:nvSpPr>
          <p:spPr>
            <a:xfrm>
              <a:off x="1126607" y="4015160"/>
              <a:ext cx="311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sz="1800" dirty="0"/>
                <a:t>0</a:t>
              </a:r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4FA781A3-D843-20F7-7677-60D691A49A09}"/>
                </a:ext>
              </a:extLst>
            </p:cNvPr>
            <p:cNvSpPr/>
            <p:nvPr/>
          </p:nvSpPr>
          <p:spPr>
            <a:xfrm>
              <a:off x="1043608" y="3332719"/>
              <a:ext cx="144016" cy="287110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cxnSp>
          <p:nvCxnSpPr>
            <p:cNvPr id="62" name="Straight Arrow Connector 61">
              <a:extLst>
                <a:ext uri="{FF2B5EF4-FFF2-40B4-BE49-F238E27FC236}">
                  <a16:creationId xmlns:a16="http://schemas.microsoft.com/office/drawing/2014/main" id="{1E6EDC92-A45C-12F6-716D-40425F58F94A}"/>
                </a:ext>
              </a:extLst>
            </p:cNvPr>
            <p:cNvCxnSpPr>
              <a:cxnSpLocks/>
              <a:stCxn id="61" idx="4"/>
            </p:cNvCxnSpPr>
            <p:nvPr/>
          </p:nvCxnSpPr>
          <p:spPr>
            <a:xfrm>
              <a:off x="1115616" y="3619829"/>
              <a:ext cx="151078" cy="517511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92BE869B-AFF9-F96F-AA35-731C13311577}"/>
              </a:ext>
            </a:extLst>
          </p:cNvPr>
          <p:cNvGrpSpPr/>
          <p:nvPr/>
        </p:nvGrpSpPr>
        <p:grpSpPr>
          <a:xfrm>
            <a:off x="1500566" y="3340042"/>
            <a:ext cx="755782" cy="1047028"/>
            <a:chOff x="1043608" y="3332719"/>
            <a:chExt cx="755782" cy="1047028"/>
          </a:xfrm>
        </p:grpSpPr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BE60CA75-FA7E-01E6-FBE8-F12FC41B9A0A}"/>
                </a:ext>
              </a:extLst>
            </p:cNvPr>
            <p:cNvSpPr txBox="1"/>
            <p:nvPr/>
          </p:nvSpPr>
          <p:spPr>
            <a:xfrm>
              <a:off x="1488086" y="4010415"/>
              <a:ext cx="311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sz="1800" dirty="0"/>
                <a:t>1</a:t>
              </a:r>
            </a:p>
          </p:txBody>
        </p:sp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DDEF8676-7DD1-C8D0-A720-2D24C766CFF6}"/>
                </a:ext>
              </a:extLst>
            </p:cNvPr>
            <p:cNvSpPr/>
            <p:nvPr/>
          </p:nvSpPr>
          <p:spPr>
            <a:xfrm>
              <a:off x="1043608" y="3332719"/>
              <a:ext cx="144016" cy="287110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cxnSp>
          <p:nvCxnSpPr>
            <p:cNvPr id="66" name="Straight Arrow Connector 65">
              <a:extLst>
                <a:ext uri="{FF2B5EF4-FFF2-40B4-BE49-F238E27FC236}">
                  <a16:creationId xmlns:a16="http://schemas.microsoft.com/office/drawing/2014/main" id="{26F33440-0181-2444-5032-23DBACC69588}"/>
                </a:ext>
              </a:extLst>
            </p:cNvPr>
            <p:cNvCxnSpPr>
              <a:cxnSpLocks/>
              <a:stCxn id="65" idx="6"/>
            </p:cNvCxnSpPr>
            <p:nvPr/>
          </p:nvCxnSpPr>
          <p:spPr>
            <a:xfrm>
              <a:off x="1187624" y="3476274"/>
              <a:ext cx="417315" cy="648354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7DC52BB8-6731-78F5-F34C-56A5B5EB7C5C}"/>
              </a:ext>
            </a:extLst>
          </p:cNvPr>
          <p:cNvGrpSpPr/>
          <p:nvPr/>
        </p:nvGrpSpPr>
        <p:grpSpPr>
          <a:xfrm>
            <a:off x="2017952" y="3344006"/>
            <a:ext cx="394303" cy="1051773"/>
            <a:chOff x="1043608" y="3332719"/>
            <a:chExt cx="394303" cy="1051773"/>
          </a:xfrm>
        </p:grpSpPr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2F95A09A-DA72-8F0C-A840-0E82251D6BE9}"/>
                </a:ext>
              </a:extLst>
            </p:cNvPr>
            <p:cNvSpPr txBox="1"/>
            <p:nvPr/>
          </p:nvSpPr>
          <p:spPr>
            <a:xfrm>
              <a:off x="1126607" y="4015160"/>
              <a:ext cx="311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sz="1800" dirty="0"/>
                <a:t>0</a:t>
              </a:r>
            </a:p>
          </p:txBody>
        </p: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C4422D24-994A-7FE9-6A94-1A087D811F98}"/>
                </a:ext>
              </a:extLst>
            </p:cNvPr>
            <p:cNvSpPr/>
            <p:nvPr/>
          </p:nvSpPr>
          <p:spPr>
            <a:xfrm>
              <a:off x="1043608" y="3332719"/>
              <a:ext cx="144016" cy="287110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cxnSp>
          <p:nvCxnSpPr>
            <p:cNvPr id="72" name="Straight Arrow Connector 71">
              <a:extLst>
                <a:ext uri="{FF2B5EF4-FFF2-40B4-BE49-F238E27FC236}">
                  <a16:creationId xmlns:a16="http://schemas.microsoft.com/office/drawing/2014/main" id="{11EB3AD9-A25D-85FC-CBDB-6765B0E6423C}"/>
                </a:ext>
              </a:extLst>
            </p:cNvPr>
            <p:cNvCxnSpPr>
              <a:cxnSpLocks/>
              <a:stCxn id="71" idx="4"/>
            </p:cNvCxnSpPr>
            <p:nvPr/>
          </p:nvCxnSpPr>
          <p:spPr>
            <a:xfrm>
              <a:off x="1115616" y="3619829"/>
              <a:ext cx="151078" cy="517511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D2BB31A5-900B-FD35-A114-4E1E6AFB8C95}"/>
              </a:ext>
            </a:extLst>
          </p:cNvPr>
          <p:cNvGrpSpPr/>
          <p:nvPr/>
        </p:nvGrpSpPr>
        <p:grpSpPr>
          <a:xfrm>
            <a:off x="2181589" y="3340042"/>
            <a:ext cx="394303" cy="1051773"/>
            <a:chOff x="1043608" y="3332719"/>
            <a:chExt cx="394303" cy="1051773"/>
          </a:xfrm>
        </p:grpSpPr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8CE28DB7-0881-9854-36F3-58C67C56E5B8}"/>
                </a:ext>
              </a:extLst>
            </p:cNvPr>
            <p:cNvSpPr txBox="1"/>
            <p:nvPr/>
          </p:nvSpPr>
          <p:spPr>
            <a:xfrm>
              <a:off x="1126607" y="4015160"/>
              <a:ext cx="311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sz="1800" dirty="0"/>
                <a:t>0</a:t>
              </a:r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05DAF7F3-9638-2FFD-0F83-EE5C9D1A62EF}"/>
                </a:ext>
              </a:extLst>
            </p:cNvPr>
            <p:cNvSpPr/>
            <p:nvPr/>
          </p:nvSpPr>
          <p:spPr>
            <a:xfrm>
              <a:off x="1043608" y="3332719"/>
              <a:ext cx="144016" cy="287110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cxnSp>
          <p:nvCxnSpPr>
            <p:cNvPr id="76" name="Straight Arrow Connector 75">
              <a:extLst>
                <a:ext uri="{FF2B5EF4-FFF2-40B4-BE49-F238E27FC236}">
                  <a16:creationId xmlns:a16="http://schemas.microsoft.com/office/drawing/2014/main" id="{F618396A-E556-273C-9C52-BFF72ADDB948}"/>
                </a:ext>
              </a:extLst>
            </p:cNvPr>
            <p:cNvCxnSpPr>
              <a:cxnSpLocks/>
              <a:stCxn id="75" idx="4"/>
            </p:cNvCxnSpPr>
            <p:nvPr/>
          </p:nvCxnSpPr>
          <p:spPr>
            <a:xfrm>
              <a:off x="1115616" y="3619829"/>
              <a:ext cx="151078" cy="517511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7F95535E-62FB-FFF4-6E53-4DE7D12216A3}"/>
              </a:ext>
            </a:extLst>
          </p:cNvPr>
          <p:cNvGrpSpPr/>
          <p:nvPr/>
        </p:nvGrpSpPr>
        <p:grpSpPr>
          <a:xfrm>
            <a:off x="2313046" y="3341225"/>
            <a:ext cx="394303" cy="1051773"/>
            <a:chOff x="1043608" y="3332719"/>
            <a:chExt cx="394303" cy="1051773"/>
          </a:xfrm>
        </p:grpSpPr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9CCB6851-F6DA-17DF-8A23-E5B515DB7447}"/>
                </a:ext>
              </a:extLst>
            </p:cNvPr>
            <p:cNvSpPr txBox="1"/>
            <p:nvPr/>
          </p:nvSpPr>
          <p:spPr>
            <a:xfrm>
              <a:off x="1126607" y="4015160"/>
              <a:ext cx="311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sz="1800" dirty="0"/>
                <a:t>1</a:t>
              </a:r>
            </a:p>
          </p:txBody>
        </p:sp>
        <p:sp>
          <p:nvSpPr>
            <p:cNvPr id="79" name="Oval 78">
              <a:extLst>
                <a:ext uri="{FF2B5EF4-FFF2-40B4-BE49-F238E27FC236}">
                  <a16:creationId xmlns:a16="http://schemas.microsoft.com/office/drawing/2014/main" id="{DA2FFF2D-1F8D-BE0A-8F77-C4CF6399D3B0}"/>
                </a:ext>
              </a:extLst>
            </p:cNvPr>
            <p:cNvSpPr/>
            <p:nvPr/>
          </p:nvSpPr>
          <p:spPr>
            <a:xfrm>
              <a:off x="1043608" y="3332719"/>
              <a:ext cx="144016" cy="287110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cxnSp>
          <p:nvCxnSpPr>
            <p:cNvPr id="80" name="Straight Arrow Connector 79">
              <a:extLst>
                <a:ext uri="{FF2B5EF4-FFF2-40B4-BE49-F238E27FC236}">
                  <a16:creationId xmlns:a16="http://schemas.microsoft.com/office/drawing/2014/main" id="{1B67AB59-5D26-BF2E-48DA-09D0F902F7F6}"/>
                </a:ext>
              </a:extLst>
            </p:cNvPr>
            <p:cNvCxnSpPr>
              <a:cxnSpLocks/>
              <a:stCxn id="79" idx="4"/>
            </p:cNvCxnSpPr>
            <p:nvPr/>
          </p:nvCxnSpPr>
          <p:spPr>
            <a:xfrm>
              <a:off x="1115616" y="3619829"/>
              <a:ext cx="151078" cy="517511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340BF11A-93C1-DBE2-B7CD-60F3A821C888}"/>
              </a:ext>
            </a:extLst>
          </p:cNvPr>
          <p:cNvGrpSpPr/>
          <p:nvPr/>
        </p:nvGrpSpPr>
        <p:grpSpPr>
          <a:xfrm>
            <a:off x="2459366" y="3332227"/>
            <a:ext cx="890631" cy="1047527"/>
            <a:chOff x="1043608" y="3332719"/>
            <a:chExt cx="890631" cy="1047527"/>
          </a:xfrm>
        </p:grpSpPr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DFB01579-E6E0-5B77-4B34-FB010F9BB22D}"/>
                </a:ext>
              </a:extLst>
            </p:cNvPr>
            <p:cNvSpPr txBox="1"/>
            <p:nvPr/>
          </p:nvSpPr>
          <p:spPr>
            <a:xfrm>
              <a:off x="1622935" y="4010914"/>
              <a:ext cx="311304" cy="369332"/>
            </a:xfrm>
            <a:prstGeom prst="rect">
              <a:avLst/>
            </a:prstGeom>
            <a:noFill/>
            <a:ln>
              <a:solidFill>
                <a:srgbClr val="00B0F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MY" sz="1800" dirty="0"/>
                <a:t>1</a:t>
              </a:r>
            </a:p>
          </p:txBody>
        </p:sp>
        <p:sp>
          <p:nvSpPr>
            <p:cNvPr id="83" name="Oval 82">
              <a:extLst>
                <a:ext uri="{FF2B5EF4-FFF2-40B4-BE49-F238E27FC236}">
                  <a16:creationId xmlns:a16="http://schemas.microsoft.com/office/drawing/2014/main" id="{D1042C08-EB94-FA64-1A23-83907D71A8A6}"/>
                </a:ext>
              </a:extLst>
            </p:cNvPr>
            <p:cNvSpPr/>
            <p:nvPr/>
          </p:nvSpPr>
          <p:spPr>
            <a:xfrm>
              <a:off x="1043608" y="3332719"/>
              <a:ext cx="144016" cy="287110"/>
            </a:xfrm>
            <a:prstGeom prst="ellipse">
              <a:avLst/>
            </a:prstGeom>
            <a:noFill/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cxnSp>
          <p:nvCxnSpPr>
            <p:cNvPr id="84" name="Straight Arrow Connector 83">
              <a:extLst>
                <a:ext uri="{FF2B5EF4-FFF2-40B4-BE49-F238E27FC236}">
                  <a16:creationId xmlns:a16="http://schemas.microsoft.com/office/drawing/2014/main" id="{FA77B6AF-0BE7-1687-F321-C679E451FFD7}"/>
                </a:ext>
              </a:extLst>
            </p:cNvPr>
            <p:cNvCxnSpPr>
              <a:cxnSpLocks/>
              <a:stCxn id="83" idx="4"/>
            </p:cNvCxnSpPr>
            <p:nvPr/>
          </p:nvCxnSpPr>
          <p:spPr>
            <a:xfrm>
              <a:off x="1115616" y="3619829"/>
              <a:ext cx="624610" cy="511308"/>
            </a:xfrm>
            <a:prstGeom prst="straightConnector1">
              <a:avLst/>
            </a:prstGeom>
            <a:ln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6" name="Rectangle 85">
            <a:extLst>
              <a:ext uri="{FF2B5EF4-FFF2-40B4-BE49-F238E27FC236}">
                <a16:creationId xmlns:a16="http://schemas.microsoft.com/office/drawing/2014/main" id="{884F61F2-F7D0-F90A-EFAE-135C13CC1452}"/>
              </a:ext>
            </a:extLst>
          </p:cNvPr>
          <p:cNvSpPr/>
          <p:nvPr/>
        </p:nvSpPr>
        <p:spPr>
          <a:xfrm>
            <a:off x="3597516" y="3303977"/>
            <a:ext cx="684740" cy="306840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D6F1D384-5BB5-CE67-6E2D-3412E9CC682A}"/>
              </a:ext>
            </a:extLst>
          </p:cNvPr>
          <p:cNvCxnSpPr>
            <a:cxnSpLocks/>
          </p:cNvCxnSpPr>
          <p:nvPr/>
        </p:nvCxnSpPr>
        <p:spPr>
          <a:xfrm>
            <a:off x="3953640" y="3637033"/>
            <a:ext cx="6827" cy="430703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D9D348A7-AC08-2CCE-8B51-FDD2ED41D37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44706"/>
          <a:stretch/>
        </p:blipFill>
        <p:spPr>
          <a:xfrm>
            <a:off x="649417" y="4551034"/>
            <a:ext cx="7164141" cy="2269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397861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4C1713-40D3-335D-67D1-D83190F5CB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Booth’s Algorithm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6E30D5-F217-4E7F-B711-82A6BFCCBA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9545" y="3284984"/>
            <a:ext cx="7887005" cy="64807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MY" sz="3600" b="1" dirty="0"/>
              <a:t>Example 2</a:t>
            </a:r>
          </a:p>
        </p:txBody>
      </p:sp>
    </p:spTree>
    <p:extLst>
      <p:ext uri="{BB962C8B-B14F-4D97-AF65-F5344CB8AC3E}">
        <p14:creationId xmlns:p14="http://schemas.microsoft.com/office/powerpoint/2010/main" val="72082198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C7C037D4-CCD4-BB8E-FDC1-9F2BB4FBA53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75438404"/>
              </p:ext>
            </p:extLst>
          </p:nvPr>
        </p:nvGraphicFramePr>
        <p:xfrm>
          <a:off x="325211" y="1772816"/>
          <a:ext cx="7886700" cy="388113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25521">
                  <a:extLst>
                    <a:ext uri="{9D8B030D-6E8A-4147-A177-3AD203B41FA5}">
                      <a16:colId xmlns:a16="http://schemas.microsoft.com/office/drawing/2014/main" val="3451011438"/>
                    </a:ext>
                  </a:extLst>
                </a:gridCol>
                <a:gridCol w="925521">
                  <a:extLst>
                    <a:ext uri="{9D8B030D-6E8A-4147-A177-3AD203B41FA5}">
                      <a16:colId xmlns:a16="http://schemas.microsoft.com/office/drawing/2014/main" val="2754834517"/>
                    </a:ext>
                  </a:extLst>
                </a:gridCol>
                <a:gridCol w="925521">
                  <a:extLst>
                    <a:ext uri="{9D8B030D-6E8A-4147-A177-3AD203B41FA5}">
                      <a16:colId xmlns:a16="http://schemas.microsoft.com/office/drawing/2014/main" val="3203560697"/>
                    </a:ext>
                  </a:extLst>
                </a:gridCol>
                <a:gridCol w="925521">
                  <a:extLst>
                    <a:ext uri="{9D8B030D-6E8A-4147-A177-3AD203B41FA5}">
                      <a16:colId xmlns:a16="http://schemas.microsoft.com/office/drawing/2014/main" val="2899819017"/>
                    </a:ext>
                  </a:extLst>
                </a:gridCol>
                <a:gridCol w="1552817">
                  <a:extLst>
                    <a:ext uri="{9D8B030D-6E8A-4147-A177-3AD203B41FA5}">
                      <a16:colId xmlns:a16="http://schemas.microsoft.com/office/drawing/2014/main" val="851554681"/>
                    </a:ext>
                  </a:extLst>
                </a:gridCol>
                <a:gridCol w="2631799">
                  <a:extLst>
                    <a:ext uri="{9D8B030D-6E8A-4147-A177-3AD203B41FA5}">
                      <a16:colId xmlns:a16="http://schemas.microsoft.com/office/drawing/2014/main" val="1101951580"/>
                    </a:ext>
                  </a:extLst>
                </a:gridCol>
              </a:tblGrid>
              <a:tr h="360040">
                <a:tc>
                  <a:txBody>
                    <a:bodyPr/>
                    <a:lstStyle/>
                    <a:p>
                      <a:pPr algn="ctr"/>
                      <a:r>
                        <a:rPr lang="en-MY" b="1" dirty="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 dirty="0"/>
                        <a:t>Q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 dirty="0"/>
                        <a:t>Q</a:t>
                      </a:r>
                      <a:r>
                        <a:rPr lang="en-MY" b="1" baseline="-25000" dirty="0"/>
                        <a:t>-1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 dirty="0"/>
                        <a:t>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 dirty="0"/>
                        <a:t>Operation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 dirty="0"/>
                        <a:t>Cycle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40489708"/>
                  </a:ext>
                </a:extLst>
              </a:tr>
              <a:tr h="426328">
                <a:tc>
                  <a:txBody>
                    <a:bodyPr/>
                    <a:lstStyle/>
                    <a:p>
                      <a:pPr algn="ctr"/>
                      <a:endParaRPr lang="en-MY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MY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6429687"/>
                  </a:ext>
                </a:extLst>
              </a:tr>
              <a:tr h="504056">
                <a:tc>
                  <a:txBody>
                    <a:bodyPr/>
                    <a:lstStyle/>
                    <a:p>
                      <a:pPr algn="ctr"/>
                      <a:endParaRPr lang="en-MY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1261875"/>
                  </a:ext>
                </a:extLst>
              </a:tr>
              <a:tr h="604867">
                <a:tc>
                  <a:txBody>
                    <a:bodyPr/>
                    <a:lstStyle/>
                    <a:p>
                      <a:pPr algn="ctr"/>
                      <a:endParaRPr lang="en-MY" dirty="0"/>
                    </a:p>
                    <a:p>
                      <a:pPr algn="ctr"/>
                      <a:endParaRPr lang="en-MY" dirty="0"/>
                    </a:p>
                    <a:p>
                      <a:pPr algn="ctr"/>
                      <a:endParaRPr lang="en-MY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60105215"/>
                  </a:ext>
                </a:extLst>
              </a:tr>
              <a:tr h="835293">
                <a:tc>
                  <a:txBody>
                    <a:bodyPr/>
                    <a:lstStyle/>
                    <a:p>
                      <a:pPr algn="ctr"/>
                      <a:endParaRPr lang="en-MY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30087731"/>
                  </a:ext>
                </a:extLst>
              </a:tr>
              <a:tr h="835293">
                <a:tc>
                  <a:txBody>
                    <a:bodyPr/>
                    <a:lstStyle/>
                    <a:p>
                      <a:pPr algn="ctr"/>
                      <a:endParaRPr lang="en-MY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59100880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C35F821C-2D32-B3DF-C209-2A2FB52179D9}"/>
              </a:ext>
            </a:extLst>
          </p:cNvPr>
          <p:cNvSpPr txBox="1"/>
          <p:nvPr/>
        </p:nvSpPr>
        <p:spPr>
          <a:xfrm>
            <a:off x="295067" y="384695"/>
            <a:ext cx="308126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MY" dirty="0"/>
              <a:t> 7 (M</a:t>
            </a:r>
            <a:r>
              <a:rPr lang="en-MY" baseline="-25000" dirty="0"/>
              <a:t>ultiplicand</a:t>
            </a:r>
            <a:r>
              <a:rPr lang="en-MY" dirty="0"/>
              <a:t>) = </a:t>
            </a:r>
            <a:r>
              <a:rPr lang="en-MY" dirty="0">
                <a:solidFill>
                  <a:srgbClr val="FF0000"/>
                </a:solidFill>
              </a:rPr>
              <a:t>0111</a:t>
            </a:r>
          </a:p>
          <a:p>
            <a:r>
              <a:rPr lang="en-MY" dirty="0"/>
              <a:t>-6 (</a:t>
            </a:r>
            <a:r>
              <a:rPr lang="en-MY" dirty="0" err="1"/>
              <a:t>Q</a:t>
            </a:r>
            <a:r>
              <a:rPr lang="en-MY" baseline="-25000" dirty="0" err="1"/>
              <a:t>Multiplier</a:t>
            </a:r>
            <a:r>
              <a:rPr lang="en-MY" dirty="0"/>
              <a:t>) = 1010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BD4E99B-6509-E2DD-D6D8-B508FD2AA48E}"/>
              </a:ext>
            </a:extLst>
          </p:cNvPr>
          <p:cNvSpPr txBox="1"/>
          <p:nvPr/>
        </p:nvSpPr>
        <p:spPr>
          <a:xfrm>
            <a:off x="445113" y="2132856"/>
            <a:ext cx="74251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0000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DFF843E-FC8F-AB2F-FAE1-23EC4994D0C5}"/>
              </a:ext>
            </a:extLst>
          </p:cNvPr>
          <p:cNvSpPr txBox="1"/>
          <p:nvPr/>
        </p:nvSpPr>
        <p:spPr>
          <a:xfrm>
            <a:off x="1331641" y="2127151"/>
            <a:ext cx="74251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1010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3972494-3DB5-8196-9EFA-F52AD003C3EC}"/>
              </a:ext>
            </a:extLst>
          </p:cNvPr>
          <p:cNvSpPr txBox="1"/>
          <p:nvPr/>
        </p:nvSpPr>
        <p:spPr>
          <a:xfrm>
            <a:off x="2440772" y="2127151"/>
            <a:ext cx="3241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D50519F-5B5B-14F1-AC06-A3F685574C58}"/>
              </a:ext>
            </a:extLst>
          </p:cNvPr>
          <p:cNvSpPr txBox="1"/>
          <p:nvPr/>
        </p:nvSpPr>
        <p:spPr>
          <a:xfrm>
            <a:off x="3203848" y="2127151"/>
            <a:ext cx="74251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0111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AA6936E-C926-2B10-2DAD-A7EF9F9F8685}"/>
              </a:ext>
            </a:extLst>
          </p:cNvPr>
          <p:cNvCxnSpPr>
            <a:cxnSpLocks/>
          </p:cNvCxnSpPr>
          <p:nvPr/>
        </p:nvCxnSpPr>
        <p:spPr>
          <a:xfrm>
            <a:off x="1835697" y="2492896"/>
            <a:ext cx="144016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15" descr="A table with numbers and letters&#10;&#10;Description automatically generated">
            <a:extLst>
              <a:ext uri="{FF2B5EF4-FFF2-40B4-BE49-F238E27FC236}">
                <a16:creationId xmlns:a16="http://schemas.microsoft.com/office/drawing/2014/main" id="{9BC4EACB-727A-90A6-C826-BCFCB0AF2D7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22" t="8150" r="5584" b="9501"/>
          <a:stretch/>
        </p:blipFill>
        <p:spPr>
          <a:xfrm>
            <a:off x="5144264" y="99009"/>
            <a:ext cx="3077798" cy="1564548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64A3F94-7DB4-88AC-6DE2-123978C9A526}"/>
              </a:ext>
            </a:extLst>
          </p:cNvPr>
          <p:cNvCxnSpPr>
            <a:cxnSpLocks/>
          </p:cNvCxnSpPr>
          <p:nvPr/>
        </p:nvCxnSpPr>
        <p:spPr>
          <a:xfrm>
            <a:off x="2530828" y="2490242"/>
            <a:ext cx="144016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723E9E42-9069-3AB6-DEB2-CDDC05D05A4A}"/>
              </a:ext>
            </a:extLst>
          </p:cNvPr>
          <p:cNvSpPr txBox="1"/>
          <p:nvPr/>
        </p:nvSpPr>
        <p:spPr>
          <a:xfrm>
            <a:off x="429919" y="2596842"/>
            <a:ext cx="74251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0000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70DBDAC-1DBF-BA8C-0585-0CE9E7BD77AD}"/>
              </a:ext>
            </a:extLst>
          </p:cNvPr>
          <p:cNvSpPr txBox="1"/>
          <p:nvPr/>
        </p:nvSpPr>
        <p:spPr>
          <a:xfrm>
            <a:off x="1336691" y="2596842"/>
            <a:ext cx="74251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0101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2458443-9FF6-2C5D-B605-D81288D56F14}"/>
              </a:ext>
            </a:extLst>
          </p:cNvPr>
          <p:cNvSpPr txBox="1"/>
          <p:nvPr/>
        </p:nvSpPr>
        <p:spPr>
          <a:xfrm>
            <a:off x="2440772" y="2612284"/>
            <a:ext cx="3241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0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34A681F-1A59-81C5-583F-A54BB277A3D9}"/>
              </a:ext>
            </a:extLst>
          </p:cNvPr>
          <p:cNvSpPr txBox="1"/>
          <p:nvPr/>
        </p:nvSpPr>
        <p:spPr>
          <a:xfrm>
            <a:off x="3203848" y="2601193"/>
            <a:ext cx="74251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0111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DCE9591-0E86-545E-B74C-D4EFD5B1A62E}"/>
              </a:ext>
            </a:extLst>
          </p:cNvPr>
          <p:cNvSpPr txBox="1"/>
          <p:nvPr/>
        </p:nvSpPr>
        <p:spPr>
          <a:xfrm>
            <a:off x="4413562" y="2620659"/>
            <a:ext cx="7782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Shift </a:t>
            </a: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FBE5333C-8EDE-51B8-7A54-0FD9D3DCF4D4}"/>
              </a:ext>
            </a:extLst>
          </p:cNvPr>
          <p:cNvCxnSpPr>
            <a:cxnSpLocks/>
          </p:cNvCxnSpPr>
          <p:nvPr/>
        </p:nvCxnSpPr>
        <p:spPr>
          <a:xfrm>
            <a:off x="1815542" y="2956768"/>
            <a:ext cx="144016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D88053F6-E74E-5225-404A-236D55DBD19D}"/>
              </a:ext>
            </a:extLst>
          </p:cNvPr>
          <p:cNvCxnSpPr>
            <a:cxnSpLocks/>
          </p:cNvCxnSpPr>
          <p:nvPr/>
        </p:nvCxnSpPr>
        <p:spPr>
          <a:xfrm>
            <a:off x="2510673" y="3001303"/>
            <a:ext cx="144016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1021EB39-235F-FEA9-F3BC-264137699A58}"/>
              </a:ext>
            </a:extLst>
          </p:cNvPr>
          <p:cNvSpPr txBox="1"/>
          <p:nvPr/>
        </p:nvSpPr>
        <p:spPr>
          <a:xfrm>
            <a:off x="4500593" y="3530479"/>
            <a:ext cx="7782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Shift 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633DEDD-B41D-F591-BF60-FF0DA9C5DBB2}"/>
              </a:ext>
            </a:extLst>
          </p:cNvPr>
          <p:cNvSpPr txBox="1"/>
          <p:nvPr/>
        </p:nvSpPr>
        <p:spPr>
          <a:xfrm>
            <a:off x="445112" y="3530479"/>
            <a:ext cx="74251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1100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4AD9595-B36C-B041-3807-5B8C4FED9308}"/>
              </a:ext>
            </a:extLst>
          </p:cNvPr>
          <p:cNvSpPr txBox="1"/>
          <p:nvPr/>
        </p:nvSpPr>
        <p:spPr>
          <a:xfrm>
            <a:off x="1331639" y="3530479"/>
            <a:ext cx="74251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1010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90AAF61-9923-382A-9D10-F0259DDCAAC3}"/>
              </a:ext>
            </a:extLst>
          </p:cNvPr>
          <p:cNvSpPr txBox="1"/>
          <p:nvPr/>
        </p:nvSpPr>
        <p:spPr>
          <a:xfrm>
            <a:off x="3178538" y="3530479"/>
            <a:ext cx="74251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0111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533741F-8921-D5EF-917B-F32960D67D26}"/>
              </a:ext>
            </a:extLst>
          </p:cNvPr>
          <p:cNvSpPr txBox="1"/>
          <p:nvPr/>
        </p:nvSpPr>
        <p:spPr>
          <a:xfrm>
            <a:off x="2436930" y="3536974"/>
            <a:ext cx="3241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1</a:t>
            </a: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AAF8749E-3CD8-CC25-CFED-335724682B17}"/>
              </a:ext>
            </a:extLst>
          </p:cNvPr>
          <p:cNvCxnSpPr>
            <a:cxnSpLocks/>
          </p:cNvCxnSpPr>
          <p:nvPr/>
        </p:nvCxnSpPr>
        <p:spPr>
          <a:xfrm>
            <a:off x="1815542" y="3937084"/>
            <a:ext cx="144016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5577DDA6-E3BD-9665-D0E6-64AF6678259F}"/>
              </a:ext>
            </a:extLst>
          </p:cNvPr>
          <p:cNvCxnSpPr>
            <a:cxnSpLocks/>
          </p:cNvCxnSpPr>
          <p:nvPr/>
        </p:nvCxnSpPr>
        <p:spPr>
          <a:xfrm>
            <a:off x="2510673" y="3934430"/>
            <a:ext cx="144016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C99059FA-123B-0D37-DE71-5B68B94B32BC}"/>
              </a:ext>
            </a:extLst>
          </p:cNvPr>
          <p:cNvSpPr txBox="1"/>
          <p:nvPr/>
        </p:nvSpPr>
        <p:spPr>
          <a:xfrm>
            <a:off x="4526010" y="3980229"/>
            <a:ext cx="7216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A+M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5ECE30D-C25D-71F2-AA8B-1121F32BFF74}"/>
              </a:ext>
            </a:extLst>
          </p:cNvPr>
          <p:cNvSpPr txBox="1"/>
          <p:nvPr/>
        </p:nvSpPr>
        <p:spPr>
          <a:xfrm>
            <a:off x="433015" y="3974794"/>
            <a:ext cx="74251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0011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D7336D0A-6A35-3ED1-2783-0BBA0605A1F6}"/>
              </a:ext>
            </a:extLst>
          </p:cNvPr>
          <p:cNvSpPr txBox="1"/>
          <p:nvPr/>
        </p:nvSpPr>
        <p:spPr>
          <a:xfrm>
            <a:off x="1330180" y="3967403"/>
            <a:ext cx="74251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1010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E5B8A120-6984-AF6D-A880-BE600D4946F1}"/>
              </a:ext>
            </a:extLst>
          </p:cNvPr>
          <p:cNvSpPr txBox="1"/>
          <p:nvPr/>
        </p:nvSpPr>
        <p:spPr>
          <a:xfrm>
            <a:off x="406727" y="4377847"/>
            <a:ext cx="74251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0001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F8E73E72-B862-1CAB-4CAE-C2A211E670B5}"/>
              </a:ext>
            </a:extLst>
          </p:cNvPr>
          <p:cNvSpPr txBox="1"/>
          <p:nvPr/>
        </p:nvSpPr>
        <p:spPr>
          <a:xfrm>
            <a:off x="2447672" y="3974794"/>
            <a:ext cx="3241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1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967ECEDF-A3D6-AA74-2874-3244AACC4D39}"/>
              </a:ext>
            </a:extLst>
          </p:cNvPr>
          <p:cNvSpPr txBox="1"/>
          <p:nvPr/>
        </p:nvSpPr>
        <p:spPr>
          <a:xfrm>
            <a:off x="3178538" y="3987044"/>
            <a:ext cx="74251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0111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F6D94BFB-3730-DDB5-7DA4-EAD123B6B86D}"/>
              </a:ext>
            </a:extLst>
          </p:cNvPr>
          <p:cNvSpPr txBox="1"/>
          <p:nvPr/>
        </p:nvSpPr>
        <p:spPr>
          <a:xfrm>
            <a:off x="1330179" y="4402853"/>
            <a:ext cx="74251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1101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2D2F97F-4BF5-5CEB-26CC-C6A28B1AF18B}"/>
              </a:ext>
            </a:extLst>
          </p:cNvPr>
          <p:cNvSpPr txBox="1"/>
          <p:nvPr/>
        </p:nvSpPr>
        <p:spPr>
          <a:xfrm>
            <a:off x="2447672" y="4361097"/>
            <a:ext cx="3241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0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D8743B8F-20CC-3923-2EA9-2E8066CBE870}"/>
              </a:ext>
            </a:extLst>
          </p:cNvPr>
          <p:cNvSpPr txBox="1"/>
          <p:nvPr/>
        </p:nvSpPr>
        <p:spPr>
          <a:xfrm>
            <a:off x="3178538" y="4360096"/>
            <a:ext cx="74251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0111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8F4FCBB4-0507-F1D3-B90D-AEF8BCA35814}"/>
              </a:ext>
            </a:extLst>
          </p:cNvPr>
          <p:cNvSpPr txBox="1"/>
          <p:nvPr/>
        </p:nvSpPr>
        <p:spPr>
          <a:xfrm>
            <a:off x="4505116" y="4375505"/>
            <a:ext cx="7782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Shift </a:t>
            </a:r>
          </a:p>
        </p:txBody>
      </p: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6C7C6C7B-DB58-86F9-23FB-17116563353A}"/>
              </a:ext>
            </a:extLst>
          </p:cNvPr>
          <p:cNvCxnSpPr>
            <a:cxnSpLocks/>
          </p:cNvCxnSpPr>
          <p:nvPr/>
        </p:nvCxnSpPr>
        <p:spPr>
          <a:xfrm>
            <a:off x="1835696" y="4785267"/>
            <a:ext cx="144016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71348605-CAFE-0E6A-7860-DF5049125F02}"/>
              </a:ext>
            </a:extLst>
          </p:cNvPr>
          <p:cNvCxnSpPr>
            <a:cxnSpLocks/>
          </p:cNvCxnSpPr>
          <p:nvPr/>
        </p:nvCxnSpPr>
        <p:spPr>
          <a:xfrm>
            <a:off x="2555776" y="4782613"/>
            <a:ext cx="144016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TextBox 90">
            <a:extLst>
              <a:ext uri="{FF2B5EF4-FFF2-40B4-BE49-F238E27FC236}">
                <a16:creationId xmlns:a16="http://schemas.microsoft.com/office/drawing/2014/main" id="{D8B91624-DCF8-50F5-9472-AA84A0CC695B}"/>
              </a:ext>
            </a:extLst>
          </p:cNvPr>
          <p:cNvSpPr txBox="1"/>
          <p:nvPr/>
        </p:nvSpPr>
        <p:spPr>
          <a:xfrm>
            <a:off x="410232" y="4822162"/>
            <a:ext cx="74251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1010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79CDDF33-C4EF-58B2-75B6-EC24502D1CFC}"/>
              </a:ext>
            </a:extLst>
          </p:cNvPr>
          <p:cNvSpPr txBox="1"/>
          <p:nvPr/>
        </p:nvSpPr>
        <p:spPr>
          <a:xfrm>
            <a:off x="1328602" y="4793305"/>
            <a:ext cx="74251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1101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A1B38953-E5AD-6164-8B27-BAE855D6B380}"/>
              </a:ext>
            </a:extLst>
          </p:cNvPr>
          <p:cNvSpPr txBox="1"/>
          <p:nvPr/>
        </p:nvSpPr>
        <p:spPr>
          <a:xfrm>
            <a:off x="402643" y="5206962"/>
            <a:ext cx="74251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1101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5709A072-C4DA-C9A0-95CA-D3E64291EFB7}"/>
              </a:ext>
            </a:extLst>
          </p:cNvPr>
          <p:cNvSpPr txBox="1"/>
          <p:nvPr/>
        </p:nvSpPr>
        <p:spPr>
          <a:xfrm>
            <a:off x="2447672" y="4828484"/>
            <a:ext cx="3241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0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502E6944-CA5E-79F3-00AE-6BB15B11356C}"/>
              </a:ext>
            </a:extLst>
          </p:cNvPr>
          <p:cNvSpPr txBox="1"/>
          <p:nvPr/>
        </p:nvSpPr>
        <p:spPr>
          <a:xfrm>
            <a:off x="3182907" y="4812403"/>
            <a:ext cx="74251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0111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A3245AA1-097F-626E-5A6A-C64AFFAC0EF2}"/>
              </a:ext>
            </a:extLst>
          </p:cNvPr>
          <p:cNvSpPr txBox="1"/>
          <p:nvPr/>
        </p:nvSpPr>
        <p:spPr>
          <a:xfrm>
            <a:off x="1336691" y="5206962"/>
            <a:ext cx="74251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0110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5C4376CB-044C-0D58-6FAA-D138CDEFEA78}"/>
              </a:ext>
            </a:extLst>
          </p:cNvPr>
          <p:cNvSpPr txBox="1"/>
          <p:nvPr/>
        </p:nvSpPr>
        <p:spPr>
          <a:xfrm>
            <a:off x="2447672" y="5194049"/>
            <a:ext cx="3241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1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332E83DC-E600-6B89-BD8F-53929391C9A4}"/>
              </a:ext>
            </a:extLst>
          </p:cNvPr>
          <p:cNvSpPr txBox="1"/>
          <p:nvPr/>
        </p:nvSpPr>
        <p:spPr>
          <a:xfrm>
            <a:off x="3207189" y="5182794"/>
            <a:ext cx="74251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0111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210B8D11-EAA1-197C-6350-350DD9DCC196}"/>
              </a:ext>
            </a:extLst>
          </p:cNvPr>
          <p:cNvSpPr txBox="1"/>
          <p:nvPr/>
        </p:nvSpPr>
        <p:spPr>
          <a:xfrm>
            <a:off x="4476247" y="5206962"/>
            <a:ext cx="7782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Shift 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B7DB41B9-042E-166D-0E4B-8006D3670899}"/>
              </a:ext>
            </a:extLst>
          </p:cNvPr>
          <p:cNvSpPr txBox="1"/>
          <p:nvPr/>
        </p:nvSpPr>
        <p:spPr>
          <a:xfrm>
            <a:off x="4301071" y="2111635"/>
            <a:ext cx="112864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Initialize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0CB24EB-4879-BF4E-9004-359A56E2C129}"/>
              </a:ext>
            </a:extLst>
          </p:cNvPr>
          <p:cNvSpPr txBox="1"/>
          <p:nvPr/>
        </p:nvSpPr>
        <p:spPr>
          <a:xfrm>
            <a:off x="4022205" y="3085563"/>
            <a:ext cx="16044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1800" dirty="0"/>
              <a:t>A-M = A+2sM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8FF588-7BC7-15CA-F0A9-CE09363AA702}"/>
              </a:ext>
            </a:extLst>
          </p:cNvPr>
          <p:cNvSpPr txBox="1"/>
          <p:nvPr/>
        </p:nvSpPr>
        <p:spPr>
          <a:xfrm>
            <a:off x="448231" y="3067356"/>
            <a:ext cx="74251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1001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640D18-BB00-A6A4-1B05-5708371CFBF9}"/>
              </a:ext>
            </a:extLst>
          </p:cNvPr>
          <p:cNvSpPr txBox="1"/>
          <p:nvPr/>
        </p:nvSpPr>
        <p:spPr>
          <a:xfrm>
            <a:off x="1332532" y="3066607"/>
            <a:ext cx="74251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0101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5F9D324-4E71-01E8-FD22-631BCDABE2BD}"/>
              </a:ext>
            </a:extLst>
          </p:cNvPr>
          <p:cNvSpPr txBox="1"/>
          <p:nvPr/>
        </p:nvSpPr>
        <p:spPr>
          <a:xfrm>
            <a:off x="2447672" y="3033777"/>
            <a:ext cx="3241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FAB2F3F-3BA4-809A-86A1-9FF95FC7140D}"/>
              </a:ext>
            </a:extLst>
          </p:cNvPr>
          <p:cNvSpPr txBox="1"/>
          <p:nvPr/>
        </p:nvSpPr>
        <p:spPr>
          <a:xfrm>
            <a:off x="3202650" y="3094063"/>
            <a:ext cx="74251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0111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4C5F815-9D5A-4152-83DF-CB61AC842B53}"/>
              </a:ext>
            </a:extLst>
          </p:cNvPr>
          <p:cNvSpPr txBox="1"/>
          <p:nvPr/>
        </p:nvSpPr>
        <p:spPr>
          <a:xfrm>
            <a:off x="4030954" y="4817684"/>
            <a:ext cx="16044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1800" dirty="0"/>
              <a:t>A-M = A+2sM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03997FB-C05B-74F4-3D46-6298E4F34F61}"/>
              </a:ext>
            </a:extLst>
          </p:cNvPr>
          <p:cNvSpPr txBox="1"/>
          <p:nvPr/>
        </p:nvSpPr>
        <p:spPr>
          <a:xfrm>
            <a:off x="6216477" y="2625225"/>
            <a:ext cx="139194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MY" sz="1600" dirty="0"/>
              <a:t>1</a:t>
            </a:r>
            <a:r>
              <a:rPr lang="en-MY" sz="1600" baseline="30000" dirty="0"/>
              <a:t>st</a:t>
            </a:r>
            <a:r>
              <a:rPr lang="en-MY" sz="1600" dirty="0"/>
              <a:t> cycle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1CE3B6B-D6B6-C123-86E4-8592ECF91EBC}"/>
              </a:ext>
            </a:extLst>
          </p:cNvPr>
          <p:cNvSpPr txBox="1"/>
          <p:nvPr/>
        </p:nvSpPr>
        <p:spPr>
          <a:xfrm>
            <a:off x="6275600" y="3302766"/>
            <a:ext cx="139194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MY" sz="1600" dirty="0"/>
              <a:t>2</a:t>
            </a:r>
            <a:r>
              <a:rPr lang="en-MY" sz="1600" baseline="30000" dirty="0"/>
              <a:t>nd</a:t>
            </a:r>
            <a:r>
              <a:rPr lang="en-MY" sz="1600" dirty="0"/>
              <a:t> cycle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22D309C-CEBD-3CB3-4670-B0F5DB137193}"/>
              </a:ext>
            </a:extLst>
          </p:cNvPr>
          <p:cNvSpPr txBox="1"/>
          <p:nvPr/>
        </p:nvSpPr>
        <p:spPr>
          <a:xfrm>
            <a:off x="6248826" y="4187099"/>
            <a:ext cx="139194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MY" sz="1600" dirty="0"/>
              <a:t>3</a:t>
            </a:r>
            <a:r>
              <a:rPr lang="en-MY" sz="1600" baseline="30000" dirty="0"/>
              <a:t>rd</a:t>
            </a:r>
            <a:r>
              <a:rPr lang="en-MY" sz="1600" dirty="0"/>
              <a:t> cycle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C891DE5-D580-AAD8-FBE7-F14800715C89}"/>
              </a:ext>
            </a:extLst>
          </p:cNvPr>
          <p:cNvSpPr txBox="1"/>
          <p:nvPr/>
        </p:nvSpPr>
        <p:spPr>
          <a:xfrm>
            <a:off x="6263010" y="5036611"/>
            <a:ext cx="139194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MY" sz="1600" dirty="0"/>
              <a:t>4</a:t>
            </a:r>
            <a:r>
              <a:rPr lang="en-MY" sz="1600" baseline="30000" dirty="0"/>
              <a:t>th</a:t>
            </a:r>
            <a:r>
              <a:rPr lang="en-MY" sz="1600" dirty="0"/>
              <a:t> cycle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E04C5E1-B49A-CAD3-4D4F-FE2BD01280A5}"/>
              </a:ext>
            </a:extLst>
          </p:cNvPr>
          <p:cNvSpPr txBox="1"/>
          <p:nvPr/>
        </p:nvSpPr>
        <p:spPr>
          <a:xfrm>
            <a:off x="3450618" y="988402"/>
            <a:ext cx="161935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2s M = 1001</a:t>
            </a:r>
          </a:p>
        </p:txBody>
      </p:sp>
    </p:spTree>
    <p:extLst>
      <p:ext uri="{BB962C8B-B14F-4D97-AF65-F5344CB8AC3E}">
        <p14:creationId xmlns:p14="http://schemas.microsoft.com/office/powerpoint/2010/main" val="23341245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DDAAC6-7F16-E115-1D1F-C6821A46B6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0044A-E87F-63CE-0CDD-0A3545CA4F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Booth’s Algorithm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2F0FAA-4BF8-8944-E1C4-9FED10914F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9545" y="3284984"/>
            <a:ext cx="7887005" cy="64807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MY" sz="3600" b="1" dirty="0"/>
              <a:t>Example 3</a:t>
            </a:r>
          </a:p>
        </p:txBody>
      </p:sp>
    </p:spTree>
    <p:extLst>
      <p:ext uri="{BB962C8B-B14F-4D97-AF65-F5344CB8AC3E}">
        <p14:creationId xmlns:p14="http://schemas.microsoft.com/office/powerpoint/2010/main" val="139515002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0E1AA7-088A-CA06-593E-701CABECE6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212" y="365760"/>
            <a:ext cx="7890672" cy="686976"/>
          </a:xfrm>
        </p:spPr>
        <p:txBody>
          <a:bodyPr/>
          <a:lstStyle/>
          <a:p>
            <a:r>
              <a:rPr lang="en-MY" dirty="0"/>
              <a:t>Case 1: 4 x 4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1AB7F5-436B-16BB-5D26-1D9C96F885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04048" y="260648"/>
            <a:ext cx="1798517" cy="952127"/>
          </a:xfrm>
        </p:spPr>
        <p:txBody>
          <a:bodyPr/>
          <a:lstStyle/>
          <a:p>
            <a:pPr marL="0" indent="0">
              <a:buNone/>
            </a:pPr>
            <a:r>
              <a:rPr lang="en-MY" dirty="0"/>
              <a:t>M = 4 = 0100</a:t>
            </a:r>
          </a:p>
          <a:p>
            <a:pPr marL="0" indent="0">
              <a:buNone/>
            </a:pPr>
            <a:r>
              <a:rPr lang="en-MY" dirty="0"/>
              <a:t>Q = 4 = 0100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43810A0-089D-24BB-F934-A1DE74BDEE14}"/>
              </a:ext>
            </a:extLst>
          </p:cNvPr>
          <p:cNvSpPr txBox="1">
            <a:spLocks/>
          </p:cNvSpPr>
          <p:nvPr/>
        </p:nvSpPr>
        <p:spPr>
          <a:xfrm>
            <a:off x="6946581" y="492695"/>
            <a:ext cx="1585859" cy="3976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buFont typeface="Arial" pitchFamily="34" charset="0"/>
              <a:buNone/>
            </a:pPr>
            <a:r>
              <a:rPr kumimoji="0" lang="en-MY" dirty="0">
                <a:solidFill>
                  <a:srgbClr val="FF0000"/>
                </a:solidFill>
              </a:rPr>
              <a:t>2s M = 1100</a:t>
            </a:r>
          </a:p>
        </p:txBody>
      </p:sp>
      <p:graphicFrame>
        <p:nvGraphicFramePr>
          <p:cNvPr id="6" name="Table 8">
            <a:extLst>
              <a:ext uri="{FF2B5EF4-FFF2-40B4-BE49-F238E27FC236}">
                <a16:creationId xmlns:a16="http://schemas.microsoft.com/office/drawing/2014/main" id="{131CF4B8-BD47-8473-7DA1-D4994F9F445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11222407"/>
              </p:ext>
            </p:extLst>
          </p:nvPr>
        </p:nvGraphicFramePr>
        <p:xfrm>
          <a:off x="325212" y="1772816"/>
          <a:ext cx="5686949" cy="360681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25521">
                  <a:extLst>
                    <a:ext uri="{9D8B030D-6E8A-4147-A177-3AD203B41FA5}">
                      <a16:colId xmlns:a16="http://schemas.microsoft.com/office/drawing/2014/main" val="3451011438"/>
                    </a:ext>
                  </a:extLst>
                </a:gridCol>
                <a:gridCol w="925521">
                  <a:extLst>
                    <a:ext uri="{9D8B030D-6E8A-4147-A177-3AD203B41FA5}">
                      <a16:colId xmlns:a16="http://schemas.microsoft.com/office/drawing/2014/main" val="2754834517"/>
                    </a:ext>
                  </a:extLst>
                </a:gridCol>
                <a:gridCol w="925521">
                  <a:extLst>
                    <a:ext uri="{9D8B030D-6E8A-4147-A177-3AD203B41FA5}">
                      <a16:colId xmlns:a16="http://schemas.microsoft.com/office/drawing/2014/main" val="3203560697"/>
                    </a:ext>
                  </a:extLst>
                </a:gridCol>
                <a:gridCol w="1552817">
                  <a:extLst>
                    <a:ext uri="{9D8B030D-6E8A-4147-A177-3AD203B41FA5}">
                      <a16:colId xmlns:a16="http://schemas.microsoft.com/office/drawing/2014/main" val="851554681"/>
                    </a:ext>
                  </a:extLst>
                </a:gridCol>
                <a:gridCol w="1357569">
                  <a:extLst>
                    <a:ext uri="{9D8B030D-6E8A-4147-A177-3AD203B41FA5}">
                      <a16:colId xmlns:a16="http://schemas.microsoft.com/office/drawing/2014/main" val="1101951580"/>
                    </a:ext>
                  </a:extLst>
                </a:gridCol>
              </a:tblGrid>
              <a:tr h="360040">
                <a:tc>
                  <a:txBody>
                    <a:bodyPr/>
                    <a:lstStyle/>
                    <a:p>
                      <a:pPr algn="ctr"/>
                      <a:r>
                        <a:rPr lang="en-MY" b="1" dirty="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 dirty="0"/>
                        <a:t>Q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 dirty="0"/>
                        <a:t>Q</a:t>
                      </a:r>
                      <a:r>
                        <a:rPr lang="en-MY" b="1" baseline="-25000" dirty="0"/>
                        <a:t>-1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 dirty="0"/>
                        <a:t>Operation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 dirty="0"/>
                        <a:t>Cycle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40489708"/>
                  </a:ext>
                </a:extLst>
              </a:tr>
              <a:tr h="426328">
                <a:tc>
                  <a:txBody>
                    <a:bodyPr/>
                    <a:lstStyle/>
                    <a:p>
                      <a:pPr algn="ctr"/>
                      <a:endParaRPr lang="en-MY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MY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6429687"/>
                  </a:ext>
                </a:extLst>
              </a:tr>
              <a:tr h="504056">
                <a:tc>
                  <a:txBody>
                    <a:bodyPr/>
                    <a:lstStyle/>
                    <a:p>
                      <a:pPr algn="ctr"/>
                      <a:endParaRPr lang="en-MY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12618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en-MY" dirty="0"/>
                    </a:p>
                    <a:p>
                      <a:pPr algn="ctr"/>
                      <a:endParaRPr lang="en-MY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60105215"/>
                  </a:ext>
                </a:extLst>
              </a:tr>
              <a:tr h="835293">
                <a:tc>
                  <a:txBody>
                    <a:bodyPr/>
                    <a:lstStyle/>
                    <a:p>
                      <a:pPr algn="ctr"/>
                      <a:endParaRPr lang="en-MY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30087731"/>
                  </a:ext>
                </a:extLst>
              </a:tr>
              <a:tr h="835293">
                <a:tc>
                  <a:txBody>
                    <a:bodyPr/>
                    <a:lstStyle/>
                    <a:p>
                      <a:pPr algn="ctr"/>
                      <a:endParaRPr lang="en-MY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59100880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9D9499DF-13F3-0474-07F1-F43295EF2A8D}"/>
              </a:ext>
            </a:extLst>
          </p:cNvPr>
          <p:cNvSpPr txBox="1"/>
          <p:nvPr/>
        </p:nvSpPr>
        <p:spPr>
          <a:xfrm>
            <a:off x="467544" y="2132721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1800" dirty="0"/>
              <a:t>0000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8AB6C7F-90CF-5E2E-3A62-5692BE9C024C}"/>
              </a:ext>
            </a:extLst>
          </p:cNvPr>
          <p:cNvSpPr txBox="1"/>
          <p:nvPr/>
        </p:nvSpPr>
        <p:spPr>
          <a:xfrm>
            <a:off x="1308384" y="2132721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1800" dirty="0"/>
              <a:t>0100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1BCCAE5-22C5-B9EA-EC40-ED927AA50B39}"/>
              </a:ext>
            </a:extLst>
          </p:cNvPr>
          <p:cNvSpPr txBox="1"/>
          <p:nvPr/>
        </p:nvSpPr>
        <p:spPr>
          <a:xfrm>
            <a:off x="2267744" y="2132721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sz="1800" dirty="0"/>
              <a:t>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4A5E61E-3B28-70B1-43EF-33486732EED3}"/>
              </a:ext>
            </a:extLst>
          </p:cNvPr>
          <p:cNvSpPr txBox="1"/>
          <p:nvPr/>
        </p:nvSpPr>
        <p:spPr>
          <a:xfrm>
            <a:off x="3108584" y="2132721"/>
            <a:ext cx="15354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sz="1800" dirty="0"/>
              <a:t>Init.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4CE3DAD-B750-D057-8FCC-C33192D95782}"/>
              </a:ext>
            </a:extLst>
          </p:cNvPr>
          <p:cNvSpPr/>
          <p:nvPr/>
        </p:nvSpPr>
        <p:spPr>
          <a:xfrm>
            <a:off x="1763688" y="2204863"/>
            <a:ext cx="936104" cy="21602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B86AFA1-A136-4820-7CB3-D0FBF2940123}"/>
              </a:ext>
            </a:extLst>
          </p:cNvPr>
          <p:cNvSpPr txBox="1"/>
          <p:nvPr/>
        </p:nvSpPr>
        <p:spPr>
          <a:xfrm>
            <a:off x="3108584" y="2564904"/>
            <a:ext cx="15354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sz="1800" dirty="0"/>
              <a:t>Shift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7502A23-CCA2-E7A9-2F4C-CADB5B261A54}"/>
              </a:ext>
            </a:extLst>
          </p:cNvPr>
          <p:cNvSpPr txBox="1"/>
          <p:nvPr/>
        </p:nvSpPr>
        <p:spPr>
          <a:xfrm>
            <a:off x="467544" y="2568683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1800" dirty="0"/>
              <a:t>_000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E0526E7-70DE-F90F-6A4F-9452FD638A1A}"/>
              </a:ext>
            </a:extLst>
          </p:cNvPr>
          <p:cNvSpPr txBox="1"/>
          <p:nvPr/>
        </p:nvSpPr>
        <p:spPr>
          <a:xfrm>
            <a:off x="1301092" y="2585051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1800" dirty="0"/>
              <a:t>0010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4E26B10-DCC5-B954-998C-48ACC72FA752}"/>
              </a:ext>
            </a:extLst>
          </p:cNvPr>
          <p:cNvSpPr txBox="1"/>
          <p:nvPr/>
        </p:nvSpPr>
        <p:spPr>
          <a:xfrm>
            <a:off x="2195736" y="2591832"/>
            <a:ext cx="864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sz="1800" dirty="0"/>
              <a:t>0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EB3F882-B0A1-40D0-2703-41083D6CD516}"/>
              </a:ext>
            </a:extLst>
          </p:cNvPr>
          <p:cNvCxnSpPr>
            <a:cxnSpLocks/>
          </p:cNvCxnSpPr>
          <p:nvPr/>
        </p:nvCxnSpPr>
        <p:spPr>
          <a:xfrm>
            <a:off x="634942" y="2427356"/>
            <a:ext cx="72008" cy="216024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Arrow: Curved Right 31">
            <a:extLst>
              <a:ext uri="{FF2B5EF4-FFF2-40B4-BE49-F238E27FC236}">
                <a16:creationId xmlns:a16="http://schemas.microsoft.com/office/drawing/2014/main" id="{1DDDAC53-2C46-C4C2-3DBC-2F0B197F620E}"/>
              </a:ext>
            </a:extLst>
          </p:cNvPr>
          <p:cNvSpPr/>
          <p:nvPr/>
        </p:nvSpPr>
        <p:spPr>
          <a:xfrm>
            <a:off x="366797" y="2337669"/>
            <a:ext cx="142333" cy="432048"/>
          </a:xfrm>
          <a:prstGeom prst="curvedRightArrow">
            <a:avLst/>
          </a:prstGeom>
          <a:solidFill>
            <a:srgbClr val="0099FF"/>
          </a:solidFill>
          <a:ln>
            <a:solidFill>
              <a:srgbClr val="0099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>
              <a:solidFill>
                <a:schemeClr val="tx1"/>
              </a:solidFill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FCFFF5F-069E-7316-4C66-7C86567788B5}"/>
              </a:ext>
            </a:extLst>
          </p:cNvPr>
          <p:cNvSpPr/>
          <p:nvPr/>
        </p:nvSpPr>
        <p:spPr>
          <a:xfrm>
            <a:off x="550716" y="2211331"/>
            <a:ext cx="132263" cy="216025"/>
          </a:xfrm>
          <a:prstGeom prst="rect">
            <a:avLst/>
          </a:prstGeom>
          <a:noFill/>
          <a:ln w="28575">
            <a:solidFill>
              <a:srgbClr val="0099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87D6E67-D523-CDC7-745D-E8FFE0354AFE}"/>
              </a:ext>
            </a:extLst>
          </p:cNvPr>
          <p:cNvSpPr txBox="1"/>
          <p:nvPr/>
        </p:nvSpPr>
        <p:spPr>
          <a:xfrm>
            <a:off x="513027" y="2564904"/>
            <a:ext cx="207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sz="1800" dirty="0">
                <a:solidFill>
                  <a:srgbClr val="00B0F0"/>
                </a:solidFill>
              </a:rPr>
              <a:t>0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CB4F559-EC96-DEF8-5A1C-034F2AC14CAE}"/>
              </a:ext>
            </a:extLst>
          </p:cNvPr>
          <p:cNvSpPr/>
          <p:nvPr/>
        </p:nvSpPr>
        <p:spPr>
          <a:xfrm>
            <a:off x="1755687" y="2672997"/>
            <a:ext cx="936104" cy="21602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37AA1A3-6EE7-0FD9-C7FC-542F4289B7AE}"/>
              </a:ext>
            </a:extLst>
          </p:cNvPr>
          <p:cNvSpPr txBox="1"/>
          <p:nvPr/>
        </p:nvSpPr>
        <p:spPr>
          <a:xfrm>
            <a:off x="3089916" y="3197373"/>
            <a:ext cx="15354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sz="1800" dirty="0"/>
              <a:t>Shift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FCD1494-85D0-228B-9C32-E73F7A4E02B7}"/>
              </a:ext>
            </a:extLst>
          </p:cNvPr>
          <p:cNvSpPr txBox="1"/>
          <p:nvPr/>
        </p:nvSpPr>
        <p:spPr>
          <a:xfrm>
            <a:off x="467543" y="3147436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1800" dirty="0"/>
              <a:t>0000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7A95E6A-D153-05D7-489C-3298F7E3F982}"/>
              </a:ext>
            </a:extLst>
          </p:cNvPr>
          <p:cNvSpPr txBox="1"/>
          <p:nvPr/>
        </p:nvSpPr>
        <p:spPr>
          <a:xfrm>
            <a:off x="1311480" y="3147436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1800" dirty="0"/>
              <a:t>0001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38200E4-3713-5877-694E-91CF0FC8EF62}"/>
              </a:ext>
            </a:extLst>
          </p:cNvPr>
          <p:cNvSpPr txBox="1"/>
          <p:nvPr/>
        </p:nvSpPr>
        <p:spPr>
          <a:xfrm>
            <a:off x="2155417" y="3147436"/>
            <a:ext cx="9344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sz="1800" dirty="0"/>
              <a:t>0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24C87662-2D69-7B05-9F6A-6087E4BABBE2}"/>
              </a:ext>
            </a:extLst>
          </p:cNvPr>
          <p:cNvSpPr/>
          <p:nvPr/>
        </p:nvSpPr>
        <p:spPr>
          <a:xfrm>
            <a:off x="1799692" y="3233038"/>
            <a:ext cx="936104" cy="21602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C53B9B0-61BC-073E-3B76-0AFB6B4B429B}"/>
              </a:ext>
            </a:extLst>
          </p:cNvPr>
          <p:cNvSpPr txBox="1"/>
          <p:nvPr/>
        </p:nvSpPr>
        <p:spPr>
          <a:xfrm>
            <a:off x="3089916" y="3715206"/>
            <a:ext cx="15354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sz="1800" dirty="0"/>
              <a:t>A-M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F665275-FFC8-AB16-1662-063DABC7C24E}"/>
              </a:ext>
            </a:extLst>
          </p:cNvPr>
          <p:cNvSpPr txBox="1"/>
          <p:nvPr/>
        </p:nvSpPr>
        <p:spPr>
          <a:xfrm>
            <a:off x="6129772" y="3715206"/>
            <a:ext cx="57579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1400" dirty="0"/>
              <a:t>0000</a:t>
            </a:r>
          </a:p>
          <a:p>
            <a:r>
              <a:rPr lang="en-MY" sz="1400" dirty="0"/>
              <a:t>1100</a:t>
            </a:r>
          </a:p>
          <a:p>
            <a:r>
              <a:rPr lang="en-MY" sz="1400" dirty="0">
                <a:solidFill>
                  <a:srgbClr val="00B050"/>
                </a:solidFill>
              </a:rPr>
              <a:t>1100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414C776-9CB5-C33C-2E63-7F9576300A76}"/>
              </a:ext>
            </a:extLst>
          </p:cNvPr>
          <p:cNvSpPr txBox="1"/>
          <p:nvPr/>
        </p:nvSpPr>
        <p:spPr>
          <a:xfrm>
            <a:off x="437963" y="3679519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1800" dirty="0">
                <a:solidFill>
                  <a:srgbClr val="00B050"/>
                </a:solidFill>
              </a:rPr>
              <a:t>1100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0AEDFA4-A878-982D-B95E-6E6909CCB839}"/>
              </a:ext>
            </a:extLst>
          </p:cNvPr>
          <p:cNvSpPr txBox="1"/>
          <p:nvPr/>
        </p:nvSpPr>
        <p:spPr>
          <a:xfrm>
            <a:off x="1313395" y="3697619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1800" dirty="0"/>
              <a:t>0001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FDD8323-81E1-339F-3179-A419E83BB71C}"/>
              </a:ext>
            </a:extLst>
          </p:cNvPr>
          <p:cNvSpPr txBox="1"/>
          <p:nvPr/>
        </p:nvSpPr>
        <p:spPr>
          <a:xfrm>
            <a:off x="2125333" y="3679519"/>
            <a:ext cx="9344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sz="1800" dirty="0"/>
              <a:t>0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81B0FFD-B0D0-BC1C-D804-74782B8F1881}"/>
              </a:ext>
            </a:extLst>
          </p:cNvPr>
          <p:cNvSpPr txBox="1"/>
          <p:nvPr/>
        </p:nvSpPr>
        <p:spPr>
          <a:xfrm>
            <a:off x="3089916" y="4066951"/>
            <a:ext cx="15354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sz="1800" dirty="0"/>
              <a:t>Shift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32F7F9C-F2E4-EF54-6169-C8B50852D30D}"/>
              </a:ext>
            </a:extLst>
          </p:cNvPr>
          <p:cNvSpPr txBox="1"/>
          <p:nvPr/>
        </p:nvSpPr>
        <p:spPr>
          <a:xfrm>
            <a:off x="467543" y="4026936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1800" dirty="0"/>
              <a:t>_110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4D4CB3F-E46E-1A2E-B6EE-D064847EDC2A}"/>
              </a:ext>
            </a:extLst>
          </p:cNvPr>
          <p:cNvSpPr txBox="1"/>
          <p:nvPr/>
        </p:nvSpPr>
        <p:spPr>
          <a:xfrm>
            <a:off x="1312283" y="4028488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1800" dirty="0"/>
              <a:t>0000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24AE0F7-35A6-BB48-86F3-C659A886DD26}"/>
              </a:ext>
            </a:extLst>
          </p:cNvPr>
          <p:cNvSpPr txBox="1"/>
          <p:nvPr/>
        </p:nvSpPr>
        <p:spPr>
          <a:xfrm>
            <a:off x="2125333" y="4005064"/>
            <a:ext cx="9344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sz="1800" dirty="0"/>
              <a:t>1</a:t>
            </a:r>
          </a:p>
        </p:txBody>
      </p:sp>
      <p:sp>
        <p:nvSpPr>
          <p:cNvPr id="50" name="Arrow: Curved Right 49">
            <a:extLst>
              <a:ext uri="{FF2B5EF4-FFF2-40B4-BE49-F238E27FC236}">
                <a16:creationId xmlns:a16="http://schemas.microsoft.com/office/drawing/2014/main" id="{51E423F0-E2FB-5B0E-413E-9F12A4A3B6D9}"/>
              </a:ext>
            </a:extLst>
          </p:cNvPr>
          <p:cNvSpPr/>
          <p:nvPr/>
        </p:nvSpPr>
        <p:spPr>
          <a:xfrm>
            <a:off x="330721" y="3912553"/>
            <a:ext cx="142333" cy="432048"/>
          </a:xfrm>
          <a:prstGeom prst="curvedRightArrow">
            <a:avLst/>
          </a:prstGeom>
          <a:solidFill>
            <a:srgbClr val="0099FF"/>
          </a:solidFill>
          <a:ln>
            <a:solidFill>
              <a:srgbClr val="0099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>
              <a:solidFill>
                <a:schemeClr val="tx1"/>
              </a:solidFill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D896521C-3755-2F60-F5E9-7D4C2E36D91E}"/>
              </a:ext>
            </a:extLst>
          </p:cNvPr>
          <p:cNvSpPr/>
          <p:nvPr/>
        </p:nvSpPr>
        <p:spPr>
          <a:xfrm>
            <a:off x="514640" y="3786215"/>
            <a:ext cx="132263" cy="216025"/>
          </a:xfrm>
          <a:prstGeom prst="rect">
            <a:avLst/>
          </a:prstGeom>
          <a:noFill/>
          <a:ln w="28575">
            <a:solidFill>
              <a:srgbClr val="0099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85F2A3E-9AFD-BEFB-A51D-C5017AFF8D1E}"/>
              </a:ext>
            </a:extLst>
          </p:cNvPr>
          <p:cNvSpPr txBox="1"/>
          <p:nvPr/>
        </p:nvSpPr>
        <p:spPr>
          <a:xfrm>
            <a:off x="513027" y="4020759"/>
            <a:ext cx="207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sz="1800" dirty="0">
                <a:solidFill>
                  <a:srgbClr val="00B0F0"/>
                </a:solidFill>
              </a:rPr>
              <a:t>1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770DB718-12D5-2FC0-D474-87BAE71FE338}"/>
              </a:ext>
            </a:extLst>
          </p:cNvPr>
          <p:cNvSpPr/>
          <p:nvPr/>
        </p:nvSpPr>
        <p:spPr>
          <a:xfrm>
            <a:off x="1777124" y="4099482"/>
            <a:ext cx="936104" cy="21602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10F862D-942F-AF6A-8715-F5E3D7B8EC21}"/>
              </a:ext>
            </a:extLst>
          </p:cNvPr>
          <p:cNvSpPr txBox="1"/>
          <p:nvPr/>
        </p:nvSpPr>
        <p:spPr>
          <a:xfrm>
            <a:off x="3089916" y="4571993"/>
            <a:ext cx="15354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sz="1800" dirty="0"/>
              <a:t>A+M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B051004-1B07-F82F-ECA6-A38AF7F2347E}"/>
              </a:ext>
            </a:extLst>
          </p:cNvPr>
          <p:cNvSpPr txBox="1"/>
          <p:nvPr/>
        </p:nvSpPr>
        <p:spPr>
          <a:xfrm>
            <a:off x="6012160" y="4569461"/>
            <a:ext cx="81680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1400" dirty="0"/>
              <a:t>  1110</a:t>
            </a:r>
          </a:p>
          <a:p>
            <a:r>
              <a:rPr lang="en-MY" sz="1400" dirty="0"/>
              <a:t>  0100</a:t>
            </a:r>
          </a:p>
          <a:p>
            <a:r>
              <a:rPr lang="en-MY" sz="1400" dirty="0">
                <a:solidFill>
                  <a:srgbClr val="00B050"/>
                </a:solidFill>
                <a:highlight>
                  <a:srgbClr val="C0C0C0"/>
                </a:highlight>
              </a:rPr>
              <a:t>1</a:t>
            </a:r>
            <a:r>
              <a:rPr lang="en-MY" sz="1400" dirty="0">
                <a:solidFill>
                  <a:srgbClr val="00B050"/>
                </a:solidFill>
              </a:rPr>
              <a:t>0010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6139138-464F-E420-DA6F-C18D719C3CB6}"/>
              </a:ext>
            </a:extLst>
          </p:cNvPr>
          <p:cNvSpPr txBox="1"/>
          <p:nvPr/>
        </p:nvSpPr>
        <p:spPr>
          <a:xfrm>
            <a:off x="437962" y="4569461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1800" dirty="0">
                <a:solidFill>
                  <a:srgbClr val="00B050"/>
                </a:solidFill>
              </a:rPr>
              <a:t>0010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E5A530C-4B90-B230-EAD8-D606AC152EC4}"/>
              </a:ext>
            </a:extLst>
          </p:cNvPr>
          <p:cNvSpPr txBox="1"/>
          <p:nvPr/>
        </p:nvSpPr>
        <p:spPr>
          <a:xfrm>
            <a:off x="1308384" y="4544023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1800" dirty="0"/>
              <a:t>0000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539A4C8-5395-538C-CCC4-EF6FCECA3D12}"/>
              </a:ext>
            </a:extLst>
          </p:cNvPr>
          <p:cNvSpPr txBox="1"/>
          <p:nvPr/>
        </p:nvSpPr>
        <p:spPr>
          <a:xfrm>
            <a:off x="2156534" y="4514746"/>
            <a:ext cx="9344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sz="1800" dirty="0"/>
              <a:t>1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FE26680-8E95-3950-E17F-54543AD2F573}"/>
              </a:ext>
            </a:extLst>
          </p:cNvPr>
          <p:cNvSpPr txBox="1"/>
          <p:nvPr/>
        </p:nvSpPr>
        <p:spPr>
          <a:xfrm>
            <a:off x="3089916" y="4866491"/>
            <a:ext cx="15354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sz="1800" dirty="0"/>
              <a:t>Shift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42D37AD-246F-DE3C-CF3C-AFF6B15D3D5F}"/>
              </a:ext>
            </a:extLst>
          </p:cNvPr>
          <p:cNvSpPr txBox="1"/>
          <p:nvPr/>
        </p:nvSpPr>
        <p:spPr>
          <a:xfrm>
            <a:off x="437962" y="4889307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1800" dirty="0"/>
              <a:t>0001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667488D-A881-C3EA-116B-245987164F59}"/>
              </a:ext>
            </a:extLst>
          </p:cNvPr>
          <p:cNvSpPr txBox="1"/>
          <p:nvPr/>
        </p:nvSpPr>
        <p:spPr>
          <a:xfrm>
            <a:off x="1308384" y="4861699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1800" dirty="0"/>
              <a:t>0000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9F8A68BE-B484-6909-5C88-85A28B4B7672}"/>
              </a:ext>
            </a:extLst>
          </p:cNvPr>
          <p:cNvSpPr txBox="1"/>
          <p:nvPr/>
        </p:nvSpPr>
        <p:spPr>
          <a:xfrm>
            <a:off x="2155417" y="4834331"/>
            <a:ext cx="9344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sz="1800" dirty="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36353597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1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4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83" dur="2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13" dur="2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9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8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3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4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0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1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6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7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2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3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>
                      <p:stCondLst>
                        <p:cond delay="indefinite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8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9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>
                      <p:stCondLst>
                        <p:cond delay="indefinite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4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5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6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1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2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5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6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91" dur="2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2" fill="hold">
                      <p:stCondLst>
                        <p:cond delay="indefinite"/>
                      </p:stCondLst>
                      <p:childTnLst>
                        <p:par>
                          <p:cTn id="193" fill="hold">
                            <p:stCondLst>
                              <p:cond delay="0"/>
                            </p:stCondLst>
                            <p:childTnLst>
                              <p:par>
                                <p:cTn id="19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6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7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8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>
                      <p:stCondLst>
                        <p:cond delay="indefinite"/>
                      </p:stCondLst>
                      <p:childTnLst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id="20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3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4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5" fill="hold">
                      <p:stCondLst>
                        <p:cond delay="indefinite"/>
                      </p:stCondLst>
                      <p:childTnLst>
                        <p:par>
                          <p:cTn id="206" fill="hold">
                            <p:stCondLst>
                              <p:cond delay="0"/>
                            </p:stCondLst>
                            <p:childTnLst>
                              <p:par>
                                <p:cTn id="20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9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0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1" fill="hold">
                      <p:stCondLst>
                        <p:cond delay="indefinite"/>
                      </p:stCondLst>
                      <p:childTnLst>
                        <p:par>
                          <p:cTn id="212" fill="hold">
                            <p:stCondLst>
                              <p:cond delay="0"/>
                            </p:stCondLst>
                            <p:childTnLst>
                              <p:par>
                                <p:cTn id="21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5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6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7" fill="hold">
                      <p:stCondLst>
                        <p:cond delay="indefinite"/>
                      </p:stCondLst>
                      <p:childTnLst>
                        <p:par>
                          <p:cTn id="218" fill="hold">
                            <p:stCondLst>
                              <p:cond delay="0"/>
                            </p:stCondLst>
                            <p:childTnLst>
                              <p:par>
                                <p:cTn id="21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1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2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3" fill="hold">
                      <p:stCondLst>
                        <p:cond delay="indefinite"/>
                      </p:stCondLst>
                      <p:childTnLst>
                        <p:par>
                          <p:cTn id="224" fill="hold">
                            <p:stCondLst>
                              <p:cond delay="0"/>
                            </p:stCondLst>
                            <p:childTnLst>
                              <p:par>
                                <p:cTn id="22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7" dur="1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8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9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0" fill="hold">
                      <p:stCondLst>
                        <p:cond delay="indefinite"/>
                      </p:stCondLst>
                      <p:childTnLst>
                        <p:par>
                          <p:cTn id="231" fill="hold">
                            <p:stCondLst>
                              <p:cond delay="0"/>
                            </p:stCondLst>
                            <p:childTnLst>
                              <p:par>
                                <p:cTn id="23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4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5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6" fill="hold">
                      <p:stCondLst>
                        <p:cond delay="indefinite"/>
                      </p:stCondLst>
                      <p:childTnLst>
                        <p:par>
                          <p:cTn id="237" fill="hold">
                            <p:stCondLst>
                              <p:cond delay="0"/>
                            </p:stCondLst>
                            <p:childTnLst>
                              <p:par>
                                <p:cTn id="23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0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1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2" fill="hold">
                      <p:stCondLst>
                        <p:cond delay="indefinite"/>
                      </p:stCondLst>
                      <p:childTnLst>
                        <p:par>
                          <p:cTn id="243" fill="hold">
                            <p:stCondLst>
                              <p:cond delay="0"/>
                            </p:stCondLst>
                            <p:childTnLst>
                              <p:par>
                                <p:cTn id="24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6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7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0" grpId="0"/>
      <p:bldP spid="11" grpId="0"/>
      <p:bldP spid="12" grpId="0" animBg="1"/>
      <p:bldP spid="13" grpId="0"/>
      <p:bldP spid="14" grpId="0"/>
      <p:bldP spid="15" grpId="0"/>
      <p:bldP spid="16" grpId="0"/>
      <p:bldP spid="32" grpId="0" animBg="1"/>
      <p:bldP spid="33" grpId="0" animBg="1"/>
      <p:bldP spid="34" grpId="0"/>
      <p:bldP spid="35" grpId="0" animBg="1"/>
      <p:bldP spid="36" grpId="0"/>
      <p:bldP spid="37" grpId="0"/>
      <p:bldP spid="38" grpId="0"/>
      <p:bldP spid="39" grpId="0"/>
      <p:bldP spid="40" grpId="0" animBg="1"/>
      <p:bldP spid="41" grpId="0"/>
      <p:bldP spid="42" grpId="0"/>
      <p:bldP spid="43" grpId="0"/>
      <p:bldP spid="44" grpId="0"/>
      <p:bldP spid="45" grpId="0"/>
      <p:bldP spid="46" grpId="0"/>
      <p:bldP spid="47" grpId="0"/>
      <p:bldP spid="48" grpId="0"/>
      <p:bldP spid="49" grpId="0"/>
      <p:bldP spid="50" grpId="0" animBg="1"/>
      <p:bldP spid="51" grpId="0" animBg="1"/>
      <p:bldP spid="52" grpId="0"/>
      <p:bldP spid="53" grpId="0" animBg="1"/>
      <p:bldP spid="54" grpId="0"/>
      <p:bldP spid="55" grpId="0"/>
      <p:bldP spid="56" grpId="0"/>
      <p:bldP spid="57" grpId="0"/>
      <p:bldP spid="58" grpId="0"/>
      <p:bldP spid="59" grpId="0"/>
      <p:bldP spid="60" grpId="0"/>
      <p:bldP spid="61" grpId="0"/>
      <p:bldP spid="62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A1C9A4-1D27-1B44-B99D-E7C3506C00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DD3D3C-6083-E0D2-0C11-10F7539104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212" y="365760"/>
            <a:ext cx="7890672" cy="686976"/>
          </a:xfrm>
        </p:spPr>
        <p:txBody>
          <a:bodyPr/>
          <a:lstStyle/>
          <a:p>
            <a:r>
              <a:rPr lang="en-MY" dirty="0"/>
              <a:t>Case 1: 4 x -4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F5D4A3-72FC-E804-C4C7-3BF5F38948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04048" y="260648"/>
            <a:ext cx="1798517" cy="952127"/>
          </a:xfrm>
        </p:spPr>
        <p:txBody>
          <a:bodyPr/>
          <a:lstStyle/>
          <a:p>
            <a:pPr marL="0" indent="0">
              <a:buNone/>
            </a:pPr>
            <a:r>
              <a:rPr lang="en-MY" dirty="0"/>
              <a:t>M = 4 = 0100</a:t>
            </a:r>
          </a:p>
          <a:p>
            <a:pPr marL="0" indent="0">
              <a:buNone/>
            </a:pPr>
            <a:r>
              <a:rPr lang="en-MY" dirty="0"/>
              <a:t>Q =</a:t>
            </a:r>
            <a:r>
              <a:rPr lang="en-MY" dirty="0">
                <a:solidFill>
                  <a:srgbClr val="00B0F0"/>
                </a:solidFill>
              </a:rPr>
              <a:t> -4 = 1100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8B10771-AFC8-C1C4-4820-B364332D21D8}"/>
              </a:ext>
            </a:extLst>
          </p:cNvPr>
          <p:cNvSpPr txBox="1">
            <a:spLocks/>
          </p:cNvSpPr>
          <p:nvPr/>
        </p:nvSpPr>
        <p:spPr>
          <a:xfrm>
            <a:off x="6802565" y="260648"/>
            <a:ext cx="1585859" cy="3976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buFont typeface="Arial" pitchFamily="34" charset="0"/>
              <a:buNone/>
            </a:pPr>
            <a:r>
              <a:rPr kumimoji="0" lang="en-MY" dirty="0">
                <a:solidFill>
                  <a:srgbClr val="FF0000"/>
                </a:solidFill>
              </a:rPr>
              <a:t>2s M = 1100</a:t>
            </a:r>
          </a:p>
        </p:txBody>
      </p:sp>
      <p:graphicFrame>
        <p:nvGraphicFramePr>
          <p:cNvPr id="6" name="Table 8">
            <a:extLst>
              <a:ext uri="{FF2B5EF4-FFF2-40B4-BE49-F238E27FC236}">
                <a16:creationId xmlns:a16="http://schemas.microsoft.com/office/drawing/2014/main" id="{A5F28BAB-C526-23C6-BBA9-8FAFC79B18D6}"/>
              </a:ext>
            </a:extLst>
          </p:cNvPr>
          <p:cNvGraphicFramePr>
            <a:graphicFrameLocks/>
          </p:cNvGraphicFramePr>
          <p:nvPr/>
        </p:nvGraphicFramePr>
        <p:xfrm>
          <a:off x="325212" y="1772816"/>
          <a:ext cx="5686949" cy="360681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25521">
                  <a:extLst>
                    <a:ext uri="{9D8B030D-6E8A-4147-A177-3AD203B41FA5}">
                      <a16:colId xmlns:a16="http://schemas.microsoft.com/office/drawing/2014/main" val="3451011438"/>
                    </a:ext>
                  </a:extLst>
                </a:gridCol>
                <a:gridCol w="925521">
                  <a:extLst>
                    <a:ext uri="{9D8B030D-6E8A-4147-A177-3AD203B41FA5}">
                      <a16:colId xmlns:a16="http://schemas.microsoft.com/office/drawing/2014/main" val="2754834517"/>
                    </a:ext>
                  </a:extLst>
                </a:gridCol>
                <a:gridCol w="925521">
                  <a:extLst>
                    <a:ext uri="{9D8B030D-6E8A-4147-A177-3AD203B41FA5}">
                      <a16:colId xmlns:a16="http://schemas.microsoft.com/office/drawing/2014/main" val="3203560697"/>
                    </a:ext>
                  </a:extLst>
                </a:gridCol>
                <a:gridCol w="1552817">
                  <a:extLst>
                    <a:ext uri="{9D8B030D-6E8A-4147-A177-3AD203B41FA5}">
                      <a16:colId xmlns:a16="http://schemas.microsoft.com/office/drawing/2014/main" val="851554681"/>
                    </a:ext>
                  </a:extLst>
                </a:gridCol>
                <a:gridCol w="1357569">
                  <a:extLst>
                    <a:ext uri="{9D8B030D-6E8A-4147-A177-3AD203B41FA5}">
                      <a16:colId xmlns:a16="http://schemas.microsoft.com/office/drawing/2014/main" val="1101951580"/>
                    </a:ext>
                  </a:extLst>
                </a:gridCol>
              </a:tblGrid>
              <a:tr h="360040">
                <a:tc>
                  <a:txBody>
                    <a:bodyPr/>
                    <a:lstStyle/>
                    <a:p>
                      <a:pPr algn="ctr"/>
                      <a:r>
                        <a:rPr lang="en-MY" b="1" dirty="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 dirty="0"/>
                        <a:t>Q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 dirty="0"/>
                        <a:t>Q</a:t>
                      </a:r>
                      <a:r>
                        <a:rPr lang="en-MY" b="1" baseline="-25000" dirty="0"/>
                        <a:t>-1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 dirty="0"/>
                        <a:t>Operation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 dirty="0"/>
                        <a:t>Cycle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40489708"/>
                  </a:ext>
                </a:extLst>
              </a:tr>
              <a:tr h="426328">
                <a:tc>
                  <a:txBody>
                    <a:bodyPr/>
                    <a:lstStyle/>
                    <a:p>
                      <a:pPr algn="ctr"/>
                      <a:endParaRPr lang="en-MY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MY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6429687"/>
                  </a:ext>
                </a:extLst>
              </a:tr>
              <a:tr h="504056">
                <a:tc>
                  <a:txBody>
                    <a:bodyPr/>
                    <a:lstStyle/>
                    <a:p>
                      <a:pPr algn="ctr"/>
                      <a:endParaRPr lang="en-MY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12618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en-MY" dirty="0"/>
                    </a:p>
                    <a:p>
                      <a:pPr algn="ctr"/>
                      <a:endParaRPr lang="en-MY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60105215"/>
                  </a:ext>
                </a:extLst>
              </a:tr>
              <a:tr h="835293">
                <a:tc>
                  <a:txBody>
                    <a:bodyPr/>
                    <a:lstStyle/>
                    <a:p>
                      <a:pPr algn="ctr"/>
                      <a:endParaRPr lang="en-MY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30087731"/>
                  </a:ext>
                </a:extLst>
              </a:tr>
              <a:tr h="835293">
                <a:tc>
                  <a:txBody>
                    <a:bodyPr/>
                    <a:lstStyle/>
                    <a:p>
                      <a:pPr algn="ctr"/>
                      <a:endParaRPr lang="en-MY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59100880"/>
                  </a:ext>
                </a:extLst>
              </a:tr>
            </a:tbl>
          </a:graphicData>
        </a:graphic>
      </p:graphicFrame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77EA0BB-33C1-6240-B110-24B12026E8B6}"/>
              </a:ext>
            </a:extLst>
          </p:cNvPr>
          <p:cNvSpPr txBox="1">
            <a:spLocks/>
          </p:cNvSpPr>
          <p:nvPr/>
        </p:nvSpPr>
        <p:spPr>
          <a:xfrm>
            <a:off x="6874573" y="698157"/>
            <a:ext cx="1585859" cy="3976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buFont typeface="Arial" pitchFamily="34" charset="0"/>
              <a:buNone/>
            </a:pPr>
            <a:r>
              <a:rPr kumimoji="0" lang="en-MY" dirty="0">
                <a:solidFill>
                  <a:srgbClr val="00B050"/>
                </a:solidFill>
              </a:rPr>
              <a:t>2s Q = 0100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F844103-013A-FFE1-2E98-C70FA158DBFA}"/>
              </a:ext>
            </a:extLst>
          </p:cNvPr>
          <p:cNvSpPr txBox="1"/>
          <p:nvPr/>
        </p:nvSpPr>
        <p:spPr>
          <a:xfrm>
            <a:off x="467544" y="2132721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1800" dirty="0"/>
              <a:t>0000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9209AF8-9011-BBAA-294E-BC8AAB39642E}"/>
              </a:ext>
            </a:extLst>
          </p:cNvPr>
          <p:cNvSpPr txBox="1"/>
          <p:nvPr/>
        </p:nvSpPr>
        <p:spPr>
          <a:xfrm>
            <a:off x="1327047" y="2133113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1800" dirty="0">
                <a:solidFill>
                  <a:srgbClr val="00B0F0"/>
                </a:solidFill>
              </a:rPr>
              <a:t>1100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A068DFD-4D45-6142-3361-4DEF23403229}"/>
              </a:ext>
            </a:extLst>
          </p:cNvPr>
          <p:cNvSpPr txBox="1"/>
          <p:nvPr/>
        </p:nvSpPr>
        <p:spPr>
          <a:xfrm>
            <a:off x="2159115" y="2128014"/>
            <a:ext cx="8732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sz="1800" dirty="0"/>
              <a:t>0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9A81778-89FF-B96A-6E5A-5C657E0FB71C}"/>
              </a:ext>
            </a:extLst>
          </p:cNvPr>
          <p:cNvSpPr txBox="1"/>
          <p:nvPr/>
        </p:nvSpPr>
        <p:spPr>
          <a:xfrm>
            <a:off x="3108584" y="2132721"/>
            <a:ext cx="15354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sz="1800" dirty="0"/>
              <a:t>Init.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3981FEA-A91E-C4EE-F401-F3E1682919EC}"/>
              </a:ext>
            </a:extLst>
          </p:cNvPr>
          <p:cNvSpPr/>
          <p:nvPr/>
        </p:nvSpPr>
        <p:spPr>
          <a:xfrm>
            <a:off x="1763688" y="2204863"/>
            <a:ext cx="936104" cy="21602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6B42C58-3AB7-C811-313E-E365A402C4F7}"/>
              </a:ext>
            </a:extLst>
          </p:cNvPr>
          <p:cNvSpPr txBox="1"/>
          <p:nvPr/>
        </p:nvSpPr>
        <p:spPr>
          <a:xfrm>
            <a:off x="3108584" y="2564904"/>
            <a:ext cx="15354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sz="1800" dirty="0"/>
              <a:t>Shift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6B27ACE-9A1F-5D33-E10A-E776DBFEC7FC}"/>
              </a:ext>
            </a:extLst>
          </p:cNvPr>
          <p:cNvSpPr txBox="1"/>
          <p:nvPr/>
        </p:nvSpPr>
        <p:spPr>
          <a:xfrm>
            <a:off x="459592" y="2564904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1800" dirty="0"/>
              <a:t>0000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AE39772-7CD3-AABF-DA1E-A88233993F67}"/>
              </a:ext>
            </a:extLst>
          </p:cNvPr>
          <p:cNvSpPr txBox="1"/>
          <p:nvPr/>
        </p:nvSpPr>
        <p:spPr>
          <a:xfrm>
            <a:off x="1327047" y="2564904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1800" dirty="0"/>
              <a:t>0110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F646F8F-0E6D-A525-E084-C8A8B7B3F2EC}"/>
              </a:ext>
            </a:extLst>
          </p:cNvPr>
          <p:cNvSpPr txBox="1"/>
          <p:nvPr/>
        </p:nvSpPr>
        <p:spPr>
          <a:xfrm>
            <a:off x="2159115" y="2573803"/>
            <a:ext cx="8732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sz="1800" dirty="0"/>
              <a:t>0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1A099D8-B0E1-5C17-9E26-63551FAEBA99}"/>
              </a:ext>
            </a:extLst>
          </p:cNvPr>
          <p:cNvSpPr/>
          <p:nvPr/>
        </p:nvSpPr>
        <p:spPr>
          <a:xfrm>
            <a:off x="1773077" y="2650456"/>
            <a:ext cx="936104" cy="21602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238D5AF-9A21-E8ED-8DDE-1B24B716D117}"/>
              </a:ext>
            </a:extLst>
          </p:cNvPr>
          <p:cNvSpPr txBox="1"/>
          <p:nvPr/>
        </p:nvSpPr>
        <p:spPr>
          <a:xfrm>
            <a:off x="3108584" y="3102218"/>
            <a:ext cx="15354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sz="1800" dirty="0"/>
              <a:t>Shift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BB61557-8817-1592-0629-395827DBBCCF}"/>
              </a:ext>
            </a:extLst>
          </p:cNvPr>
          <p:cNvSpPr txBox="1"/>
          <p:nvPr/>
        </p:nvSpPr>
        <p:spPr>
          <a:xfrm>
            <a:off x="459591" y="3109475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1800" dirty="0"/>
              <a:t>0000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C32155F-812E-243F-1375-73A9B1A7EB16}"/>
              </a:ext>
            </a:extLst>
          </p:cNvPr>
          <p:cNvSpPr txBox="1"/>
          <p:nvPr/>
        </p:nvSpPr>
        <p:spPr>
          <a:xfrm>
            <a:off x="1338924" y="3098432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1800" dirty="0"/>
              <a:t>0011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5EA9ED7-04CE-F872-9A94-2BF81B022671}"/>
              </a:ext>
            </a:extLst>
          </p:cNvPr>
          <p:cNvSpPr txBox="1"/>
          <p:nvPr/>
        </p:nvSpPr>
        <p:spPr>
          <a:xfrm>
            <a:off x="2159115" y="3091146"/>
            <a:ext cx="8732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sz="1800" dirty="0"/>
              <a:t>0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CBF6E276-E96E-6A4A-B0D1-A99E112ECB20}"/>
              </a:ext>
            </a:extLst>
          </p:cNvPr>
          <p:cNvSpPr/>
          <p:nvPr/>
        </p:nvSpPr>
        <p:spPr>
          <a:xfrm>
            <a:off x="1773076" y="3186128"/>
            <a:ext cx="926715" cy="21602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8BDD6674-7EA7-49E4-8385-DC000A690E26}"/>
              </a:ext>
            </a:extLst>
          </p:cNvPr>
          <p:cNvSpPr txBox="1"/>
          <p:nvPr/>
        </p:nvSpPr>
        <p:spPr>
          <a:xfrm>
            <a:off x="3108208" y="3703608"/>
            <a:ext cx="15354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sz="1800" dirty="0"/>
              <a:t>A-M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591FCEC1-0667-CB7C-5AE2-2F604DE72B0A}"/>
              </a:ext>
            </a:extLst>
          </p:cNvPr>
          <p:cNvSpPr txBox="1"/>
          <p:nvPr/>
        </p:nvSpPr>
        <p:spPr>
          <a:xfrm>
            <a:off x="6111350" y="3703608"/>
            <a:ext cx="63350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1600" dirty="0"/>
              <a:t>0000</a:t>
            </a:r>
          </a:p>
          <a:p>
            <a:r>
              <a:rPr lang="en-MY" sz="1600" dirty="0"/>
              <a:t>1100</a:t>
            </a:r>
          </a:p>
          <a:p>
            <a:r>
              <a:rPr lang="en-MY" sz="1600" dirty="0">
                <a:solidFill>
                  <a:srgbClr val="00B050"/>
                </a:solidFill>
              </a:rPr>
              <a:t>1100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00789A57-8468-DC2D-D1DD-D589C8515861}"/>
              </a:ext>
            </a:extLst>
          </p:cNvPr>
          <p:cNvSpPr txBox="1"/>
          <p:nvPr/>
        </p:nvSpPr>
        <p:spPr>
          <a:xfrm>
            <a:off x="459590" y="3687617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1800" dirty="0">
                <a:solidFill>
                  <a:srgbClr val="00B050"/>
                </a:solidFill>
              </a:rPr>
              <a:t>1100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645CC1E2-454B-A1E6-8F4B-0F82CE45D470}"/>
              </a:ext>
            </a:extLst>
          </p:cNvPr>
          <p:cNvSpPr txBox="1"/>
          <p:nvPr/>
        </p:nvSpPr>
        <p:spPr>
          <a:xfrm>
            <a:off x="1335479" y="3680080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1800" dirty="0"/>
              <a:t>0011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DC39321A-DF21-5B7E-407A-CE45DAF82C45}"/>
              </a:ext>
            </a:extLst>
          </p:cNvPr>
          <p:cNvSpPr txBox="1"/>
          <p:nvPr/>
        </p:nvSpPr>
        <p:spPr>
          <a:xfrm>
            <a:off x="2159115" y="3663215"/>
            <a:ext cx="8732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sz="1800" dirty="0"/>
              <a:t>0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E1CA2AF-6590-B7A4-4C1A-C0D5A64DDD43}"/>
              </a:ext>
            </a:extLst>
          </p:cNvPr>
          <p:cNvSpPr txBox="1"/>
          <p:nvPr/>
        </p:nvSpPr>
        <p:spPr>
          <a:xfrm>
            <a:off x="3108208" y="4056949"/>
            <a:ext cx="15354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sz="1800" dirty="0"/>
              <a:t>Shift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D4A0D8CF-03D1-D925-24A5-0F798E802D69}"/>
              </a:ext>
            </a:extLst>
          </p:cNvPr>
          <p:cNvSpPr txBox="1"/>
          <p:nvPr/>
        </p:nvSpPr>
        <p:spPr>
          <a:xfrm>
            <a:off x="467543" y="4014221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1800" dirty="0"/>
              <a:t>1110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6C65B8AF-F68B-1E1D-2E60-B106CCA22D32}"/>
              </a:ext>
            </a:extLst>
          </p:cNvPr>
          <p:cNvSpPr txBox="1"/>
          <p:nvPr/>
        </p:nvSpPr>
        <p:spPr>
          <a:xfrm>
            <a:off x="1343432" y="4027805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1800" dirty="0"/>
              <a:t>0001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FCDAFC7D-5B71-22DE-EF10-8CF0C6D2A3F0}"/>
              </a:ext>
            </a:extLst>
          </p:cNvPr>
          <p:cNvSpPr txBox="1"/>
          <p:nvPr/>
        </p:nvSpPr>
        <p:spPr>
          <a:xfrm>
            <a:off x="2159115" y="4005064"/>
            <a:ext cx="8732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sz="1800" dirty="0"/>
              <a:t>1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6B8C9DC5-ACB0-699A-9E0A-42E14693A780}"/>
              </a:ext>
            </a:extLst>
          </p:cNvPr>
          <p:cNvSpPr/>
          <p:nvPr/>
        </p:nvSpPr>
        <p:spPr>
          <a:xfrm>
            <a:off x="1835696" y="4098309"/>
            <a:ext cx="926715" cy="21602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967ADFC4-2568-BEEB-D0F5-1A8FF70BF142}"/>
              </a:ext>
            </a:extLst>
          </p:cNvPr>
          <p:cNvSpPr txBox="1"/>
          <p:nvPr/>
        </p:nvSpPr>
        <p:spPr>
          <a:xfrm>
            <a:off x="3099448" y="4717030"/>
            <a:ext cx="15354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sz="1800" dirty="0"/>
              <a:t>Shift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9198BCE5-4F0D-49FF-A6AB-7BA4AEAB8D87}"/>
              </a:ext>
            </a:extLst>
          </p:cNvPr>
          <p:cNvSpPr txBox="1"/>
          <p:nvPr/>
        </p:nvSpPr>
        <p:spPr>
          <a:xfrm>
            <a:off x="459589" y="4696923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1800" dirty="0"/>
              <a:t>1111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54C8558C-0BD9-93C5-B3D6-F6CF47295D50}"/>
              </a:ext>
            </a:extLst>
          </p:cNvPr>
          <p:cNvSpPr txBox="1"/>
          <p:nvPr/>
        </p:nvSpPr>
        <p:spPr>
          <a:xfrm>
            <a:off x="1333278" y="4703715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1800" dirty="0"/>
              <a:t>0000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27EA9C72-AF90-EA1C-F50C-A7BD07C2D95A}"/>
              </a:ext>
            </a:extLst>
          </p:cNvPr>
          <p:cNvSpPr txBox="1"/>
          <p:nvPr/>
        </p:nvSpPr>
        <p:spPr>
          <a:xfrm>
            <a:off x="2159115" y="4703315"/>
            <a:ext cx="8732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sz="18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5520212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500"/>
                            </p:stCondLst>
                            <p:childTnLst>
                              <p:par>
                                <p:cTn id="9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1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1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1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8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1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3" dur="1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1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1000"/>
                            </p:stCondLst>
                            <p:childTnLst>
                              <p:par>
                                <p:cTn id="12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1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9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10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6" dur="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1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3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10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8" dur="1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1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4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5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6" fill="hold">
                            <p:stCondLst>
                              <p:cond delay="500"/>
                            </p:stCondLst>
                            <p:childTnLst>
                              <p:par>
                                <p:cTn id="15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10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0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1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10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7" dur="1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8" dur="1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3" dur="10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4" dur="1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5" dur="1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10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9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0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7" grpId="0"/>
      <p:bldP spid="19" grpId="0"/>
      <p:bldP spid="20" grpId="0"/>
      <p:bldP spid="21" grpId="0" animBg="1"/>
      <p:bldP spid="23" grpId="0"/>
      <p:bldP spid="24" grpId="0"/>
      <p:bldP spid="25" grpId="0"/>
      <p:bldP spid="26" grpId="0"/>
      <p:bldP spid="27" grpId="0" animBg="1"/>
      <p:bldP spid="28" grpId="0"/>
      <p:bldP spid="29" grpId="0"/>
      <p:bldP spid="30" grpId="0"/>
      <p:bldP spid="31" grpId="0"/>
      <p:bldP spid="63" grpId="0" animBg="1"/>
      <p:bldP spid="64" grpId="0"/>
      <p:bldP spid="65" grpId="0"/>
      <p:bldP spid="66" grpId="0"/>
      <p:bldP spid="67" grpId="0"/>
      <p:bldP spid="68" grpId="0"/>
      <p:bldP spid="69" grpId="0"/>
      <p:bldP spid="70" grpId="0"/>
      <p:bldP spid="71" grpId="0"/>
      <p:bldP spid="72" grpId="0"/>
      <p:bldP spid="73" grpId="0" animBg="1"/>
      <p:bldP spid="74" grpId="0"/>
      <p:bldP spid="75" grpId="0"/>
      <p:bldP spid="76" grpId="0"/>
      <p:bldP spid="77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FCBF0B-8823-9250-3142-E7FDAEE722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9868B0-00BA-0B43-4F56-3D8AEF3EB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212" y="365760"/>
            <a:ext cx="7890672" cy="686976"/>
          </a:xfrm>
        </p:spPr>
        <p:txBody>
          <a:bodyPr/>
          <a:lstStyle/>
          <a:p>
            <a:r>
              <a:rPr lang="en-MY" dirty="0"/>
              <a:t>Case 1: -4 x 4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E3C616-1CAC-8AB0-897D-25C451806B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04048" y="260648"/>
            <a:ext cx="1798517" cy="952127"/>
          </a:xfrm>
        </p:spPr>
        <p:txBody>
          <a:bodyPr/>
          <a:lstStyle/>
          <a:p>
            <a:pPr marL="0" indent="0">
              <a:buNone/>
            </a:pPr>
            <a:r>
              <a:rPr lang="en-MY" dirty="0"/>
              <a:t>M = </a:t>
            </a:r>
            <a:r>
              <a:rPr lang="en-MY" dirty="0">
                <a:solidFill>
                  <a:srgbClr val="00B0F0"/>
                </a:solidFill>
              </a:rPr>
              <a:t>-4 = 1100</a:t>
            </a:r>
          </a:p>
          <a:p>
            <a:pPr marL="0" indent="0">
              <a:buNone/>
            </a:pPr>
            <a:r>
              <a:rPr lang="en-MY" dirty="0"/>
              <a:t>Q = 4 = 0100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458FF45-52B9-00C2-C0B0-8AA3F275F279}"/>
              </a:ext>
            </a:extLst>
          </p:cNvPr>
          <p:cNvSpPr txBox="1">
            <a:spLocks/>
          </p:cNvSpPr>
          <p:nvPr/>
        </p:nvSpPr>
        <p:spPr>
          <a:xfrm>
            <a:off x="6802565" y="260648"/>
            <a:ext cx="1585859" cy="3976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buFont typeface="Arial" pitchFamily="34" charset="0"/>
              <a:buNone/>
            </a:pPr>
            <a:r>
              <a:rPr kumimoji="0" lang="en-MY" dirty="0">
                <a:solidFill>
                  <a:srgbClr val="FF0000"/>
                </a:solidFill>
              </a:rPr>
              <a:t>2s M = 0100</a:t>
            </a:r>
          </a:p>
        </p:txBody>
      </p:sp>
      <p:graphicFrame>
        <p:nvGraphicFramePr>
          <p:cNvPr id="6" name="Table 8">
            <a:extLst>
              <a:ext uri="{FF2B5EF4-FFF2-40B4-BE49-F238E27FC236}">
                <a16:creationId xmlns:a16="http://schemas.microsoft.com/office/drawing/2014/main" id="{DD49E36A-63C7-4BC5-7DE0-CEA198A3F04E}"/>
              </a:ext>
            </a:extLst>
          </p:cNvPr>
          <p:cNvGraphicFramePr>
            <a:graphicFrameLocks/>
          </p:cNvGraphicFramePr>
          <p:nvPr/>
        </p:nvGraphicFramePr>
        <p:xfrm>
          <a:off x="325212" y="1772816"/>
          <a:ext cx="5686949" cy="360681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25521">
                  <a:extLst>
                    <a:ext uri="{9D8B030D-6E8A-4147-A177-3AD203B41FA5}">
                      <a16:colId xmlns:a16="http://schemas.microsoft.com/office/drawing/2014/main" val="3451011438"/>
                    </a:ext>
                  </a:extLst>
                </a:gridCol>
                <a:gridCol w="925521">
                  <a:extLst>
                    <a:ext uri="{9D8B030D-6E8A-4147-A177-3AD203B41FA5}">
                      <a16:colId xmlns:a16="http://schemas.microsoft.com/office/drawing/2014/main" val="2754834517"/>
                    </a:ext>
                  </a:extLst>
                </a:gridCol>
                <a:gridCol w="925521">
                  <a:extLst>
                    <a:ext uri="{9D8B030D-6E8A-4147-A177-3AD203B41FA5}">
                      <a16:colId xmlns:a16="http://schemas.microsoft.com/office/drawing/2014/main" val="3203560697"/>
                    </a:ext>
                  </a:extLst>
                </a:gridCol>
                <a:gridCol w="1552817">
                  <a:extLst>
                    <a:ext uri="{9D8B030D-6E8A-4147-A177-3AD203B41FA5}">
                      <a16:colId xmlns:a16="http://schemas.microsoft.com/office/drawing/2014/main" val="851554681"/>
                    </a:ext>
                  </a:extLst>
                </a:gridCol>
                <a:gridCol w="1357569">
                  <a:extLst>
                    <a:ext uri="{9D8B030D-6E8A-4147-A177-3AD203B41FA5}">
                      <a16:colId xmlns:a16="http://schemas.microsoft.com/office/drawing/2014/main" val="1101951580"/>
                    </a:ext>
                  </a:extLst>
                </a:gridCol>
              </a:tblGrid>
              <a:tr h="360040">
                <a:tc>
                  <a:txBody>
                    <a:bodyPr/>
                    <a:lstStyle/>
                    <a:p>
                      <a:pPr algn="ctr"/>
                      <a:r>
                        <a:rPr lang="en-MY" b="1" dirty="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 dirty="0"/>
                        <a:t>Q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 dirty="0"/>
                        <a:t>Q</a:t>
                      </a:r>
                      <a:r>
                        <a:rPr lang="en-MY" b="1" baseline="-25000" dirty="0"/>
                        <a:t>-1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 dirty="0"/>
                        <a:t>Operation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 dirty="0"/>
                        <a:t>Cycle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40489708"/>
                  </a:ext>
                </a:extLst>
              </a:tr>
              <a:tr h="426328">
                <a:tc>
                  <a:txBody>
                    <a:bodyPr/>
                    <a:lstStyle/>
                    <a:p>
                      <a:pPr algn="ctr"/>
                      <a:endParaRPr lang="en-MY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MY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6429687"/>
                  </a:ext>
                </a:extLst>
              </a:tr>
              <a:tr h="504056">
                <a:tc>
                  <a:txBody>
                    <a:bodyPr/>
                    <a:lstStyle/>
                    <a:p>
                      <a:pPr algn="ctr"/>
                      <a:endParaRPr lang="en-MY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12618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en-MY" dirty="0"/>
                    </a:p>
                    <a:p>
                      <a:pPr algn="ctr"/>
                      <a:endParaRPr lang="en-MY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60105215"/>
                  </a:ext>
                </a:extLst>
              </a:tr>
              <a:tr h="835293">
                <a:tc>
                  <a:txBody>
                    <a:bodyPr/>
                    <a:lstStyle/>
                    <a:p>
                      <a:pPr algn="ctr"/>
                      <a:endParaRPr lang="en-MY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30087731"/>
                  </a:ext>
                </a:extLst>
              </a:tr>
              <a:tr h="835293">
                <a:tc>
                  <a:txBody>
                    <a:bodyPr/>
                    <a:lstStyle/>
                    <a:p>
                      <a:pPr algn="ctr"/>
                      <a:endParaRPr lang="en-MY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59100880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CC2641EB-02C7-905A-2ABB-F58084B70C04}"/>
              </a:ext>
            </a:extLst>
          </p:cNvPr>
          <p:cNvSpPr txBox="1"/>
          <p:nvPr/>
        </p:nvSpPr>
        <p:spPr>
          <a:xfrm>
            <a:off x="467544" y="2132721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1800" dirty="0"/>
              <a:t>0000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1255F40-EB03-1662-7A11-0822ADF0E761}"/>
              </a:ext>
            </a:extLst>
          </p:cNvPr>
          <p:cNvSpPr txBox="1"/>
          <p:nvPr/>
        </p:nvSpPr>
        <p:spPr>
          <a:xfrm>
            <a:off x="1327047" y="2133113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1800" dirty="0"/>
              <a:t>0100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3D083B1-E9DE-2F04-ECEF-06D5D748CEFE}"/>
              </a:ext>
            </a:extLst>
          </p:cNvPr>
          <p:cNvSpPr txBox="1"/>
          <p:nvPr/>
        </p:nvSpPr>
        <p:spPr>
          <a:xfrm>
            <a:off x="2159115" y="2128014"/>
            <a:ext cx="8732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sz="1800" dirty="0"/>
              <a:t>0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D22D1B9-148E-DAC5-5CE6-205CD642F077}"/>
              </a:ext>
            </a:extLst>
          </p:cNvPr>
          <p:cNvSpPr txBox="1"/>
          <p:nvPr/>
        </p:nvSpPr>
        <p:spPr>
          <a:xfrm>
            <a:off x="3108584" y="2132721"/>
            <a:ext cx="15354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sz="1800" dirty="0"/>
              <a:t>Init.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6CE9462-5BF3-25B9-8B6C-B37A45E904CB}"/>
              </a:ext>
            </a:extLst>
          </p:cNvPr>
          <p:cNvSpPr/>
          <p:nvPr/>
        </p:nvSpPr>
        <p:spPr>
          <a:xfrm>
            <a:off x="1763688" y="2204863"/>
            <a:ext cx="936104" cy="216025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F98DA71-FE7C-FDB0-CBB5-CE854ECC44D6}"/>
              </a:ext>
            </a:extLst>
          </p:cNvPr>
          <p:cNvSpPr txBox="1"/>
          <p:nvPr/>
        </p:nvSpPr>
        <p:spPr>
          <a:xfrm>
            <a:off x="3108584" y="2564904"/>
            <a:ext cx="15354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sz="1800" dirty="0"/>
              <a:t>Shift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0AF1AA0-D8B5-8006-B9DA-0EC4EC01DDEB}"/>
              </a:ext>
            </a:extLst>
          </p:cNvPr>
          <p:cNvSpPr txBox="1"/>
          <p:nvPr/>
        </p:nvSpPr>
        <p:spPr>
          <a:xfrm>
            <a:off x="459592" y="2564904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1800" dirty="0"/>
              <a:t>0000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6D44E20-B32B-E571-06ED-2285B5DEBBE4}"/>
              </a:ext>
            </a:extLst>
          </p:cNvPr>
          <p:cNvSpPr txBox="1"/>
          <p:nvPr/>
        </p:nvSpPr>
        <p:spPr>
          <a:xfrm>
            <a:off x="1327047" y="2564904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1800" dirty="0"/>
              <a:t>0010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2F09BA9-9B14-ABD2-BD9E-5552ADBB6EE0}"/>
              </a:ext>
            </a:extLst>
          </p:cNvPr>
          <p:cNvSpPr txBox="1"/>
          <p:nvPr/>
        </p:nvSpPr>
        <p:spPr>
          <a:xfrm>
            <a:off x="2159115" y="2573803"/>
            <a:ext cx="8732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sz="1800" dirty="0"/>
              <a:t>0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04D56C5-BEBB-A967-C193-6B20FE001F12}"/>
              </a:ext>
            </a:extLst>
          </p:cNvPr>
          <p:cNvSpPr/>
          <p:nvPr/>
        </p:nvSpPr>
        <p:spPr>
          <a:xfrm>
            <a:off x="1763688" y="2650456"/>
            <a:ext cx="936104" cy="216025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D2BC782-7A78-6F76-1EE2-221B5F40A63B}"/>
              </a:ext>
            </a:extLst>
          </p:cNvPr>
          <p:cNvSpPr txBox="1"/>
          <p:nvPr/>
        </p:nvSpPr>
        <p:spPr>
          <a:xfrm>
            <a:off x="3108584" y="3102218"/>
            <a:ext cx="15354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sz="1800" dirty="0"/>
              <a:t>Shift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EA43FC3-84FC-4021-B22F-52FE15A107FB}"/>
              </a:ext>
            </a:extLst>
          </p:cNvPr>
          <p:cNvSpPr txBox="1"/>
          <p:nvPr/>
        </p:nvSpPr>
        <p:spPr>
          <a:xfrm>
            <a:off x="459591" y="3109475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1800" dirty="0"/>
              <a:t>0000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5ADB71F-F3BF-499A-CEA2-6B1D7A228530}"/>
              </a:ext>
            </a:extLst>
          </p:cNvPr>
          <p:cNvSpPr txBox="1"/>
          <p:nvPr/>
        </p:nvSpPr>
        <p:spPr>
          <a:xfrm>
            <a:off x="1338924" y="3098432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1800" dirty="0"/>
              <a:t>0001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30F345E-B3FC-D431-33E2-BDD966A23540}"/>
              </a:ext>
            </a:extLst>
          </p:cNvPr>
          <p:cNvSpPr txBox="1"/>
          <p:nvPr/>
        </p:nvSpPr>
        <p:spPr>
          <a:xfrm>
            <a:off x="2159115" y="3091146"/>
            <a:ext cx="8732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sz="1800" dirty="0"/>
              <a:t>0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29FBA500-7831-08A1-E58D-25460F1F437D}"/>
              </a:ext>
            </a:extLst>
          </p:cNvPr>
          <p:cNvSpPr/>
          <p:nvPr/>
        </p:nvSpPr>
        <p:spPr>
          <a:xfrm>
            <a:off x="1763688" y="3186128"/>
            <a:ext cx="926715" cy="216025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5907AE5-AD93-3C7A-3A99-D2A38B16B4D7}"/>
              </a:ext>
            </a:extLst>
          </p:cNvPr>
          <p:cNvSpPr txBox="1"/>
          <p:nvPr/>
        </p:nvSpPr>
        <p:spPr>
          <a:xfrm>
            <a:off x="3108208" y="3703608"/>
            <a:ext cx="15354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sz="1800" dirty="0"/>
              <a:t>A-M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648762CE-2E28-DDC6-43E0-2DA40C79320B}"/>
              </a:ext>
            </a:extLst>
          </p:cNvPr>
          <p:cNvSpPr txBox="1"/>
          <p:nvPr/>
        </p:nvSpPr>
        <p:spPr>
          <a:xfrm>
            <a:off x="6111350" y="3703608"/>
            <a:ext cx="63350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1600" dirty="0"/>
              <a:t>0000</a:t>
            </a:r>
          </a:p>
          <a:p>
            <a:r>
              <a:rPr lang="en-MY" sz="1600" dirty="0">
                <a:solidFill>
                  <a:srgbClr val="FF0000"/>
                </a:solidFill>
              </a:rPr>
              <a:t>0100</a:t>
            </a:r>
          </a:p>
          <a:p>
            <a:r>
              <a:rPr lang="en-MY" sz="1600" dirty="0">
                <a:solidFill>
                  <a:srgbClr val="00B050"/>
                </a:solidFill>
              </a:rPr>
              <a:t>0100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57596138-8238-8224-3BE4-034F5CE72B06}"/>
              </a:ext>
            </a:extLst>
          </p:cNvPr>
          <p:cNvSpPr txBox="1"/>
          <p:nvPr/>
        </p:nvSpPr>
        <p:spPr>
          <a:xfrm>
            <a:off x="459590" y="3687617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1800" dirty="0">
                <a:solidFill>
                  <a:srgbClr val="00B050"/>
                </a:solidFill>
              </a:rPr>
              <a:t>0100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39566782-E4A2-5D04-F90C-8283C6CE8F4C}"/>
              </a:ext>
            </a:extLst>
          </p:cNvPr>
          <p:cNvSpPr txBox="1"/>
          <p:nvPr/>
        </p:nvSpPr>
        <p:spPr>
          <a:xfrm>
            <a:off x="1335479" y="3680080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1800" dirty="0"/>
              <a:t>0001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2908A779-8458-3415-B967-8F7328A7F4AC}"/>
              </a:ext>
            </a:extLst>
          </p:cNvPr>
          <p:cNvSpPr txBox="1"/>
          <p:nvPr/>
        </p:nvSpPr>
        <p:spPr>
          <a:xfrm>
            <a:off x="2159115" y="3663215"/>
            <a:ext cx="8732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sz="1800" dirty="0"/>
              <a:t>0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45493E7D-83B6-11F2-5C51-12CA80F6F048}"/>
              </a:ext>
            </a:extLst>
          </p:cNvPr>
          <p:cNvSpPr txBox="1"/>
          <p:nvPr/>
        </p:nvSpPr>
        <p:spPr>
          <a:xfrm>
            <a:off x="3108208" y="4056949"/>
            <a:ext cx="15354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sz="1800" dirty="0"/>
              <a:t>Shift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86D29E37-1293-E76D-0B7D-26C5B99DC592}"/>
              </a:ext>
            </a:extLst>
          </p:cNvPr>
          <p:cNvSpPr txBox="1"/>
          <p:nvPr/>
        </p:nvSpPr>
        <p:spPr>
          <a:xfrm>
            <a:off x="467543" y="4014221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1800" dirty="0"/>
              <a:t>0010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0A551960-21CA-76B4-51E1-5F8E29C5668A}"/>
              </a:ext>
            </a:extLst>
          </p:cNvPr>
          <p:cNvSpPr txBox="1"/>
          <p:nvPr/>
        </p:nvSpPr>
        <p:spPr>
          <a:xfrm>
            <a:off x="1343432" y="4027805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1800" dirty="0"/>
              <a:t>0000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9C39A302-90C5-16BE-ADFF-6FCF0D8B8911}"/>
              </a:ext>
            </a:extLst>
          </p:cNvPr>
          <p:cNvSpPr txBox="1"/>
          <p:nvPr/>
        </p:nvSpPr>
        <p:spPr>
          <a:xfrm>
            <a:off x="2159115" y="4005064"/>
            <a:ext cx="8732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sz="1800" dirty="0"/>
              <a:t>1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7F7F8E92-9BE8-0F29-CFDC-367096795D58}"/>
              </a:ext>
            </a:extLst>
          </p:cNvPr>
          <p:cNvSpPr/>
          <p:nvPr/>
        </p:nvSpPr>
        <p:spPr>
          <a:xfrm>
            <a:off x="1763688" y="4098309"/>
            <a:ext cx="926715" cy="216025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EC5C8628-C169-E8CE-0532-9051EBC1C07F}"/>
              </a:ext>
            </a:extLst>
          </p:cNvPr>
          <p:cNvSpPr txBox="1"/>
          <p:nvPr/>
        </p:nvSpPr>
        <p:spPr>
          <a:xfrm>
            <a:off x="3108208" y="4534605"/>
            <a:ext cx="15354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sz="1800" dirty="0"/>
              <a:t>A+M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FC9BCFAF-083C-694E-D388-3D6A6E0D7223}"/>
              </a:ext>
            </a:extLst>
          </p:cNvPr>
          <p:cNvSpPr txBox="1"/>
          <p:nvPr/>
        </p:nvSpPr>
        <p:spPr>
          <a:xfrm>
            <a:off x="459589" y="4534605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1800" dirty="0">
                <a:solidFill>
                  <a:srgbClr val="00B050"/>
                </a:solidFill>
              </a:rPr>
              <a:t>1110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980B4509-87D8-AFA2-E48F-8A59ED437543}"/>
              </a:ext>
            </a:extLst>
          </p:cNvPr>
          <p:cNvSpPr txBox="1"/>
          <p:nvPr/>
        </p:nvSpPr>
        <p:spPr>
          <a:xfrm>
            <a:off x="1333278" y="4534605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1800" dirty="0"/>
              <a:t>0000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F001C6CA-2D5F-4E1F-3DB6-D7FE996119C9}"/>
              </a:ext>
            </a:extLst>
          </p:cNvPr>
          <p:cNvSpPr txBox="1"/>
          <p:nvPr/>
        </p:nvSpPr>
        <p:spPr>
          <a:xfrm>
            <a:off x="2159115" y="4534605"/>
            <a:ext cx="8732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sz="1800" dirty="0"/>
              <a:t>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3F45B15-C9E1-FA06-BBD0-B6990818CB66}"/>
              </a:ext>
            </a:extLst>
          </p:cNvPr>
          <p:cNvSpPr txBox="1"/>
          <p:nvPr/>
        </p:nvSpPr>
        <p:spPr>
          <a:xfrm>
            <a:off x="6096749" y="4531512"/>
            <a:ext cx="63350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1600" dirty="0"/>
              <a:t>0010</a:t>
            </a:r>
          </a:p>
          <a:p>
            <a:r>
              <a:rPr lang="en-MY" sz="1600" dirty="0">
                <a:solidFill>
                  <a:srgbClr val="00B0F0"/>
                </a:solidFill>
              </a:rPr>
              <a:t>1100</a:t>
            </a:r>
          </a:p>
          <a:p>
            <a:r>
              <a:rPr lang="en-MY" sz="1600" dirty="0">
                <a:solidFill>
                  <a:srgbClr val="00B050"/>
                </a:solidFill>
              </a:rPr>
              <a:t>1110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E5AFDCC-178F-D449-CE4B-068ADBF95C73}"/>
              </a:ext>
            </a:extLst>
          </p:cNvPr>
          <p:cNvSpPr txBox="1"/>
          <p:nvPr/>
        </p:nvSpPr>
        <p:spPr>
          <a:xfrm>
            <a:off x="3115509" y="4881568"/>
            <a:ext cx="15354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sz="1800" dirty="0"/>
              <a:t>Shift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B94C6C3-62E7-C19D-49F1-F042B648C2D2}"/>
              </a:ext>
            </a:extLst>
          </p:cNvPr>
          <p:cNvSpPr txBox="1"/>
          <p:nvPr/>
        </p:nvSpPr>
        <p:spPr>
          <a:xfrm>
            <a:off x="459589" y="4889803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1800" dirty="0"/>
              <a:t>1111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E2F076D-588F-D0D7-28EE-41DC42CBDBE1}"/>
              </a:ext>
            </a:extLst>
          </p:cNvPr>
          <p:cNvSpPr txBox="1"/>
          <p:nvPr/>
        </p:nvSpPr>
        <p:spPr>
          <a:xfrm>
            <a:off x="1333278" y="4889803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1800" dirty="0"/>
              <a:t>0000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189C187-E633-F98A-1ACB-31FCB3502D57}"/>
              </a:ext>
            </a:extLst>
          </p:cNvPr>
          <p:cNvSpPr txBox="1"/>
          <p:nvPr/>
        </p:nvSpPr>
        <p:spPr>
          <a:xfrm>
            <a:off x="2159115" y="4889803"/>
            <a:ext cx="8732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sz="1800" dirty="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32810139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1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6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92" dur="2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1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2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10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9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6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45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0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1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4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5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8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9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7" grpId="0"/>
      <p:bldP spid="19" grpId="0"/>
      <p:bldP spid="20" grpId="0"/>
      <p:bldP spid="21" grpId="0" animBg="1"/>
      <p:bldP spid="23" grpId="0"/>
      <p:bldP spid="24" grpId="0"/>
      <p:bldP spid="25" grpId="0"/>
      <p:bldP spid="26" grpId="0"/>
      <p:bldP spid="27" grpId="0" animBg="1"/>
      <p:bldP spid="28" grpId="0"/>
      <p:bldP spid="29" grpId="0"/>
      <p:bldP spid="30" grpId="0"/>
      <p:bldP spid="31" grpId="0"/>
      <p:bldP spid="63" grpId="0" animBg="1"/>
      <p:bldP spid="64" grpId="0"/>
      <p:bldP spid="65" grpId="0"/>
      <p:bldP spid="66" grpId="0"/>
      <p:bldP spid="67" grpId="0"/>
      <p:bldP spid="68" grpId="0"/>
      <p:bldP spid="69" grpId="0"/>
      <p:bldP spid="70" grpId="0"/>
      <p:bldP spid="71" grpId="0"/>
      <p:bldP spid="72" grpId="0"/>
      <p:bldP spid="73" grpId="0" animBg="1"/>
      <p:bldP spid="74" grpId="0"/>
      <p:bldP spid="75" grpId="0"/>
      <p:bldP spid="76" grpId="0"/>
      <p:bldP spid="77" grpId="0"/>
      <p:bldP spid="7" grpId="0"/>
      <p:bldP spid="8" grpId="0"/>
      <p:bldP spid="10" grpId="0"/>
      <p:bldP spid="11" grpId="0"/>
      <p:bldP spid="12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C09F4C-9682-1E53-8BB8-3DC0394B41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B93097-16DE-EC4D-2154-68445B399B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212" y="365760"/>
            <a:ext cx="7890672" cy="686976"/>
          </a:xfrm>
        </p:spPr>
        <p:txBody>
          <a:bodyPr/>
          <a:lstStyle/>
          <a:p>
            <a:r>
              <a:rPr lang="en-MY" dirty="0"/>
              <a:t>Case 1: -4 x -4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56E03D-A479-E9D5-6918-4DF063090A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04048" y="260648"/>
            <a:ext cx="1798517" cy="952127"/>
          </a:xfrm>
        </p:spPr>
        <p:txBody>
          <a:bodyPr/>
          <a:lstStyle/>
          <a:p>
            <a:pPr marL="0" indent="0">
              <a:buNone/>
            </a:pPr>
            <a:r>
              <a:rPr lang="en-MY" dirty="0"/>
              <a:t>M = -4 = 1100</a:t>
            </a:r>
          </a:p>
          <a:p>
            <a:pPr marL="0" indent="0">
              <a:buNone/>
            </a:pPr>
            <a:r>
              <a:rPr lang="en-MY" dirty="0">
                <a:solidFill>
                  <a:srgbClr val="0070C0"/>
                </a:solidFill>
              </a:rPr>
              <a:t>Q = -4 = 1100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90A2B81-E800-C0FC-5412-AB27F41A42B8}"/>
              </a:ext>
            </a:extLst>
          </p:cNvPr>
          <p:cNvSpPr txBox="1">
            <a:spLocks/>
          </p:cNvSpPr>
          <p:nvPr/>
        </p:nvSpPr>
        <p:spPr>
          <a:xfrm>
            <a:off x="6802565" y="260648"/>
            <a:ext cx="1585859" cy="3976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buFont typeface="Arial" pitchFamily="34" charset="0"/>
              <a:buNone/>
            </a:pPr>
            <a:r>
              <a:rPr kumimoji="0" lang="en-MY" dirty="0">
                <a:solidFill>
                  <a:srgbClr val="FF0000"/>
                </a:solidFill>
              </a:rPr>
              <a:t>2s M = 0100</a:t>
            </a:r>
          </a:p>
        </p:txBody>
      </p:sp>
      <p:graphicFrame>
        <p:nvGraphicFramePr>
          <p:cNvPr id="6" name="Table 8">
            <a:extLst>
              <a:ext uri="{FF2B5EF4-FFF2-40B4-BE49-F238E27FC236}">
                <a16:creationId xmlns:a16="http://schemas.microsoft.com/office/drawing/2014/main" id="{E4B3FCF4-4138-FECA-7B74-7D7A97597A50}"/>
              </a:ext>
            </a:extLst>
          </p:cNvPr>
          <p:cNvGraphicFramePr>
            <a:graphicFrameLocks/>
          </p:cNvGraphicFramePr>
          <p:nvPr/>
        </p:nvGraphicFramePr>
        <p:xfrm>
          <a:off x="325212" y="1772816"/>
          <a:ext cx="5686949" cy="360681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25521">
                  <a:extLst>
                    <a:ext uri="{9D8B030D-6E8A-4147-A177-3AD203B41FA5}">
                      <a16:colId xmlns:a16="http://schemas.microsoft.com/office/drawing/2014/main" val="3451011438"/>
                    </a:ext>
                  </a:extLst>
                </a:gridCol>
                <a:gridCol w="925521">
                  <a:extLst>
                    <a:ext uri="{9D8B030D-6E8A-4147-A177-3AD203B41FA5}">
                      <a16:colId xmlns:a16="http://schemas.microsoft.com/office/drawing/2014/main" val="2754834517"/>
                    </a:ext>
                  </a:extLst>
                </a:gridCol>
                <a:gridCol w="925521">
                  <a:extLst>
                    <a:ext uri="{9D8B030D-6E8A-4147-A177-3AD203B41FA5}">
                      <a16:colId xmlns:a16="http://schemas.microsoft.com/office/drawing/2014/main" val="3203560697"/>
                    </a:ext>
                  </a:extLst>
                </a:gridCol>
                <a:gridCol w="1552817">
                  <a:extLst>
                    <a:ext uri="{9D8B030D-6E8A-4147-A177-3AD203B41FA5}">
                      <a16:colId xmlns:a16="http://schemas.microsoft.com/office/drawing/2014/main" val="851554681"/>
                    </a:ext>
                  </a:extLst>
                </a:gridCol>
                <a:gridCol w="1357569">
                  <a:extLst>
                    <a:ext uri="{9D8B030D-6E8A-4147-A177-3AD203B41FA5}">
                      <a16:colId xmlns:a16="http://schemas.microsoft.com/office/drawing/2014/main" val="1101951580"/>
                    </a:ext>
                  </a:extLst>
                </a:gridCol>
              </a:tblGrid>
              <a:tr h="360040">
                <a:tc>
                  <a:txBody>
                    <a:bodyPr/>
                    <a:lstStyle/>
                    <a:p>
                      <a:pPr algn="ctr"/>
                      <a:r>
                        <a:rPr lang="en-MY" b="1" dirty="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 dirty="0"/>
                        <a:t>Q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 dirty="0"/>
                        <a:t>Q</a:t>
                      </a:r>
                      <a:r>
                        <a:rPr lang="en-MY" b="1" baseline="-25000" dirty="0"/>
                        <a:t>-1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 dirty="0"/>
                        <a:t>Operation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 dirty="0"/>
                        <a:t>Cycle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40489708"/>
                  </a:ext>
                </a:extLst>
              </a:tr>
              <a:tr h="426328">
                <a:tc>
                  <a:txBody>
                    <a:bodyPr/>
                    <a:lstStyle/>
                    <a:p>
                      <a:pPr algn="ctr"/>
                      <a:endParaRPr lang="en-MY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MY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6429687"/>
                  </a:ext>
                </a:extLst>
              </a:tr>
              <a:tr h="504056">
                <a:tc>
                  <a:txBody>
                    <a:bodyPr/>
                    <a:lstStyle/>
                    <a:p>
                      <a:pPr algn="ctr"/>
                      <a:endParaRPr lang="en-MY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12618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en-MY" dirty="0"/>
                    </a:p>
                    <a:p>
                      <a:pPr algn="ctr"/>
                      <a:endParaRPr lang="en-MY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60105215"/>
                  </a:ext>
                </a:extLst>
              </a:tr>
              <a:tr h="835293">
                <a:tc>
                  <a:txBody>
                    <a:bodyPr/>
                    <a:lstStyle/>
                    <a:p>
                      <a:pPr algn="ctr"/>
                      <a:endParaRPr lang="en-MY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30087731"/>
                  </a:ext>
                </a:extLst>
              </a:tr>
              <a:tr h="835293">
                <a:tc>
                  <a:txBody>
                    <a:bodyPr/>
                    <a:lstStyle/>
                    <a:p>
                      <a:pPr algn="ctr"/>
                      <a:endParaRPr lang="en-MY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59100880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805A1B4A-1B30-3B72-2A79-45427E57416A}"/>
              </a:ext>
            </a:extLst>
          </p:cNvPr>
          <p:cNvSpPr txBox="1"/>
          <p:nvPr/>
        </p:nvSpPr>
        <p:spPr>
          <a:xfrm>
            <a:off x="467544" y="2132721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1800" dirty="0"/>
              <a:t>0000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F463931-9499-61CB-B844-DDFCEA014AAD}"/>
              </a:ext>
            </a:extLst>
          </p:cNvPr>
          <p:cNvSpPr txBox="1"/>
          <p:nvPr/>
        </p:nvSpPr>
        <p:spPr>
          <a:xfrm>
            <a:off x="1327047" y="2133113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1800" dirty="0">
                <a:solidFill>
                  <a:srgbClr val="0070C0"/>
                </a:solidFill>
              </a:rPr>
              <a:t>1100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7206538-408C-4636-DB1A-2247A241049C}"/>
              </a:ext>
            </a:extLst>
          </p:cNvPr>
          <p:cNvSpPr txBox="1"/>
          <p:nvPr/>
        </p:nvSpPr>
        <p:spPr>
          <a:xfrm>
            <a:off x="2159115" y="2128014"/>
            <a:ext cx="8732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sz="1800" dirty="0"/>
              <a:t>0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96F36BD-8E83-D33A-FCDC-901121752A32}"/>
              </a:ext>
            </a:extLst>
          </p:cNvPr>
          <p:cNvSpPr txBox="1"/>
          <p:nvPr/>
        </p:nvSpPr>
        <p:spPr>
          <a:xfrm>
            <a:off x="3108584" y="2132721"/>
            <a:ext cx="15354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sz="1800" dirty="0"/>
              <a:t>Init.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E640FE8-2DC5-6523-FD38-0088E373306F}"/>
              </a:ext>
            </a:extLst>
          </p:cNvPr>
          <p:cNvSpPr/>
          <p:nvPr/>
        </p:nvSpPr>
        <p:spPr>
          <a:xfrm>
            <a:off x="1763688" y="2204863"/>
            <a:ext cx="936104" cy="216025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0F367FA-E06E-4115-3F7B-9E017E4158D6}"/>
              </a:ext>
            </a:extLst>
          </p:cNvPr>
          <p:cNvSpPr txBox="1"/>
          <p:nvPr/>
        </p:nvSpPr>
        <p:spPr>
          <a:xfrm>
            <a:off x="3108584" y="2564904"/>
            <a:ext cx="15354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sz="1800" dirty="0"/>
              <a:t>Shift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2BDF698-E030-AA2C-66D2-8449EBFEA105}"/>
              </a:ext>
            </a:extLst>
          </p:cNvPr>
          <p:cNvSpPr txBox="1"/>
          <p:nvPr/>
        </p:nvSpPr>
        <p:spPr>
          <a:xfrm>
            <a:off x="459592" y="2564904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1800" dirty="0"/>
              <a:t>0000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2D51D73-ADB0-BA98-A275-FD3892CCD1C9}"/>
              </a:ext>
            </a:extLst>
          </p:cNvPr>
          <p:cNvSpPr txBox="1"/>
          <p:nvPr/>
        </p:nvSpPr>
        <p:spPr>
          <a:xfrm>
            <a:off x="1327047" y="2564904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1800" dirty="0"/>
              <a:t>0110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A89AABC-9674-3EB5-DE33-0CB3A3FCE4CB}"/>
              </a:ext>
            </a:extLst>
          </p:cNvPr>
          <p:cNvSpPr txBox="1"/>
          <p:nvPr/>
        </p:nvSpPr>
        <p:spPr>
          <a:xfrm>
            <a:off x="2159115" y="2573803"/>
            <a:ext cx="8732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sz="1800" dirty="0"/>
              <a:t>0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AAF1AA6-1F9F-C0C0-5ABB-D47351D95D8C}"/>
              </a:ext>
            </a:extLst>
          </p:cNvPr>
          <p:cNvSpPr/>
          <p:nvPr/>
        </p:nvSpPr>
        <p:spPr>
          <a:xfrm>
            <a:off x="1763688" y="2650456"/>
            <a:ext cx="936104" cy="216025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A535E7E-8B52-3085-C0AA-E2D29E2E4515}"/>
              </a:ext>
            </a:extLst>
          </p:cNvPr>
          <p:cNvSpPr txBox="1"/>
          <p:nvPr/>
        </p:nvSpPr>
        <p:spPr>
          <a:xfrm>
            <a:off x="3108584" y="3102218"/>
            <a:ext cx="15354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sz="1800" dirty="0"/>
              <a:t>Shift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D32F1AF-A1D6-F987-C6DC-38C8E81DA059}"/>
              </a:ext>
            </a:extLst>
          </p:cNvPr>
          <p:cNvSpPr txBox="1"/>
          <p:nvPr/>
        </p:nvSpPr>
        <p:spPr>
          <a:xfrm>
            <a:off x="459591" y="3109475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1800" dirty="0"/>
              <a:t>0000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5A37A76-D90A-E95F-6DE4-DCCA98D642C6}"/>
              </a:ext>
            </a:extLst>
          </p:cNvPr>
          <p:cNvSpPr txBox="1"/>
          <p:nvPr/>
        </p:nvSpPr>
        <p:spPr>
          <a:xfrm>
            <a:off x="1338924" y="3098432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1800" dirty="0"/>
              <a:t>0011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75B7B82-5CD2-C157-C05B-0DBCAF626EB3}"/>
              </a:ext>
            </a:extLst>
          </p:cNvPr>
          <p:cNvSpPr txBox="1"/>
          <p:nvPr/>
        </p:nvSpPr>
        <p:spPr>
          <a:xfrm>
            <a:off x="2159115" y="3091146"/>
            <a:ext cx="8732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sz="1800" dirty="0"/>
              <a:t>0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D7DF7742-BABB-26CE-3A4C-97E02420E6FB}"/>
              </a:ext>
            </a:extLst>
          </p:cNvPr>
          <p:cNvSpPr/>
          <p:nvPr/>
        </p:nvSpPr>
        <p:spPr>
          <a:xfrm>
            <a:off x="1763688" y="3186128"/>
            <a:ext cx="926715" cy="216025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31AA4FB4-598C-1995-982B-1BDE1AFD3C90}"/>
              </a:ext>
            </a:extLst>
          </p:cNvPr>
          <p:cNvSpPr txBox="1"/>
          <p:nvPr/>
        </p:nvSpPr>
        <p:spPr>
          <a:xfrm>
            <a:off x="3108208" y="3703608"/>
            <a:ext cx="15354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sz="1800" dirty="0"/>
              <a:t>A-M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2683D305-66E1-BC40-F2ED-5475B2D43D18}"/>
              </a:ext>
            </a:extLst>
          </p:cNvPr>
          <p:cNvSpPr txBox="1"/>
          <p:nvPr/>
        </p:nvSpPr>
        <p:spPr>
          <a:xfrm>
            <a:off x="6111350" y="3703608"/>
            <a:ext cx="63350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1600" dirty="0"/>
              <a:t>0000</a:t>
            </a:r>
          </a:p>
          <a:p>
            <a:r>
              <a:rPr lang="en-MY" sz="1600" dirty="0">
                <a:solidFill>
                  <a:srgbClr val="FF0000"/>
                </a:solidFill>
              </a:rPr>
              <a:t>0100</a:t>
            </a:r>
          </a:p>
          <a:p>
            <a:r>
              <a:rPr lang="en-MY" sz="1600" dirty="0">
                <a:solidFill>
                  <a:srgbClr val="00B050"/>
                </a:solidFill>
              </a:rPr>
              <a:t>0100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0218003B-4F14-5A13-3339-A0DCA2624CB6}"/>
              </a:ext>
            </a:extLst>
          </p:cNvPr>
          <p:cNvSpPr txBox="1"/>
          <p:nvPr/>
        </p:nvSpPr>
        <p:spPr>
          <a:xfrm>
            <a:off x="459590" y="3687617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1800" dirty="0">
                <a:solidFill>
                  <a:srgbClr val="00B050"/>
                </a:solidFill>
              </a:rPr>
              <a:t>0100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2061FE0D-A534-BD49-124F-AC85A5735030}"/>
              </a:ext>
            </a:extLst>
          </p:cNvPr>
          <p:cNvSpPr txBox="1"/>
          <p:nvPr/>
        </p:nvSpPr>
        <p:spPr>
          <a:xfrm>
            <a:off x="1335479" y="3680080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1800" dirty="0"/>
              <a:t>0011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D6467D7E-35D4-889E-4245-817D813C7CDC}"/>
              </a:ext>
            </a:extLst>
          </p:cNvPr>
          <p:cNvSpPr txBox="1"/>
          <p:nvPr/>
        </p:nvSpPr>
        <p:spPr>
          <a:xfrm>
            <a:off x="2159115" y="3663215"/>
            <a:ext cx="8732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sz="1800" dirty="0"/>
              <a:t>0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5B0588FE-774F-8C39-1762-265E26DF86C1}"/>
              </a:ext>
            </a:extLst>
          </p:cNvPr>
          <p:cNvSpPr txBox="1"/>
          <p:nvPr/>
        </p:nvSpPr>
        <p:spPr>
          <a:xfrm>
            <a:off x="3108208" y="4056949"/>
            <a:ext cx="15354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sz="1800" dirty="0"/>
              <a:t>Shift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94787342-3AD5-18DF-8BE4-08C6FDF7AA61}"/>
              </a:ext>
            </a:extLst>
          </p:cNvPr>
          <p:cNvSpPr txBox="1"/>
          <p:nvPr/>
        </p:nvSpPr>
        <p:spPr>
          <a:xfrm>
            <a:off x="467543" y="4014221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1800" dirty="0"/>
              <a:t>0010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E3A94B65-BDB9-A6ED-B727-95FF1A8CCA7E}"/>
              </a:ext>
            </a:extLst>
          </p:cNvPr>
          <p:cNvSpPr txBox="1"/>
          <p:nvPr/>
        </p:nvSpPr>
        <p:spPr>
          <a:xfrm>
            <a:off x="1343432" y="4027805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1800" dirty="0"/>
              <a:t>0001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64794613-2008-6F34-84B0-B4713F3EC570}"/>
              </a:ext>
            </a:extLst>
          </p:cNvPr>
          <p:cNvSpPr txBox="1"/>
          <p:nvPr/>
        </p:nvSpPr>
        <p:spPr>
          <a:xfrm>
            <a:off x="2159115" y="4005064"/>
            <a:ext cx="8732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sz="1800" dirty="0"/>
              <a:t>1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CDB2B58A-1BA6-50C0-C3B7-4F493157E2E0}"/>
              </a:ext>
            </a:extLst>
          </p:cNvPr>
          <p:cNvSpPr/>
          <p:nvPr/>
        </p:nvSpPr>
        <p:spPr>
          <a:xfrm>
            <a:off x="1763688" y="4098309"/>
            <a:ext cx="926715" cy="216025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598FE23A-DD53-4928-ACE3-71A4E0B73E43}"/>
              </a:ext>
            </a:extLst>
          </p:cNvPr>
          <p:cNvSpPr txBox="1"/>
          <p:nvPr/>
        </p:nvSpPr>
        <p:spPr>
          <a:xfrm>
            <a:off x="3108208" y="4725144"/>
            <a:ext cx="15354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sz="1800" dirty="0"/>
              <a:t>Shift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038933B-31A0-7FB5-CDA8-AA8B8DE09D76}"/>
              </a:ext>
            </a:extLst>
          </p:cNvPr>
          <p:cNvSpPr txBox="1"/>
          <p:nvPr/>
        </p:nvSpPr>
        <p:spPr>
          <a:xfrm>
            <a:off x="459589" y="4725144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1800" dirty="0"/>
              <a:t>0001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711CF1F9-8975-849B-858A-CFFE3F4D328A}"/>
              </a:ext>
            </a:extLst>
          </p:cNvPr>
          <p:cNvSpPr txBox="1"/>
          <p:nvPr/>
        </p:nvSpPr>
        <p:spPr>
          <a:xfrm>
            <a:off x="1333278" y="4725144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1800" dirty="0"/>
              <a:t>0000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49875139-D804-5CDF-C578-455AC5103F00}"/>
              </a:ext>
            </a:extLst>
          </p:cNvPr>
          <p:cNvSpPr txBox="1"/>
          <p:nvPr/>
        </p:nvSpPr>
        <p:spPr>
          <a:xfrm>
            <a:off x="2159115" y="4725144"/>
            <a:ext cx="8732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sz="1800" dirty="0"/>
              <a:t>1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50BE162-F66C-11D9-99A9-95CDB7FF6C8A}"/>
              </a:ext>
            </a:extLst>
          </p:cNvPr>
          <p:cNvSpPr txBox="1">
            <a:spLocks/>
          </p:cNvSpPr>
          <p:nvPr/>
        </p:nvSpPr>
        <p:spPr>
          <a:xfrm>
            <a:off x="6787285" y="691856"/>
            <a:ext cx="1585859" cy="3976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buFont typeface="Arial" pitchFamily="34" charset="0"/>
              <a:buNone/>
            </a:pPr>
            <a:r>
              <a:rPr kumimoji="0" lang="en-MY" dirty="0">
                <a:solidFill>
                  <a:srgbClr val="FF0000"/>
                </a:solidFill>
              </a:rPr>
              <a:t>2s Q = 0100</a:t>
            </a:r>
          </a:p>
        </p:txBody>
      </p:sp>
    </p:spTree>
    <p:extLst>
      <p:ext uri="{BB962C8B-B14F-4D97-AF65-F5344CB8AC3E}">
        <p14:creationId xmlns:p14="http://schemas.microsoft.com/office/powerpoint/2010/main" val="5081085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1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6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92" dur="2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1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2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10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9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5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6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9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0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3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4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7" grpId="0"/>
      <p:bldP spid="19" grpId="0"/>
      <p:bldP spid="20" grpId="0"/>
      <p:bldP spid="21" grpId="0" animBg="1"/>
      <p:bldP spid="23" grpId="0"/>
      <p:bldP spid="24" grpId="0"/>
      <p:bldP spid="25" grpId="0"/>
      <p:bldP spid="26" grpId="0"/>
      <p:bldP spid="27" grpId="0" animBg="1"/>
      <p:bldP spid="28" grpId="0"/>
      <p:bldP spid="29" grpId="0"/>
      <p:bldP spid="30" grpId="0"/>
      <p:bldP spid="31" grpId="0"/>
      <p:bldP spid="63" grpId="0" animBg="1"/>
      <p:bldP spid="64" grpId="0"/>
      <p:bldP spid="65" grpId="0"/>
      <p:bldP spid="66" grpId="0"/>
      <p:bldP spid="67" grpId="0"/>
      <p:bldP spid="68" grpId="0"/>
      <p:bldP spid="69" grpId="0"/>
      <p:bldP spid="70" grpId="0"/>
      <p:bldP spid="71" grpId="0"/>
      <p:bldP spid="72" grpId="0"/>
      <p:bldP spid="73" grpId="0" animBg="1"/>
      <p:bldP spid="74" grpId="0"/>
      <p:bldP spid="75" grpId="0"/>
      <p:bldP spid="76" grpId="0"/>
      <p:bldP spid="77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D7BC2C-DA74-093E-AE64-BAE3043CF1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Advantages of Booth’s Algorithm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5438AB-2DD9-4EEF-09C6-C3792AD97D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MY" sz="2000" dirty="0"/>
              <a:t>Performed signed multiplications </a:t>
            </a:r>
          </a:p>
          <a:p>
            <a:r>
              <a:rPr lang="en-MY" sz="2000" dirty="0"/>
              <a:t>Performs better of –</a:t>
            </a:r>
            <a:r>
              <a:rPr lang="en-MY" sz="2000" dirty="0" err="1"/>
              <a:t>ve</a:t>
            </a:r>
            <a:r>
              <a:rPr lang="en-MY" sz="2000" dirty="0"/>
              <a:t> numbers are involved </a:t>
            </a:r>
          </a:p>
          <a:p>
            <a:r>
              <a:rPr lang="en-MY" sz="2000" dirty="0"/>
              <a:t>Reduced number of operations </a:t>
            </a:r>
          </a:p>
        </p:txBody>
      </p:sp>
    </p:spTree>
    <p:extLst>
      <p:ext uri="{BB962C8B-B14F-4D97-AF65-F5344CB8AC3E}">
        <p14:creationId xmlns:p14="http://schemas.microsoft.com/office/powerpoint/2010/main" val="278637573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720B9-504B-8703-09E2-C2DEC3790A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Quick activity #8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50F0DB-7C61-59E0-F3F3-6A896E3FE7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2000" dirty="0"/>
              <a:t>Use the Booth algorithm to multiply 23 (multiplicand) by 29 (multiplier), where each number is represented using 6 bits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000" dirty="0"/>
              <a:t>Use the Booth algorithm to multiply 10 (multiplicand) by -10 (multiplier), where each number is represented using 5 bits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000" dirty="0"/>
              <a:t>Use the Booth algorithm to multiply -6 (multiplicand) by -5 (multiplier), where each number is represented using 4 bits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000" dirty="0"/>
              <a:t>Use the Booth algorithm to multiply -7 (multiplicand) by 5(multiplier), where each number is represented using 4 bits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000" b="0" i="0" dirty="0">
                <a:solidFill>
                  <a:srgbClr val="242021"/>
                </a:solidFill>
                <a:effectLst/>
                <a:latin typeface="TimesTenLTStd-Roman"/>
              </a:rPr>
              <a:t>Given </a:t>
            </a:r>
            <a:r>
              <a:rPr lang="en-US" sz="2000" b="0" i="1" dirty="0">
                <a:solidFill>
                  <a:srgbClr val="242021"/>
                </a:solidFill>
                <a:effectLst/>
                <a:latin typeface="TimesTenLTStd-Italic"/>
              </a:rPr>
              <a:t>x </a:t>
            </a:r>
            <a:r>
              <a:rPr lang="en-US" sz="2000" b="0" i="0" dirty="0">
                <a:solidFill>
                  <a:srgbClr val="242021"/>
                </a:solidFill>
                <a:effectLst/>
                <a:latin typeface="PearsonMATHPRO08"/>
              </a:rPr>
              <a:t>= </a:t>
            </a:r>
            <a:r>
              <a:rPr lang="en-US" sz="2000" b="0" i="0" dirty="0">
                <a:solidFill>
                  <a:srgbClr val="242021"/>
                </a:solidFill>
                <a:effectLst/>
                <a:latin typeface="TimesTenLTStd-Roman"/>
              </a:rPr>
              <a:t>0100 and </a:t>
            </a:r>
            <a:r>
              <a:rPr lang="en-US" sz="2000" b="0" i="1" dirty="0">
                <a:solidFill>
                  <a:srgbClr val="242021"/>
                </a:solidFill>
                <a:effectLst/>
                <a:latin typeface="TimesTenLTStd-Italic"/>
              </a:rPr>
              <a:t>y </a:t>
            </a:r>
            <a:r>
              <a:rPr lang="en-US" sz="2000" b="0" i="0" dirty="0">
                <a:solidFill>
                  <a:srgbClr val="242021"/>
                </a:solidFill>
                <a:effectLst/>
                <a:latin typeface="PearsonMATHPRO08"/>
              </a:rPr>
              <a:t>= </a:t>
            </a:r>
            <a:r>
              <a:rPr lang="en-US" sz="2000" b="0" i="0" dirty="0">
                <a:solidFill>
                  <a:srgbClr val="242021"/>
                </a:solidFill>
                <a:effectLst/>
                <a:latin typeface="TimesTenLTStd-Roman"/>
              </a:rPr>
              <a:t>1100 in twos complement notation (i.e., </a:t>
            </a:r>
            <a:r>
              <a:rPr lang="en-US" sz="2000" b="0" i="1" dirty="0">
                <a:solidFill>
                  <a:srgbClr val="242021"/>
                </a:solidFill>
                <a:effectLst/>
                <a:latin typeface="TimesTenLTStd-Italic"/>
              </a:rPr>
              <a:t>x </a:t>
            </a:r>
            <a:r>
              <a:rPr lang="en-US" sz="2000" b="0" i="0" dirty="0">
                <a:solidFill>
                  <a:srgbClr val="242021"/>
                </a:solidFill>
                <a:effectLst/>
                <a:latin typeface="PearsonMATHPRO08"/>
              </a:rPr>
              <a:t>= </a:t>
            </a:r>
            <a:r>
              <a:rPr lang="en-US" sz="2000" b="0" i="0" dirty="0">
                <a:solidFill>
                  <a:srgbClr val="242021"/>
                </a:solidFill>
                <a:effectLst/>
                <a:latin typeface="TimesTenLTStd-Roman"/>
              </a:rPr>
              <a:t>4, </a:t>
            </a:r>
            <a:r>
              <a:rPr lang="en-US" sz="2000" b="0" i="1" dirty="0">
                <a:solidFill>
                  <a:srgbClr val="242021"/>
                </a:solidFill>
                <a:effectLst/>
                <a:latin typeface="TimesTenLTStd-Italic"/>
              </a:rPr>
              <a:t>y </a:t>
            </a:r>
            <a:r>
              <a:rPr lang="en-US" sz="2000" b="0" i="0" dirty="0">
                <a:solidFill>
                  <a:srgbClr val="242021"/>
                </a:solidFill>
                <a:effectLst/>
                <a:latin typeface="PearsonMATHPRO08"/>
              </a:rPr>
              <a:t>= </a:t>
            </a:r>
            <a:r>
              <a:rPr lang="en-US" sz="2000" b="0" i="0" dirty="0">
                <a:solidFill>
                  <a:srgbClr val="242021"/>
                </a:solidFill>
                <a:effectLst/>
                <a:latin typeface="PearsonMATHPRO02"/>
              </a:rPr>
              <a:t>-</a:t>
            </a:r>
            <a:r>
              <a:rPr lang="en-US" sz="2000" b="0" i="0" dirty="0">
                <a:solidFill>
                  <a:srgbClr val="242021"/>
                </a:solidFill>
                <a:effectLst/>
                <a:latin typeface="TimesTenLTStd-Roman"/>
              </a:rPr>
              <a:t>4), compute the product </a:t>
            </a:r>
            <a:r>
              <a:rPr lang="en-US" sz="2000" b="0" i="1" dirty="0">
                <a:solidFill>
                  <a:srgbClr val="242021"/>
                </a:solidFill>
                <a:effectLst/>
                <a:latin typeface="TimesTenLTStd-Italic"/>
              </a:rPr>
              <a:t>p </a:t>
            </a:r>
            <a:r>
              <a:rPr lang="en-US" sz="2000" b="0" i="0" dirty="0">
                <a:solidFill>
                  <a:srgbClr val="242021"/>
                </a:solidFill>
                <a:effectLst/>
                <a:latin typeface="PearsonMATHPRO08"/>
              </a:rPr>
              <a:t>= </a:t>
            </a:r>
            <a:r>
              <a:rPr lang="en-US" sz="2000" b="0" i="1" dirty="0">
                <a:solidFill>
                  <a:srgbClr val="242021"/>
                </a:solidFill>
                <a:effectLst/>
                <a:latin typeface="TimesTenLTStd-Italic"/>
              </a:rPr>
              <a:t>x </a:t>
            </a:r>
            <a:r>
              <a:rPr lang="en-US" sz="2000" b="0" i="0" dirty="0">
                <a:solidFill>
                  <a:srgbClr val="242021"/>
                </a:solidFill>
                <a:effectLst/>
                <a:latin typeface="PearsonMATHPRO02"/>
              </a:rPr>
              <a:t>* </a:t>
            </a:r>
            <a:r>
              <a:rPr lang="en-US" sz="2000" b="0" i="1" dirty="0">
                <a:solidFill>
                  <a:srgbClr val="242021"/>
                </a:solidFill>
                <a:effectLst/>
                <a:latin typeface="TimesTenLTStd-Italic"/>
              </a:rPr>
              <a:t>y </a:t>
            </a:r>
            <a:r>
              <a:rPr lang="en-US" sz="2000" b="0" i="0" dirty="0">
                <a:solidFill>
                  <a:srgbClr val="242021"/>
                </a:solidFill>
                <a:effectLst/>
                <a:latin typeface="TimesTenLTStd-Roman"/>
              </a:rPr>
              <a:t>with Booth’s algorithm</a:t>
            </a:r>
            <a:br>
              <a:rPr lang="en-US" sz="2000" dirty="0"/>
            </a:br>
            <a:endParaRPr lang="en-MY" sz="2000" dirty="0"/>
          </a:p>
        </p:txBody>
      </p:sp>
    </p:spTree>
    <p:extLst>
      <p:ext uri="{BB962C8B-B14F-4D97-AF65-F5344CB8AC3E}">
        <p14:creationId xmlns:p14="http://schemas.microsoft.com/office/powerpoint/2010/main" val="56075542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12E779B-8158-1F0C-D191-FCED6CF921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2’s complement operations</a:t>
            </a: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865B07E9-9608-DC10-630A-068453081CBC}"/>
              </a:ext>
            </a:extLst>
          </p:cNvPr>
          <p:cNvSpPr/>
          <p:nvPr/>
        </p:nvSpPr>
        <p:spPr>
          <a:xfrm>
            <a:off x="754798" y="1829188"/>
            <a:ext cx="3346585" cy="2007951"/>
          </a:xfrm>
          <a:custGeom>
            <a:avLst/>
            <a:gdLst>
              <a:gd name="connsiteX0" fmla="*/ 0 w 3346585"/>
              <a:gd name="connsiteY0" fmla="*/ 0 h 2007951"/>
              <a:gd name="connsiteX1" fmla="*/ 3346585 w 3346585"/>
              <a:gd name="connsiteY1" fmla="*/ 0 h 2007951"/>
              <a:gd name="connsiteX2" fmla="*/ 3346585 w 3346585"/>
              <a:gd name="connsiteY2" fmla="*/ 2007951 h 2007951"/>
              <a:gd name="connsiteX3" fmla="*/ 0 w 3346585"/>
              <a:gd name="connsiteY3" fmla="*/ 2007951 h 2007951"/>
              <a:gd name="connsiteX4" fmla="*/ 0 w 3346585"/>
              <a:gd name="connsiteY4" fmla="*/ 0 h 20079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46585" h="2007951">
                <a:moveTo>
                  <a:pt x="0" y="0"/>
                </a:moveTo>
                <a:lnTo>
                  <a:pt x="3346585" y="0"/>
                </a:lnTo>
                <a:lnTo>
                  <a:pt x="3346585" y="2007951"/>
                </a:lnTo>
                <a:lnTo>
                  <a:pt x="0" y="2007951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37160" tIns="137160" rIns="137160" bIns="137160" numCol="1" spcCol="1270" anchor="ctr" anchorCtr="0">
            <a:noAutofit/>
          </a:bodyPr>
          <a:lstStyle/>
          <a:p>
            <a:pPr marL="0" lvl="0" indent="0" algn="ctr" defTabSz="1600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MY" sz="3600" kern="1200" baseline="0"/>
              <a:t>Addition</a:t>
            </a:r>
            <a:endParaRPr lang="en-MY" sz="3600" kern="120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CB7B737E-DCD4-D654-F2D5-B330247A3170}"/>
              </a:ext>
            </a:extLst>
          </p:cNvPr>
          <p:cNvSpPr/>
          <p:nvPr/>
        </p:nvSpPr>
        <p:spPr>
          <a:xfrm>
            <a:off x="4436042" y="1829188"/>
            <a:ext cx="3346585" cy="2007951"/>
          </a:xfrm>
          <a:custGeom>
            <a:avLst/>
            <a:gdLst>
              <a:gd name="connsiteX0" fmla="*/ 0 w 3346585"/>
              <a:gd name="connsiteY0" fmla="*/ 0 h 2007951"/>
              <a:gd name="connsiteX1" fmla="*/ 3346585 w 3346585"/>
              <a:gd name="connsiteY1" fmla="*/ 0 h 2007951"/>
              <a:gd name="connsiteX2" fmla="*/ 3346585 w 3346585"/>
              <a:gd name="connsiteY2" fmla="*/ 2007951 h 2007951"/>
              <a:gd name="connsiteX3" fmla="*/ 0 w 3346585"/>
              <a:gd name="connsiteY3" fmla="*/ 2007951 h 2007951"/>
              <a:gd name="connsiteX4" fmla="*/ 0 w 3346585"/>
              <a:gd name="connsiteY4" fmla="*/ 0 h 20079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46585" h="2007951">
                <a:moveTo>
                  <a:pt x="0" y="0"/>
                </a:moveTo>
                <a:lnTo>
                  <a:pt x="3346585" y="0"/>
                </a:lnTo>
                <a:lnTo>
                  <a:pt x="3346585" y="2007951"/>
                </a:lnTo>
                <a:lnTo>
                  <a:pt x="0" y="2007951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6039257"/>
              <a:satOff val="-2677"/>
              <a:lumOff val="-5359"/>
              <a:alphaOff val="0"/>
            </a:schemeClr>
          </a:fillRef>
          <a:effectRef idx="0">
            <a:schemeClr val="accent4">
              <a:hueOff val="6039257"/>
              <a:satOff val="-2677"/>
              <a:lumOff val="-5359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37160" tIns="137160" rIns="137160" bIns="137160" numCol="1" spcCol="1270" anchor="ctr" anchorCtr="0">
            <a:noAutofit/>
          </a:bodyPr>
          <a:lstStyle/>
          <a:p>
            <a:pPr marL="0" lvl="0" indent="0" algn="ctr" defTabSz="1600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MY" sz="3600" kern="1200" baseline="0"/>
              <a:t>Subtraction</a:t>
            </a:r>
            <a:endParaRPr lang="en-MY" sz="3600" kern="120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3E847A2F-AC97-9C6F-3FDF-C7D387D8A196}"/>
              </a:ext>
            </a:extLst>
          </p:cNvPr>
          <p:cNvSpPr/>
          <p:nvPr/>
        </p:nvSpPr>
        <p:spPr>
          <a:xfrm>
            <a:off x="754798" y="4171798"/>
            <a:ext cx="3346585" cy="2007951"/>
          </a:xfrm>
          <a:custGeom>
            <a:avLst/>
            <a:gdLst>
              <a:gd name="connsiteX0" fmla="*/ 0 w 3346585"/>
              <a:gd name="connsiteY0" fmla="*/ 0 h 2007951"/>
              <a:gd name="connsiteX1" fmla="*/ 3346585 w 3346585"/>
              <a:gd name="connsiteY1" fmla="*/ 0 h 2007951"/>
              <a:gd name="connsiteX2" fmla="*/ 3346585 w 3346585"/>
              <a:gd name="connsiteY2" fmla="*/ 2007951 h 2007951"/>
              <a:gd name="connsiteX3" fmla="*/ 0 w 3346585"/>
              <a:gd name="connsiteY3" fmla="*/ 2007951 h 2007951"/>
              <a:gd name="connsiteX4" fmla="*/ 0 w 3346585"/>
              <a:gd name="connsiteY4" fmla="*/ 0 h 20079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46585" h="2007951">
                <a:moveTo>
                  <a:pt x="0" y="0"/>
                </a:moveTo>
                <a:lnTo>
                  <a:pt x="3346585" y="0"/>
                </a:lnTo>
                <a:lnTo>
                  <a:pt x="3346585" y="2007951"/>
                </a:lnTo>
                <a:lnTo>
                  <a:pt x="0" y="2007951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12078514"/>
              <a:satOff val="-5354"/>
              <a:lumOff val="-10719"/>
              <a:alphaOff val="0"/>
            </a:schemeClr>
          </a:fillRef>
          <a:effectRef idx="0">
            <a:schemeClr val="accent4">
              <a:hueOff val="12078514"/>
              <a:satOff val="-5354"/>
              <a:lumOff val="-10719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37160" tIns="137160" rIns="137160" bIns="137160" numCol="1" spcCol="1270" anchor="ctr" anchorCtr="0">
            <a:noAutofit/>
          </a:bodyPr>
          <a:lstStyle/>
          <a:p>
            <a:pPr marL="0" lvl="0" indent="0" algn="ctr" defTabSz="1600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MY" sz="3600" kern="1200" baseline="0"/>
              <a:t>Multiplication</a:t>
            </a:r>
            <a:endParaRPr lang="en-MY" sz="3600" kern="120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603432C-E74E-5792-009E-5C7FB788D075}"/>
              </a:ext>
            </a:extLst>
          </p:cNvPr>
          <p:cNvSpPr/>
          <p:nvPr/>
        </p:nvSpPr>
        <p:spPr>
          <a:xfrm>
            <a:off x="4436042" y="4171798"/>
            <a:ext cx="3346585" cy="2007951"/>
          </a:xfrm>
          <a:custGeom>
            <a:avLst/>
            <a:gdLst>
              <a:gd name="connsiteX0" fmla="*/ 0 w 3346585"/>
              <a:gd name="connsiteY0" fmla="*/ 0 h 2007951"/>
              <a:gd name="connsiteX1" fmla="*/ 3346585 w 3346585"/>
              <a:gd name="connsiteY1" fmla="*/ 0 h 2007951"/>
              <a:gd name="connsiteX2" fmla="*/ 3346585 w 3346585"/>
              <a:gd name="connsiteY2" fmla="*/ 2007951 h 2007951"/>
              <a:gd name="connsiteX3" fmla="*/ 0 w 3346585"/>
              <a:gd name="connsiteY3" fmla="*/ 2007951 h 2007951"/>
              <a:gd name="connsiteX4" fmla="*/ 0 w 3346585"/>
              <a:gd name="connsiteY4" fmla="*/ 0 h 20079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46585" h="2007951">
                <a:moveTo>
                  <a:pt x="0" y="0"/>
                </a:moveTo>
                <a:lnTo>
                  <a:pt x="3346585" y="0"/>
                </a:lnTo>
                <a:lnTo>
                  <a:pt x="3346585" y="2007951"/>
                </a:lnTo>
                <a:lnTo>
                  <a:pt x="0" y="2007951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18117770"/>
              <a:satOff val="-8031"/>
              <a:lumOff val="-16078"/>
              <a:alphaOff val="0"/>
            </a:schemeClr>
          </a:fillRef>
          <a:effectRef idx="0">
            <a:schemeClr val="accent4">
              <a:hueOff val="18117770"/>
              <a:satOff val="-8031"/>
              <a:lumOff val="-16078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37160" tIns="137160" rIns="137160" bIns="137160" numCol="1" spcCol="1270" anchor="ctr" anchorCtr="0">
            <a:noAutofit/>
          </a:bodyPr>
          <a:lstStyle/>
          <a:p>
            <a:pPr marL="0" lvl="0" indent="0" algn="ctr" defTabSz="1600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MY" sz="3600" kern="1200" baseline="0"/>
              <a:t>Division</a:t>
            </a:r>
            <a:endParaRPr lang="en-MY" sz="3600" kern="1200"/>
          </a:p>
        </p:txBody>
      </p:sp>
    </p:spTree>
    <p:extLst>
      <p:ext uri="{BB962C8B-B14F-4D97-AF65-F5344CB8AC3E}">
        <p14:creationId xmlns:p14="http://schemas.microsoft.com/office/powerpoint/2010/main" val="9596074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2">
            <a:extLst>
              <a:ext uri="{FF2B5EF4-FFF2-40B4-BE49-F238E27FC236}">
                <a16:creationId xmlns:a16="http://schemas.microsoft.com/office/drawing/2014/main" id="{1E67B435-B9C5-EEFE-04E1-A82EE34DE985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394310" y="548680"/>
            <a:ext cx="7808664" cy="1143000"/>
          </a:xfrm>
        </p:spPr>
        <p:txBody>
          <a:bodyPr/>
          <a:lstStyle/>
          <a:p>
            <a:r>
              <a:rPr lang="en-US" altLang="en-US" dirty="0"/>
              <a:t>Division</a:t>
            </a:r>
          </a:p>
        </p:txBody>
      </p:sp>
      <p:sp>
        <p:nvSpPr>
          <p:cNvPr id="113667" name="Rectangle 3">
            <a:extLst>
              <a:ext uri="{FF2B5EF4-FFF2-40B4-BE49-F238E27FC236}">
                <a16:creationId xmlns:a16="http://schemas.microsoft.com/office/drawing/2014/main" id="{01340CB4-7B92-217B-3520-EE7DFFDDC362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394310" y="1885950"/>
            <a:ext cx="7784489" cy="4171950"/>
          </a:xfrm>
        </p:spPr>
        <p:txBody>
          <a:bodyPr/>
          <a:lstStyle/>
          <a:p>
            <a:r>
              <a:rPr lang="en-US" altLang="en-US" dirty="0"/>
              <a:t>Division is somewhat more complex than multiplication but is based on the same general principles. </a:t>
            </a:r>
          </a:p>
          <a:p>
            <a:r>
              <a:rPr lang="en-US" altLang="en-US" dirty="0"/>
              <a:t>As before, the basis for the algorithm is the paper-and-pencil approach, and the operation involves repetitive shifting and addition or subtraction.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3BFBC33-AAD2-6F6D-5B50-756331D8636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20000"/>
          <a:stretch/>
        </p:blipFill>
        <p:spPr>
          <a:xfrm>
            <a:off x="1547664" y="3717032"/>
            <a:ext cx="6838950" cy="2880345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B42610-91E7-3AE2-61F2-D2965F940D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7692" y="613630"/>
            <a:ext cx="7890672" cy="614968"/>
          </a:xfrm>
        </p:spPr>
        <p:txBody>
          <a:bodyPr>
            <a:normAutofit fontScale="90000"/>
          </a:bodyPr>
          <a:lstStyle/>
          <a:p>
            <a:r>
              <a:rPr lang="en-MY" dirty="0"/>
              <a:t>Long method division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7ED0AD7-2682-9BFF-2B73-EB23F7816AFD}"/>
              </a:ext>
            </a:extLst>
          </p:cNvPr>
          <p:cNvSpPr txBox="1"/>
          <p:nvPr/>
        </p:nvSpPr>
        <p:spPr>
          <a:xfrm>
            <a:off x="4211960" y="2397875"/>
            <a:ext cx="238078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Dividend (M) = 128</a:t>
            </a:r>
          </a:p>
          <a:p>
            <a:r>
              <a:rPr lang="en-MY" dirty="0"/>
              <a:t>Divisor (Q) = 8</a:t>
            </a:r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E0E10258-688D-3B87-95D5-7E21C71D48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6640873"/>
              </p:ext>
            </p:extLst>
          </p:nvPr>
        </p:nvGraphicFramePr>
        <p:xfrm>
          <a:off x="467544" y="2351983"/>
          <a:ext cx="1369092" cy="2966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2273">
                  <a:extLst>
                    <a:ext uri="{9D8B030D-6E8A-4147-A177-3AD203B41FA5}">
                      <a16:colId xmlns:a16="http://schemas.microsoft.com/office/drawing/2014/main" val="4288825898"/>
                    </a:ext>
                  </a:extLst>
                </a:gridCol>
                <a:gridCol w="342273">
                  <a:extLst>
                    <a:ext uri="{9D8B030D-6E8A-4147-A177-3AD203B41FA5}">
                      <a16:colId xmlns:a16="http://schemas.microsoft.com/office/drawing/2014/main" val="911276706"/>
                    </a:ext>
                  </a:extLst>
                </a:gridCol>
                <a:gridCol w="342273">
                  <a:extLst>
                    <a:ext uri="{9D8B030D-6E8A-4147-A177-3AD203B41FA5}">
                      <a16:colId xmlns:a16="http://schemas.microsoft.com/office/drawing/2014/main" val="474254677"/>
                    </a:ext>
                  </a:extLst>
                </a:gridCol>
                <a:gridCol w="342273">
                  <a:extLst>
                    <a:ext uri="{9D8B030D-6E8A-4147-A177-3AD203B41FA5}">
                      <a16:colId xmlns:a16="http://schemas.microsoft.com/office/drawing/2014/main" val="307156576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571892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151446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MY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962060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MY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MY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279359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MY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876592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MY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MY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981896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MY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494587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6009406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99A7CDA7-D93A-F72F-6AC9-52B8965349FE}"/>
              </a:ext>
            </a:extLst>
          </p:cNvPr>
          <p:cNvSpPr txBox="1"/>
          <p:nvPr/>
        </p:nvSpPr>
        <p:spPr>
          <a:xfrm>
            <a:off x="825118" y="2708920"/>
            <a:ext cx="2968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1600" dirty="0"/>
              <a:t>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B1FB0C1-7261-E0F1-5618-2F90414084A5}"/>
              </a:ext>
            </a:extLst>
          </p:cNvPr>
          <p:cNvSpPr txBox="1"/>
          <p:nvPr/>
        </p:nvSpPr>
        <p:spPr>
          <a:xfrm>
            <a:off x="1168709" y="2708920"/>
            <a:ext cx="2968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1600" dirty="0"/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63945B3-675A-D940-CD9D-47D2CA13A446}"/>
              </a:ext>
            </a:extLst>
          </p:cNvPr>
          <p:cNvSpPr txBox="1"/>
          <p:nvPr/>
        </p:nvSpPr>
        <p:spPr>
          <a:xfrm>
            <a:off x="1524339" y="2713156"/>
            <a:ext cx="2968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1600" dirty="0"/>
              <a:t>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47AF8D8-F833-2E2E-FC2B-D2AF111789BC}"/>
              </a:ext>
            </a:extLst>
          </p:cNvPr>
          <p:cNvSpPr txBox="1"/>
          <p:nvPr/>
        </p:nvSpPr>
        <p:spPr>
          <a:xfrm>
            <a:off x="2285764" y="3147451"/>
            <a:ext cx="55816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1600" dirty="0">
                <a:solidFill>
                  <a:srgbClr val="FF0000"/>
                </a:solidFill>
              </a:rPr>
              <a:t>1&lt;8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6E67660-426A-070A-40D9-A2A58EBE1008}"/>
              </a:ext>
            </a:extLst>
          </p:cNvPr>
          <p:cNvSpPr txBox="1"/>
          <p:nvPr/>
        </p:nvSpPr>
        <p:spPr>
          <a:xfrm>
            <a:off x="825118" y="2370366"/>
            <a:ext cx="2968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1600" dirty="0"/>
              <a:t>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3C6EA09-2DDE-16ED-A497-C60BA48A05DB}"/>
              </a:ext>
            </a:extLst>
          </p:cNvPr>
          <p:cNvSpPr txBox="1"/>
          <p:nvPr/>
        </p:nvSpPr>
        <p:spPr>
          <a:xfrm>
            <a:off x="825118" y="3065953"/>
            <a:ext cx="2968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1600" dirty="0"/>
              <a:t>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70BA455-1306-B15D-41AA-9173D0F3502D}"/>
              </a:ext>
            </a:extLst>
          </p:cNvPr>
          <p:cNvSpPr txBox="1"/>
          <p:nvPr/>
        </p:nvSpPr>
        <p:spPr>
          <a:xfrm>
            <a:off x="588046" y="2996952"/>
            <a:ext cx="26000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1600" dirty="0"/>
              <a:t>-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9A83D16-F2EC-E8B5-A187-88EE8A8D5334}"/>
              </a:ext>
            </a:extLst>
          </p:cNvPr>
          <p:cNvSpPr txBox="1"/>
          <p:nvPr/>
        </p:nvSpPr>
        <p:spPr>
          <a:xfrm>
            <a:off x="817329" y="3493734"/>
            <a:ext cx="2968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1600" dirty="0"/>
              <a:t>1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AE1082D-7509-5E40-948F-E66015F7E2B9}"/>
              </a:ext>
            </a:extLst>
          </p:cNvPr>
          <p:cNvCxnSpPr/>
          <p:nvPr/>
        </p:nvCxnSpPr>
        <p:spPr>
          <a:xfrm>
            <a:off x="1331640" y="3065953"/>
            <a:ext cx="0" cy="36304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AAA74D21-C1EA-EFE9-0100-AE569DCB1CCF}"/>
              </a:ext>
            </a:extLst>
          </p:cNvPr>
          <p:cNvSpPr txBox="1"/>
          <p:nvPr/>
        </p:nvSpPr>
        <p:spPr>
          <a:xfrm>
            <a:off x="1164088" y="3491012"/>
            <a:ext cx="2968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1600" dirty="0"/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AEC988E-0185-8A5A-1693-E50A88338542}"/>
              </a:ext>
            </a:extLst>
          </p:cNvPr>
          <p:cNvSpPr txBox="1"/>
          <p:nvPr/>
        </p:nvSpPr>
        <p:spPr>
          <a:xfrm>
            <a:off x="2217925" y="3516730"/>
            <a:ext cx="6703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1600" dirty="0">
                <a:solidFill>
                  <a:srgbClr val="FF0000"/>
                </a:solidFill>
              </a:rPr>
              <a:t>12&gt;8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D133783-7E66-CAC2-5FC5-449CD5FE05A0}"/>
              </a:ext>
            </a:extLst>
          </p:cNvPr>
          <p:cNvSpPr txBox="1"/>
          <p:nvPr/>
        </p:nvSpPr>
        <p:spPr>
          <a:xfrm>
            <a:off x="1152090" y="3847949"/>
            <a:ext cx="2968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1600" dirty="0"/>
              <a:t>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077D5CA-A4D6-94C5-D416-C4AA8371BDE9}"/>
              </a:ext>
            </a:extLst>
          </p:cNvPr>
          <p:cNvSpPr txBox="1"/>
          <p:nvPr/>
        </p:nvSpPr>
        <p:spPr>
          <a:xfrm>
            <a:off x="1141999" y="4201383"/>
            <a:ext cx="2968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1600" dirty="0"/>
              <a:t>4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224802C1-C145-298C-356E-1850D160DBC9}"/>
              </a:ext>
            </a:extLst>
          </p:cNvPr>
          <p:cNvCxnSpPr>
            <a:cxnSpLocks/>
          </p:cNvCxnSpPr>
          <p:nvPr/>
        </p:nvCxnSpPr>
        <p:spPr>
          <a:xfrm>
            <a:off x="1672777" y="3065953"/>
            <a:ext cx="0" cy="112055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20A76470-5D8E-8CCB-F9B2-3B4E8B10A2C4}"/>
              </a:ext>
            </a:extLst>
          </p:cNvPr>
          <p:cNvSpPr txBox="1"/>
          <p:nvPr/>
        </p:nvSpPr>
        <p:spPr>
          <a:xfrm>
            <a:off x="1503228" y="4200746"/>
            <a:ext cx="2968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1600" dirty="0"/>
              <a:t>8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FF4375C-8821-FB5D-0E77-55B18EC31706}"/>
              </a:ext>
            </a:extLst>
          </p:cNvPr>
          <p:cNvSpPr txBox="1"/>
          <p:nvPr/>
        </p:nvSpPr>
        <p:spPr>
          <a:xfrm>
            <a:off x="2231350" y="3895482"/>
            <a:ext cx="6703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1600" dirty="0">
                <a:solidFill>
                  <a:srgbClr val="FF0000"/>
                </a:solidFill>
              </a:rPr>
              <a:t>48&gt;8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DBACAEC-8285-16B2-DD89-AB5FE2021998}"/>
              </a:ext>
            </a:extLst>
          </p:cNvPr>
          <p:cNvSpPr txBox="1"/>
          <p:nvPr/>
        </p:nvSpPr>
        <p:spPr>
          <a:xfrm>
            <a:off x="1116909" y="4548313"/>
            <a:ext cx="2968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1600" dirty="0"/>
              <a:t>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E43E405-33CA-11B3-25FB-20BB2E3A7ED3}"/>
              </a:ext>
            </a:extLst>
          </p:cNvPr>
          <p:cNvSpPr txBox="1"/>
          <p:nvPr/>
        </p:nvSpPr>
        <p:spPr>
          <a:xfrm>
            <a:off x="1478138" y="4547676"/>
            <a:ext cx="2968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1600" dirty="0"/>
              <a:t>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705EBE0-74A4-31EC-8A77-24528D6921A6}"/>
              </a:ext>
            </a:extLst>
          </p:cNvPr>
          <p:cNvSpPr txBox="1"/>
          <p:nvPr/>
        </p:nvSpPr>
        <p:spPr>
          <a:xfrm>
            <a:off x="1478138" y="4929580"/>
            <a:ext cx="2968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1600" dirty="0"/>
              <a:t>0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3E3F8FA-961B-9B9B-B50E-1CE31A8A7EE8}"/>
              </a:ext>
            </a:extLst>
          </p:cNvPr>
          <p:cNvSpPr txBox="1"/>
          <p:nvPr/>
        </p:nvSpPr>
        <p:spPr>
          <a:xfrm>
            <a:off x="500782" y="2715699"/>
            <a:ext cx="2968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1600" dirty="0"/>
              <a:t>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141CF00-CBD6-A443-09C7-41279D6E8E6C}"/>
              </a:ext>
            </a:extLst>
          </p:cNvPr>
          <p:cNvSpPr txBox="1"/>
          <p:nvPr/>
        </p:nvSpPr>
        <p:spPr>
          <a:xfrm>
            <a:off x="1178439" y="2371486"/>
            <a:ext cx="2968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1600" dirty="0"/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02B9E9C-6383-AF8A-0AF3-542A4908E479}"/>
              </a:ext>
            </a:extLst>
          </p:cNvPr>
          <p:cNvSpPr txBox="1"/>
          <p:nvPr/>
        </p:nvSpPr>
        <p:spPr>
          <a:xfrm>
            <a:off x="1522030" y="2377145"/>
            <a:ext cx="2968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1600" dirty="0"/>
              <a:t>6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4BA8B477-44EE-EB2F-DB59-90701C3C8154}"/>
              </a:ext>
            </a:extLst>
          </p:cNvPr>
          <p:cNvCxnSpPr/>
          <p:nvPr/>
        </p:nvCxnSpPr>
        <p:spPr>
          <a:xfrm>
            <a:off x="865544" y="3041612"/>
            <a:ext cx="216024" cy="0"/>
          </a:xfrm>
          <a:prstGeom prst="straightConnector1">
            <a:avLst/>
          </a:prstGeom>
          <a:ln w="38100">
            <a:solidFill>
              <a:srgbClr val="0099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79293982-DB8B-6CA8-921F-241B18BF9B20}"/>
              </a:ext>
            </a:extLst>
          </p:cNvPr>
          <p:cNvCxnSpPr/>
          <p:nvPr/>
        </p:nvCxnSpPr>
        <p:spPr>
          <a:xfrm>
            <a:off x="1218865" y="3035224"/>
            <a:ext cx="216024" cy="0"/>
          </a:xfrm>
          <a:prstGeom prst="straightConnector1">
            <a:avLst/>
          </a:prstGeom>
          <a:ln w="38100">
            <a:solidFill>
              <a:srgbClr val="0099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0C9765AE-A6B1-66D5-1DAF-2838084F3C6C}"/>
              </a:ext>
            </a:extLst>
          </p:cNvPr>
          <p:cNvSpPr txBox="1"/>
          <p:nvPr/>
        </p:nvSpPr>
        <p:spPr>
          <a:xfrm>
            <a:off x="4205152" y="3404389"/>
            <a:ext cx="457631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MY" dirty="0"/>
              <a:t>Quotient (or Answer) = 16</a:t>
            </a:r>
          </a:p>
          <a:p>
            <a:r>
              <a:rPr lang="en-MY" dirty="0"/>
              <a:t>Remainder = 0  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E617EEB8-5510-6D71-73CA-5550EC6767CF}"/>
              </a:ext>
            </a:extLst>
          </p:cNvPr>
          <p:cNvCxnSpPr>
            <a:cxnSpLocks/>
          </p:cNvCxnSpPr>
          <p:nvPr/>
        </p:nvCxnSpPr>
        <p:spPr>
          <a:xfrm flipH="1" flipV="1">
            <a:off x="1907704" y="2636912"/>
            <a:ext cx="2375324" cy="879818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A6E694EC-A039-215A-DA00-489741B908F6}"/>
              </a:ext>
            </a:extLst>
          </p:cNvPr>
          <p:cNvCxnSpPr>
            <a:cxnSpLocks/>
          </p:cNvCxnSpPr>
          <p:nvPr/>
        </p:nvCxnSpPr>
        <p:spPr>
          <a:xfrm flipH="1">
            <a:off x="1775014" y="3933056"/>
            <a:ext cx="2508014" cy="1165801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92603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0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81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2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4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85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6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6" presetClass="emph" presetSubtype="0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00B0F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00B0F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3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34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5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6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7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38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9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5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6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5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8" grpId="1"/>
      <p:bldP spid="10" grpId="0"/>
      <p:bldP spid="11" grpId="0"/>
      <p:bldP spid="12" grpId="0"/>
      <p:bldP spid="14" grpId="0"/>
      <p:bldP spid="17" grpId="0"/>
      <p:bldP spid="18" grpId="0"/>
      <p:bldP spid="19" grpId="0"/>
      <p:bldP spid="20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6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B42610-91E7-3AE2-61F2-D2965F940D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7692" y="613630"/>
            <a:ext cx="7890672" cy="614968"/>
          </a:xfrm>
        </p:spPr>
        <p:txBody>
          <a:bodyPr>
            <a:normAutofit fontScale="90000"/>
          </a:bodyPr>
          <a:lstStyle/>
          <a:p>
            <a:r>
              <a:rPr lang="en-MY" dirty="0"/>
              <a:t>Long method division </a:t>
            </a:r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E0E10258-688D-3B87-95D5-7E21C71D48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9135015"/>
              </p:ext>
            </p:extLst>
          </p:nvPr>
        </p:nvGraphicFramePr>
        <p:xfrm>
          <a:off x="455828" y="1268760"/>
          <a:ext cx="3190752" cy="5191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4528">
                  <a:extLst>
                    <a:ext uri="{9D8B030D-6E8A-4147-A177-3AD203B41FA5}">
                      <a16:colId xmlns:a16="http://schemas.microsoft.com/office/drawing/2014/main" val="4288825898"/>
                    </a:ext>
                  </a:extLst>
                </a:gridCol>
                <a:gridCol w="354528">
                  <a:extLst>
                    <a:ext uri="{9D8B030D-6E8A-4147-A177-3AD203B41FA5}">
                      <a16:colId xmlns:a16="http://schemas.microsoft.com/office/drawing/2014/main" val="911276706"/>
                    </a:ext>
                  </a:extLst>
                </a:gridCol>
                <a:gridCol w="354528">
                  <a:extLst>
                    <a:ext uri="{9D8B030D-6E8A-4147-A177-3AD203B41FA5}">
                      <a16:colId xmlns:a16="http://schemas.microsoft.com/office/drawing/2014/main" val="474254677"/>
                    </a:ext>
                  </a:extLst>
                </a:gridCol>
                <a:gridCol w="354528">
                  <a:extLst>
                    <a:ext uri="{9D8B030D-6E8A-4147-A177-3AD203B41FA5}">
                      <a16:colId xmlns:a16="http://schemas.microsoft.com/office/drawing/2014/main" val="3071565768"/>
                    </a:ext>
                  </a:extLst>
                </a:gridCol>
                <a:gridCol w="354528">
                  <a:extLst>
                    <a:ext uri="{9D8B030D-6E8A-4147-A177-3AD203B41FA5}">
                      <a16:colId xmlns:a16="http://schemas.microsoft.com/office/drawing/2014/main" val="1205144488"/>
                    </a:ext>
                  </a:extLst>
                </a:gridCol>
                <a:gridCol w="354528">
                  <a:extLst>
                    <a:ext uri="{9D8B030D-6E8A-4147-A177-3AD203B41FA5}">
                      <a16:colId xmlns:a16="http://schemas.microsoft.com/office/drawing/2014/main" val="1239594444"/>
                    </a:ext>
                  </a:extLst>
                </a:gridCol>
                <a:gridCol w="354528">
                  <a:extLst>
                    <a:ext uri="{9D8B030D-6E8A-4147-A177-3AD203B41FA5}">
                      <a16:colId xmlns:a16="http://schemas.microsoft.com/office/drawing/2014/main" val="1894522938"/>
                    </a:ext>
                  </a:extLst>
                </a:gridCol>
                <a:gridCol w="354528">
                  <a:extLst>
                    <a:ext uri="{9D8B030D-6E8A-4147-A177-3AD203B41FA5}">
                      <a16:colId xmlns:a16="http://schemas.microsoft.com/office/drawing/2014/main" val="3532783927"/>
                    </a:ext>
                  </a:extLst>
                </a:gridCol>
                <a:gridCol w="354528">
                  <a:extLst>
                    <a:ext uri="{9D8B030D-6E8A-4147-A177-3AD203B41FA5}">
                      <a16:colId xmlns:a16="http://schemas.microsoft.com/office/drawing/2014/main" val="253728357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571892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151446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MY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962060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MY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MY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MY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279359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MY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876592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MY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MY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981896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MY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494587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600940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367762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840064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488794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380597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810963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03976809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047AF8D8-F833-2E2E-FC2B-D2AF111789BC}"/>
              </a:ext>
            </a:extLst>
          </p:cNvPr>
          <p:cNvSpPr txBox="1"/>
          <p:nvPr/>
        </p:nvSpPr>
        <p:spPr>
          <a:xfrm>
            <a:off x="4292916" y="2048399"/>
            <a:ext cx="78258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1600" dirty="0">
                <a:solidFill>
                  <a:srgbClr val="FF0000"/>
                </a:solidFill>
              </a:rPr>
              <a:t>1&lt;110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6E67660-426A-070A-40D9-A2A58EBE1008}"/>
              </a:ext>
            </a:extLst>
          </p:cNvPr>
          <p:cNvSpPr txBox="1"/>
          <p:nvPr/>
        </p:nvSpPr>
        <p:spPr>
          <a:xfrm>
            <a:off x="1556635" y="1290246"/>
            <a:ext cx="2968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1600" dirty="0"/>
              <a:t>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3C6EA09-2DDE-16ED-A497-C60BA48A05DB}"/>
              </a:ext>
            </a:extLst>
          </p:cNvPr>
          <p:cNvSpPr txBox="1"/>
          <p:nvPr/>
        </p:nvSpPr>
        <p:spPr>
          <a:xfrm>
            <a:off x="1913569" y="1650286"/>
            <a:ext cx="2968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1600" dirty="0"/>
              <a:t>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70BA455-1306-B15D-41AA-9173D0F3502D}"/>
              </a:ext>
            </a:extLst>
          </p:cNvPr>
          <p:cNvSpPr txBox="1"/>
          <p:nvPr/>
        </p:nvSpPr>
        <p:spPr>
          <a:xfrm>
            <a:off x="1218135" y="1879122"/>
            <a:ext cx="26000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1600" dirty="0"/>
              <a:t>-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9A83D16-F2EC-E8B5-A187-88EE8A8D5334}"/>
              </a:ext>
            </a:extLst>
          </p:cNvPr>
          <p:cNvSpPr txBox="1"/>
          <p:nvPr/>
        </p:nvSpPr>
        <p:spPr>
          <a:xfrm>
            <a:off x="1556635" y="1650286"/>
            <a:ext cx="2968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1600" dirty="0"/>
              <a:t>1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AE1082D-7509-5E40-948F-E66015F7E2B9}"/>
              </a:ext>
            </a:extLst>
          </p:cNvPr>
          <p:cNvCxnSpPr/>
          <p:nvPr/>
        </p:nvCxnSpPr>
        <p:spPr>
          <a:xfrm>
            <a:off x="2062007" y="1985833"/>
            <a:ext cx="0" cy="36304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4705EBE0-74A4-31EC-8A77-24528D6921A6}"/>
              </a:ext>
            </a:extLst>
          </p:cNvPr>
          <p:cNvSpPr txBox="1"/>
          <p:nvPr/>
        </p:nvSpPr>
        <p:spPr>
          <a:xfrm>
            <a:off x="3301166" y="6075093"/>
            <a:ext cx="2968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1600" dirty="0"/>
              <a:t>0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141CF00-CBD6-A443-09C7-41279D6E8E6C}"/>
              </a:ext>
            </a:extLst>
          </p:cNvPr>
          <p:cNvSpPr txBox="1"/>
          <p:nvPr/>
        </p:nvSpPr>
        <p:spPr>
          <a:xfrm>
            <a:off x="2954984" y="4674622"/>
            <a:ext cx="2968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1600" dirty="0"/>
              <a:t>1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4BA8B477-44EE-EB2F-DB59-90701C3C8154}"/>
              </a:ext>
            </a:extLst>
          </p:cNvPr>
          <p:cNvCxnSpPr/>
          <p:nvPr/>
        </p:nvCxnSpPr>
        <p:spPr>
          <a:xfrm>
            <a:off x="1597061" y="1988840"/>
            <a:ext cx="216024" cy="0"/>
          </a:xfrm>
          <a:prstGeom prst="straightConnector1">
            <a:avLst/>
          </a:prstGeom>
          <a:ln w="38100">
            <a:solidFill>
              <a:srgbClr val="0099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0C9765AE-A6B1-66D5-1DAF-2838084F3C6C}"/>
              </a:ext>
            </a:extLst>
          </p:cNvPr>
          <p:cNvSpPr txBox="1"/>
          <p:nvPr/>
        </p:nvSpPr>
        <p:spPr>
          <a:xfrm>
            <a:off x="5395252" y="2760074"/>
            <a:ext cx="333760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MY" sz="1800" dirty="0"/>
              <a:t>Quotient (or Answer) = 111</a:t>
            </a:r>
          </a:p>
          <a:p>
            <a:r>
              <a:rPr lang="en-MY" sz="1800" dirty="0"/>
              <a:t>Remainder = 0  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E617EEB8-5510-6D71-73CA-5550EC6767CF}"/>
              </a:ext>
            </a:extLst>
          </p:cNvPr>
          <p:cNvCxnSpPr>
            <a:cxnSpLocks/>
          </p:cNvCxnSpPr>
          <p:nvPr/>
        </p:nvCxnSpPr>
        <p:spPr>
          <a:xfrm flipH="1" flipV="1">
            <a:off x="3649797" y="1591918"/>
            <a:ext cx="1798985" cy="1218968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A6E694EC-A039-215A-DA00-489741B908F6}"/>
              </a:ext>
            </a:extLst>
          </p:cNvPr>
          <p:cNvCxnSpPr>
            <a:cxnSpLocks/>
          </p:cNvCxnSpPr>
          <p:nvPr/>
        </p:nvCxnSpPr>
        <p:spPr>
          <a:xfrm flipH="1">
            <a:off x="3652995" y="3389895"/>
            <a:ext cx="1927117" cy="2854475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8" name="Group 67">
            <a:extLst>
              <a:ext uri="{FF2B5EF4-FFF2-40B4-BE49-F238E27FC236}">
                <a16:creationId xmlns:a16="http://schemas.microsoft.com/office/drawing/2014/main" id="{63C4D954-6196-CE37-8AD2-C6780E0BE7C4}"/>
              </a:ext>
            </a:extLst>
          </p:cNvPr>
          <p:cNvGrpSpPr/>
          <p:nvPr/>
        </p:nvGrpSpPr>
        <p:grpSpPr>
          <a:xfrm>
            <a:off x="4672076" y="1152571"/>
            <a:ext cx="3714812" cy="713803"/>
            <a:chOff x="4604080" y="1271721"/>
            <a:chExt cx="3714812" cy="713803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57ED0AD7-2682-9BFF-2B73-EB23F7816AFD}"/>
                </a:ext>
              </a:extLst>
            </p:cNvPr>
            <p:cNvSpPr txBox="1"/>
            <p:nvPr/>
          </p:nvSpPr>
          <p:spPr>
            <a:xfrm>
              <a:off x="4604080" y="1277638"/>
              <a:ext cx="2799164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Dividend (M) = 101010</a:t>
              </a:r>
            </a:p>
            <a:p>
              <a:r>
                <a:rPr lang="en-MY" dirty="0"/>
                <a:t>Divisor (Q) = 110</a:t>
              </a: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6B2FF5C5-CF0F-0795-3583-36EAC25568D0}"/>
                </a:ext>
              </a:extLst>
            </p:cNvPr>
            <p:cNvSpPr txBox="1"/>
            <p:nvPr/>
          </p:nvSpPr>
          <p:spPr>
            <a:xfrm>
              <a:off x="7473789" y="1271721"/>
              <a:ext cx="84510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(42)</a:t>
              </a:r>
              <a:r>
                <a:rPr lang="en-MY" baseline="-25000" dirty="0"/>
                <a:t>10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6FE5209-7C2E-5D24-A6B9-22AF25FE024D}"/>
                </a:ext>
              </a:extLst>
            </p:cNvPr>
            <p:cNvSpPr txBox="1"/>
            <p:nvPr/>
          </p:nvSpPr>
          <p:spPr>
            <a:xfrm>
              <a:off x="7613250" y="1585414"/>
              <a:ext cx="70564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(6)</a:t>
              </a:r>
              <a:r>
                <a:rPr lang="en-MY" baseline="-25000" dirty="0"/>
                <a:t>10</a:t>
              </a: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B029C1FA-89FF-6B9D-6603-D84AEAD9ED99}"/>
              </a:ext>
            </a:extLst>
          </p:cNvPr>
          <p:cNvSpPr txBox="1"/>
          <p:nvPr/>
        </p:nvSpPr>
        <p:spPr>
          <a:xfrm>
            <a:off x="2627437" y="1650286"/>
            <a:ext cx="2968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1600" dirty="0"/>
              <a:t>0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94C062C-67D2-9033-3332-D15D38A7C1D6}"/>
              </a:ext>
            </a:extLst>
          </p:cNvPr>
          <p:cNvSpPr txBox="1"/>
          <p:nvPr/>
        </p:nvSpPr>
        <p:spPr>
          <a:xfrm>
            <a:off x="2270503" y="1650286"/>
            <a:ext cx="2968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1600" dirty="0"/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AFBB23E-2893-69BB-B6CB-8CAD3D122D4C}"/>
              </a:ext>
            </a:extLst>
          </p:cNvPr>
          <p:cNvSpPr txBox="1"/>
          <p:nvPr/>
        </p:nvSpPr>
        <p:spPr>
          <a:xfrm>
            <a:off x="3341303" y="1650286"/>
            <a:ext cx="2968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1600" dirty="0"/>
              <a:t>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8EA914F-7E39-5788-DF8F-6AF5F67DA8D7}"/>
              </a:ext>
            </a:extLst>
          </p:cNvPr>
          <p:cNvSpPr txBox="1"/>
          <p:nvPr/>
        </p:nvSpPr>
        <p:spPr>
          <a:xfrm>
            <a:off x="2984371" y="1650286"/>
            <a:ext cx="2968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1600" dirty="0"/>
              <a:t>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A0F7F54-11CE-3D8C-EAD3-DC2A1A7C3D1B}"/>
              </a:ext>
            </a:extLst>
          </p:cNvPr>
          <p:cNvSpPr txBox="1"/>
          <p:nvPr/>
        </p:nvSpPr>
        <p:spPr>
          <a:xfrm>
            <a:off x="463825" y="1650286"/>
            <a:ext cx="2968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16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6299DD6-6830-EE20-73AC-5506E25FA3A5}"/>
              </a:ext>
            </a:extLst>
          </p:cNvPr>
          <p:cNvSpPr txBox="1"/>
          <p:nvPr/>
        </p:nvSpPr>
        <p:spPr>
          <a:xfrm>
            <a:off x="1177691" y="1650286"/>
            <a:ext cx="2968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1600" dirty="0"/>
              <a:t>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AC62AB3-7583-3E8F-638F-5558D19234DB}"/>
              </a:ext>
            </a:extLst>
          </p:cNvPr>
          <p:cNvSpPr txBox="1"/>
          <p:nvPr/>
        </p:nvSpPr>
        <p:spPr>
          <a:xfrm>
            <a:off x="820759" y="1650286"/>
            <a:ext cx="2968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1600" dirty="0"/>
              <a:t>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51884CB-10CC-2AC8-A048-8C14CA967B03}"/>
              </a:ext>
            </a:extLst>
          </p:cNvPr>
          <p:cNvSpPr txBox="1"/>
          <p:nvPr/>
        </p:nvSpPr>
        <p:spPr>
          <a:xfrm>
            <a:off x="1556635" y="2010326"/>
            <a:ext cx="2968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1600" dirty="0"/>
              <a:t>0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BD944AA-9C03-6732-87E0-CFEB6BD2F859}"/>
              </a:ext>
            </a:extLst>
          </p:cNvPr>
          <p:cNvSpPr txBox="1"/>
          <p:nvPr/>
        </p:nvSpPr>
        <p:spPr>
          <a:xfrm>
            <a:off x="1556635" y="2420888"/>
            <a:ext cx="2968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1600" dirty="0"/>
              <a:t>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010A684-0333-C69B-E5C6-A74F163D9572}"/>
              </a:ext>
            </a:extLst>
          </p:cNvPr>
          <p:cNvSpPr txBox="1"/>
          <p:nvPr/>
        </p:nvSpPr>
        <p:spPr>
          <a:xfrm>
            <a:off x="1902766" y="2420888"/>
            <a:ext cx="2968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1600" dirty="0"/>
              <a:t>0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577D3D5-C408-C908-AD0F-317C0EF38A0F}"/>
              </a:ext>
            </a:extLst>
          </p:cNvPr>
          <p:cNvSpPr txBox="1"/>
          <p:nvPr/>
        </p:nvSpPr>
        <p:spPr>
          <a:xfrm>
            <a:off x="4180706" y="2390702"/>
            <a:ext cx="8947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1600" dirty="0">
                <a:solidFill>
                  <a:srgbClr val="FF0000"/>
                </a:solidFill>
              </a:rPr>
              <a:t>10&lt;110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17923E6-434C-5619-90A7-FE8652E94B38}"/>
              </a:ext>
            </a:extLst>
          </p:cNvPr>
          <p:cNvSpPr txBox="1"/>
          <p:nvPr/>
        </p:nvSpPr>
        <p:spPr>
          <a:xfrm>
            <a:off x="1896572" y="1284668"/>
            <a:ext cx="2968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1600" dirty="0"/>
              <a:t>0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42F94E4-3E91-5F7F-1BE5-D6D3A49FB82F}"/>
              </a:ext>
            </a:extLst>
          </p:cNvPr>
          <p:cNvSpPr txBox="1"/>
          <p:nvPr/>
        </p:nvSpPr>
        <p:spPr>
          <a:xfrm>
            <a:off x="1899270" y="2760074"/>
            <a:ext cx="2968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1600" dirty="0"/>
              <a:t>0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936D4A5-6297-A949-67FB-8E780C8CE95C}"/>
              </a:ext>
            </a:extLst>
          </p:cNvPr>
          <p:cNvSpPr txBox="1"/>
          <p:nvPr/>
        </p:nvSpPr>
        <p:spPr>
          <a:xfrm>
            <a:off x="1896572" y="3152598"/>
            <a:ext cx="2968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1600" dirty="0"/>
              <a:t>0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9672B9DE-115F-9E57-281D-0826EB311CED}"/>
              </a:ext>
            </a:extLst>
          </p:cNvPr>
          <p:cNvCxnSpPr>
            <a:cxnSpLocks/>
          </p:cNvCxnSpPr>
          <p:nvPr/>
        </p:nvCxnSpPr>
        <p:spPr>
          <a:xfrm>
            <a:off x="2418941" y="1985832"/>
            <a:ext cx="0" cy="104811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3188A7D4-CC88-0521-293E-674995D91677}"/>
              </a:ext>
            </a:extLst>
          </p:cNvPr>
          <p:cNvSpPr txBox="1"/>
          <p:nvPr/>
        </p:nvSpPr>
        <p:spPr>
          <a:xfrm>
            <a:off x="1540942" y="3152598"/>
            <a:ext cx="2968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1600" dirty="0"/>
              <a:t>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B1D93D8-0DD4-7FB8-AC9B-5CB1005FE316}"/>
              </a:ext>
            </a:extLst>
          </p:cNvPr>
          <p:cNvSpPr txBox="1"/>
          <p:nvPr/>
        </p:nvSpPr>
        <p:spPr>
          <a:xfrm>
            <a:off x="2277046" y="3152598"/>
            <a:ext cx="2968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1600" dirty="0"/>
              <a:t>1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1780A4D-6469-FEF3-FCC1-4B130A9E15AD}"/>
              </a:ext>
            </a:extLst>
          </p:cNvPr>
          <p:cNvSpPr txBox="1"/>
          <p:nvPr/>
        </p:nvSpPr>
        <p:spPr>
          <a:xfrm>
            <a:off x="4068496" y="2759442"/>
            <a:ext cx="100700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1600" dirty="0">
                <a:solidFill>
                  <a:srgbClr val="FF0000"/>
                </a:solidFill>
              </a:rPr>
              <a:t>101&lt;110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8B23779-074E-EAC0-D13B-A27B0D092F82}"/>
              </a:ext>
            </a:extLst>
          </p:cNvPr>
          <p:cNvSpPr txBox="1"/>
          <p:nvPr/>
        </p:nvSpPr>
        <p:spPr>
          <a:xfrm>
            <a:off x="2299668" y="1310228"/>
            <a:ext cx="2968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1600" dirty="0"/>
              <a:t>0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46ADFFE-011E-9CE3-AE70-9B93810E6FE6}"/>
              </a:ext>
            </a:extLst>
          </p:cNvPr>
          <p:cNvSpPr txBox="1"/>
          <p:nvPr/>
        </p:nvSpPr>
        <p:spPr>
          <a:xfrm>
            <a:off x="2270503" y="3470708"/>
            <a:ext cx="2968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1600" dirty="0"/>
              <a:t>0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D85D0CF-16E3-07B1-92E4-1338037C9CB2}"/>
              </a:ext>
            </a:extLst>
          </p:cNvPr>
          <p:cNvSpPr txBox="1"/>
          <p:nvPr/>
        </p:nvSpPr>
        <p:spPr>
          <a:xfrm>
            <a:off x="1853511" y="3901210"/>
            <a:ext cx="2968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1600" dirty="0"/>
              <a:t>0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DAB9BF3-DFA4-77A8-7816-53D481B2ACD8}"/>
              </a:ext>
            </a:extLst>
          </p:cNvPr>
          <p:cNvSpPr txBox="1"/>
          <p:nvPr/>
        </p:nvSpPr>
        <p:spPr>
          <a:xfrm>
            <a:off x="1497881" y="3901210"/>
            <a:ext cx="2968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1600" dirty="0"/>
              <a:t>1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FDB0EDA-43F2-3459-67C7-2473C378A4AA}"/>
              </a:ext>
            </a:extLst>
          </p:cNvPr>
          <p:cNvSpPr txBox="1"/>
          <p:nvPr/>
        </p:nvSpPr>
        <p:spPr>
          <a:xfrm>
            <a:off x="2233985" y="3901210"/>
            <a:ext cx="2968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1600" dirty="0"/>
              <a:t>1</a:t>
            </a: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12EF7F32-E54D-5589-4880-B6D411B0C2F8}"/>
              </a:ext>
            </a:extLst>
          </p:cNvPr>
          <p:cNvCxnSpPr>
            <a:cxnSpLocks/>
          </p:cNvCxnSpPr>
          <p:nvPr/>
        </p:nvCxnSpPr>
        <p:spPr>
          <a:xfrm>
            <a:off x="2771800" y="1985832"/>
            <a:ext cx="0" cy="187521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00835C7B-FB6A-C99D-08C5-746771A54C6F}"/>
              </a:ext>
            </a:extLst>
          </p:cNvPr>
          <p:cNvSpPr txBox="1"/>
          <p:nvPr/>
        </p:nvSpPr>
        <p:spPr>
          <a:xfrm>
            <a:off x="2623362" y="3901210"/>
            <a:ext cx="2968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1600" dirty="0"/>
              <a:t>0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3E2920C-CB55-38CD-EAEF-617F1048B19E}"/>
              </a:ext>
            </a:extLst>
          </p:cNvPr>
          <p:cNvSpPr txBox="1"/>
          <p:nvPr/>
        </p:nvSpPr>
        <p:spPr>
          <a:xfrm>
            <a:off x="3956286" y="3077099"/>
            <a:ext cx="111921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1600" dirty="0">
                <a:solidFill>
                  <a:srgbClr val="FF0000"/>
                </a:solidFill>
              </a:rPr>
              <a:t>1010&gt;110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523C26C-15FD-5025-BE15-375BAD5CA165}"/>
              </a:ext>
            </a:extLst>
          </p:cNvPr>
          <p:cNvSpPr txBox="1"/>
          <p:nvPr/>
        </p:nvSpPr>
        <p:spPr>
          <a:xfrm>
            <a:off x="2632897" y="1296624"/>
            <a:ext cx="2968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1600" dirty="0"/>
              <a:t>1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C20F4DB-AA3E-54C5-A0C1-C3938B23A1BD}"/>
              </a:ext>
            </a:extLst>
          </p:cNvPr>
          <p:cNvSpPr txBox="1"/>
          <p:nvPr/>
        </p:nvSpPr>
        <p:spPr>
          <a:xfrm>
            <a:off x="2614459" y="4244171"/>
            <a:ext cx="2968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1600" dirty="0"/>
              <a:t>0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A947D417-1D51-AC7F-DAB2-FA8CC66B4BE6}"/>
              </a:ext>
            </a:extLst>
          </p:cNvPr>
          <p:cNvSpPr txBox="1"/>
          <p:nvPr/>
        </p:nvSpPr>
        <p:spPr>
          <a:xfrm>
            <a:off x="2234278" y="4244171"/>
            <a:ext cx="2968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1600" dirty="0"/>
              <a:t>1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FDBE7AA5-9A7E-1E12-818B-A045BFB54F9F}"/>
              </a:ext>
            </a:extLst>
          </p:cNvPr>
          <p:cNvSpPr txBox="1"/>
          <p:nvPr/>
        </p:nvSpPr>
        <p:spPr>
          <a:xfrm>
            <a:off x="1847126" y="4244171"/>
            <a:ext cx="2968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1600" dirty="0"/>
              <a:t>1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8205EC10-9914-C95A-452D-728B88823932}"/>
              </a:ext>
            </a:extLst>
          </p:cNvPr>
          <p:cNvSpPr txBox="1"/>
          <p:nvPr/>
        </p:nvSpPr>
        <p:spPr>
          <a:xfrm>
            <a:off x="2623362" y="4670755"/>
            <a:ext cx="2968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1600" dirty="0"/>
              <a:t>0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131D5837-4700-B226-D1E6-1E551D8324D3}"/>
              </a:ext>
            </a:extLst>
          </p:cNvPr>
          <p:cNvSpPr txBox="1"/>
          <p:nvPr/>
        </p:nvSpPr>
        <p:spPr>
          <a:xfrm>
            <a:off x="2214581" y="4670755"/>
            <a:ext cx="2968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1600" dirty="0"/>
              <a:t>0</a:t>
            </a:r>
          </a:p>
        </p:txBody>
      </p:sp>
      <p:cxnSp>
        <p:nvCxnSpPr>
          <p:cNvPr id="70" name="Connector: Curved 69">
            <a:extLst>
              <a:ext uri="{FF2B5EF4-FFF2-40B4-BE49-F238E27FC236}">
                <a16:creationId xmlns:a16="http://schemas.microsoft.com/office/drawing/2014/main" id="{6A10C8D2-D4F1-EC5B-C453-ABFD03C2E9BD}"/>
              </a:ext>
            </a:extLst>
          </p:cNvPr>
          <p:cNvCxnSpPr>
            <a:stCxn id="56" idx="0"/>
            <a:endCxn id="55" idx="0"/>
          </p:cNvCxnSpPr>
          <p:nvPr/>
        </p:nvCxnSpPr>
        <p:spPr>
          <a:xfrm rot="5400000" flipH="1" flipV="1">
            <a:off x="1824134" y="3723395"/>
            <a:ext cx="12700" cy="355630"/>
          </a:xfrm>
          <a:prstGeom prst="curvedConnector3">
            <a:avLst>
              <a:gd name="adj1" fmla="val 180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46A6E538-04B6-2C46-DBD4-FF2DE22DE278}"/>
              </a:ext>
            </a:extLst>
          </p:cNvPr>
          <p:cNvSpPr txBox="1"/>
          <p:nvPr/>
        </p:nvSpPr>
        <p:spPr>
          <a:xfrm>
            <a:off x="1806396" y="3827763"/>
            <a:ext cx="11881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1050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252D290F-1ABB-71B1-925A-E99BE913E3D7}"/>
              </a:ext>
            </a:extLst>
          </p:cNvPr>
          <p:cNvSpPr txBox="1"/>
          <p:nvPr/>
        </p:nvSpPr>
        <p:spPr>
          <a:xfrm>
            <a:off x="1847126" y="4670755"/>
            <a:ext cx="2968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1600" dirty="0"/>
              <a:t>1</a:t>
            </a:r>
          </a:p>
        </p:txBody>
      </p: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84527D06-77C5-F1C4-565A-1E9B9FA46DC9}"/>
              </a:ext>
            </a:extLst>
          </p:cNvPr>
          <p:cNvCxnSpPr>
            <a:cxnSpLocks/>
          </p:cNvCxnSpPr>
          <p:nvPr/>
        </p:nvCxnSpPr>
        <p:spPr>
          <a:xfrm>
            <a:off x="3132809" y="2032344"/>
            <a:ext cx="0" cy="256212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E59484C4-2B4A-A8E7-297A-87C4F38E071A}"/>
              </a:ext>
            </a:extLst>
          </p:cNvPr>
          <p:cNvSpPr txBox="1"/>
          <p:nvPr/>
        </p:nvSpPr>
        <p:spPr>
          <a:xfrm>
            <a:off x="3956286" y="3426962"/>
            <a:ext cx="111921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1600" dirty="0">
                <a:solidFill>
                  <a:srgbClr val="FF0000"/>
                </a:solidFill>
              </a:rPr>
              <a:t>1001&gt;110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51417D22-75F1-FF8D-8997-0045D6C8CDFF}"/>
              </a:ext>
            </a:extLst>
          </p:cNvPr>
          <p:cNvSpPr txBox="1"/>
          <p:nvPr/>
        </p:nvSpPr>
        <p:spPr>
          <a:xfrm>
            <a:off x="3013534" y="1319859"/>
            <a:ext cx="2968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1600" dirty="0"/>
              <a:t>1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0ED42B08-B37E-A36F-1C0A-7DA12AFE6E98}"/>
              </a:ext>
            </a:extLst>
          </p:cNvPr>
          <p:cNvSpPr txBox="1"/>
          <p:nvPr/>
        </p:nvSpPr>
        <p:spPr>
          <a:xfrm>
            <a:off x="2978980" y="5034662"/>
            <a:ext cx="2968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1600" dirty="0"/>
              <a:t>0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F1EADE4A-8A2A-5BEE-E8F3-34A28E9CEE21}"/>
              </a:ext>
            </a:extLst>
          </p:cNvPr>
          <p:cNvSpPr txBox="1"/>
          <p:nvPr/>
        </p:nvSpPr>
        <p:spPr>
          <a:xfrm>
            <a:off x="2598799" y="5034662"/>
            <a:ext cx="2968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1600" dirty="0"/>
              <a:t>1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5AF7C4F6-F327-7213-D197-4BCDD146C769}"/>
              </a:ext>
            </a:extLst>
          </p:cNvPr>
          <p:cNvSpPr txBox="1"/>
          <p:nvPr/>
        </p:nvSpPr>
        <p:spPr>
          <a:xfrm>
            <a:off x="2211647" y="5034662"/>
            <a:ext cx="2968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1600" dirty="0"/>
              <a:t>1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2F5E60E3-E115-525D-F42C-1C6D0658BD1A}"/>
              </a:ext>
            </a:extLst>
          </p:cNvPr>
          <p:cNvSpPr txBox="1"/>
          <p:nvPr/>
        </p:nvSpPr>
        <p:spPr>
          <a:xfrm>
            <a:off x="3310410" y="5373808"/>
            <a:ext cx="2968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1600" dirty="0"/>
              <a:t>0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071F6A31-4E62-D0EB-47A1-A88A555ACC91}"/>
              </a:ext>
            </a:extLst>
          </p:cNvPr>
          <p:cNvSpPr txBox="1"/>
          <p:nvPr/>
        </p:nvSpPr>
        <p:spPr>
          <a:xfrm>
            <a:off x="2978980" y="5373808"/>
            <a:ext cx="2968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1600" dirty="0"/>
              <a:t>1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50D81048-3903-4B44-B849-533CB5258908}"/>
              </a:ext>
            </a:extLst>
          </p:cNvPr>
          <p:cNvSpPr txBox="1"/>
          <p:nvPr/>
        </p:nvSpPr>
        <p:spPr>
          <a:xfrm>
            <a:off x="2598799" y="5373808"/>
            <a:ext cx="2968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1600" dirty="0"/>
              <a:t>1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6013DF37-C59E-7F08-F037-56973AB9A0A5}"/>
              </a:ext>
            </a:extLst>
          </p:cNvPr>
          <p:cNvSpPr txBox="1"/>
          <p:nvPr/>
        </p:nvSpPr>
        <p:spPr>
          <a:xfrm>
            <a:off x="2209850" y="5373808"/>
            <a:ext cx="2968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1600" dirty="0"/>
              <a:t>0</a:t>
            </a:r>
          </a:p>
        </p:txBody>
      </p: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673C3C6A-BD42-B734-1909-FD3F5FE77DD1}"/>
              </a:ext>
            </a:extLst>
          </p:cNvPr>
          <p:cNvCxnSpPr>
            <a:cxnSpLocks/>
          </p:cNvCxnSpPr>
          <p:nvPr/>
        </p:nvCxnSpPr>
        <p:spPr>
          <a:xfrm>
            <a:off x="3490730" y="1985832"/>
            <a:ext cx="0" cy="328574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TextBox 86">
            <a:extLst>
              <a:ext uri="{FF2B5EF4-FFF2-40B4-BE49-F238E27FC236}">
                <a16:creationId xmlns:a16="http://schemas.microsoft.com/office/drawing/2014/main" id="{67C6C77E-4A53-5D1B-0AF0-8086C5C4DF40}"/>
              </a:ext>
            </a:extLst>
          </p:cNvPr>
          <p:cNvSpPr txBox="1"/>
          <p:nvPr/>
        </p:nvSpPr>
        <p:spPr>
          <a:xfrm>
            <a:off x="4068496" y="3747131"/>
            <a:ext cx="100700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1600" dirty="0">
                <a:solidFill>
                  <a:srgbClr val="FF0000"/>
                </a:solidFill>
              </a:rPr>
              <a:t>110&lt;110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6FEA2E41-1804-D114-C3BB-1A12946AEE95}"/>
              </a:ext>
            </a:extLst>
          </p:cNvPr>
          <p:cNvSpPr txBox="1"/>
          <p:nvPr/>
        </p:nvSpPr>
        <p:spPr>
          <a:xfrm>
            <a:off x="3349704" y="1310228"/>
            <a:ext cx="2968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1600" dirty="0"/>
              <a:t>1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F686824E-06B2-825D-DADA-482424E87290}"/>
              </a:ext>
            </a:extLst>
          </p:cNvPr>
          <p:cNvSpPr txBox="1"/>
          <p:nvPr/>
        </p:nvSpPr>
        <p:spPr>
          <a:xfrm>
            <a:off x="3301166" y="5676103"/>
            <a:ext cx="2968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1600" dirty="0"/>
              <a:t>0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CA4F55BD-07D3-5032-E985-C081CD339447}"/>
              </a:ext>
            </a:extLst>
          </p:cNvPr>
          <p:cNvSpPr txBox="1"/>
          <p:nvPr/>
        </p:nvSpPr>
        <p:spPr>
          <a:xfrm>
            <a:off x="2972205" y="5676103"/>
            <a:ext cx="2968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1600" dirty="0"/>
              <a:t>1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DFC34D3A-A2F6-8656-8999-DEB130489213}"/>
              </a:ext>
            </a:extLst>
          </p:cNvPr>
          <p:cNvSpPr txBox="1"/>
          <p:nvPr/>
        </p:nvSpPr>
        <p:spPr>
          <a:xfrm>
            <a:off x="2605214" y="5676103"/>
            <a:ext cx="2968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1600" dirty="0"/>
              <a:t>1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2CA45D0A-E26A-C7D2-BC24-20ECD64C0428}"/>
              </a:ext>
            </a:extLst>
          </p:cNvPr>
          <p:cNvSpPr txBox="1"/>
          <p:nvPr/>
        </p:nvSpPr>
        <p:spPr>
          <a:xfrm>
            <a:off x="1218135" y="2642747"/>
            <a:ext cx="26000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1600" dirty="0"/>
              <a:t>-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5106ED5D-6A77-ADA3-4F21-57050B772F4B}"/>
              </a:ext>
            </a:extLst>
          </p:cNvPr>
          <p:cNvSpPr txBox="1"/>
          <p:nvPr/>
        </p:nvSpPr>
        <p:spPr>
          <a:xfrm>
            <a:off x="1211465" y="3389895"/>
            <a:ext cx="26000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1600" dirty="0"/>
              <a:t>-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9C08F326-5504-5465-DE76-4A18107B7148}"/>
              </a:ext>
            </a:extLst>
          </p:cNvPr>
          <p:cNvSpPr txBox="1"/>
          <p:nvPr/>
        </p:nvSpPr>
        <p:spPr>
          <a:xfrm>
            <a:off x="1210927" y="4065550"/>
            <a:ext cx="26000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1600" dirty="0"/>
              <a:t>-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806444F5-23B2-DAD7-4AE7-DBEACAD18380}"/>
              </a:ext>
            </a:extLst>
          </p:cNvPr>
          <p:cNvSpPr txBox="1"/>
          <p:nvPr/>
        </p:nvSpPr>
        <p:spPr>
          <a:xfrm>
            <a:off x="1202418" y="4790950"/>
            <a:ext cx="26000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1600" dirty="0"/>
              <a:t>-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8FE9A29C-A226-6060-3A52-999E4C073914}"/>
              </a:ext>
            </a:extLst>
          </p:cNvPr>
          <p:cNvSpPr txBox="1"/>
          <p:nvPr/>
        </p:nvSpPr>
        <p:spPr>
          <a:xfrm>
            <a:off x="1218135" y="5589240"/>
            <a:ext cx="26000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1600" dirty="0"/>
              <a:t>-</a:t>
            </a:r>
          </a:p>
        </p:txBody>
      </p:sp>
    </p:spTree>
    <p:extLst>
      <p:ext uri="{BB962C8B-B14F-4D97-AF65-F5344CB8AC3E}">
        <p14:creationId xmlns:p14="http://schemas.microsoft.com/office/powerpoint/2010/main" val="6430621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3" dur="2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94" dur="2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5" dur="2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7" dur="2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98" dur="2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9" dur="2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0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4" dur="2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45" dur="2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6" dur="2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8" dur="2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49" dur="2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0" dur="2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2" dur="2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53" dur="2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4" dur="2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0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1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6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7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2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3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>
                      <p:stCondLst>
                        <p:cond delay="indefinite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8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9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2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3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6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7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>
                      <p:stCondLst>
                        <p:cond delay="indefinite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2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3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6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7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8" fill="hold">
                      <p:stCondLst>
                        <p:cond delay="indefinite"/>
                      </p:stCondLst>
                      <p:childTnLst>
                        <p:par>
                          <p:cTn id="199" fill="hold">
                            <p:stCondLst>
                              <p:cond delay="0"/>
                            </p:stCondLst>
                            <p:childTnLst>
                              <p:par>
                                <p:cTn id="200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1" dur="2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202" dur="2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3" dur="2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4" presetID="1" presetClass="emph" presetSubtype="2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 dir="cw">
                                      <p:cBhvr>
                                        <p:cTn id="205" dur="2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206" dur="2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7" dur="2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8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9" dur="2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210" dur="2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1" dur="2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2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3" dur="2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214" dur="2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5" dur="2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6" fill="hold">
                      <p:stCondLst>
                        <p:cond delay="indefinite"/>
                      </p:stCondLst>
                      <p:childTnLst>
                        <p:par>
                          <p:cTn id="217" fill="hold">
                            <p:stCondLst>
                              <p:cond delay="0"/>
                            </p:stCondLst>
                            <p:childTnLst>
                              <p:par>
                                <p:cTn id="21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0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1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2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3" fill="hold">
                      <p:stCondLst>
                        <p:cond delay="indefinite"/>
                      </p:stCondLst>
                      <p:childTnLst>
                        <p:par>
                          <p:cTn id="224" fill="hold">
                            <p:stCondLst>
                              <p:cond delay="0"/>
                            </p:stCondLst>
                            <p:childTnLst>
                              <p:par>
                                <p:cTn id="2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7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8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9" fill="hold">
                      <p:stCondLst>
                        <p:cond delay="indefinite"/>
                      </p:stCondLst>
                      <p:childTnLst>
                        <p:par>
                          <p:cTn id="230" fill="hold">
                            <p:stCondLst>
                              <p:cond delay="0"/>
                            </p:stCondLst>
                            <p:childTnLst>
                              <p:par>
                                <p:cTn id="2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3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4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7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8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1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2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3" fill="hold">
                      <p:stCondLst>
                        <p:cond delay="indefinite"/>
                      </p:stCondLst>
                      <p:childTnLst>
                        <p:par>
                          <p:cTn id="244" fill="hold">
                            <p:stCondLst>
                              <p:cond delay="0"/>
                            </p:stCondLst>
                            <p:childTnLst>
                              <p:par>
                                <p:cTn id="24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6" dur="2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F00"/>
                                      </p:to>
                                    </p:animClr>
                                    <p:set>
                                      <p:cBhvr>
                                        <p:cTn id="247" dur="2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8" dur="2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9" fill="hold">
                      <p:stCondLst>
                        <p:cond delay="indefinite"/>
                      </p:stCondLst>
                      <p:childTnLst>
                        <p:par>
                          <p:cTn id="250" fill="hold">
                            <p:stCondLst>
                              <p:cond delay="0"/>
                            </p:stCondLst>
                            <p:childTnLst>
                              <p:par>
                                <p:cTn id="25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3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4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5" fill="hold">
                      <p:stCondLst>
                        <p:cond delay="indefinite"/>
                      </p:stCondLst>
                      <p:childTnLst>
                        <p:par>
                          <p:cTn id="256" fill="hold">
                            <p:stCondLst>
                              <p:cond delay="0"/>
                            </p:stCondLst>
                            <p:childTnLst>
                              <p:par>
                                <p:cTn id="25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9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0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1" fill="hold">
                      <p:stCondLst>
                        <p:cond delay="indefinite"/>
                      </p:stCondLst>
                      <p:childTnLst>
                        <p:par>
                          <p:cTn id="262" fill="hold">
                            <p:stCondLst>
                              <p:cond delay="0"/>
                            </p:stCondLst>
                            <p:childTnLst>
                              <p:par>
                                <p:cTn id="263" presetID="18" presetClass="emph" presetSubtype="0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264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5" presetID="18" presetClass="emph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266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7" fill="hold">
                      <p:stCondLst>
                        <p:cond delay="indefinite"/>
                      </p:stCondLst>
                      <p:childTnLst>
                        <p:par>
                          <p:cTn id="268" fill="hold">
                            <p:stCondLst>
                              <p:cond delay="0"/>
                            </p:stCondLst>
                            <p:childTnLst>
                              <p:par>
                                <p:cTn id="26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1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2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5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6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9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0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1" fill="hold">
                      <p:stCondLst>
                        <p:cond delay="indefinite"/>
                      </p:stCondLst>
                      <p:childTnLst>
                        <p:par>
                          <p:cTn id="282" fill="hold">
                            <p:stCondLst>
                              <p:cond delay="0"/>
                            </p:stCondLst>
                            <p:childTnLst>
                              <p:par>
                                <p:cTn id="283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5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6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7" fill="hold">
                      <p:stCondLst>
                        <p:cond delay="indefinite"/>
                      </p:stCondLst>
                      <p:childTnLst>
                        <p:par>
                          <p:cTn id="288" fill="hold">
                            <p:stCondLst>
                              <p:cond delay="0"/>
                            </p:stCondLst>
                            <p:childTnLst>
                              <p:par>
                                <p:cTn id="28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3" fill="hold">
                      <p:stCondLst>
                        <p:cond delay="indefinite"/>
                      </p:stCondLst>
                      <p:childTnLst>
                        <p:par>
                          <p:cTn id="294" fill="hold">
                            <p:stCondLst>
                              <p:cond delay="0"/>
                            </p:stCondLst>
                            <p:childTnLst>
                              <p:par>
                                <p:cTn id="29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6" dur="2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297" dur="2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98" dur="2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0" dur="2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301" dur="2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2" dur="2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3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4" dur="2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305" dur="2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6" dur="2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7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8" dur="2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309" dur="2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10" dur="2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1" fill="hold">
                      <p:stCondLst>
                        <p:cond delay="indefinite"/>
                      </p:stCondLst>
                      <p:childTnLst>
                        <p:par>
                          <p:cTn id="312" fill="hold">
                            <p:stCondLst>
                              <p:cond delay="0"/>
                            </p:stCondLst>
                            <p:childTnLst>
                              <p:par>
                                <p:cTn id="31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5" dur="10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6" dur="1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7" dur="1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8" fill="hold">
                      <p:stCondLst>
                        <p:cond delay="indefinite"/>
                      </p:stCondLst>
                      <p:childTnLst>
                        <p:par>
                          <p:cTn id="319" fill="hold">
                            <p:stCondLst>
                              <p:cond delay="0"/>
                            </p:stCondLst>
                            <p:childTnLst>
                              <p:par>
                                <p:cTn id="32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2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3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4" fill="hold">
                      <p:stCondLst>
                        <p:cond delay="indefinite"/>
                      </p:stCondLst>
                      <p:childTnLst>
                        <p:par>
                          <p:cTn id="325" fill="hold">
                            <p:stCondLst>
                              <p:cond delay="0"/>
                            </p:stCondLst>
                            <p:childTnLst>
                              <p:par>
                                <p:cTn id="32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8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9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2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3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6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7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8" fill="hold">
                      <p:stCondLst>
                        <p:cond delay="indefinite"/>
                      </p:stCondLst>
                      <p:childTnLst>
                        <p:par>
                          <p:cTn id="339" fill="hold">
                            <p:stCondLst>
                              <p:cond delay="0"/>
                            </p:stCondLst>
                            <p:childTnLst>
                              <p:par>
                                <p:cTn id="34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2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3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6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7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0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1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2" fill="hold">
                      <p:stCondLst>
                        <p:cond delay="indefinite"/>
                      </p:stCondLst>
                      <p:childTnLst>
                        <p:par>
                          <p:cTn id="353" fill="hold">
                            <p:stCondLst>
                              <p:cond delay="0"/>
                            </p:stCondLst>
                            <p:childTnLst>
                              <p:par>
                                <p:cTn id="354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6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7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8" fill="hold">
                      <p:stCondLst>
                        <p:cond delay="indefinite"/>
                      </p:stCondLst>
                      <p:childTnLst>
                        <p:par>
                          <p:cTn id="359" fill="hold">
                            <p:stCondLst>
                              <p:cond delay="0"/>
                            </p:stCondLst>
                            <p:childTnLst>
                              <p:par>
                                <p:cTn id="36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2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3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4" fill="hold">
                      <p:stCondLst>
                        <p:cond delay="indefinite"/>
                      </p:stCondLst>
                      <p:childTnLst>
                        <p:par>
                          <p:cTn id="365" fill="hold">
                            <p:stCondLst>
                              <p:cond delay="0"/>
                            </p:stCondLst>
                            <p:childTnLst>
                              <p:par>
                                <p:cTn id="36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8" dur="10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9" dur="10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0" dur="10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1" fill="hold">
                      <p:stCondLst>
                        <p:cond delay="indefinite"/>
                      </p:stCondLst>
                      <p:childTnLst>
                        <p:par>
                          <p:cTn id="372" fill="hold">
                            <p:stCondLst>
                              <p:cond delay="0"/>
                            </p:stCondLst>
                            <p:childTnLst>
                              <p:par>
                                <p:cTn id="37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5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6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7" fill="hold">
                      <p:stCondLst>
                        <p:cond delay="indefinite"/>
                      </p:stCondLst>
                      <p:childTnLst>
                        <p:par>
                          <p:cTn id="378" fill="hold">
                            <p:stCondLst>
                              <p:cond delay="0"/>
                            </p:stCondLst>
                            <p:childTnLst>
                              <p:par>
                                <p:cTn id="37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1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2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5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6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9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0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1" fill="hold">
                      <p:stCondLst>
                        <p:cond delay="indefinite"/>
                      </p:stCondLst>
                      <p:childTnLst>
                        <p:par>
                          <p:cTn id="392" fill="hold">
                            <p:stCondLst>
                              <p:cond delay="0"/>
                            </p:stCondLst>
                            <p:childTnLst>
                              <p:par>
                                <p:cTn id="39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7" fill="hold">
                      <p:stCondLst>
                        <p:cond delay="indefinite"/>
                      </p:stCondLst>
                      <p:childTnLst>
                        <p:par>
                          <p:cTn id="398" fill="hold">
                            <p:stCondLst>
                              <p:cond delay="0"/>
                            </p:stCondLst>
                            <p:childTnLst>
                              <p:par>
                                <p:cTn id="39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1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2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3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4" fill="hold">
                      <p:stCondLst>
                        <p:cond delay="indefinite"/>
                      </p:stCondLst>
                      <p:childTnLst>
                        <p:par>
                          <p:cTn id="405" fill="hold">
                            <p:stCondLst>
                              <p:cond delay="0"/>
                            </p:stCondLst>
                            <p:childTnLst>
                              <p:par>
                                <p:cTn id="406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0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9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1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  <p:bldP spid="14" grpId="0"/>
      <p:bldP spid="28" grpId="0"/>
      <p:bldP spid="30" grpId="0"/>
      <p:bldP spid="36" grpId="0"/>
      <p:bldP spid="15" grpId="0"/>
      <p:bldP spid="22" grpId="0"/>
      <p:bldP spid="23" grpId="0"/>
      <p:bldP spid="32" grpId="0"/>
      <p:bldP spid="35" grpId="0"/>
      <p:bldP spid="37" grpId="0"/>
      <p:bldP spid="40" grpId="0"/>
      <p:bldP spid="41" grpId="0"/>
      <p:bldP spid="42" grpId="0"/>
      <p:bldP spid="43" grpId="0"/>
      <p:bldP spid="44" grpId="0"/>
      <p:bldP spid="45" grpId="0"/>
      <p:bldP spid="46" grpId="0"/>
      <p:bldP spid="47" grpId="0"/>
      <p:bldP spid="50" grpId="0"/>
      <p:bldP spid="51" grpId="0"/>
      <p:bldP spid="52" grpId="0"/>
      <p:bldP spid="53" grpId="0"/>
      <p:bldP spid="54" grpId="0"/>
      <p:bldP spid="55" grpId="0"/>
      <p:bldP spid="55" grpId="1"/>
      <p:bldP spid="56" grpId="0"/>
      <p:bldP spid="57" grpId="0"/>
      <p:bldP spid="60" grpId="0"/>
      <p:bldP spid="61" grpId="0"/>
      <p:bldP spid="62" grpId="0"/>
      <p:bldP spid="63" grpId="0"/>
      <p:bldP spid="64" grpId="0"/>
      <p:bldP spid="65" grpId="0"/>
      <p:bldP spid="66" grpId="0"/>
      <p:bldP spid="67" grpId="0"/>
      <p:bldP spid="71" grpId="0"/>
      <p:bldP spid="71" grpId="1"/>
      <p:bldP spid="72" grpId="0"/>
      <p:bldP spid="75" grpId="0"/>
      <p:bldP spid="76" grpId="0"/>
      <p:bldP spid="77" grpId="0"/>
      <p:bldP spid="78" grpId="0"/>
      <p:bldP spid="79" grpId="0"/>
      <p:bldP spid="80" grpId="0"/>
      <p:bldP spid="82" grpId="0"/>
      <p:bldP spid="83" grpId="0"/>
      <p:bldP spid="84" grpId="0"/>
      <p:bldP spid="87" grpId="0"/>
      <p:bldP spid="88" grpId="0"/>
      <p:bldP spid="89" grpId="0"/>
      <p:bldP spid="90" grpId="0"/>
      <p:bldP spid="91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68678-0641-5EF1-09EA-7E1603FD6B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504" y="908720"/>
            <a:ext cx="3600400" cy="1325562"/>
          </a:xfrm>
        </p:spPr>
        <p:txBody>
          <a:bodyPr>
            <a:normAutofit fontScale="90000"/>
          </a:bodyPr>
          <a:lstStyle/>
          <a:p>
            <a:r>
              <a:rPr lang="en-US" dirty="0"/>
              <a:t>Flowchart for Unsigned Binary Division</a:t>
            </a:r>
            <a:endParaRPr lang="en-MY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F30E0EE-4DF9-276F-B34C-F23F73672A4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632" r="3844"/>
          <a:stretch/>
        </p:blipFill>
        <p:spPr>
          <a:xfrm>
            <a:off x="5076056" y="620688"/>
            <a:ext cx="3888432" cy="4953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8DE34C6-9F7B-586E-B5A5-4157903FE124}"/>
              </a:ext>
            </a:extLst>
          </p:cNvPr>
          <p:cNvSpPr txBox="1"/>
          <p:nvPr/>
        </p:nvSpPr>
        <p:spPr>
          <a:xfrm>
            <a:off x="35496" y="2708920"/>
            <a:ext cx="511256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MY" sz="1200" dirty="0">
                <a:solidFill>
                  <a:srgbClr val="002060"/>
                </a:solidFill>
              </a:rPr>
              <a:t>Initial A register, Load M&amp;Q register</a:t>
            </a:r>
          </a:p>
          <a:p>
            <a:pPr marL="342900" indent="-342900">
              <a:buAutoNum type="arabicPeriod"/>
            </a:pPr>
            <a:r>
              <a:rPr lang="en-MY" sz="1200" dirty="0">
                <a:solidFill>
                  <a:srgbClr val="002060"/>
                </a:solidFill>
              </a:rPr>
              <a:t>Shift left (A &amp; Q) </a:t>
            </a:r>
          </a:p>
          <a:p>
            <a:pPr marL="342900" indent="-342900">
              <a:buAutoNum type="arabicPeriod"/>
            </a:pPr>
            <a:r>
              <a:rPr lang="en-MY" sz="1200" dirty="0">
                <a:solidFill>
                  <a:srgbClr val="002060"/>
                </a:solidFill>
              </a:rPr>
              <a:t>A – M operation</a:t>
            </a:r>
          </a:p>
          <a:p>
            <a:pPr marL="342900" indent="-342900">
              <a:buAutoNum type="arabicPeriod"/>
            </a:pPr>
            <a:r>
              <a:rPr lang="en-MY" sz="1200" dirty="0">
                <a:solidFill>
                  <a:srgbClr val="002060"/>
                </a:solidFill>
              </a:rPr>
              <a:t>Look at A condition: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MY" sz="1200" dirty="0">
                <a:solidFill>
                  <a:srgbClr val="002060"/>
                </a:solidFill>
              </a:rPr>
              <a:t>A&lt;0 = </a:t>
            </a:r>
            <a:r>
              <a:rPr lang="en-MY" sz="1200" b="1" dirty="0">
                <a:solidFill>
                  <a:srgbClr val="00B050"/>
                </a:solidFill>
              </a:rPr>
              <a:t>T</a:t>
            </a:r>
            <a:r>
              <a:rPr lang="en-MY" sz="1200" dirty="0">
                <a:solidFill>
                  <a:srgbClr val="002060"/>
                </a:solidFill>
              </a:rPr>
              <a:t> = Q</a:t>
            </a:r>
            <a:r>
              <a:rPr lang="en-MY" sz="1200" baseline="-25000" dirty="0">
                <a:solidFill>
                  <a:srgbClr val="002060"/>
                </a:solidFill>
              </a:rPr>
              <a:t>0</a:t>
            </a:r>
            <a:r>
              <a:rPr lang="en-MY" sz="1200" dirty="0">
                <a:solidFill>
                  <a:srgbClr val="002060"/>
                </a:solidFill>
              </a:rPr>
              <a:t> gets a 1 bit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MY" sz="1200" dirty="0">
                <a:solidFill>
                  <a:srgbClr val="002060"/>
                </a:solidFill>
              </a:rPr>
              <a:t>A&lt;0 = </a:t>
            </a:r>
            <a:r>
              <a:rPr lang="en-MY" sz="1200" b="1" dirty="0">
                <a:solidFill>
                  <a:srgbClr val="FF0000"/>
                </a:solidFill>
              </a:rPr>
              <a:t>F</a:t>
            </a:r>
            <a:r>
              <a:rPr lang="en-MY" sz="1200" dirty="0">
                <a:solidFill>
                  <a:srgbClr val="002060"/>
                </a:solidFill>
              </a:rPr>
              <a:t> = Q</a:t>
            </a:r>
            <a:r>
              <a:rPr lang="en-MY" sz="1200" baseline="-25000" dirty="0">
                <a:solidFill>
                  <a:srgbClr val="002060"/>
                </a:solidFill>
              </a:rPr>
              <a:t>0</a:t>
            </a:r>
            <a:r>
              <a:rPr lang="en-MY" sz="1200" dirty="0">
                <a:solidFill>
                  <a:srgbClr val="002060"/>
                </a:solidFill>
              </a:rPr>
              <a:t> gets a 0 bit and restores M the previous value</a:t>
            </a:r>
          </a:p>
        </p:txBody>
      </p:sp>
    </p:spTree>
    <p:extLst>
      <p:ext uri="{BB962C8B-B14F-4D97-AF65-F5344CB8AC3E}">
        <p14:creationId xmlns:p14="http://schemas.microsoft.com/office/powerpoint/2010/main" val="30990486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451E4B-3457-5B23-A54F-F81F592F82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Division in 2s complement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619BEF-5955-BFDF-22BD-11654485D1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MY" sz="2400" dirty="0"/>
              <a:t>7 ÷ 3  = 2 with 1 remainder (Q ÷ M)</a:t>
            </a:r>
          </a:p>
          <a:p>
            <a:r>
              <a:rPr lang="en-MY" sz="2400" dirty="0"/>
              <a:t>Q = 0111</a:t>
            </a:r>
          </a:p>
          <a:p>
            <a:r>
              <a:rPr lang="en-MY" sz="2400" dirty="0"/>
              <a:t>M = 0011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AE57F98-F135-B4A0-009E-7071EF43C1C6}"/>
              </a:ext>
            </a:extLst>
          </p:cNvPr>
          <p:cNvGrpSpPr/>
          <p:nvPr/>
        </p:nvGrpSpPr>
        <p:grpSpPr>
          <a:xfrm>
            <a:off x="3769475" y="3140968"/>
            <a:ext cx="1605050" cy="1600374"/>
            <a:chOff x="734702" y="2735216"/>
            <a:chExt cx="1605050" cy="1600374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40BDA89C-BB10-3AA7-1543-72D7D10BDF4A}"/>
                </a:ext>
              </a:extLst>
            </p:cNvPr>
            <p:cNvSpPr txBox="1"/>
            <p:nvPr/>
          </p:nvSpPr>
          <p:spPr>
            <a:xfrm>
              <a:off x="1475656" y="2740858"/>
              <a:ext cx="74251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0111</a:t>
              </a:r>
            </a:p>
          </p:txBody>
        </p: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F0A1AB67-A73B-38FB-A67C-B77DDCFD276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75656" y="2735216"/>
              <a:ext cx="864096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A1B5F16F-BA47-4360-498C-C3196BEA4B3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75656" y="2735216"/>
              <a:ext cx="0" cy="405752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6D400B98-4B56-23D0-9CB8-1E800264FEDF}"/>
                </a:ext>
              </a:extLst>
            </p:cNvPr>
            <p:cNvSpPr txBox="1"/>
            <p:nvPr/>
          </p:nvSpPr>
          <p:spPr>
            <a:xfrm>
              <a:off x="734702" y="2740858"/>
              <a:ext cx="74251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0011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C3375EDB-E78A-2327-8055-2ABB886D0656}"/>
                </a:ext>
              </a:extLst>
            </p:cNvPr>
            <p:cNvSpPr txBox="1"/>
            <p:nvPr/>
          </p:nvSpPr>
          <p:spPr>
            <a:xfrm>
              <a:off x="1475655" y="3028890"/>
              <a:ext cx="60305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011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CC837BF5-F626-4813-29F2-C4F65B4A60AC}"/>
                </a:ext>
              </a:extLst>
            </p:cNvPr>
            <p:cNvSpPr txBox="1"/>
            <p:nvPr/>
          </p:nvSpPr>
          <p:spPr>
            <a:xfrm>
              <a:off x="1476840" y="3366424"/>
              <a:ext cx="74251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0001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53FA93D7-FDF1-DFE2-F58D-AB1C41803647}"/>
                </a:ext>
              </a:extLst>
            </p:cNvPr>
            <p:cNvSpPr txBox="1"/>
            <p:nvPr/>
          </p:nvSpPr>
          <p:spPr>
            <a:xfrm>
              <a:off x="1475655" y="3650952"/>
              <a:ext cx="74251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0000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9E21DA94-0BA8-592A-0AC5-73C3FA182793}"/>
                </a:ext>
              </a:extLst>
            </p:cNvPr>
            <p:cNvSpPr txBox="1"/>
            <p:nvPr/>
          </p:nvSpPr>
          <p:spPr>
            <a:xfrm>
              <a:off x="1491709" y="3935480"/>
              <a:ext cx="74251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0001</a:t>
              </a:r>
            </a:p>
          </p:txBody>
        </p: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C60A0DB0-1883-F110-8299-C7556B84676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47431" y="3377490"/>
              <a:ext cx="864096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609445DD-DFFA-4882-FCCA-7183504A947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64926" y="4004469"/>
              <a:ext cx="864096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3F91AF19-BC24-574B-19CF-D7517352A285}"/>
              </a:ext>
            </a:extLst>
          </p:cNvPr>
          <p:cNvSpPr txBox="1"/>
          <p:nvPr/>
        </p:nvSpPr>
        <p:spPr>
          <a:xfrm>
            <a:off x="3160215" y="3143789"/>
            <a:ext cx="51969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(3)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05FD18A-2473-8EFC-80B6-2B825F00D58D}"/>
              </a:ext>
            </a:extLst>
          </p:cNvPr>
          <p:cNvSpPr txBox="1"/>
          <p:nvPr/>
        </p:nvSpPr>
        <p:spPr>
          <a:xfrm>
            <a:off x="5334737" y="3112117"/>
            <a:ext cx="51969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(7)</a:t>
            </a:r>
          </a:p>
        </p:txBody>
      </p:sp>
    </p:spTree>
    <p:extLst>
      <p:ext uri="{BB962C8B-B14F-4D97-AF65-F5344CB8AC3E}">
        <p14:creationId xmlns:p14="http://schemas.microsoft.com/office/powerpoint/2010/main" val="366893914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E99ED6D-365F-4CAE-942F-ECA78F74BD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69630" y="0"/>
            <a:ext cx="6858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MY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42F24F1-C1EF-471F-A19B-A340CE541D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56C425C-3C64-47BA-B583-94D39B9B7F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7759" y="480060"/>
            <a:ext cx="842742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7FE3CAF-849A-C2CC-B85C-FC6861F3803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55576" y="643467"/>
            <a:ext cx="7832587" cy="557106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B88402C-863F-A0C8-A846-7AF065D281B4}"/>
              </a:ext>
            </a:extLst>
          </p:cNvPr>
          <p:cNvSpPr txBox="1"/>
          <p:nvPr/>
        </p:nvSpPr>
        <p:spPr>
          <a:xfrm>
            <a:off x="7452320" y="467380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1800" dirty="0"/>
              <a:t>2sM =1101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9D68CB-740B-175A-6D76-90925E9AA87C}"/>
              </a:ext>
            </a:extLst>
          </p:cNvPr>
          <p:cNvSpPr txBox="1"/>
          <p:nvPr/>
        </p:nvSpPr>
        <p:spPr>
          <a:xfrm>
            <a:off x="522771" y="2132856"/>
            <a:ext cx="4427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1200" dirty="0"/>
              <a:t>(-3)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7E329CC-ADA5-0E69-5351-2FB74751EE65}"/>
              </a:ext>
            </a:extLst>
          </p:cNvPr>
          <p:cNvSpPr txBox="1"/>
          <p:nvPr/>
        </p:nvSpPr>
        <p:spPr>
          <a:xfrm>
            <a:off x="522771" y="3290500"/>
            <a:ext cx="4427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1200" dirty="0"/>
              <a:t>(-1)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4DAD2B0-9139-3027-7705-72CDC00001A1}"/>
              </a:ext>
            </a:extLst>
          </p:cNvPr>
          <p:cNvSpPr txBox="1"/>
          <p:nvPr/>
        </p:nvSpPr>
        <p:spPr>
          <a:xfrm>
            <a:off x="522771" y="4493034"/>
            <a:ext cx="3866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1200" dirty="0"/>
              <a:t>(0)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C9DDD99-638B-3234-96AF-6D2B3C54F166}"/>
              </a:ext>
            </a:extLst>
          </p:cNvPr>
          <p:cNvSpPr txBox="1"/>
          <p:nvPr/>
        </p:nvSpPr>
        <p:spPr>
          <a:xfrm>
            <a:off x="522771" y="5435487"/>
            <a:ext cx="4427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1200" dirty="0"/>
              <a:t>(-1)</a:t>
            </a:r>
          </a:p>
        </p:txBody>
      </p:sp>
    </p:spTree>
    <p:extLst>
      <p:ext uri="{BB962C8B-B14F-4D97-AF65-F5344CB8AC3E}">
        <p14:creationId xmlns:p14="http://schemas.microsoft.com/office/powerpoint/2010/main" val="220675086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B92A5-B4F6-103A-DD5E-FBBE86D1C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2120" y="44624"/>
            <a:ext cx="2707780" cy="830992"/>
          </a:xfrm>
        </p:spPr>
        <p:txBody>
          <a:bodyPr>
            <a:normAutofit fontScale="90000"/>
          </a:bodyPr>
          <a:lstStyle/>
          <a:p>
            <a:r>
              <a:rPr lang="en-MY" sz="1800" dirty="0">
                <a:solidFill>
                  <a:srgbClr val="00B050"/>
                </a:solidFill>
              </a:rPr>
              <a:t>Q (Dividend)  = 7 = 0111</a:t>
            </a:r>
            <a:br>
              <a:rPr lang="en-MY" sz="1800" dirty="0">
                <a:solidFill>
                  <a:srgbClr val="00B050"/>
                </a:solidFill>
              </a:rPr>
            </a:br>
            <a:r>
              <a:rPr lang="en-MY" sz="1800" dirty="0">
                <a:solidFill>
                  <a:srgbClr val="00B050"/>
                </a:solidFill>
              </a:rPr>
              <a:t>M (Divisor)    = 3  = 0011</a:t>
            </a:r>
            <a:br>
              <a:rPr lang="en-MY" sz="1800" dirty="0">
                <a:solidFill>
                  <a:srgbClr val="00B050"/>
                </a:solidFill>
              </a:rPr>
            </a:br>
            <a:r>
              <a:rPr lang="en-MY" sz="1800" dirty="0">
                <a:solidFill>
                  <a:srgbClr val="FF0000"/>
                </a:solidFill>
              </a:rPr>
              <a:t>                      2sM  = 1101</a:t>
            </a:r>
          </a:p>
        </p:txBody>
      </p:sp>
      <p:graphicFrame>
        <p:nvGraphicFramePr>
          <p:cNvPr id="4" name="Table 8">
            <a:extLst>
              <a:ext uri="{FF2B5EF4-FFF2-40B4-BE49-F238E27FC236}">
                <a16:creationId xmlns:a16="http://schemas.microsoft.com/office/drawing/2014/main" id="{BA53A663-AC7A-40F1-460D-1543EAFD6EC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75106184"/>
              </p:ext>
            </p:extLst>
          </p:nvPr>
        </p:nvGraphicFramePr>
        <p:xfrm>
          <a:off x="906921" y="1124744"/>
          <a:ext cx="5087237" cy="429147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88170">
                  <a:extLst>
                    <a:ext uri="{9D8B030D-6E8A-4147-A177-3AD203B41FA5}">
                      <a16:colId xmlns:a16="http://schemas.microsoft.com/office/drawing/2014/main" val="3451011438"/>
                    </a:ext>
                  </a:extLst>
                </a:gridCol>
                <a:gridCol w="1388170">
                  <a:extLst>
                    <a:ext uri="{9D8B030D-6E8A-4147-A177-3AD203B41FA5}">
                      <a16:colId xmlns:a16="http://schemas.microsoft.com/office/drawing/2014/main" val="2754834517"/>
                    </a:ext>
                  </a:extLst>
                </a:gridCol>
                <a:gridCol w="2310897">
                  <a:extLst>
                    <a:ext uri="{9D8B030D-6E8A-4147-A177-3AD203B41FA5}">
                      <a16:colId xmlns:a16="http://schemas.microsoft.com/office/drawing/2014/main" val="851554681"/>
                    </a:ext>
                  </a:extLst>
                </a:gridCol>
              </a:tblGrid>
              <a:tr h="360040">
                <a:tc>
                  <a:txBody>
                    <a:bodyPr/>
                    <a:lstStyle/>
                    <a:p>
                      <a:pPr algn="ctr"/>
                      <a:r>
                        <a:rPr lang="en-MY" b="1" dirty="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 dirty="0"/>
                        <a:t>Q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 dirty="0"/>
                        <a:t>Operation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40489708"/>
                  </a:ext>
                </a:extLst>
              </a:tr>
              <a:tr h="426328">
                <a:tc>
                  <a:txBody>
                    <a:bodyPr/>
                    <a:lstStyle/>
                    <a:p>
                      <a:pPr algn="ctr"/>
                      <a:endParaRPr lang="en-MY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6429687"/>
                  </a:ext>
                </a:extLst>
              </a:tr>
              <a:tr h="504056">
                <a:tc>
                  <a:txBody>
                    <a:bodyPr/>
                    <a:lstStyle/>
                    <a:p>
                      <a:pPr algn="ctr"/>
                      <a:endParaRPr lang="en-MY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dirty="0"/>
                    </a:p>
                    <a:p>
                      <a:pPr algn="ctr"/>
                      <a:endParaRPr lang="en-MY" dirty="0"/>
                    </a:p>
                    <a:p>
                      <a:pPr algn="ctr"/>
                      <a:endParaRPr lang="en-MY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12618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en-MY" dirty="0"/>
                    </a:p>
                    <a:p>
                      <a:pPr algn="ctr"/>
                      <a:endParaRPr lang="en-MY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dirty="0"/>
                    </a:p>
                    <a:p>
                      <a:pPr algn="ctr"/>
                      <a:endParaRPr lang="en-MY" dirty="0"/>
                    </a:p>
                    <a:p>
                      <a:pPr algn="ctr"/>
                      <a:endParaRPr lang="en-MY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60105215"/>
                  </a:ext>
                </a:extLst>
              </a:tr>
              <a:tr h="835293">
                <a:tc>
                  <a:txBody>
                    <a:bodyPr/>
                    <a:lstStyle/>
                    <a:p>
                      <a:pPr algn="ctr"/>
                      <a:endParaRPr lang="en-MY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30087731"/>
                  </a:ext>
                </a:extLst>
              </a:tr>
              <a:tr h="835293">
                <a:tc>
                  <a:txBody>
                    <a:bodyPr/>
                    <a:lstStyle/>
                    <a:p>
                      <a:pPr algn="ctr"/>
                      <a:endParaRPr lang="en-MY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59100880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88774FE-7DA6-47D6-5B90-E9A7880A5171}"/>
              </a:ext>
            </a:extLst>
          </p:cNvPr>
          <p:cNvSpPr txBox="1"/>
          <p:nvPr/>
        </p:nvSpPr>
        <p:spPr>
          <a:xfrm>
            <a:off x="904928" y="1484784"/>
            <a:ext cx="1360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dirty="0"/>
              <a:t>0000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DED4A48-5502-E8B8-57D9-462E5E60E1A5}"/>
              </a:ext>
            </a:extLst>
          </p:cNvPr>
          <p:cNvSpPr txBox="1"/>
          <p:nvPr/>
        </p:nvSpPr>
        <p:spPr>
          <a:xfrm>
            <a:off x="2267744" y="1484784"/>
            <a:ext cx="13681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dirty="0">
                <a:solidFill>
                  <a:srgbClr val="FF6600"/>
                </a:solidFill>
              </a:rPr>
              <a:t>0</a:t>
            </a:r>
            <a:r>
              <a:rPr lang="en-MY" dirty="0"/>
              <a:t>111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9E9CB52-312E-727D-F0C4-6567DA326CAE}"/>
              </a:ext>
            </a:extLst>
          </p:cNvPr>
          <p:cNvSpPr txBox="1"/>
          <p:nvPr/>
        </p:nvSpPr>
        <p:spPr>
          <a:xfrm>
            <a:off x="3705902" y="1939480"/>
            <a:ext cx="22882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sz="1600" dirty="0"/>
              <a:t>Shift (L)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D86ECAB-EAF8-802D-AF6F-4B87B05E0D01}"/>
              </a:ext>
            </a:extLst>
          </p:cNvPr>
          <p:cNvSpPr txBox="1"/>
          <p:nvPr/>
        </p:nvSpPr>
        <p:spPr>
          <a:xfrm>
            <a:off x="2316406" y="1854116"/>
            <a:ext cx="13408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dirty="0"/>
              <a:t>111_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38045C8-1DBB-B23B-661B-21B556CB3489}"/>
              </a:ext>
            </a:extLst>
          </p:cNvPr>
          <p:cNvSpPr txBox="1"/>
          <p:nvPr/>
        </p:nvSpPr>
        <p:spPr>
          <a:xfrm>
            <a:off x="904928" y="1884894"/>
            <a:ext cx="1360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dirty="0"/>
              <a:t>000</a:t>
            </a:r>
            <a:r>
              <a:rPr lang="en-MY" dirty="0">
                <a:solidFill>
                  <a:srgbClr val="FF6600"/>
                </a:solidFill>
              </a:rPr>
              <a:t>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7995B15-F1B9-6C7D-82BB-B2CE0F99C9E3}"/>
              </a:ext>
            </a:extLst>
          </p:cNvPr>
          <p:cNvSpPr txBox="1"/>
          <p:nvPr/>
        </p:nvSpPr>
        <p:spPr>
          <a:xfrm>
            <a:off x="3684557" y="1481878"/>
            <a:ext cx="23096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sz="1600" dirty="0"/>
              <a:t>Init.</a:t>
            </a:r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AC9A61EF-CDFB-159B-7817-5AC5BB007549}"/>
              </a:ext>
            </a:extLst>
          </p:cNvPr>
          <p:cNvGrpSpPr/>
          <p:nvPr/>
        </p:nvGrpSpPr>
        <p:grpSpPr>
          <a:xfrm>
            <a:off x="3048359" y="1566978"/>
            <a:ext cx="216024" cy="447591"/>
            <a:chOff x="3048359" y="1566978"/>
            <a:chExt cx="216024" cy="447591"/>
          </a:xfrm>
        </p:grpSpPr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07251311-1785-7E69-0B7C-C065436D46C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048359" y="1798545"/>
              <a:ext cx="72008" cy="216024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8249D07-1F17-0387-1FEE-55185CC28F6E}"/>
                </a:ext>
              </a:extLst>
            </p:cNvPr>
            <p:cNvSpPr/>
            <p:nvPr/>
          </p:nvSpPr>
          <p:spPr>
            <a:xfrm>
              <a:off x="3085163" y="1566978"/>
              <a:ext cx="179220" cy="216025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41746380-4769-C52A-4632-2483247A949B}"/>
              </a:ext>
            </a:extLst>
          </p:cNvPr>
          <p:cNvSpPr txBox="1"/>
          <p:nvPr/>
        </p:nvSpPr>
        <p:spPr>
          <a:xfrm>
            <a:off x="3705900" y="2244934"/>
            <a:ext cx="22882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sz="1600" dirty="0"/>
              <a:t>A-M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B92BDE3-A723-D048-0B7E-052265AF9920}"/>
              </a:ext>
            </a:extLst>
          </p:cNvPr>
          <p:cNvSpPr txBox="1"/>
          <p:nvPr/>
        </p:nvSpPr>
        <p:spPr>
          <a:xfrm>
            <a:off x="6028024" y="1890992"/>
            <a:ext cx="86409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sz="1800" dirty="0"/>
              <a:t>0000</a:t>
            </a:r>
          </a:p>
          <a:p>
            <a:pPr algn="ctr"/>
            <a:r>
              <a:rPr lang="en-MY" sz="1800" dirty="0">
                <a:solidFill>
                  <a:srgbClr val="FF0000"/>
                </a:solidFill>
              </a:rPr>
              <a:t>1101</a:t>
            </a:r>
          </a:p>
          <a:p>
            <a:pPr algn="ctr"/>
            <a:r>
              <a:rPr lang="en-MY" sz="1800" dirty="0">
                <a:solidFill>
                  <a:srgbClr val="00B0F0"/>
                </a:solidFill>
              </a:rPr>
              <a:t>1101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4096606-EBCA-0D52-5F2B-98BD539C310C}"/>
              </a:ext>
            </a:extLst>
          </p:cNvPr>
          <p:cNvSpPr txBox="1"/>
          <p:nvPr/>
        </p:nvSpPr>
        <p:spPr>
          <a:xfrm>
            <a:off x="899592" y="2128702"/>
            <a:ext cx="13714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dirty="0">
                <a:solidFill>
                  <a:srgbClr val="00B0F0"/>
                </a:solidFill>
              </a:rPr>
              <a:t>1101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7BEBE5C-D58C-5C54-AC99-B0DF48A228E2}"/>
              </a:ext>
            </a:extLst>
          </p:cNvPr>
          <p:cNvSpPr txBox="1"/>
          <p:nvPr/>
        </p:nvSpPr>
        <p:spPr>
          <a:xfrm>
            <a:off x="323528" y="2163712"/>
            <a:ext cx="6734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sz="1600" b="1" dirty="0">
                <a:solidFill>
                  <a:srgbClr val="FF6699"/>
                </a:solidFill>
              </a:rPr>
              <a:t>(-3)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E9639EC-D5A0-A77B-A25E-870074872ED0}"/>
              </a:ext>
            </a:extLst>
          </p:cNvPr>
          <p:cNvSpPr txBox="1"/>
          <p:nvPr/>
        </p:nvSpPr>
        <p:spPr>
          <a:xfrm>
            <a:off x="3657240" y="2503353"/>
            <a:ext cx="23475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sz="1600" dirty="0"/>
              <a:t>Restore A, Q</a:t>
            </a:r>
            <a:r>
              <a:rPr lang="en-MY" sz="1600" baseline="-25000" dirty="0"/>
              <a:t>0</a:t>
            </a:r>
            <a:r>
              <a:rPr lang="en-MY" sz="1600" dirty="0"/>
              <a:t> = 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0526756-E779-1541-FC59-A6D9485EE12B}"/>
              </a:ext>
            </a:extLst>
          </p:cNvPr>
          <p:cNvSpPr txBox="1"/>
          <p:nvPr/>
        </p:nvSpPr>
        <p:spPr>
          <a:xfrm>
            <a:off x="904928" y="2444989"/>
            <a:ext cx="1360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dirty="0"/>
              <a:t>0000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4C425F3-68A4-4904-A454-2D17B75C5542}"/>
              </a:ext>
            </a:extLst>
          </p:cNvPr>
          <p:cNvSpPr txBox="1"/>
          <p:nvPr/>
        </p:nvSpPr>
        <p:spPr>
          <a:xfrm>
            <a:off x="2311070" y="2438098"/>
            <a:ext cx="13408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dirty="0">
                <a:solidFill>
                  <a:srgbClr val="FF6600"/>
                </a:solidFill>
              </a:rPr>
              <a:t>1</a:t>
            </a:r>
            <a:r>
              <a:rPr lang="en-MY" dirty="0"/>
              <a:t>110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DF7804DD-A50A-BF94-8989-2EB8597E5954}"/>
              </a:ext>
            </a:extLst>
          </p:cNvPr>
          <p:cNvSpPr/>
          <p:nvPr/>
        </p:nvSpPr>
        <p:spPr>
          <a:xfrm>
            <a:off x="1281552" y="1928390"/>
            <a:ext cx="179220" cy="310974"/>
          </a:xfrm>
          <a:prstGeom prst="ellipse">
            <a:avLst/>
          </a:prstGeom>
          <a:noFill/>
          <a:ln w="28575">
            <a:solidFill>
              <a:srgbClr val="CC00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603BB4A-AB6A-0C0C-3C28-3C3C84AAAF40}"/>
              </a:ext>
            </a:extLst>
          </p:cNvPr>
          <p:cNvSpPr txBox="1"/>
          <p:nvPr/>
        </p:nvSpPr>
        <p:spPr>
          <a:xfrm>
            <a:off x="3059832" y="1842025"/>
            <a:ext cx="2723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dirty="0">
                <a:solidFill>
                  <a:srgbClr val="CC00CC"/>
                </a:solidFill>
              </a:rPr>
              <a:t>0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DB24BF3-B8DC-BD06-ABAD-A2757DB799EC}"/>
              </a:ext>
            </a:extLst>
          </p:cNvPr>
          <p:cNvSpPr txBox="1"/>
          <p:nvPr/>
        </p:nvSpPr>
        <p:spPr>
          <a:xfrm>
            <a:off x="3592788" y="2826972"/>
            <a:ext cx="22882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sz="1600" dirty="0"/>
              <a:t>Shift (L)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8CC52457-E39B-9980-6DDD-6DB2D287F5FC}"/>
              </a:ext>
            </a:extLst>
          </p:cNvPr>
          <p:cNvCxnSpPr>
            <a:cxnSpLocks/>
          </p:cNvCxnSpPr>
          <p:nvPr/>
        </p:nvCxnSpPr>
        <p:spPr>
          <a:xfrm flipH="1">
            <a:off x="3059832" y="2771574"/>
            <a:ext cx="72008" cy="21602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58E25270-7D7F-2395-479C-F417EEAD072C}"/>
              </a:ext>
            </a:extLst>
          </p:cNvPr>
          <p:cNvSpPr/>
          <p:nvPr/>
        </p:nvSpPr>
        <p:spPr>
          <a:xfrm>
            <a:off x="3096636" y="2540007"/>
            <a:ext cx="179220" cy="21602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6EFDD63-8BEC-E2D1-F4C0-935DC223F53B}"/>
              </a:ext>
            </a:extLst>
          </p:cNvPr>
          <p:cNvSpPr txBox="1"/>
          <p:nvPr/>
        </p:nvSpPr>
        <p:spPr>
          <a:xfrm>
            <a:off x="2339752" y="2789277"/>
            <a:ext cx="13408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dirty="0"/>
              <a:t>110_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0794007-42D6-B195-1CDB-C3D60E99CBF2}"/>
              </a:ext>
            </a:extLst>
          </p:cNvPr>
          <p:cNvSpPr txBox="1"/>
          <p:nvPr/>
        </p:nvSpPr>
        <p:spPr>
          <a:xfrm>
            <a:off x="902241" y="2765416"/>
            <a:ext cx="1360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dirty="0"/>
              <a:t>000</a:t>
            </a:r>
            <a:r>
              <a:rPr lang="en-MY" dirty="0">
                <a:solidFill>
                  <a:srgbClr val="FF6600"/>
                </a:solidFill>
              </a:rPr>
              <a:t>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A258348-194D-D4E9-7D2F-4BE922838672}"/>
              </a:ext>
            </a:extLst>
          </p:cNvPr>
          <p:cNvSpPr txBox="1"/>
          <p:nvPr/>
        </p:nvSpPr>
        <p:spPr>
          <a:xfrm>
            <a:off x="3600612" y="3052895"/>
            <a:ext cx="22882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sz="1600" dirty="0"/>
              <a:t>A-M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8F8D850-589B-1BED-AD28-5346DD2DEB7A}"/>
              </a:ext>
            </a:extLst>
          </p:cNvPr>
          <p:cNvSpPr txBox="1"/>
          <p:nvPr/>
        </p:nvSpPr>
        <p:spPr>
          <a:xfrm>
            <a:off x="6068159" y="2756032"/>
            <a:ext cx="86409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sz="1800" dirty="0"/>
              <a:t>0001</a:t>
            </a:r>
          </a:p>
          <a:p>
            <a:pPr algn="ctr"/>
            <a:r>
              <a:rPr lang="en-MY" sz="1800" dirty="0">
                <a:solidFill>
                  <a:srgbClr val="FF0000"/>
                </a:solidFill>
              </a:rPr>
              <a:t>1101</a:t>
            </a:r>
          </a:p>
          <a:p>
            <a:pPr algn="ctr"/>
            <a:r>
              <a:rPr lang="en-MY" sz="1800" dirty="0">
                <a:solidFill>
                  <a:srgbClr val="00B0F0"/>
                </a:solidFill>
              </a:rPr>
              <a:t>1110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BAB38CE-C881-E8A5-816E-7F199DAEDEA2}"/>
              </a:ext>
            </a:extLst>
          </p:cNvPr>
          <p:cNvSpPr txBox="1"/>
          <p:nvPr/>
        </p:nvSpPr>
        <p:spPr>
          <a:xfrm>
            <a:off x="892914" y="3017476"/>
            <a:ext cx="13714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dirty="0">
                <a:solidFill>
                  <a:srgbClr val="00B0F0"/>
                </a:solidFill>
              </a:rPr>
              <a:t>1110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B3EA831-C976-101B-45D8-671CE2D14179}"/>
              </a:ext>
            </a:extLst>
          </p:cNvPr>
          <p:cNvSpPr txBox="1"/>
          <p:nvPr/>
        </p:nvSpPr>
        <p:spPr>
          <a:xfrm>
            <a:off x="323528" y="3044022"/>
            <a:ext cx="6734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sz="1600" b="1" dirty="0">
                <a:solidFill>
                  <a:srgbClr val="FF6699"/>
                </a:solidFill>
              </a:rPr>
              <a:t>(-1)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E8BDFBE-7D6B-7484-5C5E-0441491C6270}"/>
              </a:ext>
            </a:extLst>
          </p:cNvPr>
          <p:cNvSpPr txBox="1"/>
          <p:nvPr/>
        </p:nvSpPr>
        <p:spPr>
          <a:xfrm>
            <a:off x="3615281" y="3311568"/>
            <a:ext cx="23475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sz="1600" dirty="0"/>
              <a:t>Restore A, Q</a:t>
            </a:r>
            <a:r>
              <a:rPr lang="en-MY" sz="1600" baseline="-25000" dirty="0"/>
              <a:t>0</a:t>
            </a:r>
            <a:r>
              <a:rPr lang="en-MY" sz="1600" dirty="0"/>
              <a:t> = 0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D93B2AF-1CF6-8858-68BC-ABD7B7229DBF}"/>
              </a:ext>
            </a:extLst>
          </p:cNvPr>
          <p:cNvSpPr txBox="1"/>
          <p:nvPr/>
        </p:nvSpPr>
        <p:spPr>
          <a:xfrm>
            <a:off x="885906" y="3333763"/>
            <a:ext cx="1360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dirty="0"/>
              <a:t>0001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5FB4F1BE-A66F-049D-4D19-E0630950C80F}"/>
              </a:ext>
            </a:extLst>
          </p:cNvPr>
          <p:cNvSpPr/>
          <p:nvPr/>
        </p:nvSpPr>
        <p:spPr>
          <a:xfrm>
            <a:off x="1281475" y="2815202"/>
            <a:ext cx="179220" cy="310974"/>
          </a:xfrm>
          <a:prstGeom prst="ellipse">
            <a:avLst/>
          </a:prstGeom>
          <a:noFill/>
          <a:ln w="28575">
            <a:solidFill>
              <a:srgbClr val="CC00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5C4F669-668C-D449-252F-6AFABBEE326F}"/>
              </a:ext>
            </a:extLst>
          </p:cNvPr>
          <p:cNvSpPr txBox="1"/>
          <p:nvPr/>
        </p:nvSpPr>
        <p:spPr>
          <a:xfrm>
            <a:off x="3095836" y="2783543"/>
            <a:ext cx="2723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dirty="0">
                <a:solidFill>
                  <a:srgbClr val="CC00CC"/>
                </a:solidFill>
              </a:rPr>
              <a:t>0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6B3E673-79C0-433A-2F65-51C802DA0F50}"/>
              </a:ext>
            </a:extLst>
          </p:cNvPr>
          <p:cNvSpPr txBox="1"/>
          <p:nvPr/>
        </p:nvSpPr>
        <p:spPr>
          <a:xfrm>
            <a:off x="2339752" y="3292864"/>
            <a:ext cx="13408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dirty="0">
                <a:solidFill>
                  <a:srgbClr val="FF6600"/>
                </a:solidFill>
              </a:rPr>
              <a:t>1</a:t>
            </a:r>
            <a:r>
              <a:rPr lang="en-MY" dirty="0"/>
              <a:t>100</a:t>
            </a:r>
          </a:p>
        </p:txBody>
      </p:sp>
      <p:cxnSp>
        <p:nvCxnSpPr>
          <p:cNvPr id="47" name="Connector: Elbow 46">
            <a:extLst>
              <a:ext uri="{FF2B5EF4-FFF2-40B4-BE49-F238E27FC236}">
                <a16:creationId xmlns:a16="http://schemas.microsoft.com/office/drawing/2014/main" id="{B4397583-5CAC-64D4-948D-53374578F87A}"/>
              </a:ext>
            </a:extLst>
          </p:cNvPr>
          <p:cNvCxnSpPr>
            <a:cxnSpLocks/>
            <a:stCxn id="21" idx="0"/>
            <a:endCxn id="22" idx="3"/>
          </p:cNvCxnSpPr>
          <p:nvPr/>
        </p:nvCxnSpPr>
        <p:spPr>
          <a:xfrm rot="16200000" flipH="1">
            <a:off x="2294812" y="1004740"/>
            <a:ext cx="113690" cy="1960990"/>
          </a:xfrm>
          <a:prstGeom prst="bentConnector4">
            <a:avLst>
              <a:gd name="adj1" fmla="val -69263"/>
              <a:gd name="adj2" fmla="val 111657"/>
            </a:avLst>
          </a:prstGeom>
          <a:ln>
            <a:solidFill>
              <a:srgbClr val="CC00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nector: Elbow 51">
            <a:extLst>
              <a:ext uri="{FF2B5EF4-FFF2-40B4-BE49-F238E27FC236}">
                <a16:creationId xmlns:a16="http://schemas.microsoft.com/office/drawing/2014/main" id="{A8AF25AF-4832-C07C-AD2F-115816D5AA29}"/>
              </a:ext>
            </a:extLst>
          </p:cNvPr>
          <p:cNvCxnSpPr>
            <a:cxnSpLocks/>
            <a:stCxn id="42" idx="0"/>
            <a:endCxn id="43" idx="3"/>
          </p:cNvCxnSpPr>
          <p:nvPr/>
        </p:nvCxnSpPr>
        <p:spPr>
          <a:xfrm rot="16200000" flipH="1">
            <a:off x="2285422" y="1900865"/>
            <a:ext cx="168396" cy="1997071"/>
          </a:xfrm>
          <a:prstGeom prst="bentConnector4">
            <a:avLst>
              <a:gd name="adj1" fmla="val -16538"/>
              <a:gd name="adj2" fmla="val 111447"/>
            </a:avLst>
          </a:prstGeom>
          <a:ln>
            <a:solidFill>
              <a:srgbClr val="CC00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620D5005-1C74-426E-9524-909BCA9007E7}"/>
              </a:ext>
            </a:extLst>
          </p:cNvPr>
          <p:cNvSpPr txBox="1"/>
          <p:nvPr/>
        </p:nvSpPr>
        <p:spPr>
          <a:xfrm>
            <a:off x="3635896" y="3699698"/>
            <a:ext cx="22882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sz="1600" dirty="0"/>
              <a:t>Shift (L)</a:t>
            </a: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95A61E76-3CC7-5954-EE28-B9C606A1D53D}"/>
              </a:ext>
            </a:extLst>
          </p:cNvPr>
          <p:cNvGrpSpPr/>
          <p:nvPr/>
        </p:nvGrpSpPr>
        <p:grpSpPr>
          <a:xfrm>
            <a:off x="3099718" y="3400636"/>
            <a:ext cx="216024" cy="447591"/>
            <a:chOff x="3048359" y="1566978"/>
            <a:chExt cx="216024" cy="447591"/>
          </a:xfrm>
        </p:grpSpPr>
        <p:cxnSp>
          <p:nvCxnSpPr>
            <p:cNvPr id="65" name="Straight Arrow Connector 64">
              <a:extLst>
                <a:ext uri="{FF2B5EF4-FFF2-40B4-BE49-F238E27FC236}">
                  <a16:creationId xmlns:a16="http://schemas.microsoft.com/office/drawing/2014/main" id="{272709CA-77DD-C55C-CD08-48D97E8A03D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048359" y="1798545"/>
              <a:ext cx="72008" cy="216024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B071958F-80E3-E518-9C3C-D49732A92EB1}"/>
                </a:ext>
              </a:extLst>
            </p:cNvPr>
            <p:cNvSpPr/>
            <p:nvPr/>
          </p:nvSpPr>
          <p:spPr>
            <a:xfrm>
              <a:off x="3085163" y="1566978"/>
              <a:ext cx="179220" cy="216025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</p:grpSp>
      <p:sp>
        <p:nvSpPr>
          <p:cNvPr id="67" name="TextBox 66">
            <a:extLst>
              <a:ext uri="{FF2B5EF4-FFF2-40B4-BE49-F238E27FC236}">
                <a16:creationId xmlns:a16="http://schemas.microsoft.com/office/drawing/2014/main" id="{85A79F37-FE54-E702-5EF9-A9A96935DD45}"/>
              </a:ext>
            </a:extLst>
          </p:cNvPr>
          <p:cNvSpPr txBox="1"/>
          <p:nvPr/>
        </p:nvSpPr>
        <p:spPr>
          <a:xfrm>
            <a:off x="2325769" y="3668614"/>
            <a:ext cx="13408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dirty="0"/>
              <a:t>100_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AE3340BC-C642-9A61-A524-638AFB1556D9}"/>
              </a:ext>
            </a:extLst>
          </p:cNvPr>
          <p:cNvSpPr txBox="1"/>
          <p:nvPr/>
        </p:nvSpPr>
        <p:spPr>
          <a:xfrm>
            <a:off x="892914" y="3669205"/>
            <a:ext cx="1360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dirty="0"/>
              <a:t>001</a:t>
            </a:r>
            <a:r>
              <a:rPr lang="en-MY" dirty="0">
                <a:solidFill>
                  <a:srgbClr val="FF6600"/>
                </a:solidFill>
              </a:rPr>
              <a:t>1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3E6FE66-8451-72C6-B0FD-FE9A47DFF2D5}"/>
              </a:ext>
            </a:extLst>
          </p:cNvPr>
          <p:cNvSpPr txBox="1"/>
          <p:nvPr/>
        </p:nvSpPr>
        <p:spPr>
          <a:xfrm>
            <a:off x="3631118" y="3945823"/>
            <a:ext cx="22882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sz="1600" dirty="0"/>
              <a:t>A-M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7346BC1C-81AA-B79A-4CB9-788C98F82628}"/>
              </a:ext>
            </a:extLst>
          </p:cNvPr>
          <p:cNvSpPr txBox="1"/>
          <p:nvPr/>
        </p:nvSpPr>
        <p:spPr>
          <a:xfrm>
            <a:off x="6044784" y="3690561"/>
            <a:ext cx="86409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sz="1800" dirty="0"/>
              <a:t>  0011</a:t>
            </a:r>
          </a:p>
          <a:p>
            <a:pPr algn="ctr"/>
            <a:r>
              <a:rPr lang="en-MY" sz="1800" dirty="0">
                <a:solidFill>
                  <a:srgbClr val="FF0000"/>
                </a:solidFill>
              </a:rPr>
              <a:t>  1101</a:t>
            </a:r>
          </a:p>
          <a:p>
            <a:pPr algn="ctr"/>
            <a:r>
              <a:rPr lang="en-MY" sz="1800" dirty="0">
                <a:solidFill>
                  <a:srgbClr val="00B0F0"/>
                </a:solidFill>
                <a:highlight>
                  <a:srgbClr val="C0C0C0"/>
                </a:highlight>
              </a:rPr>
              <a:t>1</a:t>
            </a:r>
            <a:r>
              <a:rPr lang="en-MY" sz="1800" dirty="0">
                <a:solidFill>
                  <a:srgbClr val="00B0F0"/>
                </a:solidFill>
              </a:rPr>
              <a:t>0000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9F10F3FA-5F95-7DFE-ED52-AD5A4502E09E}"/>
              </a:ext>
            </a:extLst>
          </p:cNvPr>
          <p:cNvSpPr txBox="1"/>
          <p:nvPr/>
        </p:nvSpPr>
        <p:spPr>
          <a:xfrm>
            <a:off x="872848" y="3924332"/>
            <a:ext cx="13714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dirty="0">
                <a:solidFill>
                  <a:srgbClr val="00B0F0"/>
                </a:solidFill>
              </a:rPr>
              <a:t>0000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E5A67881-5D9E-D384-8CED-AF18060EEB4B}"/>
              </a:ext>
            </a:extLst>
          </p:cNvPr>
          <p:cNvSpPr txBox="1"/>
          <p:nvPr/>
        </p:nvSpPr>
        <p:spPr>
          <a:xfrm>
            <a:off x="302571" y="3955110"/>
            <a:ext cx="6734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sz="1600" b="1" dirty="0">
                <a:solidFill>
                  <a:srgbClr val="FF6699"/>
                </a:solidFill>
              </a:rPr>
              <a:t>(0)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6BC8AFB7-8630-6599-F95A-C7145297E148}"/>
              </a:ext>
            </a:extLst>
          </p:cNvPr>
          <p:cNvSpPr txBox="1"/>
          <p:nvPr/>
        </p:nvSpPr>
        <p:spPr>
          <a:xfrm>
            <a:off x="3594047" y="4252533"/>
            <a:ext cx="23475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sz="1600" dirty="0"/>
              <a:t>Subtract, </a:t>
            </a:r>
            <a:r>
              <a:rPr lang="en-MY" sz="1600" dirty="0">
                <a:solidFill>
                  <a:srgbClr val="00B050"/>
                </a:solidFill>
              </a:rPr>
              <a:t>Q</a:t>
            </a:r>
            <a:r>
              <a:rPr lang="en-MY" sz="1600" baseline="-25000" dirty="0">
                <a:solidFill>
                  <a:srgbClr val="00B050"/>
                </a:solidFill>
              </a:rPr>
              <a:t>0</a:t>
            </a:r>
            <a:r>
              <a:rPr lang="en-MY" sz="1600" dirty="0">
                <a:solidFill>
                  <a:srgbClr val="00B050"/>
                </a:solidFill>
              </a:rPr>
              <a:t> = 1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D6BD7F32-DE74-340B-1CE3-3DF0BB86BDF9}"/>
              </a:ext>
            </a:extLst>
          </p:cNvPr>
          <p:cNvSpPr txBox="1"/>
          <p:nvPr/>
        </p:nvSpPr>
        <p:spPr>
          <a:xfrm>
            <a:off x="872848" y="4207269"/>
            <a:ext cx="13714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dirty="0">
                <a:solidFill>
                  <a:srgbClr val="00B0F0"/>
                </a:solidFill>
              </a:rPr>
              <a:t>0000</a:t>
            </a:r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E7D0C29A-9264-D6F0-ED30-39F0841DB69F}"/>
              </a:ext>
            </a:extLst>
          </p:cNvPr>
          <p:cNvSpPr/>
          <p:nvPr/>
        </p:nvSpPr>
        <p:spPr>
          <a:xfrm>
            <a:off x="1277111" y="3704148"/>
            <a:ext cx="179220" cy="310974"/>
          </a:xfrm>
          <a:prstGeom prst="ellipse">
            <a:avLst/>
          </a:prstGeom>
          <a:noFill/>
          <a:ln w="28575">
            <a:solidFill>
              <a:srgbClr val="CC00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E9CD2F5D-06CD-9451-418B-9D7E03C2C261}"/>
              </a:ext>
            </a:extLst>
          </p:cNvPr>
          <p:cNvSpPr txBox="1"/>
          <p:nvPr/>
        </p:nvSpPr>
        <p:spPr>
          <a:xfrm>
            <a:off x="3091472" y="3672489"/>
            <a:ext cx="2723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dirty="0">
                <a:solidFill>
                  <a:srgbClr val="CC00CC"/>
                </a:solidFill>
              </a:rPr>
              <a:t>0</a:t>
            </a:r>
          </a:p>
        </p:txBody>
      </p:sp>
      <p:cxnSp>
        <p:nvCxnSpPr>
          <p:cNvPr id="77" name="Connector: Elbow 76">
            <a:extLst>
              <a:ext uri="{FF2B5EF4-FFF2-40B4-BE49-F238E27FC236}">
                <a16:creationId xmlns:a16="http://schemas.microsoft.com/office/drawing/2014/main" id="{BD81F346-6264-4408-FC67-AD4BB2A502EB}"/>
              </a:ext>
            </a:extLst>
          </p:cNvPr>
          <p:cNvCxnSpPr>
            <a:cxnSpLocks/>
            <a:stCxn id="75" idx="0"/>
            <a:endCxn id="76" idx="3"/>
          </p:cNvCxnSpPr>
          <p:nvPr/>
        </p:nvCxnSpPr>
        <p:spPr>
          <a:xfrm rot="16200000" flipH="1">
            <a:off x="2281058" y="2789811"/>
            <a:ext cx="168396" cy="1997071"/>
          </a:xfrm>
          <a:prstGeom prst="bentConnector4">
            <a:avLst>
              <a:gd name="adj1" fmla="val -16538"/>
              <a:gd name="adj2" fmla="val 111447"/>
            </a:avLst>
          </a:prstGeom>
          <a:ln>
            <a:solidFill>
              <a:srgbClr val="CC00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31E5EA83-03B7-7BB4-1DBC-5E6E82A68FFC}"/>
              </a:ext>
            </a:extLst>
          </p:cNvPr>
          <p:cNvSpPr txBox="1"/>
          <p:nvPr/>
        </p:nvSpPr>
        <p:spPr>
          <a:xfrm>
            <a:off x="2316406" y="4176764"/>
            <a:ext cx="13408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dirty="0">
                <a:solidFill>
                  <a:srgbClr val="FF6600"/>
                </a:solidFill>
              </a:rPr>
              <a:t>1</a:t>
            </a:r>
            <a:r>
              <a:rPr lang="en-MY" dirty="0"/>
              <a:t>00</a:t>
            </a:r>
            <a:r>
              <a:rPr lang="en-MY" dirty="0">
                <a:solidFill>
                  <a:srgbClr val="00B050"/>
                </a:solidFill>
              </a:rPr>
              <a:t>1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DFE8D53B-BF77-4166-455C-0633AC76D7DD}"/>
              </a:ext>
            </a:extLst>
          </p:cNvPr>
          <p:cNvSpPr txBox="1"/>
          <p:nvPr/>
        </p:nvSpPr>
        <p:spPr>
          <a:xfrm>
            <a:off x="3665068" y="4559243"/>
            <a:ext cx="22882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sz="1600" dirty="0"/>
              <a:t>Shift (L)</a:t>
            </a:r>
          </a:p>
        </p:txBody>
      </p:sp>
      <p:grpSp>
        <p:nvGrpSpPr>
          <p:cNvPr id="80" name="Group 79">
            <a:extLst>
              <a:ext uri="{FF2B5EF4-FFF2-40B4-BE49-F238E27FC236}">
                <a16:creationId xmlns:a16="http://schemas.microsoft.com/office/drawing/2014/main" id="{FB70DA9C-6DEF-94AD-CF89-1F79A19D75A8}"/>
              </a:ext>
            </a:extLst>
          </p:cNvPr>
          <p:cNvGrpSpPr/>
          <p:nvPr/>
        </p:nvGrpSpPr>
        <p:grpSpPr>
          <a:xfrm>
            <a:off x="3087980" y="4264600"/>
            <a:ext cx="216024" cy="447591"/>
            <a:chOff x="3048359" y="1566978"/>
            <a:chExt cx="216024" cy="447591"/>
          </a:xfrm>
        </p:grpSpPr>
        <p:cxnSp>
          <p:nvCxnSpPr>
            <p:cNvPr id="81" name="Straight Arrow Connector 80">
              <a:extLst>
                <a:ext uri="{FF2B5EF4-FFF2-40B4-BE49-F238E27FC236}">
                  <a16:creationId xmlns:a16="http://schemas.microsoft.com/office/drawing/2014/main" id="{CE05AB53-AAE2-32AF-DE84-F411B0332C7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048359" y="1798545"/>
              <a:ext cx="72008" cy="216024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2C7814B2-0386-BC65-9673-7D9C4FFB94AF}"/>
                </a:ext>
              </a:extLst>
            </p:cNvPr>
            <p:cNvSpPr/>
            <p:nvPr/>
          </p:nvSpPr>
          <p:spPr>
            <a:xfrm>
              <a:off x="3085163" y="1566978"/>
              <a:ext cx="179220" cy="216025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</p:grpSp>
      <p:sp>
        <p:nvSpPr>
          <p:cNvPr id="83" name="TextBox 82">
            <a:extLst>
              <a:ext uri="{FF2B5EF4-FFF2-40B4-BE49-F238E27FC236}">
                <a16:creationId xmlns:a16="http://schemas.microsoft.com/office/drawing/2014/main" id="{16F64C46-8661-02C4-C554-2B838D14C47C}"/>
              </a:ext>
            </a:extLst>
          </p:cNvPr>
          <p:cNvSpPr txBox="1"/>
          <p:nvPr/>
        </p:nvSpPr>
        <p:spPr>
          <a:xfrm>
            <a:off x="2308085" y="4533242"/>
            <a:ext cx="13408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dirty="0"/>
              <a:t>00</a:t>
            </a:r>
            <a:r>
              <a:rPr lang="en-MY" dirty="0">
                <a:solidFill>
                  <a:srgbClr val="00B050"/>
                </a:solidFill>
              </a:rPr>
              <a:t>1</a:t>
            </a:r>
            <a:r>
              <a:rPr lang="en-MY" dirty="0"/>
              <a:t>_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4ABB3EB8-59FB-07D6-10CA-25F0CB5563E7}"/>
              </a:ext>
            </a:extLst>
          </p:cNvPr>
          <p:cNvSpPr txBox="1"/>
          <p:nvPr/>
        </p:nvSpPr>
        <p:spPr>
          <a:xfrm>
            <a:off x="864527" y="4531921"/>
            <a:ext cx="13714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dirty="0"/>
              <a:t>000</a:t>
            </a:r>
            <a:r>
              <a:rPr lang="en-MY" dirty="0">
                <a:solidFill>
                  <a:srgbClr val="FF6600"/>
                </a:solidFill>
              </a:rPr>
              <a:t>1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61617E63-123A-5FD2-CA45-78181B857E57}"/>
              </a:ext>
            </a:extLst>
          </p:cNvPr>
          <p:cNvSpPr txBox="1"/>
          <p:nvPr/>
        </p:nvSpPr>
        <p:spPr>
          <a:xfrm>
            <a:off x="3684557" y="4774896"/>
            <a:ext cx="22882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sz="1600" dirty="0"/>
              <a:t>A-M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E2D198AB-E0AC-06F9-B22A-5B991D33FE60}"/>
              </a:ext>
            </a:extLst>
          </p:cNvPr>
          <p:cNvSpPr txBox="1"/>
          <p:nvPr/>
        </p:nvSpPr>
        <p:spPr>
          <a:xfrm>
            <a:off x="6048341" y="4536877"/>
            <a:ext cx="86409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sz="1800" dirty="0"/>
              <a:t>0001</a:t>
            </a:r>
          </a:p>
          <a:p>
            <a:pPr algn="ctr"/>
            <a:r>
              <a:rPr lang="en-MY" sz="1800" dirty="0">
                <a:solidFill>
                  <a:srgbClr val="FF0000"/>
                </a:solidFill>
              </a:rPr>
              <a:t>1101</a:t>
            </a:r>
          </a:p>
          <a:p>
            <a:pPr algn="ctr"/>
            <a:r>
              <a:rPr lang="en-MY" sz="1800" dirty="0">
                <a:solidFill>
                  <a:srgbClr val="00B0F0"/>
                </a:solidFill>
              </a:rPr>
              <a:t>1110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24C2BC91-9E19-6992-A16A-B8820FA2E3D5}"/>
              </a:ext>
            </a:extLst>
          </p:cNvPr>
          <p:cNvSpPr txBox="1"/>
          <p:nvPr/>
        </p:nvSpPr>
        <p:spPr>
          <a:xfrm>
            <a:off x="855170" y="4770178"/>
            <a:ext cx="13714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dirty="0">
                <a:solidFill>
                  <a:srgbClr val="00B0F0"/>
                </a:solidFill>
              </a:rPr>
              <a:t>1110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1A8CCAB9-E75E-BD98-411C-785DE7422BC4}"/>
              </a:ext>
            </a:extLst>
          </p:cNvPr>
          <p:cNvSpPr txBox="1"/>
          <p:nvPr/>
        </p:nvSpPr>
        <p:spPr>
          <a:xfrm>
            <a:off x="325591" y="4795809"/>
            <a:ext cx="6734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sz="1600" b="1" dirty="0">
                <a:solidFill>
                  <a:srgbClr val="FF6699"/>
                </a:solidFill>
              </a:rPr>
              <a:t>(-1)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DD495FAE-1818-993F-BDEB-125681214025}"/>
              </a:ext>
            </a:extLst>
          </p:cNvPr>
          <p:cNvSpPr txBox="1"/>
          <p:nvPr/>
        </p:nvSpPr>
        <p:spPr>
          <a:xfrm>
            <a:off x="3563121" y="5029263"/>
            <a:ext cx="23475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sz="1600" dirty="0"/>
              <a:t>Restore A, Q</a:t>
            </a:r>
            <a:r>
              <a:rPr lang="en-MY" sz="1600" baseline="-25000" dirty="0"/>
              <a:t>0</a:t>
            </a:r>
            <a:r>
              <a:rPr lang="en-MY" sz="1600" dirty="0"/>
              <a:t> = 0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6A8D5891-6D1A-C35F-914F-96ED0E75B653}"/>
              </a:ext>
            </a:extLst>
          </p:cNvPr>
          <p:cNvSpPr txBox="1"/>
          <p:nvPr/>
        </p:nvSpPr>
        <p:spPr>
          <a:xfrm>
            <a:off x="855170" y="5049985"/>
            <a:ext cx="13714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dirty="0"/>
              <a:t>0001</a:t>
            </a:r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01921782-9EA0-05DE-9A4C-44514149D814}"/>
              </a:ext>
            </a:extLst>
          </p:cNvPr>
          <p:cNvSpPr/>
          <p:nvPr/>
        </p:nvSpPr>
        <p:spPr>
          <a:xfrm>
            <a:off x="1245471" y="4547559"/>
            <a:ext cx="179220" cy="310974"/>
          </a:xfrm>
          <a:prstGeom prst="ellipse">
            <a:avLst/>
          </a:prstGeom>
          <a:noFill/>
          <a:ln w="28575">
            <a:solidFill>
              <a:srgbClr val="CC00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2FA349CB-E9D1-0E17-DF41-81FE5A0816DC}"/>
              </a:ext>
            </a:extLst>
          </p:cNvPr>
          <p:cNvSpPr txBox="1"/>
          <p:nvPr/>
        </p:nvSpPr>
        <p:spPr>
          <a:xfrm>
            <a:off x="3059832" y="4515900"/>
            <a:ext cx="2723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dirty="0">
                <a:solidFill>
                  <a:srgbClr val="CC00CC"/>
                </a:solidFill>
              </a:rPr>
              <a:t>0</a:t>
            </a:r>
          </a:p>
        </p:txBody>
      </p:sp>
      <p:cxnSp>
        <p:nvCxnSpPr>
          <p:cNvPr id="93" name="Connector: Elbow 92">
            <a:extLst>
              <a:ext uri="{FF2B5EF4-FFF2-40B4-BE49-F238E27FC236}">
                <a16:creationId xmlns:a16="http://schemas.microsoft.com/office/drawing/2014/main" id="{2213E961-4406-808C-408F-3BDEC4BBC710}"/>
              </a:ext>
            </a:extLst>
          </p:cNvPr>
          <p:cNvCxnSpPr>
            <a:cxnSpLocks/>
            <a:stCxn id="91" idx="0"/>
            <a:endCxn id="92" idx="3"/>
          </p:cNvCxnSpPr>
          <p:nvPr/>
        </p:nvCxnSpPr>
        <p:spPr>
          <a:xfrm rot="16200000" flipH="1">
            <a:off x="2249418" y="3633222"/>
            <a:ext cx="168396" cy="1997071"/>
          </a:xfrm>
          <a:prstGeom prst="bentConnector4">
            <a:avLst>
              <a:gd name="adj1" fmla="val -16538"/>
              <a:gd name="adj2" fmla="val 111447"/>
            </a:avLst>
          </a:prstGeom>
          <a:ln>
            <a:solidFill>
              <a:srgbClr val="CC00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TextBox 93">
            <a:extLst>
              <a:ext uri="{FF2B5EF4-FFF2-40B4-BE49-F238E27FC236}">
                <a16:creationId xmlns:a16="http://schemas.microsoft.com/office/drawing/2014/main" id="{C51C1D4A-9F01-29E6-1AD9-EA0EFD1D611C}"/>
              </a:ext>
            </a:extLst>
          </p:cNvPr>
          <p:cNvSpPr txBox="1"/>
          <p:nvPr/>
        </p:nvSpPr>
        <p:spPr>
          <a:xfrm>
            <a:off x="2349000" y="4955092"/>
            <a:ext cx="13408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dirty="0"/>
              <a:t>0010</a:t>
            </a:r>
          </a:p>
        </p:txBody>
      </p:sp>
    </p:spTree>
    <p:extLst>
      <p:ext uri="{BB962C8B-B14F-4D97-AF65-F5344CB8AC3E}">
        <p14:creationId xmlns:p14="http://schemas.microsoft.com/office/powerpoint/2010/main" val="3265386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6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53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7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6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43" dur="2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9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4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5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1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2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3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4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5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>
                      <p:stCondLst>
                        <p:cond delay="indefinite"/>
                      </p:stCondLst>
                      <p:childTnLst>
                        <p:par>
                          <p:cTn id="177" fill="hold">
                            <p:stCondLst>
                              <p:cond delay="0"/>
                            </p:stCondLst>
                            <p:childTnLst>
                              <p:par>
                                <p:cTn id="17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0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1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4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5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6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1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2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indefinite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7" dur="1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8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9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0" fill="hold">
                      <p:stCondLst>
                        <p:cond delay="indefinite"/>
                      </p:stCondLst>
                      <p:childTnLst>
                        <p:par>
                          <p:cTn id="201" fill="hold">
                            <p:stCondLst>
                              <p:cond delay="0"/>
                            </p:stCondLst>
                            <p:childTnLst>
                              <p:par>
                                <p:cTn id="20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4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5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6" fill="hold">
                      <p:stCondLst>
                        <p:cond delay="indefinite"/>
                      </p:stCondLst>
                      <p:childTnLst>
                        <p:par>
                          <p:cTn id="207" fill="hold">
                            <p:stCondLst>
                              <p:cond delay="0"/>
                            </p:stCondLst>
                            <p:childTnLst>
                              <p:par>
                                <p:cTn id="20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0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1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2" fill="hold">
                      <p:stCondLst>
                        <p:cond delay="indefinite"/>
                      </p:stCondLst>
                      <p:childTnLst>
                        <p:par>
                          <p:cTn id="213" fill="hold">
                            <p:stCondLst>
                              <p:cond delay="0"/>
                            </p:stCondLst>
                            <p:childTnLst>
                              <p:par>
                                <p:cTn id="21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6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7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8" fill="hold">
                      <p:stCondLst>
                        <p:cond delay="indefinite"/>
                      </p:stCondLst>
                      <p:childTnLst>
                        <p:par>
                          <p:cTn id="219" fill="hold">
                            <p:stCondLst>
                              <p:cond delay="0"/>
                            </p:stCondLst>
                            <p:childTnLst>
                              <p:par>
                                <p:cTn id="22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2" dur="1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3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4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5" fill="hold">
                      <p:stCondLst>
                        <p:cond delay="indefinite"/>
                      </p:stCondLst>
                      <p:childTnLst>
                        <p:par>
                          <p:cTn id="226" fill="hold">
                            <p:stCondLst>
                              <p:cond delay="0"/>
                            </p:stCondLst>
                            <p:childTnLst>
                              <p:par>
                                <p:cTn id="227" presetID="6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229" dur="20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0" fill="hold">
                      <p:stCondLst>
                        <p:cond delay="indefinite"/>
                      </p:stCondLst>
                      <p:childTnLst>
                        <p:par>
                          <p:cTn id="231" fill="hold">
                            <p:stCondLst>
                              <p:cond delay="0"/>
                            </p:stCondLst>
                            <p:childTnLst>
                              <p:par>
                                <p:cTn id="23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4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5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6" fill="hold">
                      <p:stCondLst>
                        <p:cond delay="indefinite"/>
                      </p:stCondLst>
                      <p:childTnLst>
                        <p:par>
                          <p:cTn id="237" fill="hold">
                            <p:stCondLst>
                              <p:cond delay="0"/>
                            </p:stCondLst>
                            <p:childTnLst>
                              <p:par>
                                <p:cTn id="23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0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1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2" fill="hold">
                      <p:stCondLst>
                        <p:cond delay="indefinite"/>
                      </p:stCondLst>
                      <p:childTnLst>
                        <p:par>
                          <p:cTn id="243" fill="hold">
                            <p:stCondLst>
                              <p:cond delay="0"/>
                            </p:stCondLst>
                            <p:childTnLst>
                              <p:par>
                                <p:cTn id="24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6" dur="10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7" dur="1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8" dur="1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9" fill="hold">
                      <p:stCondLst>
                        <p:cond delay="indefinite"/>
                      </p:stCondLst>
                      <p:childTnLst>
                        <p:par>
                          <p:cTn id="250" fill="hold">
                            <p:stCondLst>
                              <p:cond delay="0"/>
                            </p:stCondLst>
                            <p:childTnLst>
                              <p:par>
                                <p:cTn id="25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3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4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5" fill="hold">
                      <p:stCondLst>
                        <p:cond delay="indefinite"/>
                      </p:stCondLst>
                      <p:childTnLst>
                        <p:par>
                          <p:cTn id="256" fill="hold">
                            <p:stCondLst>
                              <p:cond delay="0"/>
                            </p:stCondLst>
                            <p:childTnLst>
                              <p:par>
                                <p:cTn id="25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9" dur="10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0" dur="1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1" dur="1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2" fill="hold">
                      <p:stCondLst>
                        <p:cond delay="indefinite"/>
                      </p:stCondLst>
                      <p:childTnLst>
                        <p:par>
                          <p:cTn id="263" fill="hold">
                            <p:stCondLst>
                              <p:cond delay="0"/>
                            </p:stCondLst>
                            <p:childTnLst>
                              <p:par>
                                <p:cTn id="26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6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7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0" dur="10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1" dur="1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2" dur="1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3" fill="hold">
                      <p:stCondLst>
                        <p:cond delay="indefinite"/>
                      </p:stCondLst>
                      <p:childTnLst>
                        <p:par>
                          <p:cTn id="274" fill="hold">
                            <p:stCondLst>
                              <p:cond delay="0"/>
                            </p:stCondLst>
                            <p:childTnLst>
                              <p:par>
                                <p:cTn id="27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7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8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9" fill="hold">
                      <p:stCondLst>
                        <p:cond delay="indefinite"/>
                      </p:stCondLst>
                      <p:childTnLst>
                        <p:par>
                          <p:cTn id="280" fill="hold">
                            <p:stCondLst>
                              <p:cond delay="0"/>
                            </p:stCondLst>
                            <p:childTnLst>
                              <p:par>
                                <p:cTn id="28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3" dur="10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4" dur="1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5" dur="1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6" fill="hold">
                      <p:stCondLst>
                        <p:cond delay="indefinite"/>
                      </p:stCondLst>
                      <p:childTnLst>
                        <p:par>
                          <p:cTn id="287" fill="hold">
                            <p:stCondLst>
                              <p:cond delay="0"/>
                            </p:stCondLst>
                            <p:childTnLst>
                              <p:par>
                                <p:cTn id="28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0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1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2" fill="hold">
                      <p:stCondLst>
                        <p:cond delay="indefinite"/>
                      </p:stCondLst>
                      <p:childTnLst>
                        <p:par>
                          <p:cTn id="293" fill="hold">
                            <p:stCondLst>
                              <p:cond delay="0"/>
                            </p:stCondLst>
                            <p:childTnLst>
                              <p:par>
                                <p:cTn id="29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6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7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8" fill="hold">
                      <p:stCondLst>
                        <p:cond delay="indefinite"/>
                      </p:stCondLst>
                      <p:childTnLst>
                        <p:par>
                          <p:cTn id="299" fill="hold">
                            <p:stCondLst>
                              <p:cond delay="0"/>
                            </p:stCondLst>
                            <p:childTnLst>
                              <p:par>
                                <p:cTn id="30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2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3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4" fill="hold">
                      <p:stCondLst>
                        <p:cond delay="indefinite"/>
                      </p:stCondLst>
                      <p:childTnLst>
                        <p:par>
                          <p:cTn id="305" fill="hold">
                            <p:stCondLst>
                              <p:cond delay="0"/>
                            </p:stCondLst>
                            <p:childTnLst>
                              <p:par>
                                <p:cTn id="30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8" dur="10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9" dur="10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0" dur="10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1" fill="hold">
                      <p:stCondLst>
                        <p:cond delay="indefinite"/>
                      </p:stCondLst>
                      <p:childTnLst>
                        <p:par>
                          <p:cTn id="312" fill="hold">
                            <p:stCondLst>
                              <p:cond delay="0"/>
                            </p:stCondLst>
                            <p:childTnLst>
                              <p:par>
                                <p:cTn id="313" presetID="6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315" dur="20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6" fill="hold">
                      <p:stCondLst>
                        <p:cond delay="indefinite"/>
                      </p:stCondLst>
                      <p:childTnLst>
                        <p:par>
                          <p:cTn id="317" fill="hold">
                            <p:stCondLst>
                              <p:cond delay="0"/>
                            </p:stCondLst>
                            <p:childTnLst>
                              <p:par>
                                <p:cTn id="31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0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1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2" fill="hold">
                      <p:stCondLst>
                        <p:cond delay="indefinite"/>
                      </p:stCondLst>
                      <p:childTnLst>
                        <p:par>
                          <p:cTn id="323" fill="hold">
                            <p:stCondLst>
                              <p:cond delay="0"/>
                            </p:stCondLst>
                            <p:childTnLst>
                              <p:par>
                                <p:cTn id="32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6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7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8" fill="hold">
                      <p:stCondLst>
                        <p:cond delay="indefinite"/>
                      </p:stCondLst>
                      <p:childTnLst>
                        <p:par>
                          <p:cTn id="329" fill="hold">
                            <p:stCondLst>
                              <p:cond delay="0"/>
                            </p:stCondLst>
                            <p:childTnLst>
                              <p:par>
                                <p:cTn id="33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2" dur="10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3" dur="10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4" dur="10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5" fill="hold">
                      <p:stCondLst>
                        <p:cond delay="indefinite"/>
                      </p:stCondLst>
                      <p:childTnLst>
                        <p:par>
                          <p:cTn id="336" fill="hold">
                            <p:stCondLst>
                              <p:cond delay="0"/>
                            </p:stCondLst>
                            <p:childTnLst>
                              <p:par>
                                <p:cTn id="3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9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0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1" fill="hold">
                      <p:stCondLst>
                        <p:cond delay="indefinite"/>
                      </p:stCondLst>
                      <p:childTnLst>
                        <p:par>
                          <p:cTn id="342" fill="hold">
                            <p:stCondLst>
                              <p:cond delay="0"/>
                            </p:stCondLst>
                            <p:childTnLst>
                              <p:par>
                                <p:cTn id="34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5" dur="10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6" dur="10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7" dur="10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8" fill="hold">
                      <p:stCondLst>
                        <p:cond delay="indefinite"/>
                      </p:stCondLst>
                      <p:childTnLst>
                        <p:par>
                          <p:cTn id="349" fill="hold">
                            <p:stCondLst>
                              <p:cond delay="0"/>
                            </p:stCondLst>
                            <p:childTnLst>
                              <p:par>
                                <p:cTn id="35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2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3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6" dur="10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7" dur="10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8" dur="10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9" fill="hold">
                      <p:stCondLst>
                        <p:cond delay="indefinite"/>
                      </p:stCondLst>
                      <p:childTnLst>
                        <p:par>
                          <p:cTn id="360" fill="hold">
                            <p:stCondLst>
                              <p:cond delay="0"/>
                            </p:stCondLst>
                            <p:childTnLst>
                              <p:par>
                                <p:cTn id="36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3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4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8" grpId="0"/>
      <p:bldP spid="9" grpId="0"/>
      <p:bldP spid="11" grpId="0"/>
      <p:bldP spid="12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 animBg="1"/>
      <p:bldP spid="22" grpId="0"/>
      <p:bldP spid="30" grpId="0"/>
      <p:bldP spid="33" grpId="0" animBg="1"/>
      <p:bldP spid="34" grpId="0"/>
      <p:bldP spid="35" grpId="0"/>
      <p:bldP spid="36" grpId="0"/>
      <p:bldP spid="37" grpId="0"/>
      <p:bldP spid="38" grpId="0"/>
      <p:bldP spid="39" grpId="0"/>
      <p:bldP spid="40" grpId="0"/>
      <p:bldP spid="41" grpId="0"/>
      <p:bldP spid="42" grpId="0" animBg="1"/>
      <p:bldP spid="43" grpId="0"/>
      <p:bldP spid="45" grpId="0"/>
      <p:bldP spid="62" grpId="0"/>
      <p:bldP spid="67" grpId="0"/>
      <p:bldP spid="68" grpId="0"/>
      <p:bldP spid="69" grpId="0"/>
      <p:bldP spid="70" grpId="0"/>
      <p:bldP spid="71" grpId="0"/>
      <p:bldP spid="72" grpId="0"/>
      <p:bldP spid="73" grpId="0"/>
      <p:bldP spid="74" grpId="0"/>
      <p:bldP spid="75" grpId="0" animBg="1"/>
      <p:bldP spid="76" grpId="0"/>
      <p:bldP spid="78" grpId="0"/>
      <p:bldP spid="79" grpId="0"/>
      <p:bldP spid="83" grpId="0"/>
      <p:bldP spid="84" grpId="0"/>
      <p:bldP spid="85" grpId="0"/>
      <p:bldP spid="86" grpId="0"/>
      <p:bldP spid="87" grpId="0"/>
      <p:bldP spid="88" grpId="0"/>
      <p:bldP spid="89" grpId="0"/>
      <p:bldP spid="90" grpId="0"/>
      <p:bldP spid="91" grpId="0" animBg="1"/>
      <p:bldP spid="92" grpId="0"/>
      <p:bldP spid="94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180F9039-8316-B9A3-6638-BCAAA08B7A42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302" t="16548" r="25245"/>
          <a:stretch/>
        </p:blipFill>
        <p:spPr>
          <a:xfrm>
            <a:off x="1619672" y="188640"/>
            <a:ext cx="5400600" cy="6333590"/>
          </a:xfrm>
        </p:spPr>
      </p:pic>
    </p:spTree>
    <p:extLst>
      <p:ext uri="{BB962C8B-B14F-4D97-AF65-F5344CB8AC3E}">
        <p14:creationId xmlns:p14="http://schemas.microsoft.com/office/powerpoint/2010/main" val="408900615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4588103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720B9-504B-8703-09E2-C2DEC3790A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Quick activity #9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50F0DB-7C61-59E0-F3F3-6A896E3FE7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Execute the division for the following binary numbers using the long division method and restoring 2s complement division. You must show the full complete process side by side.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000" dirty="0"/>
              <a:t>4 ÷ 2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000" dirty="0"/>
              <a:t>9 ÷ 3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000" dirty="0"/>
              <a:t>10 ÷ 4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000" dirty="0"/>
              <a:t>11 ÷ 3</a:t>
            </a:r>
          </a:p>
          <a:p>
            <a:pPr marL="0" indent="0">
              <a:buNone/>
            </a:pPr>
            <a:br>
              <a:rPr lang="en-US" sz="2000" dirty="0"/>
            </a:br>
            <a:endParaRPr lang="en-MY" sz="2000" dirty="0"/>
          </a:p>
        </p:txBody>
      </p:sp>
    </p:spTree>
    <p:extLst>
      <p:ext uri="{BB962C8B-B14F-4D97-AF65-F5344CB8AC3E}">
        <p14:creationId xmlns:p14="http://schemas.microsoft.com/office/powerpoint/2010/main" val="308161029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0DC09DEA-E6E2-E22A-ADBD-EE90712A3DE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9552" y="228601"/>
            <a:ext cx="7269480" cy="706260"/>
          </a:xfrm>
        </p:spPr>
        <p:txBody>
          <a:bodyPr/>
          <a:lstStyle/>
          <a:p>
            <a:r>
              <a:rPr lang="en-US" altLang="en-US" dirty="0"/>
              <a:t>Outline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526BEBD7-118F-3385-1D87-9294CDF6A0B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340772" y="2614970"/>
            <a:ext cx="2399580" cy="1246078"/>
          </a:xfrm>
        </p:spPr>
        <p:txBody>
          <a:bodyPr>
            <a:normAutofit/>
          </a:bodyPr>
          <a:lstStyle/>
          <a:p>
            <a:pPr lvl="1"/>
            <a:r>
              <a:rPr lang="en-US" altLang="en-US" dirty="0"/>
              <a:t>Sign-magnitude</a:t>
            </a:r>
          </a:p>
          <a:p>
            <a:pPr lvl="1"/>
            <a:r>
              <a:rPr lang="en-US" altLang="en-US" dirty="0"/>
              <a:t>Twos complement</a:t>
            </a:r>
          </a:p>
          <a:p>
            <a:pPr lvl="1"/>
            <a:r>
              <a:rPr lang="en-US" altLang="en-US" dirty="0"/>
              <a:t>Conversion between lengths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FED6671B-B3D6-BAAE-F114-7C8E370AFD64}"/>
              </a:ext>
            </a:extLst>
          </p:cNvPr>
          <p:cNvSpPr txBox="1">
            <a:spLocks noChangeArrowheads="1"/>
          </p:cNvSpPr>
          <p:nvPr/>
        </p:nvSpPr>
        <p:spPr>
          <a:xfrm>
            <a:off x="755576" y="5301208"/>
            <a:ext cx="2448272" cy="1224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fontAlgn="auto"/>
            <a:r>
              <a:rPr kumimoji="0" lang="en-US" altLang="en-US" dirty="0"/>
              <a:t>Addition &amp; Subtraction</a:t>
            </a:r>
          </a:p>
          <a:p>
            <a:pPr lvl="1" fontAlgn="auto"/>
            <a:r>
              <a:rPr kumimoji="0" lang="en-US" altLang="en-US" dirty="0"/>
              <a:t>Multiplication</a:t>
            </a:r>
          </a:p>
          <a:p>
            <a:pPr lvl="1" fontAlgn="auto"/>
            <a:r>
              <a:rPr kumimoji="0" lang="en-US" altLang="en-US" dirty="0"/>
              <a:t>Division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6885309-450F-0554-085B-623B03D64732}"/>
              </a:ext>
            </a:extLst>
          </p:cNvPr>
          <p:cNvGrpSpPr/>
          <p:nvPr/>
        </p:nvGrpSpPr>
        <p:grpSpPr>
          <a:xfrm>
            <a:off x="4716016" y="3918474"/>
            <a:ext cx="3024336" cy="1208625"/>
            <a:chOff x="4716016" y="3918474"/>
            <a:chExt cx="3024336" cy="1208625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155B97AC-C562-30D5-8322-D3DCD9163589}"/>
                </a:ext>
              </a:extLst>
            </p:cNvPr>
            <p:cNvSpPr/>
            <p:nvPr/>
          </p:nvSpPr>
          <p:spPr>
            <a:xfrm>
              <a:off x="5292080" y="4046979"/>
              <a:ext cx="2448272" cy="108012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MY" dirty="0"/>
                <a:t>Floating-point Arithmetic</a:t>
              </a:r>
            </a:p>
          </p:txBody>
        </p:sp>
        <p:pic>
          <p:nvPicPr>
            <p:cNvPr id="8" name="Graphic 7" descr="Badge 4 outline">
              <a:extLst>
                <a:ext uri="{FF2B5EF4-FFF2-40B4-BE49-F238E27FC236}">
                  <a16:creationId xmlns:a16="http://schemas.microsoft.com/office/drawing/2014/main" id="{F91002FC-3B18-B984-AA0C-EB91A973852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16016" y="3918474"/>
              <a:ext cx="914400" cy="914400"/>
            </a:xfrm>
            <a:prstGeom prst="rect">
              <a:avLst/>
            </a:prstGeom>
          </p:spPr>
        </p:pic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109C95CE-9A16-1CEF-B475-C3EBE8862EF7}"/>
              </a:ext>
            </a:extLst>
          </p:cNvPr>
          <p:cNvGrpSpPr/>
          <p:nvPr/>
        </p:nvGrpSpPr>
        <p:grpSpPr>
          <a:xfrm>
            <a:off x="82352" y="3850793"/>
            <a:ext cx="3121496" cy="1276306"/>
            <a:chOff x="82352" y="3850793"/>
            <a:chExt cx="3121496" cy="1276306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547AEB9E-80BA-214F-EDE8-3730E9C938BB}"/>
                </a:ext>
              </a:extLst>
            </p:cNvPr>
            <p:cNvSpPr/>
            <p:nvPr/>
          </p:nvSpPr>
          <p:spPr>
            <a:xfrm>
              <a:off x="755576" y="4046979"/>
              <a:ext cx="2448272" cy="108012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MY" dirty="0"/>
                <a:t>Integer Arithmetic</a:t>
              </a:r>
            </a:p>
          </p:txBody>
        </p:sp>
        <p:pic>
          <p:nvPicPr>
            <p:cNvPr id="10" name="Graphic 9" descr="Badge 3 outline">
              <a:extLst>
                <a:ext uri="{FF2B5EF4-FFF2-40B4-BE49-F238E27FC236}">
                  <a16:creationId xmlns:a16="http://schemas.microsoft.com/office/drawing/2014/main" id="{1A24A127-606D-3B9C-EB2F-EC94CC8A627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82352" y="3850793"/>
              <a:ext cx="914400" cy="914400"/>
            </a:xfrm>
            <a:prstGeom prst="rect">
              <a:avLst/>
            </a:prstGeom>
          </p:spPr>
        </p:pic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BF365B41-F074-5AF9-0B1A-06FD7592CCA4}"/>
              </a:ext>
            </a:extLst>
          </p:cNvPr>
          <p:cNvGrpSpPr/>
          <p:nvPr/>
        </p:nvGrpSpPr>
        <p:grpSpPr>
          <a:xfrm>
            <a:off x="4606280" y="1229085"/>
            <a:ext cx="3134072" cy="1266051"/>
            <a:chOff x="4606280" y="1229085"/>
            <a:chExt cx="3134072" cy="1266051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2649BA7D-96F2-329B-82E1-2BB2847551DE}"/>
                </a:ext>
              </a:extLst>
            </p:cNvPr>
            <p:cNvSpPr/>
            <p:nvPr/>
          </p:nvSpPr>
          <p:spPr>
            <a:xfrm>
              <a:off x="5292080" y="1415016"/>
              <a:ext cx="2448272" cy="108012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MY" dirty="0"/>
                <a:t>Integer Representation</a:t>
              </a:r>
            </a:p>
          </p:txBody>
        </p:sp>
        <p:pic>
          <p:nvPicPr>
            <p:cNvPr id="12" name="Graphic 11" descr="Badge outline">
              <a:extLst>
                <a:ext uri="{FF2B5EF4-FFF2-40B4-BE49-F238E27FC236}">
                  <a16:creationId xmlns:a16="http://schemas.microsoft.com/office/drawing/2014/main" id="{153AAF4A-FB40-BBDD-B9F4-7C70842D168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4606280" y="1229085"/>
              <a:ext cx="914400" cy="914400"/>
            </a:xfrm>
            <a:prstGeom prst="rect">
              <a:avLst/>
            </a:prstGeom>
          </p:spPr>
        </p:pic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4786AD79-DEFB-4F1F-C5B7-66D9E516CB5E}"/>
              </a:ext>
            </a:extLst>
          </p:cNvPr>
          <p:cNvGrpSpPr/>
          <p:nvPr/>
        </p:nvGrpSpPr>
        <p:grpSpPr>
          <a:xfrm>
            <a:off x="82352" y="1208150"/>
            <a:ext cx="3121496" cy="1242831"/>
            <a:chOff x="82352" y="1208150"/>
            <a:chExt cx="3121496" cy="1242831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A42FDAFE-3478-5367-9B44-2083E1CE2103}"/>
                </a:ext>
              </a:extLst>
            </p:cNvPr>
            <p:cNvSpPr/>
            <p:nvPr/>
          </p:nvSpPr>
          <p:spPr>
            <a:xfrm>
              <a:off x="755576" y="1370861"/>
              <a:ext cx="2448272" cy="108012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MY" dirty="0"/>
                <a:t>Arithmetic &amp; Logic Unit</a:t>
              </a:r>
            </a:p>
          </p:txBody>
        </p:sp>
        <p:pic>
          <p:nvPicPr>
            <p:cNvPr id="14" name="Graphic 13" descr="Badge 1 outline">
              <a:extLst>
                <a:ext uri="{FF2B5EF4-FFF2-40B4-BE49-F238E27FC236}">
                  <a16:creationId xmlns:a16="http://schemas.microsoft.com/office/drawing/2014/main" id="{0BDA04BC-E5EB-0806-CECB-57E824425AF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82352" y="1208150"/>
              <a:ext cx="914400" cy="9144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96496534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1000"/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1000"/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/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42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1000"/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/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/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42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1000"/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/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/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42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42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42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42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3784 0.02616 L 0.03784 0.02616 C 0.03073 0.00718 0.03038 0.00556 0.01701 -0.01921 C 0.0118 -0.02893 0.00642 -0.03866 3.61111E-6 -0.04699 C -0.00591 -0.0544 -0.02865 -0.07384 -0.03681 -0.07963 C -0.0408 -0.08264 -0.04514 -0.08426 -0.04914 -0.08727 C -0.06337 -0.09768 -0.07743 -0.10903 -0.0915 -0.11991 C -0.10348 -0.12917 -0.12014 -0.14305 -0.13212 -0.15023 C -0.14184 -0.15602 -0.15191 -0.16111 -0.16129 -0.16782 C -0.17049 -0.17407 -0.17934 -0.18102 -0.18872 -0.18657 L -0.21789 -0.20417 C -0.2224 -0.20694 -0.22674 -0.20926 -0.23125 -0.2118 C -0.24844 -0.22199 -0.2349 -0.21435 -0.25469 -0.22685 C -0.25695 -0.22824 -0.2592 -0.2294 -0.26129 -0.23055 L -0.26129 -0.23055 " pathEditMode="relative" ptsTypes="AAAAAAAAAAAAAAA">
                                      <p:cBhvr>
                                        <p:cTn id="41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7" grpId="0" build="p"/>
      <p:bldP spid="6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3EC7F9-889F-E3C0-19C8-C67872EAD8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212" y="365760"/>
            <a:ext cx="7890672" cy="686976"/>
          </a:xfrm>
        </p:spPr>
        <p:txBody>
          <a:bodyPr/>
          <a:lstStyle/>
          <a:p>
            <a:r>
              <a:rPr lang="en-MY" dirty="0"/>
              <a:t>Introduction 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86FA2C3-CFA0-6F99-6DB1-974454E8620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89944187"/>
              </p:ext>
            </p:extLst>
          </p:nvPr>
        </p:nvGraphicFramePr>
        <p:xfrm>
          <a:off x="-575617" y="980728"/>
          <a:ext cx="10295234" cy="57606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28005302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4FE355-8F8B-C94A-DCDD-02ADBA2370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Real numbers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E7ACC0-154B-BA5F-8B43-3E6A5A2A90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5211" y="1828801"/>
            <a:ext cx="7887005" cy="2680319"/>
          </a:xfrm>
        </p:spPr>
        <p:txBody>
          <a:bodyPr>
            <a:normAutofit/>
          </a:bodyPr>
          <a:lstStyle/>
          <a:p>
            <a:r>
              <a:rPr lang="en-MY" sz="2400" dirty="0"/>
              <a:t>Numbers with fractions</a:t>
            </a:r>
          </a:p>
          <a:p>
            <a:r>
              <a:rPr lang="en-MY" sz="2400" dirty="0"/>
              <a:t>Could be done in pure binary</a:t>
            </a:r>
          </a:p>
          <a:p>
            <a:r>
              <a:rPr lang="en-MY" sz="2400" dirty="0"/>
              <a:t>E.g.: </a:t>
            </a:r>
          </a:p>
          <a:p>
            <a:pPr marL="0" indent="0">
              <a:buNone/>
            </a:pPr>
            <a:r>
              <a:rPr lang="en-MY" sz="2400" dirty="0"/>
              <a:t> </a:t>
            </a:r>
          </a:p>
          <a:p>
            <a:endParaRPr lang="en-MY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F6F4F09-F735-AD51-4CD7-1803BD635323}"/>
              </a:ext>
            </a:extLst>
          </p:cNvPr>
          <p:cNvSpPr txBox="1"/>
          <p:nvPr/>
        </p:nvSpPr>
        <p:spPr>
          <a:xfrm>
            <a:off x="471840" y="4216732"/>
            <a:ext cx="759374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3200" dirty="0">
                <a:solidFill>
                  <a:srgbClr val="FF0000"/>
                </a:solidFill>
              </a:rPr>
              <a:t>1001.1010 </a:t>
            </a:r>
            <a:r>
              <a:rPr lang="en-MY" sz="3200">
                <a:solidFill>
                  <a:srgbClr val="FF0000"/>
                </a:solidFill>
              </a:rPr>
              <a:t>= 2</a:t>
            </a:r>
            <a:r>
              <a:rPr lang="en-MY" sz="3200" baseline="30000">
                <a:solidFill>
                  <a:srgbClr val="FF0000"/>
                </a:solidFill>
              </a:rPr>
              <a:t>3</a:t>
            </a:r>
            <a:r>
              <a:rPr lang="en-MY" sz="3200">
                <a:solidFill>
                  <a:srgbClr val="FF0000"/>
                </a:solidFill>
              </a:rPr>
              <a:t> </a:t>
            </a:r>
            <a:r>
              <a:rPr lang="en-MY" sz="3200" dirty="0">
                <a:solidFill>
                  <a:srgbClr val="FF0000"/>
                </a:solidFill>
              </a:rPr>
              <a:t>+ 2</a:t>
            </a:r>
            <a:r>
              <a:rPr lang="en-MY" sz="3200" baseline="30000" dirty="0">
                <a:solidFill>
                  <a:srgbClr val="FF0000"/>
                </a:solidFill>
              </a:rPr>
              <a:t>0</a:t>
            </a:r>
            <a:r>
              <a:rPr lang="en-MY" sz="3200" dirty="0">
                <a:solidFill>
                  <a:srgbClr val="FF0000"/>
                </a:solidFill>
              </a:rPr>
              <a:t> + 2</a:t>
            </a:r>
            <a:r>
              <a:rPr lang="en-MY" sz="3200" baseline="30000" dirty="0">
                <a:solidFill>
                  <a:srgbClr val="FF0000"/>
                </a:solidFill>
              </a:rPr>
              <a:t>-1</a:t>
            </a:r>
            <a:r>
              <a:rPr lang="en-MY" sz="3200" dirty="0">
                <a:solidFill>
                  <a:srgbClr val="FF0000"/>
                </a:solidFill>
              </a:rPr>
              <a:t> + 2</a:t>
            </a:r>
            <a:r>
              <a:rPr lang="en-MY" sz="3200" baseline="30000" dirty="0">
                <a:solidFill>
                  <a:srgbClr val="FF0000"/>
                </a:solidFill>
              </a:rPr>
              <a:t>-3</a:t>
            </a:r>
            <a:r>
              <a:rPr lang="en-MY" sz="3200" dirty="0">
                <a:solidFill>
                  <a:srgbClr val="FF0000"/>
                </a:solidFill>
              </a:rPr>
              <a:t> = 9.625</a:t>
            </a:r>
          </a:p>
        </p:txBody>
      </p:sp>
    </p:spTree>
    <p:extLst>
      <p:ext uri="{BB962C8B-B14F-4D97-AF65-F5344CB8AC3E}">
        <p14:creationId xmlns:p14="http://schemas.microsoft.com/office/powerpoint/2010/main" val="375843504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4130F0-67C3-1177-0978-9F5EB817B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Real numbers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2E4108-857A-C932-7458-8B8E233449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With a fixed-point notation (e.g., twos complement) it is possible to represent a range of positive and negative integers centered on or near 0. </a:t>
            </a:r>
          </a:p>
          <a:p>
            <a:r>
              <a:rPr lang="en-US" b="1" dirty="0">
                <a:solidFill>
                  <a:srgbClr val="FF0000"/>
                </a:solidFill>
              </a:rPr>
              <a:t>HOWEVER</a:t>
            </a:r>
            <a:r>
              <a:rPr lang="en-US" dirty="0"/>
              <a:t>, this approach has limitations</a:t>
            </a:r>
          </a:p>
          <a:p>
            <a:r>
              <a:rPr lang="en-US" dirty="0"/>
              <a:t>Cannot represent a very </a:t>
            </a:r>
            <a:r>
              <a:rPr lang="en-US" sz="3600" b="1" dirty="0">
                <a:solidFill>
                  <a:srgbClr val="FF0000"/>
                </a:solidFill>
              </a:rPr>
              <a:t>LARGE</a:t>
            </a:r>
            <a:r>
              <a:rPr lang="en-US" dirty="0"/>
              <a:t> numbers nor very </a:t>
            </a:r>
            <a:r>
              <a:rPr lang="en-US" sz="800" b="1" dirty="0">
                <a:solidFill>
                  <a:srgbClr val="FF0000"/>
                </a:solidFill>
              </a:rPr>
              <a:t>SMALL</a:t>
            </a:r>
            <a:r>
              <a:rPr lang="en-US" dirty="0"/>
              <a:t> fractions. </a:t>
            </a:r>
          </a:p>
          <a:p>
            <a:r>
              <a:rPr lang="en-US" dirty="0"/>
              <a:t>For decimals, we overcome this limitation by using scientific notation </a:t>
            </a:r>
            <a:endParaRPr lang="en-MY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1C79B91-6ADA-4D28-B1E2-EBC8B6A44E8F}"/>
              </a:ext>
            </a:extLst>
          </p:cNvPr>
          <p:cNvSpPr txBox="1"/>
          <p:nvPr/>
        </p:nvSpPr>
        <p:spPr>
          <a:xfrm>
            <a:off x="733746" y="4990983"/>
            <a:ext cx="35541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2800" dirty="0">
                <a:solidFill>
                  <a:srgbClr val="00B050"/>
                </a:solidFill>
              </a:rPr>
              <a:t>976,000,000,000,000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00D1FF-F919-104D-FF2D-E2EFD4D4BE2B}"/>
              </a:ext>
            </a:extLst>
          </p:cNvPr>
          <p:cNvSpPr txBox="1"/>
          <p:nvPr/>
        </p:nvSpPr>
        <p:spPr>
          <a:xfrm>
            <a:off x="5004048" y="5013176"/>
            <a:ext cx="199227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2800" dirty="0">
                <a:solidFill>
                  <a:srgbClr val="00B050"/>
                </a:solidFill>
              </a:rPr>
              <a:t>9.76 x 10</a:t>
            </a:r>
            <a:r>
              <a:rPr lang="en-MY" sz="2800" baseline="30000" dirty="0">
                <a:solidFill>
                  <a:srgbClr val="00B050"/>
                </a:solidFill>
              </a:rPr>
              <a:t>14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4258E58-15BC-06AC-C9EC-6EC6265FAA2C}"/>
              </a:ext>
            </a:extLst>
          </p:cNvPr>
          <p:cNvSpPr txBox="1"/>
          <p:nvPr/>
        </p:nvSpPr>
        <p:spPr>
          <a:xfrm>
            <a:off x="692105" y="5629695"/>
            <a:ext cx="36182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2800" dirty="0">
                <a:solidFill>
                  <a:srgbClr val="00B050"/>
                </a:solidFill>
              </a:rPr>
              <a:t>0.0000000000000976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62F1642-5BBA-0DCC-7D5D-19881FE35884}"/>
              </a:ext>
            </a:extLst>
          </p:cNvPr>
          <p:cNvSpPr txBox="1"/>
          <p:nvPr/>
        </p:nvSpPr>
        <p:spPr>
          <a:xfrm>
            <a:off x="5004048" y="5615793"/>
            <a:ext cx="201471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2800" dirty="0">
                <a:solidFill>
                  <a:srgbClr val="00B050"/>
                </a:solidFill>
              </a:rPr>
              <a:t>9.76 x 10</a:t>
            </a:r>
            <a:r>
              <a:rPr lang="en-MY" sz="2800" baseline="30000" dirty="0">
                <a:solidFill>
                  <a:srgbClr val="00B050"/>
                </a:solidFill>
              </a:rPr>
              <a:t>-14</a:t>
            </a:r>
          </a:p>
        </p:txBody>
      </p:sp>
    </p:spTree>
    <p:extLst>
      <p:ext uri="{BB962C8B-B14F-4D97-AF65-F5344CB8AC3E}">
        <p14:creationId xmlns:p14="http://schemas.microsoft.com/office/powerpoint/2010/main" val="33325335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5B3E96-727D-9154-CE76-DCBD18E3E5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Real numbers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3FA4BF-C819-E21C-B784-0ECCFDB06A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MY" sz="2800" dirty="0"/>
              <a:t>Where is the binary or radix point? </a:t>
            </a:r>
          </a:p>
          <a:p>
            <a:r>
              <a:rPr lang="en-MY" sz="2800" dirty="0"/>
              <a:t>Fixed? </a:t>
            </a:r>
          </a:p>
          <a:p>
            <a:pPr lvl="1"/>
            <a:r>
              <a:rPr lang="en-MY" sz="2400" dirty="0"/>
              <a:t>Very limited </a:t>
            </a:r>
          </a:p>
          <a:p>
            <a:r>
              <a:rPr lang="en-MY" sz="2800" dirty="0"/>
              <a:t>Moving? </a:t>
            </a:r>
          </a:p>
          <a:p>
            <a:pPr lvl="1"/>
            <a:r>
              <a:rPr lang="en-MY" sz="2400" dirty="0"/>
              <a:t>How do we show where it is? </a:t>
            </a:r>
          </a:p>
        </p:txBody>
      </p:sp>
    </p:spTree>
    <p:extLst>
      <p:ext uri="{BB962C8B-B14F-4D97-AF65-F5344CB8AC3E}">
        <p14:creationId xmlns:p14="http://schemas.microsoft.com/office/powerpoint/2010/main" val="186604364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2849F-0D96-525D-C853-873CB49AB7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Floating-point representation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E265B5-8995-8479-2B4C-938D106C71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MY" dirty="0"/>
              <a:t>What about binary numbers?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70A7703-EFCE-8751-8348-D155381DAC3F}"/>
              </a:ext>
            </a:extLst>
          </p:cNvPr>
          <p:cNvSpPr txBox="1"/>
          <p:nvPr/>
        </p:nvSpPr>
        <p:spPr>
          <a:xfrm>
            <a:off x="2411760" y="2459819"/>
            <a:ext cx="328808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5400" dirty="0">
                <a:solidFill>
                  <a:srgbClr val="00B050"/>
                </a:solidFill>
              </a:rPr>
              <a:t>± S x B </a:t>
            </a:r>
            <a:r>
              <a:rPr lang="en-MY" sz="5400" baseline="30000" dirty="0">
                <a:solidFill>
                  <a:srgbClr val="00B050"/>
                </a:solidFill>
              </a:rPr>
              <a:t>±E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58CA79F-B7A3-5861-64C0-03D082301127}"/>
              </a:ext>
            </a:extLst>
          </p:cNvPr>
          <p:cNvSpPr txBox="1"/>
          <p:nvPr/>
        </p:nvSpPr>
        <p:spPr>
          <a:xfrm>
            <a:off x="2700300" y="3651584"/>
            <a:ext cx="278794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MY" dirty="0"/>
              <a:t>Sign: plus, or minus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MY" dirty="0"/>
              <a:t>Significand 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MY" dirty="0"/>
              <a:t>Exponent 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9263A05-3420-00EA-132A-218F91B9582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24145"/>
          <a:stretch/>
        </p:blipFill>
        <p:spPr>
          <a:xfrm>
            <a:off x="565258" y="4834842"/>
            <a:ext cx="7058025" cy="1177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453796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2">
            <a:extLst>
              <a:ext uri="{FF2B5EF4-FFF2-40B4-BE49-F238E27FC236}">
                <a16:creationId xmlns:a16="http://schemas.microsoft.com/office/drawing/2014/main" id="{878215F9-840D-B616-5CE5-D2E2852E3FA9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512540" y="548680"/>
            <a:ext cx="7664648" cy="1143000"/>
          </a:xfrm>
        </p:spPr>
        <p:txBody>
          <a:bodyPr/>
          <a:lstStyle/>
          <a:p>
            <a:r>
              <a:rPr lang="en-US" altLang="en-US" dirty="0"/>
              <a:t>Signs for Floating Point</a:t>
            </a:r>
          </a:p>
        </p:txBody>
      </p:sp>
      <p:sp>
        <p:nvSpPr>
          <p:cNvPr id="132099" name="Rectangle 3">
            <a:extLst>
              <a:ext uri="{FF2B5EF4-FFF2-40B4-BE49-F238E27FC236}">
                <a16:creationId xmlns:a16="http://schemas.microsoft.com/office/drawing/2014/main" id="{68EAF333-591D-CC82-5FD2-E48260D94BCB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537882" y="1885950"/>
            <a:ext cx="7640918" cy="4171950"/>
          </a:xfrm>
        </p:spPr>
        <p:txBody>
          <a:bodyPr>
            <a:normAutofit/>
          </a:bodyPr>
          <a:lstStyle/>
          <a:p>
            <a:r>
              <a:rPr lang="en-US" altLang="en-US" sz="2400" dirty="0"/>
              <a:t>Significand is stored in </a:t>
            </a:r>
            <a:r>
              <a:rPr lang="en-US" altLang="en-US" sz="3600" b="1" u="sng" dirty="0">
                <a:solidFill>
                  <a:srgbClr val="00B050"/>
                </a:solidFill>
              </a:rPr>
              <a:t>2s complement</a:t>
            </a:r>
            <a:endParaRPr lang="en-US" altLang="en-US" sz="2400" b="1" u="sng" dirty="0">
              <a:solidFill>
                <a:srgbClr val="00B050"/>
              </a:solidFill>
            </a:endParaRPr>
          </a:p>
          <a:p>
            <a:r>
              <a:rPr lang="en-US" altLang="en-US" sz="2400" dirty="0"/>
              <a:t>Exponent is in </a:t>
            </a:r>
            <a:r>
              <a:rPr lang="en-US" altLang="en-US" sz="4400" b="1" dirty="0">
                <a:solidFill>
                  <a:srgbClr val="FF0000"/>
                </a:solidFill>
              </a:rPr>
              <a:t>biased</a:t>
            </a:r>
            <a:r>
              <a:rPr lang="en-US" altLang="en-US" sz="2400" dirty="0"/>
              <a:t> notation</a:t>
            </a:r>
          </a:p>
          <a:p>
            <a:pPr lvl="1"/>
            <a:r>
              <a:rPr lang="en-US" altLang="en-US" sz="2000" dirty="0"/>
              <a:t>e.g. Bias of 127 means (2</a:t>
            </a:r>
            <a:r>
              <a:rPr lang="en-US" altLang="en-US" sz="2000" baseline="30000" dirty="0"/>
              <a:t>k-1</a:t>
            </a:r>
            <a:r>
              <a:rPr lang="en-US" altLang="en-US" sz="2000" dirty="0"/>
              <a:t> – 1), k is number of bits</a:t>
            </a:r>
          </a:p>
          <a:p>
            <a:pPr marL="891540" lvl="2" indent="-342900">
              <a:buFont typeface="+mj-lt"/>
              <a:buAutoNum type="arabicPeriod"/>
            </a:pPr>
            <a:r>
              <a:rPr lang="en-US" altLang="en-US" sz="2000" b="1" dirty="0">
                <a:solidFill>
                  <a:srgbClr val="00B050"/>
                </a:solidFill>
              </a:rPr>
              <a:t>8-bit</a:t>
            </a:r>
            <a:r>
              <a:rPr lang="en-US" altLang="en-US" sz="2000" dirty="0"/>
              <a:t> exponent field</a:t>
            </a:r>
          </a:p>
          <a:p>
            <a:pPr marL="1165860" lvl="3" indent="-342900">
              <a:buFont typeface="+mj-lt"/>
              <a:buAutoNum type="arabicPeriod"/>
            </a:pPr>
            <a:r>
              <a:rPr lang="en-US" altLang="en-US" sz="2000" dirty="0"/>
              <a:t>Pure value range 0-255</a:t>
            </a:r>
          </a:p>
          <a:p>
            <a:pPr marL="1165860" lvl="3" indent="-342900">
              <a:buFont typeface="+mj-lt"/>
              <a:buAutoNum type="arabicPeriod"/>
            </a:pPr>
            <a:r>
              <a:rPr lang="en-US" altLang="en-US" sz="2000" dirty="0"/>
              <a:t>Range -127 to +128</a:t>
            </a:r>
          </a:p>
          <a:p>
            <a:pPr marL="891540" lvl="2" indent="-342900">
              <a:buFont typeface="+mj-lt"/>
              <a:buAutoNum type="arabicPeriod"/>
            </a:pPr>
            <a:r>
              <a:rPr lang="en-US" altLang="en-US" sz="2000" dirty="0"/>
              <a:t>Subtract 127 to get the correct value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2918634-45AC-5C79-8104-AD1014D36D2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24145"/>
          <a:stretch/>
        </p:blipFill>
        <p:spPr>
          <a:xfrm>
            <a:off x="503418" y="5301208"/>
            <a:ext cx="7058025" cy="1177701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F5476390-B98B-EA6C-5208-A1385164A851}"/>
              </a:ext>
            </a:extLst>
          </p:cNvPr>
          <p:cNvGrpSpPr/>
          <p:nvPr/>
        </p:nvGrpSpPr>
        <p:grpSpPr>
          <a:xfrm>
            <a:off x="1115616" y="2204864"/>
            <a:ext cx="6120680" cy="504056"/>
            <a:chOff x="971600" y="4581128"/>
            <a:chExt cx="6120680" cy="50405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3FCD3B85-776B-ECCA-E68B-170709403759}"/>
                </a:ext>
              </a:extLst>
            </p:cNvPr>
            <p:cNvSpPr/>
            <p:nvPr/>
          </p:nvSpPr>
          <p:spPr>
            <a:xfrm>
              <a:off x="3347864" y="4581128"/>
              <a:ext cx="3744416" cy="50405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13EED74-8EAD-7CAB-353C-7504B583366C}"/>
                </a:ext>
              </a:extLst>
            </p:cNvPr>
            <p:cNvSpPr/>
            <p:nvPr/>
          </p:nvSpPr>
          <p:spPr>
            <a:xfrm>
              <a:off x="1259632" y="4581128"/>
              <a:ext cx="2088232" cy="50405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C7725E95-2742-A24C-DD49-3428F1FF8F23}"/>
                </a:ext>
              </a:extLst>
            </p:cNvPr>
            <p:cNvSpPr/>
            <p:nvPr/>
          </p:nvSpPr>
          <p:spPr>
            <a:xfrm>
              <a:off x="971600" y="4581128"/>
              <a:ext cx="288032" cy="50405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</p:grp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FD8A09E-BBD4-FE8C-CEE9-0E2FEB8C08A3}"/>
              </a:ext>
            </a:extLst>
          </p:cNvPr>
          <p:cNvCxnSpPr>
            <a:cxnSpLocks/>
          </p:cNvCxnSpPr>
          <p:nvPr/>
        </p:nvCxnSpPr>
        <p:spPr>
          <a:xfrm flipH="1">
            <a:off x="683568" y="2456892"/>
            <a:ext cx="576064" cy="90010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2176BA5-A251-A3ED-BA7D-3976D1E826DE}"/>
              </a:ext>
            </a:extLst>
          </p:cNvPr>
          <p:cNvCxnSpPr>
            <a:cxnSpLocks/>
            <a:stCxn id="22" idx="2"/>
          </p:cNvCxnSpPr>
          <p:nvPr/>
        </p:nvCxnSpPr>
        <p:spPr>
          <a:xfrm>
            <a:off x="2449910" y="2598284"/>
            <a:ext cx="793721" cy="102068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DBAE9BB7-5EBC-941E-63A3-D9EF3983F8BD}"/>
              </a:ext>
            </a:extLst>
          </p:cNvPr>
          <p:cNvCxnSpPr>
            <a:cxnSpLocks/>
            <a:stCxn id="23" idx="2"/>
            <a:endCxn id="41" idx="0"/>
          </p:cNvCxnSpPr>
          <p:nvPr/>
        </p:nvCxnSpPr>
        <p:spPr>
          <a:xfrm>
            <a:off x="5652122" y="2595391"/>
            <a:ext cx="1540445" cy="114117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594015D1-2EFC-75E8-7554-ED83A8B5EDB7}"/>
              </a:ext>
            </a:extLst>
          </p:cNvPr>
          <p:cNvSpPr txBox="1"/>
          <p:nvPr/>
        </p:nvSpPr>
        <p:spPr>
          <a:xfrm>
            <a:off x="188223" y="3338064"/>
            <a:ext cx="12241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sz="1200" dirty="0"/>
              <a:t>Sign of number</a:t>
            </a:r>
          </a:p>
          <a:p>
            <a:pPr algn="ctr"/>
            <a:endParaRPr lang="en-MY" sz="1200" dirty="0"/>
          </a:p>
          <a:p>
            <a:pPr algn="ctr"/>
            <a:r>
              <a:rPr lang="en-MY" sz="1200" b="1" dirty="0"/>
              <a:t>(0=+ | 1=-)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E24D70E-5A40-D639-E921-3ED27353C694}"/>
              </a:ext>
            </a:extLst>
          </p:cNvPr>
          <p:cNvSpPr txBox="1"/>
          <p:nvPr/>
        </p:nvSpPr>
        <p:spPr>
          <a:xfrm>
            <a:off x="2699792" y="3736568"/>
            <a:ext cx="12241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sz="1200" dirty="0"/>
              <a:t>Exponent value is stored in the next 8 bits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6F93363-11D2-711B-E555-B38CB9E433BB}"/>
              </a:ext>
            </a:extLst>
          </p:cNvPr>
          <p:cNvSpPr txBox="1"/>
          <p:nvPr/>
        </p:nvSpPr>
        <p:spPr>
          <a:xfrm>
            <a:off x="1517980" y="2321285"/>
            <a:ext cx="18638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sz="1200" dirty="0"/>
              <a:t>Biased Exponent</a:t>
            </a:r>
            <a:endParaRPr lang="en-MY" sz="1200" b="1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3906DEE-9F66-7115-BBF5-1AD3ADB5ECB9}"/>
              </a:ext>
            </a:extLst>
          </p:cNvPr>
          <p:cNvSpPr txBox="1"/>
          <p:nvPr/>
        </p:nvSpPr>
        <p:spPr>
          <a:xfrm>
            <a:off x="4720192" y="2318392"/>
            <a:ext cx="18638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sz="1200" dirty="0"/>
              <a:t>Significand</a:t>
            </a:r>
            <a:endParaRPr lang="en-MY" sz="1200" b="1" dirty="0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325C5E1C-1786-CE27-B4D4-F51B52CB3546}"/>
              </a:ext>
            </a:extLst>
          </p:cNvPr>
          <p:cNvCxnSpPr>
            <a:cxnSpLocks/>
          </p:cNvCxnSpPr>
          <p:nvPr/>
        </p:nvCxnSpPr>
        <p:spPr>
          <a:xfrm>
            <a:off x="1412359" y="1971004"/>
            <a:ext cx="2079521" cy="0"/>
          </a:xfrm>
          <a:prstGeom prst="straightConnector1">
            <a:avLst/>
          </a:prstGeom>
          <a:ln>
            <a:solidFill>
              <a:srgbClr val="00B0F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7C8C8C44-8142-068F-D310-09BFB8EE8C3D}"/>
              </a:ext>
            </a:extLst>
          </p:cNvPr>
          <p:cNvCxnSpPr>
            <a:cxnSpLocks/>
          </p:cNvCxnSpPr>
          <p:nvPr/>
        </p:nvCxnSpPr>
        <p:spPr>
          <a:xfrm>
            <a:off x="3491880" y="1971004"/>
            <a:ext cx="3744416" cy="0"/>
          </a:xfrm>
          <a:prstGeom prst="straightConnector1">
            <a:avLst/>
          </a:prstGeom>
          <a:ln>
            <a:solidFill>
              <a:srgbClr val="00B0F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BBDDA43E-FEC3-90C2-7239-A9AD8C4F4DC6}"/>
              </a:ext>
            </a:extLst>
          </p:cNvPr>
          <p:cNvSpPr txBox="1"/>
          <p:nvPr/>
        </p:nvSpPr>
        <p:spPr>
          <a:xfrm>
            <a:off x="2080392" y="1816692"/>
            <a:ext cx="619400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MY" sz="1400" dirty="0"/>
              <a:t>8 bits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4BFD22C-4C22-FE3A-6DD3-76FEE758ADED}"/>
              </a:ext>
            </a:extLst>
          </p:cNvPr>
          <p:cNvSpPr txBox="1"/>
          <p:nvPr/>
        </p:nvSpPr>
        <p:spPr>
          <a:xfrm>
            <a:off x="5500568" y="1787117"/>
            <a:ext cx="717184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MY" sz="1400" dirty="0"/>
              <a:t>23 bits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EA57FBE5-6A4F-A67C-5CA3-69BD1C9F2FC3}"/>
              </a:ext>
            </a:extLst>
          </p:cNvPr>
          <p:cNvCxnSpPr>
            <a:cxnSpLocks/>
          </p:cNvCxnSpPr>
          <p:nvPr/>
        </p:nvCxnSpPr>
        <p:spPr>
          <a:xfrm>
            <a:off x="1115616" y="2906942"/>
            <a:ext cx="6120680" cy="0"/>
          </a:xfrm>
          <a:prstGeom prst="straightConnector1">
            <a:avLst/>
          </a:prstGeom>
          <a:ln>
            <a:solidFill>
              <a:srgbClr val="7030A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0F19743E-CB76-C247-0CA6-6C24B13457A5}"/>
              </a:ext>
            </a:extLst>
          </p:cNvPr>
          <p:cNvSpPr txBox="1"/>
          <p:nvPr/>
        </p:nvSpPr>
        <p:spPr>
          <a:xfrm>
            <a:off x="3635896" y="2787980"/>
            <a:ext cx="717184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MY" sz="1400" dirty="0"/>
              <a:t>32 bits</a:t>
            </a:r>
          </a:p>
        </p:txBody>
      </p:sp>
      <p:sp>
        <p:nvSpPr>
          <p:cNvPr id="39" name="Title 1">
            <a:extLst>
              <a:ext uri="{FF2B5EF4-FFF2-40B4-BE49-F238E27FC236}">
                <a16:creationId xmlns:a16="http://schemas.microsoft.com/office/drawing/2014/main" id="{6252F6BF-CFF9-1E2B-9D96-AD5D22A3E8D4}"/>
              </a:ext>
            </a:extLst>
          </p:cNvPr>
          <p:cNvSpPr txBox="1">
            <a:spLocks/>
          </p:cNvSpPr>
          <p:nvPr/>
        </p:nvSpPr>
        <p:spPr>
          <a:xfrm>
            <a:off x="325212" y="365760"/>
            <a:ext cx="7890672" cy="64633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 spc="-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kumimoji="0" lang="en-MY" dirty="0"/>
              <a:t>Floating-point representation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FCE1328-BD0A-B1A3-EB8B-7703550CA931}"/>
              </a:ext>
            </a:extLst>
          </p:cNvPr>
          <p:cNvSpPr txBox="1"/>
          <p:nvPr/>
        </p:nvSpPr>
        <p:spPr>
          <a:xfrm>
            <a:off x="6084169" y="3736569"/>
            <a:ext cx="2216795" cy="276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200" b="0" i="0" dirty="0">
                <a:solidFill>
                  <a:srgbClr val="374151"/>
                </a:solidFill>
                <a:effectLst/>
                <a:ea typeface="Tahoma" panose="020B0604030504040204" pitchFamily="34" charset="0"/>
                <a:cs typeface="Tahoma" panose="020B0604030504040204" pitchFamily="34" charset="0"/>
              </a:rPr>
              <a:t>fractional part of a number</a:t>
            </a:r>
            <a:endParaRPr lang="en-MY" sz="1200" dirty="0"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A694DF9C-5389-13D4-59D6-64B573296783}"/>
              </a:ext>
            </a:extLst>
          </p:cNvPr>
          <p:cNvGrpSpPr/>
          <p:nvPr/>
        </p:nvGrpSpPr>
        <p:grpSpPr>
          <a:xfrm>
            <a:off x="929888" y="5777898"/>
            <a:ext cx="6921046" cy="523220"/>
            <a:chOff x="797322" y="4190406"/>
            <a:chExt cx="6921046" cy="523220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2F6AEC53-88A8-2DA9-6F3E-DE7623FE7337}"/>
                </a:ext>
              </a:extLst>
            </p:cNvPr>
            <p:cNvSpPr txBox="1"/>
            <p:nvPr/>
          </p:nvSpPr>
          <p:spPr>
            <a:xfrm>
              <a:off x="797322" y="4190406"/>
              <a:ext cx="271901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sz="2800" dirty="0">
                  <a:solidFill>
                    <a:srgbClr val="00B050"/>
                  </a:solidFill>
                </a:rPr>
                <a:t>1.6328125 x 2</a:t>
              </a:r>
              <a:r>
                <a:rPr lang="en-MY" sz="2800" baseline="30000" dirty="0">
                  <a:solidFill>
                    <a:srgbClr val="00B050"/>
                  </a:solidFill>
                </a:rPr>
                <a:t>20</a:t>
              </a: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FCA3EACD-4BF1-D0AE-F130-1EC3CEA74D48}"/>
                </a:ext>
              </a:extLst>
            </p:cNvPr>
            <p:cNvSpPr txBox="1"/>
            <p:nvPr/>
          </p:nvSpPr>
          <p:spPr>
            <a:xfrm>
              <a:off x="3552396" y="4190406"/>
              <a:ext cx="44595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sz="2800" dirty="0"/>
                <a:t>=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2D04DFC-0182-CA99-39B8-6D8261512402}"/>
                </a:ext>
              </a:extLst>
            </p:cNvPr>
            <p:cNvSpPr txBox="1"/>
            <p:nvPr/>
          </p:nvSpPr>
          <p:spPr>
            <a:xfrm>
              <a:off x="4269649" y="4190406"/>
              <a:ext cx="344871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MY" sz="2800" dirty="0"/>
                <a:t>1.101001 x 2</a:t>
              </a:r>
              <a:r>
                <a:rPr lang="en-MY" sz="2800" baseline="30000" dirty="0"/>
                <a:t>10100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4407123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2E5F3-2E2F-F724-55A3-A2DD39A36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212" y="365760"/>
            <a:ext cx="7890672" cy="830992"/>
          </a:xfrm>
        </p:spPr>
        <p:txBody>
          <a:bodyPr/>
          <a:lstStyle/>
          <a:p>
            <a:r>
              <a:rPr kumimoji="0" lang="en-MY" dirty="0"/>
              <a:t>Floating-point representation</a:t>
            </a:r>
            <a:endParaRPr lang="en-MY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102A6B-26F0-E444-052F-C217D0B105EA}"/>
              </a:ext>
            </a:extLst>
          </p:cNvPr>
          <p:cNvSpPr txBox="1"/>
          <p:nvPr/>
        </p:nvSpPr>
        <p:spPr>
          <a:xfrm>
            <a:off x="811641" y="1556792"/>
            <a:ext cx="27190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2800" dirty="0">
                <a:solidFill>
                  <a:srgbClr val="00B050"/>
                </a:solidFill>
              </a:rPr>
              <a:t>1.6328125 x 2</a:t>
            </a:r>
            <a:r>
              <a:rPr lang="en-MY" sz="2800" baseline="30000" dirty="0">
                <a:solidFill>
                  <a:srgbClr val="00B050"/>
                </a:solidFill>
              </a:rPr>
              <a:t>20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6ACECD5-3EE5-86D3-F82A-D183FA68F16F}"/>
              </a:ext>
            </a:extLst>
          </p:cNvPr>
          <p:cNvSpPr txBox="1"/>
          <p:nvPr/>
        </p:nvSpPr>
        <p:spPr>
          <a:xfrm>
            <a:off x="3566715" y="1556792"/>
            <a:ext cx="4459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2800" dirty="0"/>
              <a:t>=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07B2ECB-BF18-2D83-CF17-167FCF1C7569}"/>
              </a:ext>
            </a:extLst>
          </p:cNvPr>
          <p:cNvSpPr txBox="1"/>
          <p:nvPr/>
        </p:nvSpPr>
        <p:spPr>
          <a:xfrm>
            <a:off x="4283968" y="1556792"/>
            <a:ext cx="344871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MY" sz="2800" dirty="0"/>
              <a:t>1.101001 x 2</a:t>
            </a:r>
            <a:r>
              <a:rPr lang="en-MY" sz="2800" baseline="30000" dirty="0"/>
              <a:t>10100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760BB92-F680-F8F4-7529-C68CDE781167}"/>
              </a:ext>
            </a:extLst>
          </p:cNvPr>
          <p:cNvSpPr txBox="1"/>
          <p:nvPr/>
        </p:nvSpPr>
        <p:spPr>
          <a:xfrm>
            <a:off x="697887" y="2560016"/>
            <a:ext cx="454637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1. The original value of exponent = 20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39679B6-0AB8-7659-042D-B8D493A8D86F}"/>
              </a:ext>
            </a:extLst>
          </p:cNvPr>
          <p:cNvSpPr/>
          <p:nvPr/>
        </p:nvSpPr>
        <p:spPr>
          <a:xfrm>
            <a:off x="3131840" y="1340768"/>
            <a:ext cx="398815" cy="739244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F379051-FA41-798C-1BBD-F7594C902F08}"/>
              </a:ext>
            </a:extLst>
          </p:cNvPr>
          <p:cNvSpPr/>
          <p:nvPr/>
        </p:nvSpPr>
        <p:spPr>
          <a:xfrm>
            <a:off x="6372200" y="1333751"/>
            <a:ext cx="864096" cy="739244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D606677-D61F-224A-CFC0-100F1E614F13}"/>
              </a:ext>
            </a:extLst>
          </p:cNvPr>
          <p:cNvSpPr txBox="1"/>
          <p:nvPr/>
        </p:nvSpPr>
        <p:spPr>
          <a:xfrm>
            <a:off x="697887" y="3228945"/>
            <a:ext cx="740250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/>
              <a:t>2. To get the exponent value in binary = original exponent + bias exponent</a:t>
            </a:r>
          </a:p>
          <a:p>
            <a:endParaRPr lang="en-MY" dirty="0"/>
          </a:p>
          <a:p>
            <a:r>
              <a:rPr lang="en-MY" dirty="0"/>
              <a:t>20 + 127 = 147  </a:t>
            </a:r>
            <a:r>
              <a:rPr lang="en-MY" dirty="0">
                <a:sym typeface="Wingdings" panose="05000000000000000000" pitchFamily="2" charset="2"/>
              </a:rPr>
              <a:t> 10010011</a:t>
            </a:r>
            <a:endParaRPr lang="en-MY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D49CBC8-342A-68C8-A8E0-CA0F4FE8BF65}"/>
              </a:ext>
            </a:extLst>
          </p:cNvPr>
          <p:cNvSpPr txBox="1"/>
          <p:nvPr/>
        </p:nvSpPr>
        <p:spPr>
          <a:xfrm>
            <a:off x="697887" y="4725144"/>
            <a:ext cx="74025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/>
              <a:t>3. The biased exponent value is = 10010011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E39A2C1-D35F-4016-FC9C-42A25098D758}"/>
              </a:ext>
            </a:extLst>
          </p:cNvPr>
          <p:cNvGrpSpPr/>
          <p:nvPr/>
        </p:nvGrpSpPr>
        <p:grpSpPr>
          <a:xfrm>
            <a:off x="1210208" y="5543396"/>
            <a:ext cx="6120680" cy="504056"/>
            <a:chOff x="971600" y="4581128"/>
            <a:chExt cx="6120680" cy="504056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9854A8AC-6E21-2FF4-82A9-EEDD16FD4E7C}"/>
                </a:ext>
              </a:extLst>
            </p:cNvPr>
            <p:cNvSpPr/>
            <p:nvPr/>
          </p:nvSpPr>
          <p:spPr>
            <a:xfrm>
              <a:off x="3347864" y="4581128"/>
              <a:ext cx="3744416" cy="50405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D8A9F999-0F8A-47D6-2089-4CC5735701E9}"/>
                </a:ext>
              </a:extLst>
            </p:cNvPr>
            <p:cNvSpPr/>
            <p:nvPr/>
          </p:nvSpPr>
          <p:spPr>
            <a:xfrm>
              <a:off x="1259632" y="4581128"/>
              <a:ext cx="2088232" cy="504056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22F4A66-88E3-B76C-6B57-70E9DF62BE95}"/>
                </a:ext>
              </a:extLst>
            </p:cNvPr>
            <p:cNvSpPr/>
            <p:nvPr/>
          </p:nvSpPr>
          <p:spPr>
            <a:xfrm>
              <a:off x="971600" y="4581128"/>
              <a:ext cx="288032" cy="50405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BF3398A0-2CFA-146B-8ABF-0BB2BF9A4C98}"/>
              </a:ext>
            </a:extLst>
          </p:cNvPr>
          <p:cNvSpPr txBox="1"/>
          <p:nvPr/>
        </p:nvSpPr>
        <p:spPr>
          <a:xfrm>
            <a:off x="1666795" y="6188595"/>
            <a:ext cx="18638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sz="1200" dirty="0"/>
              <a:t>Biased Exponent</a:t>
            </a:r>
            <a:endParaRPr lang="en-MY" sz="1200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210E866-6ED1-C1CB-BBB2-8664A8C88EF2}"/>
              </a:ext>
            </a:extLst>
          </p:cNvPr>
          <p:cNvSpPr txBox="1"/>
          <p:nvPr/>
        </p:nvSpPr>
        <p:spPr>
          <a:xfrm>
            <a:off x="4572000" y="6188488"/>
            <a:ext cx="18638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sz="1200" dirty="0"/>
              <a:t>Significand</a:t>
            </a:r>
            <a:endParaRPr lang="en-MY" sz="1200" b="1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FD1C397-8BD8-5F37-6F08-20B47A395C61}"/>
              </a:ext>
            </a:extLst>
          </p:cNvPr>
          <p:cNvSpPr txBox="1"/>
          <p:nvPr/>
        </p:nvSpPr>
        <p:spPr>
          <a:xfrm>
            <a:off x="1129949" y="6188488"/>
            <a:ext cx="4485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sz="1200" dirty="0"/>
              <a:t>S</a:t>
            </a:r>
            <a:endParaRPr lang="en-MY" sz="1200" b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E008055-5BD6-2B9D-C58A-B687CC2A6078}"/>
              </a:ext>
            </a:extLst>
          </p:cNvPr>
          <p:cNvSpPr txBox="1"/>
          <p:nvPr/>
        </p:nvSpPr>
        <p:spPr>
          <a:xfrm>
            <a:off x="1847136" y="5618405"/>
            <a:ext cx="14536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/>
              <a:t>10010011</a:t>
            </a:r>
          </a:p>
        </p:txBody>
      </p:sp>
    </p:spTree>
    <p:extLst>
      <p:ext uri="{BB962C8B-B14F-4D97-AF65-F5344CB8AC3E}">
        <p14:creationId xmlns:p14="http://schemas.microsoft.com/office/powerpoint/2010/main" val="22480636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  <p:bldP spid="9" grpId="0" animBg="1"/>
      <p:bldP spid="10" grpId="0"/>
      <p:bldP spid="11" grpId="0"/>
      <p:bldP spid="19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2E5F3-2E2F-F724-55A3-A2DD39A36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212" y="365760"/>
            <a:ext cx="7890672" cy="830992"/>
          </a:xfrm>
        </p:spPr>
        <p:txBody>
          <a:bodyPr/>
          <a:lstStyle/>
          <a:p>
            <a:r>
              <a:rPr kumimoji="0" lang="en-MY" dirty="0"/>
              <a:t>Floating-point representation</a:t>
            </a:r>
            <a:endParaRPr lang="en-MY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541BECC-35CD-0093-7A5B-233D8DDEFF74}"/>
              </a:ext>
            </a:extLst>
          </p:cNvPr>
          <p:cNvGrpSpPr/>
          <p:nvPr/>
        </p:nvGrpSpPr>
        <p:grpSpPr>
          <a:xfrm>
            <a:off x="810025" y="1450305"/>
            <a:ext cx="6921046" cy="523220"/>
            <a:chOff x="811641" y="1556792"/>
            <a:chExt cx="6921046" cy="523220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9F102A6B-26F0-E444-052F-C217D0B105EA}"/>
                </a:ext>
              </a:extLst>
            </p:cNvPr>
            <p:cNvSpPr txBox="1"/>
            <p:nvPr/>
          </p:nvSpPr>
          <p:spPr>
            <a:xfrm>
              <a:off x="811641" y="1556792"/>
              <a:ext cx="271901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sz="2800" dirty="0">
                  <a:solidFill>
                    <a:srgbClr val="00B050"/>
                  </a:solidFill>
                </a:rPr>
                <a:t>1.6328125 x 2</a:t>
              </a:r>
              <a:r>
                <a:rPr lang="en-MY" sz="2800" baseline="30000" dirty="0">
                  <a:solidFill>
                    <a:srgbClr val="00B050"/>
                  </a:solidFill>
                </a:rPr>
                <a:t>20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86ACECD5-3EE5-86D3-F82A-D183FA68F16F}"/>
                </a:ext>
              </a:extLst>
            </p:cNvPr>
            <p:cNvSpPr txBox="1"/>
            <p:nvPr/>
          </p:nvSpPr>
          <p:spPr>
            <a:xfrm>
              <a:off x="3566715" y="1556792"/>
              <a:ext cx="44595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sz="2800" dirty="0"/>
                <a:t>=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407B2ECB-BF18-2D83-CF17-167FCF1C7569}"/>
                </a:ext>
              </a:extLst>
            </p:cNvPr>
            <p:cNvSpPr txBox="1"/>
            <p:nvPr/>
          </p:nvSpPr>
          <p:spPr>
            <a:xfrm>
              <a:off x="4283968" y="1556792"/>
              <a:ext cx="344871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MY" sz="2800" dirty="0"/>
                <a:t>1.1010001 x 2</a:t>
              </a:r>
              <a:r>
                <a:rPr lang="en-MY" sz="2800" baseline="30000" dirty="0"/>
                <a:t>10100</a:t>
              </a: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5760BB92-F680-F8F4-7529-C68CDE781167}"/>
              </a:ext>
            </a:extLst>
          </p:cNvPr>
          <p:cNvSpPr txBox="1"/>
          <p:nvPr/>
        </p:nvSpPr>
        <p:spPr>
          <a:xfrm>
            <a:off x="634960" y="3503979"/>
            <a:ext cx="449238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How do we get the significand value?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D606677-D61F-224A-CFC0-100F1E614F13}"/>
              </a:ext>
            </a:extLst>
          </p:cNvPr>
          <p:cNvSpPr txBox="1"/>
          <p:nvPr/>
        </p:nvSpPr>
        <p:spPr>
          <a:xfrm>
            <a:off x="634960" y="4031252"/>
            <a:ext cx="740250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/>
              <a:t>2. Convert the fractional portion to binary </a:t>
            </a:r>
          </a:p>
          <a:p>
            <a:r>
              <a:rPr lang="en-MY" dirty="0"/>
              <a:t>	0.6328125 to binary = 101001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D49CBC8-342A-68C8-A8E0-CA0F4FE8BF65}"/>
              </a:ext>
            </a:extLst>
          </p:cNvPr>
          <p:cNvSpPr txBox="1"/>
          <p:nvPr/>
        </p:nvSpPr>
        <p:spPr>
          <a:xfrm>
            <a:off x="611793" y="4976201"/>
            <a:ext cx="76390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/>
              <a:t>3. Therefore, the significand is 101001 + remaining 0 to fulfil 23 bits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E39A2C1-D35F-4016-FC9C-42A25098D758}"/>
              </a:ext>
            </a:extLst>
          </p:cNvPr>
          <p:cNvGrpSpPr/>
          <p:nvPr/>
        </p:nvGrpSpPr>
        <p:grpSpPr>
          <a:xfrm>
            <a:off x="950715" y="2314072"/>
            <a:ext cx="6120680" cy="504056"/>
            <a:chOff x="971600" y="4581128"/>
            <a:chExt cx="6120680" cy="504056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9854A8AC-6E21-2FF4-82A9-EEDD16FD4E7C}"/>
                </a:ext>
              </a:extLst>
            </p:cNvPr>
            <p:cNvSpPr/>
            <p:nvPr/>
          </p:nvSpPr>
          <p:spPr>
            <a:xfrm>
              <a:off x="3347864" y="4581128"/>
              <a:ext cx="3744416" cy="504056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D8A9F999-0F8A-47D6-2089-4CC5735701E9}"/>
                </a:ext>
              </a:extLst>
            </p:cNvPr>
            <p:cNvSpPr/>
            <p:nvPr/>
          </p:nvSpPr>
          <p:spPr>
            <a:xfrm>
              <a:off x="1259632" y="4581128"/>
              <a:ext cx="2088232" cy="50405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22F4A66-88E3-B76C-6B57-70E9DF62BE95}"/>
                </a:ext>
              </a:extLst>
            </p:cNvPr>
            <p:cNvSpPr/>
            <p:nvPr/>
          </p:nvSpPr>
          <p:spPr>
            <a:xfrm>
              <a:off x="971600" y="4581128"/>
              <a:ext cx="288032" cy="50405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BF3398A0-2CFA-146B-8ABF-0BB2BF9A4C98}"/>
              </a:ext>
            </a:extLst>
          </p:cNvPr>
          <p:cNvSpPr txBox="1"/>
          <p:nvPr/>
        </p:nvSpPr>
        <p:spPr>
          <a:xfrm>
            <a:off x="1407302" y="2959271"/>
            <a:ext cx="18638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sz="1200" dirty="0"/>
              <a:t>Biased Exponent</a:t>
            </a:r>
            <a:endParaRPr lang="en-MY" sz="1200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210E866-6ED1-C1CB-BBB2-8664A8C88EF2}"/>
              </a:ext>
            </a:extLst>
          </p:cNvPr>
          <p:cNvSpPr txBox="1"/>
          <p:nvPr/>
        </p:nvSpPr>
        <p:spPr>
          <a:xfrm>
            <a:off x="4312507" y="2959164"/>
            <a:ext cx="18638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sz="1200" dirty="0"/>
              <a:t>Significand</a:t>
            </a:r>
            <a:endParaRPr lang="en-MY" sz="1200" b="1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FD1C397-8BD8-5F37-6F08-20B47A395C61}"/>
              </a:ext>
            </a:extLst>
          </p:cNvPr>
          <p:cNvSpPr txBox="1"/>
          <p:nvPr/>
        </p:nvSpPr>
        <p:spPr>
          <a:xfrm>
            <a:off x="870456" y="2959164"/>
            <a:ext cx="4485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sz="1200" dirty="0"/>
              <a:t>S</a:t>
            </a:r>
            <a:endParaRPr lang="en-MY" sz="1200" b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E008055-5BD6-2B9D-C58A-B687CC2A6078}"/>
              </a:ext>
            </a:extLst>
          </p:cNvPr>
          <p:cNvSpPr txBox="1"/>
          <p:nvPr/>
        </p:nvSpPr>
        <p:spPr>
          <a:xfrm>
            <a:off x="1587643" y="2389081"/>
            <a:ext cx="14536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/>
              <a:t>10010011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DD0D9AB-E29F-9F16-08F3-4D93C54A9C62}"/>
              </a:ext>
            </a:extLst>
          </p:cNvPr>
          <p:cNvSpPr txBox="1"/>
          <p:nvPr/>
        </p:nvSpPr>
        <p:spPr>
          <a:xfrm>
            <a:off x="3529039" y="2366045"/>
            <a:ext cx="35492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/>
              <a:t>10100010000000000000000</a:t>
            </a:r>
          </a:p>
        </p:txBody>
      </p:sp>
    </p:spTree>
    <p:extLst>
      <p:ext uri="{BB962C8B-B14F-4D97-AF65-F5344CB8AC3E}">
        <p14:creationId xmlns:p14="http://schemas.microsoft.com/office/powerpoint/2010/main" val="4077957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/>
      <p:bldP spid="11" grpId="0"/>
      <p:bldP spid="21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2E5F3-2E2F-F724-55A3-A2DD39A36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212" y="365760"/>
            <a:ext cx="7890672" cy="830992"/>
          </a:xfrm>
        </p:spPr>
        <p:txBody>
          <a:bodyPr/>
          <a:lstStyle/>
          <a:p>
            <a:r>
              <a:rPr kumimoji="0" lang="en-MY" dirty="0"/>
              <a:t>Floating-point representation</a:t>
            </a:r>
            <a:endParaRPr lang="en-MY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541BECC-35CD-0093-7A5B-233D8DDEFF74}"/>
              </a:ext>
            </a:extLst>
          </p:cNvPr>
          <p:cNvGrpSpPr/>
          <p:nvPr/>
        </p:nvGrpSpPr>
        <p:grpSpPr>
          <a:xfrm>
            <a:off x="810025" y="1450305"/>
            <a:ext cx="6921046" cy="523220"/>
            <a:chOff x="811641" y="1556792"/>
            <a:chExt cx="6921046" cy="523220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9F102A6B-26F0-E444-052F-C217D0B105EA}"/>
                </a:ext>
              </a:extLst>
            </p:cNvPr>
            <p:cNvSpPr txBox="1"/>
            <p:nvPr/>
          </p:nvSpPr>
          <p:spPr>
            <a:xfrm>
              <a:off x="811641" y="1556792"/>
              <a:ext cx="271901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sz="2800" dirty="0">
                  <a:solidFill>
                    <a:srgbClr val="00B050"/>
                  </a:solidFill>
                </a:rPr>
                <a:t>1.6328125 x 2</a:t>
              </a:r>
              <a:r>
                <a:rPr lang="en-MY" sz="2800" baseline="30000" dirty="0">
                  <a:solidFill>
                    <a:srgbClr val="00B050"/>
                  </a:solidFill>
                </a:rPr>
                <a:t>20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86ACECD5-3EE5-86D3-F82A-D183FA68F16F}"/>
                </a:ext>
              </a:extLst>
            </p:cNvPr>
            <p:cNvSpPr txBox="1"/>
            <p:nvPr/>
          </p:nvSpPr>
          <p:spPr>
            <a:xfrm>
              <a:off x="3566715" y="1556792"/>
              <a:ext cx="44595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sz="2800" dirty="0"/>
                <a:t>=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407B2ECB-BF18-2D83-CF17-167FCF1C7569}"/>
                </a:ext>
              </a:extLst>
            </p:cNvPr>
            <p:cNvSpPr txBox="1"/>
            <p:nvPr/>
          </p:nvSpPr>
          <p:spPr>
            <a:xfrm>
              <a:off x="4283968" y="1556792"/>
              <a:ext cx="344871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MY" sz="2800" dirty="0"/>
                <a:t>1.1010001 x 2</a:t>
              </a:r>
              <a:r>
                <a:rPr lang="en-MY" sz="2800" baseline="30000" dirty="0"/>
                <a:t>10100</a:t>
              </a: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5760BB92-F680-F8F4-7529-C68CDE781167}"/>
              </a:ext>
            </a:extLst>
          </p:cNvPr>
          <p:cNvSpPr txBox="1"/>
          <p:nvPr/>
        </p:nvSpPr>
        <p:spPr>
          <a:xfrm>
            <a:off x="634960" y="3503979"/>
            <a:ext cx="414299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How do we identify the sign value?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D606677-D61F-224A-CFC0-100F1E614F13}"/>
              </a:ext>
            </a:extLst>
          </p:cNvPr>
          <p:cNvSpPr txBox="1"/>
          <p:nvPr/>
        </p:nvSpPr>
        <p:spPr>
          <a:xfrm>
            <a:off x="2739665" y="4319645"/>
            <a:ext cx="36646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2800" dirty="0"/>
              <a:t> 0 = (+) and 1 (-)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E39A2C1-D35F-4016-FC9C-42A25098D758}"/>
              </a:ext>
            </a:extLst>
          </p:cNvPr>
          <p:cNvGrpSpPr/>
          <p:nvPr/>
        </p:nvGrpSpPr>
        <p:grpSpPr>
          <a:xfrm>
            <a:off x="950715" y="2314072"/>
            <a:ext cx="6127602" cy="504056"/>
            <a:chOff x="971600" y="4581128"/>
            <a:chExt cx="6127602" cy="504056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9854A8AC-6E21-2FF4-82A9-EEDD16FD4E7C}"/>
                </a:ext>
              </a:extLst>
            </p:cNvPr>
            <p:cNvSpPr/>
            <p:nvPr/>
          </p:nvSpPr>
          <p:spPr>
            <a:xfrm>
              <a:off x="3354786" y="4581128"/>
              <a:ext cx="3744416" cy="50405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D8A9F999-0F8A-47D6-2089-4CC5735701E9}"/>
                </a:ext>
              </a:extLst>
            </p:cNvPr>
            <p:cNvSpPr/>
            <p:nvPr/>
          </p:nvSpPr>
          <p:spPr>
            <a:xfrm>
              <a:off x="1259632" y="4581128"/>
              <a:ext cx="2088232" cy="50405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22F4A66-88E3-B76C-6B57-70E9DF62BE95}"/>
                </a:ext>
              </a:extLst>
            </p:cNvPr>
            <p:cNvSpPr/>
            <p:nvPr/>
          </p:nvSpPr>
          <p:spPr>
            <a:xfrm>
              <a:off x="971600" y="4581128"/>
              <a:ext cx="288032" cy="504056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BF3398A0-2CFA-146B-8ABF-0BB2BF9A4C98}"/>
              </a:ext>
            </a:extLst>
          </p:cNvPr>
          <p:cNvSpPr txBox="1"/>
          <p:nvPr/>
        </p:nvSpPr>
        <p:spPr>
          <a:xfrm>
            <a:off x="1407302" y="2959271"/>
            <a:ext cx="18638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sz="1200" dirty="0"/>
              <a:t>Biased Exponent</a:t>
            </a:r>
            <a:endParaRPr lang="en-MY" sz="1200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210E866-6ED1-C1CB-BBB2-8664A8C88EF2}"/>
              </a:ext>
            </a:extLst>
          </p:cNvPr>
          <p:cNvSpPr txBox="1"/>
          <p:nvPr/>
        </p:nvSpPr>
        <p:spPr>
          <a:xfrm>
            <a:off x="4312507" y="2959164"/>
            <a:ext cx="18638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sz="1200" dirty="0"/>
              <a:t>Significand</a:t>
            </a:r>
            <a:endParaRPr lang="en-MY" sz="1200" b="1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FD1C397-8BD8-5F37-6F08-20B47A395C61}"/>
              </a:ext>
            </a:extLst>
          </p:cNvPr>
          <p:cNvSpPr txBox="1"/>
          <p:nvPr/>
        </p:nvSpPr>
        <p:spPr>
          <a:xfrm>
            <a:off x="870456" y="2959164"/>
            <a:ext cx="4485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sz="1200" dirty="0"/>
              <a:t>S</a:t>
            </a:r>
            <a:endParaRPr lang="en-MY" sz="1200" b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E008055-5BD6-2B9D-C58A-B687CC2A6078}"/>
              </a:ext>
            </a:extLst>
          </p:cNvPr>
          <p:cNvSpPr txBox="1"/>
          <p:nvPr/>
        </p:nvSpPr>
        <p:spPr>
          <a:xfrm>
            <a:off x="1587643" y="2389081"/>
            <a:ext cx="14536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/>
              <a:t>10010011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DD0D9AB-E29F-9F16-08F3-4D93C54A9C62}"/>
              </a:ext>
            </a:extLst>
          </p:cNvPr>
          <p:cNvSpPr txBox="1"/>
          <p:nvPr/>
        </p:nvSpPr>
        <p:spPr>
          <a:xfrm>
            <a:off x="3529039" y="2366045"/>
            <a:ext cx="35492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/>
              <a:t>10100010000000000000000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8FD0B0B-E8E5-DCF3-47C3-A8815925B9C3}"/>
              </a:ext>
            </a:extLst>
          </p:cNvPr>
          <p:cNvSpPr txBox="1"/>
          <p:nvPr/>
        </p:nvSpPr>
        <p:spPr>
          <a:xfrm>
            <a:off x="950715" y="2385067"/>
            <a:ext cx="3600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/>
              <a:t>0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527D9392-14A4-F27A-E004-7B76958B90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150" t="26918" r="4714"/>
          <a:stretch/>
        </p:blipFill>
        <p:spPr>
          <a:xfrm>
            <a:off x="284384" y="5270168"/>
            <a:ext cx="8424936" cy="328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61752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/>
      <p:bldP spid="23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31793F7-25FC-E900-23EA-B66F7A138CF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602" t="13145" r="3913" b="24144"/>
          <a:stretch/>
        </p:blipFill>
        <p:spPr>
          <a:xfrm>
            <a:off x="661555" y="1244125"/>
            <a:ext cx="6668759" cy="97361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428BBEF-50B0-F108-88C7-9092A348D0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171" y="2870321"/>
            <a:ext cx="7639050" cy="1019175"/>
          </a:xfrm>
          <a:prstGeom prst="rect">
            <a:avLst/>
          </a:prstGeom>
        </p:spPr>
      </p:pic>
      <p:sp>
        <p:nvSpPr>
          <p:cNvPr id="39" name="Title 1">
            <a:extLst>
              <a:ext uri="{FF2B5EF4-FFF2-40B4-BE49-F238E27FC236}">
                <a16:creationId xmlns:a16="http://schemas.microsoft.com/office/drawing/2014/main" id="{6252F6BF-CFF9-1E2B-9D96-AD5D22A3E8D4}"/>
              </a:ext>
            </a:extLst>
          </p:cNvPr>
          <p:cNvSpPr txBox="1">
            <a:spLocks/>
          </p:cNvSpPr>
          <p:nvPr/>
        </p:nvSpPr>
        <p:spPr>
          <a:xfrm>
            <a:off x="349360" y="204121"/>
            <a:ext cx="7890672" cy="64633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 spc="-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kumimoji="0" lang="en-MY" dirty="0"/>
              <a:t>Floating-point representation</a:t>
            </a:r>
          </a:p>
        </p:txBody>
      </p:sp>
      <p:sp>
        <p:nvSpPr>
          <p:cNvPr id="50" name="Arc 6">
            <a:extLst>
              <a:ext uri="{FF2B5EF4-FFF2-40B4-BE49-F238E27FC236}">
                <a16:creationId xmlns:a16="http://schemas.microsoft.com/office/drawing/2014/main" id="{1960DA77-37A5-C2EC-09A8-24732B1A3C12}"/>
              </a:ext>
            </a:extLst>
          </p:cNvPr>
          <p:cNvSpPr>
            <a:spLocks/>
          </p:cNvSpPr>
          <p:nvPr/>
        </p:nvSpPr>
        <p:spPr bwMode="auto">
          <a:xfrm>
            <a:off x="2198517" y="2831621"/>
            <a:ext cx="1077912" cy="288925"/>
          </a:xfrm>
          <a:custGeom>
            <a:avLst/>
            <a:gdLst>
              <a:gd name="T0" fmla="*/ 0 w 42841"/>
              <a:gd name="T1" fmla="*/ 2147483646 h 21600"/>
              <a:gd name="T2" fmla="*/ 2147483646 w 42841"/>
              <a:gd name="T3" fmla="*/ 2147483646 h 21600"/>
              <a:gd name="T4" fmla="*/ 2147483646 w 42841"/>
              <a:gd name="T5" fmla="*/ 2147483646 h 21600"/>
              <a:gd name="T6" fmla="*/ 0 60000 65536"/>
              <a:gd name="T7" fmla="*/ 0 60000 65536"/>
              <a:gd name="T8" fmla="*/ 0 60000 65536"/>
              <a:gd name="T9" fmla="*/ 0 w 42841"/>
              <a:gd name="T10" fmla="*/ 0 h 21600"/>
              <a:gd name="T11" fmla="*/ 42841 w 42841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2841" h="21600" fill="none" extrusionOk="0">
                <a:moveTo>
                  <a:pt x="-1" y="17678"/>
                </a:moveTo>
                <a:cubicBezTo>
                  <a:pt x="1890" y="7434"/>
                  <a:pt x="10823" y="-1"/>
                  <a:pt x="21241" y="0"/>
                </a:cubicBezTo>
                <a:cubicBezTo>
                  <a:pt x="33170" y="0"/>
                  <a:pt x="42841" y="9670"/>
                  <a:pt x="42841" y="21600"/>
                </a:cubicBezTo>
              </a:path>
              <a:path w="42841" h="21600" stroke="0" extrusionOk="0">
                <a:moveTo>
                  <a:pt x="-1" y="17678"/>
                </a:moveTo>
                <a:cubicBezTo>
                  <a:pt x="1890" y="7434"/>
                  <a:pt x="10823" y="-1"/>
                  <a:pt x="21241" y="0"/>
                </a:cubicBezTo>
                <a:cubicBezTo>
                  <a:pt x="33170" y="0"/>
                  <a:pt x="42841" y="9670"/>
                  <a:pt x="42841" y="21600"/>
                </a:cubicBezTo>
                <a:lnTo>
                  <a:pt x="21241" y="21600"/>
                </a:lnTo>
                <a:lnTo>
                  <a:pt x="-1" y="17678"/>
                </a:lnTo>
                <a:close/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51" name="Text Box 7">
            <a:extLst>
              <a:ext uri="{FF2B5EF4-FFF2-40B4-BE49-F238E27FC236}">
                <a16:creationId xmlns:a16="http://schemas.microsoft.com/office/drawing/2014/main" id="{9B804B24-E05B-6975-FD9E-C783C1FC3A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13560" y="2598900"/>
            <a:ext cx="1647825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rgbClr val="FF0000"/>
              </a:buClr>
              <a:buChar char="•"/>
              <a:defRPr kumimoji="1"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Char char="o"/>
              <a:defRPr kumimoji="1"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imes New Roman" panose="02020603050405020304" pitchFamily="18" charset="0"/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buFontTx/>
              <a:buNone/>
            </a:pPr>
            <a:r>
              <a:rPr lang="en-US" altLang="en-US" sz="1100" dirty="0">
                <a:solidFill>
                  <a:srgbClr val="FF0000"/>
                </a:solidFill>
              </a:rPr>
              <a:t>Tip: 20 + 127 = 147</a:t>
            </a:r>
          </a:p>
        </p:txBody>
      </p:sp>
      <p:sp>
        <p:nvSpPr>
          <p:cNvPr id="52" name="Text Box 9">
            <a:extLst>
              <a:ext uri="{FF2B5EF4-FFF2-40B4-BE49-F238E27FC236}">
                <a16:creationId xmlns:a16="http://schemas.microsoft.com/office/drawing/2014/main" id="{8D3605C1-00E9-9C86-529B-CD61CFCBA5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19672" y="4201336"/>
            <a:ext cx="2129109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lr>
                <a:srgbClr val="FF0000"/>
              </a:buClr>
              <a:buChar char="•"/>
              <a:defRPr kumimoji="1"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Char char="o"/>
              <a:defRPr kumimoji="1"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imes New Roman" panose="02020603050405020304" pitchFamily="18" charset="0"/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buFontTx/>
              <a:buNone/>
            </a:pPr>
            <a:r>
              <a:rPr lang="en-US" altLang="en-US" sz="1600" dirty="0">
                <a:solidFill>
                  <a:srgbClr val="FF0000"/>
                </a:solidFill>
              </a:rPr>
              <a:t>Tip: -20 + 127 = 107</a:t>
            </a:r>
          </a:p>
        </p:txBody>
      </p:sp>
      <p:sp>
        <p:nvSpPr>
          <p:cNvPr id="53" name="Arc 8">
            <a:extLst>
              <a:ext uri="{FF2B5EF4-FFF2-40B4-BE49-F238E27FC236}">
                <a16:creationId xmlns:a16="http://schemas.microsoft.com/office/drawing/2014/main" id="{A56B9FD0-7D16-F57A-E567-60B5D2185F87}"/>
              </a:ext>
            </a:extLst>
          </p:cNvPr>
          <p:cNvSpPr>
            <a:spLocks/>
          </p:cNvSpPr>
          <p:nvPr/>
        </p:nvSpPr>
        <p:spPr bwMode="auto">
          <a:xfrm flipV="1">
            <a:off x="2234125" y="3801126"/>
            <a:ext cx="1077912" cy="288925"/>
          </a:xfrm>
          <a:custGeom>
            <a:avLst/>
            <a:gdLst>
              <a:gd name="T0" fmla="*/ 0 w 42841"/>
              <a:gd name="T1" fmla="*/ 2147483646 h 21600"/>
              <a:gd name="T2" fmla="*/ 2147483646 w 42841"/>
              <a:gd name="T3" fmla="*/ 2147483646 h 21600"/>
              <a:gd name="T4" fmla="*/ 2147483646 w 42841"/>
              <a:gd name="T5" fmla="*/ 2147483646 h 21600"/>
              <a:gd name="T6" fmla="*/ 0 60000 65536"/>
              <a:gd name="T7" fmla="*/ 0 60000 65536"/>
              <a:gd name="T8" fmla="*/ 0 60000 65536"/>
              <a:gd name="T9" fmla="*/ 0 w 42841"/>
              <a:gd name="T10" fmla="*/ 0 h 21600"/>
              <a:gd name="T11" fmla="*/ 42841 w 42841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2841" h="21600" fill="none" extrusionOk="0">
                <a:moveTo>
                  <a:pt x="-1" y="17678"/>
                </a:moveTo>
                <a:cubicBezTo>
                  <a:pt x="1890" y="7434"/>
                  <a:pt x="10823" y="-1"/>
                  <a:pt x="21241" y="0"/>
                </a:cubicBezTo>
                <a:cubicBezTo>
                  <a:pt x="33170" y="0"/>
                  <a:pt x="42841" y="9670"/>
                  <a:pt x="42841" y="21600"/>
                </a:cubicBezTo>
              </a:path>
              <a:path w="42841" h="21600" stroke="0" extrusionOk="0">
                <a:moveTo>
                  <a:pt x="-1" y="17678"/>
                </a:moveTo>
                <a:cubicBezTo>
                  <a:pt x="1890" y="7434"/>
                  <a:pt x="10823" y="-1"/>
                  <a:pt x="21241" y="0"/>
                </a:cubicBezTo>
                <a:cubicBezTo>
                  <a:pt x="33170" y="0"/>
                  <a:pt x="42841" y="9670"/>
                  <a:pt x="42841" y="21600"/>
                </a:cubicBezTo>
                <a:lnTo>
                  <a:pt x="21241" y="21600"/>
                </a:lnTo>
                <a:lnTo>
                  <a:pt x="-1" y="17678"/>
                </a:lnTo>
                <a:close/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55FC4AFD-90C9-C318-E504-4F485406F281}"/>
              </a:ext>
            </a:extLst>
          </p:cNvPr>
          <p:cNvSpPr/>
          <p:nvPr/>
        </p:nvSpPr>
        <p:spPr>
          <a:xfrm>
            <a:off x="2923443" y="3120546"/>
            <a:ext cx="792088" cy="14970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C4835082-43F0-2F31-8783-9A9113F0CC45}"/>
              </a:ext>
            </a:extLst>
          </p:cNvPr>
          <p:cNvSpPr/>
          <p:nvPr/>
        </p:nvSpPr>
        <p:spPr>
          <a:xfrm>
            <a:off x="2915993" y="3651417"/>
            <a:ext cx="792088" cy="14970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DC215DE-812E-8B7A-AE39-13E11BEA3D8D}"/>
              </a:ext>
            </a:extLst>
          </p:cNvPr>
          <p:cNvCxnSpPr/>
          <p:nvPr/>
        </p:nvCxnSpPr>
        <p:spPr>
          <a:xfrm flipH="1" flipV="1">
            <a:off x="3708081" y="3573016"/>
            <a:ext cx="1511991" cy="1296144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D4A8BAF9-2B69-0CE8-017D-7A81CE7A6A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1864917"/>
              </p:ext>
            </p:extLst>
          </p:nvPr>
        </p:nvGraphicFramePr>
        <p:xfrm>
          <a:off x="1331640" y="5140415"/>
          <a:ext cx="6096000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969384436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1747848437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295742774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1289050217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3592538686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3847436254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199025873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1905589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2</a:t>
                      </a:r>
                      <a:r>
                        <a:rPr lang="en-MY" baseline="30000" dirty="0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2</a:t>
                      </a:r>
                      <a:r>
                        <a:rPr lang="en-MY" baseline="30000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2</a:t>
                      </a:r>
                      <a:r>
                        <a:rPr lang="en-MY" baseline="30000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2</a:t>
                      </a:r>
                      <a:r>
                        <a:rPr lang="en-MY" baseline="300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2</a:t>
                      </a:r>
                      <a:r>
                        <a:rPr lang="en-MY" baseline="3000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2</a:t>
                      </a:r>
                      <a:r>
                        <a:rPr lang="en-MY" baseline="300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2</a:t>
                      </a:r>
                      <a:r>
                        <a:rPr lang="en-MY" baseline="300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2</a:t>
                      </a:r>
                      <a:r>
                        <a:rPr lang="en-MY" baseline="30000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247308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128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64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91674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25269637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7B270C-BF5B-2518-DF3D-08AA359D91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9839A35-988A-4C75-AB86-CE687B152A44}" type="slidenum">
              <a:rPr lang="en-US" altLang="en-US" smtClean="0"/>
              <a:pPr>
                <a:defRPr/>
              </a:pPr>
              <a:t>62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033387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2">
            <a:extLst>
              <a:ext uri="{FF2B5EF4-FFF2-40B4-BE49-F238E27FC236}">
                <a16:creationId xmlns:a16="http://schemas.microsoft.com/office/drawing/2014/main" id="{1AC3C0A7-C9E5-64F4-34A3-AF8B023653E4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323528" y="228600"/>
            <a:ext cx="7880672" cy="1143000"/>
          </a:xfrm>
        </p:spPr>
        <p:txBody>
          <a:bodyPr/>
          <a:lstStyle/>
          <a:p>
            <a:r>
              <a:rPr lang="en-US" altLang="en-US" dirty="0"/>
              <a:t>Normalization</a:t>
            </a:r>
          </a:p>
        </p:txBody>
      </p:sp>
      <p:sp>
        <p:nvSpPr>
          <p:cNvPr id="136195" name="Rectangle 3">
            <a:extLst>
              <a:ext uri="{FF2B5EF4-FFF2-40B4-BE49-F238E27FC236}">
                <a16:creationId xmlns:a16="http://schemas.microsoft.com/office/drawing/2014/main" id="{E1DC772A-5E2D-A504-3F20-AD0AD8002447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323528" y="1885950"/>
            <a:ext cx="7855272" cy="4171950"/>
          </a:xfrm>
        </p:spPr>
        <p:txBody>
          <a:bodyPr/>
          <a:lstStyle/>
          <a:p>
            <a:r>
              <a:rPr lang="en-US" altLang="en-US" dirty="0"/>
              <a:t>Floating point numbers are usually normalized</a:t>
            </a:r>
          </a:p>
          <a:p>
            <a:pPr lvl="1"/>
            <a:r>
              <a:rPr lang="en-US" altLang="en-US" dirty="0"/>
              <a:t>i.e. exponent is adjusted so that </a:t>
            </a:r>
            <a:r>
              <a:rPr lang="en-US" altLang="en-US" sz="3200" b="1" dirty="0">
                <a:solidFill>
                  <a:srgbClr val="92D050"/>
                </a:solidFill>
              </a:rPr>
              <a:t>leading bit (MSB) of significand is 1</a:t>
            </a:r>
            <a:endParaRPr lang="en-US" altLang="en-US" b="1" dirty="0">
              <a:solidFill>
                <a:srgbClr val="92D050"/>
              </a:solidFill>
            </a:endParaRPr>
          </a:p>
          <a:p>
            <a:r>
              <a:rPr lang="en-US" altLang="en-US" dirty="0"/>
              <a:t>Since it is always 1 there is </a:t>
            </a:r>
            <a:r>
              <a:rPr lang="en-US" altLang="en-US" sz="3600" b="1" dirty="0">
                <a:solidFill>
                  <a:srgbClr val="FF0000"/>
                </a:solidFill>
              </a:rPr>
              <a:t>no need to store it</a:t>
            </a:r>
            <a:endParaRPr lang="en-US" altLang="en-US" b="1" dirty="0">
              <a:solidFill>
                <a:srgbClr val="FF0000"/>
              </a:solidFill>
            </a:endParaRPr>
          </a:p>
          <a:p>
            <a:pPr lvl="1"/>
            <a:r>
              <a:rPr lang="en-US" altLang="en-US" dirty="0"/>
              <a:t>23 bits can store 24-bit number</a:t>
            </a:r>
          </a:p>
          <a:p>
            <a:r>
              <a:rPr lang="en-US" altLang="en-US" dirty="0"/>
              <a:t>c.f. Scientific notation where numbers are normalized to give a single digit before the decimal point</a:t>
            </a:r>
          </a:p>
          <a:p>
            <a:pPr lvl="1"/>
            <a:r>
              <a:rPr lang="en-US" altLang="en-US" dirty="0"/>
              <a:t>e.g. 3.123 x 10</a:t>
            </a:r>
            <a:r>
              <a:rPr lang="en-US" altLang="en-US" baseline="30000" dirty="0"/>
              <a:t>3</a:t>
            </a:r>
            <a:endParaRPr lang="en-US" altLang="en-US" dirty="0"/>
          </a:p>
        </p:txBody>
      </p:sp>
    </p:spTree>
  </p:cSld>
  <p:clrMapOvr>
    <a:masterClrMapping/>
  </p:clrMapOvr>
  <p:transition/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8649D14-AE3F-BE2A-B2FD-AFBE616CFCD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901" r="4326"/>
          <a:stretch/>
        </p:blipFill>
        <p:spPr>
          <a:xfrm>
            <a:off x="395536" y="1556792"/>
            <a:ext cx="8208912" cy="4142509"/>
          </a:xfrm>
          <a:prstGeom prst="rect">
            <a:avLst/>
          </a:prstGeom>
        </p:spPr>
      </p:pic>
      <p:sp>
        <p:nvSpPr>
          <p:cNvPr id="4" name="Rectangle 1026">
            <a:extLst>
              <a:ext uri="{FF2B5EF4-FFF2-40B4-BE49-F238E27FC236}">
                <a16:creationId xmlns:a16="http://schemas.microsoft.com/office/drawing/2014/main" id="{FB286307-5182-2F3D-ABD8-2F6AE2493C63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228600"/>
            <a:ext cx="8204200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 spc="-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kumimoji="0" lang="en-US" altLang="en-US" dirty="0"/>
              <a:t>Expressible Numbers</a:t>
            </a:r>
          </a:p>
        </p:txBody>
      </p:sp>
      <p:sp>
        <p:nvSpPr>
          <p:cNvPr id="5" name="TextBox 1">
            <a:extLst>
              <a:ext uri="{FF2B5EF4-FFF2-40B4-BE49-F238E27FC236}">
                <a16:creationId xmlns:a16="http://schemas.microsoft.com/office/drawing/2014/main" id="{8114FE63-C812-E55C-5470-B525B00D5E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07037" y="2906440"/>
            <a:ext cx="11398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Char char="•"/>
              <a:defRPr kumimoji="1"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Char char="o"/>
              <a:defRPr kumimoji="1"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imes New Roman" panose="02020603050405020304" pitchFamily="18" charset="0"/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2000" dirty="0">
                <a:solidFill>
                  <a:srgbClr val="FF0000"/>
                </a:solidFill>
              </a:rPr>
              <a:t>(32 bits)</a:t>
            </a:r>
            <a:endParaRPr lang="en-MY" altLang="en-US" sz="2000" dirty="0">
              <a:solidFill>
                <a:srgbClr val="FF0000"/>
              </a:solidFill>
            </a:endParaRPr>
          </a:p>
        </p:txBody>
      </p:sp>
      <p:sp>
        <p:nvSpPr>
          <p:cNvPr id="6" name="TextBox 4">
            <a:extLst>
              <a:ext uri="{FF2B5EF4-FFF2-40B4-BE49-F238E27FC236}">
                <a16:creationId xmlns:a16="http://schemas.microsoft.com/office/drawing/2014/main" id="{971AF7DC-14E1-CDC1-55F8-F39109A128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4087" y="6237312"/>
            <a:ext cx="37655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Char char="•"/>
              <a:defRPr kumimoji="1"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Char char="o"/>
              <a:defRPr kumimoji="1"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imes New Roman" panose="02020603050405020304" pitchFamily="18" charset="0"/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1400" dirty="0">
                <a:solidFill>
                  <a:srgbClr val="FF0000"/>
                </a:solidFill>
              </a:rPr>
              <a:t>(1 sign bit, 8 bit exponent, 23-bit significand)</a:t>
            </a:r>
            <a:endParaRPr lang="en-MY" altLang="en-US" sz="1400" dirty="0">
              <a:solidFill>
                <a:srgbClr val="FF0000"/>
              </a:solidFill>
            </a:endParaRPr>
          </a:p>
        </p:txBody>
      </p:sp>
      <p:sp>
        <p:nvSpPr>
          <p:cNvPr id="7" name="TextBox 5">
            <a:extLst>
              <a:ext uri="{FF2B5EF4-FFF2-40B4-BE49-F238E27FC236}">
                <a16:creationId xmlns:a16="http://schemas.microsoft.com/office/drawing/2014/main" id="{B28122EA-5F04-B49E-2551-228F20C084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02100" y="5085184"/>
            <a:ext cx="612668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Char char="•"/>
              <a:defRPr kumimoji="1"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Char char="o"/>
              <a:defRPr kumimoji="1"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imes New Roman" panose="02020603050405020304" pitchFamily="18" charset="0"/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1050" dirty="0">
                <a:solidFill>
                  <a:srgbClr val="FF0000"/>
                </a:solidFill>
              </a:rPr>
              <a:t>1.0… x</a:t>
            </a:r>
            <a:endParaRPr lang="en-MY" altLang="en-US" sz="1050" dirty="0">
              <a:solidFill>
                <a:srgbClr val="FF0000"/>
              </a:solidFill>
            </a:endParaRPr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EDE00E35-B42A-1283-719F-EF1F86D355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83258" y="5109314"/>
            <a:ext cx="850900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Char char="•"/>
              <a:defRPr kumimoji="1"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Char char="o"/>
              <a:defRPr kumimoji="1"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imes New Roman" panose="02020603050405020304" pitchFamily="18" charset="0"/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1200" dirty="0">
                <a:solidFill>
                  <a:srgbClr val="FF0000"/>
                </a:solidFill>
              </a:rPr>
              <a:t>1.111… =</a:t>
            </a:r>
            <a:endParaRPr lang="en-MY" altLang="en-US" sz="1200" dirty="0">
              <a:solidFill>
                <a:srgbClr val="FF0000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CCFDD83-8B26-355C-9BF5-4D71FF3E92E0}"/>
              </a:ext>
            </a:extLst>
          </p:cNvPr>
          <p:cNvSpPr/>
          <p:nvPr/>
        </p:nvSpPr>
        <p:spPr>
          <a:xfrm>
            <a:off x="4067944" y="5013176"/>
            <a:ext cx="1008112" cy="373950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257E438-289F-5D10-F9EF-A833E39562D2}"/>
              </a:ext>
            </a:extLst>
          </p:cNvPr>
          <p:cNvCxnSpPr>
            <a:cxnSpLocks/>
            <a:stCxn id="9" idx="2"/>
            <a:endCxn id="14" idx="0"/>
          </p:cNvCxnSpPr>
          <p:nvPr/>
        </p:nvCxnSpPr>
        <p:spPr>
          <a:xfrm flipH="1">
            <a:off x="2468164" y="5387126"/>
            <a:ext cx="2103836" cy="742563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9C8EA204-78CC-28DD-F161-C5C16E384B6F}"/>
              </a:ext>
            </a:extLst>
          </p:cNvPr>
          <p:cNvSpPr txBox="1"/>
          <p:nvPr/>
        </p:nvSpPr>
        <p:spPr>
          <a:xfrm>
            <a:off x="971600" y="6129689"/>
            <a:ext cx="299312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1100" dirty="0"/>
              <a:t>The smallest (+) number can be represented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54CB455-E135-986F-4A29-C7B89B643F35}"/>
              </a:ext>
            </a:extLst>
          </p:cNvPr>
          <p:cNvSpPr/>
          <p:nvPr/>
        </p:nvSpPr>
        <p:spPr>
          <a:xfrm>
            <a:off x="5380202" y="5029014"/>
            <a:ext cx="2072118" cy="373950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35FD260A-D26A-9B91-53FD-0D9C482DCE12}"/>
              </a:ext>
            </a:extLst>
          </p:cNvPr>
          <p:cNvCxnSpPr>
            <a:cxnSpLocks/>
            <a:stCxn id="15" idx="2"/>
          </p:cNvCxnSpPr>
          <p:nvPr/>
        </p:nvCxnSpPr>
        <p:spPr>
          <a:xfrm>
            <a:off x="6416261" y="5402964"/>
            <a:ext cx="99955" cy="296337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ACC7F911-75D7-C306-CA63-A90007ADD41F}"/>
              </a:ext>
            </a:extLst>
          </p:cNvPr>
          <p:cNvSpPr txBox="1"/>
          <p:nvPr/>
        </p:nvSpPr>
        <p:spPr>
          <a:xfrm>
            <a:off x="5256435" y="5750044"/>
            <a:ext cx="294183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1100" dirty="0"/>
              <a:t>The biggest (+) number can be represented</a:t>
            </a:r>
          </a:p>
        </p:txBody>
      </p:sp>
      <p:sp>
        <p:nvSpPr>
          <p:cNvPr id="2" name="Speech Bubble: Rectangle with Corners Rounded 1">
            <a:extLst>
              <a:ext uri="{FF2B5EF4-FFF2-40B4-BE49-F238E27FC236}">
                <a16:creationId xmlns:a16="http://schemas.microsoft.com/office/drawing/2014/main" id="{3B25828E-8C43-1CB9-2E46-4A8137D8D2D9}"/>
              </a:ext>
            </a:extLst>
          </p:cNvPr>
          <p:cNvSpPr/>
          <p:nvPr/>
        </p:nvSpPr>
        <p:spPr>
          <a:xfrm>
            <a:off x="5507038" y="764704"/>
            <a:ext cx="2376264" cy="424845"/>
          </a:xfrm>
          <a:prstGeom prst="wedgeRoundRectCallout">
            <a:avLst>
              <a:gd name="adj1" fmla="val -67754"/>
              <a:gd name="adj2" fmla="val 374273"/>
              <a:gd name="adj3" fmla="val 16667"/>
            </a:avLst>
          </a:prstGeom>
          <a:ln>
            <a:solidFill>
              <a:schemeClr val="accent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dirty="0"/>
              <a:t>2,147,483,647</a:t>
            </a:r>
          </a:p>
        </p:txBody>
      </p:sp>
      <p:sp>
        <p:nvSpPr>
          <p:cNvPr id="10" name="Speech Bubble: Rectangle with Corners Rounded 9">
            <a:extLst>
              <a:ext uri="{FF2B5EF4-FFF2-40B4-BE49-F238E27FC236}">
                <a16:creationId xmlns:a16="http://schemas.microsoft.com/office/drawing/2014/main" id="{96AB29F7-4F0B-0C84-D1DB-5AA04427E1E1}"/>
              </a:ext>
            </a:extLst>
          </p:cNvPr>
          <p:cNvSpPr/>
          <p:nvPr/>
        </p:nvSpPr>
        <p:spPr>
          <a:xfrm>
            <a:off x="395536" y="1533127"/>
            <a:ext cx="2376264" cy="424845"/>
          </a:xfrm>
          <a:prstGeom prst="wedgeRoundRectCallout">
            <a:avLst>
              <a:gd name="adj1" fmla="val 69778"/>
              <a:gd name="adj2" fmla="val 190928"/>
              <a:gd name="adj3" fmla="val 16667"/>
            </a:avLst>
          </a:prstGeom>
          <a:ln>
            <a:solidFill>
              <a:schemeClr val="accent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dirty="0"/>
              <a:t>-2,147,483,647</a:t>
            </a:r>
          </a:p>
        </p:txBody>
      </p:sp>
    </p:spTree>
    <p:extLst>
      <p:ext uri="{BB962C8B-B14F-4D97-AF65-F5344CB8AC3E}">
        <p14:creationId xmlns:p14="http://schemas.microsoft.com/office/powerpoint/2010/main" val="293269558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2">
            <a:extLst>
              <a:ext uri="{FF2B5EF4-FFF2-40B4-BE49-F238E27FC236}">
                <a16:creationId xmlns:a16="http://schemas.microsoft.com/office/drawing/2014/main" id="{31AD718C-F2AB-29C3-A177-744B0665D40D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616570" y="228600"/>
            <a:ext cx="7587629" cy="1143000"/>
          </a:xfrm>
        </p:spPr>
        <p:txBody>
          <a:bodyPr/>
          <a:lstStyle/>
          <a:p>
            <a:r>
              <a:rPr lang="en-US" altLang="en-US" dirty="0"/>
              <a:t>IEEE 754</a:t>
            </a:r>
          </a:p>
        </p:txBody>
      </p:sp>
      <p:sp>
        <p:nvSpPr>
          <p:cNvPr id="142339" name="Rectangle 3">
            <a:extLst>
              <a:ext uri="{FF2B5EF4-FFF2-40B4-BE49-F238E27FC236}">
                <a16:creationId xmlns:a16="http://schemas.microsoft.com/office/drawing/2014/main" id="{5941EF05-F842-3C25-DE15-4A236738BEC4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611560" y="1800224"/>
            <a:ext cx="7525965" cy="4509095"/>
          </a:xfrm>
        </p:spPr>
        <p:txBody>
          <a:bodyPr>
            <a:normAutofit fontScale="92500" lnSpcReduction="10000"/>
          </a:bodyPr>
          <a:lstStyle/>
          <a:p>
            <a:r>
              <a:rPr lang="en-US" altLang="en-US" dirty="0"/>
              <a:t>The most important floating-point representation is defined in IEEE Standard 754, adopted in 1985 and revised in 2008. </a:t>
            </a:r>
          </a:p>
          <a:p>
            <a:r>
              <a:rPr lang="en-US" altLang="en-US" dirty="0"/>
              <a:t>This standard was developed to facilitate the portability of programs from one processor to another and to encourage the development of sophisticated, numerically oriented programs. </a:t>
            </a:r>
          </a:p>
          <a:p>
            <a:r>
              <a:rPr lang="en-US" altLang="en-US" dirty="0"/>
              <a:t>The standard has been widely adopted and is used on virtually all contemporary processors and arithmetic coprocessors. IEEE 754-2008 covers both binary and decimal floating-point representations. </a:t>
            </a:r>
          </a:p>
          <a:p>
            <a:r>
              <a:rPr lang="en-US" altLang="en-US" dirty="0"/>
              <a:t>Standard for floating point storage</a:t>
            </a:r>
          </a:p>
          <a:p>
            <a:r>
              <a:rPr lang="en-US" altLang="en-US" sz="2600" b="1" dirty="0">
                <a:solidFill>
                  <a:srgbClr val="00B050"/>
                </a:solidFill>
              </a:rPr>
              <a:t>32- 64- and 128-bit standards</a:t>
            </a:r>
          </a:p>
          <a:p>
            <a:r>
              <a:rPr lang="en-US" altLang="en-US" sz="2600" b="1" dirty="0">
                <a:solidFill>
                  <a:srgbClr val="00B050"/>
                </a:solidFill>
              </a:rPr>
              <a:t>8, 11 and 15-bit exponent respectively</a:t>
            </a:r>
          </a:p>
          <a:p>
            <a:r>
              <a:rPr lang="en-US" altLang="en-US" dirty="0"/>
              <a:t>Extended formats (both significand and exponent) for intermediate results</a:t>
            </a:r>
          </a:p>
          <a:p>
            <a:endParaRPr lang="en-US" altLang="en-US" dirty="0"/>
          </a:p>
        </p:txBody>
      </p:sp>
    </p:spTree>
  </p:cSld>
  <p:clrMapOvr>
    <a:masterClrMapping/>
  </p:clrMapOvr>
  <p:transition/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Rectangle 2">
            <a:extLst>
              <a:ext uri="{FF2B5EF4-FFF2-40B4-BE49-F238E27FC236}">
                <a16:creationId xmlns:a16="http://schemas.microsoft.com/office/drawing/2014/main" id="{82934BC0-A8A3-AC81-517B-6A6077C5567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5212" y="365760"/>
            <a:ext cx="7890672" cy="614968"/>
          </a:xfrm>
        </p:spPr>
        <p:txBody>
          <a:bodyPr>
            <a:normAutofit fontScale="90000"/>
          </a:bodyPr>
          <a:lstStyle/>
          <a:p>
            <a:r>
              <a:rPr lang="en-US" altLang="en-US" dirty="0"/>
              <a:t>IEEE 754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41C2035-6F13-6B58-D151-3D06D5A708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212" y="1052736"/>
            <a:ext cx="7632848" cy="5039570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C42F24F1-C1EF-471F-A19B-A340CE541D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56C425C-3C64-47BA-B583-94D39B9B7F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7759" y="480060"/>
            <a:ext cx="842742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table with numbers and symbols&#10;&#10;Description automatically generated">
            <a:extLst>
              <a:ext uri="{FF2B5EF4-FFF2-40B4-BE49-F238E27FC236}">
                <a16:creationId xmlns:a16="http://schemas.microsoft.com/office/drawing/2014/main" id="{93ECD696-484B-0DB3-BDCB-E2A7026DE5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600" y="1179831"/>
            <a:ext cx="8178799" cy="4498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880886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Rectangle 2">
            <a:extLst>
              <a:ext uri="{FF2B5EF4-FFF2-40B4-BE49-F238E27FC236}">
                <a16:creationId xmlns:a16="http://schemas.microsoft.com/office/drawing/2014/main" id="{370A1108-FD7A-F17A-A893-F5DA69B7344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Floating Point Arithmetic</a:t>
            </a:r>
          </a:p>
        </p:txBody>
      </p:sp>
      <p:sp>
        <p:nvSpPr>
          <p:cNvPr id="145411" name="Rectangle 3">
            <a:extLst>
              <a:ext uri="{FF2B5EF4-FFF2-40B4-BE49-F238E27FC236}">
                <a16:creationId xmlns:a16="http://schemas.microsoft.com/office/drawing/2014/main" id="{3F4AC4D4-860D-BEE0-1850-967E7B5BD02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885950"/>
            <a:ext cx="7571184" cy="3919314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en-US" altLang="en-US" sz="2400" dirty="0"/>
              <a:t>FP operation may cause</a:t>
            </a:r>
          </a:p>
          <a:p>
            <a:pPr lvl="1">
              <a:lnSpc>
                <a:spcPct val="90000"/>
              </a:lnSpc>
            </a:pPr>
            <a:r>
              <a:rPr lang="en-US" altLang="en-US" sz="2000" dirty="0"/>
              <a:t>Exponent overflow</a:t>
            </a:r>
          </a:p>
          <a:p>
            <a:pPr lvl="2">
              <a:lnSpc>
                <a:spcPct val="90000"/>
              </a:lnSpc>
            </a:pPr>
            <a:r>
              <a:rPr lang="en-US" altLang="en-US" sz="1800" dirty="0"/>
              <a:t>Positive exponent exceed maximum possible value</a:t>
            </a:r>
          </a:p>
          <a:p>
            <a:pPr lvl="2">
              <a:lnSpc>
                <a:spcPct val="90000"/>
              </a:lnSpc>
            </a:pPr>
            <a:r>
              <a:rPr lang="en-US" altLang="en-US" sz="1800" dirty="0"/>
              <a:t>May be + </a:t>
            </a:r>
            <a:r>
              <a:rPr lang="en-US" altLang="en-US" sz="1800" dirty="0">
                <a:sym typeface="Symbol" panose="05050102010706020507" pitchFamily="18" charset="2"/>
              </a:rPr>
              <a:t> or - </a:t>
            </a:r>
          </a:p>
          <a:p>
            <a:pPr lvl="1">
              <a:lnSpc>
                <a:spcPct val="90000"/>
              </a:lnSpc>
            </a:pPr>
            <a:r>
              <a:rPr lang="en-US" altLang="en-US" sz="2000" dirty="0"/>
              <a:t>Exponent underflow</a:t>
            </a:r>
          </a:p>
          <a:p>
            <a:pPr lvl="2">
              <a:lnSpc>
                <a:spcPct val="90000"/>
              </a:lnSpc>
            </a:pPr>
            <a:r>
              <a:rPr lang="en-US" altLang="en-US" sz="1800" dirty="0"/>
              <a:t>Negative exponent less than the minimum possible</a:t>
            </a:r>
          </a:p>
          <a:p>
            <a:pPr lvl="2">
              <a:lnSpc>
                <a:spcPct val="90000"/>
              </a:lnSpc>
            </a:pPr>
            <a:r>
              <a:rPr lang="en-US" altLang="en-US" sz="1800" dirty="0"/>
              <a:t>Number too small, may be reported as 0</a:t>
            </a:r>
          </a:p>
          <a:p>
            <a:pPr lvl="1">
              <a:lnSpc>
                <a:spcPct val="90000"/>
              </a:lnSpc>
            </a:pPr>
            <a:r>
              <a:rPr lang="en-US" altLang="en-US" sz="2000" dirty="0"/>
              <a:t>Significand underflow</a:t>
            </a:r>
          </a:p>
          <a:p>
            <a:pPr lvl="2">
              <a:lnSpc>
                <a:spcPct val="90000"/>
              </a:lnSpc>
            </a:pPr>
            <a:r>
              <a:rPr lang="en-US" altLang="en-US" sz="1800" dirty="0"/>
              <a:t>When aligning, digits flow off the right end of significand</a:t>
            </a:r>
          </a:p>
          <a:p>
            <a:pPr lvl="1">
              <a:lnSpc>
                <a:spcPct val="90000"/>
              </a:lnSpc>
            </a:pPr>
            <a:r>
              <a:rPr lang="en-US" altLang="en-US" sz="2000" dirty="0"/>
              <a:t>Significand overflow</a:t>
            </a:r>
          </a:p>
          <a:p>
            <a:pPr lvl="2">
              <a:lnSpc>
                <a:spcPct val="90000"/>
              </a:lnSpc>
            </a:pPr>
            <a:r>
              <a:rPr lang="en-US" altLang="en-US" sz="1800" dirty="0"/>
              <a:t>Carry out of most significant bit</a:t>
            </a:r>
          </a:p>
          <a:p>
            <a:pPr lvl="2">
              <a:lnSpc>
                <a:spcPct val="90000"/>
              </a:lnSpc>
            </a:pPr>
            <a:r>
              <a:rPr lang="en-US" altLang="en-US" sz="1800" dirty="0"/>
              <a:t>E.g. when adding 2 significand of same sign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Rectangle 2">
            <a:extLst>
              <a:ext uri="{FF2B5EF4-FFF2-40B4-BE49-F238E27FC236}">
                <a16:creationId xmlns:a16="http://schemas.microsoft.com/office/drawing/2014/main" id="{CBC7AE07-7202-FE1C-0E78-DC9D309A8EBD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395536" y="187474"/>
            <a:ext cx="7848872" cy="1143000"/>
          </a:xfrm>
        </p:spPr>
        <p:txBody>
          <a:bodyPr>
            <a:normAutofit fontScale="90000"/>
          </a:bodyPr>
          <a:lstStyle/>
          <a:p>
            <a:r>
              <a:rPr lang="en-US" altLang="en-US" dirty="0"/>
              <a:t>FP Arithmetic Addition/Subtraction</a:t>
            </a:r>
          </a:p>
        </p:txBody>
      </p:sp>
      <p:sp>
        <p:nvSpPr>
          <p:cNvPr id="146435" name="Rectangle 3">
            <a:extLst>
              <a:ext uri="{FF2B5EF4-FFF2-40B4-BE49-F238E27FC236}">
                <a16:creationId xmlns:a16="http://schemas.microsoft.com/office/drawing/2014/main" id="{729E75CF-9139-116C-4FC8-CEA9588B4459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395536" y="1844824"/>
            <a:ext cx="7824572" cy="4171950"/>
          </a:xfrm>
        </p:spPr>
        <p:txBody>
          <a:bodyPr>
            <a:normAutofit/>
          </a:bodyPr>
          <a:lstStyle/>
          <a:p>
            <a:r>
              <a:rPr lang="en-US" altLang="en-US" sz="2800" dirty="0"/>
              <a:t>More complicated than multiplication/division</a:t>
            </a:r>
            <a:endParaRPr lang="en-US" altLang="en-US" sz="2800" b="1" dirty="0">
              <a:sym typeface="Symbol" panose="05050102010706020507" pitchFamily="18" charset="2"/>
            </a:endParaRPr>
          </a:p>
          <a:p>
            <a:pPr lvl="1"/>
            <a:r>
              <a:rPr lang="en-US" altLang="en-US" sz="2400" dirty="0"/>
              <a:t>Need for alignment </a:t>
            </a:r>
          </a:p>
          <a:p>
            <a:r>
              <a:rPr lang="en-US" altLang="en-US" sz="2800" dirty="0"/>
              <a:t>4 phases</a:t>
            </a:r>
          </a:p>
          <a:p>
            <a:pPr marL="274320" lvl="1" indent="0">
              <a:buNone/>
            </a:pPr>
            <a:endParaRPr lang="en-US" altLang="en-US" sz="2400" dirty="0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CEA24547-AEF9-BACC-2BB0-4A03EFD9C53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60141371"/>
              </p:ext>
            </p:extLst>
          </p:nvPr>
        </p:nvGraphicFramePr>
        <p:xfrm>
          <a:off x="923996" y="3993158"/>
          <a:ext cx="6984776" cy="252144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ransition/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47C9905-6BA7-954A-38EF-86BEEE5D2B3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461"/>
          <a:stretch/>
        </p:blipFill>
        <p:spPr>
          <a:xfrm>
            <a:off x="1763688" y="205755"/>
            <a:ext cx="7096125" cy="5950421"/>
          </a:xfrm>
          <a:prstGeom prst="rect">
            <a:avLst/>
          </a:prstGeom>
        </p:spPr>
      </p:pic>
      <p:sp>
        <p:nvSpPr>
          <p:cNvPr id="148482" name="Rectangle 2">
            <a:extLst>
              <a:ext uri="{FF2B5EF4-FFF2-40B4-BE49-F238E27FC236}">
                <a16:creationId xmlns:a16="http://schemas.microsoft.com/office/drawing/2014/main" id="{352F1264-B5B3-0A01-73D3-F69598D44E34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279931" y="5023688"/>
            <a:ext cx="3499981" cy="1143000"/>
          </a:xfrm>
        </p:spPr>
        <p:txBody>
          <a:bodyPr>
            <a:noAutofit/>
          </a:bodyPr>
          <a:lstStyle/>
          <a:p>
            <a:r>
              <a:rPr lang="en-GB" altLang="en-US" sz="3600" dirty="0"/>
              <a:t>FP Addition &amp; Subtraction Flowchart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B1D77CC-CF0B-1860-8B25-0E579A0C13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9832" y="647700"/>
            <a:ext cx="5638800" cy="5562600"/>
          </a:xfrm>
          <a:prstGeom prst="rect">
            <a:avLst/>
          </a:prstGeom>
        </p:spPr>
      </p:pic>
      <p:sp>
        <p:nvSpPr>
          <p:cNvPr id="4" name="Rectangle 2">
            <a:extLst>
              <a:ext uri="{FF2B5EF4-FFF2-40B4-BE49-F238E27FC236}">
                <a16:creationId xmlns:a16="http://schemas.microsoft.com/office/drawing/2014/main" id="{D48E5093-FDE8-E440-A0E8-4780F2FDB75F}"/>
              </a:ext>
            </a:extLst>
          </p:cNvPr>
          <p:cNvSpPr txBox="1">
            <a:spLocks noChangeArrowheads="1"/>
          </p:cNvSpPr>
          <p:nvPr/>
        </p:nvSpPr>
        <p:spPr>
          <a:xfrm>
            <a:off x="279931" y="5023688"/>
            <a:ext cx="4148053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 spc="-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kumimoji="0" lang="en-GB" altLang="en-US" sz="3600" dirty="0"/>
              <a:t>FP Multiplication Flowchart</a:t>
            </a:r>
          </a:p>
        </p:txBody>
      </p:sp>
    </p:spTree>
    <p:extLst>
      <p:ext uri="{BB962C8B-B14F-4D97-AF65-F5344CB8AC3E}">
        <p14:creationId xmlns:p14="http://schemas.microsoft.com/office/powerpoint/2010/main" val="1204165603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089BCD2-DB07-5D3E-040A-CA444437B21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536" r="4697"/>
          <a:stretch/>
        </p:blipFill>
        <p:spPr>
          <a:xfrm>
            <a:off x="3059832" y="663339"/>
            <a:ext cx="5328592" cy="5531321"/>
          </a:xfrm>
          <a:prstGeom prst="rect">
            <a:avLst/>
          </a:prstGeom>
        </p:spPr>
      </p:pic>
      <p:sp>
        <p:nvSpPr>
          <p:cNvPr id="4" name="Rectangle 2">
            <a:extLst>
              <a:ext uri="{FF2B5EF4-FFF2-40B4-BE49-F238E27FC236}">
                <a16:creationId xmlns:a16="http://schemas.microsoft.com/office/drawing/2014/main" id="{7349ACC6-A2FA-E95D-B2A3-31BA796F2E48}"/>
              </a:ext>
            </a:extLst>
          </p:cNvPr>
          <p:cNvSpPr txBox="1">
            <a:spLocks noChangeArrowheads="1"/>
          </p:cNvSpPr>
          <p:nvPr/>
        </p:nvSpPr>
        <p:spPr>
          <a:xfrm>
            <a:off x="279931" y="5023688"/>
            <a:ext cx="4148053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 spc="-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kumimoji="0" lang="en-GB" altLang="en-US" sz="3600" dirty="0"/>
              <a:t>FP Division Flowchart</a:t>
            </a:r>
          </a:p>
        </p:txBody>
      </p:sp>
    </p:spTree>
    <p:extLst>
      <p:ext uri="{BB962C8B-B14F-4D97-AF65-F5344CB8AC3E}">
        <p14:creationId xmlns:p14="http://schemas.microsoft.com/office/powerpoint/2010/main" val="4051284193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931AF-EF0A-27EB-E70E-81B3C8D590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Quick Activity #10 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2F04B21-75AD-F9D2-43CC-06344A0B76C3}"/>
              </a:ext>
            </a:extLst>
          </p:cNvPr>
          <p:cNvSpPr txBox="1">
            <a:spLocks/>
          </p:cNvSpPr>
          <p:nvPr/>
        </p:nvSpPr>
        <p:spPr>
          <a:xfrm>
            <a:off x="251520" y="1801403"/>
            <a:ext cx="7887005" cy="31397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buFont typeface="Arial" pitchFamily="34" charset="0"/>
              <a:buNone/>
            </a:pPr>
            <a:r>
              <a:rPr kumimoji="0" lang="en-US" sz="2400" dirty="0"/>
              <a:t>The following numbers use the IEEE 32-bit floating-point format. What is the equivalent decimal value?</a:t>
            </a:r>
          </a:p>
          <a:p>
            <a:pPr marL="0" indent="0" fontAlgn="auto">
              <a:buFont typeface="Arial" pitchFamily="34" charset="0"/>
              <a:buNone/>
            </a:pPr>
            <a:endParaRPr kumimoji="0" lang="en-US" sz="2400" dirty="0"/>
          </a:p>
          <a:p>
            <a:pPr fontAlgn="auto"/>
            <a:r>
              <a:rPr kumimoji="0" lang="en-MY" sz="2400" dirty="0"/>
              <a:t>0 10000000 10100000000000000000000</a:t>
            </a:r>
          </a:p>
          <a:p>
            <a:pPr fontAlgn="auto"/>
            <a:r>
              <a:rPr kumimoji="0" lang="en-MY" sz="2400" dirty="0"/>
              <a:t>1 10000010 00100000000000000000000</a:t>
            </a:r>
          </a:p>
        </p:txBody>
      </p:sp>
    </p:spTree>
    <p:extLst>
      <p:ext uri="{BB962C8B-B14F-4D97-AF65-F5344CB8AC3E}">
        <p14:creationId xmlns:p14="http://schemas.microsoft.com/office/powerpoint/2010/main" val="2942798893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931AF-EF0A-27EB-E70E-81B3C8D590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Quick Activity #11 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2F04B21-75AD-F9D2-43CC-06344A0B76C3}"/>
              </a:ext>
            </a:extLst>
          </p:cNvPr>
          <p:cNvSpPr txBox="1">
            <a:spLocks/>
          </p:cNvSpPr>
          <p:nvPr/>
        </p:nvSpPr>
        <p:spPr>
          <a:xfrm>
            <a:off x="251520" y="1801402"/>
            <a:ext cx="7887005" cy="38598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buFont typeface="Arial" pitchFamily="34" charset="0"/>
              <a:buNone/>
            </a:pPr>
            <a:r>
              <a:rPr kumimoji="0" lang="en-US" sz="2800" dirty="0"/>
              <a:t>Express the following numbers in IEEE 32-bit floating-point format</a:t>
            </a:r>
          </a:p>
          <a:p>
            <a:pPr fontAlgn="auto"/>
            <a:r>
              <a:rPr kumimoji="0" lang="en-MY" sz="2800" dirty="0"/>
              <a:t>-5 </a:t>
            </a:r>
          </a:p>
          <a:p>
            <a:pPr fontAlgn="auto"/>
            <a:r>
              <a:rPr kumimoji="0" lang="en-MY" sz="2800" dirty="0"/>
              <a:t>-6 </a:t>
            </a:r>
          </a:p>
          <a:p>
            <a:pPr fontAlgn="auto"/>
            <a:r>
              <a:rPr kumimoji="0" lang="en-MY" sz="2800" dirty="0"/>
              <a:t>384</a:t>
            </a:r>
          </a:p>
          <a:p>
            <a:pPr fontAlgn="auto"/>
            <a:r>
              <a:rPr kumimoji="0" lang="en-MY" sz="2800" dirty="0"/>
              <a:t>1/16 </a:t>
            </a:r>
          </a:p>
        </p:txBody>
      </p:sp>
    </p:spTree>
    <p:extLst>
      <p:ext uri="{BB962C8B-B14F-4D97-AF65-F5344CB8AC3E}">
        <p14:creationId xmlns:p14="http://schemas.microsoft.com/office/powerpoint/2010/main" val="1577101232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931AF-EF0A-27EB-E70E-81B3C8D590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Quick Activity #11 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2F04B21-75AD-F9D2-43CC-06344A0B76C3}"/>
              </a:ext>
            </a:extLst>
          </p:cNvPr>
          <p:cNvSpPr txBox="1">
            <a:spLocks/>
          </p:cNvSpPr>
          <p:nvPr/>
        </p:nvSpPr>
        <p:spPr>
          <a:xfrm>
            <a:off x="251520" y="1801402"/>
            <a:ext cx="7887005" cy="46908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buFont typeface="Arial" pitchFamily="34" charset="0"/>
              <a:buNone/>
            </a:pPr>
            <a:r>
              <a:rPr kumimoji="0" lang="en-US" sz="2800" dirty="0"/>
              <a:t>Express the following numbers in IEEE 32-bit floating-point format</a:t>
            </a:r>
          </a:p>
          <a:p>
            <a:pPr fontAlgn="auto"/>
            <a:r>
              <a:rPr kumimoji="0" lang="en-MY" sz="2800" dirty="0"/>
              <a:t>-5 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6ADF15A-90E9-E014-5ABF-F7E81E2E2D0A}"/>
              </a:ext>
            </a:extLst>
          </p:cNvPr>
          <p:cNvGrpSpPr/>
          <p:nvPr/>
        </p:nvGrpSpPr>
        <p:grpSpPr>
          <a:xfrm>
            <a:off x="1764928" y="3177811"/>
            <a:ext cx="6120680" cy="504056"/>
            <a:chOff x="971600" y="4581128"/>
            <a:chExt cx="6120680" cy="504056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C1A123AC-DFC5-E044-E5B0-48D855FC2C8C}"/>
                </a:ext>
              </a:extLst>
            </p:cNvPr>
            <p:cNvSpPr/>
            <p:nvPr/>
          </p:nvSpPr>
          <p:spPr>
            <a:xfrm>
              <a:off x="3347864" y="4581128"/>
              <a:ext cx="3744416" cy="50405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8D8EED4D-60A9-D542-AC17-45211347CBBE}"/>
                </a:ext>
              </a:extLst>
            </p:cNvPr>
            <p:cNvSpPr/>
            <p:nvPr/>
          </p:nvSpPr>
          <p:spPr>
            <a:xfrm>
              <a:off x="1259632" y="4581128"/>
              <a:ext cx="2088232" cy="50405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C6ED9F2-33B6-CB8F-6D54-11012D9A0DF0}"/>
                </a:ext>
              </a:extLst>
            </p:cNvPr>
            <p:cNvSpPr/>
            <p:nvPr/>
          </p:nvSpPr>
          <p:spPr>
            <a:xfrm>
              <a:off x="971600" y="4581128"/>
              <a:ext cx="288032" cy="50405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0386A922-3A60-CEC6-D214-FCD637046B2E}"/>
              </a:ext>
            </a:extLst>
          </p:cNvPr>
          <p:cNvSpPr txBox="1"/>
          <p:nvPr/>
        </p:nvSpPr>
        <p:spPr>
          <a:xfrm>
            <a:off x="2221515" y="3823010"/>
            <a:ext cx="18638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sz="1200" dirty="0"/>
              <a:t>Biased Exponent</a:t>
            </a:r>
            <a:endParaRPr lang="en-MY" sz="12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0C0B03F-BC84-AA38-9FA4-1ABC423C47EF}"/>
              </a:ext>
            </a:extLst>
          </p:cNvPr>
          <p:cNvSpPr txBox="1"/>
          <p:nvPr/>
        </p:nvSpPr>
        <p:spPr>
          <a:xfrm>
            <a:off x="5126720" y="3822903"/>
            <a:ext cx="18638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sz="1200" dirty="0"/>
              <a:t>Significand</a:t>
            </a:r>
            <a:endParaRPr lang="en-MY" sz="12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82BE051-AE15-BA4F-3125-0A83A5340FE7}"/>
              </a:ext>
            </a:extLst>
          </p:cNvPr>
          <p:cNvSpPr txBox="1"/>
          <p:nvPr/>
        </p:nvSpPr>
        <p:spPr>
          <a:xfrm>
            <a:off x="1684669" y="3822903"/>
            <a:ext cx="4485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sz="1200" dirty="0"/>
              <a:t>S</a:t>
            </a:r>
            <a:endParaRPr lang="en-MY" sz="12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400C56B-B60C-59AA-81D2-DD29A0983003}"/>
              </a:ext>
            </a:extLst>
          </p:cNvPr>
          <p:cNvSpPr txBox="1"/>
          <p:nvPr/>
        </p:nvSpPr>
        <p:spPr>
          <a:xfrm>
            <a:off x="2483853" y="3228945"/>
            <a:ext cx="12880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/>
              <a:t>01111111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0D388F3-E7C7-AF02-2A57-2A163F49A4E7}"/>
              </a:ext>
            </a:extLst>
          </p:cNvPr>
          <p:cNvSpPr txBox="1"/>
          <p:nvPr/>
        </p:nvSpPr>
        <p:spPr>
          <a:xfrm>
            <a:off x="1764928" y="3229784"/>
            <a:ext cx="3667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/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7F35BD7-22EA-8115-2AA4-95374543D29A}"/>
              </a:ext>
            </a:extLst>
          </p:cNvPr>
          <p:cNvSpPr txBox="1"/>
          <p:nvPr/>
        </p:nvSpPr>
        <p:spPr>
          <a:xfrm>
            <a:off x="4355976" y="3228945"/>
            <a:ext cx="35283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/>
              <a:t>01000000000000000000000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B33ECF5-5106-AE6B-E94B-6EBA4E517A26}"/>
              </a:ext>
            </a:extLst>
          </p:cNvPr>
          <p:cNvSpPr txBox="1"/>
          <p:nvPr/>
        </p:nvSpPr>
        <p:spPr>
          <a:xfrm>
            <a:off x="445301" y="4329214"/>
            <a:ext cx="777058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AutoNum type="arabicPeriod"/>
            </a:pPr>
            <a:r>
              <a:rPr lang="en-MY" sz="1800" dirty="0"/>
              <a:t>Determine the sign bit </a:t>
            </a:r>
          </a:p>
          <a:p>
            <a:pPr marL="228600" indent="-228600">
              <a:buAutoNum type="arabicPeriod"/>
            </a:pPr>
            <a:r>
              <a:rPr lang="en-MY" sz="1800" dirty="0"/>
              <a:t>Convert the integer to binary value </a:t>
            </a:r>
          </a:p>
          <a:p>
            <a:pPr marL="228600" indent="-228600">
              <a:buAutoNum type="arabicPeriod"/>
            </a:pPr>
            <a:r>
              <a:rPr lang="en-MY" sz="1800" dirty="0"/>
              <a:t>Determine the exponent </a:t>
            </a:r>
          </a:p>
          <a:p>
            <a:pPr marL="685800" lvl="1" indent="-228600">
              <a:buAutoNum type="arabicPeriod"/>
            </a:pPr>
            <a:r>
              <a:rPr lang="en-MY" sz="1800" dirty="0"/>
              <a:t>For 32-bit floating point, we will be using 8-bit biased exponent </a:t>
            </a:r>
          </a:p>
          <a:p>
            <a:pPr marL="228600" indent="-228600">
              <a:buAutoNum type="arabicPeriod"/>
            </a:pPr>
            <a:r>
              <a:rPr lang="en-MY" sz="1800" dirty="0"/>
              <a:t>Determine the significand</a:t>
            </a:r>
          </a:p>
        </p:txBody>
      </p:sp>
    </p:spTree>
    <p:extLst>
      <p:ext uri="{BB962C8B-B14F-4D97-AF65-F5344CB8AC3E}">
        <p14:creationId xmlns:p14="http://schemas.microsoft.com/office/powerpoint/2010/main" val="19698878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658" name="Picture 2" descr="A person sitting on top of a grass covered field&#10;&#10;Description automatically generated">
            <a:extLst>
              <a:ext uri="{FF2B5EF4-FFF2-40B4-BE49-F238E27FC236}">
                <a16:creationId xmlns:a16="http://schemas.microsoft.com/office/drawing/2014/main" id="{10BBA126-FBD2-C7BF-6914-7516D403B4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699"/>
          <a:stretch>
            <a:fillRect/>
          </a:stretch>
        </p:blipFill>
        <p:spPr bwMode="auto">
          <a:xfrm>
            <a:off x="-36513" y="0"/>
            <a:ext cx="9180513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0659" name="Text Box 4">
            <a:extLst>
              <a:ext uri="{FF2B5EF4-FFF2-40B4-BE49-F238E27FC236}">
                <a16:creationId xmlns:a16="http://schemas.microsoft.com/office/drawing/2014/main" id="{F5840E6F-A799-2260-F7B6-6EF0B11774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36513" y="6477000"/>
            <a:ext cx="6264276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100000"/>
              </a:spcBef>
            </a:pPr>
            <a:r>
              <a:rPr kumimoji="0" lang="en-US" altLang="en-US" sz="1400">
                <a:solidFill>
                  <a:srgbClr val="FFFFFF"/>
                </a:solidFill>
              </a:rPr>
              <a:t>Image source: https://www.flickr.com/photos/29143375@N05/4582236533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D6DC6C7-3E58-8AB5-3C50-7D1027DDAD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6400" y="228600"/>
            <a:ext cx="8204200" cy="11430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pitchFamily="34" charset="0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pitchFamily="34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pitchFamily="34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pitchFamily="34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pitchFamily="34" charset="0"/>
              </a:defRPr>
            </a:lvl9pPr>
          </a:lstStyle>
          <a:p>
            <a:pPr>
              <a:defRPr/>
            </a:pPr>
            <a:r>
              <a:rPr lang="en-US" altLang="en-US" kern="0" dirty="0">
                <a:solidFill>
                  <a:srgbClr val="000000"/>
                </a:solidFill>
              </a:rPr>
              <a:t>Reflection…</a:t>
            </a:r>
            <a:endParaRPr lang="en-MY" altLang="en-US" kern="0" dirty="0">
              <a:solidFill>
                <a:srgbClr val="000000"/>
              </a:solidFill>
            </a:endParaRPr>
          </a:p>
        </p:txBody>
      </p:sp>
      <p:sp>
        <p:nvSpPr>
          <p:cNvPr id="70661" name="TextBox 6">
            <a:extLst>
              <a:ext uri="{FF2B5EF4-FFF2-40B4-BE49-F238E27FC236}">
                <a16:creationId xmlns:a16="http://schemas.microsoft.com/office/drawing/2014/main" id="{30932320-593D-0409-80CF-0DA60EFA24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5617" y="3725863"/>
            <a:ext cx="7560072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/>
            <a:r>
              <a:rPr lang="en-MY" altLang="en-US" sz="4000" dirty="0">
                <a:solidFill>
                  <a:srgbClr val="FFFFFF"/>
                </a:solidFill>
              </a:rPr>
              <a:t>From the lecture today, I learnt……</a:t>
            </a:r>
          </a:p>
          <a:p>
            <a:pPr algn="r"/>
            <a:r>
              <a:rPr lang="en-MY" altLang="en-US" sz="4000" dirty="0">
                <a:solidFill>
                  <a:srgbClr val="FFFF00"/>
                </a:solidFill>
              </a:rPr>
              <a:t>Link on eLearn / Chat</a:t>
            </a:r>
            <a:endParaRPr lang="en-MY" altLang="en-US" sz="4800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iew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Designs\stallings.pot</Template>
  <TotalTime>14878</TotalTime>
  <Words>4432</Words>
  <Application>Microsoft Office PowerPoint</Application>
  <PresentationFormat>On-screen Show (4:3)</PresentationFormat>
  <Paragraphs>1320</Paragraphs>
  <Slides>76</Slides>
  <Notes>30</Notes>
  <HiddenSlides>1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76</vt:i4>
      </vt:variant>
    </vt:vector>
  </HeadingPairs>
  <TitlesOfParts>
    <vt:vector size="88" baseType="lpstr">
      <vt:lpstr>PearsonMATHPRO02</vt:lpstr>
      <vt:lpstr>PearsonMATHPRO08</vt:lpstr>
      <vt:lpstr>TimesTenLTStd-Italic</vt:lpstr>
      <vt:lpstr>TimesTenLTStd-Roman</vt:lpstr>
      <vt:lpstr>Arial</vt:lpstr>
      <vt:lpstr>Century Schoolbook</vt:lpstr>
      <vt:lpstr>Symbol</vt:lpstr>
      <vt:lpstr>Tahoma</vt:lpstr>
      <vt:lpstr>Times New Roman</vt:lpstr>
      <vt:lpstr>Wingdings</vt:lpstr>
      <vt:lpstr>Wingdings 2</vt:lpstr>
      <vt:lpstr>View</vt:lpstr>
      <vt:lpstr>Computer Organisation</vt:lpstr>
      <vt:lpstr>Outline</vt:lpstr>
      <vt:lpstr>2’s complement operations</vt:lpstr>
      <vt:lpstr>Multiplication</vt:lpstr>
      <vt:lpstr>Multiplication of unsigned integer </vt:lpstr>
      <vt:lpstr>11 x 13 </vt:lpstr>
      <vt:lpstr>Multiplication</vt:lpstr>
      <vt:lpstr>Multiplication</vt:lpstr>
      <vt:lpstr>Multiplication block diagram</vt:lpstr>
      <vt:lpstr>Unsigned Binary Multiplication</vt:lpstr>
      <vt:lpstr>Flowchart for Unsigned Binary Multiplication</vt:lpstr>
      <vt:lpstr>11 x 13 </vt:lpstr>
      <vt:lpstr>PowerPoint Presentation</vt:lpstr>
      <vt:lpstr>PowerPoint Presentation</vt:lpstr>
      <vt:lpstr>Multiplication using Add-shift method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Quick activity #7</vt:lpstr>
      <vt:lpstr>PowerPoint Presentation</vt:lpstr>
      <vt:lpstr>How we handle multiplication of two negative numbers? </vt:lpstr>
      <vt:lpstr>Multiplying Negative Numbers (2s Complement)</vt:lpstr>
      <vt:lpstr>Multiplying Negative Numbers (2s Complement)</vt:lpstr>
      <vt:lpstr>Multiplying Negative Numbers (2s Complement)</vt:lpstr>
      <vt:lpstr>Multiplying Negative Numbers (2s Complement)</vt:lpstr>
      <vt:lpstr>Booth’s Algorithm conditions </vt:lpstr>
      <vt:lpstr>Booth’s algorithm </vt:lpstr>
      <vt:lpstr>Booth’s algorithm </vt:lpstr>
      <vt:lpstr>Booth’s Algorithm </vt:lpstr>
      <vt:lpstr>PowerPoint Presentation</vt:lpstr>
      <vt:lpstr>Booth’s Algorithm </vt:lpstr>
      <vt:lpstr>Case 1: 4 x 4 </vt:lpstr>
      <vt:lpstr>Case 1: 4 x -4 </vt:lpstr>
      <vt:lpstr>Case 1: -4 x 4 </vt:lpstr>
      <vt:lpstr>Case 1: -4 x -4 </vt:lpstr>
      <vt:lpstr>Advantages of Booth’s Algorithm </vt:lpstr>
      <vt:lpstr>Quick activity #8</vt:lpstr>
      <vt:lpstr>2’s complement operations</vt:lpstr>
      <vt:lpstr>Division</vt:lpstr>
      <vt:lpstr>Long method division </vt:lpstr>
      <vt:lpstr>Long method division </vt:lpstr>
      <vt:lpstr>Flowchart for Unsigned Binary Division</vt:lpstr>
      <vt:lpstr>Division in 2s complement </vt:lpstr>
      <vt:lpstr>PowerPoint Presentation</vt:lpstr>
      <vt:lpstr>Q (Dividend)  = 7 = 0111 M (Divisor)    = 3  = 0011                       2sM  = 1101</vt:lpstr>
      <vt:lpstr>PowerPoint Presentation</vt:lpstr>
      <vt:lpstr>PowerPoint Presentation</vt:lpstr>
      <vt:lpstr>Quick activity #9</vt:lpstr>
      <vt:lpstr>Outline</vt:lpstr>
      <vt:lpstr>Introduction </vt:lpstr>
      <vt:lpstr>Real numbers </vt:lpstr>
      <vt:lpstr>Real numbers </vt:lpstr>
      <vt:lpstr>Real numbers </vt:lpstr>
      <vt:lpstr>Floating-point representation</vt:lpstr>
      <vt:lpstr>Signs for Floating Point</vt:lpstr>
      <vt:lpstr>PowerPoint Presentation</vt:lpstr>
      <vt:lpstr>Floating-point representation</vt:lpstr>
      <vt:lpstr>Floating-point representation</vt:lpstr>
      <vt:lpstr>Floating-point representation</vt:lpstr>
      <vt:lpstr>PowerPoint Presentation</vt:lpstr>
      <vt:lpstr>Normalization</vt:lpstr>
      <vt:lpstr>PowerPoint Presentation</vt:lpstr>
      <vt:lpstr>IEEE 754</vt:lpstr>
      <vt:lpstr>IEEE 754</vt:lpstr>
      <vt:lpstr>PowerPoint Presentation</vt:lpstr>
      <vt:lpstr>Floating Point Arithmetic</vt:lpstr>
      <vt:lpstr>FP Arithmetic Addition/Subtraction</vt:lpstr>
      <vt:lpstr>FP Addition &amp; Subtraction Flowchart</vt:lpstr>
      <vt:lpstr>PowerPoint Presentation</vt:lpstr>
      <vt:lpstr>PowerPoint Presentation</vt:lpstr>
      <vt:lpstr>Quick Activity #10 </vt:lpstr>
      <vt:lpstr>Quick Activity #11 </vt:lpstr>
      <vt:lpstr>Quick Activity #11 </vt:lpstr>
      <vt:lpstr>PowerPoint Presentation</vt:lpstr>
    </vt:vector>
  </TitlesOfParts>
  <Company>NEWI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Control Unit</dc:title>
  <dc:creator>Adrian J Pullin</dc:creator>
  <cp:lastModifiedBy>Nursakirah Ab Rahman Muton</cp:lastModifiedBy>
  <cp:revision>306</cp:revision>
  <dcterms:created xsi:type="dcterms:W3CDTF">1998-11-24T13:30:26Z</dcterms:created>
  <dcterms:modified xsi:type="dcterms:W3CDTF">2024-11-08T05:06:33Z</dcterms:modified>
</cp:coreProperties>
</file>