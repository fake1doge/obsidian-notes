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 id="2147483772" r:id="rId2"/>
  </p:sldMasterIdLst>
  <p:notesMasterIdLst>
    <p:notesMasterId r:id="rId65"/>
  </p:notesMasterIdLst>
  <p:sldIdLst>
    <p:sldId id="501" r:id="rId3"/>
    <p:sldId id="256" r:id="rId4"/>
    <p:sldId id="257" r:id="rId5"/>
    <p:sldId id="258" r:id="rId6"/>
    <p:sldId id="301" r:id="rId7"/>
    <p:sldId id="259" r:id="rId8"/>
    <p:sldId id="260" r:id="rId9"/>
    <p:sldId id="302" r:id="rId10"/>
    <p:sldId id="261" r:id="rId11"/>
    <p:sldId id="262" r:id="rId12"/>
    <p:sldId id="263" r:id="rId13"/>
    <p:sldId id="503" r:id="rId14"/>
    <p:sldId id="506" r:id="rId15"/>
    <p:sldId id="504" r:id="rId16"/>
    <p:sldId id="505" r:id="rId17"/>
    <p:sldId id="507" r:id="rId18"/>
    <p:sldId id="508" r:id="rId19"/>
    <p:sldId id="268" r:id="rId20"/>
    <p:sldId id="269" r:id="rId21"/>
    <p:sldId id="270" r:id="rId22"/>
    <p:sldId id="271" r:id="rId23"/>
    <p:sldId id="303" r:id="rId24"/>
    <p:sldId id="272" r:id="rId25"/>
    <p:sldId id="273" r:id="rId26"/>
    <p:sldId id="509" r:id="rId27"/>
    <p:sldId id="304" r:id="rId28"/>
    <p:sldId id="274" r:id="rId29"/>
    <p:sldId id="275" r:id="rId30"/>
    <p:sldId id="276" r:id="rId31"/>
    <p:sldId id="277" r:id="rId32"/>
    <p:sldId id="278" r:id="rId33"/>
    <p:sldId id="279" r:id="rId34"/>
    <p:sldId id="280" r:id="rId35"/>
    <p:sldId id="308" r:id="rId36"/>
    <p:sldId id="281" r:id="rId37"/>
    <p:sldId id="309" r:id="rId38"/>
    <p:sldId id="282" r:id="rId39"/>
    <p:sldId id="283" r:id="rId40"/>
    <p:sldId id="510" r:id="rId41"/>
    <p:sldId id="511" r:id="rId42"/>
    <p:sldId id="285" r:id="rId43"/>
    <p:sldId id="286" r:id="rId44"/>
    <p:sldId id="287" r:id="rId45"/>
    <p:sldId id="310" r:id="rId46"/>
    <p:sldId id="288" r:id="rId47"/>
    <p:sldId id="311" r:id="rId48"/>
    <p:sldId id="312" r:id="rId49"/>
    <p:sldId id="289" r:id="rId50"/>
    <p:sldId id="314" r:id="rId51"/>
    <p:sldId id="313" r:id="rId52"/>
    <p:sldId id="290" r:id="rId53"/>
    <p:sldId id="291" r:id="rId54"/>
    <p:sldId id="292" r:id="rId55"/>
    <p:sldId id="293" r:id="rId56"/>
    <p:sldId id="294" r:id="rId57"/>
    <p:sldId id="295" r:id="rId58"/>
    <p:sldId id="315" r:id="rId59"/>
    <p:sldId id="296" r:id="rId60"/>
    <p:sldId id="297" r:id="rId61"/>
    <p:sldId id="298" r:id="rId62"/>
    <p:sldId id="299" r:id="rId63"/>
    <p:sldId id="499" r:id="rId64"/>
  </p:sldIdLst>
  <p:sldSz cx="9144000" cy="6858000" type="screen4x3"/>
  <p:notesSz cx="6858000" cy="9144000"/>
  <p:defaultTextStyle>
    <a:defPPr>
      <a:defRPr lang="en-GB"/>
    </a:defPPr>
    <a:lvl1pPr algn="l" defTabSz="457200" rtl="0" eaLnBrk="0" fontAlgn="base" hangingPunct="0">
      <a:spcBef>
        <a:spcPct val="0"/>
      </a:spcBef>
      <a:spcAft>
        <a:spcPct val="0"/>
      </a:spcAft>
      <a:defRPr sz="2000" kern="1200">
        <a:solidFill>
          <a:schemeClr val="bg1"/>
        </a:solidFill>
        <a:latin typeface="Tahoma" panose="020B0604030504040204" pitchFamily="34" charset="0"/>
        <a:ea typeface="+mn-ea"/>
        <a:cs typeface="Droid Sans Fallback" charset="0"/>
      </a:defRPr>
    </a:lvl1pPr>
    <a:lvl2pPr marL="742950" indent="-285750" algn="l" defTabSz="457200" rtl="0" eaLnBrk="0" fontAlgn="base" hangingPunct="0">
      <a:spcBef>
        <a:spcPct val="0"/>
      </a:spcBef>
      <a:spcAft>
        <a:spcPct val="0"/>
      </a:spcAft>
      <a:defRPr sz="2000" kern="1200">
        <a:solidFill>
          <a:schemeClr val="bg1"/>
        </a:solidFill>
        <a:latin typeface="Tahoma" panose="020B0604030504040204" pitchFamily="34" charset="0"/>
        <a:ea typeface="+mn-ea"/>
        <a:cs typeface="Droid Sans Fallback" charset="0"/>
      </a:defRPr>
    </a:lvl2pPr>
    <a:lvl3pPr marL="1143000" indent="-228600" algn="l" defTabSz="457200" rtl="0" eaLnBrk="0" fontAlgn="base" hangingPunct="0">
      <a:spcBef>
        <a:spcPct val="0"/>
      </a:spcBef>
      <a:spcAft>
        <a:spcPct val="0"/>
      </a:spcAft>
      <a:defRPr sz="2000" kern="1200">
        <a:solidFill>
          <a:schemeClr val="bg1"/>
        </a:solidFill>
        <a:latin typeface="Tahoma" panose="020B0604030504040204" pitchFamily="34" charset="0"/>
        <a:ea typeface="+mn-ea"/>
        <a:cs typeface="Droid Sans Fallback" charset="0"/>
      </a:defRPr>
    </a:lvl3pPr>
    <a:lvl4pPr marL="1600200" indent="-228600" algn="l" defTabSz="457200" rtl="0" eaLnBrk="0" fontAlgn="base" hangingPunct="0">
      <a:spcBef>
        <a:spcPct val="0"/>
      </a:spcBef>
      <a:spcAft>
        <a:spcPct val="0"/>
      </a:spcAft>
      <a:defRPr sz="2000" kern="1200">
        <a:solidFill>
          <a:schemeClr val="bg1"/>
        </a:solidFill>
        <a:latin typeface="Tahoma" panose="020B0604030504040204" pitchFamily="34" charset="0"/>
        <a:ea typeface="+mn-ea"/>
        <a:cs typeface="Droid Sans Fallback" charset="0"/>
      </a:defRPr>
    </a:lvl4pPr>
    <a:lvl5pPr marL="2057400" indent="-228600" algn="l" defTabSz="457200" rtl="0" eaLnBrk="0" fontAlgn="base" hangingPunct="0">
      <a:spcBef>
        <a:spcPct val="0"/>
      </a:spcBef>
      <a:spcAft>
        <a:spcPct val="0"/>
      </a:spcAft>
      <a:defRPr sz="2000" kern="1200">
        <a:solidFill>
          <a:schemeClr val="bg1"/>
        </a:solidFill>
        <a:latin typeface="Tahoma" panose="020B0604030504040204" pitchFamily="34" charset="0"/>
        <a:ea typeface="+mn-ea"/>
        <a:cs typeface="Droid Sans Fallback" charset="0"/>
      </a:defRPr>
    </a:lvl5pPr>
    <a:lvl6pPr marL="2286000" algn="l" defTabSz="914400" rtl="0" eaLnBrk="1" latinLnBrk="0" hangingPunct="1">
      <a:defRPr sz="2000" kern="1200">
        <a:solidFill>
          <a:schemeClr val="bg1"/>
        </a:solidFill>
        <a:latin typeface="Tahoma" panose="020B0604030504040204" pitchFamily="34" charset="0"/>
        <a:ea typeface="+mn-ea"/>
        <a:cs typeface="Droid Sans Fallback" charset="0"/>
      </a:defRPr>
    </a:lvl6pPr>
    <a:lvl7pPr marL="2743200" algn="l" defTabSz="914400" rtl="0" eaLnBrk="1" latinLnBrk="0" hangingPunct="1">
      <a:defRPr sz="2000" kern="1200">
        <a:solidFill>
          <a:schemeClr val="bg1"/>
        </a:solidFill>
        <a:latin typeface="Tahoma" panose="020B0604030504040204" pitchFamily="34" charset="0"/>
        <a:ea typeface="+mn-ea"/>
        <a:cs typeface="Droid Sans Fallback" charset="0"/>
      </a:defRPr>
    </a:lvl7pPr>
    <a:lvl8pPr marL="3200400" algn="l" defTabSz="914400" rtl="0" eaLnBrk="1" latinLnBrk="0" hangingPunct="1">
      <a:defRPr sz="2000" kern="1200">
        <a:solidFill>
          <a:schemeClr val="bg1"/>
        </a:solidFill>
        <a:latin typeface="Tahoma" panose="020B0604030504040204" pitchFamily="34" charset="0"/>
        <a:ea typeface="+mn-ea"/>
        <a:cs typeface="Droid Sans Fallback" charset="0"/>
      </a:defRPr>
    </a:lvl8pPr>
    <a:lvl9pPr marL="3657600" algn="l" defTabSz="914400" rtl="0" eaLnBrk="1" latinLnBrk="0" hangingPunct="1">
      <a:defRPr sz="2000" kern="1200">
        <a:solidFill>
          <a:schemeClr val="bg1"/>
        </a:solidFill>
        <a:latin typeface="Tahoma" panose="020B0604030504040204" pitchFamily="34" charset="0"/>
        <a:ea typeface="+mn-ea"/>
        <a:cs typeface="Droid Sans Fallback"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C2549C-CF47-4A86-BB03-47BF58D98A22}" v="601" dt="2023-11-15T12:05:46.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588" autoAdjust="0"/>
  </p:normalViewPr>
  <p:slideViewPr>
    <p:cSldViewPr>
      <p:cViewPr varScale="1">
        <p:scale>
          <a:sx n="85" d="100"/>
          <a:sy n="85" d="100"/>
        </p:scale>
        <p:origin x="1378" y="67"/>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sorterViewPr>
    <p:cViewPr varScale="1">
      <p:scale>
        <a:sx n="100" d="100"/>
        <a:sy n="100" d="100"/>
      </p:scale>
      <p:origin x="0" y="-1452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71"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sakirah Ab Rahman Muton" userId="423efa6d-ee54-4a96-bb69-a7d6dc1d7e38" providerId="ADAL" clId="{DFC2549C-CF47-4A86-BB03-47BF58D98A22}"/>
    <pc:docChg chg="undo custSel addSld delSld modSld sldOrd modMainMaster">
      <pc:chgData name="Nursakirah Ab Rahman Muton" userId="423efa6d-ee54-4a96-bb69-a7d6dc1d7e38" providerId="ADAL" clId="{DFC2549C-CF47-4A86-BB03-47BF58D98A22}" dt="2023-11-15T12:08:41.994" v="18075" actId="47"/>
      <pc:docMkLst>
        <pc:docMk/>
      </pc:docMkLst>
      <pc:sldChg chg="addSp delSp modSp setBg">
        <pc:chgData name="Nursakirah Ab Rahman Muton" userId="423efa6d-ee54-4a96-bb69-a7d6dc1d7e38" providerId="ADAL" clId="{DFC2549C-CF47-4A86-BB03-47BF58D98A22}" dt="2023-11-15T03:12:27.230" v="117" actId="122"/>
        <pc:sldMkLst>
          <pc:docMk/>
          <pc:sldMk cId="0" sldId="256"/>
        </pc:sldMkLst>
        <pc:spChg chg="add del mod">
          <ac:chgData name="Nursakirah Ab Rahman Muton" userId="423efa6d-ee54-4a96-bb69-a7d6dc1d7e38" providerId="ADAL" clId="{DFC2549C-CF47-4A86-BB03-47BF58D98A22}" dt="2023-11-15T03:12:15.089" v="113" actId="122"/>
          <ac:spMkLst>
            <pc:docMk/>
            <pc:sldMk cId="0" sldId="256"/>
            <ac:spMk id="20482" creationId="{CC51668C-06EA-EEA0-F4BD-3278CA2898A9}"/>
          </ac:spMkLst>
        </pc:spChg>
        <pc:spChg chg="mod">
          <ac:chgData name="Nursakirah Ab Rahman Muton" userId="423efa6d-ee54-4a96-bb69-a7d6dc1d7e38" providerId="ADAL" clId="{DFC2549C-CF47-4A86-BB03-47BF58D98A22}" dt="2023-11-15T03:12:27.230" v="117" actId="122"/>
          <ac:spMkLst>
            <pc:docMk/>
            <pc:sldMk cId="0" sldId="256"/>
            <ac:spMk id="20483" creationId="{1DEE4301-C62B-37FA-902B-3F2E32558ACF}"/>
          </ac:spMkLst>
        </pc:spChg>
      </pc:sldChg>
      <pc:sldChg chg="setBg modNotesTx">
        <pc:chgData name="Nursakirah Ab Rahman Muton" userId="423efa6d-ee54-4a96-bb69-a7d6dc1d7e38" providerId="ADAL" clId="{DFC2549C-CF47-4A86-BB03-47BF58D98A22}" dt="2023-11-15T03:17:45.293" v="818" actId="20577"/>
        <pc:sldMkLst>
          <pc:docMk/>
          <pc:sldMk cId="0" sldId="258"/>
        </pc:sldMkLst>
      </pc:sldChg>
      <pc:sldChg chg="modSp mod modNotesTx">
        <pc:chgData name="Nursakirah Ab Rahman Muton" userId="423efa6d-ee54-4a96-bb69-a7d6dc1d7e38" providerId="ADAL" clId="{DFC2549C-CF47-4A86-BB03-47BF58D98A22}" dt="2023-11-15T03:22:22.318" v="1650" actId="20577"/>
        <pc:sldMkLst>
          <pc:docMk/>
          <pc:sldMk cId="0" sldId="259"/>
        </pc:sldMkLst>
        <pc:spChg chg="mod">
          <ac:chgData name="Nursakirah Ab Rahman Muton" userId="423efa6d-ee54-4a96-bb69-a7d6dc1d7e38" providerId="ADAL" clId="{DFC2549C-CF47-4A86-BB03-47BF58D98A22}" dt="2023-11-15T03:06:34.983" v="39" actId="207"/>
          <ac:spMkLst>
            <pc:docMk/>
            <pc:sldMk cId="0" sldId="259"/>
            <ac:spMk id="28674" creationId="{F716A79C-82D7-B3B2-37EC-602CCB040557}"/>
          </ac:spMkLst>
        </pc:spChg>
        <pc:spChg chg="mod">
          <ac:chgData name="Nursakirah Ab Rahman Muton" userId="423efa6d-ee54-4a96-bb69-a7d6dc1d7e38" providerId="ADAL" clId="{DFC2549C-CF47-4A86-BB03-47BF58D98A22}" dt="2023-11-15T03:06:43.580" v="40" actId="207"/>
          <ac:spMkLst>
            <pc:docMk/>
            <pc:sldMk cId="0" sldId="259"/>
            <ac:spMk id="28675" creationId="{F5F97209-F6A2-8E0C-BA86-8E803D05FF85}"/>
          </ac:spMkLst>
        </pc:spChg>
      </pc:sldChg>
      <pc:sldChg chg="addSp delSp modSp mod modNotesTx">
        <pc:chgData name="Nursakirah Ab Rahman Muton" userId="423efa6d-ee54-4a96-bb69-a7d6dc1d7e38" providerId="ADAL" clId="{DFC2549C-CF47-4A86-BB03-47BF58D98A22}" dt="2023-11-15T03:30:33.499" v="2133" actId="20577"/>
        <pc:sldMkLst>
          <pc:docMk/>
          <pc:sldMk cId="0" sldId="260"/>
        </pc:sldMkLst>
        <pc:spChg chg="add del mod">
          <ac:chgData name="Nursakirah Ab Rahman Muton" userId="423efa6d-ee54-4a96-bb69-a7d6dc1d7e38" providerId="ADAL" clId="{DFC2549C-CF47-4A86-BB03-47BF58D98A22}" dt="2023-11-15T03:06:56.499" v="44" actId="478"/>
          <ac:spMkLst>
            <pc:docMk/>
            <pc:sldMk cId="0" sldId="260"/>
            <ac:spMk id="2" creationId="{F5E9374C-2738-947F-7F85-0F54F78A9FF2}"/>
          </ac:spMkLst>
        </pc:spChg>
        <pc:spChg chg="mod">
          <ac:chgData name="Nursakirah Ab Rahman Muton" userId="423efa6d-ee54-4a96-bb69-a7d6dc1d7e38" providerId="ADAL" clId="{DFC2549C-CF47-4A86-BB03-47BF58D98A22}" dt="2023-11-15T03:07:04.138" v="46" actId="207"/>
          <ac:spMkLst>
            <pc:docMk/>
            <pc:sldMk cId="0" sldId="260"/>
            <ac:spMk id="30722" creationId="{9D1CEDFE-1DC9-3840-89D2-BE8ED961741A}"/>
          </ac:spMkLst>
        </pc:spChg>
        <pc:spChg chg="mod">
          <ac:chgData name="Nursakirah Ab Rahman Muton" userId="423efa6d-ee54-4a96-bb69-a7d6dc1d7e38" providerId="ADAL" clId="{DFC2549C-CF47-4A86-BB03-47BF58D98A22}" dt="2023-11-15T03:07:01.957" v="45" actId="207"/>
          <ac:spMkLst>
            <pc:docMk/>
            <pc:sldMk cId="0" sldId="260"/>
            <ac:spMk id="30723" creationId="{04652EC3-8A4A-4AA6-E76D-B4B7A5BA2733}"/>
          </ac:spMkLst>
        </pc:spChg>
      </pc:sldChg>
      <pc:sldChg chg="modSp modNotesTx">
        <pc:chgData name="Nursakirah Ab Rahman Muton" userId="423efa6d-ee54-4a96-bb69-a7d6dc1d7e38" providerId="ADAL" clId="{DFC2549C-CF47-4A86-BB03-47BF58D98A22}" dt="2023-11-15T03:45:16.951" v="3329" actId="33524"/>
        <pc:sldMkLst>
          <pc:docMk/>
          <pc:sldMk cId="0" sldId="261"/>
        </pc:sldMkLst>
        <pc:spChg chg="mod">
          <ac:chgData name="Nursakirah Ab Rahman Muton" userId="423efa6d-ee54-4a96-bb69-a7d6dc1d7e38" providerId="ADAL" clId="{DFC2549C-CF47-4A86-BB03-47BF58D98A22}" dt="2023-11-15T03:08:24.505" v="53" actId="207"/>
          <ac:spMkLst>
            <pc:docMk/>
            <pc:sldMk cId="0" sldId="261"/>
            <ac:spMk id="34818" creationId="{5FC43E10-4E25-0CDD-411F-2B01FAC5443D}"/>
          </ac:spMkLst>
        </pc:spChg>
        <pc:spChg chg="mod">
          <ac:chgData name="Nursakirah Ab Rahman Muton" userId="423efa6d-ee54-4a96-bb69-a7d6dc1d7e38" providerId="ADAL" clId="{DFC2549C-CF47-4A86-BB03-47BF58D98A22}" dt="2023-11-15T03:08:02.888" v="49" actId="208"/>
          <ac:spMkLst>
            <pc:docMk/>
            <pc:sldMk cId="0" sldId="261"/>
            <ac:spMk id="34819" creationId="{7B657057-70D9-04EE-4328-1520495F9947}"/>
          </ac:spMkLst>
        </pc:spChg>
        <pc:spChg chg="mod">
          <ac:chgData name="Nursakirah Ab Rahman Muton" userId="423efa6d-ee54-4a96-bb69-a7d6dc1d7e38" providerId="ADAL" clId="{DFC2549C-CF47-4A86-BB03-47BF58D98A22}" dt="2023-11-15T03:08:02.888" v="49" actId="208"/>
          <ac:spMkLst>
            <pc:docMk/>
            <pc:sldMk cId="0" sldId="261"/>
            <ac:spMk id="34820" creationId="{F81B0B11-6807-3E59-8CFE-83470E661C32}"/>
          </ac:spMkLst>
        </pc:spChg>
        <pc:spChg chg="mod">
          <ac:chgData name="Nursakirah Ab Rahman Muton" userId="423efa6d-ee54-4a96-bb69-a7d6dc1d7e38" providerId="ADAL" clId="{DFC2549C-CF47-4A86-BB03-47BF58D98A22}" dt="2023-11-15T03:08:02.888" v="49" actId="208"/>
          <ac:spMkLst>
            <pc:docMk/>
            <pc:sldMk cId="0" sldId="261"/>
            <ac:spMk id="34821" creationId="{E7E04FE8-1CBD-2B2C-2AEB-5E7F43AC5C13}"/>
          </ac:spMkLst>
        </pc:spChg>
        <pc:spChg chg="mod">
          <ac:chgData name="Nursakirah Ab Rahman Muton" userId="423efa6d-ee54-4a96-bb69-a7d6dc1d7e38" providerId="ADAL" clId="{DFC2549C-CF47-4A86-BB03-47BF58D98A22}" dt="2023-11-15T03:08:02.888" v="49" actId="208"/>
          <ac:spMkLst>
            <pc:docMk/>
            <pc:sldMk cId="0" sldId="261"/>
            <ac:spMk id="34822" creationId="{48A9D116-8E15-E6F4-EA8A-CE28893F2781}"/>
          </ac:spMkLst>
        </pc:spChg>
        <pc:spChg chg="mod">
          <ac:chgData name="Nursakirah Ab Rahman Muton" userId="423efa6d-ee54-4a96-bb69-a7d6dc1d7e38" providerId="ADAL" clId="{DFC2549C-CF47-4A86-BB03-47BF58D98A22}" dt="2023-11-15T03:08:02.888" v="49" actId="208"/>
          <ac:spMkLst>
            <pc:docMk/>
            <pc:sldMk cId="0" sldId="261"/>
            <ac:spMk id="34823" creationId="{5A0786D2-3D2F-28F0-ADE7-A2E1CD75FCA5}"/>
          </ac:spMkLst>
        </pc:spChg>
        <pc:spChg chg="mod">
          <ac:chgData name="Nursakirah Ab Rahman Muton" userId="423efa6d-ee54-4a96-bb69-a7d6dc1d7e38" providerId="ADAL" clId="{DFC2549C-CF47-4A86-BB03-47BF58D98A22}" dt="2023-11-15T03:08:02.888" v="49" actId="208"/>
          <ac:spMkLst>
            <pc:docMk/>
            <pc:sldMk cId="0" sldId="261"/>
            <ac:spMk id="34824" creationId="{A1E748D2-6870-F22B-1FB2-63F838887194}"/>
          </ac:spMkLst>
        </pc:spChg>
        <pc:spChg chg="mod">
          <ac:chgData name="Nursakirah Ab Rahman Muton" userId="423efa6d-ee54-4a96-bb69-a7d6dc1d7e38" providerId="ADAL" clId="{DFC2549C-CF47-4A86-BB03-47BF58D98A22}" dt="2023-11-15T03:08:02.888" v="49" actId="208"/>
          <ac:spMkLst>
            <pc:docMk/>
            <pc:sldMk cId="0" sldId="261"/>
            <ac:spMk id="34825" creationId="{D3D5897E-07E6-BBD9-799B-D86748BC0A5B}"/>
          </ac:spMkLst>
        </pc:spChg>
        <pc:spChg chg="mod">
          <ac:chgData name="Nursakirah Ab Rahman Muton" userId="423efa6d-ee54-4a96-bb69-a7d6dc1d7e38" providerId="ADAL" clId="{DFC2549C-CF47-4A86-BB03-47BF58D98A22}" dt="2023-11-15T03:08:13.475" v="51" actId="2085"/>
          <ac:spMkLst>
            <pc:docMk/>
            <pc:sldMk cId="0" sldId="261"/>
            <ac:spMk id="34826" creationId="{94CD0DB8-B656-BB17-F572-9E833D3FBE5A}"/>
          </ac:spMkLst>
        </pc:spChg>
        <pc:spChg chg="mod">
          <ac:chgData name="Nursakirah Ab Rahman Muton" userId="423efa6d-ee54-4a96-bb69-a7d6dc1d7e38" providerId="ADAL" clId="{DFC2549C-CF47-4A86-BB03-47BF58D98A22}" dt="2023-11-15T03:08:13.475" v="51" actId="2085"/>
          <ac:spMkLst>
            <pc:docMk/>
            <pc:sldMk cId="0" sldId="261"/>
            <ac:spMk id="34827" creationId="{016C3832-DF59-E76E-9235-E961A93BA373}"/>
          </ac:spMkLst>
        </pc:spChg>
        <pc:spChg chg="mod">
          <ac:chgData name="Nursakirah Ab Rahman Muton" userId="423efa6d-ee54-4a96-bb69-a7d6dc1d7e38" providerId="ADAL" clId="{DFC2549C-CF47-4A86-BB03-47BF58D98A22}" dt="2023-11-15T03:08:13.475" v="51" actId="2085"/>
          <ac:spMkLst>
            <pc:docMk/>
            <pc:sldMk cId="0" sldId="261"/>
            <ac:spMk id="34828" creationId="{E1DA9C3D-8F7A-6905-6A41-A2229DAAB2A0}"/>
          </ac:spMkLst>
        </pc:spChg>
      </pc:sldChg>
      <pc:sldChg chg="addSp delSp modSp mod modNotesTx">
        <pc:chgData name="Nursakirah Ab Rahman Muton" userId="423efa6d-ee54-4a96-bb69-a7d6dc1d7e38" providerId="ADAL" clId="{DFC2549C-CF47-4A86-BB03-47BF58D98A22}" dt="2023-11-15T03:58:18.600" v="4032" actId="20577"/>
        <pc:sldMkLst>
          <pc:docMk/>
          <pc:sldMk cId="0" sldId="262"/>
        </pc:sldMkLst>
        <pc:spChg chg="add mod">
          <ac:chgData name="Nursakirah Ab Rahman Muton" userId="423efa6d-ee54-4a96-bb69-a7d6dc1d7e38" providerId="ADAL" clId="{DFC2549C-CF47-4A86-BB03-47BF58D98A22}" dt="2023-11-15T03:47:23.593" v="3435" actId="1076"/>
          <ac:spMkLst>
            <pc:docMk/>
            <pc:sldMk cId="0" sldId="262"/>
            <ac:spMk id="4" creationId="{6C2BC76F-AB6D-67A7-26ED-33E67F85AEC2}"/>
          </ac:spMkLst>
        </pc:spChg>
        <pc:spChg chg="add mod">
          <ac:chgData name="Nursakirah Ab Rahman Muton" userId="423efa6d-ee54-4a96-bb69-a7d6dc1d7e38" providerId="ADAL" clId="{DFC2549C-CF47-4A86-BB03-47BF58D98A22}" dt="2023-11-15T03:49:29.923" v="3549" actId="14100"/>
          <ac:spMkLst>
            <pc:docMk/>
            <pc:sldMk cId="0" sldId="262"/>
            <ac:spMk id="5" creationId="{C73BF463-D172-39B7-B50E-034CA940C181}"/>
          </ac:spMkLst>
        </pc:spChg>
        <pc:spChg chg="add mod">
          <ac:chgData name="Nursakirah Ab Rahman Muton" userId="423efa6d-ee54-4a96-bb69-a7d6dc1d7e38" providerId="ADAL" clId="{DFC2549C-CF47-4A86-BB03-47BF58D98A22}" dt="2023-11-15T03:49:47.520" v="3560" actId="14100"/>
          <ac:spMkLst>
            <pc:docMk/>
            <pc:sldMk cId="0" sldId="262"/>
            <ac:spMk id="6" creationId="{9124E300-44E0-9D02-4B95-BA117025BA87}"/>
          </ac:spMkLst>
        </pc:spChg>
        <pc:spChg chg="mod">
          <ac:chgData name="Nursakirah Ab Rahman Muton" userId="423efa6d-ee54-4a96-bb69-a7d6dc1d7e38" providerId="ADAL" clId="{DFC2549C-CF47-4A86-BB03-47BF58D98A22}" dt="2023-11-15T03:08:21.179" v="52" actId="207"/>
          <ac:spMkLst>
            <pc:docMk/>
            <pc:sldMk cId="0" sldId="262"/>
            <ac:spMk id="36866" creationId="{344B8903-7B97-8CB6-B6B5-E21BB774C07C}"/>
          </ac:spMkLst>
        </pc:spChg>
        <pc:spChg chg="mod">
          <ac:chgData name="Nursakirah Ab Rahman Muton" userId="423efa6d-ee54-4a96-bb69-a7d6dc1d7e38" providerId="ADAL" clId="{DFC2549C-CF47-4A86-BB03-47BF58D98A22}" dt="2023-11-15T03:47:16.712" v="3433" actId="14100"/>
          <ac:spMkLst>
            <pc:docMk/>
            <pc:sldMk cId="0" sldId="262"/>
            <ac:spMk id="36867" creationId="{9671AE53-DC63-70DA-ADE7-FC1ED4CFA809}"/>
          </ac:spMkLst>
        </pc:spChg>
        <pc:spChg chg="add del mod">
          <ac:chgData name="Nursakirah Ab Rahman Muton" userId="423efa6d-ee54-4a96-bb69-a7d6dc1d7e38" providerId="ADAL" clId="{DFC2549C-CF47-4A86-BB03-47BF58D98A22}" dt="2023-11-15T03:47:20.441" v="3434" actId="478"/>
          <ac:spMkLst>
            <pc:docMk/>
            <pc:sldMk cId="0" sldId="262"/>
            <ac:spMk id="36869" creationId="{3D8A7C31-F606-D2A1-AE7F-89EEB855F670}"/>
          </ac:spMkLst>
        </pc:spChg>
        <pc:picChg chg="add mod">
          <ac:chgData name="Nursakirah Ab Rahman Muton" userId="423efa6d-ee54-4a96-bb69-a7d6dc1d7e38" providerId="ADAL" clId="{DFC2549C-CF47-4A86-BB03-47BF58D98A22}" dt="2023-11-15T03:47:33.382" v="3438" actId="1076"/>
          <ac:picMkLst>
            <pc:docMk/>
            <pc:sldMk cId="0" sldId="262"/>
            <ac:picMk id="3" creationId="{AA8BFC53-F870-3B53-96EA-54C8E8B652F1}"/>
          </ac:picMkLst>
        </pc:picChg>
        <pc:picChg chg="del mod">
          <ac:chgData name="Nursakirah Ab Rahman Muton" userId="423efa6d-ee54-4a96-bb69-a7d6dc1d7e38" providerId="ADAL" clId="{DFC2549C-CF47-4A86-BB03-47BF58D98A22}" dt="2023-11-15T03:46:31.848" v="3416" actId="478"/>
          <ac:picMkLst>
            <pc:docMk/>
            <pc:sldMk cId="0" sldId="262"/>
            <ac:picMk id="36868" creationId="{DF59A32D-6665-7DE1-867E-96765B9D6C79}"/>
          </ac:picMkLst>
        </pc:picChg>
      </pc:sldChg>
      <pc:sldChg chg="addSp delSp modSp mod modAnim modNotesTx">
        <pc:chgData name="Nursakirah Ab Rahman Muton" userId="423efa6d-ee54-4a96-bb69-a7d6dc1d7e38" providerId="ADAL" clId="{DFC2549C-CF47-4A86-BB03-47BF58D98A22}" dt="2023-11-15T04:04:59.679" v="4214" actId="20577"/>
        <pc:sldMkLst>
          <pc:docMk/>
          <pc:sldMk cId="0" sldId="263"/>
        </pc:sldMkLst>
        <pc:spChg chg="add mod">
          <ac:chgData name="Nursakirah Ab Rahman Muton" userId="423efa6d-ee54-4a96-bb69-a7d6dc1d7e38" providerId="ADAL" clId="{DFC2549C-CF47-4A86-BB03-47BF58D98A22}" dt="2023-11-15T04:01:20.244" v="4074" actId="1076"/>
          <ac:spMkLst>
            <pc:docMk/>
            <pc:sldMk cId="0" sldId="263"/>
            <ac:spMk id="3" creationId="{08113391-3916-7D8B-EF58-8E6CB95DE506}"/>
          </ac:spMkLst>
        </pc:spChg>
        <pc:spChg chg="add mod">
          <ac:chgData name="Nursakirah Ab Rahman Muton" userId="423efa6d-ee54-4a96-bb69-a7d6dc1d7e38" providerId="ADAL" clId="{DFC2549C-CF47-4A86-BB03-47BF58D98A22}" dt="2023-11-15T04:01:20.244" v="4074" actId="1076"/>
          <ac:spMkLst>
            <pc:docMk/>
            <pc:sldMk cId="0" sldId="263"/>
            <ac:spMk id="4" creationId="{EA316B5A-0BF3-9EFE-3D04-AE4B94C3FBB3}"/>
          </ac:spMkLst>
        </pc:spChg>
        <pc:spChg chg="add mod">
          <ac:chgData name="Nursakirah Ab Rahman Muton" userId="423efa6d-ee54-4a96-bb69-a7d6dc1d7e38" providerId="ADAL" clId="{DFC2549C-CF47-4A86-BB03-47BF58D98A22}" dt="2023-11-15T04:01:20.244" v="4074" actId="1076"/>
          <ac:spMkLst>
            <pc:docMk/>
            <pc:sldMk cId="0" sldId="263"/>
            <ac:spMk id="5" creationId="{D89CA98D-9402-4C37-CDBD-5E3FC090E270}"/>
          </ac:spMkLst>
        </pc:spChg>
        <pc:spChg chg="add mod">
          <ac:chgData name="Nursakirah Ab Rahman Muton" userId="423efa6d-ee54-4a96-bb69-a7d6dc1d7e38" providerId="ADAL" clId="{DFC2549C-CF47-4A86-BB03-47BF58D98A22}" dt="2023-11-15T04:01:20.244" v="4074" actId="1076"/>
          <ac:spMkLst>
            <pc:docMk/>
            <pc:sldMk cId="0" sldId="263"/>
            <ac:spMk id="6" creationId="{4A33660D-3CF0-CD2D-1844-FA688B993B87}"/>
          </ac:spMkLst>
        </pc:spChg>
        <pc:spChg chg="add mod">
          <ac:chgData name="Nursakirah Ab Rahman Muton" userId="423efa6d-ee54-4a96-bb69-a7d6dc1d7e38" providerId="ADAL" clId="{DFC2549C-CF47-4A86-BB03-47BF58D98A22}" dt="2023-11-15T04:01:20.244" v="4074" actId="1076"/>
          <ac:spMkLst>
            <pc:docMk/>
            <pc:sldMk cId="0" sldId="263"/>
            <ac:spMk id="7" creationId="{151E8835-6BAF-DF52-EE01-2970E55EA5B7}"/>
          </ac:spMkLst>
        </pc:spChg>
        <pc:spChg chg="add mod">
          <ac:chgData name="Nursakirah Ab Rahman Muton" userId="423efa6d-ee54-4a96-bb69-a7d6dc1d7e38" providerId="ADAL" clId="{DFC2549C-CF47-4A86-BB03-47BF58D98A22}" dt="2023-11-15T04:01:20.244" v="4074" actId="1076"/>
          <ac:spMkLst>
            <pc:docMk/>
            <pc:sldMk cId="0" sldId="263"/>
            <ac:spMk id="8" creationId="{D8BB4DDD-4CB0-4B53-7595-7D702195ED75}"/>
          </ac:spMkLst>
        </pc:spChg>
        <pc:spChg chg="del">
          <ac:chgData name="Nursakirah Ab Rahman Muton" userId="423efa6d-ee54-4a96-bb69-a7d6dc1d7e38" providerId="ADAL" clId="{DFC2549C-CF47-4A86-BB03-47BF58D98A22}" dt="2023-11-15T04:00:55.178" v="4066" actId="478"/>
          <ac:spMkLst>
            <pc:docMk/>
            <pc:sldMk cId="0" sldId="263"/>
            <ac:spMk id="11272" creationId="{2917BA74-4477-A616-B747-1B517181C3E6}"/>
          </ac:spMkLst>
        </pc:spChg>
        <pc:spChg chg="del">
          <ac:chgData name="Nursakirah Ab Rahman Muton" userId="423efa6d-ee54-4a96-bb69-a7d6dc1d7e38" providerId="ADAL" clId="{DFC2549C-CF47-4A86-BB03-47BF58D98A22}" dt="2023-11-15T04:00:55.178" v="4066" actId="478"/>
          <ac:spMkLst>
            <pc:docMk/>
            <pc:sldMk cId="0" sldId="263"/>
            <ac:spMk id="11273" creationId="{8D7CF214-F41E-9DE6-6B45-51B1FC0591A4}"/>
          </ac:spMkLst>
        </pc:spChg>
        <pc:spChg chg="del">
          <ac:chgData name="Nursakirah Ab Rahman Muton" userId="423efa6d-ee54-4a96-bb69-a7d6dc1d7e38" providerId="ADAL" clId="{DFC2549C-CF47-4A86-BB03-47BF58D98A22}" dt="2023-11-15T04:00:55.178" v="4066" actId="478"/>
          <ac:spMkLst>
            <pc:docMk/>
            <pc:sldMk cId="0" sldId="263"/>
            <ac:spMk id="11274" creationId="{9B585594-52EA-AD48-3A95-F4CBDEB38AF7}"/>
          </ac:spMkLst>
        </pc:spChg>
        <pc:spChg chg="mod">
          <ac:chgData name="Nursakirah Ab Rahman Muton" userId="423efa6d-ee54-4a96-bb69-a7d6dc1d7e38" providerId="ADAL" clId="{DFC2549C-CF47-4A86-BB03-47BF58D98A22}" dt="2023-11-15T04:01:59.189" v="4088" actId="255"/>
          <ac:spMkLst>
            <pc:docMk/>
            <pc:sldMk cId="0" sldId="263"/>
            <ac:spMk id="11275" creationId="{C76D2B8D-FAB4-66D8-C3F5-05E226761144}"/>
          </ac:spMkLst>
        </pc:spChg>
        <pc:spChg chg="mod">
          <ac:chgData name="Nursakirah Ab Rahman Muton" userId="423efa6d-ee54-4a96-bb69-a7d6dc1d7e38" providerId="ADAL" clId="{DFC2549C-CF47-4A86-BB03-47BF58D98A22}" dt="2023-11-15T04:02:14.309" v="4095" actId="20577"/>
          <ac:spMkLst>
            <pc:docMk/>
            <pc:sldMk cId="0" sldId="263"/>
            <ac:spMk id="38914" creationId="{61021C69-A472-B2B8-E838-999C8625252E}"/>
          </ac:spMkLst>
        </pc:spChg>
        <pc:spChg chg="mod">
          <ac:chgData name="Nursakirah Ab Rahman Muton" userId="423efa6d-ee54-4a96-bb69-a7d6dc1d7e38" providerId="ADAL" clId="{DFC2549C-CF47-4A86-BB03-47BF58D98A22}" dt="2023-11-15T04:01:13.665" v="4073" actId="1076"/>
          <ac:spMkLst>
            <pc:docMk/>
            <pc:sldMk cId="0" sldId="263"/>
            <ac:spMk id="38915" creationId="{77567125-4228-0DC9-D1FB-847561C354FE}"/>
          </ac:spMkLst>
        </pc:spChg>
        <pc:spChg chg="del">
          <ac:chgData name="Nursakirah Ab Rahman Muton" userId="423efa6d-ee54-4a96-bb69-a7d6dc1d7e38" providerId="ADAL" clId="{DFC2549C-CF47-4A86-BB03-47BF58D98A22}" dt="2023-11-15T04:00:55.178" v="4066" actId="478"/>
          <ac:spMkLst>
            <pc:docMk/>
            <pc:sldMk cId="0" sldId="263"/>
            <ac:spMk id="38917" creationId="{23AEB821-9FAF-3A24-63FC-040DA1EB80D5}"/>
          </ac:spMkLst>
        </pc:spChg>
        <pc:spChg chg="del">
          <ac:chgData name="Nursakirah Ab Rahman Muton" userId="423efa6d-ee54-4a96-bb69-a7d6dc1d7e38" providerId="ADAL" clId="{DFC2549C-CF47-4A86-BB03-47BF58D98A22}" dt="2023-11-15T04:00:55.178" v="4066" actId="478"/>
          <ac:spMkLst>
            <pc:docMk/>
            <pc:sldMk cId="0" sldId="263"/>
            <ac:spMk id="38918" creationId="{B9E61CD8-D3F0-FB49-34F5-FD200B49790D}"/>
          </ac:spMkLst>
        </pc:spChg>
        <pc:spChg chg="del">
          <ac:chgData name="Nursakirah Ab Rahman Muton" userId="423efa6d-ee54-4a96-bb69-a7d6dc1d7e38" providerId="ADAL" clId="{DFC2549C-CF47-4A86-BB03-47BF58D98A22}" dt="2023-11-15T04:00:55.178" v="4066" actId="478"/>
          <ac:spMkLst>
            <pc:docMk/>
            <pc:sldMk cId="0" sldId="263"/>
            <ac:spMk id="38919" creationId="{A383CC41-D79E-C007-CC33-047B0043F81B}"/>
          </ac:spMkLst>
        </pc:spChg>
        <pc:picChg chg="add mod">
          <ac:chgData name="Nursakirah Ab Rahman Muton" userId="423efa6d-ee54-4a96-bb69-a7d6dc1d7e38" providerId="ADAL" clId="{DFC2549C-CF47-4A86-BB03-47BF58D98A22}" dt="2023-11-15T04:01:20.244" v="4074" actId="1076"/>
          <ac:picMkLst>
            <pc:docMk/>
            <pc:sldMk cId="0" sldId="263"/>
            <ac:picMk id="2" creationId="{7EB367B4-815F-3228-7474-222F0D19B571}"/>
          </ac:picMkLst>
        </pc:picChg>
        <pc:picChg chg="del">
          <ac:chgData name="Nursakirah Ab Rahman Muton" userId="423efa6d-ee54-4a96-bb69-a7d6dc1d7e38" providerId="ADAL" clId="{DFC2549C-CF47-4A86-BB03-47BF58D98A22}" dt="2023-11-15T04:00:50.374" v="4065" actId="478"/>
          <ac:picMkLst>
            <pc:docMk/>
            <pc:sldMk cId="0" sldId="263"/>
            <ac:picMk id="38916" creationId="{69EDBC2F-91CD-3EF9-2A93-2A6E1E939299}"/>
          </ac:picMkLst>
        </pc:picChg>
      </pc:sldChg>
      <pc:sldChg chg="modSp del">
        <pc:chgData name="Nursakirah Ab Rahman Muton" userId="423efa6d-ee54-4a96-bb69-a7d6dc1d7e38" providerId="ADAL" clId="{DFC2549C-CF47-4A86-BB03-47BF58D98A22}" dt="2023-11-15T04:20:41.952" v="4222" actId="47"/>
        <pc:sldMkLst>
          <pc:docMk/>
          <pc:sldMk cId="0" sldId="264"/>
        </pc:sldMkLst>
        <pc:spChg chg="mod">
          <ac:chgData name="Nursakirah Ab Rahman Muton" userId="423efa6d-ee54-4a96-bb69-a7d6dc1d7e38" providerId="ADAL" clId="{DFC2549C-CF47-4A86-BB03-47BF58D98A22}" dt="2023-11-15T03:08:47.636" v="57" actId="207"/>
          <ac:spMkLst>
            <pc:docMk/>
            <pc:sldMk cId="0" sldId="264"/>
            <ac:spMk id="40962" creationId="{39804360-903D-FD96-7FE1-23D9886E2DC0}"/>
          </ac:spMkLst>
        </pc:spChg>
        <pc:spChg chg="mod">
          <ac:chgData name="Nursakirah Ab Rahman Muton" userId="423efa6d-ee54-4a96-bb69-a7d6dc1d7e38" providerId="ADAL" clId="{DFC2549C-CF47-4A86-BB03-47BF58D98A22}" dt="2023-11-15T03:08:47.636" v="57" actId="207"/>
          <ac:spMkLst>
            <pc:docMk/>
            <pc:sldMk cId="0" sldId="264"/>
            <ac:spMk id="40963" creationId="{A6DCF12F-26C6-4485-75BD-4B152601173C}"/>
          </ac:spMkLst>
        </pc:spChg>
      </pc:sldChg>
      <pc:sldChg chg="modSp del modNotesTx">
        <pc:chgData name="Nursakirah Ab Rahman Muton" userId="423efa6d-ee54-4a96-bb69-a7d6dc1d7e38" providerId="ADAL" clId="{DFC2549C-CF47-4A86-BB03-47BF58D98A22}" dt="2023-11-15T05:10:00.548" v="5187" actId="47"/>
        <pc:sldMkLst>
          <pc:docMk/>
          <pc:sldMk cId="0" sldId="265"/>
        </pc:sldMkLst>
        <pc:spChg chg="mod">
          <ac:chgData name="Nursakirah Ab Rahman Muton" userId="423efa6d-ee54-4a96-bb69-a7d6dc1d7e38" providerId="ADAL" clId="{DFC2549C-CF47-4A86-BB03-47BF58D98A22}" dt="2023-11-15T03:08:51.701" v="58" actId="207"/>
          <ac:spMkLst>
            <pc:docMk/>
            <pc:sldMk cId="0" sldId="265"/>
            <ac:spMk id="13314" creationId="{32ACA3DA-F053-5770-E3EE-42CEB7852BBA}"/>
          </ac:spMkLst>
        </pc:spChg>
        <pc:spChg chg="mod">
          <ac:chgData name="Nursakirah Ab Rahman Muton" userId="423efa6d-ee54-4a96-bb69-a7d6dc1d7e38" providerId="ADAL" clId="{DFC2549C-CF47-4A86-BB03-47BF58D98A22}" dt="2023-11-15T03:08:51.701" v="58" actId="207"/>
          <ac:spMkLst>
            <pc:docMk/>
            <pc:sldMk cId="0" sldId="265"/>
            <ac:spMk id="43010" creationId="{369A547A-59BA-4610-EEFE-4650A9121E81}"/>
          </ac:spMkLst>
        </pc:spChg>
      </pc:sldChg>
      <pc:sldChg chg="modSp del">
        <pc:chgData name="Nursakirah Ab Rahman Muton" userId="423efa6d-ee54-4a96-bb69-a7d6dc1d7e38" providerId="ADAL" clId="{DFC2549C-CF47-4A86-BB03-47BF58D98A22}" dt="2023-11-15T05:23:00.767" v="5829" actId="47"/>
        <pc:sldMkLst>
          <pc:docMk/>
          <pc:sldMk cId="0" sldId="266"/>
        </pc:sldMkLst>
        <pc:spChg chg="mod">
          <ac:chgData name="Nursakirah Ab Rahman Muton" userId="423efa6d-ee54-4a96-bb69-a7d6dc1d7e38" providerId="ADAL" clId="{DFC2549C-CF47-4A86-BB03-47BF58D98A22}" dt="2023-11-15T03:08:55.949" v="59" actId="207"/>
          <ac:spMkLst>
            <pc:docMk/>
            <pc:sldMk cId="0" sldId="266"/>
            <ac:spMk id="14338" creationId="{1175D875-BF66-F2EC-D2BC-43B595DBBF0A}"/>
          </ac:spMkLst>
        </pc:spChg>
        <pc:spChg chg="mod">
          <ac:chgData name="Nursakirah Ab Rahman Muton" userId="423efa6d-ee54-4a96-bb69-a7d6dc1d7e38" providerId="ADAL" clId="{DFC2549C-CF47-4A86-BB03-47BF58D98A22}" dt="2023-11-15T03:08:55.949" v="59" actId="207"/>
          <ac:spMkLst>
            <pc:docMk/>
            <pc:sldMk cId="0" sldId="266"/>
            <ac:spMk id="45058" creationId="{E3A732C1-4811-611C-8287-5A9BC11BD0B5}"/>
          </ac:spMkLst>
        </pc:spChg>
      </pc:sldChg>
      <pc:sldChg chg="modSp del">
        <pc:chgData name="Nursakirah Ab Rahman Muton" userId="423efa6d-ee54-4a96-bb69-a7d6dc1d7e38" providerId="ADAL" clId="{DFC2549C-CF47-4A86-BB03-47BF58D98A22}" dt="2023-11-15T05:35:51.426" v="6114" actId="47"/>
        <pc:sldMkLst>
          <pc:docMk/>
          <pc:sldMk cId="0" sldId="267"/>
        </pc:sldMkLst>
        <pc:spChg chg="mod">
          <ac:chgData name="Nursakirah Ab Rahman Muton" userId="423efa6d-ee54-4a96-bb69-a7d6dc1d7e38" providerId="ADAL" clId="{DFC2549C-CF47-4A86-BB03-47BF58D98A22}" dt="2023-11-15T03:09:00.369" v="60" actId="207"/>
          <ac:spMkLst>
            <pc:docMk/>
            <pc:sldMk cId="0" sldId="267"/>
            <ac:spMk id="15362" creationId="{19472CCC-DAA5-00B7-3CDE-4B9D9A7E06FC}"/>
          </ac:spMkLst>
        </pc:spChg>
        <pc:spChg chg="mod">
          <ac:chgData name="Nursakirah Ab Rahman Muton" userId="423efa6d-ee54-4a96-bb69-a7d6dc1d7e38" providerId="ADAL" clId="{DFC2549C-CF47-4A86-BB03-47BF58D98A22}" dt="2023-11-15T03:09:00.369" v="60" actId="207"/>
          <ac:spMkLst>
            <pc:docMk/>
            <pc:sldMk cId="0" sldId="267"/>
            <ac:spMk id="47106" creationId="{05EF1562-8494-03FC-7516-D7C7818AB813}"/>
          </ac:spMkLst>
        </pc:spChg>
        <pc:spChg chg="mod">
          <ac:chgData name="Nursakirah Ab Rahman Muton" userId="423efa6d-ee54-4a96-bb69-a7d6dc1d7e38" providerId="ADAL" clId="{DFC2549C-CF47-4A86-BB03-47BF58D98A22}" dt="2023-11-15T03:09:05.854" v="61" actId="208"/>
          <ac:spMkLst>
            <pc:docMk/>
            <pc:sldMk cId="0" sldId="267"/>
            <ac:spMk id="47119" creationId="{031CA5C8-C88F-1600-29DC-BADAF7A81531}"/>
          </ac:spMkLst>
        </pc:spChg>
        <pc:spChg chg="mod">
          <ac:chgData name="Nursakirah Ab Rahman Muton" userId="423efa6d-ee54-4a96-bb69-a7d6dc1d7e38" providerId="ADAL" clId="{DFC2549C-CF47-4A86-BB03-47BF58D98A22}" dt="2023-11-15T03:09:05.854" v="61" actId="208"/>
          <ac:spMkLst>
            <pc:docMk/>
            <pc:sldMk cId="0" sldId="267"/>
            <ac:spMk id="47121" creationId="{7C41B35B-6122-DF3F-7A42-E6E5C0CC0450}"/>
          </ac:spMkLst>
        </pc:spChg>
      </pc:sldChg>
      <pc:sldChg chg="addSp delSp modSp mod modAnim modNotesTx">
        <pc:chgData name="Nursakirah Ab Rahman Muton" userId="423efa6d-ee54-4a96-bb69-a7d6dc1d7e38" providerId="ADAL" clId="{DFC2549C-CF47-4A86-BB03-47BF58D98A22}" dt="2023-11-15T05:43:35.045" v="6749" actId="20577"/>
        <pc:sldMkLst>
          <pc:docMk/>
          <pc:sldMk cId="0" sldId="268"/>
        </pc:sldMkLst>
        <pc:spChg chg="add mod">
          <ac:chgData name="Nursakirah Ab Rahman Muton" userId="423efa6d-ee54-4a96-bb69-a7d6dc1d7e38" providerId="ADAL" clId="{DFC2549C-CF47-4A86-BB03-47BF58D98A22}" dt="2023-11-15T05:37:06.428" v="6126" actId="1076"/>
          <ac:spMkLst>
            <pc:docMk/>
            <pc:sldMk cId="0" sldId="268"/>
            <ac:spMk id="5" creationId="{EAA0E4B1-77F7-DD98-6C0E-2E5465569EF3}"/>
          </ac:spMkLst>
        </pc:spChg>
        <pc:spChg chg="add mod">
          <ac:chgData name="Nursakirah Ab Rahman Muton" userId="423efa6d-ee54-4a96-bb69-a7d6dc1d7e38" providerId="ADAL" clId="{DFC2549C-CF47-4A86-BB03-47BF58D98A22}" dt="2023-11-15T05:42:14.316" v="6587" actId="1582"/>
          <ac:spMkLst>
            <pc:docMk/>
            <pc:sldMk cId="0" sldId="268"/>
            <ac:spMk id="6" creationId="{19277A86-BB30-7F4F-42FC-C5E47C826905}"/>
          </ac:spMkLst>
        </pc:spChg>
        <pc:spChg chg="add mod">
          <ac:chgData name="Nursakirah Ab Rahman Muton" userId="423efa6d-ee54-4a96-bb69-a7d6dc1d7e38" providerId="ADAL" clId="{DFC2549C-CF47-4A86-BB03-47BF58D98A22}" dt="2023-11-15T05:42:14.316" v="6587" actId="1582"/>
          <ac:spMkLst>
            <pc:docMk/>
            <pc:sldMk cId="0" sldId="268"/>
            <ac:spMk id="7" creationId="{327A03E4-8BF0-EF69-E8C2-CD1991B161F2}"/>
          </ac:spMkLst>
        </pc:spChg>
        <pc:spChg chg="add mod">
          <ac:chgData name="Nursakirah Ab Rahman Muton" userId="423efa6d-ee54-4a96-bb69-a7d6dc1d7e38" providerId="ADAL" clId="{DFC2549C-CF47-4A86-BB03-47BF58D98A22}" dt="2023-11-15T05:42:14.316" v="6587" actId="1582"/>
          <ac:spMkLst>
            <pc:docMk/>
            <pc:sldMk cId="0" sldId="268"/>
            <ac:spMk id="8" creationId="{A191BC54-98C2-7B80-2AA0-F78237A1CC76}"/>
          </ac:spMkLst>
        </pc:spChg>
        <pc:spChg chg="add mod">
          <ac:chgData name="Nursakirah Ab Rahman Muton" userId="423efa6d-ee54-4a96-bb69-a7d6dc1d7e38" providerId="ADAL" clId="{DFC2549C-CF47-4A86-BB03-47BF58D98A22}" dt="2023-11-15T05:42:50.990" v="6622" actId="1076"/>
          <ac:spMkLst>
            <pc:docMk/>
            <pc:sldMk cId="0" sldId="268"/>
            <ac:spMk id="9" creationId="{030570CF-FCFA-95D7-050F-F920BB5C409C}"/>
          </ac:spMkLst>
        </pc:spChg>
        <pc:spChg chg="mod">
          <ac:chgData name="Nursakirah Ab Rahman Muton" userId="423efa6d-ee54-4a96-bb69-a7d6dc1d7e38" providerId="ADAL" clId="{DFC2549C-CF47-4A86-BB03-47BF58D98A22}" dt="2023-11-15T03:09:09.308" v="62" actId="207"/>
          <ac:spMkLst>
            <pc:docMk/>
            <pc:sldMk cId="0" sldId="268"/>
            <ac:spMk id="49154" creationId="{A0252545-C382-BC11-FCDC-570D3579F427}"/>
          </ac:spMkLst>
        </pc:spChg>
        <pc:picChg chg="add mod">
          <ac:chgData name="Nursakirah Ab Rahman Muton" userId="423efa6d-ee54-4a96-bb69-a7d6dc1d7e38" providerId="ADAL" clId="{DFC2549C-CF47-4A86-BB03-47BF58D98A22}" dt="2023-11-15T05:36:39.164" v="6118" actId="1076"/>
          <ac:picMkLst>
            <pc:docMk/>
            <pc:sldMk cId="0" sldId="268"/>
            <ac:picMk id="3" creationId="{A7C764E5-4DA7-32BD-77CD-DEE925098546}"/>
          </ac:picMkLst>
        </pc:picChg>
        <pc:picChg chg="del">
          <ac:chgData name="Nursakirah Ab Rahman Muton" userId="423efa6d-ee54-4a96-bb69-a7d6dc1d7e38" providerId="ADAL" clId="{DFC2549C-CF47-4A86-BB03-47BF58D98A22}" dt="2023-11-15T05:36:27.817" v="6115" actId="478"/>
          <ac:picMkLst>
            <pc:docMk/>
            <pc:sldMk cId="0" sldId="268"/>
            <ac:picMk id="49155" creationId="{0F700073-9236-B95F-4056-3E656BB28842}"/>
          </ac:picMkLst>
        </pc:picChg>
      </pc:sldChg>
      <pc:sldChg chg="addSp delSp modSp mod">
        <pc:chgData name="Nursakirah Ab Rahman Muton" userId="423efa6d-ee54-4a96-bb69-a7d6dc1d7e38" providerId="ADAL" clId="{DFC2549C-CF47-4A86-BB03-47BF58D98A22}" dt="2023-11-15T05:45:02.651" v="6761" actId="1076"/>
        <pc:sldMkLst>
          <pc:docMk/>
          <pc:sldMk cId="0" sldId="269"/>
        </pc:sldMkLst>
        <pc:spChg chg="mod">
          <ac:chgData name="Nursakirah Ab Rahman Muton" userId="423efa6d-ee54-4a96-bb69-a7d6dc1d7e38" providerId="ADAL" clId="{DFC2549C-CF47-4A86-BB03-47BF58D98A22}" dt="2023-11-15T03:09:12.372" v="63" actId="207"/>
          <ac:spMkLst>
            <pc:docMk/>
            <pc:sldMk cId="0" sldId="269"/>
            <ac:spMk id="51202" creationId="{9B90B853-6413-EE2A-D7E9-7BE9CABB94AA}"/>
          </ac:spMkLst>
        </pc:spChg>
        <pc:spChg chg="mod">
          <ac:chgData name="Nursakirah Ab Rahman Muton" userId="423efa6d-ee54-4a96-bb69-a7d6dc1d7e38" providerId="ADAL" clId="{DFC2549C-CF47-4A86-BB03-47BF58D98A22}" dt="2023-11-15T05:44:25.215" v="6751" actId="14100"/>
          <ac:spMkLst>
            <pc:docMk/>
            <pc:sldMk cId="0" sldId="269"/>
            <ac:spMk id="51203" creationId="{6661483B-21C1-E348-CBF8-23C64B102BCD}"/>
          </ac:spMkLst>
        </pc:spChg>
        <pc:picChg chg="add mod">
          <ac:chgData name="Nursakirah Ab Rahman Muton" userId="423efa6d-ee54-4a96-bb69-a7d6dc1d7e38" providerId="ADAL" clId="{DFC2549C-CF47-4A86-BB03-47BF58D98A22}" dt="2023-11-15T05:44:48.908" v="6757" actId="1076"/>
          <ac:picMkLst>
            <pc:docMk/>
            <pc:sldMk cId="0" sldId="269"/>
            <ac:picMk id="3" creationId="{D5F852F7-098F-FBD8-1DC3-C865F0E38538}"/>
          </ac:picMkLst>
        </pc:picChg>
        <pc:picChg chg="add mod">
          <ac:chgData name="Nursakirah Ab Rahman Muton" userId="423efa6d-ee54-4a96-bb69-a7d6dc1d7e38" providerId="ADAL" clId="{DFC2549C-CF47-4A86-BB03-47BF58D98A22}" dt="2023-11-15T05:45:02.651" v="6761" actId="1076"/>
          <ac:picMkLst>
            <pc:docMk/>
            <pc:sldMk cId="0" sldId="269"/>
            <ac:picMk id="5" creationId="{574EB274-5C43-94AB-62E5-FA8105AB04E9}"/>
          </ac:picMkLst>
        </pc:picChg>
        <pc:picChg chg="del">
          <ac:chgData name="Nursakirah Ab Rahman Muton" userId="423efa6d-ee54-4a96-bb69-a7d6dc1d7e38" providerId="ADAL" clId="{DFC2549C-CF47-4A86-BB03-47BF58D98A22}" dt="2023-11-15T05:44:36.321" v="6752" actId="478"/>
          <ac:picMkLst>
            <pc:docMk/>
            <pc:sldMk cId="0" sldId="269"/>
            <ac:picMk id="51204" creationId="{19CE4A46-C810-649B-3FD1-C35636DAA6CC}"/>
          </ac:picMkLst>
        </pc:picChg>
      </pc:sldChg>
      <pc:sldChg chg="addSp delSp modSp mod modNotesTx">
        <pc:chgData name="Nursakirah Ab Rahman Muton" userId="423efa6d-ee54-4a96-bb69-a7d6dc1d7e38" providerId="ADAL" clId="{DFC2549C-CF47-4A86-BB03-47BF58D98A22}" dt="2023-11-15T06:00:54.629" v="7074" actId="20577"/>
        <pc:sldMkLst>
          <pc:docMk/>
          <pc:sldMk cId="0" sldId="270"/>
        </pc:sldMkLst>
        <pc:spChg chg="add mod">
          <ac:chgData name="Nursakirah Ab Rahman Muton" userId="423efa6d-ee54-4a96-bb69-a7d6dc1d7e38" providerId="ADAL" clId="{DFC2549C-CF47-4A86-BB03-47BF58D98A22}" dt="2023-11-15T05:48:27.360" v="6787" actId="1076"/>
          <ac:spMkLst>
            <pc:docMk/>
            <pc:sldMk cId="0" sldId="270"/>
            <ac:spMk id="4" creationId="{18499E82-6F1A-4D73-6771-8969CB163818}"/>
          </ac:spMkLst>
        </pc:spChg>
        <pc:spChg chg="add mod">
          <ac:chgData name="Nursakirah Ab Rahman Muton" userId="423efa6d-ee54-4a96-bb69-a7d6dc1d7e38" providerId="ADAL" clId="{DFC2549C-CF47-4A86-BB03-47BF58D98A22}" dt="2023-11-15T05:48:27.360" v="6787" actId="1076"/>
          <ac:spMkLst>
            <pc:docMk/>
            <pc:sldMk cId="0" sldId="270"/>
            <ac:spMk id="5" creationId="{BE7E8F0B-B896-CB35-7EC4-74AB45BC853D}"/>
          </ac:spMkLst>
        </pc:spChg>
        <pc:spChg chg="add mod">
          <ac:chgData name="Nursakirah Ab Rahman Muton" userId="423efa6d-ee54-4a96-bb69-a7d6dc1d7e38" providerId="ADAL" clId="{DFC2549C-CF47-4A86-BB03-47BF58D98A22}" dt="2023-11-15T05:48:27.360" v="6787" actId="1076"/>
          <ac:spMkLst>
            <pc:docMk/>
            <pc:sldMk cId="0" sldId="270"/>
            <ac:spMk id="6" creationId="{577AAEB2-D2E6-6508-0A0C-81FF25DA8A2B}"/>
          </ac:spMkLst>
        </pc:spChg>
        <pc:spChg chg="add mod">
          <ac:chgData name="Nursakirah Ab Rahman Muton" userId="423efa6d-ee54-4a96-bb69-a7d6dc1d7e38" providerId="ADAL" clId="{DFC2549C-CF47-4A86-BB03-47BF58D98A22}" dt="2023-11-15T05:48:27.360" v="6787" actId="1076"/>
          <ac:spMkLst>
            <pc:docMk/>
            <pc:sldMk cId="0" sldId="270"/>
            <ac:spMk id="7" creationId="{DE17BD3D-7517-A081-CF8E-968EC175BA5D}"/>
          </ac:spMkLst>
        </pc:spChg>
        <pc:spChg chg="add mod">
          <ac:chgData name="Nursakirah Ab Rahman Muton" userId="423efa6d-ee54-4a96-bb69-a7d6dc1d7e38" providerId="ADAL" clId="{DFC2549C-CF47-4A86-BB03-47BF58D98A22}" dt="2023-11-15T05:48:27.360" v="6787" actId="1076"/>
          <ac:spMkLst>
            <pc:docMk/>
            <pc:sldMk cId="0" sldId="270"/>
            <ac:spMk id="8" creationId="{35D71EB4-B806-716B-2B1E-47F09C7F6893}"/>
          </ac:spMkLst>
        </pc:spChg>
        <pc:spChg chg="add mod">
          <ac:chgData name="Nursakirah Ab Rahman Muton" userId="423efa6d-ee54-4a96-bb69-a7d6dc1d7e38" providerId="ADAL" clId="{DFC2549C-CF47-4A86-BB03-47BF58D98A22}" dt="2023-11-15T05:48:27.360" v="6787" actId="1076"/>
          <ac:spMkLst>
            <pc:docMk/>
            <pc:sldMk cId="0" sldId="270"/>
            <ac:spMk id="9" creationId="{3B6A5467-7E73-1D2D-75C5-59024B9BE92E}"/>
          </ac:spMkLst>
        </pc:spChg>
        <pc:spChg chg="add mod">
          <ac:chgData name="Nursakirah Ab Rahman Muton" userId="423efa6d-ee54-4a96-bb69-a7d6dc1d7e38" providerId="ADAL" clId="{DFC2549C-CF47-4A86-BB03-47BF58D98A22}" dt="2023-11-15T05:54:51.737" v="6789" actId="208"/>
          <ac:spMkLst>
            <pc:docMk/>
            <pc:sldMk cId="0" sldId="270"/>
            <ac:spMk id="10" creationId="{8DA9BA7C-E3E7-7C7B-7F5E-C720D8B0B3A4}"/>
          </ac:spMkLst>
        </pc:spChg>
        <pc:spChg chg="add mod">
          <ac:chgData name="Nursakirah Ab Rahman Muton" userId="423efa6d-ee54-4a96-bb69-a7d6dc1d7e38" providerId="ADAL" clId="{DFC2549C-CF47-4A86-BB03-47BF58D98A22}" dt="2023-11-15T05:54:56.150" v="6791" actId="1076"/>
          <ac:spMkLst>
            <pc:docMk/>
            <pc:sldMk cId="0" sldId="270"/>
            <ac:spMk id="11" creationId="{315C9BDC-A4D6-89ED-1D07-232AA9BBF041}"/>
          </ac:spMkLst>
        </pc:spChg>
        <pc:spChg chg="add mod">
          <ac:chgData name="Nursakirah Ab Rahman Muton" userId="423efa6d-ee54-4a96-bb69-a7d6dc1d7e38" providerId="ADAL" clId="{DFC2549C-CF47-4A86-BB03-47BF58D98A22}" dt="2023-11-15T05:55:54.568" v="6794" actId="208"/>
          <ac:spMkLst>
            <pc:docMk/>
            <pc:sldMk cId="0" sldId="270"/>
            <ac:spMk id="12" creationId="{6AAC3959-4A8C-7085-F56E-3280F3D83EFA}"/>
          </ac:spMkLst>
        </pc:spChg>
        <pc:spChg chg="add mod">
          <ac:chgData name="Nursakirah Ab Rahman Muton" userId="423efa6d-ee54-4a96-bb69-a7d6dc1d7e38" providerId="ADAL" clId="{DFC2549C-CF47-4A86-BB03-47BF58D98A22}" dt="2023-11-15T05:55:58.614" v="6796" actId="1076"/>
          <ac:spMkLst>
            <pc:docMk/>
            <pc:sldMk cId="0" sldId="270"/>
            <ac:spMk id="13" creationId="{FD6F6598-6C48-CFD1-0097-235FC8CB6A99}"/>
          </ac:spMkLst>
        </pc:spChg>
        <pc:spChg chg="mod">
          <ac:chgData name="Nursakirah Ab Rahman Muton" userId="423efa6d-ee54-4a96-bb69-a7d6dc1d7e38" providerId="ADAL" clId="{DFC2549C-CF47-4A86-BB03-47BF58D98A22}" dt="2023-11-15T03:09:15.354" v="64" actId="207"/>
          <ac:spMkLst>
            <pc:docMk/>
            <pc:sldMk cId="0" sldId="270"/>
            <ac:spMk id="53250" creationId="{C031F2F5-284E-580D-BA17-FD82703C510C}"/>
          </ac:spMkLst>
        </pc:spChg>
        <pc:spChg chg="del">
          <ac:chgData name="Nursakirah Ab Rahman Muton" userId="423efa6d-ee54-4a96-bb69-a7d6dc1d7e38" providerId="ADAL" clId="{DFC2549C-CF47-4A86-BB03-47BF58D98A22}" dt="2023-11-15T05:48:21.257" v="6786" actId="478"/>
          <ac:spMkLst>
            <pc:docMk/>
            <pc:sldMk cId="0" sldId="270"/>
            <ac:spMk id="53252" creationId="{B1BD7B2B-D49C-1DAB-7273-204E2080FEB6}"/>
          </ac:spMkLst>
        </pc:spChg>
        <pc:spChg chg="del">
          <ac:chgData name="Nursakirah Ab Rahman Muton" userId="423efa6d-ee54-4a96-bb69-a7d6dc1d7e38" providerId="ADAL" clId="{DFC2549C-CF47-4A86-BB03-47BF58D98A22}" dt="2023-11-15T05:48:21.257" v="6786" actId="478"/>
          <ac:spMkLst>
            <pc:docMk/>
            <pc:sldMk cId="0" sldId="270"/>
            <ac:spMk id="53253" creationId="{F14BB514-50E8-09C9-0BF9-CD092BDFCCBE}"/>
          </ac:spMkLst>
        </pc:spChg>
        <pc:spChg chg="del">
          <ac:chgData name="Nursakirah Ab Rahman Muton" userId="423efa6d-ee54-4a96-bb69-a7d6dc1d7e38" providerId="ADAL" clId="{DFC2549C-CF47-4A86-BB03-47BF58D98A22}" dt="2023-11-15T05:48:21.257" v="6786" actId="478"/>
          <ac:spMkLst>
            <pc:docMk/>
            <pc:sldMk cId="0" sldId="270"/>
            <ac:spMk id="53254" creationId="{AEDC0F4B-35F1-8372-50FC-DFC81D9D7478}"/>
          </ac:spMkLst>
        </pc:spChg>
        <pc:spChg chg="del">
          <ac:chgData name="Nursakirah Ab Rahman Muton" userId="423efa6d-ee54-4a96-bb69-a7d6dc1d7e38" providerId="ADAL" clId="{DFC2549C-CF47-4A86-BB03-47BF58D98A22}" dt="2023-11-15T05:48:21.257" v="6786" actId="478"/>
          <ac:spMkLst>
            <pc:docMk/>
            <pc:sldMk cId="0" sldId="270"/>
            <ac:spMk id="53255" creationId="{CE1D8DA6-6CE5-3263-20A0-FDB88F1BE6FE}"/>
          </ac:spMkLst>
        </pc:spChg>
        <pc:spChg chg="del">
          <ac:chgData name="Nursakirah Ab Rahman Muton" userId="423efa6d-ee54-4a96-bb69-a7d6dc1d7e38" providerId="ADAL" clId="{DFC2549C-CF47-4A86-BB03-47BF58D98A22}" dt="2023-11-15T05:48:21.257" v="6786" actId="478"/>
          <ac:spMkLst>
            <pc:docMk/>
            <pc:sldMk cId="0" sldId="270"/>
            <ac:spMk id="53256" creationId="{68126624-9B2E-3111-1163-5DEBF4235868}"/>
          </ac:spMkLst>
        </pc:spChg>
        <pc:spChg chg="del">
          <ac:chgData name="Nursakirah Ab Rahman Muton" userId="423efa6d-ee54-4a96-bb69-a7d6dc1d7e38" providerId="ADAL" clId="{DFC2549C-CF47-4A86-BB03-47BF58D98A22}" dt="2023-11-15T05:48:21.257" v="6786" actId="478"/>
          <ac:spMkLst>
            <pc:docMk/>
            <pc:sldMk cId="0" sldId="270"/>
            <ac:spMk id="53257" creationId="{10458CF7-CB83-2818-E4B3-05FF41EEC89E}"/>
          </ac:spMkLst>
        </pc:spChg>
        <pc:picChg chg="add mod modCrop">
          <ac:chgData name="Nursakirah Ab Rahman Muton" userId="423efa6d-ee54-4a96-bb69-a7d6dc1d7e38" providerId="ADAL" clId="{DFC2549C-CF47-4A86-BB03-47BF58D98A22}" dt="2023-11-15T05:48:27.360" v="6787" actId="1076"/>
          <ac:picMkLst>
            <pc:docMk/>
            <pc:sldMk cId="0" sldId="270"/>
            <ac:picMk id="3" creationId="{C3D6DE4C-0721-A0FD-C9EA-594AB7406E09}"/>
          </ac:picMkLst>
        </pc:picChg>
        <pc:picChg chg="del">
          <ac:chgData name="Nursakirah Ab Rahman Muton" userId="423efa6d-ee54-4a96-bb69-a7d6dc1d7e38" providerId="ADAL" clId="{DFC2549C-CF47-4A86-BB03-47BF58D98A22}" dt="2023-11-15T05:48:19.770" v="6785" actId="478"/>
          <ac:picMkLst>
            <pc:docMk/>
            <pc:sldMk cId="0" sldId="270"/>
            <ac:picMk id="53251" creationId="{206D978C-3BBC-AEA9-01D5-9692218F645A}"/>
          </ac:picMkLst>
        </pc:picChg>
      </pc:sldChg>
      <pc:sldChg chg="addSp modSp modNotesTx">
        <pc:chgData name="Nursakirah Ab Rahman Muton" userId="423efa6d-ee54-4a96-bb69-a7d6dc1d7e38" providerId="ADAL" clId="{DFC2549C-CF47-4A86-BB03-47BF58D98A22}" dt="2023-11-15T06:03:55.478" v="7343" actId="20577"/>
        <pc:sldMkLst>
          <pc:docMk/>
          <pc:sldMk cId="0" sldId="271"/>
        </pc:sldMkLst>
        <pc:spChg chg="add mod">
          <ac:chgData name="Nursakirah Ab Rahman Muton" userId="423efa6d-ee54-4a96-bb69-a7d6dc1d7e38" providerId="ADAL" clId="{DFC2549C-CF47-4A86-BB03-47BF58D98A22}" dt="2023-11-15T03:09:19.561" v="66" actId="571"/>
          <ac:spMkLst>
            <pc:docMk/>
            <pc:sldMk cId="0" sldId="271"/>
            <ac:spMk id="2" creationId="{5FA9F0A3-44E3-076C-021C-B29D75634B09}"/>
          </ac:spMkLst>
        </pc:spChg>
        <pc:spChg chg="add mod">
          <ac:chgData name="Nursakirah Ab Rahman Muton" userId="423efa6d-ee54-4a96-bb69-a7d6dc1d7e38" providerId="ADAL" clId="{DFC2549C-CF47-4A86-BB03-47BF58D98A22}" dt="2023-11-15T03:09:19.561" v="66" actId="571"/>
          <ac:spMkLst>
            <pc:docMk/>
            <pc:sldMk cId="0" sldId="271"/>
            <ac:spMk id="3" creationId="{B4BD783F-01FE-0FF6-7129-4D53446DDEFE}"/>
          </ac:spMkLst>
        </pc:spChg>
        <pc:spChg chg="mod">
          <ac:chgData name="Nursakirah Ab Rahman Muton" userId="423efa6d-ee54-4a96-bb69-a7d6dc1d7e38" providerId="ADAL" clId="{DFC2549C-CF47-4A86-BB03-47BF58D98A22}" dt="2023-11-15T03:09:20.914" v="67" actId="207"/>
          <ac:spMkLst>
            <pc:docMk/>
            <pc:sldMk cId="0" sldId="271"/>
            <ac:spMk id="55298" creationId="{486A2699-F7FB-DE41-F034-F72C6CDBCC24}"/>
          </ac:spMkLst>
        </pc:spChg>
        <pc:spChg chg="mod">
          <ac:chgData name="Nursakirah Ab Rahman Muton" userId="423efa6d-ee54-4a96-bb69-a7d6dc1d7e38" providerId="ADAL" clId="{DFC2549C-CF47-4A86-BB03-47BF58D98A22}" dt="2023-11-15T03:09:20.914" v="67" actId="207"/>
          <ac:spMkLst>
            <pc:docMk/>
            <pc:sldMk cId="0" sldId="271"/>
            <ac:spMk id="55299" creationId="{18C37C41-C962-CE23-8E65-E3A807345D29}"/>
          </ac:spMkLst>
        </pc:spChg>
      </pc:sldChg>
      <pc:sldChg chg="addSp delSp modSp mod modNotesTx">
        <pc:chgData name="Nursakirah Ab Rahman Muton" userId="423efa6d-ee54-4a96-bb69-a7d6dc1d7e38" providerId="ADAL" clId="{DFC2549C-CF47-4A86-BB03-47BF58D98A22}" dt="2023-11-15T06:49:27.474" v="8921" actId="20577"/>
        <pc:sldMkLst>
          <pc:docMk/>
          <pc:sldMk cId="0" sldId="272"/>
        </pc:sldMkLst>
        <pc:spChg chg="add mod">
          <ac:chgData name="Nursakirah Ab Rahman Muton" userId="423efa6d-ee54-4a96-bb69-a7d6dc1d7e38" providerId="ADAL" clId="{DFC2549C-CF47-4A86-BB03-47BF58D98A22}" dt="2023-11-15T06:49:17.007" v="8912" actId="1076"/>
          <ac:spMkLst>
            <pc:docMk/>
            <pc:sldMk cId="0" sldId="272"/>
            <ac:spMk id="8" creationId="{481FC337-B8EB-4D1C-C760-75BF24BA221B}"/>
          </ac:spMkLst>
        </pc:spChg>
        <pc:spChg chg="add mod">
          <ac:chgData name="Nursakirah Ab Rahman Muton" userId="423efa6d-ee54-4a96-bb69-a7d6dc1d7e38" providerId="ADAL" clId="{DFC2549C-CF47-4A86-BB03-47BF58D98A22}" dt="2023-11-15T06:49:27.474" v="8921" actId="20577"/>
          <ac:spMkLst>
            <pc:docMk/>
            <pc:sldMk cId="0" sldId="272"/>
            <ac:spMk id="9" creationId="{2FE98F1E-A78C-295A-8507-0CCC6399FF2F}"/>
          </ac:spMkLst>
        </pc:spChg>
        <pc:spChg chg="mod">
          <ac:chgData name="Nursakirah Ab Rahman Muton" userId="423efa6d-ee54-4a96-bb69-a7d6dc1d7e38" providerId="ADAL" clId="{DFC2549C-CF47-4A86-BB03-47BF58D98A22}" dt="2023-11-15T03:09:31.399" v="69" actId="207"/>
          <ac:spMkLst>
            <pc:docMk/>
            <pc:sldMk cId="0" sldId="272"/>
            <ac:spMk id="59394" creationId="{977F03F8-2369-252D-8485-BEDE239662BD}"/>
          </ac:spMkLst>
        </pc:spChg>
        <pc:spChg chg="mod">
          <ac:chgData name="Nursakirah Ab Rahman Muton" userId="423efa6d-ee54-4a96-bb69-a7d6dc1d7e38" providerId="ADAL" clId="{DFC2549C-CF47-4A86-BB03-47BF58D98A22}" dt="2023-11-15T03:09:31.399" v="69" actId="207"/>
          <ac:spMkLst>
            <pc:docMk/>
            <pc:sldMk cId="0" sldId="272"/>
            <ac:spMk id="59395" creationId="{22535971-066C-A721-1866-7A3E15358E82}"/>
          </ac:spMkLst>
        </pc:spChg>
        <pc:picChg chg="add del">
          <ac:chgData name="Nursakirah Ab Rahman Muton" userId="423efa6d-ee54-4a96-bb69-a7d6dc1d7e38" providerId="ADAL" clId="{DFC2549C-CF47-4A86-BB03-47BF58D98A22}" dt="2023-11-15T06:20:13.003" v="8365" actId="478"/>
          <ac:picMkLst>
            <pc:docMk/>
            <pc:sldMk cId="0" sldId="272"/>
            <ac:picMk id="3" creationId="{AA11C987-7F47-1A89-3F5C-B6EE35E8BADD}"/>
          </ac:picMkLst>
        </pc:picChg>
        <pc:picChg chg="add mod modCrop">
          <ac:chgData name="Nursakirah Ab Rahman Muton" userId="423efa6d-ee54-4a96-bb69-a7d6dc1d7e38" providerId="ADAL" clId="{DFC2549C-CF47-4A86-BB03-47BF58D98A22}" dt="2023-11-15T06:48:54.466" v="8905" actId="1076"/>
          <ac:picMkLst>
            <pc:docMk/>
            <pc:sldMk cId="0" sldId="272"/>
            <ac:picMk id="5" creationId="{0F3C625E-48C6-10E9-930E-44FAF8D63C9C}"/>
          </ac:picMkLst>
        </pc:picChg>
        <pc:picChg chg="add mod">
          <ac:chgData name="Nursakirah Ab Rahman Muton" userId="423efa6d-ee54-4a96-bb69-a7d6dc1d7e38" providerId="ADAL" clId="{DFC2549C-CF47-4A86-BB03-47BF58D98A22}" dt="2023-11-15T06:48:56.423" v="8906" actId="1076"/>
          <ac:picMkLst>
            <pc:docMk/>
            <pc:sldMk cId="0" sldId="272"/>
            <ac:picMk id="7" creationId="{9AE8A8DF-762A-35FE-48C6-0EBA04C5C4F8}"/>
          </ac:picMkLst>
        </pc:picChg>
        <pc:picChg chg="del">
          <ac:chgData name="Nursakirah Ab Rahman Muton" userId="423efa6d-ee54-4a96-bb69-a7d6dc1d7e38" providerId="ADAL" clId="{DFC2549C-CF47-4A86-BB03-47BF58D98A22}" dt="2023-11-15T06:20:01.808" v="8362" actId="478"/>
          <ac:picMkLst>
            <pc:docMk/>
            <pc:sldMk cId="0" sldId="272"/>
            <ac:picMk id="59396" creationId="{385EA66B-B3C5-1BA0-9866-43051FBA607A}"/>
          </ac:picMkLst>
        </pc:picChg>
        <pc:picChg chg="del">
          <ac:chgData name="Nursakirah Ab Rahman Muton" userId="423efa6d-ee54-4a96-bb69-a7d6dc1d7e38" providerId="ADAL" clId="{DFC2549C-CF47-4A86-BB03-47BF58D98A22}" dt="2023-11-15T06:20:02.519" v="8363" actId="478"/>
          <ac:picMkLst>
            <pc:docMk/>
            <pc:sldMk cId="0" sldId="272"/>
            <ac:picMk id="59397" creationId="{C6FC9767-538C-9308-E868-51FC44BAC98F}"/>
          </ac:picMkLst>
        </pc:picChg>
      </pc:sldChg>
      <pc:sldChg chg="modSp modNotesTx">
        <pc:chgData name="Nursakirah Ab Rahman Muton" userId="423efa6d-ee54-4a96-bb69-a7d6dc1d7e38" providerId="ADAL" clId="{DFC2549C-CF47-4A86-BB03-47BF58D98A22}" dt="2023-11-15T06:51:15.707" v="9082" actId="20577"/>
        <pc:sldMkLst>
          <pc:docMk/>
          <pc:sldMk cId="0" sldId="273"/>
        </pc:sldMkLst>
        <pc:spChg chg="mod">
          <ac:chgData name="Nursakirah Ab Rahman Muton" userId="423efa6d-ee54-4a96-bb69-a7d6dc1d7e38" providerId="ADAL" clId="{DFC2549C-CF47-4A86-BB03-47BF58D98A22}" dt="2023-11-15T03:09:35.333" v="70" actId="207"/>
          <ac:spMkLst>
            <pc:docMk/>
            <pc:sldMk cId="0" sldId="273"/>
            <ac:spMk id="61442" creationId="{790BEBFC-9A63-85DE-3DC1-E842681EC7BB}"/>
          </ac:spMkLst>
        </pc:spChg>
        <pc:spChg chg="mod">
          <ac:chgData name="Nursakirah Ab Rahman Muton" userId="423efa6d-ee54-4a96-bb69-a7d6dc1d7e38" providerId="ADAL" clId="{DFC2549C-CF47-4A86-BB03-47BF58D98A22}" dt="2023-11-15T03:09:35.333" v="70" actId="207"/>
          <ac:spMkLst>
            <pc:docMk/>
            <pc:sldMk cId="0" sldId="273"/>
            <ac:spMk id="61443" creationId="{31EDC58D-71F6-AADF-F6A4-806E67C1D232}"/>
          </ac:spMkLst>
        </pc:spChg>
      </pc:sldChg>
      <pc:sldChg chg="addSp delSp modSp mod">
        <pc:chgData name="Nursakirah Ab Rahman Muton" userId="423efa6d-ee54-4a96-bb69-a7d6dc1d7e38" providerId="ADAL" clId="{DFC2549C-CF47-4A86-BB03-47BF58D98A22}" dt="2023-11-15T08:38:22.066" v="9966" actId="1076"/>
        <pc:sldMkLst>
          <pc:docMk/>
          <pc:sldMk cId="0" sldId="274"/>
        </pc:sldMkLst>
        <pc:spChg chg="add mod">
          <ac:chgData name="Nursakirah Ab Rahman Muton" userId="423efa6d-ee54-4a96-bb69-a7d6dc1d7e38" providerId="ADAL" clId="{DFC2549C-CF47-4A86-BB03-47BF58D98A22}" dt="2023-11-15T08:36:49.488" v="9847" actId="1076"/>
          <ac:spMkLst>
            <pc:docMk/>
            <pc:sldMk cId="0" sldId="274"/>
            <ac:spMk id="4" creationId="{A43DB0C0-5455-FD08-BE19-9140BD7533D9}"/>
          </ac:spMkLst>
        </pc:spChg>
        <pc:spChg chg="add mod">
          <ac:chgData name="Nursakirah Ab Rahman Muton" userId="423efa6d-ee54-4a96-bb69-a7d6dc1d7e38" providerId="ADAL" clId="{DFC2549C-CF47-4A86-BB03-47BF58D98A22}" dt="2023-11-15T08:37:33.197" v="9878" actId="20577"/>
          <ac:spMkLst>
            <pc:docMk/>
            <pc:sldMk cId="0" sldId="274"/>
            <ac:spMk id="5" creationId="{9A91129F-DEC9-6F0E-0765-DAF1E7B90EBF}"/>
          </ac:spMkLst>
        </pc:spChg>
        <pc:spChg chg="add mod">
          <ac:chgData name="Nursakirah Ab Rahman Muton" userId="423efa6d-ee54-4a96-bb69-a7d6dc1d7e38" providerId="ADAL" clId="{DFC2549C-CF47-4A86-BB03-47BF58D98A22}" dt="2023-11-15T08:38:22.066" v="9966" actId="1076"/>
          <ac:spMkLst>
            <pc:docMk/>
            <pc:sldMk cId="0" sldId="274"/>
            <ac:spMk id="6" creationId="{40F87283-DF8B-8D54-622A-121CAA31F446}"/>
          </ac:spMkLst>
        </pc:spChg>
        <pc:spChg chg="mod">
          <ac:chgData name="Nursakirah Ab Rahman Muton" userId="423efa6d-ee54-4a96-bb69-a7d6dc1d7e38" providerId="ADAL" clId="{DFC2549C-CF47-4A86-BB03-47BF58D98A22}" dt="2023-11-15T03:09:41.972" v="73" actId="207"/>
          <ac:spMkLst>
            <pc:docMk/>
            <pc:sldMk cId="0" sldId="274"/>
            <ac:spMk id="65538" creationId="{9A417A79-895C-1F11-C90A-29C131C6E7D2}"/>
          </ac:spMkLst>
        </pc:spChg>
        <pc:picChg chg="add mod">
          <ac:chgData name="Nursakirah Ab Rahman Muton" userId="423efa6d-ee54-4a96-bb69-a7d6dc1d7e38" providerId="ADAL" clId="{DFC2549C-CF47-4A86-BB03-47BF58D98A22}" dt="2023-11-15T08:35:58.339" v="9772" actId="1076"/>
          <ac:picMkLst>
            <pc:docMk/>
            <pc:sldMk cId="0" sldId="274"/>
            <ac:picMk id="3" creationId="{220C1016-299D-847A-874B-5F3CFDB37C5B}"/>
          </ac:picMkLst>
        </pc:picChg>
        <pc:picChg chg="del">
          <ac:chgData name="Nursakirah Ab Rahman Muton" userId="423efa6d-ee54-4a96-bb69-a7d6dc1d7e38" providerId="ADAL" clId="{DFC2549C-CF47-4A86-BB03-47BF58D98A22}" dt="2023-11-15T08:35:34.311" v="9768" actId="478"/>
          <ac:picMkLst>
            <pc:docMk/>
            <pc:sldMk cId="0" sldId="274"/>
            <ac:picMk id="65539" creationId="{3E1E9FBD-E832-8919-8AEF-0938509401EA}"/>
          </ac:picMkLst>
        </pc:picChg>
      </pc:sldChg>
      <pc:sldChg chg="addSp modSp modNotesTx">
        <pc:chgData name="Nursakirah Ab Rahman Muton" userId="423efa6d-ee54-4a96-bb69-a7d6dc1d7e38" providerId="ADAL" clId="{DFC2549C-CF47-4A86-BB03-47BF58D98A22}" dt="2023-11-15T09:11:52.509" v="10095" actId="1076"/>
        <pc:sldMkLst>
          <pc:docMk/>
          <pc:sldMk cId="0" sldId="276"/>
        </pc:sldMkLst>
        <pc:spChg chg="add mod">
          <ac:chgData name="Nursakirah Ab Rahman Muton" userId="423efa6d-ee54-4a96-bb69-a7d6dc1d7e38" providerId="ADAL" clId="{DFC2549C-CF47-4A86-BB03-47BF58D98A22}" dt="2023-11-15T09:11:52.509" v="10095" actId="1076"/>
          <ac:spMkLst>
            <pc:docMk/>
            <pc:sldMk cId="0" sldId="276"/>
            <ac:spMk id="2" creationId="{427629F7-999D-836F-2522-70E56ACD2FBD}"/>
          </ac:spMkLst>
        </pc:spChg>
        <pc:spChg chg="mod">
          <ac:chgData name="Nursakirah Ab Rahman Muton" userId="423efa6d-ee54-4a96-bb69-a7d6dc1d7e38" providerId="ADAL" clId="{DFC2549C-CF47-4A86-BB03-47BF58D98A22}" dt="2023-11-15T03:09:51.088" v="74" actId="207"/>
          <ac:spMkLst>
            <pc:docMk/>
            <pc:sldMk cId="0" sldId="276"/>
            <ac:spMk id="70658" creationId="{8F09B7B8-E853-377F-9332-1BD696BCC9D0}"/>
          </ac:spMkLst>
        </pc:spChg>
        <pc:spChg chg="mod">
          <ac:chgData name="Nursakirah Ab Rahman Muton" userId="423efa6d-ee54-4a96-bb69-a7d6dc1d7e38" providerId="ADAL" clId="{DFC2549C-CF47-4A86-BB03-47BF58D98A22}" dt="2023-11-15T03:09:51.088" v="74" actId="207"/>
          <ac:spMkLst>
            <pc:docMk/>
            <pc:sldMk cId="0" sldId="276"/>
            <ac:spMk id="70659" creationId="{468A4120-10F4-42CF-0205-D6469D89A3BE}"/>
          </ac:spMkLst>
        </pc:spChg>
      </pc:sldChg>
      <pc:sldChg chg="addSp delSp modSp mod modNotesTx">
        <pc:chgData name="Nursakirah Ab Rahman Muton" userId="423efa6d-ee54-4a96-bb69-a7d6dc1d7e38" providerId="ADAL" clId="{DFC2549C-CF47-4A86-BB03-47BF58D98A22}" dt="2023-11-15T09:19:53.426" v="10774" actId="20577"/>
        <pc:sldMkLst>
          <pc:docMk/>
          <pc:sldMk cId="0" sldId="277"/>
        </pc:sldMkLst>
        <pc:spChg chg="mod">
          <ac:chgData name="Nursakirah Ab Rahman Muton" userId="423efa6d-ee54-4a96-bb69-a7d6dc1d7e38" providerId="ADAL" clId="{DFC2549C-CF47-4A86-BB03-47BF58D98A22}" dt="2023-11-15T03:09:57.773" v="76" actId="207"/>
          <ac:spMkLst>
            <pc:docMk/>
            <pc:sldMk cId="0" sldId="277"/>
            <ac:spMk id="74754" creationId="{61BDC1D7-D2AE-45BC-3E91-DA2B0167988F}"/>
          </ac:spMkLst>
        </pc:spChg>
        <pc:spChg chg="mod">
          <ac:chgData name="Nursakirah Ab Rahman Muton" userId="423efa6d-ee54-4a96-bb69-a7d6dc1d7e38" providerId="ADAL" clId="{DFC2549C-CF47-4A86-BB03-47BF58D98A22}" dt="2023-11-15T03:09:57.773" v="76" actId="207"/>
          <ac:spMkLst>
            <pc:docMk/>
            <pc:sldMk cId="0" sldId="277"/>
            <ac:spMk id="74755" creationId="{8A60FFDE-CCE4-C1EA-47C7-577E1197CC15}"/>
          </ac:spMkLst>
        </pc:spChg>
        <pc:picChg chg="add mod modCrop">
          <ac:chgData name="Nursakirah Ab Rahman Muton" userId="423efa6d-ee54-4a96-bb69-a7d6dc1d7e38" providerId="ADAL" clId="{DFC2549C-CF47-4A86-BB03-47BF58D98A22}" dt="2023-11-15T09:18:57.391" v="10602" actId="1076"/>
          <ac:picMkLst>
            <pc:docMk/>
            <pc:sldMk cId="0" sldId="277"/>
            <ac:picMk id="3" creationId="{4E5E1719-9340-4C3B-4BAF-D677E57E66A8}"/>
          </ac:picMkLst>
        </pc:picChg>
        <pc:picChg chg="del">
          <ac:chgData name="Nursakirah Ab Rahman Muton" userId="423efa6d-ee54-4a96-bb69-a7d6dc1d7e38" providerId="ADAL" clId="{DFC2549C-CF47-4A86-BB03-47BF58D98A22}" dt="2023-11-15T09:18:42.124" v="10596" actId="478"/>
          <ac:picMkLst>
            <pc:docMk/>
            <pc:sldMk cId="0" sldId="277"/>
            <ac:picMk id="74756" creationId="{0CDD3FAA-20C7-9D0E-90A1-313B40AAFCDA}"/>
          </ac:picMkLst>
        </pc:picChg>
      </pc:sldChg>
      <pc:sldChg chg="addSp delSp modSp mod modAnim modNotesTx">
        <pc:chgData name="Nursakirah Ab Rahman Muton" userId="423efa6d-ee54-4a96-bb69-a7d6dc1d7e38" providerId="ADAL" clId="{DFC2549C-CF47-4A86-BB03-47BF58D98A22}" dt="2023-11-15T09:29:32.223" v="11647" actId="20577"/>
        <pc:sldMkLst>
          <pc:docMk/>
          <pc:sldMk cId="0" sldId="278"/>
        </pc:sldMkLst>
        <pc:spChg chg="add mod">
          <ac:chgData name="Nursakirah Ab Rahman Muton" userId="423efa6d-ee54-4a96-bb69-a7d6dc1d7e38" providerId="ADAL" clId="{DFC2549C-CF47-4A86-BB03-47BF58D98A22}" dt="2023-11-15T09:27:23.879" v="11486" actId="208"/>
          <ac:spMkLst>
            <pc:docMk/>
            <pc:sldMk cId="0" sldId="278"/>
            <ac:spMk id="6" creationId="{18C23883-82C2-45EE-34F6-CA4357108F0B}"/>
          </ac:spMkLst>
        </pc:spChg>
        <pc:spChg chg="add mod">
          <ac:chgData name="Nursakirah Ab Rahman Muton" userId="423efa6d-ee54-4a96-bb69-a7d6dc1d7e38" providerId="ADAL" clId="{DFC2549C-CF47-4A86-BB03-47BF58D98A22}" dt="2023-11-15T09:28:11.219" v="11491" actId="1076"/>
          <ac:spMkLst>
            <pc:docMk/>
            <pc:sldMk cId="0" sldId="278"/>
            <ac:spMk id="9" creationId="{9D90EDBB-FFC6-2CF6-8315-96A186C47877}"/>
          </ac:spMkLst>
        </pc:spChg>
        <pc:spChg chg="mod">
          <ac:chgData name="Nursakirah Ab Rahman Muton" userId="423efa6d-ee54-4a96-bb69-a7d6dc1d7e38" providerId="ADAL" clId="{DFC2549C-CF47-4A86-BB03-47BF58D98A22}" dt="2023-11-15T03:10:00.975" v="77" actId="207"/>
          <ac:spMkLst>
            <pc:docMk/>
            <pc:sldMk cId="0" sldId="278"/>
            <ac:spMk id="76802" creationId="{49FF32A6-F6FE-C9E9-3306-050C747B6084}"/>
          </ac:spMkLst>
        </pc:spChg>
        <pc:spChg chg="mod">
          <ac:chgData name="Nursakirah Ab Rahman Muton" userId="423efa6d-ee54-4a96-bb69-a7d6dc1d7e38" providerId="ADAL" clId="{DFC2549C-CF47-4A86-BB03-47BF58D98A22}" dt="2023-11-15T09:20:50.671" v="10776" actId="14100"/>
          <ac:spMkLst>
            <pc:docMk/>
            <pc:sldMk cId="0" sldId="278"/>
            <ac:spMk id="76803" creationId="{C2D82CBF-9DC3-2460-1D94-ED9EF8E0CC95}"/>
          </ac:spMkLst>
        </pc:spChg>
        <pc:picChg chg="add mod">
          <ac:chgData name="Nursakirah Ab Rahman Muton" userId="423efa6d-ee54-4a96-bb69-a7d6dc1d7e38" providerId="ADAL" clId="{DFC2549C-CF47-4A86-BB03-47BF58D98A22}" dt="2023-11-15T09:20:54.904" v="10778" actId="1076"/>
          <ac:picMkLst>
            <pc:docMk/>
            <pc:sldMk cId="0" sldId="278"/>
            <ac:picMk id="3" creationId="{9C6C2DB0-3B3F-4986-C494-9F8F3B8D76FF}"/>
          </ac:picMkLst>
        </pc:picChg>
        <pc:picChg chg="del">
          <ac:chgData name="Nursakirah Ab Rahman Muton" userId="423efa6d-ee54-4a96-bb69-a7d6dc1d7e38" providerId="ADAL" clId="{DFC2549C-CF47-4A86-BB03-47BF58D98A22}" dt="2023-11-15T09:20:39.030" v="10775" actId="478"/>
          <ac:picMkLst>
            <pc:docMk/>
            <pc:sldMk cId="0" sldId="278"/>
            <ac:picMk id="76804" creationId="{71103408-D136-8E60-384D-6D0F2D1E21BA}"/>
          </ac:picMkLst>
        </pc:picChg>
        <pc:cxnChg chg="add mod">
          <ac:chgData name="Nursakirah Ab Rahman Muton" userId="423efa6d-ee54-4a96-bb69-a7d6dc1d7e38" providerId="ADAL" clId="{DFC2549C-CF47-4A86-BB03-47BF58D98A22}" dt="2023-11-15T09:27:35.851" v="11489" actId="1582"/>
          <ac:cxnSpMkLst>
            <pc:docMk/>
            <pc:sldMk cId="0" sldId="278"/>
            <ac:cxnSpMk id="5" creationId="{B79D1C17-A95F-A943-4163-7AFFB29C2888}"/>
          </ac:cxnSpMkLst>
        </pc:cxnChg>
        <pc:cxnChg chg="add mod">
          <ac:chgData name="Nursakirah Ab Rahman Muton" userId="423efa6d-ee54-4a96-bb69-a7d6dc1d7e38" providerId="ADAL" clId="{DFC2549C-CF47-4A86-BB03-47BF58D98A22}" dt="2023-11-15T09:28:11.219" v="11491" actId="1076"/>
          <ac:cxnSpMkLst>
            <pc:docMk/>
            <pc:sldMk cId="0" sldId="278"/>
            <ac:cxnSpMk id="8" creationId="{6CF60CC3-8986-5DF6-0F28-A3A4C6192B89}"/>
          </ac:cxnSpMkLst>
        </pc:cxnChg>
      </pc:sldChg>
      <pc:sldChg chg="addSp modSp mod modNotesTx">
        <pc:chgData name="Nursakirah Ab Rahman Muton" userId="423efa6d-ee54-4a96-bb69-a7d6dc1d7e38" providerId="ADAL" clId="{DFC2549C-CF47-4A86-BB03-47BF58D98A22}" dt="2023-11-15T09:40:59.067" v="12095" actId="20577"/>
        <pc:sldMkLst>
          <pc:docMk/>
          <pc:sldMk cId="0" sldId="279"/>
        </pc:sldMkLst>
        <pc:spChg chg="add mod">
          <ac:chgData name="Nursakirah Ab Rahman Muton" userId="423efa6d-ee54-4a96-bb69-a7d6dc1d7e38" providerId="ADAL" clId="{DFC2549C-CF47-4A86-BB03-47BF58D98A22}" dt="2023-11-15T09:38:50.442" v="11984" actId="207"/>
          <ac:spMkLst>
            <pc:docMk/>
            <pc:sldMk cId="0" sldId="279"/>
            <ac:spMk id="2" creationId="{10517061-B869-37D3-7A51-F3EC9A0016D6}"/>
          </ac:spMkLst>
        </pc:spChg>
        <pc:spChg chg="mod">
          <ac:chgData name="Nursakirah Ab Rahman Muton" userId="423efa6d-ee54-4a96-bb69-a7d6dc1d7e38" providerId="ADAL" clId="{DFC2549C-CF47-4A86-BB03-47BF58D98A22}" dt="2023-11-15T09:40:09.499" v="11985" actId="947"/>
          <ac:spMkLst>
            <pc:docMk/>
            <pc:sldMk cId="0" sldId="279"/>
            <ac:spMk id="80898" creationId="{2A365B2A-C0CC-1602-4DC5-F06D19484FDC}"/>
          </ac:spMkLst>
        </pc:spChg>
        <pc:spChg chg="mod">
          <ac:chgData name="Nursakirah Ab Rahman Muton" userId="423efa6d-ee54-4a96-bb69-a7d6dc1d7e38" providerId="ADAL" clId="{DFC2549C-CF47-4A86-BB03-47BF58D98A22}" dt="2023-11-15T03:10:06.925" v="78" actId="207"/>
          <ac:spMkLst>
            <pc:docMk/>
            <pc:sldMk cId="0" sldId="279"/>
            <ac:spMk id="80899" creationId="{9780D13A-9521-2F7E-9CA0-72774259D0F4}"/>
          </ac:spMkLst>
        </pc:spChg>
      </pc:sldChg>
      <pc:sldChg chg="addSp modSp modNotesTx">
        <pc:chgData name="Nursakirah Ab Rahman Muton" userId="423efa6d-ee54-4a96-bb69-a7d6dc1d7e38" providerId="ADAL" clId="{DFC2549C-CF47-4A86-BB03-47BF58D98A22}" dt="2023-11-15T09:44:46.401" v="12479" actId="20577"/>
        <pc:sldMkLst>
          <pc:docMk/>
          <pc:sldMk cId="0" sldId="280"/>
        </pc:sldMkLst>
        <pc:spChg chg="mod">
          <ac:chgData name="Nursakirah Ab Rahman Muton" userId="423efa6d-ee54-4a96-bb69-a7d6dc1d7e38" providerId="ADAL" clId="{DFC2549C-CF47-4A86-BB03-47BF58D98A22}" dt="2023-11-15T03:10:09.665" v="79" actId="207"/>
          <ac:spMkLst>
            <pc:docMk/>
            <pc:sldMk cId="0" sldId="280"/>
            <ac:spMk id="82946" creationId="{BBFC2258-2058-2826-AB76-47E528938469}"/>
          </ac:spMkLst>
        </pc:spChg>
        <pc:spChg chg="mod">
          <ac:chgData name="Nursakirah Ab Rahman Muton" userId="423efa6d-ee54-4a96-bb69-a7d6dc1d7e38" providerId="ADAL" clId="{DFC2549C-CF47-4A86-BB03-47BF58D98A22}" dt="2023-11-15T03:10:09.665" v="79" actId="207"/>
          <ac:spMkLst>
            <pc:docMk/>
            <pc:sldMk cId="0" sldId="280"/>
            <ac:spMk id="82947" creationId="{6BD55AA2-DB86-E395-2A64-858B7CDE2FB4}"/>
          </ac:spMkLst>
        </pc:spChg>
        <pc:picChg chg="add mod">
          <ac:chgData name="Nursakirah Ab Rahman Muton" userId="423efa6d-ee54-4a96-bb69-a7d6dc1d7e38" providerId="ADAL" clId="{DFC2549C-CF47-4A86-BB03-47BF58D98A22}" dt="2023-11-15T09:42:34.755" v="12276" actId="1076"/>
          <ac:picMkLst>
            <pc:docMk/>
            <pc:sldMk cId="0" sldId="280"/>
            <ac:picMk id="1026" creationId="{5773FF9F-A648-B48C-78E3-8B8FC3910B46}"/>
          </ac:picMkLst>
        </pc:picChg>
      </pc:sldChg>
      <pc:sldChg chg="addSp delSp modSp mod modNotesTx">
        <pc:chgData name="Nursakirah Ab Rahman Muton" userId="423efa6d-ee54-4a96-bb69-a7d6dc1d7e38" providerId="ADAL" clId="{DFC2549C-CF47-4A86-BB03-47BF58D98A22}" dt="2023-11-15T10:00:52.537" v="13517" actId="1076"/>
        <pc:sldMkLst>
          <pc:docMk/>
          <pc:sldMk cId="0" sldId="281"/>
        </pc:sldMkLst>
        <pc:spChg chg="add mod">
          <ac:chgData name="Nursakirah Ab Rahman Muton" userId="423efa6d-ee54-4a96-bb69-a7d6dc1d7e38" providerId="ADAL" clId="{DFC2549C-CF47-4A86-BB03-47BF58D98A22}" dt="2023-11-15T10:00:10.434" v="13500" actId="1037"/>
          <ac:spMkLst>
            <pc:docMk/>
            <pc:sldMk cId="0" sldId="281"/>
            <ac:spMk id="6" creationId="{E502808D-DD07-EE45-19CD-E36D17BB1114}"/>
          </ac:spMkLst>
        </pc:spChg>
        <pc:spChg chg="add mod">
          <ac:chgData name="Nursakirah Ab Rahman Muton" userId="423efa6d-ee54-4a96-bb69-a7d6dc1d7e38" providerId="ADAL" clId="{DFC2549C-CF47-4A86-BB03-47BF58D98A22}" dt="2023-11-15T09:54:52.671" v="13371" actId="1076"/>
          <ac:spMkLst>
            <pc:docMk/>
            <pc:sldMk cId="0" sldId="281"/>
            <ac:spMk id="7" creationId="{ACD3E8A1-9EB2-EAE7-4E4C-D1327B2674F4}"/>
          </ac:spMkLst>
        </pc:spChg>
        <pc:spChg chg="add mod">
          <ac:chgData name="Nursakirah Ab Rahman Muton" userId="423efa6d-ee54-4a96-bb69-a7d6dc1d7e38" providerId="ADAL" clId="{DFC2549C-CF47-4A86-BB03-47BF58D98A22}" dt="2023-11-15T09:56:14.831" v="13427" actId="14100"/>
          <ac:spMkLst>
            <pc:docMk/>
            <pc:sldMk cId="0" sldId="281"/>
            <ac:spMk id="8" creationId="{CB4917AE-4316-336A-5657-4A52C6823523}"/>
          </ac:spMkLst>
        </pc:spChg>
        <pc:spChg chg="add mod">
          <ac:chgData name="Nursakirah Ab Rahman Muton" userId="423efa6d-ee54-4a96-bb69-a7d6dc1d7e38" providerId="ADAL" clId="{DFC2549C-CF47-4A86-BB03-47BF58D98A22}" dt="2023-11-15T09:56:01.597" v="13425" actId="122"/>
          <ac:spMkLst>
            <pc:docMk/>
            <pc:sldMk cId="0" sldId="281"/>
            <ac:spMk id="9" creationId="{7B14635D-50BB-1959-6B50-5845470CADDD}"/>
          </ac:spMkLst>
        </pc:spChg>
        <pc:spChg chg="add mod">
          <ac:chgData name="Nursakirah Ab Rahman Muton" userId="423efa6d-ee54-4a96-bb69-a7d6dc1d7e38" providerId="ADAL" clId="{DFC2549C-CF47-4A86-BB03-47BF58D98A22}" dt="2023-11-15T10:00:00.691" v="13497" actId="20577"/>
          <ac:spMkLst>
            <pc:docMk/>
            <pc:sldMk cId="0" sldId="281"/>
            <ac:spMk id="10" creationId="{75C60799-3DAC-0ED4-8CE4-5D135635334F}"/>
          </ac:spMkLst>
        </pc:spChg>
        <pc:spChg chg="add mod">
          <ac:chgData name="Nursakirah Ab Rahman Muton" userId="423efa6d-ee54-4a96-bb69-a7d6dc1d7e38" providerId="ADAL" clId="{DFC2549C-CF47-4A86-BB03-47BF58D98A22}" dt="2023-11-15T10:00:15.183" v="13505" actId="1035"/>
          <ac:spMkLst>
            <pc:docMk/>
            <pc:sldMk cId="0" sldId="281"/>
            <ac:spMk id="11" creationId="{7D9CCAF8-E67A-CDED-7D16-9E2BA28C0E72}"/>
          </ac:spMkLst>
        </pc:spChg>
        <pc:spChg chg="add mod">
          <ac:chgData name="Nursakirah Ab Rahman Muton" userId="423efa6d-ee54-4a96-bb69-a7d6dc1d7e38" providerId="ADAL" clId="{DFC2549C-CF47-4A86-BB03-47BF58D98A22}" dt="2023-11-15T09:59:04.662" v="13495" actId="1076"/>
          <ac:spMkLst>
            <pc:docMk/>
            <pc:sldMk cId="0" sldId="281"/>
            <ac:spMk id="12" creationId="{2BC1B6A0-EC42-B416-DC4D-3417C68CF37C}"/>
          </ac:spMkLst>
        </pc:spChg>
        <pc:spChg chg="add mod">
          <ac:chgData name="Nursakirah Ab Rahman Muton" userId="423efa6d-ee54-4a96-bb69-a7d6dc1d7e38" providerId="ADAL" clId="{DFC2549C-CF47-4A86-BB03-47BF58D98A22}" dt="2023-11-15T10:00:48.436" v="13516" actId="1076"/>
          <ac:spMkLst>
            <pc:docMk/>
            <pc:sldMk cId="0" sldId="281"/>
            <ac:spMk id="13" creationId="{033770EC-43CE-C11B-9BCE-494F53757D53}"/>
          </ac:spMkLst>
        </pc:spChg>
        <pc:spChg chg="add mod">
          <ac:chgData name="Nursakirah Ab Rahman Muton" userId="423efa6d-ee54-4a96-bb69-a7d6dc1d7e38" providerId="ADAL" clId="{DFC2549C-CF47-4A86-BB03-47BF58D98A22}" dt="2023-11-15T10:00:52.537" v="13517" actId="1076"/>
          <ac:spMkLst>
            <pc:docMk/>
            <pc:sldMk cId="0" sldId="281"/>
            <ac:spMk id="14" creationId="{92851678-9B98-2C72-6882-CABF9E3BDEF8}"/>
          </ac:spMkLst>
        </pc:spChg>
        <pc:spChg chg="mod">
          <ac:chgData name="Nursakirah Ab Rahman Muton" userId="423efa6d-ee54-4a96-bb69-a7d6dc1d7e38" providerId="ADAL" clId="{DFC2549C-CF47-4A86-BB03-47BF58D98A22}" dt="2023-11-15T03:10:15.035" v="81" actId="207"/>
          <ac:spMkLst>
            <pc:docMk/>
            <pc:sldMk cId="0" sldId="281"/>
            <ac:spMk id="87042" creationId="{8EAE285E-9B6B-5A3C-BE10-4A0CAA39B2D8}"/>
          </ac:spMkLst>
        </pc:spChg>
        <pc:picChg chg="add mod modCrop">
          <ac:chgData name="Nursakirah Ab Rahman Muton" userId="423efa6d-ee54-4a96-bb69-a7d6dc1d7e38" providerId="ADAL" clId="{DFC2549C-CF47-4A86-BB03-47BF58D98A22}" dt="2023-11-15T09:47:56.380" v="12726" actId="1076"/>
          <ac:picMkLst>
            <pc:docMk/>
            <pc:sldMk cId="0" sldId="281"/>
            <ac:picMk id="3" creationId="{05C032DB-64EC-E3DF-887D-B887566FA786}"/>
          </ac:picMkLst>
        </pc:picChg>
        <pc:picChg chg="add mod modCrop">
          <ac:chgData name="Nursakirah Ab Rahman Muton" userId="423efa6d-ee54-4a96-bb69-a7d6dc1d7e38" providerId="ADAL" clId="{DFC2549C-CF47-4A86-BB03-47BF58D98A22}" dt="2023-11-15T09:48:24.698" v="12737" actId="1076"/>
          <ac:picMkLst>
            <pc:docMk/>
            <pc:sldMk cId="0" sldId="281"/>
            <ac:picMk id="5" creationId="{37784167-6C16-B3A9-9AA7-19DBF9861966}"/>
          </ac:picMkLst>
        </pc:picChg>
        <pc:picChg chg="del">
          <ac:chgData name="Nursakirah Ab Rahman Muton" userId="423efa6d-ee54-4a96-bb69-a7d6dc1d7e38" providerId="ADAL" clId="{DFC2549C-CF47-4A86-BB03-47BF58D98A22}" dt="2023-11-15T09:47:41.330" v="12720" actId="478"/>
          <ac:picMkLst>
            <pc:docMk/>
            <pc:sldMk cId="0" sldId="281"/>
            <ac:picMk id="87043" creationId="{87CB5DF6-4D7D-71FE-9633-95E9D9A48443}"/>
          </ac:picMkLst>
        </pc:picChg>
        <pc:picChg chg="del mod">
          <ac:chgData name="Nursakirah Ab Rahman Muton" userId="423efa6d-ee54-4a96-bb69-a7d6dc1d7e38" providerId="ADAL" clId="{DFC2549C-CF47-4A86-BB03-47BF58D98A22}" dt="2023-11-15T09:47:58.237" v="12728" actId="478"/>
          <ac:picMkLst>
            <pc:docMk/>
            <pc:sldMk cId="0" sldId="281"/>
            <ac:picMk id="87044" creationId="{9C5278B9-D3FC-0B30-97C8-65C4D3D57F0C}"/>
          </ac:picMkLst>
        </pc:picChg>
      </pc:sldChg>
      <pc:sldChg chg="modSp modNotesTx">
        <pc:chgData name="Nursakirah Ab Rahman Muton" userId="423efa6d-ee54-4a96-bb69-a7d6dc1d7e38" providerId="ADAL" clId="{DFC2549C-CF47-4A86-BB03-47BF58D98A22}" dt="2023-11-15T10:12:11.947" v="14647" actId="20577"/>
        <pc:sldMkLst>
          <pc:docMk/>
          <pc:sldMk cId="0" sldId="282"/>
        </pc:sldMkLst>
        <pc:spChg chg="mod">
          <ac:chgData name="Nursakirah Ab Rahman Muton" userId="423efa6d-ee54-4a96-bb69-a7d6dc1d7e38" providerId="ADAL" clId="{DFC2549C-CF47-4A86-BB03-47BF58D98A22}" dt="2023-11-15T03:10:20.874" v="83" actId="207"/>
          <ac:spMkLst>
            <pc:docMk/>
            <pc:sldMk cId="0" sldId="282"/>
            <ac:spMk id="91138" creationId="{E85AEE8D-9AD0-5797-3456-AC73B660D1E6}"/>
          </ac:spMkLst>
        </pc:spChg>
        <pc:spChg chg="mod">
          <ac:chgData name="Nursakirah Ab Rahman Muton" userId="423efa6d-ee54-4a96-bb69-a7d6dc1d7e38" providerId="ADAL" clId="{DFC2549C-CF47-4A86-BB03-47BF58D98A22}" dt="2023-11-15T03:10:20.874" v="83" actId="207"/>
          <ac:spMkLst>
            <pc:docMk/>
            <pc:sldMk cId="0" sldId="282"/>
            <ac:spMk id="91139" creationId="{4423E294-46C5-7EA9-0985-0D3B8EE80491}"/>
          </ac:spMkLst>
        </pc:spChg>
      </pc:sldChg>
      <pc:sldChg chg="modSp">
        <pc:chgData name="Nursakirah Ab Rahman Muton" userId="423efa6d-ee54-4a96-bb69-a7d6dc1d7e38" providerId="ADAL" clId="{DFC2549C-CF47-4A86-BB03-47BF58D98A22}" dt="2023-11-15T10:12:52.802" v="14651" actId="1076"/>
        <pc:sldMkLst>
          <pc:docMk/>
          <pc:sldMk cId="0" sldId="283"/>
        </pc:sldMkLst>
        <pc:spChg chg="mod">
          <ac:chgData name="Nursakirah Ab Rahman Muton" userId="423efa6d-ee54-4a96-bb69-a7d6dc1d7e38" providerId="ADAL" clId="{DFC2549C-CF47-4A86-BB03-47BF58D98A22}" dt="2023-11-15T03:10:22.726" v="84" actId="207"/>
          <ac:spMkLst>
            <pc:docMk/>
            <pc:sldMk cId="0" sldId="283"/>
            <ac:spMk id="93186" creationId="{3F27B4B3-F112-9906-F609-A02329CF2FF2}"/>
          </ac:spMkLst>
        </pc:spChg>
        <pc:spChg chg="mod">
          <ac:chgData name="Nursakirah Ab Rahman Muton" userId="423efa6d-ee54-4a96-bb69-a7d6dc1d7e38" providerId="ADAL" clId="{DFC2549C-CF47-4A86-BB03-47BF58D98A22}" dt="2023-11-15T10:12:52.144" v="14650" actId="1076"/>
          <ac:spMkLst>
            <pc:docMk/>
            <pc:sldMk cId="0" sldId="283"/>
            <ac:spMk id="93191" creationId="{BC509235-2EBC-3353-6D6B-3C08C2DCDD60}"/>
          </ac:spMkLst>
        </pc:spChg>
        <pc:picChg chg="mod">
          <ac:chgData name="Nursakirah Ab Rahman Muton" userId="423efa6d-ee54-4a96-bb69-a7d6dc1d7e38" providerId="ADAL" clId="{DFC2549C-CF47-4A86-BB03-47BF58D98A22}" dt="2023-11-15T10:12:52.802" v="14651" actId="1076"/>
          <ac:picMkLst>
            <pc:docMk/>
            <pc:sldMk cId="0" sldId="283"/>
            <ac:picMk id="93188" creationId="{8492E84C-CEB1-31D5-D20D-6EE2D88FB10F}"/>
          </ac:picMkLst>
        </pc:picChg>
      </pc:sldChg>
      <pc:sldChg chg="addSp delSp modSp del mod">
        <pc:chgData name="Nursakirah Ab Rahman Muton" userId="423efa6d-ee54-4a96-bb69-a7d6dc1d7e38" providerId="ADAL" clId="{DFC2549C-CF47-4A86-BB03-47BF58D98A22}" dt="2023-11-15T10:50:59.919" v="15038" actId="47"/>
        <pc:sldMkLst>
          <pc:docMk/>
          <pc:sldMk cId="0" sldId="284"/>
        </pc:sldMkLst>
        <pc:spChg chg="mod">
          <ac:chgData name="Nursakirah Ab Rahman Muton" userId="423efa6d-ee54-4a96-bb69-a7d6dc1d7e38" providerId="ADAL" clId="{DFC2549C-CF47-4A86-BB03-47BF58D98A22}" dt="2023-11-15T10:45:54.613" v="15002"/>
          <ac:spMkLst>
            <pc:docMk/>
            <pc:sldMk cId="0" sldId="284"/>
            <ac:spMk id="4" creationId="{C174383B-8158-3D71-902E-6C6A6A22B049}"/>
          </ac:spMkLst>
        </pc:spChg>
        <pc:spChg chg="mod">
          <ac:chgData name="Nursakirah Ab Rahman Muton" userId="423efa6d-ee54-4a96-bb69-a7d6dc1d7e38" providerId="ADAL" clId="{DFC2549C-CF47-4A86-BB03-47BF58D98A22}" dt="2023-11-15T10:45:54.613" v="15002"/>
          <ac:spMkLst>
            <pc:docMk/>
            <pc:sldMk cId="0" sldId="284"/>
            <ac:spMk id="5" creationId="{C8A8A6AC-6A94-293B-A8DF-135A2B032D06}"/>
          </ac:spMkLst>
        </pc:spChg>
        <pc:spChg chg="mod">
          <ac:chgData name="Nursakirah Ab Rahman Muton" userId="423efa6d-ee54-4a96-bb69-a7d6dc1d7e38" providerId="ADAL" clId="{DFC2549C-CF47-4A86-BB03-47BF58D98A22}" dt="2023-11-15T03:10:24.522" v="85" actId="207"/>
          <ac:spMkLst>
            <pc:docMk/>
            <pc:sldMk cId="0" sldId="284"/>
            <ac:spMk id="95234" creationId="{43DA4E5F-BACD-E82E-E1FB-739198B1C1DE}"/>
          </ac:spMkLst>
        </pc:spChg>
        <pc:spChg chg="del">
          <ac:chgData name="Nursakirah Ab Rahman Muton" userId="423efa6d-ee54-4a96-bb69-a7d6dc1d7e38" providerId="ADAL" clId="{DFC2549C-CF47-4A86-BB03-47BF58D98A22}" dt="2023-11-15T10:45:53.693" v="15001" actId="478"/>
          <ac:spMkLst>
            <pc:docMk/>
            <pc:sldMk cId="0" sldId="284"/>
            <ac:spMk id="95238" creationId="{CD202A4B-F9D8-4E01-C2D1-80B0BCD299EB}"/>
          </ac:spMkLst>
        </pc:spChg>
        <pc:spChg chg="del">
          <ac:chgData name="Nursakirah Ab Rahman Muton" userId="423efa6d-ee54-4a96-bb69-a7d6dc1d7e38" providerId="ADAL" clId="{DFC2549C-CF47-4A86-BB03-47BF58D98A22}" dt="2023-11-15T10:45:53.693" v="15001" actId="478"/>
          <ac:spMkLst>
            <pc:docMk/>
            <pc:sldMk cId="0" sldId="284"/>
            <ac:spMk id="95239" creationId="{961AD705-3645-22C1-A35D-477403195083}"/>
          </ac:spMkLst>
        </pc:spChg>
        <pc:grpChg chg="add mod">
          <ac:chgData name="Nursakirah Ab Rahman Muton" userId="423efa6d-ee54-4a96-bb69-a7d6dc1d7e38" providerId="ADAL" clId="{DFC2549C-CF47-4A86-BB03-47BF58D98A22}" dt="2023-11-15T10:46:06.651" v="15007" actId="1076"/>
          <ac:grpSpMkLst>
            <pc:docMk/>
            <pc:sldMk cId="0" sldId="284"/>
            <ac:grpSpMk id="2" creationId="{441BC8C7-3ACC-E266-2F62-C0AF1BCDD714}"/>
          </ac:grpSpMkLst>
        </pc:grpChg>
        <pc:picChg chg="mod">
          <ac:chgData name="Nursakirah Ab Rahman Muton" userId="423efa6d-ee54-4a96-bb69-a7d6dc1d7e38" providerId="ADAL" clId="{DFC2549C-CF47-4A86-BB03-47BF58D98A22}" dt="2023-11-15T10:45:54.613" v="15002"/>
          <ac:picMkLst>
            <pc:docMk/>
            <pc:sldMk cId="0" sldId="284"/>
            <ac:picMk id="3" creationId="{E1810BFD-55EB-A6FA-152F-52DFCD2CE06B}"/>
          </ac:picMkLst>
        </pc:picChg>
        <pc:picChg chg="add del">
          <ac:chgData name="Nursakirah Ab Rahman Muton" userId="423efa6d-ee54-4a96-bb69-a7d6dc1d7e38" providerId="ADAL" clId="{DFC2549C-CF47-4A86-BB03-47BF58D98A22}" dt="2023-11-15T10:46:17.393" v="15011" actId="478"/>
          <ac:picMkLst>
            <pc:docMk/>
            <pc:sldMk cId="0" sldId="284"/>
            <ac:picMk id="95235" creationId="{B1E51F88-657D-DBEC-DF06-77CFC99CFA68}"/>
          </ac:picMkLst>
        </pc:picChg>
        <pc:picChg chg="del">
          <ac:chgData name="Nursakirah Ab Rahman Muton" userId="423efa6d-ee54-4a96-bb69-a7d6dc1d7e38" providerId="ADAL" clId="{DFC2549C-CF47-4A86-BB03-47BF58D98A22}" dt="2023-11-15T10:45:51.299" v="15000" actId="478"/>
          <ac:picMkLst>
            <pc:docMk/>
            <pc:sldMk cId="0" sldId="284"/>
            <ac:picMk id="95237" creationId="{5B5101CC-4F43-FDA6-A0AD-E5325AF161AE}"/>
          </ac:picMkLst>
        </pc:picChg>
      </pc:sldChg>
      <pc:sldChg chg="addSp delSp modSp mod modNotesTx">
        <pc:chgData name="Nursakirah Ab Rahman Muton" userId="423efa6d-ee54-4a96-bb69-a7d6dc1d7e38" providerId="ADAL" clId="{DFC2549C-CF47-4A86-BB03-47BF58D98A22}" dt="2023-11-15T11:11:09.399" v="16562" actId="20577"/>
        <pc:sldMkLst>
          <pc:docMk/>
          <pc:sldMk cId="0" sldId="285"/>
        </pc:sldMkLst>
        <pc:spChg chg="add mod">
          <ac:chgData name="Nursakirah Ab Rahman Muton" userId="423efa6d-ee54-4a96-bb69-a7d6dc1d7e38" providerId="ADAL" clId="{DFC2549C-CF47-4A86-BB03-47BF58D98A22}" dt="2023-11-15T11:01:42.248" v="15512" actId="1076"/>
          <ac:spMkLst>
            <pc:docMk/>
            <pc:sldMk cId="0" sldId="285"/>
            <ac:spMk id="6" creationId="{987AACCF-5601-845E-7D2F-E629D4DDC390}"/>
          </ac:spMkLst>
        </pc:spChg>
        <pc:spChg chg="add mod">
          <ac:chgData name="Nursakirah Ab Rahman Muton" userId="423efa6d-ee54-4a96-bb69-a7d6dc1d7e38" providerId="ADAL" clId="{DFC2549C-CF47-4A86-BB03-47BF58D98A22}" dt="2023-11-15T11:01:47.408" v="15515" actId="20577"/>
          <ac:spMkLst>
            <pc:docMk/>
            <pc:sldMk cId="0" sldId="285"/>
            <ac:spMk id="7" creationId="{8AD4CF78-8869-BDB4-03BA-63390AC8E4C7}"/>
          </ac:spMkLst>
        </pc:spChg>
        <pc:spChg chg="add mod">
          <ac:chgData name="Nursakirah Ab Rahman Muton" userId="423efa6d-ee54-4a96-bb69-a7d6dc1d7e38" providerId="ADAL" clId="{DFC2549C-CF47-4A86-BB03-47BF58D98A22}" dt="2023-11-15T11:01:54" v="15518" actId="20577"/>
          <ac:spMkLst>
            <pc:docMk/>
            <pc:sldMk cId="0" sldId="285"/>
            <ac:spMk id="8" creationId="{29E33E4F-61D0-7725-7CC9-D551B3DC9E58}"/>
          </ac:spMkLst>
        </pc:spChg>
        <pc:spChg chg="add mod">
          <ac:chgData name="Nursakirah Ab Rahman Muton" userId="423efa6d-ee54-4a96-bb69-a7d6dc1d7e38" providerId="ADAL" clId="{DFC2549C-CF47-4A86-BB03-47BF58D98A22}" dt="2023-11-15T11:05:20.513" v="15529" actId="207"/>
          <ac:spMkLst>
            <pc:docMk/>
            <pc:sldMk cId="0" sldId="285"/>
            <ac:spMk id="9" creationId="{95F1C8AC-4563-BB4A-6BD2-C6786A9CA58C}"/>
          </ac:spMkLst>
        </pc:spChg>
        <pc:spChg chg="mod">
          <ac:chgData name="Nursakirah Ab Rahman Muton" userId="423efa6d-ee54-4a96-bb69-a7d6dc1d7e38" providerId="ADAL" clId="{DFC2549C-CF47-4A86-BB03-47BF58D98A22}" dt="2023-11-15T03:10:27.971" v="86" actId="207"/>
          <ac:spMkLst>
            <pc:docMk/>
            <pc:sldMk cId="0" sldId="285"/>
            <ac:spMk id="97282" creationId="{874D53D8-30A9-0167-DDF9-FCB0632BED98}"/>
          </ac:spMkLst>
        </pc:spChg>
        <pc:spChg chg="mod">
          <ac:chgData name="Nursakirah Ab Rahman Muton" userId="423efa6d-ee54-4a96-bb69-a7d6dc1d7e38" providerId="ADAL" clId="{DFC2549C-CF47-4A86-BB03-47BF58D98A22}" dt="2023-11-15T10:51:53.970" v="15055" actId="207"/>
          <ac:spMkLst>
            <pc:docMk/>
            <pc:sldMk cId="0" sldId="285"/>
            <ac:spMk id="97284" creationId="{60151A36-DEC6-FC62-A913-4C94F6592078}"/>
          </ac:spMkLst>
        </pc:spChg>
        <pc:spChg chg="mod">
          <ac:chgData name="Nursakirah Ab Rahman Muton" userId="423efa6d-ee54-4a96-bb69-a7d6dc1d7e38" providerId="ADAL" clId="{DFC2549C-CF47-4A86-BB03-47BF58D98A22}" dt="2023-11-15T10:52:02.053" v="15057" actId="1076"/>
          <ac:spMkLst>
            <pc:docMk/>
            <pc:sldMk cId="0" sldId="285"/>
            <ac:spMk id="97285" creationId="{DB134031-B99C-48FA-8396-26428F300E96}"/>
          </ac:spMkLst>
        </pc:spChg>
        <pc:spChg chg="mod">
          <ac:chgData name="Nursakirah Ab Rahman Muton" userId="423efa6d-ee54-4a96-bb69-a7d6dc1d7e38" providerId="ADAL" clId="{DFC2549C-CF47-4A86-BB03-47BF58D98A22}" dt="2023-11-15T10:51:58.642" v="15056" actId="1076"/>
          <ac:spMkLst>
            <pc:docMk/>
            <pc:sldMk cId="0" sldId="285"/>
            <ac:spMk id="97286" creationId="{EF3B4C7D-07AF-D79A-5DF5-68D7F18152F8}"/>
          </ac:spMkLst>
        </pc:spChg>
        <pc:spChg chg="add del">
          <ac:chgData name="Nursakirah Ab Rahman Muton" userId="423efa6d-ee54-4a96-bb69-a7d6dc1d7e38" providerId="ADAL" clId="{DFC2549C-CF47-4A86-BB03-47BF58D98A22}" dt="2023-11-15T10:51:31.862" v="15048" actId="478"/>
          <ac:spMkLst>
            <pc:docMk/>
            <pc:sldMk cId="0" sldId="285"/>
            <ac:spMk id="97287" creationId="{53A9BE7A-AD78-2388-CC30-FF3C1AD637D1}"/>
          </ac:spMkLst>
        </pc:spChg>
        <pc:spChg chg="add del">
          <ac:chgData name="Nursakirah Ab Rahman Muton" userId="423efa6d-ee54-4a96-bb69-a7d6dc1d7e38" providerId="ADAL" clId="{DFC2549C-CF47-4A86-BB03-47BF58D98A22}" dt="2023-11-15T10:51:31.862" v="15048" actId="478"/>
          <ac:spMkLst>
            <pc:docMk/>
            <pc:sldMk cId="0" sldId="285"/>
            <ac:spMk id="97288" creationId="{D9379BA7-0C8C-EC0D-68A5-B4DA747A220C}"/>
          </ac:spMkLst>
        </pc:spChg>
        <pc:picChg chg="add del">
          <ac:chgData name="Nursakirah Ab Rahman Muton" userId="423efa6d-ee54-4a96-bb69-a7d6dc1d7e38" providerId="ADAL" clId="{DFC2549C-CF47-4A86-BB03-47BF58D98A22}" dt="2023-11-15T10:51:25.409" v="15043" actId="22"/>
          <ac:picMkLst>
            <pc:docMk/>
            <pc:sldMk cId="0" sldId="285"/>
            <ac:picMk id="3" creationId="{E96D303A-06B9-B157-CB66-C6A444E14328}"/>
          </ac:picMkLst>
        </pc:picChg>
        <pc:picChg chg="add mod modCrop">
          <ac:chgData name="Nursakirah Ab Rahman Muton" userId="423efa6d-ee54-4a96-bb69-a7d6dc1d7e38" providerId="ADAL" clId="{DFC2549C-CF47-4A86-BB03-47BF58D98A22}" dt="2023-11-15T10:51:44.198" v="15053" actId="1076"/>
          <ac:picMkLst>
            <pc:docMk/>
            <pc:sldMk cId="0" sldId="285"/>
            <ac:picMk id="5" creationId="{79B15102-112F-9F97-C4E8-F4EEE23E2114}"/>
          </ac:picMkLst>
        </pc:picChg>
        <pc:picChg chg="add del">
          <ac:chgData name="Nursakirah Ab Rahman Muton" userId="423efa6d-ee54-4a96-bb69-a7d6dc1d7e38" providerId="ADAL" clId="{DFC2549C-CF47-4A86-BB03-47BF58D98A22}" dt="2023-11-15T10:51:30.262" v="15047" actId="478"/>
          <ac:picMkLst>
            <pc:docMk/>
            <pc:sldMk cId="0" sldId="285"/>
            <ac:picMk id="97283" creationId="{C8579F0F-60B6-DDF6-B215-B0D15BF475DA}"/>
          </ac:picMkLst>
        </pc:picChg>
      </pc:sldChg>
      <pc:sldChg chg="modSp modNotesTx">
        <pc:chgData name="Nursakirah Ab Rahman Muton" userId="423efa6d-ee54-4a96-bb69-a7d6dc1d7e38" providerId="ADAL" clId="{DFC2549C-CF47-4A86-BB03-47BF58D98A22}" dt="2023-11-15T11:18:11.992" v="16991" actId="20577"/>
        <pc:sldMkLst>
          <pc:docMk/>
          <pc:sldMk cId="0" sldId="287"/>
        </pc:sldMkLst>
        <pc:spChg chg="mod">
          <ac:chgData name="Nursakirah Ab Rahman Muton" userId="423efa6d-ee54-4a96-bb69-a7d6dc1d7e38" providerId="ADAL" clId="{DFC2549C-CF47-4A86-BB03-47BF58D98A22}" dt="2023-11-15T03:10:36.129" v="88" actId="207"/>
          <ac:spMkLst>
            <pc:docMk/>
            <pc:sldMk cId="0" sldId="287"/>
            <ac:spMk id="103426" creationId="{C51F7691-B277-28D4-4EE0-BDA9B0877718}"/>
          </ac:spMkLst>
        </pc:spChg>
        <pc:spChg chg="mod">
          <ac:chgData name="Nursakirah Ab Rahman Muton" userId="423efa6d-ee54-4a96-bb69-a7d6dc1d7e38" providerId="ADAL" clId="{DFC2549C-CF47-4A86-BB03-47BF58D98A22}" dt="2023-11-15T03:10:36.129" v="88" actId="207"/>
          <ac:spMkLst>
            <pc:docMk/>
            <pc:sldMk cId="0" sldId="287"/>
            <ac:spMk id="103427" creationId="{E5D6B94D-04F0-5718-806E-4197DF746FA8}"/>
          </ac:spMkLst>
        </pc:spChg>
      </pc:sldChg>
      <pc:sldChg chg="modSp mod">
        <pc:chgData name="Nursakirah Ab Rahman Muton" userId="423efa6d-ee54-4a96-bb69-a7d6dc1d7e38" providerId="ADAL" clId="{DFC2549C-CF47-4A86-BB03-47BF58D98A22}" dt="2023-11-15T11:24:07.558" v="17378" actId="14100"/>
        <pc:sldMkLst>
          <pc:docMk/>
          <pc:sldMk cId="0" sldId="288"/>
        </pc:sldMkLst>
        <pc:spChg chg="mod">
          <ac:chgData name="Nursakirah Ab Rahman Muton" userId="423efa6d-ee54-4a96-bb69-a7d6dc1d7e38" providerId="ADAL" clId="{DFC2549C-CF47-4A86-BB03-47BF58D98A22}" dt="2023-11-15T03:10:44.665" v="90" actId="207"/>
          <ac:spMkLst>
            <pc:docMk/>
            <pc:sldMk cId="0" sldId="288"/>
            <ac:spMk id="107522" creationId="{A0005330-C53E-8146-CF0A-7476FB591206}"/>
          </ac:spMkLst>
        </pc:spChg>
        <pc:spChg chg="mod">
          <ac:chgData name="Nursakirah Ab Rahman Muton" userId="423efa6d-ee54-4a96-bb69-a7d6dc1d7e38" providerId="ADAL" clId="{DFC2549C-CF47-4A86-BB03-47BF58D98A22}" dt="2023-11-15T11:24:07.558" v="17378" actId="14100"/>
          <ac:spMkLst>
            <pc:docMk/>
            <pc:sldMk cId="0" sldId="288"/>
            <ac:spMk id="107523" creationId="{D4737907-126E-82E0-333A-28391A3448D8}"/>
          </ac:spMkLst>
        </pc:spChg>
      </pc:sldChg>
      <pc:sldChg chg="addSp delSp modSp mod">
        <pc:chgData name="Nursakirah Ab Rahman Muton" userId="423efa6d-ee54-4a96-bb69-a7d6dc1d7e38" providerId="ADAL" clId="{DFC2549C-CF47-4A86-BB03-47BF58D98A22}" dt="2023-11-15T11:53:37.641" v="18029" actId="14100"/>
        <pc:sldMkLst>
          <pc:docMk/>
          <pc:sldMk cId="0" sldId="289"/>
        </pc:sldMkLst>
        <pc:spChg chg="add del">
          <ac:chgData name="Nursakirah Ab Rahman Muton" userId="423efa6d-ee54-4a96-bb69-a7d6dc1d7e38" providerId="ADAL" clId="{DFC2549C-CF47-4A86-BB03-47BF58D98A22}" dt="2023-11-15T11:51:01.120" v="18006" actId="478"/>
          <ac:spMkLst>
            <pc:docMk/>
            <pc:sldMk cId="0" sldId="289"/>
            <ac:spMk id="2" creationId="{8D01B049-0C44-C42C-665A-79F02DDF52B5}"/>
          </ac:spMkLst>
        </pc:spChg>
        <pc:spChg chg="mod">
          <ac:chgData name="Nursakirah Ab Rahman Muton" userId="423efa6d-ee54-4a96-bb69-a7d6dc1d7e38" providerId="ADAL" clId="{DFC2549C-CF47-4A86-BB03-47BF58D98A22}" dt="2023-11-15T03:10:55.684" v="93" actId="207"/>
          <ac:spMkLst>
            <pc:docMk/>
            <pc:sldMk cId="0" sldId="289"/>
            <ac:spMk id="113666" creationId="{3AAD8E63-050B-E742-3F4A-BCB0ADFA96BF}"/>
          </ac:spMkLst>
        </pc:spChg>
        <pc:spChg chg="mod">
          <ac:chgData name="Nursakirah Ab Rahman Muton" userId="423efa6d-ee54-4a96-bb69-a7d6dc1d7e38" providerId="ADAL" clId="{DFC2549C-CF47-4A86-BB03-47BF58D98A22}" dt="2023-11-15T11:53:37.641" v="18029" actId="14100"/>
          <ac:spMkLst>
            <pc:docMk/>
            <pc:sldMk cId="0" sldId="289"/>
            <ac:spMk id="113667" creationId="{4F680159-EE1A-A0C8-CADC-2C55868E91D3}"/>
          </ac:spMkLst>
        </pc:spChg>
        <pc:picChg chg="add mod">
          <ac:chgData name="Nursakirah Ab Rahman Muton" userId="423efa6d-ee54-4a96-bb69-a7d6dc1d7e38" providerId="ADAL" clId="{DFC2549C-CF47-4A86-BB03-47BF58D98A22}" dt="2023-11-15T11:51:55.630" v="18016" actId="1076"/>
          <ac:picMkLst>
            <pc:docMk/>
            <pc:sldMk cId="0" sldId="289"/>
            <ac:picMk id="3076" creationId="{142CB232-95B6-3767-240C-2E9F44B19EE3}"/>
          </ac:picMkLst>
        </pc:picChg>
      </pc:sldChg>
      <pc:sldChg chg="modSp mod">
        <pc:chgData name="Nursakirah Ab Rahman Muton" userId="423efa6d-ee54-4a96-bb69-a7d6dc1d7e38" providerId="ADAL" clId="{DFC2549C-CF47-4A86-BB03-47BF58D98A22}" dt="2023-11-15T11:55:28.921" v="18033" actId="113"/>
        <pc:sldMkLst>
          <pc:docMk/>
          <pc:sldMk cId="0" sldId="290"/>
        </pc:sldMkLst>
        <pc:spChg chg="mod">
          <ac:chgData name="Nursakirah Ab Rahman Muton" userId="423efa6d-ee54-4a96-bb69-a7d6dc1d7e38" providerId="ADAL" clId="{DFC2549C-CF47-4A86-BB03-47BF58D98A22}" dt="2023-11-15T03:11:04.845" v="96" actId="207"/>
          <ac:spMkLst>
            <pc:docMk/>
            <pc:sldMk cId="0" sldId="290"/>
            <ac:spMk id="119810" creationId="{9770F6C1-27CB-A286-0707-9E8D8D4DFFFB}"/>
          </ac:spMkLst>
        </pc:spChg>
        <pc:spChg chg="mod">
          <ac:chgData name="Nursakirah Ab Rahman Muton" userId="423efa6d-ee54-4a96-bb69-a7d6dc1d7e38" providerId="ADAL" clId="{DFC2549C-CF47-4A86-BB03-47BF58D98A22}" dt="2023-11-15T11:55:28.921" v="18033" actId="113"/>
          <ac:spMkLst>
            <pc:docMk/>
            <pc:sldMk cId="0" sldId="290"/>
            <ac:spMk id="119811" creationId="{A5AD8C34-DFE8-7014-5DC2-2F5317C5B5D3}"/>
          </ac:spMkLst>
        </pc:spChg>
      </pc:sldChg>
      <pc:sldChg chg="modSp">
        <pc:chgData name="Nursakirah Ab Rahman Muton" userId="423efa6d-ee54-4a96-bb69-a7d6dc1d7e38" providerId="ADAL" clId="{DFC2549C-CF47-4A86-BB03-47BF58D98A22}" dt="2023-11-15T03:11:08.264" v="97" actId="207"/>
        <pc:sldMkLst>
          <pc:docMk/>
          <pc:sldMk cId="0" sldId="291"/>
        </pc:sldMkLst>
        <pc:spChg chg="mod">
          <ac:chgData name="Nursakirah Ab Rahman Muton" userId="423efa6d-ee54-4a96-bb69-a7d6dc1d7e38" providerId="ADAL" clId="{DFC2549C-CF47-4A86-BB03-47BF58D98A22}" dt="2023-11-15T03:11:08.264" v="97" actId="207"/>
          <ac:spMkLst>
            <pc:docMk/>
            <pc:sldMk cId="0" sldId="291"/>
            <ac:spMk id="121858" creationId="{8CDD9380-589D-354E-3F60-96B5DD8BC4A4}"/>
          </ac:spMkLst>
        </pc:spChg>
        <pc:spChg chg="mod">
          <ac:chgData name="Nursakirah Ab Rahman Muton" userId="423efa6d-ee54-4a96-bb69-a7d6dc1d7e38" providerId="ADAL" clId="{DFC2549C-CF47-4A86-BB03-47BF58D98A22}" dt="2023-11-15T03:11:08.264" v="97" actId="207"/>
          <ac:spMkLst>
            <pc:docMk/>
            <pc:sldMk cId="0" sldId="291"/>
            <ac:spMk id="121859" creationId="{C580F0C7-8CEA-45EF-DC74-CD9ABB1B73BD}"/>
          </ac:spMkLst>
        </pc:spChg>
      </pc:sldChg>
      <pc:sldChg chg="addSp delSp modSp mod modNotesTx">
        <pc:chgData name="Nursakirah Ab Rahman Muton" userId="423efa6d-ee54-4a96-bb69-a7d6dc1d7e38" providerId="ADAL" clId="{DFC2549C-CF47-4A86-BB03-47BF58D98A22}" dt="2023-11-15T11:57:15.808" v="18069" actId="20577"/>
        <pc:sldMkLst>
          <pc:docMk/>
          <pc:sldMk cId="0" sldId="292"/>
        </pc:sldMkLst>
        <pc:spChg chg="mod">
          <ac:chgData name="Nursakirah Ab Rahman Muton" userId="423efa6d-ee54-4a96-bb69-a7d6dc1d7e38" providerId="ADAL" clId="{DFC2549C-CF47-4A86-BB03-47BF58D98A22}" dt="2023-11-15T03:11:10.841" v="98" actId="207"/>
          <ac:spMkLst>
            <pc:docMk/>
            <pc:sldMk cId="0" sldId="292"/>
            <ac:spMk id="123906" creationId="{A92BB16A-7505-775A-AD5D-CCCBF23C4787}"/>
          </ac:spMkLst>
        </pc:spChg>
        <pc:picChg chg="add mod">
          <ac:chgData name="Nursakirah Ab Rahman Muton" userId="423efa6d-ee54-4a96-bb69-a7d6dc1d7e38" providerId="ADAL" clId="{DFC2549C-CF47-4A86-BB03-47BF58D98A22}" dt="2023-11-15T11:26:53.274" v="17417" actId="1076"/>
          <ac:picMkLst>
            <pc:docMk/>
            <pc:sldMk cId="0" sldId="292"/>
            <ac:picMk id="3" creationId="{8538A02E-1279-4A1B-5824-88A7B547F672}"/>
          </ac:picMkLst>
        </pc:picChg>
        <pc:picChg chg="del">
          <ac:chgData name="Nursakirah Ab Rahman Muton" userId="423efa6d-ee54-4a96-bb69-a7d6dc1d7e38" providerId="ADAL" clId="{DFC2549C-CF47-4A86-BB03-47BF58D98A22}" dt="2023-11-15T11:26:44.817" v="17414" actId="478"/>
          <ac:picMkLst>
            <pc:docMk/>
            <pc:sldMk cId="0" sldId="292"/>
            <ac:picMk id="123907" creationId="{30ACC0EA-49EA-1296-FA1E-CE684477758D}"/>
          </ac:picMkLst>
        </pc:picChg>
      </pc:sldChg>
      <pc:sldChg chg="modSp mod">
        <pc:chgData name="Nursakirah Ab Rahman Muton" userId="423efa6d-ee54-4a96-bb69-a7d6dc1d7e38" providerId="ADAL" clId="{DFC2549C-CF47-4A86-BB03-47BF58D98A22}" dt="2023-11-15T11:58:11.580" v="18070" actId="207"/>
        <pc:sldMkLst>
          <pc:docMk/>
          <pc:sldMk cId="0" sldId="293"/>
        </pc:sldMkLst>
        <pc:spChg chg="mod">
          <ac:chgData name="Nursakirah Ab Rahman Muton" userId="423efa6d-ee54-4a96-bb69-a7d6dc1d7e38" providerId="ADAL" clId="{DFC2549C-CF47-4A86-BB03-47BF58D98A22}" dt="2023-11-15T03:11:14.309" v="99" actId="207"/>
          <ac:spMkLst>
            <pc:docMk/>
            <pc:sldMk cId="0" sldId="293"/>
            <ac:spMk id="125954" creationId="{95152A1C-54F5-9A1B-2CC9-398200946EBD}"/>
          </ac:spMkLst>
        </pc:spChg>
        <pc:spChg chg="mod">
          <ac:chgData name="Nursakirah Ab Rahman Muton" userId="423efa6d-ee54-4a96-bb69-a7d6dc1d7e38" providerId="ADAL" clId="{DFC2549C-CF47-4A86-BB03-47BF58D98A22}" dt="2023-11-15T11:58:11.580" v="18070" actId="207"/>
          <ac:spMkLst>
            <pc:docMk/>
            <pc:sldMk cId="0" sldId="293"/>
            <ac:spMk id="125955" creationId="{BC878E42-B95B-3DD1-AB8B-BDE230F84DCB}"/>
          </ac:spMkLst>
        </pc:spChg>
      </pc:sldChg>
      <pc:sldChg chg="addSp delSp modSp mod">
        <pc:chgData name="Nursakirah Ab Rahman Muton" userId="423efa6d-ee54-4a96-bb69-a7d6dc1d7e38" providerId="ADAL" clId="{DFC2549C-CF47-4A86-BB03-47BF58D98A22}" dt="2023-11-15T11:27:11.977" v="17421" actId="1076"/>
        <pc:sldMkLst>
          <pc:docMk/>
          <pc:sldMk cId="0" sldId="294"/>
        </pc:sldMkLst>
        <pc:spChg chg="mod">
          <ac:chgData name="Nursakirah Ab Rahman Muton" userId="423efa6d-ee54-4a96-bb69-a7d6dc1d7e38" providerId="ADAL" clId="{DFC2549C-CF47-4A86-BB03-47BF58D98A22}" dt="2023-11-15T03:11:16.925" v="100" actId="207"/>
          <ac:spMkLst>
            <pc:docMk/>
            <pc:sldMk cId="0" sldId="294"/>
            <ac:spMk id="128002" creationId="{996A1132-4AD9-934C-07DE-DAAA3A6FC2F7}"/>
          </ac:spMkLst>
        </pc:spChg>
        <pc:picChg chg="add mod">
          <ac:chgData name="Nursakirah Ab Rahman Muton" userId="423efa6d-ee54-4a96-bb69-a7d6dc1d7e38" providerId="ADAL" clId="{DFC2549C-CF47-4A86-BB03-47BF58D98A22}" dt="2023-11-15T11:27:11.977" v="17421" actId="1076"/>
          <ac:picMkLst>
            <pc:docMk/>
            <pc:sldMk cId="0" sldId="294"/>
            <ac:picMk id="3" creationId="{3E56392C-B6F6-92AB-8992-60A0FC6C539A}"/>
          </ac:picMkLst>
        </pc:picChg>
        <pc:picChg chg="del">
          <ac:chgData name="Nursakirah Ab Rahman Muton" userId="423efa6d-ee54-4a96-bb69-a7d6dc1d7e38" providerId="ADAL" clId="{DFC2549C-CF47-4A86-BB03-47BF58D98A22}" dt="2023-11-15T11:27:00.612" v="17418" actId="478"/>
          <ac:picMkLst>
            <pc:docMk/>
            <pc:sldMk cId="0" sldId="294"/>
            <ac:picMk id="128003" creationId="{975025BD-A742-35FE-E3F2-A0F78469F726}"/>
          </ac:picMkLst>
        </pc:picChg>
      </pc:sldChg>
      <pc:sldChg chg="modSp">
        <pc:chgData name="Nursakirah Ab Rahman Muton" userId="423efa6d-ee54-4a96-bb69-a7d6dc1d7e38" providerId="ADAL" clId="{DFC2549C-CF47-4A86-BB03-47BF58D98A22}" dt="2023-11-15T03:11:19.791" v="101" actId="207"/>
        <pc:sldMkLst>
          <pc:docMk/>
          <pc:sldMk cId="0" sldId="295"/>
        </pc:sldMkLst>
        <pc:spChg chg="mod">
          <ac:chgData name="Nursakirah Ab Rahman Muton" userId="423efa6d-ee54-4a96-bb69-a7d6dc1d7e38" providerId="ADAL" clId="{DFC2549C-CF47-4A86-BB03-47BF58D98A22}" dt="2023-11-15T03:11:19.791" v="101" actId="207"/>
          <ac:spMkLst>
            <pc:docMk/>
            <pc:sldMk cId="0" sldId="295"/>
            <ac:spMk id="130050" creationId="{46AAE9F1-7229-AD67-5D47-02EF6580E159}"/>
          </ac:spMkLst>
        </pc:spChg>
        <pc:spChg chg="mod">
          <ac:chgData name="Nursakirah Ab Rahman Muton" userId="423efa6d-ee54-4a96-bb69-a7d6dc1d7e38" providerId="ADAL" clId="{DFC2549C-CF47-4A86-BB03-47BF58D98A22}" dt="2023-11-15T03:11:19.791" v="101" actId="207"/>
          <ac:spMkLst>
            <pc:docMk/>
            <pc:sldMk cId="0" sldId="295"/>
            <ac:spMk id="130051" creationId="{A9C6A639-F30D-4796-1F12-7F160ADA5C99}"/>
          </ac:spMkLst>
        </pc:spChg>
      </pc:sldChg>
      <pc:sldChg chg="modSp">
        <pc:chgData name="Nursakirah Ab Rahman Muton" userId="423efa6d-ee54-4a96-bb69-a7d6dc1d7e38" providerId="ADAL" clId="{DFC2549C-CF47-4A86-BB03-47BF58D98A22}" dt="2023-11-15T03:11:22.850" v="102" actId="207"/>
        <pc:sldMkLst>
          <pc:docMk/>
          <pc:sldMk cId="0" sldId="296"/>
        </pc:sldMkLst>
        <pc:spChg chg="mod">
          <ac:chgData name="Nursakirah Ab Rahman Muton" userId="423efa6d-ee54-4a96-bb69-a7d6dc1d7e38" providerId="ADAL" clId="{DFC2549C-CF47-4A86-BB03-47BF58D98A22}" dt="2023-11-15T03:11:22.850" v="102" actId="207"/>
          <ac:spMkLst>
            <pc:docMk/>
            <pc:sldMk cId="0" sldId="296"/>
            <ac:spMk id="134146" creationId="{1A4A8AB9-EEAA-DE1F-D19E-4817B008710B}"/>
          </ac:spMkLst>
        </pc:spChg>
        <pc:spChg chg="mod">
          <ac:chgData name="Nursakirah Ab Rahman Muton" userId="423efa6d-ee54-4a96-bb69-a7d6dc1d7e38" providerId="ADAL" clId="{DFC2549C-CF47-4A86-BB03-47BF58D98A22}" dt="2023-11-15T03:11:22.850" v="102" actId="207"/>
          <ac:spMkLst>
            <pc:docMk/>
            <pc:sldMk cId="0" sldId="296"/>
            <ac:spMk id="134147" creationId="{2A6CF4B9-6893-0CA8-29FB-E24314EB469B}"/>
          </ac:spMkLst>
        </pc:spChg>
      </pc:sldChg>
      <pc:sldChg chg="addSp delSp modSp mod">
        <pc:chgData name="Nursakirah Ab Rahman Muton" userId="423efa6d-ee54-4a96-bb69-a7d6dc1d7e38" providerId="ADAL" clId="{DFC2549C-CF47-4A86-BB03-47BF58D98A22}" dt="2023-11-15T11:27:56.771" v="17430" actId="1076"/>
        <pc:sldMkLst>
          <pc:docMk/>
          <pc:sldMk cId="0" sldId="297"/>
        </pc:sldMkLst>
        <pc:spChg chg="mod">
          <ac:chgData name="Nursakirah Ab Rahman Muton" userId="423efa6d-ee54-4a96-bb69-a7d6dc1d7e38" providerId="ADAL" clId="{DFC2549C-CF47-4A86-BB03-47BF58D98A22}" dt="2023-11-15T03:11:24.795" v="103" actId="207"/>
          <ac:spMkLst>
            <pc:docMk/>
            <pc:sldMk cId="0" sldId="297"/>
            <ac:spMk id="136194" creationId="{DA34C713-E983-9586-A09C-C29515335BEE}"/>
          </ac:spMkLst>
        </pc:spChg>
        <pc:picChg chg="add mod modCrop">
          <ac:chgData name="Nursakirah Ab Rahman Muton" userId="423efa6d-ee54-4a96-bb69-a7d6dc1d7e38" providerId="ADAL" clId="{DFC2549C-CF47-4A86-BB03-47BF58D98A22}" dt="2023-11-15T11:27:56.771" v="17430" actId="1076"/>
          <ac:picMkLst>
            <pc:docMk/>
            <pc:sldMk cId="0" sldId="297"/>
            <ac:picMk id="3" creationId="{B3B3F32B-25BE-E12A-17FC-2987B9E9A8E9}"/>
          </ac:picMkLst>
        </pc:picChg>
        <pc:picChg chg="del">
          <ac:chgData name="Nursakirah Ab Rahman Muton" userId="423efa6d-ee54-4a96-bb69-a7d6dc1d7e38" providerId="ADAL" clId="{DFC2549C-CF47-4A86-BB03-47BF58D98A22}" dt="2023-11-15T11:27:39.542" v="17424" actId="478"/>
          <ac:picMkLst>
            <pc:docMk/>
            <pc:sldMk cId="0" sldId="297"/>
            <ac:picMk id="136195" creationId="{B4C9A9FE-5469-7262-E98D-EB9013149323}"/>
          </ac:picMkLst>
        </pc:picChg>
      </pc:sldChg>
      <pc:sldChg chg="addSp delSp modSp mod">
        <pc:chgData name="Nursakirah Ab Rahman Muton" userId="423efa6d-ee54-4a96-bb69-a7d6dc1d7e38" providerId="ADAL" clId="{DFC2549C-CF47-4A86-BB03-47BF58D98A22}" dt="2023-11-15T11:28:39.757" v="17444" actId="1076"/>
        <pc:sldMkLst>
          <pc:docMk/>
          <pc:sldMk cId="0" sldId="298"/>
        </pc:sldMkLst>
        <pc:spChg chg="mod">
          <ac:chgData name="Nursakirah Ab Rahman Muton" userId="423efa6d-ee54-4a96-bb69-a7d6dc1d7e38" providerId="ADAL" clId="{DFC2549C-CF47-4A86-BB03-47BF58D98A22}" dt="2023-11-15T03:11:28.358" v="104" actId="207"/>
          <ac:spMkLst>
            <pc:docMk/>
            <pc:sldMk cId="0" sldId="298"/>
            <ac:spMk id="138242" creationId="{020279BB-5A21-B6E7-D119-BF56F1EFF668}"/>
          </ac:spMkLst>
        </pc:spChg>
        <pc:spChg chg="mod">
          <ac:chgData name="Nursakirah Ab Rahman Muton" userId="423efa6d-ee54-4a96-bb69-a7d6dc1d7e38" providerId="ADAL" clId="{DFC2549C-CF47-4A86-BB03-47BF58D98A22}" dt="2023-11-15T03:11:28.358" v="104" actId="207"/>
          <ac:spMkLst>
            <pc:docMk/>
            <pc:sldMk cId="0" sldId="298"/>
            <ac:spMk id="138243" creationId="{61D968F0-22B3-977D-8D8A-F88101D4A270}"/>
          </ac:spMkLst>
        </pc:spChg>
        <pc:picChg chg="add mod modCrop">
          <ac:chgData name="Nursakirah Ab Rahman Muton" userId="423efa6d-ee54-4a96-bb69-a7d6dc1d7e38" providerId="ADAL" clId="{DFC2549C-CF47-4A86-BB03-47BF58D98A22}" dt="2023-11-15T11:28:39.757" v="17444" actId="1076"/>
          <ac:picMkLst>
            <pc:docMk/>
            <pc:sldMk cId="0" sldId="298"/>
            <ac:picMk id="3" creationId="{1C06C842-0257-A7E2-BFFA-957EDD32CA3E}"/>
          </ac:picMkLst>
        </pc:picChg>
        <pc:picChg chg="del">
          <ac:chgData name="Nursakirah Ab Rahman Muton" userId="423efa6d-ee54-4a96-bb69-a7d6dc1d7e38" providerId="ADAL" clId="{DFC2549C-CF47-4A86-BB03-47BF58D98A22}" dt="2023-11-15T11:28:09.220" v="17431" actId="478"/>
          <ac:picMkLst>
            <pc:docMk/>
            <pc:sldMk cId="0" sldId="298"/>
            <ac:picMk id="138244" creationId="{98BA7202-AA66-CB08-F1D6-6FA769144B47}"/>
          </ac:picMkLst>
        </pc:picChg>
      </pc:sldChg>
      <pc:sldChg chg="modSp">
        <pc:chgData name="Nursakirah Ab Rahman Muton" userId="423efa6d-ee54-4a96-bb69-a7d6dc1d7e38" providerId="ADAL" clId="{DFC2549C-CF47-4A86-BB03-47BF58D98A22}" dt="2023-11-15T12:05:46.952" v="18072" actId="1440"/>
        <pc:sldMkLst>
          <pc:docMk/>
          <pc:sldMk cId="0" sldId="299"/>
        </pc:sldMkLst>
        <pc:spChg chg="mod">
          <ac:chgData name="Nursakirah Ab Rahman Muton" userId="423efa6d-ee54-4a96-bb69-a7d6dc1d7e38" providerId="ADAL" clId="{DFC2549C-CF47-4A86-BB03-47BF58D98A22}" dt="2023-11-15T03:11:30.652" v="105" actId="207"/>
          <ac:spMkLst>
            <pc:docMk/>
            <pc:sldMk cId="0" sldId="299"/>
            <ac:spMk id="140290" creationId="{9146A0AE-F156-CA8F-8E81-CFCBB33E00D8}"/>
          </ac:spMkLst>
        </pc:spChg>
        <pc:picChg chg="mod">
          <ac:chgData name="Nursakirah Ab Rahman Muton" userId="423efa6d-ee54-4a96-bb69-a7d6dc1d7e38" providerId="ADAL" clId="{DFC2549C-CF47-4A86-BB03-47BF58D98A22}" dt="2023-11-15T12:05:46.952" v="18072" actId="1440"/>
          <ac:picMkLst>
            <pc:docMk/>
            <pc:sldMk cId="0" sldId="299"/>
            <ac:picMk id="140291" creationId="{66C91100-EAB8-6B63-79C0-59BEC3B2B325}"/>
          </ac:picMkLst>
        </pc:picChg>
      </pc:sldChg>
      <pc:sldChg chg="del">
        <pc:chgData name="Nursakirah Ab Rahman Muton" userId="423efa6d-ee54-4a96-bb69-a7d6dc1d7e38" providerId="ADAL" clId="{DFC2549C-CF47-4A86-BB03-47BF58D98A22}" dt="2023-11-15T09:35:29.382" v="11648" actId="2696"/>
        <pc:sldMkLst>
          <pc:docMk/>
          <pc:sldMk cId="0" sldId="300"/>
        </pc:sldMkLst>
      </pc:sldChg>
      <pc:sldChg chg="modSp mod modNotesTx">
        <pc:chgData name="Nursakirah Ab Rahman Muton" userId="423efa6d-ee54-4a96-bb69-a7d6dc1d7e38" providerId="ADAL" clId="{DFC2549C-CF47-4A86-BB03-47BF58D98A22}" dt="2023-11-15T03:19:43.817" v="1126" actId="20577"/>
        <pc:sldMkLst>
          <pc:docMk/>
          <pc:sldMk cId="0" sldId="301"/>
        </pc:sldMkLst>
        <pc:spChg chg="mod">
          <ac:chgData name="Nursakirah Ab Rahman Muton" userId="423efa6d-ee54-4a96-bb69-a7d6dc1d7e38" providerId="ADAL" clId="{DFC2549C-CF47-4A86-BB03-47BF58D98A22}" dt="2023-11-15T03:06:48.323" v="41" actId="207"/>
          <ac:spMkLst>
            <pc:docMk/>
            <pc:sldMk cId="0" sldId="301"/>
            <ac:spMk id="26626" creationId="{A4086A7D-FB6E-0E2F-6937-2724E723DE5F}"/>
          </ac:spMkLst>
        </pc:spChg>
        <pc:spChg chg="mod">
          <ac:chgData name="Nursakirah Ab Rahman Muton" userId="423efa6d-ee54-4a96-bb69-a7d6dc1d7e38" providerId="ADAL" clId="{DFC2549C-CF47-4A86-BB03-47BF58D98A22}" dt="2023-11-15T03:06:31.002" v="38" actId="207"/>
          <ac:spMkLst>
            <pc:docMk/>
            <pc:sldMk cId="0" sldId="301"/>
            <ac:spMk id="26627" creationId="{9B818455-B4D9-03A9-D4D5-2E74E53C37EB}"/>
          </ac:spMkLst>
        </pc:spChg>
      </pc:sldChg>
      <pc:sldChg chg="modSp mod modNotesTx">
        <pc:chgData name="Nursakirah Ab Rahman Muton" userId="423efa6d-ee54-4a96-bb69-a7d6dc1d7e38" providerId="ADAL" clId="{DFC2549C-CF47-4A86-BB03-47BF58D98A22}" dt="2023-11-15T03:37:41.583" v="2686" actId="20577"/>
        <pc:sldMkLst>
          <pc:docMk/>
          <pc:sldMk cId="0" sldId="302"/>
        </pc:sldMkLst>
        <pc:spChg chg="mod">
          <ac:chgData name="Nursakirah Ab Rahman Muton" userId="423efa6d-ee54-4a96-bb69-a7d6dc1d7e38" providerId="ADAL" clId="{DFC2549C-CF47-4A86-BB03-47BF58D98A22}" dt="2023-11-15T03:07:53.511" v="48" actId="207"/>
          <ac:spMkLst>
            <pc:docMk/>
            <pc:sldMk cId="0" sldId="302"/>
            <ac:spMk id="32770" creationId="{10B418A4-45CC-B422-6E2F-0C5100B391E9}"/>
          </ac:spMkLst>
        </pc:spChg>
        <pc:spChg chg="mod">
          <ac:chgData name="Nursakirah Ab Rahman Muton" userId="423efa6d-ee54-4a96-bb69-a7d6dc1d7e38" providerId="ADAL" clId="{DFC2549C-CF47-4A86-BB03-47BF58D98A22}" dt="2023-11-15T03:07:51.835" v="47" actId="207"/>
          <ac:spMkLst>
            <pc:docMk/>
            <pc:sldMk cId="0" sldId="302"/>
            <ac:spMk id="32771" creationId="{C0668040-DD02-2BAB-7882-3F5D35500AED}"/>
          </ac:spMkLst>
        </pc:spChg>
      </pc:sldChg>
      <pc:sldChg chg="addSp delSp modSp mod modNotesTx">
        <pc:chgData name="Nursakirah Ab Rahman Muton" userId="423efa6d-ee54-4a96-bb69-a7d6dc1d7e38" providerId="ADAL" clId="{DFC2549C-CF47-4A86-BB03-47BF58D98A22}" dt="2023-11-15T06:19:21.972" v="8273" actId="20577"/>
        <pc:sldMkLst>
          <pc:docMk/>
          <pc:sldMk cId="0" sldId="303"/>
        </pc:sldMkLst>
        <pc:spChg chg="mod">
          <ac:chgData name="Nursakirah Ab Rahman Muton" userId="423efa6d-ee54-4a96-bb69-a7d6dc1d7e38" providerId="ADAL" clId="{DFC2549C-CF47-4A86-BB03-47BF58D98A22}" dt="2023-11-15T03:09:26.644" v="68" actId="207"/>
          <ac:spMkLst>
            <pc:docMk/>
            <pc:sldMk cId="0" sldId="303"/>
            <ac:spMk id="57346" creationId="{67F83F92-2F32-8B87-3222-5B7D4F4B448D}"/>
          </ac:spMkLst>
        </pc:spChg>
        <pc:spChg chg="mod">
          <ac:chgData name="Nursakirah Ab Rahman Muton" userId="423efa6d-ee54-4a96-bb69-a7d6dc1d7e38" providerId="ADAL" clId="{DFC2549C-CF47-4A86-BB03-47BF58D98A22}" dt="2023-11-15T03:09:26.644" v="68" actId="207"/>
          <ac:spMkLst>
            <pc:docMk/>
            <pc:sldMk cId="0" sldId="303"/>
            <ac:spMk id="57347" creationId="{63A51E66-5DFD-D4AF-40F1-FFAC0B52E612}"/>
          </ac:spMkLst>
        </pc:spChg>
        <pc:picChg chg="add mod">
          <ac:chgData name="Nursakirah Ab Rahman Muton" userId="423efa6d-ee54-4a96-bb69-a7d6dc1d7e38" providerId="ADAL" clId="{DFC2549C-CF47-4A86-BB03-47BF58D98A22}" dt="2023-11-15T06:04:20.649" v="7346" actId="1076"/>
          <ac:picMkLst>
            <pc:docMk/>
            <pc:sldMk cId="0" sldId="303"/>
            <ac:picMk id="3" creationId="{063D06BB-3F57-6135-A669-E2577840DE8F}"/>
          </ac:picMkLst>
        </pc:picChg>
        <pc:picChg chg="del">
          <ac:chgData name="Nursakirah Ab Rahman Muton" userId="423efa6d-ee54-4a96-bb69-a7d6dc1d7e38" providerId="ADAL" clId="{DFC2549C-CF47-4A86-BB03-47BF58D98A22}" dt="2023-11-15T06:04:06.868" v="7344" actId="478"/>
          <ac:picMkLst>
            <pc:docMk/>
            <pc:sldMk cId="0" sldId="303"/>
            <ac:picMk id="57348" creationId="{7B03A1C3-412C-7056-21CD-86AB5EAFB59B}"/>
          </ac:picMkLst>
        </pc:picChg>
      </pc:sldChg>
      <pc:sldChg chg="addSp delSp modSp mod modAnim modNotesTx">
        <pc:chgData name="Nursakirah Ab Rahman Muton" userId="423efa6d-ee54-4a96-bb69-a7d6dc1d7e38" providerId="ADAL" clId="{DFC2549C-CF47-4A86-BB03-47BF58D98A22}" dt="2023-11-15T08:34:50.279" v="9767" actId="1076"/>
        <pc:sldMkLst>
          <pc:docMk/>
          <pc:sldMk cId="0" sldId="304"/>
        </pc:sldMkLst>
        <pc:spChg chg="del">
          <ac:chgData name="Nursakirah Ab Rahman Muton" userId="423efa6d-ee54-4a96-bb69-a7d6dc1d7e38" providerId="ADAL" clId="{DFC2549C-CF47-4A86-BB03-47BF58D98A22}" dt="2023-11-15T08:18:38.670" v="9394" actId="478"/>
          <ac:spMkLst>
            <pc:docMk/>
            <pc:sldMk cId="0" sldId="304"/>
            <ac:spMk id="2" creationId="{91932CE1-5A19-0550-8FF3-311B9796444D}"/>
          </ac:spMkLst>
        </pc:spChg>
        <pc:spChg chg="add mod">
          <ac:chgData name="Nursakirah Ab Rahman Muton" userId="423efa6d-ee54-4a96-bb69-a7d6dc1d7e38" providerId="ADAL" clId="{DFC2549C-CF47-4A86-BB03-47BF58D98A22}" dt="2023-11-15T08:19:32.257" v="9442" actId="1036"/>
          <ac:spMkLst>
            <pc:docMk/>
            <pc:sldMk cId="0" sldId="304"/>
            <ac:spMk id="4" creationId="{716B24F4-C20C-B6A7-EFE1-F25856554C5F}"/>
          </ac:spMkLst>
        </pc:spChg>
        <pc:spChg chg="add mod">
          <ac:chgData name="Nursakirah Ab Rahman Muton" userId="423efa6d-ee54-4a96-bb69-a7d6dc1d7e38" providerId="ADAL" clId="{DFC2549C-CF47-4A86-BB03-47BF58D98A22}" dt="2023-11-15T08:19:57.939" v="9444" actId="1076"/>
          <ac:spMkLst>
            <pc:docMk/>
            <pc:sldMk cId="0" sldId="304"/>
            <ac:spMk id="5" creationId="{9585BEB1-0F4E-C314-6E02-03B0E19285FA}"/>
          </ac:spMkLst>
        </pc:spChg>
        <pc:spChg chg="add mod">
          <ac:chgData name="Nursakirah Ab Rahman Muton" userId="423efa6d-ee54-4a96-bb69-a7d6dc1d7e38" providerId="ADAL" clId="{DFC2549C-CF47-4A86-BB03-47BF58D98A22}" dt="2023-11-15T08:20:15.007" v="9446" actId="1076"/>
          <ac:spMkLst>
            <pc:docMk/>
            <pc:sldMk cId="0" sldId="304"/>
            <ac:spMk id="6" creationId="{65EEB4FC-EA60-0602-FD07-E550DA51E090}"/>
          </ac:spMkLst>
        </pc:spChg>
        <pc:spChg chg="add mod">
          <ac:chgData name="Nursakirah Ab Rahman Muton" userId="423efa6d-ee54-4a96-bb69-a7d6dc1d7e38" providerId="ADAL" clId="{DFC2549C-CF47-4A86-BB03-47BF58D98A22}" dt="2023-11-15T08:20:20.287" v="9449" actId="20577"/>
          <ac:spMkLst>
            <pc:docMk/>
            <pc:sldMk cId="0" sldId="304"/>
            <ac:spMk id="7" creationId="{094A61AF-27CE-7EC4-987A-27884C8B32C9}"/>
          </ac:spMkLst>
        </pc:spChg>
        <pc:spChg chg="add mod">
          <ac:chgData name="Nursakirah Ab Rahman Muton" userId="423efa6d-ee54-4a96-bb69-a7d6dc1d7e38" providerId="ADAL" clId="{DFC2549C-CF47-4A86-BB03-47BF58D98A22}" dt="2023-11-15T08:26:26.346" v="9605" actId="1076"/>
          <ac:spMkLst>
            <pc:docMk/>
            <pc:sldMk cId="0" sldId="304"/>
            <ac:spMk id="8" creationId="{EAA7FABC-FC33-67D2-CB5B-6FD6DA126F3D}"/>
          </ac:spMkLst>
        </pc:spChg>
        <pc:spChg chg="add mod">
          <ac:chgData name="Nursakirah Ab Rahman Muton" userId="423efa6d-ee54-4a96-bb69-a7d6dc1d7e38" providerId="ADAL" clId="{DFC2549C-CF47-4A86-BB03-47BF58D98A22}" dt="2023-11-15T08:26:33.882" v="9606" actId="1076"/>
          <ac:spMkLst>
            <pc:docMk/>
            <pc:sldMk cId="0" sldId="304"/>
            <ac:spMk id="9" creationId="{D54A0584-CD08-B26E-7A73-14B8CA55D553}"/>
          </ac:spMkLst>
        </pc:spChg>
        <pc:spChg chg="add mod">
          <ac:chgData name="Nursakirah Ab Rahman Muton" userId="423efa6d-ee54-4a96-bb69-a7d6dc1d7e38" providerId="ADAL" clId="{DFC2549C-CF47-4A86-BB03-47BF58D98A22}" dt="2023-11-15T08:28:43.228" v="9608" actId="1076"/>
          <ac:spMkLst>
            <pc:docMk/>
            <pc:sldMk cId="0" sldId="304"/>
            <ac:spMk id="10" creationId="{C878EEBD-454C-1D45-9481-1CF9F1EB7E9E}"/>
          </ac:spMkLst>
        </pc:spChg>
        <pc:spChg chg="add mod">
          <ac:chgData name="Nursakirah Ab Rahman Muton" userId="423efa6d-ee54-4a96-bb69-a7d6dc1d7e38" providerId="ADAL" clId="{DFC2549C-CF47-4A86-BB03-47BF58D98A22}" dt="2023-11-15T08:29:07.410" v="9612" actId="1076"/>
          <ac:spMkLst>
            <pc:docMk/>
            <pc:sldMk cId="0" sldId="304"/>
            <ac:spMk id="11" creationId="{7D7899DD-BF27-D698-1C1B-24B7C881C848}"/>
          </ac:spMkLst>
        </pc:spChg>
        <pc:spChg chg="add mod">
          <ac:chgData name="Nursakirah Ab Rahman Muton" userId="423efa6d-ee54-4a96-bb69-a7d6dc1d7e38" providerId="ADAL" clId="{DFC2549C-CF47-4A86-BB03-47BF58D98A22}" dt="2023-11-15T08:29:36.288" v="9616" actId="1076"/>
          <ac:spMkLst>
            <pc:docMk/>
            <pc:sldMk cId="0" sldId="304"/>
            <ac:spMk id="12" creationId="{6F1B1AC9-33CD-224A-53B9-EC0157AF3E41}"/>
          </ac:spMkLst>
        </pc:spChg>
        <pc:spChg chg="add mod">
          <ac:chgData name="Nursakirah Ab Rahman Muton" userId="423efa6d-ee54-4a96-bb69-a7d6dc1d7e38" providerId="ADAL" clId="{DFC2549C-CF47-4A86-BB03-47BF58D98A22}" dt="2023-11-15T08:30:28.834" v="9620" actId="20577"/>
          <ac:spMkLst>
            <pc:docMk/>
            <pc:sldMk cId="0" sldId="304"/>
            <ac:spMk id="13" creationId="{76CACAC7-8119-1BC6-F04D-17F0E112D119}"/>
          </ac:spMkLst>
        </pc:spChg>
        <pc:spChg chg="add mod">
          <ac:chgData name="Nursakirah Ab Rahman Muton" userId="423efa6d-ee54-4a96-bb69-a7d6dc1d7e38" providerId="ADAL" clId="{DFC2549C-CF47-4A86-BB03-47BF58D98A22}" dt="2023-11-15T08:30:46.658" v="9623" actId="20577"/>
          <ac:spMkLst>
            <pc:docMk/>
            <pc:sldMk cId="0" sldId="304"/>
            <ac:spMk id="14" creationId="{8C5F2292-890A-0457-0630-729D0A1C3972}"/>
          </ac:spMkLst>
        </pc:spChg>
        <pc:spChg chg="add mod">
          <ac:chgData name="Nursakirah Ab Rahman Muton" userId="423efa6d-ee54-4a96-bb69-a7d6dc1d7e38" providerId="ADAL" clId="{DFC2549C-CF47-4A86-BB03-47BF58D98A22}" dt="2023-11-15T08:31:16.484" v="9627" actId="20577"/>
          <ac:spMkLst>
            <pc:docMk/>
            <pc:sldMk cId="0" sldId="304"/>
            <ac:spMk id="15" creationId="{B7D598DF-3A07-011D-A5F1-07214C21CF93}"/>
          </ac:spMkLst>
        </pc:spChg>
        <pc:spChg chg="add mod">
          <ac:chgData name="Nursakirah Ab Rahman Muton" userId="423efa6d-ee54-4a96-bb69-a7d6dc1d7e38" providerId="ADAL" clId="{DFC2549C-CF47-4A86-BB03-47BF58D98A22}" dt="2023-11-15T08:32:02.876" v="9630" actId="1076"/>
          <ac:spMkLst>
            <pc:docMk/>
            <pc:sldMk cId="0" sldId="304"/>
            <ac:spMk id="16" creationId="{141D1CC4-2482-3145-BFA3-7543D5A9DB64}"/>
          </ac:spMkLst>
        </pc:spChg>
        <pc:spChg chg="add mod">
          <ac:chgData name="Nursakirah Ab Rahman Muton" userId="423efa6d-ee54-4a96-bb69-a7d6dc1d7e38" providerId="ADAL" clId="{DFC2549C-CF47-4A86-BB03-47BF58D98A22}" dt="2023-11-15T08:34:42.156" v="9765" actId="164"/>
          <ac:spMkLst>
            <pc:docMk/>
            <pc:sldMk cId="0" sldId="304"/>
            <ac:spMk id="18" creationId="{A4AA00B7-A3E3-3A5D-6DE4-5F13892A556F}"/>
          </ac:spMkLst>
        </pc:spChg>
        <pc:spChg chg="add mod">
          <ac:chgData name="Nursakirah Ab Rahman Muton" userId="423efa6d-ee54-4a96-bb69-a7d6dc1d7e38" providerId="ADAL" clId="{DFC2549C-CF47-4A86-BB03-47BF58D98A22}" dt="2023-11-15T08:34:42.156" v="9765" actId="164"/>
          <ac:spMkLst>
            <pc:docMk/>
            <pc:sldMk cId="0" sldId="304"/>
            <ac:spMk id="19" creationId="{F3907030-3B38-AD31-0BEF-8A8F8AAE191F}"/>
          </ac:spMkLst>
        </pc:spChg>
        <pc:spChg chg="add mod">
          <ac:chgData name="Nursakirah Ab Rahman Muton" userId="423efa6d-ee54-4a96-bb69-a7d6dc1d7e38" providerId="ADAL" clId="{DFC2549C-CF47-4A86-BB03-47BF58D98A22}" dt="2023-11-15T08:34:42.156" v="9765" actId="164"/>
          <ac:spMkLst>
            <pc:docMk/>
            <pc:sldMk cId="0" sldId="304"/>
            <ac:spMk id="20" creationId="{AF7D4B93-6B3D-E652-F507-CAD091F5DC6B}"/>
          </ac:spMkLst>
        </pc:spChg>
        <pc:spChg chg="add mod">
          <ac:chgData name="Nursakirah Ab Rahman Muton" userId="423efa6d-ee54-4a96-bb69-a7d6dc1d7e38" providerId="ADAL" clId="{DFC2549C-CF47-4A86-BB03-47BF58D98A22}" dt="2023-11-15T08:34:42.156" v="9765" actId="164"/>
          <ac:spMkLst>
            <pc:docMk/>
            <pc:sldMk cId="0" sldId="304"/>
            <ac:spMk id="21" creationId="{185643EC-69C1-C116-354C-ADC1A9E30F62}"/>
          </ac:spMkLst>
        </pc:spChg>
        <pc:spChg chg="add mod">
          <ac:chgData name="Nursakirah Ab Rahman Muton" userId="423efa6d-ee54-4a96-bb69-a7d6dc1d7e38" providerId="ADAL" clId="{DFC2549C-CF47-4A86-BB03-47BF58D98A22}" dt="2023-11-15T08:34:42.156" v="9765" actId="164"/>
          <ac:spMkLst>
            <pc:docMk/>
            <pc:sldMk cId="0" sldId="304"/>
            <ac:spMk id="22" creationId="{2C43A95C-D6FD-525D-D92F-4A07916CB6AB}"/>
          </ac:spMkLst>
        </pc:spChg>
        <pc:spChg chg="add mod">
          <ac:chgData name="Nursakirah Ab Rahman Muton" userId="423efa6d-ee54-4a96-bb69-a7d6dc1d7e38" providerId="ADAL" clId="{DFC2549C-CF47-4A86-BB03-47BF58D98A22}" dt="2023-11-15T08:34:42.156" v="9765" actId="164"/>
          <ac:spMkLst>
            <pc:docMk/>
            <pc:sldMk cId="0" sldId="304"/>
            <ac:spMk id="23" creationId="{06745D3D-19FB-4270-BF02-BD5D726917E3}"/>
          </ac:spMkLst>
        </pc:spChg>
        <pc:spChg chg="add mod">
          <ac:chgData name="Nursakirah Ab Rahman Muton" userId="423efa6d-ee54-4a96-bb69-a7d6dc1d7e38" providerId="ADAL" clId="{DFC2549C-CF47-4A86-BB03-47BF58D98A22}" dt="2023-11-15T08:34:42.156" v="9765" actId="164"/>
          <ac:spMkLst>
            <pc:docMk/>
            <pc:sldMk cId="0" sldId="304"/>
            <ac:spMk id="24" creationId="{F1101269-CA57-6020-A971-346D31F26EF5}"/>
          </ac:spMkLst>
        </pc:spChg>
        <pc:spChg chg="add mod">
          <ac:chgData name="Nursakirah Ab Rahman Muton" userId="423efa6d-ee54-4a96-bb69-a7d6dc1d7e38" providerId="ADAL" clId="{DFC2549C-CF47-4A86-BB03-47BF58D98A22}" dt="2023-11-15T08:34:42.156" v="9765" actId="164"/>
          <ac:spMkLst>
            <pc:docMk/>
            <pc:sldMk cId="0" sldId="304"/>
            <ac:spMk id="25" creationId="{4E5E2FC5-924F-276D-4D17-4B3BCC09D4E3}"/>
          </ac:spMkLst>
        </pc:spChg>
        <pc:spChg chg="add mod">
          <ac:chgData name="Nursakirah Ab Rahman Muton" userId="423efa6d-ee54-4a96-bb69-a7d6dc1d7e38" providerId="ADAL" clId="{DFC2549C-CF47-4A86-BB03-47BF58D98A22}" dt="2023-11-15T08:34:42.156" v="9765" actId="164"/>
          <ac:spMkLst>
            <pc:docMk/>
            <pc:sldMk cId="0" sldId="304"/>
            <ac:spMk id="26" creationId="{263508BA-FA5C-10BD-FC63-75B8FF42F6DA}"/>
          </ac:spMkLst>
        </pc:spChg>
        <pc:spChg chg="add mod">
          <ac:chgData name="Nursakirah Ab Rahman Muton" userId="423efa6d-ee54-4a96-bb69-a7d6dc1d7e38" providerId="ADAL" clId="{DFC2549C-CF47-4A86-BB03-47BF58D98A22}" dt="2023-11-15T08:34:42.156" v="9765" actId="164"/>
          <ac:spMkLst>
            <pc:docMk/>
            <pc:sldMk cId="0" sldId="304"/>
            <ac:spMk id="27" creationId="{B37FAC1E-6B53-BEBD-BBF6-F8BD6E77D92F}"/>
          </ac:spMkLst>
        </pc:spChg>
        <pc:spChg chg="add mod">
          <ac:chgData name="Nursakirah Ab Rahman Muton" userId="423efa6d-ee54-4a96-bb69-a7d6dc1d7e38" providerId="ADAL" clId="{DFC2549C-CF47-4A86-BB03-47BF58D98A22}" dt="2023-11-15T08:34:42.156" v="9765" actId="164"/>
          <ac:spMkLst>
            <pc:docMk/>
            <pc:sldMk cId="0" sldId="304"/>
            <ac:spMk id="28" creationId="{03178272-48D4-E07D-45F5-EEBA18253EA7}"/>
          </ac:spMkLst>
        </pc:spChg>
        <pc:spChg chg="add mod">
          <ac:chgData name="Nursakirah Ab Rahman Muton" userId="423efa6d-ee54-4a96-bb69-a7d6dc1d7e38" providerId="ADAL" clId="{DFC2549C-CF47-4A86-BB03-47BF58D98A22}" dt="2023-11-15T08:34:42.156" v="9765" actId="164"/>
          <ac:spMkLst>
            <pc:docMk/>
            <pc:sldMk cId="0" sldId="304"/>
            <ac:spMk id="29" creationId="{C53FD0BC-C981-969E-BE10-9404396C1BED}"/>
          </ac:spMkLst>
        </pc:spChg>
        <pc:spChg chg="del">
          <ac:chgData name="Nursakirah Ab Rahman Muton" userId="423efa6d-ee54-4a96-bb69-a7d6dc1d7e38" providerId="ADAL" clId="{DFC2549C-CF47-4A86-BB03-47BF58D98A22}" dt="2023-11-15T08:18:38.670" v="9394" actId="478"/>
          <ac:spMkLst>
            <pc:docMk/>
            <pc:sldMk cId="0" sldId="304"/>
            <ac:spMk id="21511" creationId="{F3704DC8-0047-F3D7-993C-03068B9B3044}"/>
          </ac:spMkLst>
        </pc:spChg>
        <pc:spChg chg="del">
          <ac:chgData name="Nursakirah Ab Rahman Muton" userId="423efa6d-ee54-4a96-bb69-a7d6dc1d7e38" providerId="ADAL" clId="{DFC2549C-CF47-4A86-BB03-47BF58D98A22}" dt="2023-11-15T08:18:38.670" v="9394" actId="478"/>
          <ac:spMkLst>
            <pc:docMk/>
            <pc:sldMk cId="0" sldId="304"/>
            <ac:spMk id="21512" creationId="{5F011CD6-4707-285E-3CF0-25BE3F841D41}"/>
          </ac:spMkLst>
        </pc:spChg>
        <pc:spChg chg="del">
          <ac:chgData name="Nursakirah Ab Rahman Muton" userId="423efa6d-ee54-4a96-bb69-a7d6dc1d7e38" providerId="ADAL" clId="{DFC2549C-CF47-4A86-BB03-47BF58D98A22}" dt="2023-11-15T08:18:38.670" v="9394" actId="478"/>
          <ac:spMkLst>
            <pc:docMk/>
            <pc:sldMk cId="0" sldId="304"/>
            <ac:spMk id="21516" creationId="{BCCC7C44-D5DD-086D-AD89-DFD57DD9BD7A}"/>
          </ac:spMkLst>
        </pc:spChg>
        <pc:spChg chg="del">
          <ac:chgData name="Nursakirah Ab Rahman Muton" userId="423efa6d-ee54-4a96-bb69-a7d6dc1d7e38" providerId="ADAL" clId="{DFC2549C-CF47-4A86-BB03-47BF58D98A22}" dt="2023-11-15T08:18:38.670" v="9394" actId="478"/>
          <ac:spMkLst>
            <pc:docMk/>
            <pc:sldMk cId="0" sldId="304"/>
            <ac:spMk id="21517" creationId="{389BA3D7-337E-2CF2-8B58-63FA1EA7985C}"/>
          </ac:spMkLst>
        </pc:spChg>
        <pc:spChg chg="del">
          <ac:chgData name="Nursakirah Ab Rahman Muton" userId="423efa6d-ee54-4a96-bb69-a7d6dc1d7e38" providerId="ADAL" clId="{DFC2549C-CF47-4A86-BB03-47BF58D98A22}" dt="2023-11-15T08:18:38.670" v="9394" actId="478"/>
          <ac:spMkLst>
            <pc:docMk/>
            <pc:sldMk cId="0" sldId="304"/>
            <ac:spMk id="21518" creationId="{3FEA7B13-13DB-E323-2AB4-30BEC4A37D03}"/>
          </ac:spMkLst>
        </pc:spChg>
        <pc:spChg chg="del">
          <ac:chgData name="Nursakirah Ab Rahman Muton" userId="423efa6d-ee54-4a96-bb69-a7d6dc1d7e38" providerId="ADAL" clId="{DFC2549C-CF47-4A86-BB03-47BF58D98A22}" dt="2023-11-15T08:18:38.670" v="9394" actId="478"/>
          <ac:spMkLst>
            <pc:docMk/>
            <pc:sldMk cId="0" sldId="304"/>
            <ac:spMk id="21519" creationId="{5F2A1D62-54E3-25D2-207B-56D3750495A0}"/>
          </ac:spMkLst>
        </pc:spChg>
        <pc:spChg chg="del">
          <ac:chgData name="Nursakirah Ab Rahman Muton" userId="423efa6d-ee54-4a96-bb69-a7d6dc1d7e38" providerId="ADAL" clId="{DFC2549C-CF47-4A86-BB03-47BF58D98A22}" dt="2023-11-15T08:18:38.670" v="9394" actId="478"/>
          <ac:spMkLst>
            <pc:docMk/>
            <pc:sldMk cId="0" sldId="304"/>
            <ac:spMk id="21520" creationId="{C76468D3-EACA-F2D5-26E7-68931D107F09}"/>
          </ac:spMkLst>
        </pc:spChg>
        <pc:spChg chg="del">
          <ac:chgData name="Nursakirah Ab Rahman Muton" userId="423efa6d-ee54-4a96-bb69-a7d6dc1d7e38" providerId="ADAL" clId="{DFC2549C-CF47-4A86-BB03-47BF58D98A22}" dt="2023-11-15T08:18:38.670" v="9394" actId="478"/>
          <ac:spMkLst>
            <pc:docMk/>
            <pc:sldMk cId="0" sldId="304"/>
            <ac:spMk id="21521" creationId="{B5B5C138-1F12-B03B-B5C2-BA0156601352}"/>
          </ac:spMkLst>
        </pc:spChg>
        <pc:spChg chg="del">
          <ac:chgData name="Nursakirah Ab Rahman Muton" userId="423efa6d-ee54-4a96-bb69-a7d6dc1d7e38" providerId="ADAL" clId="{DFC2549C-CF47-4A86-BB03-47BF58D98A22}" dt="2023-11-15T08:18:38.670" v="9394" actId="478"/>
          <ac:spMkLst>
            <pc:docMk/>
            <pc:sldMk cId="0" sldId="304"/>
            <ac:spMk id="21522" creationId="{94BEAB20-2889-7B1C-4341-07415BFE9C80}"/>
          </ac:spMkLst>
        </pc:spChg>
        <pc:spChg chg="del">
          <ac:chgData name="Nursakirah Ab Rahman Muton" userId="423efa6d-ee54-4a96-bb69-a7d6dc1d7e38" providerId="ADAL" clId="{DFC2549C-CF47-4A86-BB03-47BF58D98A22}" dt="2023-11-15T08:18:38.670" v="9394" actId="478"/>
          <ac:spMkLst>
            <pc:docMk/>
            <pc:sldMk cId="0" sldId="304"/>
            <ac:spMk id="21523" creationId="{EDE60E28-BBAC-3BF5-0143-DF0CA86A4A32}"/>
          </ac:spMkLst>
        </pc:spChg>
        <pc:spChg chg="del">
          <ac:chgData name="Nursakirah Ab Rahman Muton" userId="423efa6d-ee54-4a96-bb69-a7d6dc1d7e38" providerId="ADAL" clId="{DFC2549C-CF47-4A86-BB03-47BF58D98A22}" dt="2023-11-15T08:18:38.670" v="9394" actId="478"/>
          <ac:spMkLst>
            <pc:docMk/>
            <pc:sldMk cId="0" sldId="304"/>
            <ac:spMk id="21524" creationId="{D895478F-CF06-F4A3-9D87-14EA8526B323}"/>
          </ac:spMkLst>
        </pc:spChg>
        <pc:spChg chg="del">
          <ac:chgData name="Nursakirah Ab Rahman Muton" userId="423efa6d-ee54-4a96-bb69-a7d6dc1d7e38" providerId="ADAL" clId="{DFC2549C-CF47-4A86-BB03-47BF58D98A22}" dt="2023-11-15T08:18:38.670" v="9394" actId="478"/>
          <ac:spMkLst>
            <pc:docMk/>
            <pc:sldMk cId="0" sldId="304"/>
            <ac:spMk id="21525" creationId="{609A8896-E2B3-544C-BEFC-D591DAB93AB8}"/>
          </ac:spMkLst>
        </pc:spChg>
        <pc:spChg chg="mod">
          <ac:chgData name="Nursakirah Ab Rahman Muton" userId="423efa6d-ee54-4a96-bb69-a7d6dc1d7e38" providerId="ADAL" clId="{DFC2549C-CF47-4A86-BB03-47BF58D98A22}" dt="2023-11-15T03:09:38.946" v="72" actId="207"/>
          <ac:spMkLst>
            <pc:docMk/>
            <pc:sldMk cId="0" sldId="304"/>
            <ac:spMk id="63490" creationId="{E2EE9D07-0C4C-E58D-61EF-23E7EF36CA2F}"/>
          </ac:spMkLst>
        </pc:spChg>
        <pc:spChg chg="mod">
          <ac:chgData name="Nursakirah Ab Rahman Muton" userId="423efa6d-ee54-4a96-bb69-a7d6dc1d7e38" providerId="ADAL" clId="{DFC2549C-CF47-4A86-BB03-47BF58D98A22}" dt="2023-11-15T03:09:38.946" v="72" actId="207"/>
          <ac:spMkLst>
            <pc:docMk/>
            <pc:sldMk cId="0" sldId="304"/>
            <ac:spMk id="63491" creationId="{440DFD24-3EE0-80C2-7D8D-14472A3C2F1B}"/>
          </ac:spMkLst>
        </pc:spChg>
        <pc:grpChg chg="add mod">
          <ac:chgData name="Nursakirah Ab Rahman Muton" userId="423efa6d-ee54-4a96-bb69-a7d6dc1d7e38" providerId="ADAL" clId="{DFC2549C-CF47-4A86-BB03-47BF58D98A22}" dt="2023-11-15T08:34:50.279" v="9767" actId="1076"/>
          <ac:grpSpMkLst>
            <pc:docMk/>
            <pc:sldMk cId="0" sldId="304"/>
            <ac:grpSpMk id="30" creationId="{61268FD9-0043-63AF-F58C-1D72E2359BA4}"/>
          </ac:grpSpMkLst>
        </pc:grpChg>
        <pc:grpChg chg="del">
          <ac:chgData name="Nursakirah Ab Rahman Muton" userId="423efa6d-ee54-4a96-bb69-a7d6dc1d7e38" providerId="ADAL" clId="{DFC2549C-CF47-4A86-BB03-47BF58D98A22}" dt="2023-11-15T08:18:38.670" v="9394" actId="478"/>
          <ac:grpSpMkLst>
            <pc:docMk/>
            <pc:sldMk cId="0" sldId="304"/>
            <ac:grpSpMk id="21508" creationId="{E4F660E0-97F1-673E-DCE4-DFD43B87784C}"/>
          </ac:grpSpMkLst>
        </pc:grpChg>
        <pc:grpChg chg="del">
          <ac:chgData name="Nursakirah Ab Rahman Muton" userId="423efa6d-ee54-4a96-bb69-a7d6dc1d7e38" providerId="ADAL" clId="{DFC2549C-CF47-4A86-BB03-47BF58D98A22}" dt="2023-11-15T08:18:38.670" v="9394" actId="478"/>
          <ac:grpSpMkLst>
            <pc:docMk/>
            <pc:sldMk cId="0" sldId="304"/>
            <ac:grpSpMk id="21513" creationId="{B22EA22C-34D5-7D3F-0DDC-CDE770A3F464}"/>
          </ac:grpSpMkLst>
        </pc:grpChg>
        <pc:picChg chg="add mod">
          <ac:chgData name="Nursakirah Ab Rahman Muton" userId="423efa6d-ee54-4a96-bb69-a7d6dc1d7e38" providerId="ADAL" clId="{DFC2549C-CF47-4A86-BB03-47BF58D98A22}" dt="2023-11-15T08:29:02.688" v="9611" actId="1076"/>
          <ac:picMkLst>
            <pc:docMk/>
            <pc:sldMk cId="0" sldId="304"/>
            <ac:picMk id="3" creationId="{C4589FC1-7DC7-6717-E811-B53906F3E413}"/>
          </ac:picMkLst>
        </pc:picChg>
        <pc:picChg chg="add mod">
          <ac:chgData name="Nursakirah Ab Rahman Muton" userId="423efa6d-ee54-4a96-bb69-a7d6dc1d7e38" providerId="ADAL" clId="{DFC2549C-CF47-4A86-BB03-47BF58D98A22}" dt="2023-11-15T08:34:42.156" v="9765" actId="164"/>
          <ac:picMkLst>
            <pc:docMk/>
            <pc:sldMk cId="0" sldId="304"/>
            <ac:picMk id="17" creationId="{DAAFE25B-C8FF-1879-9B28-282F4C4DC2BD}"/>
          </ac:picMkLst>
        </pc:picChg>
        <pc:picChg chg="del">
          <ac:chgData name="Nursakirah Ab Rahman Muton" userId="423efa6d-ee54-4a96-bb69-a7d6dc1d7e38" providerId="ADAL" clId="{DFC2549C-CF47-4A86-BB03-47BF58D98A22}" dt="2023-11-15T08:18:38.670" v="9394" actId="478"/>
          <ac:picMkLst>
            <pc:docMk/>
            <pc:sldMk cId="0" sldId="304"/>
            <ac:picMk id="63492" creationId="{3F1D87CB-89E5-4997-001F-A9BB8A1816C5}"/>
          </ac:picMkLst>
        </pc:picChg>
      </pc:sldChg>
      <pc:sldChg chg="addSp delSp modSp del mod">
        <pc:chgData name="Nursakirah Ab Rahman Muton" userId="423efa6d-ee54-4a96-bb69-a7d6dc1d7e38" providerId="ADAL" clId="{DFC2549C-CF47-4A86-BB03-47BF58D98A22}" dt="2023-11-15T12:08:36.428" v="18074" actId="47"/>
        <pc:sldMkLst>
          <pc:docMk/>
          <pc:sldMk cId="0" sldId="305"/>
        </pc:sldMkLst>
        <pc:spChg chg="add mod">
          <ac:chgData name="Nursakirah Ab Rahman Muton" userId="423efa6d-ee54-4a96-bb69-a7d6dc1d7e38" providerId="ADAL" clId="{DFC2549C-CF47-4A86-BB03-47BF58D98A22}" dt="2023-11-15T09:35:48.280" v="11650" actId="20577"/>
          <ac:spMkLst>
            <pc:docMk/>
            <pc:sldMk cId="0" sldId="305"/>
            <ac:spMk id="2" creationId="{7346FEBF-E662-F40A-EBC9-5F8DBCAF72B6}"/>
          </ac:spMkLst>
        </pc:spChg>
        <pc:picChg chg="add mod">
          <ac:chgData name="Nursakirah Ab Rahman Muton" userId="423efa6d-ee54-4a96-bb69-a7d6dc1d7e38" providerId="ADAL" clId="{DFC2549C-CF47-4A86-BB03-47BF58D98A22}" dt="2023-11-15T09:36:01.488" v="11653" actId="1076"/>
          <ac:picMkLst>
            <pc:docMk/>
            <pc:sldMk cId="0" sldId="305"/>
            <ac:picMk id="3" creationId="{28848CD9-5DE9-3A49-835A-89657C43ED51}"/>
          </ac:picMkLst>
        </pc:picChg>
        <pc:picChg chg="del">
          <ac:chgData name="Nursakirah Ab Rahman Muton" userId="423efa6d-ee54-4a96-bb69-a7d6dc1d7e38" providerId="ADAL" clId="{DFC2549C-CF47-4A86-BB03-47BF58D98A22}" dt="2023-11-15T09:35:57.685" v="11651" actId="478"/>
          <ac:picMkLst>
            <pc:docMk/>
            <pc:sldMk cId="0" sldId="305"/>
            <ac:picMk id="79875" creationId="{2428D79A-2AE8-1D13-D394-9ACE22D737B2}"/>
          </ac:picMkLst>
        </pc:picChg>
      </pc:sldChg>
      <pc:sldChg chg="addSp delSp modSp del mod chgLayout">
        <pc:chgData name="Nursakirah Ab Rahman Muton" userId="423efa6d-ee54-4a96-bb69-a7d6dc1d7e38" providerId="ADAL" clId="{DFC2549C-CF47-4A86-BB03-47BF58D98A22}" dt="2023-11-15T12:08:33.043" v="18073" actId="47"/>
        <pc:sldMkLst>
          <pc:docMk/>
          <pc:sldMk cId="0" sldId="306"/>
        </pc:sldMkLst>
        <pc:spChg chg="add mod ord">
          <ac:chgData name="Nursakirah Ab Rahman Muton" userId="423efa6d-ee54-4a96-bb69-a7d6dc1d7e38" providerId="ADAL" clId="{DFC2549C-CF47-4A86-BB03-47BF58D98A22}" dt="2023-11-15T08:39:19.014" v="9988" actId="20577"/>
          <ac:spMkLst>
            <pc:docMk/>
            <pc:sldMk cId="0" sldId="306"/>
            <ac:spMk id="3" creationId="{492B798F-506D-4835-8F6D-61B27F8151BD}"/>
          </ac:spMkLst>
        </pc:spChg>
        <pc:spChg chg="mod ord">
          <ac:chgData name="Nursakirah Ab Rahman Muton" userId="423efa6d-ee54-4a96-bb69-a7d6dc1d7e38" providerId="ADAL" clId="{DFC2549C-CF47-4A86-BB03-47BF58D98A22}" dt="2023-11-15T08:39:13.877" v="9971" actId="14100"/>
          <ac:spMkLst>
            <pc:docMk/>
            <pc:sldMk cId="0" sldId="306"/>
            <ac:spMk id="67586" creationId="{B17AAD09-7480-A1DA-FAA2-EB599516EB81}"/>
          </ac:spMkLst>
        </pc:spChg>
        <pc:picChg chg="add mod">
          <ac:chgData name="Nursakirah Ab Rahman Muton" userId="423efa6d-ee54-4a96-bb69-a7d6dc1d7e38" providerId="ADAL" clId="{DFC2549C-CF47-4A86-BB03-47BF58D98A22}" dt="2023-11-15T08:39:01.501" v="9969" actId="1076"/>
          <ac:picMkLst>
            <pc:docMk/>
            <pc:sldMk cId="0" sldId="306"/>
            <ac:picMk id="2" creationId="{CC37E5D2-8A92-920A-D03F-380B0B1AB380}"/>
          </ac:picMkLst>
        </pc:picChg>
        <pc:picChg chg="del">
          <ac:chgData name="Nursakirah Ab Rahman Muton" userId="423efa6d-ee54-4a96-bb69-a7d6dc1d7e38" providerId="ADAL" clId="{DFC2549C-CF47-4A86-BB03-47BF58D98A22}" dt="2023-11-15T08:38:58.037" v="9967" actId="478"/>
          <ac:picMkLst>
            <pc:docMk/>
            <pc:sldMk cId="0" sldId="306"/>
            <ac:picMk id="67588" creationId="{653653B0-EF01-BFC0-D708-473FB27365A4}"/>
          </ac:picMkLst>
        </pc:picChg>
      </pc:sldChg>
      <pc:sldChg chg="modSp del">
        <pc:chgData name="Nursakirah Ab Rahman Muton" userId="423efa6d-ee54-4a96-bb69-a7d6dc1d7e38" providerId="ADAL" clId="{DFC2549C-CF47-4A86-BB03-47BF58D98A22}" dt="2023-11-15T09:11:55.200" v="10096" actId="47"/>
        <pc:sldMkLst>
          <pc:docMk/>
          <pc:sldMk cId="0" sldId="307"/>
        </pc:sldMkLst>
        <pc:spChg chg="mod">
          <ac:chgData name="Nursakirah Ab Rahman Muton" userId="423efa6d-ee54-4a96-bb69-a7d6dc1d7e38" providerId="ADAL" clId="{DFC2549C-CF47-4A86-BB03-47BF58D98A22}" dt="2023-11-15T03:09:54.669" v="75" actId="207"/>
          <ac:spMkLst>
            <pc:docMk/>
            <pc:sldMk cId="0" sldId="307"/>
            <ac:spMk id="72706" creationId="{24E38CF8-F7A3-F7B9-90FD-E29878098C41}"/>
          </ac:spMkLst>
        </pc:spChg>
        <pc:spChg chg="mod">
          <ac:chgData name="Nursakirah Ab Rahman Muton" userId="423efa6d-ee54-4a96-bb69-a7d6dc1d7e38" providerId="ADAL" clId="{DFC2549C-CF47-4A86-BB03-47BF58D98A22}" dt="2023-11-15T03:09:54.669" v="75" actId="207"/>
          <ac:spMkLst>
            <pc:docMk/>
            <pc:sldMk cId="0" sldId="307"/>
            <ac:spMk id="72707" creationId="{C7478CC3-BE39-F7EC-6644-58D1549FA8F3}"/>
          </ac:spMkLst>
        </pc:spChg>
      </pc:sldChg>
      <pc:sldChg chg="modSp modNotesTx">
        <pc:chgData name="Nursakirah Ab Rahman Muton" userId="423efa6d-ee54-4a96-bb69-a7d6dc1d7e38" providerId="ADAL" clId="{DFC2549C-CF47-4A86-BB03-47BF58D98A22}" dt="2023-11-15T09:46:20.250" v="12719" actId="20577"/>
        <pc:sldMkLst>
          <pc:docMk/>
          <pc:sldMk cId="0" sldId="308"/>
        </pc:sldMkLst>
        <pc:spChg chg="mod">
          <ac:chgData name="Nursakirah Ab Rahman Muton" userId="423efa6d-ee54-4a96-bb69-a7d6dc1d7e38" providerId="ADAL" clId="{DFC2549C-CF47-4A86-BB03-47BF58D98A22}" dt="2023-11-15T03:10:12.727" v="80" actId="207"/>
          <ac:spMkLst>
            <pc:docMk/>
            <pc:sldMk cId="0" sldId="308"/>
            <ac:spMk id="84994" creationId="{D399C30E-4435-913E-01C9-AE0072170ACA}"/>
          </ac:spMkLst>
        </pc:spChg>
        <pc:spChg chg="mod">
          <ac:chgData name="Nursakirah Ab Rahman Muton" userId="423efa6d-ee54-4a96-bb69-a7d6dc1d7e38" providerId="ADAL" clId="{DFC2549C-CF47-4A86-BB03-47BF58D98A22}" dt="2023-11-15T03:10:12.727" v="80" actId="207"/>
          <ac:spMkLst>
            <pc:docMk/>
            <pc:sldMk cId="0" sldId="308"/>
            <ac:spMk id="84995" creationId="{AC316E95-235F-463C-FACC-7531A6575B4A}"/>
          </ac:spMkLst>
        </pc:spChg>
      </pc:sldChg>
      <pc:sldChg chg="addSp delSp modSp mod">
        <pc:chgData name="Nursakirah Ab Rahman Muton" userId="423efa6d-ee54-4a96-bb69-a7d6dc1d7e38" providerId="ADAL" clId="{DFC2549C-CF47-4A86-BB03-47BF58D98A22}" dt="2023-11-15T10:05:51.548" v="13634" actId="1076"/>
        <pc:sldMkLst>
          <pc:docMk/>
          <pc:sldMk cId="0" sldId="309"/>
        </pc:sldMkLst>
        <pc:spChg chg="add mod">
          <ac:chgData name="Nursakirah Ab Rahman Muton" userId="423efa6d-ee54-4a96-bb69-a7d6dc1d7e38" providerId="ADAL" clId="{DFC2549C-CF47-4A86-BB03-47BF58D98A22}" dt="2023-11-15T10:03:56.038" v="13577" actId="14100"/>
          <ac:spMkLst>
            <pc:docMk/>
            <pc:sldMk cId="0" sldId="309"/>
            <ac:spMk id="4" creationId="{CB92A681-6241-7564-199D-0C271CF185D0}"/>
          </ac:spMkLst>
        </pc:spChg>
        <pc:spChg chg="add del mod">
          <ac:chgData name="Nursakirah Ab Rahman Muton" userId="423efa6d-ee54-4a96-bb69-a7d6dc1d7e38" providerId="ADAL" clId="{DFC2549C-CF47-4A86-BB03-47BF58D98A22}" dt="2023-11-15T10:05:10.477" v="13619" actId="478"/>
          <ac:spMkLst>
            <pc:docMk/>
            <pc:sldMk cId="0" sldId="309"/>
            <ac:spMk id="5" creationId="{959D63C4-9C52-A0F1-D8BA-47EDE36F0162}"/>
          </ac:spMkLst>
        </pc:spChg>
        <pc:spChg chg="add mod">
          <ac:chgData name="Nursakirah Ab Rahman Muton" userId="423efa6d-ee54-4a96-bb69-a7d6dc1d7e38" providerId="ADAL" clId="{DFC2549C-CF47-4A86-BB03-47BF58D98A22}" dt="2023-11-15T10:05:09.198" v="13618" actId="1076"/>
          <ac:spMkLst>
            <pc:docMk/>
            <pc:sldMk cId="0" sldId="309"/>
            <ac:spMk id="6" creationId="{C0D7779B-2092-FE97-0B69-8C0068CFD878}"/>
          </ac:spMkLst>
        </pc:spChg>
        <pc:spChg chg="add del mod">
          <ac:chgData name="Nursakirah Ab Rahman Muton" userId="423efa6d-ee54-4a96-bb69-a7d6dc1d7e38" providerId="ADAL" clId="{DFC2549C-CF47-4A86-BB03-47BF58D98A22}" dt="2023-11-15T10:05:11.601" v="13620" actId="478"/>
          <ac:spMkLst>
            <pc:docMk/>
            <pc:sldMk cId="0" sldId="309"/>
            <ac:spMk id="7" creationId="{EB3E14C0-C09B-AE58-CC63-5499C63BED10}"/>
          </ac:spMkLst>
        </pc:spChg>
        <pc:spChg chg="add mod">
          <ac:chgData name="Nursakirah Ab Rahman Muton" userId="423efa6d-ee54-4a96-bb69-a7d6dc1d7e38" providerId="ADAL" clId="{DFC2549C-CF47-4A86-BB03-47BF58D98A22}" dt="2023-11-15T10:05:18.532" v="13622" actId="1076"/>
          <ac:spMkLst>
            <pc:docMk/>
            <pc:sldMk cId="0" sldId="309"/>
            <ac:spMk id="8" creationId="{AC531F98-57C5-593F-ABE4-2651840006B2}"/>
          </ac:spMkLst>
        </pc:spChg>
        <pc:spChg chg="add mod">
          <ac:chgData name="Nursakirah Ab Rahman Muton" userId="423efa6d-ee54-4a96-bb69-a7d6dc1d7e38" providerId="ADAL" clId="{DFC2549C-CF47-4A86-BB03-47BF58D98A22}" dt="2023-11-15T10:05:27.069" v="13625" actId="207"/>
          <ac:spMkLst>
            <pc:docMk/>
            <pc:sldMk cId="0" sldId="309"/>
            <ac:spMk id="9" creationId="{0F575910-6872-90BC-A6A0-0C57D0514571}"/>
          </ac:spMkLst>
        </pc:spChg>
        <pc:spChg chg="add mod">
          <ac:chgData name="Nursakirah Ab Rahman Muton" userId="423efa6d-ee54-4a96-bb69-a7d6dc1d7e38" providerId="ADAL" clId="{DFC2549C-CF47-4A86-BB03-47BF58D98A22}" dt="2023-11-15T10:05:33.399" v="13629" actId="1036"/>
          <ac:spMkLst>
            <pc:docMk/>
            <pc:sldMk cId="0" sldId="309"/>
            <ac:spMk id="10" creationId="{E49532B6-5BAF-FFF1-B6C7-1E2379BBD7BD}"/>
          </ac:spMkLst>
        </pc:spChg>
        <pc:spChg chg="add mod">
          <ac:chgData name="Nursakirah Ab Rahman Muton" userId="423efa6d-ee54-4a96-bb69-a7d6dc1d7e38" providerId="ADAL" clId="{DFC2549C-CF47-4A86-BB03-47BF58D98A22}" dt="2023-11-15T10:05:47.499" v="13632" actId="207"/>
          <ac:spMkLst>
            <pc:docMk/>
            <pc:sldMk cId="0" sldId="309"/>
            <ac:spMk id="11" creationId="{5DD3D7F5-2F88-F49D-0DC3-084AA615E817}"/>
          </ac:spMkLst>
        </pc:spChg>
        <pc:spChg chg="add mod">
          <ac:chgData name="Nursakirah Ab Rahman Muton" userId="423efa6d-ee54-4a96-bb69-a7d6dc1d7e38" providerId="ADAL" clId="{DFC2549C-CF47-4A86-BB03-47BF58D98A22}" dt="2023-11-15T10:05:51.548" v="13634" actId="1076"/>
          <ac:spMkLst>
            <pc:docMk/>
            <pc:sldMk cId="0" sldId="309"/>
            <ac:spMk id="12" creationId="{22C2C8A3-5AFD-2976-870A-0FB5D7445FFD}"/>
          </ac:spMkLst>
        </pc:spChg>
        <pc:spChg chg="mod">
          <ac:chgData name="Nursakirah Ab Rahman Muton" userId="423efa6d-ee54-4a96-bb69-a7d6dc1d7e38" providerId="ADAL" clId="{DFC2549C-CF47-4A86-BB03-47BF58D98A22}" dt="2023-11-15T03:10:18.118" v="82" actId="207"/>
          <ac:spMkLst>
            <pc:docMk/>
            <pc:sldMk cId="0" sldId="309"/>
            <ac:spMk id="89090" creationId="{37E0E0B4-9DDB-C2B7-1342-0F8902FF242E}"/>
          </ac:spMkLst>
        </pc:spChg>
        <pc:graphicFrameChg chg="mod modGraphic">
          <ac:chgData name="Nursakirah Ab Rahman Muton" userId="423efa6d-ee54-4a96-bb69-a7d6dc1d7e38" providerId="ADAL" clId="{DFC2549C-CF47-4A86-BB03-47BF58D98A22}" dt="2023-11-15T10:02:52.949" v="13528" actId="207"/>
          <ac:graphicFrameMkLst>
            <pc:docMk/>
            <pc:sldMk cId="0" sldId="309"/>
            <ac:graphicFrameMk id="2" creationId="{1AAF8B7F-EB48-A823-BC33-859DF1055C87}"/>
          </ac:graphicFrameMkLst>
        </pc:graphicFrameChg>
        <pc:picChg chg="add mod">
          <ac:chgData name="Nursakirah Ab Rahman Muton" userId="423efa6d-ee54-4a96-bb69-a7d6dc1d7e38" providerId="ADAL" clId="{DFC2549C-CF47-4A86-BB03-47BF58D98A22}" dt="2023-11-15T10:02:48.580" v="13526" actId="1076"/>
          <ac:picMkLst>
            <pc:docMk/>
            <pc:sldMk cId="0" sldId="309"/>
            <ac:picMk id="3" creationId="{B275BE5F-1711-3258-E172-C0F4524FAAED}"/>
          </ac:picMkLst>
        </pc:picChg>
        <pc:picChg chg="add del">
          <ac:chgData name="Nursakirah Ab Rahman Muton" userId="423efa6d-ee54-4a96-bb69-a7d6dc1d7e38" providerId="ADAL" clId="{DFC2549C-CF47-4A86-BB03-47BF58D98A22}" dt="2023-11-15T10:02:30.497" v="13522" actId="478"/>
          <ac:picMkLst>
            <pc:docMk/>
            <pc:sldMk cId="0" sldId="309"/>
            <ac:picMk id="89091" creationId="{306A1188-6221-69B7-F7A8-DC384E70F363}"/>
          </ac:picMkLst>
        </pc:picChg>
      </pc:sldChg>
      <pc:sldChg chg="addSp modSp modAnim modNotesTx">
        <pc:chgData name="Nursakirah Ab Rahman Muton" userId="423efa6d-ee54-4a96-bb69-a7d6dc1d7e38" providerId="ADAL" clId="{DFC2549C-CF47-4A86-BB03-47BF58D98A22}" dt="2023-11-15T11:21:53.314" v="17348"/>
        <pc:sldMkLst>
          <pc:docMk/>
          <pc:sldMk cId="0" sldId="310"/>
        </pc:sldMkLst>
        <pc:spChg chg="mod">
          <ac:chgData name="Nursakirah Ab Rahman Muton" userId="423efa6d-ee54-4a96-bb69-a7d6dc1d7e38" providerId="ADAL" clId="{DFC2549C-CF47-4A86-BB03-47BF58D98A22}" dt="2023-11-15T03:10:40.947" v="89" actId="207"/>
          <ac:spMkLst>
            <pc:docMk/>
            <pc:sldMk cId="0" sldId="310"/>
            <ac:spMk id="105474" creationId="{429A43BC-CB41-F8E2-4601-19712D198B76}"/>
          </ac:spMkLst>
        </pc:spChg>
        <pc:spChg chg="mod">
          <ac:chgData name="Nursakirah Ab Rahman Muton" userId="423efa6d-ee54-4a96-bb69-a7d6dc1d7e38" providerId="ADAL" clId="{DFC2549C-CF47-4A86-BB03-47BF58D98A22}" dt="2023-11-15T11:18:31.270" v="16992" actId="14100"/>
          <ac:spMkLst>
            <pc:docMk/>
            <pc:sldMk cId="0" sldId="310"/>
            <ac:spMk id="105475" creationId="{5E7A3C26-F426-892B-3073-6621C3DF1748}"/>
          </ac:spMkLst>
        </pc:spChg>
        <pc:picChg chg="add mod">
          <ac:chgData name="Nursakirah Ab Rahman Muton" userId="423efa6d-ee54-4a96-bb69-a7d6dc1d7e38" providerId="ADAL" clId="{DFC2549C-CF47-4A86-BB03-47BF58D98A22}" dt="2023-11-15T11:21:44.072" v="17346" actId="1076"/>
          <ac:picMkLst>
            <pc:docMk/>
            <pc:sldMk cId="0" sldId="310"/>
            <ac:picMk id="2050" creationId="{72014F7B-E856-4825-AF63-48662A278A79}"/>
          </ac:picMkLst>
        </pc:picChg>
        <pc:picChg chg="mod">
          <ac:chgData name="Nursakirah Ab Rahman Muton" userId="423efa6d-ee54-4a96-bb69-a7d6dc1d7e38" providerId="ADAL" clId="{DFC2549C-CF47-4A86-BB03-47BF58D98A22}" dt="2023-11-15T11:21:39.772" v="17345" actId="1076"/>
          <ac:picMkLst>
            <pc:docMk/>
            <pc:sldMk cId="0" sldId="310"/>
            <ac:picMk id="105476" creationId="{92CDA934-9C92-A1AE-6B47-6AE221908D3F}"/>
          </ac:picMkLst>
        </pc:picChg>
      </pc:sldChg>
      <pc:sldChg chg="modSp mod">
        <pc:chgData name="Nursakirah Ab Rahman Muton" userId="423efa6d-ee54-4a96-bb69-a7d6dc1d7e38" providerId="ADAL" clId="{DFC2549C-CF47-4A86-BB03-47BF58D98A22}" dt="2023-11-15T11:24:55.626" v="17392" actId="207"/>
        <pc:sldMkLst>
          <pc:docMk/>
          <pc:sldMk cId="0" sldId="311"/>
        </pc:sldMkLst>
        <pc:spChg chg="mod">
          <ac:chgData name="Nursakirah Ab Rahman Muton" userId="423efa6d-ee54-4a96-bb69-a7d6dc1d7e38" providerId="ADAL" clId="{DFC2549C-CF47-4A86-BB03-47BF58D98A22}" dt="2023-11-15T03:10:48.432" v="91" actId="207"/>
          <ac:spMkLst>
            <pc:docMk/>
            <pc:sldMk cId="0" sldId="311"/>
            <ac:spMk id="109570" creationId="{BB3A20A1-70F3-7D22-A591-DFEF546E78C3}"/>
          </ac:spMkLst>
        </pc:spChg>
        <pc:spChg chg="mod">
          <ac:chgData name="Nursakirah Ab Rahman Muton" userId="423efa6d-ee54-4a96-bb69-a7d6dc1d7e38" providerId="ADAL" clId="{DFC2549C-CF47-4A86-BB03-47BF58D98A22}" dt="2023-11-15T11:24:55.626" v="17392" actId="207"/>
          <ac:spMkLst>
            <pc:docMk/>
            <pc:sldMk cId="0" sldId="311"/>
            <ac:spMk id="109571" creationId="{7FC5DC3E-C16B-8FB4-59FC-A454843C0008}"/>
          </ac:spMkLst>
        </pc:spChg>
      </pc:sldChg>
      <pc:sldChg chg="modSp mod modNotesTx">
        <pc:chgData name="Nursakirah Ab Rahman Muton" userId="423efa6d-ee54-4a96-bb69-a7d6dc1d7e38" providerId="ADAL" clId="{DFC2549C-CF47-4A86-BB03-47BF58D98A22}" dt="2023-11-15T11:48:34.710" v="18001" actId="20577"/>
        <pc:sldMkLst>
          <pc:docMk/>
          <pc:sldMk cId="0" sldId="312"/>
        </pc:sldMkLst>
        <pc:spChg chg="mod">
          <ac:chgData name="Nursakirah Ab Rahman Muton" userId="423efa6d-ee54-4a96-bb69-a7d6dc1d7e38" providerId="ADAL" clId="{DFC2549C-CF47-4A86-BB03-47BF58D98A22}" dt="2023-11-15T03:10:52.024" v="92" actId="207"/>
          <ac:spMkLst>
            <pc:docMk/>
            <pc:sldMk cId="0" sldId="312"/>
            <ac:spMk id="111618" creationId="{41DF7A04-24B5-1009-2C6B-E57D4FF6EC2E}"/>
          </ac:spMkLst>
        </pc:spChg>
        <pc:spChg chg="mod">
          <ac:chgData name="Nursakirah Ab Rahman Muton" userId="423efa6d-ee54-4a96-bb69-a7d6dc1d7e38" providerId="ADAL" clId="{DFC2549C-CF47-4A86-BB03-47BF58D98A22}" dt="2023-11-15T11:25:53.427" v="17413" actId="14100"/>
          <ac:spMkLst>
            <pc:docMk/>
            <pc:sldMk cId="0" sldId="312"/>
            <ac:spMk id="111619" creationId="{CA2127BA-43D8-106C-33C1-8697BB0259E9}"/>
          </ac:spMkLst>
        </pc:spChg>
      </pc:sldChg>
      <pc:sldChg chg="modSp mod">
        <pc:chgData name="Nursakirah Ab Rahman Muton" userId="423efa6d-ee54-4a96-bb69-a7d6dc1d7e38" providerId="ADAL" clId="{DFC2549C-CF47-4A86-BB03-47BF58D98A22}" dt="2023-11-15T11:54:25.791" v="18031" actId="207"/>
        <pc:sldMkLst>
          <pc:docMk/>
          <pc:sldMk cId="0" sldId="313"/>
        </pc:sldMkLst>
        <pc:spChg chg="mod">
          <ac:chgData name="Nursakirah Ab Rahman Muton" userId="423efa6d-ee54-4a96-bb69-a7d6dc1d7e38" providerId="ADAL" clId="{DFC2549C-CF47-4A86-BB03-47BF58D98A22}" dt="2023-11-15T03:11:01.930" v="95" actId="207"/>
          <ac:spMkLst>
            <pc:docMk/>
            <pc:sldMk cId="0" sldId="313"/>
            <ac:spMk id="117762" creationId="{02C863E4-7694-EA75-9590-A1EECA9D6FE0}"/>
          </ac:spMkLst>
        </pc:spChg>
        <pc:spChg chg="mod">
          <ac:chgData name="Nursakirah Ab Rahman Muton" userId="423efa6d-ee54-4a96-bb69-a7d6dc1d7e38" providerId="ADAL" clId="{DFC2549C-CF47-4A86-BB03-47BF58D98A22}" dt="2023-11-15T11:54:25.791" v="18031" actId="207"/>
          <ac:spMkLst>
            <pc:docMk/>
            <pc:sldMk cId="0" sldId="313"/>
            <ac:spMk id="117763" creationId="{FC99E82D-58A0-1276-8DB5-1124D1DAB77B}"/>
          </ac:spMkLst>
        </pc:spChg>
      </pc:sldChg>
      <pc:sldChg chg="addSp modSp mod">
        <pc:chgData name="Nursakirah Ab Rahman Muton" userId="423efa6d-ee54-4a96-bb69-a7d6dc1d7e38" providerId="ADAL" clId="{DFC2549C-CF47-4A86-BB03-47BF58D98A22}" dt="2023-11-15T11:53:25.672" v="18027" actId="207"/>
        <pc:sldMkLst>
          <pc:docMk/>
          <pc:sldMk cId="0" sldId="314"/>
        </pc:sldMkLst>
        <pc:spChg chg="mod">
          <ac:chgData name="Nursakirah Ab Rahman Muton" userId="423efa6d-ee54-4a96-bb69-a7d6dc1d7e38" providerId="ADAL" clId="{DFC2549C-CF47-4A86-BB03-47BF58D98A22}" dt="2023-11-15T03:10:58.924" v="94" actId="207"/>
          <ac:spMkLst>
            <pc:docMk/>
            <pc:sldMk cId="0" sldId="314"/>
            <ac:spMk id="115714" creationId="{AF008D02-18C8-BB19-22AA-A58CB1D24650}"/>
          </ac:spMkLst>
        </pc:spChg>
        <pc:spChg chg="mod">
          <ac:chgData name="Nursakirah Ab Rahman Muton" userId="423efa6d-ee54-4a96-bb69-a7d6dc1d7e38" providerId="ADAL" clId="{DFC2549C-CF47-4A86-BB03-47BF58D98A22}" dt="2023-11-15T11:53:25.672" v="18027" actId="207"/>
          <ac:spMkLst>
            <pc:docMk/>
            <pc:sldMk cId="0" sldId="314"/>
            <ac:spMk id="115715" creationId="{42A03A9C-A8A1-E539-44E2-57FDD418A969}"/>
          </ac:spMkLst>
        </pc:spChg>
        <pc:picChg chg="add mod">
          <ac:chgData name="Nursakirah Ab Rahman Muton" userId="423efa6d-ee54-4a96-bb69-a7d6dc1d7e38" providerId="ADAL" clId="{DFC2549C-CF47-4A86-BB03-47BF58D98A22}" dt="2023-11-15T11:53:09.147" v="18022" actId="1076"/>
          <ac:picMkLst>
            <pc:docMk/>
            <pc:sldMk cId="0" sldId="314"/>
            <ac:picMk id="4098" creationId="{D6E046EB-4B11-C813-EC72-457838A2F7DA}"/>
          </ac:picMkLst>
        </pc:picChg>
      </pc:sldChg>
      <pc:sldChg chg="modSp mod">
        <pc:chgData name="Nursakirah Ab Rahman Muton" userId="423efa6d-ee54-4a96-bb69-a7d6dc1d7e38" providerId="ADAL" clId="{DFC2549C-CF47-4A86-BB03-47BF58D98A22}" dt="2023-11-15T12:03:14.079" v="18071" actId="207"/>
        <pc:sldMkLst>
          <pc:docMk/>
          <pc:sldMk cId="0" sldId="315"/>
        </pc:sldMkLst>
        <pc:spChg chg="mod">
          <ac:chgData name="Nursakirah Ab Rahman Muton" userId="423efa6d-ee54-4a96-bb69-a7d6dc1d7e38" providerId="ADAL" clId="{DFC2549C-CF47-4A86-BB03-47BF58D98A22}" dt="2023-11-15T11:27:22.089" v="17422" actId="207"/>
          <ac:spMkLst>
            <pc:docMk/>
            <pc:sldMk cId="0" sldId="315"/>
            <ac:spMk id="132098" creationId="{57732DEA-20B1-79E4-8B3E-017A9CBF2E82}"/>
          </ac:spMkLst>
        </pc:spChg>
        <pc:spChg chg="mod">
          <ac:chgData name="Nursakirah Ab Rahman Muton" userId="423efa6d-ee54-4a96-bb69-a7d6dc1d7e38" providerId="ADAL" clId="{DFC2549C-CF47-4A86-BB03-47BF58D98A22}" dt="2023-11-15T12:03:14.079" v="18071" actId="207"/>
          <ac:spMkLst>
            <pc:docMk/>
            <pc:sldMk cId="0" sldId="315"/>
            <ac:spMk id="132099" creationId="{15F8065A-4604-E018-8A9A-BF704B1C190C}"/>
          </ac:spMkLst>
        </pc:spChg>
      </pc:sldChg>
      <pc:sldChg chg="del">
        <pc:chgData name="Nursakirah Ab Rahman Muton" userId="423efa6d-ee54-4a96-bb69-a7d6dc1d7e38" providerId="ADAL" clId="{DFC2549C-CF47-4A86-BB03-47BF58D98A22}" dt="2023-11-15T10:52:09.473" v="15058" actId="47"/>
        <pc:sldMkLst>
          <pc:docMk/>
          <pc:sldMk cId="0" sldId="500"/>
        </pc:sldMkLst>
      </pc:sldChg>
      <pc:sldChg chg="delSp modSp">
        <pc:chgData name="Nursakirah Ab Rahman Muton" userId="423efa6d-ee54-4a96-bb69-a7d6dc1d7e38" providerId="ADAL" clId="{DFC2549C-CF47-4A86-BB03-47BF58D98A22}" dt="2023-11-15T03:06:13.553" v="35"/>
        <pc:sldMkLst>
          <pc:docMk/>
          <pc:sldMk cId="0" sldId="501"/>
        </pc:sldMkLst>
        <pc:spChg chg="mod">
          <ac:chgData name="Nursakirah Ab Rahman Muton" userId="423efa6d-ee54-4a96-bb69-a7d6dc1d7e38" providerId="ADAL" clId="{DFC2549C-CF47-4A86-BB03-47BF58D98A22}" dt="2023-11-15T03:06:13.553" v="35"/>
          <ac:spMkLst>
            <pc:docMk/>
            <pc:sldMk cId="0" sldId="501"/>
            <ac:spMk id="19458" creationId="{AA7C1C9A-E1A2-CD92-27E6-19572EE9F5D0}"/>
          </ac:spMkLst>
        </pc:spChg>
        <pc:picChg chg="del">
          <ac:chgData name="Nursakirah Ab Rahman Muton" userId="423efa6d-ee54-4a96-bb69-a7d6dc1d7e38" providerId="ADAL" clId="{DFC2549C-CF47-4A86-BB03-47BF58D98A22}" dt="2023-11-04T08:00:08.664" v="0" actId="478"/>
          <ac:picMkLst>
            <pc:docMk/>
            <pc:sldMk cId="0" sldId="501"/>
            <ac:picMk id="19459" creationId="{846FBBC8-D554-C9CB-2550-4A855BBED6A7}"/>
          </ac:picMkLst>
        </pc:picChg>
      </pc:sldChg>
      <pc:sldChg chg="delSp del">
        <pc:chgData name="Nursakirah Ab Rahman Muton" userId="423efa6d-ee54-4a96-bb69-a7d6dc1d7e38" providerId="ADAL" clId="{DFC2549C-CF47-4A86-BB03-47BF58D98A22}" dt="2023-11-15T12:08:41.994" v="18075" actId="47"/>
        <pc:sldMkLst>
          <pc:docMk/>
          <pc:sldMk cId="0" sldId="502"/>
        </pc:sldMkLst>
        <pc:picChg chg="del">
          <ac:chgData name="Nursakirah Ab Rahman Muton" userId="423efa6d-ee54-4a96-bb69-a7d6dc1d7e38" providerId="ADAL" clId="{DFC2549C-CF47-4A86-BB03-47BF58D98A22}" dt="2023-11-15T10:52:13.062" v="15059" actId="478"/>
          <ac:picMkLst>
            <pc:docMk/>
            <pc:sldMk cId="0" sldId="502"/>
            <ac:picMk id="100355" creationId="{1D0DE236-039B-14DC-113A-F00E313CFBD9}"/>
          </ac:picMkLst>
        </pc:picChg>
      </pc:sldChg>
      <pc:sldChg chg="modSp add mod">
        <pc:chgData name="Nursakirah Ab Rahman Muton" userId="423efa6d-ee54-4a96-bb69-a7d6dc1d7e38" providerId="ADAL" clId="{DFC2549C-CF47-4A86-BB03-47BF58D98A22}" dt="2023-11-15T04:20:34.466" v="4221" actId="20577"/>
        <pc:sldMkLst>
          <pc:docMk/>
          <pc:sldMk cId="3080734220" sldId="503"/>
        </pc:sldMkLst>
        <pc:spChg chg="mod">
          <ac:chgData name="Nursakirah Ab Rahman Muton" userId="423efa6d-ee54-4a96-bb69-a7d6dc1d7e38" providerId="ADAL" clId="{DFC2549C-CF47-4A86-BB03-47BF58D98A22}" dt="2023-11-15T04:20:22.074" v="4219" actId="20577"/>
          <ac:spMkLst>
            <pc:docMk/>
            <pc:sldMk cId="3080734220" sldId="503"/>
            <ac:spMk id="4" creationId="{EA316B5A-0BF3-9EFE-3D04-AE4B94C3FBB3}"/>
          </ac:spMkLst>
        </pc:spChg>
        <pc:spChg chg="mod">
          <ac:chgData name="Nursakirah Ab Rahman Muton" userId="423efa6d-ee54-4a96-bb69-a7d6dc1d7e38" providerId="ADAL" clId="{DFC2549C-CF47-4A86-BB03-47BF58D98A22}" dt="2023-11-15T04:20:28.605" v="4220" actId="20577"/>
          <ac:spMkLst>
            <pc:docMk/>
            <pc:sldMk cId="3080734220" sldId="503"/>
            <ac:spMk id="5" creationId="{D89CA98D-9402-4C37-CDBD-5E3FC090E270}"/>
          </ac:spMkLst>
        </pc:spChg>
        <pc:spChg chg="mod">
          <ac:chgData name="Nursakirah Ab Rahman Muton" userId="423efa6d-ee54-4a96-bb69-a7d6dc1d7e38" providerId="ADAL" clId="{DFC2549C-CF47-4A86-BB03-47BF58D98A22}" dt="2023-11-15T04:20:10.030" v="4218" actId="20577"/>
          <ac:spMkLst>
            <pc:docMk/>
            <pc:sldMk cId="3080734220" sldId="503"/>
            <ac:spMk id="7" creationId="{151E8835-6BAF-DF52-EE01-2970E55EA5B7}"/>
          </ac:spMkLst>
        </pc:spChg>
        <pc:spChg chg="mod">
          <ac:chgData name="Nursakirah Ab Rahman Muton" userId="423efa6d-ee54-4a96-bb69-a7d6dc1d7e38" providerId="ADAL" clId="{DFC2549C-CF47-4A86-BB03-47BF58D98A22}" dt="2023-11-15T04:20:34.466" v="4221" actId="20577"/>
          <ac:spMkLst>
            <pc:docMk/>
            <pc:sldMk cId="3080734220" sldId="503"/>
            <ac:spMk id="8" creationId="{D8BB4DDD-4CB0-4B53-7595-7D702195ED75}"/>
          </ac:spMkLst>
        </pc:spChg>
        <pc:spChg chg="mod">
          <ac:chgData name="Nursakirah Ab Rahman Muton" userId="423efa6d-ee54-4a96-bb69-a7d6dc1d7e38" providerId="ADAL" clId="{DFC2549C-CF47-4A86-BB03-47BF58D98A22}" dt="2023-11-15T04:19:56.239" v="4217"/>
          <ac:spMkLst>
            <pc:docMk/>
            <pc:sldMk cId="3080734220" sldId="503"/>
            <ac:spMk id="38914" creationId="{61021C69-A472-B2B8-E838-999C8625252E}"/>
          </ac:spMkLst>
        </pc:spChg>
      </pc:sldChg>
      <pc:sldChg chg="addSp delSp modSp add mod delAnim modAnim modNotesTx">
        <pc:chgData name="Nursakirah Ab Rahman Muton" userId="423efa6d-ee54-4a96-bb69-a7d6dc1d7e38" providerId="ADAL" clId="{DFC2549C-CF47-4A86-BB03-47BF58D98A22}" dt="2023-11-15T05:07:07.447" v="5186" actId="1076"/>
        <pc:sldMkLst>
          <pc:docMk/>
          <pc:sldMk cId="493913061" sldId="504"/>
        </pc:sldMkLst>
        <pc:spChg chg="mod">
          <ac:chgData name="Nursakirah Ab Rahman Muton" userId="423efa6d-ee54-4a96-bb69-a7d6dc1d7e38" providerId="ADAL" clId="{DFC2549C-CF47-4A86-BB03-47BF58D98A22}" dt="2023-11-15T04:52:26.440" v="5055" actId="20577"/>
          <ac:spMkLst>
            <pc:docMk/>
            <pc:sldMk cId="493913061" sldId="504"/>
            <ac:spMk id="4" creationId="{EA316B5A-0BF3-9EFE-3D04-AE4B94C3FBB3}"/>
          </ac:spMkLst>
        </pc:spChg>
        <pc:spChg chg="mod">
          <ac:chgData name="Nursakirah Ab Rahman Muton" userId="423efa6d-ee54-4a96-bb69-a7d6dc1d7e38" providerId="ADAL" clId="{DFC2549C-CF47-4A86-BB03-47BF58D98A22}" dt="2023-11-15T04:51:00.665" v="5053" actId="1076"/>
          <ac:spMkLst>
            <pc:docMk/>
            <pc:sldMk cId="493913061" sldId="504"/>
            <ac:spMk id="5" creationId="{D89CA98D-9402-4C37-CDBD-5E3FC090E270}"/>
          </ac:spMkLst>
        </pc:spChg>
        <pc:spChg chg="mod">
          <ac:chgData name="Nursakirah Ab Rahman Muton" userId="423efa6d-ee54-4a96-bb69-a7d6dc1d7e38" providerId="ADAL" clId="{DFC2549C-CF47-4A86-BB03-47BF58D98A22}" dt="2023-11-15T04:50:32.825" v="5051" actId="1076"/>
          <ac:spMkLst>
            <pc:docMk/>
            <pc:sldMk cId="493913061" sldId="504"/>
            <ac:spMk id="6" creationId="{4A33660D-3CF0-CD2D-1844-FA688B993B87}"/>
          </ac:spMkLst>
        </pc:spChg>
        <pc:spChg chg="mod">
          <ac:chgData name="Nursakirah Ab Rahman Muton" userId="423efa6d-ee54-4a96-bb69-a7d6dc1d7e38" providerId="ADAL" clId="{DFC2549C-CF47-4A86-BB03-47BF58D98A22}" dt="2023-11-15T04:35:07.007" v="4314" actId="20577"/>
          <ac:spMkLst>
            <pc:docMk/>
            <pc:sldMk cId="493913061" sldId="504"/>
            <ac:spMk id="7" creationId="{151E8835-6BAF-DF52-EE01-2970E55EA5B7}"/>
          </ac:spMkLst>
        </pc:spChg>
        <pc:spChg chg="del mod">
          <ac:chgData name="Nursakirah Ab Rahman Muton" userId="423efa6d-ee54-4a96-bb69-a7d6dc1d7e38" providerId="ADAL" clId="{DFC2549C-CF47-4A86-BB03-47BF58D98A22}" dt="2023-11-15T04:58:28.171" v="5109" actId="478"/>
          <ac:spMkLst>
            <pc:docMk/>
            <pc:sldMk cId="493913061" sldId="504"/>
            <ac:spMk id="8" creationId="{D8BB4DDD-4CB0-4B53-7595-7D702195ED75}"/>
          </ac:spMkLst>
        </pc:spChg>
        <pc:spChg chg="add mod">
          <ac:chgData name="Nursakirah Ab Rahman Muton" userId="423efa6d-ee54-4a96-bb69-a7d6dc1d7e38" providerId="ADAL" clId="{DFC2549C-CF47-4A86-BB03-47BF58D98A22}" dt="2023-11-15T04:39:30.131" v="4533" actId="14100"/>
          <ac:spMkLst>
            <pc:docMk/>
            <pc:sldMk cId="493913061" sldId="504"/>
            <ac:spMk id="9" creationId="{E3C4581A-C4F0-D512-8892-347716930C1A}"/>
          </ac:spMkLst>
        </pc:spChg>
        <pc:spChg chg="add mod">
          <ac:chgData name="Nursakirah Ab Rahman Muton" userId="423efa6d-ee54-4a96-bb69-a7d6dc1d7e38" providerId="ADAL" clId="{DFC2549C-CF47-4A86-BB03-47BF58D98A22}" dt="2023-11-15T04:56:38.299" v="5104" actId="403"/>
          <ac:spMkLst>
            <pc:docMk/>
            <pc:sldMk cId="493913061" sldId="504"/>
            <ac:spMk id="10" creationId="{7C1DEF31-BB27-9C1E-FF91-2D1757818F6D}"/>
          </ac:spMkLst>
        </pc:spChg>
        <pc:spChg chg="add mod">
          <ac:chgData name="Nursakirah Ab Rahman Muton" userId="423efa6d-ee54-4a96-bb69-a7d6dc1d7e38" providerId="ADAL" clId="{DFC2549C-CF47-4A86-BB03-47BF58D98A22}" dt="2023-11-15T04:39:56.791" v="4541" actId="1076"/>
          <ac:spMkLst>
            <pc:docMk/>
            <pc:sldMk cId="493913061" sldId="504"/>
            <ac:spMk id="11" creationId="{2B644E9C-CC45-F4A1-92CA-261BF5469F03}"/>
          </ac:spMkLst>
        </pc:spChg>
        <pc:spChg chg="add mod">
          <ac:chgData name="Nursakirah Ab Rahman Muton" userId="423efa6d-ee54-4a96-bb69-a7d6dc1d7e38" providerId="ADAL" clId="{DFC2549C-CF47-4A86-BB03-47BF58D98A22}" dt="2023-11-15T04:53:33.585" v="5065" actId="1076"/>
          <ac:spMkLst>
            <pc:docMk/>
            <pc:sldMk cId="493913061" sldId="504"/>
            <ac:spMk id="12" creationId="{16CC075C-02DB-C74D-32C6-C5C1A594BBB2}"/>
          </ac:spMkLst>
        </pc:spChg>
        <pc:spChg chg="add del mod">
          <ac:chgData name="Nursakirah Ab Rahman Muton" userId="423efa6d-ee54-4a96-bb69-a7d6dc1d7e38" providerId="ADAL" clId="{DFC2549C-CF47-4A86-BB03-47BF58D98A22}" dt="2023-11-15T04:48:51.356" v="5040" actId="478"/>
          <ac:spMkLst>
            <pc:docMk/>
            <pc:sldMk cId="493913061" sldId="504"/>
            <ac:spMk id="13" creationId="{58B66D44-8781-E8DD-59AF-2AE35E37F22D}"/>
          </ac:spMkLst>
        </pc:spChg>
        <pc:spChg chg="add mod">
          <ac:chgData name="Nursakirah Ab Rahman Muton" userId="423efa6d-ee54-4a96-bb69-a7d6dc1d7e38" providerId="ADAL" clId="{DFC2549C-CF47-4A86-BB03-47BF58D98A22}" dt="2023-11-15T05:04:09.069" v="5180" actId="1036"/>
          <ac:spMkLst>
            <pc:docMk/>
            <pc:sldMk cId="493913061" sldId="504"/>
            <ac:spMk id="14" creationId="{D9A5E274-CAB6-1A6C-CDAF-3C5A5B3AED03}"/>
          </ac:spMkLst>
        </pc:spChg>
        <pc:spChg chg="add mod">
          <ac:chgData name="Nursakirah Ab Rahman Muton" userId="423efa6d-ee54-4a96-bb69-a7d6dc1d7e38" providerId="ADAL" clId="{DFC2549C-CF47-4A86-BB03-47BF58D98A22}" dt="2023-11-15T04:53:06.655" v="5063" actId="14100"/>
          <ac:spMkLst>
            <pc:docMk/>
            <pc:sldMk cId="493913061" sldId="504"/>
            <ac:spMk id="15" creationId="{0798DDBE-BE51-064A-5C14-6FB6325CB099}"/>
          </ac:spMkLst>
        </pc:spChg>
        <pc:spChg chg="add mod">
          <ac:chgData name="Nursakirah Ab Rahman Muton" userId="423efa6d-ee54-4a96-bb69-a7d6dc1d7e38" providerId="ADAL" clId="{DFC2549C-CF47-4A86-BB03-47BF58D98A22}" dt="2023-11-15T05:01:59.751" v="5160" actId="164"/>
          <ac:spMkLst>
            <pc:docMk/>
            <pc:sldMk cId="493913061" sldId="504"/>
            <ac:spMk id="17" creationId="{2126C38C-348C-B455-CD04-0A751117D9B0}"/>
          </ac:spMkLst>
        </pc:spChg>
        <pc:spChg chg="add mod">
          <ac:chgData name="Nursakirah Ab Rahman Muton" userId="423efa6d-ee54-4a96-bb69-a7d6dc1d7e38" providerId="ADAL" clId="{DFC2549C-CF47-4A86-BB03-47BF58D98A22}" dt="2023-11-15T05:01:59.751" v="5160" actId="164"/>
          <ac:spMkLst>
            <pc:docMk/>
            <pc:sldMk cId="493913061" sldId="504"/>
            <ac:spMk id="18" creationId="{53AB4B56-941D-1405-D46A-BE965CD0D998}"/>
          </ac:spMkLst>
        </pc:spChg>
        <pc:spChg chg="add mod">
          <ac:chgData name="Nursakirah Ab Rahman Muton" userId="423efa6d-ee54-4a96-bb69-a7d6dc1d7e38" providerId="ADAL" clId="{DFC2549C-CF47-4A86-BB03-47BF58D98A22}" dt="2023-11-15T05:01:59.751" v="5160" actId="164"/>
          <ac:spMkLst>
            <pc:docMk/>
            <pc:sldMk cId="493913061" sldId="504"/>
            <ac:spMk id="19" creationId="{6591CDDA-2D47-B9D5-2DB7-EBD5C7EBDE29}"/>
          </ac:spMkLst>
        </pc:spChg>
        <pc:spChg chg="add mod">
          <ac:chgData name="Nursakirah Ab Rahman Muton" userId="423efa6d-ee54-4a96-bb69-a7d6dc1d7e38" providerId="ADAL" clId="{DFC2549C-CF47-4A86-BB03-47BF58D98A22}" dt="2023-11-15T05:04:31.424" v="5182" actId="20577"/>
          <ac:spMkLst>
            <pc:docMk/>
            <pc:sldMk cId="493913061" sldId="504"/>
            <ac:spMk id="20" creationId="{8A89F6AF-943F-C913-AB22-927E4F91C8F5}"/>
          </ac:spMkLst>
        </pc:spChg>
        <pc:spChg chg="add mod">
          <ac:chgData name="Nursakirah Ab Rahman Muton" userId="423efa6d-ee54-4a96-bb69-a7d6dc1d7e38" providerId="ADAL" clId="{DFC2549C-CF47-4A86-BB03-47BF58D98A22}" dt="2023-11-15T05:01:59.751" v="5160" actId="164"/>
          <ac:spMkLst>
            <pc:docMk/>
            <pc:sldMk cId="493913061" sldId="504"/>
            <ac:spMk id="21" creationId="{410EE6F7-5CC6-FD04-73D8-B0ABBD102A22}"/>
          </ac:spMkLst>
        </pc:spChg>
        <pc:spChg chg="add mod">
          <ac:chgData name="Nursakirah Ab Rahman Muton" userId="423efa6d-ee54-4a96-bb69-a7d6dc1d7e38" providerId="ADAL" clId="{DFC2549C-CF47-4A86-BB03-47BF58D98A22}" dt="2023-11-15T05:01:59.751" v="5160" actId="164"/>
          <ac:spMkLst>
            <pc:docMk/>
            <pc:sldMk cId="493913061" sldId="504"/>
            <ac:spMk id="22" creationId="{D968216E-E580-2B83-2FB9-38706BAB9D70}"/>
          </ac:spMkLst>
        </pc:spChg>
        <pc:spChg chg="del">
          <ac:chgData name="Nursakirah Ab Rahman Muton" userId="423efa6d-ee54-4a96-bb69-a7d6dc1d7e38" providerId="ADAL" clId="{DFC2549C-CF47-4A86-BB03-47BF58D98A22}" dt="2023-11-15T04:27:52.230" v="4230" actId="478"/>
          <ac:spMkLst>
            <pc:docMk/>
            <pc:sldMk cId="493913061" sldId="504"/>
            <ac:spMk id="11275" creationId="{C76D2B8D-FAB4-66D8-C3F5-05E226761144}"/>
          </ac:spMkLst>
        </pc:spChg>
        <pc:spChg chg="del">
          <ac:chgData name="Nursakirah Ab Rahman Muton" userId="423efa6d-ee54-4a96-bb69-a7d6dc1d7e38" providerId="ADAL" clId="{DFC2549C-CF47-4A86-BB03-47BF58D98A22}" dt="2023-11-15T04:27:37.736" v="4224" actId="478"/>
          <ac:spMkLst>
            <pc:docMk/>
            <pc:sldMk cId="493913061" sldId="504"/>
            <ac:spMk id="38914" creationId="{61021C69-A472-B2B8-E838-999C8625252E}"/>
          </ac:spMkLst>
        </pc:spChg>
        <pc:grpChg chg="add mod ord">
          <ac:chgData name="Nursakirah Ab Rahman Muton" userId="423efa6d-ee54-4a96-bb69-a7d6dc1d7e38" providerId="ADAL" clId="{DFC2549C-CF47-4A86-BB03-47BF58D98A22}" dt="2023-11-15T05:07:07.447" v="5186" actId="1076"/>
          <ac:grpSpMkLst>
            <pc:docMk/>
            <pc:sldMk cId="493913061" sldId="504"/>
            <ac:grpSpMk id="23" creationId="{1548B127-81A5-BB5F-AA9D-349F68D57ED9}"/>
          </ac:grpSpMkLst>
        </pc:grpChg>
        <pc:picChg chg="mod">
          <ac:chgData name="Nursakirah Ab Rahman Muton" userId="423efa6d-ee54-4a96-bb69-a7d6dc1d7e38" providerId="ADAL" clId="{DFC2549C-CF47-4A86-BB03-47BF58D98A22}" dt="2023-11-15T04:48:20.283" v="5037" actId="1076"/>
          <ac:picMkLst>
            <pc:docMk/>
            <pc:sldMk cId="493913061" sldId="504"/>
            <ac:picMk id="2" creationId="{7EB367B4-815F-3228-7474-222F0D19B571}"/>
          </ac:picMkLst>
        </pc:picChg>
        <pc:picChg chg="add mod">
          <ac:chgData name="Nursakirah Ab Rahman Muton" userId="423efa6d-ee54-4a96-bb69-a7d6dc1d7e38" providerId="ADAL" clId="{DFC2549C-CF47-4A86-BB03-47BF58D98A22}" dt="2023-11-15T05:01:59.751" v="5160" actId="164"/>
          <ac:picMkLst>
            <pc:docMk/>
            <pc:sldMk cId="493913061" sldId="504"/>
            <ac:picMk id="16" creationId="{2085934E-8780-E2A7-365F-273CD4E9029C}"/>
          </ac:picMkLst>
        </pc:picChg>
      </pc:sldChg>
      <pc:sldChg chg="addSp delSp modSp add mod ord modAnim modNotesTx">
        <pc:chgData name="Nursakirah Ab Rahman Muton" userId="423efa6d-ee54-4a96-bb69-a7d6dc1d7e38" providerId="ADAL" clId="{DFC2549C-CF47-4A86-BB03-47BF58D98A22}" dt="2023-11-15T05:22:50.789" v="5828" actId="478"/>
        <pc:sldMkLst>
          <pc:docMk/>
          <pc:sldMk cId="109792056" sldId="505"/>
        </pc:sldMkLst>
        <pc:spChg chg="del">
          <ac:chgData name="Nursakirah Ab Rahman Muton" userId="423efa6d-ee54-4a96-bb69-a7d6dc1d7e38" providerId="ADAL" clId="{DFC2549C-CF47-4A86-BB03-47BF58D98A22}" dt="2023-11-15T05:11:24.434" v="5226" actId="478"/>
          <ac:spMkLst>
            <pc:docMk/>
            <pc:sldMk cId="109792056" sldId="505"/>
            <ac:spMk id="3" creationId="{08113391-3916-7D8B-EF58-8E6CB95DE506}"/>
          </ac:spMkLst>
        </pc:spChg>
        <pc:spChg chg="del">
          <ac:chgData name="Nursakirah Ab Rahman Muton" userId="423efa6d-ee54-4a96-bb69-a7d6dc1d7e38" providerId="ADAL" clId="{DFC2549C-CF47-4A86-BB03-47BF58D98A22}" dt="2023-11-15T05:11:24.434" v="5226" actId="478"/>
          <ac:spMkLst>
            <pc:docMk/>
            <pc:sldMk cId="109792056" sldId="505"/>
            <ac:spMk id="4" creationId="{EA316B5A-0BF3-9EFE-3D04-AE4B94C3FBB3}"/>
          </ac:spMkLst>
        </pc:spChg>
        <pc:spChg chg="del">
          <ac:chgData name="Nursakirah Ab Rahman Muton" userId="423efa6d-ee54-4a96-bb69-a7d6dc1d7e38" providerId="ADAL" clId="{DFC2549C-CF47-4A86-BB03-47BF58D98A22}" dt="2023-11-15T05:11:24.434" v="5226" actId="478"/>
          <ac:spMkLst>
            <pc:docMk/>
            <pc:sldMk cId="109792056" sldId="505"/>
            <ac:spMk id="5" creationId="{D89CA98D-9402-4C37-CDBD-5E3FC090E270}"/>
          </ac:spMkLst>
        </pc:spChg>
        <pc:spChg chg="del">
          <ac:chgData name="Nursakirah Ab Rahman Muton" userId="423efa6d-ee54-4a96-bb69-a7d6dc1d7e38" providerId="ADAL" clId="{DFC2549C-CF47-4A86-BB03-47BF58D98A22}" dt="2023-11-15T05:11:24.434" v="5226" actId="478"/>
          <ac:spMkLst>
            <pc:docMk/>
            <pc:sldMk cId="109792056" sldId="505"/>
            <ac:spMk id="6" creationId="{4A33660D-3CF0-CD2D-1844-FA688B993B87}"/>
          </ac:spMkLst>
        </pc:spChg>
        <pc:spChg chg="del">
          <ac:chgData name="Nursakirah Ab Rahman Muton" userId="423efa6d-ee54-4a96-bb69-a7d6dc1d7e38" providerId="ADAL" clId="{DFC2549C-CF47-4A86-BB03-47BF58D98A22}" dt="2023-11-15T05:11:24.434" v="5226" actId="478"/>
          <ac:spMkLst>
            <pc:docMk/>
            <pc:sldMk cId="109792056" sldId="505"/>
            <ac:spMk id="7" creationId="{151E8835-6BAF-DF52-EE01-2970E55EA5B7}"/>
          </ac:spMkLst>
        </pc:spChg>
        <pc:spChg chg="del">
          <ac:chgData name="Nursakirah Ab Rahman Muton" userId="423efa6d-ee54-4a96-bb69-a7d6dc1d7e38" providerId="ADAL" clId="{DFC2549C-CF47-4A86-BB03-47BF58D98A22}" dt="2023-11-15T05:11:24.434" v="5226" actId="478"/>
          <ac:spMkLst>
            <pc:docMk/>
            <pc:sldMk cId="109792056" sldId="505"/>
            <ac:spMk id="8" creationId="{D8BB4DDD-4CB0-4B53-7595-7D702195ED75}"/>
          </ac:spMkLst>
        </pc:spChg>
        <pc:spChg chg="add mod">
          <ac:chgData name="Nursakirah Ab Rahman Muton" userId="423efa6d-ee54-4a96-bb69-a7d6dc1d7e38" providerId="ADAL" clId="{DFC2549C-CF47-4A86-BB03-47BF58D98A22}" dt="2023-11-15T05:11:11.413" v="5224" actId="1076"/>
          <ac:spMkLst>
            <pc:docMk/>
            <pc:sldMk cId="109792056" sldId="505"/>
            <ac:spMk id="9" creationId="{F60D69BD-7F69-A222-F796-1A067A56FDF7}"/>
          </ac:spMkLst>
        </pc:spChg>
        <pc:spChg chg="mod topLvl">
          <ac:chgData name="Nursakirah Ab Rahman Muton" userId="423efa6d-ee54-4a96-bb69-a7d6dc1d7e38" providerId="ADAL" clId="{DFC2549C-CF47-4A86-BB03-47BF58D98A22}" dt="2023-11-15T05:12:38.995" v="5288" actId="1076"/>
          <ac:spMkLst>
            <pc:docMk/>
            <pc:sldMk cId="109792056" sldId="505"/>
            <ac:spMk id="12" creationId="{FCDF470D-F2F2-6C45-68DD-091BFC142204}"/>
          </ac:spMkLst>
        </pc:spChg>
        <pc:spChg chg="mod topLvl">
          <ac:chgData name="Nursakirah Ab Rahman Muton" userId="423efa6d-ee54-4a96-bb69-a7d6dc1d7e38" providerId="ADAL" clId="{DFC2549C-CF47-4A86-BB03-47BF58D98A22}" dt="2023-11-15T05:12:50.720" v="5289" actId="1076"/>
          <ac:spMkLst>
            <pc:docMk/>
            <pc:sldMk cId="109792056" sldId="505"/>
            <ac:spMk id="13" creationId="{E7F8A751-2764-0F64-D389-54E50481D30A}"/>
          </ac:spMkLst>
        </pc:spChg>
        <pc:spChg chg="mod topLvl">
          <ac:chgData name="Nursakirah Ab Rahman Muton" userId="423efa6d-ee54-4a96-bb69-a7d6dc1d7e38" providerId="ADAL" clId="{DFC2549C-CF47-4A86-BB03-47BF58D98A22}" dt="2023-11-15T05:12:54.663" v="5290" actId="1076"/>
          <ac:spMkLst>
            <pc:docMk/>
            <pc:sldMk cId="109792056" sldId="505"/>
            <ac:spMk id="14" creationId="{7DE0A169-1429-159A-0C75-11008571E975}"/>
          </ac:spMkLst>
        </pc:spChg>
        <pc:spChg chg="del mod topLvl">
          <ac:chgData name="Nursakirah Ab Rahman Muton" userId="423efa6d-ee54-4a96-bb69-a7d6dc1d7e38" providerId="ADAL" clId="{DFC2549C-CF47-4A86-BB03-47BF58D98A22}" dt="2023-11-15T05:22:50.789" v="5828" actId="478"/>
          <ac:spMkLst>
            <pc:docMk/>
            <pc:sldMk cId="109792056" sldId="505"/>
            <ac:spMk id="15" creationId="{7F923902-61E5-C350-6227-1BCD35F78327}"/>
          </ac:spMkLst>
        </pc:spChg>
        <pc:spChg chg="mod topLvl">
          <ac:chgData name="Nursakirah Ab Rahman Muton" userId="423efa6d-ee54-4a96-bb69-a7d6dc1d7e38" providerId="ADAL" clId="{DFC2549C-CF47-4A86-BB03-47BF58D98A22}" dt="2023-11-15T05:12:58.938" v="5291" actId="1076"/>
          <ac:spMkLst>
            <pc:docMk/>
            <pc:sldMk cId="109792056" sldId="505"/>
            <ac:spMk id="16" creationId="{92977F97-F389-5075-3B68-55C952E1E981}"/>
          </ac:spMkLst>
        </pc:spChg>
        <pc:spChg chg="del mod topLvl">
          <ac:chgData name="Nursakirah Ab Rahman Muton" userId="423efa6d-ee54-4a96-bb69-a7d6dc1d7e38" providerId="ADAL" clId="{DFC2549C-CF47-4A86-BB03-47BF58D98A22}" dt="2023-11-15T05:22:50.789" v="5828" actId="478"/>
          <ac:spMkLst>
            <pc:docMk/>
            <pc:sldMk cId="109792056" sldId="505"/>
            <ac:spMk id="17" creationId="{4B045E8D-40D6-DFBA-5402-9867F6807E63}"/>
          </ac:spMkLst>
        </pc:spChg>
        <pc:spChg chg="add mod">
          <ac:chgData name="Nursakirah Ab Rahman Muton" userId="423efa6d-ee54-4a96-bb69-a7d6dc1d7e38" providerId="ADAL" clId="{DFC2549C-CF47-4A86-BB03-47BF58D98A22}" dt="2023-11-15T05:20:22.506" v="5704" actId="1035"/>
          <ac:spMkLst>
            <pc:docMk/>
            <pc:sldMk cId="109792056" sldId="505"/>
            <ac:spMk id="18" creationId="{32EADD3C-FFD5-DF57-5EE8-93D30FEDCC2C}"/>
          </ac:spMkLst>
        </pc:spChg>
        <pc:spChg chg="del">
          <ac:chgData name="Nursakirah Ab Rahman Muton" userId="423efa6d-ee54-4a96-bb69-a7d6dc1d7e38" providerId="ADAL" clId="{DFC2549C-CF47-4A86-BB03-47BF58D98A22}" dt="2023-11-15T05:10:58.586" v="5220" actId="478"/>
          <ac:spMkLst>
            <pc:docMk/>
            <pc:sldMk cId="109792056" sldId="505"/>
            <ac:spMk id="11275" creationId="{C76D2B8D-FAB4-66D8-C3F5-05E226761144}"/>
          </ac:spMkLst>
        </pc:spChg>
        <pc:spChg chg="del mod">
          <ac:chgData name="Nursakirah Ab Rahman Muton" userId="423efa6d-ee54-4a96-bb69-a7d6dc1d7e38" providerId="ADAL" clId="{DFC2549C-CF47-4A86-BB03-47BF58D98A22}" dt="2023-11-15T05:10:52.420" v="5217" actId="478"/>
          <ac:spMkLst>
            <pc:docMk/>
            <pc:sldMk cId="109792056" sldId="505"/>
            <ac:spMk id="38914" creationId="{61021C69-A472-B2B8-E838-999C8625252E}"/>
          </ac:spMkLst>
        </pc:spChg>
        <pc:spChg chg="mod">
          <ac:chgData name="Nursakirah Ab Rahman Muton" userId="423efa6d-ee54-4a96-bb69-a7d6dc1d7e38" providerId="ADAL" clId="{DFC2549C-CF47-4A86-BB03-47BF58D98A22}" dt="2023-11-15T05:11:36.395" v="5230" actId="1076"/>
          <ac:spMkLst>
            <pc:docMk/>
            <pc:sldMk cId="109792056" sldId="505"/>
            <ac:spMk id="38915" creationId="{77567125-4228-0DC9-D1FB-847561C354FE}"/>
          </ac:spMkLst>
        </pc:spChg>
        <pc:grpChg chg="add del mod">
          <ac:chgData name="Nursakirah Ab Rahman Muton" userId="423efa6d-ee54-4a96-bb69-a7d6dc1d7e38" providerId="ADAL" clId="{DFC2549C-CF47-4A86-BB03-47BF58D98A22}" dt="2023-11-15T05:11:32.774" v="5228" actId="165"/>
          <ac:grpSpMkLst>
            <pc:docMk/>
            <pc:sldMk cId="109792056" sldId="505"/>
            <ac:grpSpMk id="10" creationId="{BDB634E3-8DF7-5B14-6AC1-264568663A8C}"/>
          </ac:grpSpMkLst>
        </pc:grpChg>
        <pc:picChg chg="del">
          <ac:chgData name="Nursakirah Ab Rahman Muton" userId="423efa6d-ee54-4a96-bb69-a7d6dc1d7e38" providerId="ADAL" clId="{DFC2549C-CF47-4A86-BB03-47BF58D98A22}" dt="2023-11-15T05:11:24.434" v="5226" actId="478"/>
          <ac:picMkLst>
            <pc:docMk/>
            <pc:sldMk cId="109792056" sldId="505"/>
            <ac:picMk id="2" creationId="{7EB367B4-815F-3228-7474-222F0D19B571}"/>
          </ac:picMkLst>
        </pc:picChg>
        <pc:picChg chg="mod topLvl">
          <ac:chgData name="Nursakirah Ab Rahman Muton" userId="423efa6d-ee54-4a96-bb69-a7d6dc1d7e38" providerId="ADAL" clId="{DFC2549C-CF47-4A86-BB03-47BF58D98A22}" dt="2023-11-15T05:11:32.774" v="5228" actId="165"/>
          <ac:picMkLst>
            <pc:docMk/>
            <pc:sldMk cId="109792056" sldId="505"/>
            <ac:picMk id="11" creationId="{584E06BD-40D3-7605-099A-5ED67F2E0C05}"/>
          </ac:picMkLst>
        </pc:picChg>
      </pc:sldChg>
      <pc:sldChg chg="addSp modSp new mod modClrScheme chgLayout">
        <pc:chgData name="Nursakirah Ab Rahman Muton" userId="423efa6d-ee54-4a96-bb69-a7d6dc1d7e38" providerId="ADAL" clId="{DFC2549C-CF47-4A86-BB03-47BF58D98A22}" dt="2023-11-15T05:23:36.536" v="5856" actId="14100"/>
        <pc:sldMkLst>
          <pc:docMk/>
          <pc:sldMk cId="2045762514" sldId="506"/>
        </pc:sldMkLst>
        <pc:spChg chg="add mod">
          <ac:chgData name="Nursakirah Ab Rahman Muton" userId="423efa6d-ee54-4a96-bb69-a7d6dc1d7e38" providerId="ADAL" clId="{DFC2549C-CF47-4A86-BB03-47BF58D98A22}" dt="2023-11-15T05:23:36.536" v="5856" actId="14100"/>
          <ac:spMkLst>
            <pc:docMk/>
            <pc:sldMk cId="2045762514" sldId="506"/>
            <ac:spMk id="2" creationId="{75BEFF26-883E-EEDB-6685-DF327AB64AC5}"/>
          </ac:spMkLst>
        </pc:spChg>
      </pc:sldChg>
      <pc:sldChg chg="modSp add mod ord">
        <pc:chgData name="Nursakirah Ab Rahman Muton" userId="423efa6d-ee54-4a96-bb69-a7d6dc1d7e38" providerId="ADAL" clId="{DFC2549C-CF47-4A86-BB03-47BF58D98A22}" dt="2023-11-15T05:23:55.032" v="5864" actId="20577"/>
        <pc:sldMkLst>
          <pc:docMk/>
          <pc:sldMk cId="3703180242" sldId="507"/>
        </pc:sldMkLst>
        <pc:spChg chg="mod">
          <ac:chgData name="Nursakirah Ab Rahman Muton" userId="423efa6d-ee54-4a96-bb69-a7d6dc1d7e38" providerId="ADAL" clId="{DFC2549C-CF47-4A86-BB03-47BF58D98A22}" dt="2023-11-15T05:23:55.032" v="5864" actId="20577"/>
          <ac:spMkLst>
            <pc:docMk/>
            <pc:sldMk cId="3703180242" sldId="507"/>
            <ac:spMk id="2" creationId="{75BEFF26-883E-EEDB-6685-DF327AB64AC5}"/>
          </ac:spMkLst>
        </pc:spChg>
      </pc:sldChg>
      <pc:sldChg chg="addSp delSp modSp add mod ord modAnim modNotesTx">
        <pc:chgData name="Nursakirah Ab Rahman Muton" userId="423efa6d-ee54-4a96-bb69-a7d6dc1d7e38" providerId="ADAL" clId="{DFC2549C-CF47-4A86-BB03-47BF58D98A22}" dt="2023-11-15T05:35:45.481" v="6113"/>
        <pc:sldMkLst>
          <pc:docMk/>
          <pc:sldMk cId="3941292173" sldId="508"/>
        </pc:sldMkLst>
        <pc:spChg chg="add mod">
          <ac:chgData name="Nursakirah Ab Rahman Muton" userId="423efa6d-ee54-4a96-bb69-a7d6dc1d7e38" providerId="ADAL" clId="{DFC2549C-CF47-4A86-BB03-47BF58D98A22}" dt="2023-11-15T05:25:37.303" v="5940" actId="1076"/>
          <ac:spMkLst>
            <pc:docMk/>
            <pc:sldMk cId="3941292173" sldId="508"/>
            <ac:spMk id="3" creationId="{CA1D10F5-9D5C-60A7-E576-C909C5BD75D9}"/>
          </ac:spMkLst>
        </pc:spChg>
        <pc:spChg chg="add mod">
          <ac:chgData name="Nursakirah Ab Rahman Muton" userId="423efa6d-ee54-4a96-bb69-a7d6dc1d7e38" providerId="ADAL" clId="{DFC2549C-CF47-4A86-BB03-47BF58D98A22}" dt="2023-11-15T05:26:27.784" v="5945" actId="1076"/>
          <ac:spMkLst>
            <pc:docMk/>
            <pc:sldMk cId="3941292173" sldId="508"/>
            <ac:spMk id="5" creationId="{B249BB8D-F4B3-3F79-194A-75260A15439F}"/>
          </ac:spMkLst>
        </pc:spChg>
        <pc:spChg chg="add mod">
          <ac:chgData name="Nursakirah Ab Rahman Muton" userId="423efa6d-ee54-4a96-bb69-a7d6dc1d7e38" providerId="ADAL" clId="{DFC2549C-CF47-4A86-BB03-47BF58D98A22}" dt="2023-11-15T05:29:39.700" v="6066" actId="1076"/>
          <ac:spMkLst>
            <pc:docMk/>
            <pc:sldMk cId="3941292173" sldId="508"/>
            <ac:spMk id="6" creationId="{15F71F45-78F4-AC0B-E2CB-43F5B789F9FE}"/>
          </ac:spMkLst>
        </pc:spChg>
        <pc:spChg chg="add mod">
          <ac:chgData name="Nursakirah Ab Rahman Muton" userId="423efa6d-ee54-4a96-bb69-a7d6dc1d7e38" providerId="ADAL" clId="{DFC2549C-CF47-4A86-BB03-47BF58D98A22}" dt="2023-11-15T05:31:02.205" v="6070" actId="20577"/>
          <ac:spMkLst>
            <pc:docMk/>
            <pc:sldMk cId="3941292173" sldId="508"/>
            <ac:spMk id="7" creationId="{5A396DC5-B4DA-2D01-BAFF-4A90653E1677}"/>
          </ac:spMkLst>
        </pc:spChg>
        <pc:spChg chg="del">
          <ac:chgData name="Nursakirah Ab Rahman Muton" userId="423efa6d-ee54-4a96-bb69-a7d6dc1d7e38" providerId="ADAL" clId="{DFC2549C-CF47-4A86-BB03-47BF58D98A22}" dt="2023-11-15T05:24:19.678" v="5868" actId="478"/>
          <ac:spMkLst>
            <pc:docMk/>
            <pc:sldMk cId="3941292173" sldId="508"/>
            <ac:spMk id="9" creationId="{F60D69BD-7F69-A222-F796-1A067A56FDF7}"/>
          </ac:spMkLst>
        </pc:spChg>
        <pc:spChg chg="add mod">
          <ac:chgData name="Nursakirah Ab Rahman Muton" userId="423efa6d-ee54-4a96-bb69-a7d6dc1d7e38" providerId="ADAL" clId="{DFC2549C-CF47-4A86-BB03-47BF58D98A22}" dt="2023-11-15T05:34:04.784" v="6094" actId="164"/>
          <ac:spMkLst>
            <pc:docMk/>
            <pc:sldMk cId="3941292173" sldId="508"/>
            <ac:spMk id="10" creationId="{B47A1464-E7F4-DB70-F6C3-DFF97BC51A19}"/>
          </ac:spMkLst>
        </pc:spChg>
        <pc:spChg chg="mod">
          <ac:chgData name="Nursakirah Ab Rahman Muton" userId="423efa6d-ee54-4a96-bb69-a7d6dc1d7e38" providerId="ADAL" clId="{DFC2549C-CF47-4A86-BB03-47BF58D98A22}" dt="2023-11-15T05:25:07.222" v="5934" actId="1076"/>
          <ac:spMkLst>
            <pc:docMk/>
            <pc:sldMk cId="3941292173" sldId="508"/>
            <ac:spMk id="12" creationId="{FCDF470D-F2F2-6C45-68DD-091BFC142204}"/>
          </ac:spMkLst>
        </pc:spChg>
        <pc:spChg chg="mod">
          <ac:chgData name="Nursakirah Ab Rahman Muton" userId="423efa6d-ee54-4a96-bb69-a7d6dc1d7e38" providerId="ADAL" clId="{DFC2549C-CF47-4A86-BB03-47BF58D98A22}" dt="2023-11-15T05:25:28.254" v="5937" actId="1076"/>
          <ac:spMkLst>
            <pc:docMk/>
            <pc:sldMk cId="3941292173" sldId="508"/>
            <ac:spMk id="13" creationId="{E7F8A751-2764-0F64-D389-54E50481D30A}"/>
          </ac:spMkLst>
        </pc:spChg>
        <pc:spChg chg="mod">
          <ac:chgData name="Nursakirah Ab Rahman Muton" userId="423efa6d-ee54-4a96-bb69-a7d6dc1d7e38" providerId="ADAL" clId="{DFC2549C-CF47-4A86-BB03-47BF58D98A22}" dt="2023-11-15T05:28:36.505" v="6063" actId="1076"/>
          <ac:spMkLst>
            <pc:docMk/>
            <pc:sldMk cId="3941292173" sldId="508"/>
            <ac:spMk id="14" creationId="{7DE0A169-1429-159A-0C75-11008571E975}"/>
          </ac:spMkLst>
        </pc:spChg>
        <pc:spChg chg="add mod">
          <ac:chgData name="Nursakirah Ab Rahman Muton" userId="423efa6d-ee54-4a96-bb69-a7d6dc1d7e38" providerId="ADAL" clId="{DFC2549C-CF47-4A86-BB03-47BF58D98A22}" dt="2023-11-15T05:34:04.784" v="6094" actId="164"/>
          <ac:spMkLst>
            <pc:docMk/>
            <pc:sldMk cId="3941292173" sldId="508"/>
            <ac:spMk id="15" creationId="{C9350C0B-B224-9824-7218-B55C56A7110E}"/>
          </ac:spMkLst>
        </pc:spChg>
        <pc:spChg chg="mod">
          <ac:chgData name="Nursakirah Ab Rahman Muton" userId="423efa6d-ee54-4a96-bb69-a7d6dc1d7e38" providerId="ADAL" clId="{DFC2549C-CF47-4A86-BB03-47BF58D98A22}" dt="2023-11-15T05:25:21.778" v="5936" actId="1076"/>
          <ac:spMkLst>
            <pc:docMk/>
            <pc:sldMk cId="3941292173" sldId="508"/>
            <ac:spMk id="16" creationId="{92977F97-F389-5075-3B68-55C952E1E981}"/>
          </ac:spMkLst>
        </pc:spChg>
        <pc:spChg chg="add mod">
          <ac:chgData name="Nursakirah Ab Rahman Muton" userId="423efa6d-ee54-4a96-bb69-a7d6dc1d7e38" providerId="ADAL" clId="{DFC2549C-CF47-4A86-BB03-47BF58D98A22}" dt="2023-11-15T05:34:04.784" v="6094" actId="164"/>
          <ac:spMkLst>
            <pc:docMk/>
            <pc:sldMk cId="3941292173" sldId="508"/>
            <ac:spMk id="17" creationId="{CE5D1A37-7718-AE16-82D4-227AB170F310}"/>
          </ac:spMkLst>
        </pc:spChg>
        <pc:spChg chg="mod">
          <ac:chgData name="Nursakirah Ab Rahman Muton" userId="423efa6d-ee54-4a96-bb69-a7d6dc1d7e38" providerId="ADAL" clId="{DFC2549C-CF47-4A86-BB03-47BF58D98A22}" dt="2023-11-15T05:25:12.686" v="5935" actId="1076"/>
          <ac:spMkLst>
            <pc:docMk/>
            <pc:sldMk cId="3941292173" sldId="508"/>
            <ac:spMk id="18" creationId="{32EADD3C-FFD5-DF57-5EE8-93D30FEDCC2C}"/>
          </ac:spMkLst>
        </pc:spChg>
        <pc:spChg chg="add mod">
          <ac:chgData name="Nursakirah Ab Rahman Muton" userId="423efa6d-ee54-4a96-bb69-a7d6dc1d7e38" providerId="ADAL" clId="{DFC2549C-CF47-4A86-BB03-47BF58D98A22}" dt="2023-11-15T05:34:04.784" v="6094" actId="164"/>
          <ac:spMkLst>
            <pc:docMk/>
            <pc:sldMk cId="3941292173" sldId="508"/>
            <ac:spMk id="19" creationId="{CBB61B11-020F-A31E-717F-A3EB331434A2}"/>
          </ac:spMkLst>
        </pc:spChg>
        <pc:spChg chg="add mod">
          <ac:chgData name="Nursakirah Ab Rahman Muton" userId="423efa6d-ee54-4a96-bb69-a7d6dc1d7e38" providerId="ADAL" clId="{DFC2549C-CF47-4A86-BB03-47BF58D98A22}" dt="2023-11-15T05:34:04.784" v="6094" actId="164"/>
          <ac:spMkLst>
            <pc:docMk/>
            <pc:sldMk cId="3941292173" sldId="508"/>
            <ac:spMk id="20" creationId="{F595312F-120B-6D77-3626-430832210D67}"/>
          </ac:spMkLst>
        </pc:spChg>
        <pc:spChg chg="add mod">
          <ac:chgData name="Nursakirah Ab Rahman Muton" userId="423efa6d-ee54-4a96-bb69-a7d6dc1d7e38" providerId="ADAL" clId="{DFC2549C-CF47-4A86-BB03-47BF58D98A22}" dt="2023-11-15T05:34:04.784" v="6094" actId="164"/>
          <ac:spMkLst>
            <pc:docMk/>
            <pc:sldMk cId="3941292173" sldId="508"/>
            <ac:spMk id="21" creationId="{DB3C23F9-E8AA-7C0B-693B-AAAC3ADEE5D8}"/>
          </ac:spMkLst>
        </pc:spChg>
        <pc:spChg chg="add mod">
          <ac:chgData name="Nursakirah Ab Rahman Muton" userId="423efa6d-ee54-4a96-bb69-a7d6dc1d7e38" providerId="ADAL" clId="{DFC2549C-CF47-4A86-BB03-47BF58D98A22}" dt="2023-11-15T05:35:42.496" v="6112" actId="1038"/>
          <ac:spMkLst>
            <pc:docMk/>
            <pc:sldMk cId="3941292173" sldId="508"/>
            <ac:spMk id="24" creationId="{0D81C0B8-455C-5440-999B-DA727B2FAB32}"/>
          </ac:spMkLst>
        </pc:spChg>
        <pc:grpChg chg="add mod">
          <ac:chgData name="Nursakirah Ab Rahman Muton" userId="423efa6d-ee54-4a96-bb69-a7d6dc1d7e38" providerId="ADAL" clId="{DFC2549C-CF47-4A86-BB03-47BF58D98A22}" dt="2023-11-15T05:35:10.262" v="6101" actId="1035"/>
          <ac:grpSpMkLst>
            <pc:docMk/>
            <pc:sldMk cId="3941292173" sldId="508"/>
            <ac:grpSpMk id="22" creationId="{013B6A30-7CA0-0145-DB4F-B481327EC1EF}"/>
          </ac:grpSpMkLst>
        </pc:grpChg>
        <pc:picChg chg="add mod">
          <ac:chgData name="Nursakirah Ab Rahman Muton" userId="423efa6d-ee54-4a96-bb69-a7d6dc1d7e38" providerId="ADAL" clId="{DFC2549C-CF47-4A86-BB03-47BF58D98A22}" dt="2023-11-15T05:34:04.784" v="6094" actId="164"/>
          <ac:picMkLst>
            <pc:docMk/>
            <pc:sldMk cId="3941292173" sldId="508"/>
            <ac:picMk id="8" creationId="{AADD8D68-1877-EBA0-C10D-8A935A23530B}"/>
          </ac:picMkLst>
        </pc:picChg>
      </pc:sldChg>
      <pc:sldChg chg="addSp delSp modSp add mod ord modAnim modNotesTx">
        <pc:chgData name="Nursakirah Ab Rahman Muton" userId="423efa6d-ee54-4a96-bb69-a7d6dc1d7e38" providerId="ADAL" clId="{DFC2549C-CF47-4A86-BB03-47BF58D98A22}" dt="2023-11-15T08:18:00.941" v="9352" actId="20577"/>
        <pc:sldMkLst>
          <pc:docMk/>
          <pc:sldMk cId="4239902984" sldId="509"/>
        </pc:sldMkLst>
        <pc:spChg chg="del">
          <ac:chgData name="Nursakirah Ab Rahman Muton" userId="423efa6d-ee54-4a96-bb69-a7d6dc1d7e38" providerId="ADAL" clId="{DFC2549C-CF47-4A86-BB03-47BF58D98A22}" dt="2023-11-15T06:51:39.365" v="9086" actId="478"/>
          <ac:spMkLst>
            <pc:docMk/>
            <pc:sldMk cId="4239902984" sldId="509"/>
            <ac:spMk id="2" creationId="{91932CE1-5A19-0550-8FF3-311B9796444D}"/>
          </ac:spMkLst>
        </pc:spChg>
        <pc:spChg chg="del">
          <ac:chgData name="Nursakirah Ab Rahman Muton" userId="423efa6d-ee54-4a96-bb69-a7d6dc1d7e38" providerId="ADAL" clId="{DFC2549C-CF47-4A86-BB03-47BF58D98A22}" dt="2023-11-15T06:51:39.365" v="9086" actId="478"/>
          <ac:spMkLst>
            <pc:docMk/>
            <pc:sldMk cId="4239902984" sldId="509"/>
            <ac:spMk id="21511" creationId="{F3704DC8-0047-F3D7-993C-03068B9B3044}"/>
          </ac:spMkLst>
        </pc:spChg>
        <pc:spChg chg="del">
          <ac:chgData name="Nursakirah Ab Rahman Muton" userId="423efa6d-ee54-4a96-bb69-a7d6dc1d7e38" providerId="ADAL" clId="{DFC2549C-CF47-4A86-BB03-47BF58D98A22}" dt="2023-11-15T06:51:39.365" v="9086" actId="478"/>
          <ac:spMkLst>
            <pc:docMk/>
            <pc:sldMk cId="4239902984" sldId="509"/>
            <ac:spMk id="21512" creationId="{5F011CD6-4707-285E-3CF0-25BE3F841D41}"/>
          </ac:spMkLst>
        </pc:spChg>
        <pc:spChg chg="del">
          <ac:chgData name="Nursakirah Ab Rahman Muton" userId="423efa6d-ee54-4a96-bb69-a7d6dc1d7e38" providerId="ADAL" clId="{DFC2549C-CF47-4A86-BB03-47BF58D98A22}" dt="2023-11-15T06:51:39.365" v="9086" actId="478"/>
          <ac:spMkLst>
            <pc:docMk/>
            <pc:sldMk cId="4239902984" sldId="509"/>
            <ac:spMk id="21516" creationId="{BCCC7C44-D5DD-086D-AD89-DFD57DD9BD7A}"/>
          </ac:spMkLst>
        </pc:spChg>
        <pc:spChg chg="del">
          <ac:chgData name="Nursakirah Ab Rahman Muton" userId="423efa6d-ee54-4a96-bb69-a7d6dc1d7e38" providerId="ADAL" clId="{DFC2549C-CF47-4A86-BB03-47BF58D98A22}" dt="2023-11-15T06:51:39.365" v="9086" actId="478"/>
          <ac:spMkLst>
            <pc:docMk/>
            <pc:sldMk cId="4239902984" sldId="509"/>
            <ac:spMk id="21517" creationId="{389BA3D7-337E-2CF2-8B58-63FA1EA7985C}"/>
          </ac:spMkLst>
        </pc:spChg>
        <pc:spChg chg="del">
          <ac:chgData name="Nursakirah Ab Rahman Muton" userId="423efa6d-ee54-4a96-bb69-a7d6dc1d7e38" providerId="ADAL" clId="{DFC2549C-CF47-4A86-BB03-47BF58D98A22}" dt="2023-11-15T06:51:39.365" v="9086" actId="478"/>
          <ac:spMkLst>
            <pc:docMk/>
            <pc:sldMk cId="4239902984" sldId="509"/>
            <ac:spMk id="21518" creationId="{3FEA7B13-13DB-E323-2AB4-30BEC4A37D03}"/>
          </ac:spMkLst>
        </pc:spChg>
        <pc:spChg chg="del">
          <ac:chgData name="Nursakirah Ab Rahman Muton" userId="423efa6d-ee54-4a96-bb69-a7d6dc1d7e38" providerId="ADAL" clId="{DFC2549C-CF47-4A86-BB03-47BF58D98A22}" dt="2023-11-15T06:51:39.365" v="9086" actId="478"/>
          <ac:spMkLst>
            <pc:docMk/>
            <pc:sldMk cId="4239902984" sldId="509"/>
            <ac:spMk id="21519" creationId="{5F2A1D62-54E3-25D2-207B-56D3750495A0}"/>
          </ac:spMkLst>
        </pc:spChg>
        <pc:spChg chg="del">
          <ac:chgData name="Nursakirah Ab Rahman Muton" userId="423efa6d-ee54-4a96-bb69-a7d6dc1d7e38" providerId="ADAL" clId="{DFC2549C-CF47-4A86-BB03-47BF58D98A22}" dt="2023-11-15T06:51:39.365" v="9086" actId="478"/>
          <ac:spMkLst>
            <pc:docMk/>
            <pc:sldMk cId="4239902984" sldId="509"/>
            <ac:spMk id="21520" creationId="{C76468D3-EACA-F2D5-26E7-68931D107F09}"/>
          </ac:spMkLst>
        </pc:spChg>
        <pc:spChg chg="del">
          <ac:chgData name="Nursakirah Ab Rahman Muton" userId="423efa6d-ee54-4a96-bb69-a7d6dc1d7e38" providerId="ADAL" clId="{DFC2549C-CF47-4A86-BB03-47BF58D98A22}" dt="2023-11-15T06:51:39.365" v="9086" actId="478"/>
          <ac:spMkLst>
            <pc:docMk/>
            <pc:sldMk cId="4239902984" sldId="509"/>
            <ac:spMk id="21521" creationId="{B5B5C138-1F12-B03B-B5C2-BA0156601352}"/>
          </ac:spMkLst>
        </pc:spChg>
        <pc:spChg chg="del">
          <ac:chgData name="Nursakirah Ab Rahman Muton" userId="423efa6d-ee54-4a96-bb69-a7d6dc1d7e38" providerId="ADAL" clId="{DFC2549C-CF47-4A86-BB03-47BF58D98A22}" dt="2023-11-15T06:51:39.365" v="9086" actId="478"/>
          <ac:spMkLst>
            <pc:docMk/>
            <pc:sldMk cId="4239902984" sldId="509"/>
            <ac:spMk id="21522" creationId="{94BEAB20-2889-7B1C-4341-07415BFE9C80}"/>
          </ac:spMkLst>
        </pc:spChg>
        <pc:spChg chg="del">
          <ac:chgData name="Nursakirah Ab Rahman Muton" userId="423efa6d-ee54-4a96-bb69-a7d6dc1d7e38" providerId="ADAL" clId="{DFC2549C-CF47-4A86-BB03-47BF58D98A22}" dt="2023-11-15T06:51:39.365" v="9086" actId="478"/>
          <ac:spMkLst>
            <pc:docMk/>
            <pc:sldMk cId="4239902984" sldId="509"/>
            <ac:spMk id="21523" creationId="{EDE60E28-BBAC-3BF5-0143-DF0CA86A4A32}"/>
          </ac:spMkLst>
        </pc:spChg>
        <pc:spChg chg="del">
          <ac:chgData name="Nursakirah Ab Rahman Muton" userId="423efa6d-ee54-4a96-bb69-a7d6dc1d7e38" providerId="ADAL" clId="{DFC2549C-CF47-4A86-BB03-47BF58D98A22}" dt="2023-11-15T06:51:39.365" v="9086" actId="478"/>
          <ac:spMkLst>
            <pc:docMk/>
            <pc:sldMk cId="4239902984" sldId="509"/>
            <ac:spMk id="21524" creationId="{D895478F-CF06-F4A3-9D87-14EA8526B323}"/>
          </ac:spMkLst>
        </pc:spChg>
        <pc:spChg chg="del">
          <ac:chgData name="Nursakirah Ab Rahman Muton" userId="423efa6d-ee54-4a96-bb69-a7d6dc1d7e38" providerId="ADAL" clId="{DFC2549C-CF47-4A86-BB03-47BF58D98A22}" dt="2023-11-15T06:51:39.365" v="9086" actId="478"/>
          <ac:spMkLst>
            <pc:docMk/>
            <pc:sldMk cId="4239902984" sldId="509"/>
            <ac:spMk id="21525" creationId="{609A8896-E2B3-544C-BEFC-D591DAB93AB8}"/>
          </ac:spMkLst>
        </pc:spChg>
        <pc:grpChg chg="del">
          <ac:chgData name="Nursakirah Ab Rahman Muton" userId="423efa6d-ee54-4a96-bb69-a7d6dc1d7e38" providerId="ADAL" clId="{DFC2549C-CF47-4A86-BB03-47BF58D98A22}" dt="2023-11-15T06:51:39.365" v="9086" actId="478"/>
          <ac:grpSpMkLst>
            <pc:docMk/>
            <pc:sldMk cId="4239902984" sldId="509"/>
            <ac:grpSpMk id="21508" creationId="{E4F660E0-97F1-673E-DCE4-DFD43B87784C}"/>
          </ac:grpSpMkLst>
        </pc:grpChg>
        <pc:grpChg chg="del">
          <ac:chgData name="Nursakirah Ab Rahman Muton" userId="423efa6d-ee54-4a96-bb69-a7d6dc1d7e38" providerId="ADAL" clId="{DFC2549C-CF47-4A86-BB03-47BF58D98A22}" dt="2023-11-15T06:51:39.365" v="9086" actId="478"/>
          <ac:grpSpMkLst>
            <pc:docMk/>
            <pc:sldMk cId="4239902984" sldId="509"/>
            <ac:grpSpMk id="21513" creationId="{B22EA22C-34D5-7D3F-0DDC-CDE770A3F464}"/>
          </ac:grpSpMkLst>
        </pc:grpChg>
        <pc:picChg chg="add mod modCrop">
          <ac:chgData name="Nursakirah Ab Rahman Muton" userId="423efa6d-ee54-4a96-bb69-a7d6dc1d7e38" providerId="ADAL" clId="{DFC2549C-CF47-4A86-BB03-47BF58D98A22}" dt="2023-11-15T06:52:04.462" v="9093" actId="1076"/>
          <ac:picMkLst>
            <pc:docMk/>
            <pc:sldMk cId="4239902984" sldId="509"/>
            <ac:picMk id="4" creationId="{89F6B091-7720-CDD7-5F0D-E284FC539EAA}"/>
          </ac:picMkLst>
        </pc:picChg>
        <pc:picChg chg="del">
          <ac:chgData name="Nursakirah Ab Rahman Muton" userId="423efa6d-ee54-4a96-bb69-a7d6dc1d7e38" providerId="ADAL" clId="{DFC2549C-CF47-4A86-BB03-47BF58D98A22}" dt="2023-11-15T06:51:39.365" v="9086" actId="478"/>
          <ac:picMkLst>
            <pc:docMk/>
            <pc:sldMk cId="4239902984" sldId="509"/>
            <ac:picMk id="63492" creationId="{3F1D87CB-89E5-4997-001F-A9BB8A1816C5}"/>
          </ac:picMkLst>
        </pc:picChg>
      </pc:sldChg>
      <pc:sldChg chg="addSp delSp modSp add mod addAnim delAnim modAnim modNotesTx">
        <pc:chgData name="Nursakirah Ab Rahman Muton" userId="423efa6d-ee54-4a96-bb69-a7d6dc1d7e38" providerId="ADAL" clId="{DFC2549C-CF47-4A86-BB03-47BF58D98A22}" dt="2023-11-15T10:45:20.272" v="14999" actId="14100"/>
        <pc:sldMkLst>
          <pc:docMk/>
          <pc:sldMk cId="3405370613" sldId="510"/>
        </pc:sldMkLst>
        <pc:spChg chg="add del mod">
          <ac:chgData name="Nursakirah Ab Rahman Muton" userId="423efa6d-ee54-4a96-bb69-a7d6dc1d7e38" providerId="ADAL" clId="{DFC2549C-CF47-4A86-BB03-47BF58D98A22}" dt="2023-11-15T10:13:45.099" v="14666" actId="478"/>
          <ac:spMkLst>
            <pc:docMk/>
            <pc:sldMk cId="3405370613" sldId="510"/>
            <ac:spMk id="4" creationId="{ACA54A6C-CAA4-AB39-E7E4-C9EBA49E211D}"/>
          </ac:spMkLst>
        </pc:spChg>
        <pc:spChg chg="add mod">
          <ac:chgData name="Nursakirah Ab Rahman Muton" userId="423efa6d-ee54-4a96-bb69-a7d6dc1d7e38" providerId="ADAL" clId="{DFC2549C-CF47-4A86-BB03-47BF58D98A22}" dt="2023-11-15T10:15:48.434" v="14690" actId="164"/>
          <ac:spMkLst>
            <pc:docMk/>
            <pc:sldMk cId="3405370613" sldId="510"/>
            <ac:spMk id="5" creationId="{08FACD37-AB43-9F0D-3044-F79B737DD5AC}"/>
          </ac:spMkLst>
        </pc:spChg>
        <pc:spChg chg="add mod">
          <ac:chgData name="Nursakirah Ab Rahman Muton" userId="423efa6d-ee54-4a96-bb69-a7d6dc1d7e38" providerId="ADAL" clId="{DFC2549C-CF47-4A86-BB03-47BF58D98A22}" dt="2023-11-15T10:15:48.434" v="14690" actId="164"/>
          <ac:spMkLst>
            <pc:docMk/>
            <pc:sldMk cId="3405370613" sldId="510"/>
            <ac:spMk id="6" creationId="{600997B5-59A1-A861-7CE0-5AA28502FF4C}"/>
          </ac:spMkLst>
        </pc:spChg>
        <pc:spChg chg="add mod">
          <ac:chgData name="Nursakirah Ab Rahman Muton" userId="423efa6d-ee54-4a96-bb69-a7d6dc1d7e38" providerId="ADAL" clId="{DFC2549C-CF47-4A86-BB03-47BF58D98A22}" dt="2023-11-15T10:16:40.733" v="14709" actId="14100"/>
          <ac:spMkLst>
            <pc:docMk/>
            <pc:sldMk cId="3405370613" sldId="510"/>
            <ac:spMk id="12" creationId="{4729F2E6-7867-2C18-1D9D-54E448404BF4}"/>
          </ac:spMkLst>
        </pc:spChg>
        <pc:spChg chg="add mod">
          <ac:chgData name="Nursakirah Ab Rahman Muton" userId="423efa6d-ee54-4a96-bb69-a7d6dc1d7e38" providerId="ADAL" clId="{DFC2549C-CF47-4A86-BB03-47BF58D98A22}" dt="2023-11-15T10:16:49.199" v="14713" actId="20577"/>
          <ac:spMkLst>
            <pc:docMk/>
            <pc:sldMk cId="3405370613" sldId="510"/>
            <ac:spMk id="13" creationId="{1814B323-1370-A492-A635-76270F0E314D}"/>
          </ac:spMkLst>
        </pc:spChg>
        <pc:spChg chg="add del mod">
          <ac:chgData name="Nursakirah Ab Rahman Muton" userId="423efa6d-ee54-4a96-bb69-a7d6dc1d7e38" providerId="ADAL" clId="{DFC2549C-CF47-4A86-BB03-47BF58D98A22}" dt="2023-11-15T10:44:54.863" v="14989" actId="14100"/>
          <ac:spMkLst>
            <pc:docMk/>
            <pc:sldMk cId="3405370613" sldId="510"/>
            <ac:spMk id="14" creationId="{36D1889D-1676-B293-A61D-3D9E0F445E30}"/>
          </ac:spMkLst>
        </pc:spChg>
        <pc:spChg chg="add mod">
          <ac:chgData name="Nursakirah Ab Rahman Muton" userId="423efa6d-ee54-4a96-bb69-a7d6dc1d7e38" providerId="ADAL" clId="{DFC2549C-CF47-4A86-BB03-47BF58D98A22}" dt="2023-11-15T10:43:31.823" v="14928" actId="207"/>
          <ac:spMkLst>
            <pc:docMk/>
            <pc:sldMk cId="3405370613" sldId="510"/>
            <ac:spMk id="15" creationId="{3F89FB0B-958A-9522-F460-639A7580036D}"/>
          </ac:spMkLst>
        </pc:spChg>
        <pc:spChg chg="add mod">
          <ac:chgData name="Nursakirah Ab Rahman Muton" userId="423efa6d-ee54-4a96-bb69-a7d6dc1d7e38" providerId="ADAL" clId="{DFC2549C-CF47-4A86-BB03-47BF58D98A22}" dt="2023-11-15T10:43:44.195" v="14931" actId="20577"/>
          <ac:spMkLst>
            <pc:docMk/>
            <pc:sldMk cId="3405370613" sldId="510"/>
            <ac:spMk id="16" creationId="{DE3FDA1C-FC39-ADFA-88FD-4A5A0216C3F3}"/>
          </ac:spMkLst>
        </pc:spChg>
        <pc:spChg chg="add mod">
          <ac:chgData name="Nursakirah Ab Rahman Muton" userId="423efa6d-ee54-4a96-bb69-a7d6dc1d7e38" providerId="ADAL" clId="{DFC2549C-CF47-4A86-BB03-47BF58D98A22}" dt="2023-11-15T10:44:45.185" v="14985" actId="1037"/>
          <ac:spMkLst>
            <pc:docMk/>
            <pc:sldMk cId="3405370613" sldId="510"/>
            <ac:spMk id="17" creationId="{267932E4-460C-75F2-A8EE-2AC0EBC99EE3}"/>
          </ac:spMkLst>
        </pc:spChg>
        <pc:spChg chg="add mod">
          <ac:chgData name="Nursakirah Ab Rahman Muton" userId="423efa6d-ee54-4a96-bb69-a7d6dc1d7e38" providerId="ADAL" clId="{DFC2549C-CF47-4A86-BB03-47BF58D98A22}" dt="2023-11-15T10:44:45.185" v="14985" actId="1037"/>
          <ac:spMkLst>
            <pc:docMk/>
            <pc:sldMk cId="3405370613" sldId="510"/>
            <ac:spMk id="18" creationId="{9B498F06-092C-1087-A3E2-CE657FFDB555}"/>
          </ac:spMkLst>
        </pc:spChg>
        <pc:spChg chg="add mod">
          <ac:chgData name="Nursakirah Ab Rahman Muton" userId="423efa6d-ee54-4a96-bb69-a7d6dc1d7e38" providerId="ADAL" clId="{DFC2549C-CF47-4A86-BB03-47BF58D98A22}" dt="2023-11-15T10:45:02.136" v="14992" actId="14100"/>
          <ac:spMkLst>
            <pc:docMk/>
            <pc:sldMk cId="3405370613" sldId="510"/>
            <ac:spMk id="19" creationId="{D4F2BA57-2A9C-286E-1DAD-0AD62C1D1C69}"/>
          </ac:spMkLst>
        </pc:spChg>
        <pc:spChg chg="add mod">
          <ac:chgData name="Nursakirah Ab Rahman Muton" userId="423efa6d-ee54-4a96-bb69-a7d6dc1d7e38" providerId="ADAL" clId="{DFC2549C-CF47-4A86-BB03-47BF58D98A22}" dt="2023-11-15T10:45:14.091" v="14996" actId="207"/>
          <ac:spMkLst>
            <pc:docMk/>
            <pc:sldMk cId="3405370613" sldId="510"/>
            <ac:spMk id="20" creationId="{A336BD77-D00D-D34D-4CB4-B49C96B9AE4A}"/>
          </ac:spMkLst>
        </pc:spChg>
        <pc:spChg chg="add mod">
          <ac:chgData name="Nursakirah Ab Rahman Muton" userId="423efa6d-ee54-4a96-bb69-a7d6dc1d7e38" providerId="ADAL" clId="{DFC2549C-CF47-4A86-BB03-47BF58D98A22}" dt="2023-11-15T10:45:20.272" v="14999" actId="14100"/>
          <ac:spMkLst>
            <pc:docMk/>
            <pc:sldMk cId="3405370613" sldId="510"/>
            <ac:spMk id="21" creationId="{1230EBF9-6DE2-74E6-9916-79512529855E}"/>
          </ac:spMkLst>
        </pc:spChg>
        <pc:spChg chg="del">
          <ac:chgData name="Nursakirah Ab Rahman Muton" userId="423efa6d-ee54-4a96-bb69-a7d6dc1d7e38" providerId="ADAL" clId="{DFC2549C-CF47-4A86-BB03-47BF58D98A22}" dt="2023-11-15T10:13:03.457" v="14654" actId="478"/>
          <ac:spMkLst>
            <pc:docMk/>
            <pc:sldMk cId="3405370613" sldId="510"/>
            <ac:spMk id="93190" creationId="{7A961B54-C1A5-6CA2-2CFD-76A278B6C0F7}"/>
          </ac:spMkLst>
        </pc:spChg>
        <pc:spChg chg="del">
          <ac:chgData name="Nursakirah Ab Rahman Muton" userId="423efa6d-ee54-4a96-bb69-a7d6dc1d7e38" providerId="ADAL" clId="{DFC2549C-CF47-4A86-BB03-47BF58D98A22}" dt="2023-11-15T10:13:04.436" v="14655" actId="478"/>
          <ac:spMkLst>
            <pc:docMk/>
            <pc:sldMk cId="3405370613" sldId="510"/>
            <ac:spMk id="93191" creationId="{BC509235-2EBC-3353-6D6B-3C08C2DCDD60}"/>
          </ac:spMkLst>
        </pc:spChg>
        <pc:grpChg chg="add mod">
          <ac:chgData name="Nursakirah Ab Rahman Muton" userId="423efa6d-ee54-4a96-bb69-a7d6dc1d7e38" providerId="ADAL" clId="{DFC2549C-CF47-4A86-BB03-47BF58D98A22}" dt="2023-11-15T10:15:52.893" v="14691" actId="1076"/>
          <ac:grpSpMkLst>
            <pc:docMk/>
            <pc:sldMk cId="3405370613" sldId="510"/>
            <ac:grpSpMk id="11" creationId="{478046C2-D2CF-A955-06D7-AD7EA9979691}"/>
          </ac:grpSpMkLst>
        </pc:grpChg>
        <pc:picChg chg="add mod">
          <ac:chgData name="Nursakirah Ab Rahman Muton" userId="423efa6d-ee54-4a96-bb69-a7d6dc1d7e38" providerId="ADAL" clId="{DFC2549C-CF47-4A86-BB03-47BF58D98A22}" dt="2023-11-15T10:15:48.434" v="14690" actId="164"/>
          <ac:picMkLst>
            <pc:docMk/>
            <pc:sldMk cId="3405370613" sldId="510"/>
            <ac:picMk id="3" creationId="{92586CF8-64E7-C064-3352-F48F4E721DE0}"/>
          </ac:picMkLst>
        </pc:picChg>
        <pc:picChg chg="add mod">
          <ac:chgData name="Nursakirah Ab Rahman Muton" userId="423efa6d-ee54-4a96-bb69-a7d6dc1d7e38" providerId="ADAL" clId="{DFC2549C-CF47-4A86-BB03-47BF58D98A22}" dt="2023-11-15T10:15:28.138" v="14688" actId="14100"/>
          <ac:picMkLst>
            <pc:docMk/>
            <pc:sldMk cId="3405370613" sldId="510"/>
            <ac:picMk id="8" creationId="{85117B9F-56E0-1189-3972-988800384A0D}"/>
          </ac:picMkLst>
        </pc:picChg>
        <pc:picChg chg="add mod">
          <ac:chgData name="Nursakirah Ab Rahman Muton" userId="423efa6d-ee54-4a96-bb69-a7d6dc1d7e38" providerId="ADAL" clId="{DFC2549C-CF47-4A86-BB03-47BF58D98A22}" dt="2023-11-15T10:15:30.740" v="14689" actId="14100"/>
          <ac:picMkLst>
            <pc:docMk/>
            <pc:sldMk cId="3405370613" sldId="510"/>
            <ac:picMk id="10" creationId="{5805DE42-25A7-539C-259A-7AFD9F6123F0}"/>
          </ac:picMkLst>
        </pc:picChg>
        <pc:picChg chg="del">
          <ac:chgData name="Nursakirah Ab Rahman Muton" userId="423efa6d-ee54-4a96-bb69-a7d6dc1d7e38" providerId="ADAL" clId="{DFC2549C-CF47-4A86-BB03-47BF58D98A22}" dt="2023-11-15T10:13:01.705" v="14653" actId="478"/>
          <ac:picMkLst>
            <pc:docMk/>
            <pc:sldMk cId="3405370613" sldId="510"/>
            <ac:picMk id="93187" creationId="{D7C0400D-03CD-46BD-93B3-5F3A252F8AE3}"/>
          </ac:picMkLst>
        </pc:picChg>
        <pc:picChg chg="del">
          <ac:chgData name="Nursakirah Ab Rahman Muton" userId="423efa6d-ee54-4a96-bb69-a7d6dc1d7e38" providerId="ADAL" clId="{DFC2549C-CF47-4A86-BB03-47BF58D98A22}" dt="2023-11-15T10:13:01.705" v="14653" actId="478"/>
          <ac:picMkLst>
            <pc:docMk/>
            <pc:sldMk cId="3405370613" sldId="510"/>
            <ac:picMk id="93188" creationId="{8492E84C-CEB1-31D5-D20D-6EE2D88FB10F}"/>
          </ac:picMkLst>
        </pc:picChg>
        <pc:picChg chg="del">
          <ac:chgData name="Nursakirah Ab Rahman Muton" userId="423efa6d-ee54-4a96-bb69-a7d6dc1d7e38" providerId="ADAL" clId="{DFC2549C-CF47-4A86-BB03-47BF58D98A22}" dt="2023-11-15T10:13:01.705" v="14653" actId="478"/>
          <ac:picMkLst>
            <pc:docMk/>
            <pc:sldMk cId="3405370613" sldId="510"/>
            <ac:picMk id="93189" creationId="{90253714-D2E8-8921-10FC-5E474BB1A3DD}"/>
          </ac:picMkLst>
        </pc:picChg>
      </pc:sldChg>
      <pc:sldChg chg="addSp delSp modSp add del mod ord delAnim modAnim modNotesTx">
        <pc:chgData name="Nursakirah Ab Rahman Muton" userId="423efa6d-ee54-4a96-bb69-a7d6dc1d7e38" providerId="ADAL" clId="{DFC2549C-CF47-4A86-BB03-47BF58D98A22}" dt="2023-11-15T10:59:13.881" v="15421" actId="20577"/>
        <pc:sldMkLst>
          <pc:docMk/>
          <pc:sldMk cId="1015247833" sldId="511"/>
        </pc:sldMkLst>
        <pc:spChg chg="add mod topLvl">
          <ac:chgData name="Nursakirah Ab Rahman Muton" userId="423efa6d-ee54-4a96-bb69-a7d6dc1d7e38" providerId="ADAL" clId="{DFC2549C-CF47-4A86-BB03-47BF58D98A22}" dt="2023-11-15T10:48:51.429" v="15035" actId="164"/>
          <ac:spMkLst>
            <pc:docMk/>
            <pc:sldMk cId="1015247833" sldId="511"/>
            <ac:spMk id="8" creationId="{C979B1BF-B71D-CB01-EB79-3CA9B596BB0B}"/>
          </ac:spMkLst>
        </pc:spChg>
        <pc:spChg chg="add mod">
          <ac:chgData name="Nursakirah Ab Rahman Muton" userId="423efa6d-ee54-4a96-bb69-a7d6dc1d7e38" providerId="ADAL" clId="{DFC2549C-CF47-4A86-BB03-47BF58D98A22}" dt="2023-11-15T10:58:17.787" v="15355" actId="14100"/>
          <ac:spMkLst>
            <pc:docMk/>
            <pc:sldMk cId="1015247833" sldId="511"/>
            <ac:spMk id="11" creationId="{FFA288EC-DA97-5AE6-3D21-E28F76D114EB}"/>
          </ac:spMkLst>
        </pc:spChg>
        <pc:spChg chg="add mod">
          <ac:chgData name="Nursakirah Ab Rahman Muton" userId="423efa6d-ee54-4a96-bb69-a7d6dc1d7e38" providerId="ADAL" clId="{DFC2549C-CF47-4A86-BB03-47BF58D98A22}" dt="2023-11-15T10:57:50.088" v="15345" actId="14100"/>
          <ac:spMkLst>
            <pc:docMk/>
            <pc:sldMk cId="1015247833" sldId="511"/>
            <ac:spMk id="12" creationId="{4A510893-819E-F3B1-B94A-D79F5FF20C9E}"/>
          </ac:spMkLst>
        </pc:spChg>
        <pc:spChg chg="add mod">
          <ac:chgData name="Nursakirah Ab Rahman Muton" userId="423efa6d-ee54-4a96-bb69-a7d6dc1d7e38" providerId="ADAL" clId="{DFC2549C-CF47-4A86-BB03-47BF58D98A22}" dt="2023-11-15T10:58:03.850" v="15348" actId="207"/>
          <ac:spMkLst>
            <pc:docMk/>
            <pc:sldMk cId="1015247833" sldId="511"/>
            <ac:spMk id="13" creationId="{5B9DF002-22F6-7C32-24D2-938AF590224A}"/>
          </ac:spMkLst>
        </pc:spChg>
        <pc:spChg chg="add del mod">
          <ac:chgData name="Nursakirah Ab Rahman Muton" userId="423efa6d-ee54-4a96-bb69-a7d6dc1d7e38" providerId="ADAL" clId="{DFC2549C-CF47-4A86-BB03-47BF58D98A22}" dt="2023-11-15T10:58:07.113" v="15351" actId="478"/>
          <ac:spMkLst>
            <pc:docMk/>
            <pc:sldMk cId="1015247833" sldId="511"/>
            <ac:spMk id="14" creationId="{BA753997-C7ED-F4D1-BFE7-FA9D450F1787}"/>
          </ac:spMkLst>
        </pc:spChg>
        <pc:spChg chg="add del mod">
          <ac:chgData name="Nursakirah Ab Rahman Muton" userId="423efa6d-ee54-4a96-bb69-a7d6dc1d7e38" providerId="ADAL" clId="{DFC2549C-CF47-4A86-BB03-47BF58D98A22}" dt="2023-11-15T10:58:19.088" v="15356" actId="478"/>
          <ac:spMkLst>
            <pc:docMk/>
            <pc:sldMk cId="1015247833" sldId="511"/>
            <ac:spMk id="15" creationId="{43415AE5-34C9-88DA-1EAC-942E97956B25}"/>
          </ac:spMkLst>
        </pc:spChg>
        <pc:spChg chg="add mod">
          <ac:chgData name="Nursakirah Ab Rahman Muton" userId="423efa6d-ee54-4a96-bb69-a7d6dc1d7e38" providerId="ADAL" clId="{DFC2549C-CF47-4A86-BB03-47BF58D98A22}" dt="2023-11-15T10:58:25.350" v="15359" actId="207"/>
          <ac:spMkLst>
            <pc:docMk/>
            <pc:sldMk cId="1015247833" sldId="511"/>
            <ac:spMk id="16" creationId="{6629EC8D-2054-37D7-E89B-AC82DF630924}"/>
          </ac:spMkLst>
        </pc:spChg>
        <pc:spChg chg="del">
          <ac:chgData name="Nursakirah Ab Rahman Muton" userId="423efa6d-ee54-4a96-bb69-a7d6dc1d7e38" providerId="ADAL" clId="{DFC2549C-CF47-4A86-BB03-47BF58D98A22}" dt="2023-11-15T10:46:52.250" v="15018" actId="478"/>
          <ac:spMkLst>
            <pc:docMk/>
            <pc:sldMk cId="1015247833" sldId="511"/>
            <ac:spMk id="95236" creationId="{31C8B7FB-B718-D48D-C2EC-1ECDAA93AA2E}"/>
          </ac:spMkLst>
        </pc:spChg>
        <pc:spChg chg="del">
          <ac:chgData name="Nursakirah Ab Rahman Muton" userId="423efa6d-ee54-4a96-bb69-a7d6dc1d7e38" providerId="ADAL" clId="{DFC2549C-CF47-4A86-BB03-47BF58D98A22}" dt="2023-11-15T10:46:52.250" v="15018" actId="478"/>
          <ac:spMkLst>
            <pc:docMk/>
            <pc:sldMk cId="1015247833" sldId="511"/>
            <ac:spMk id="95240" creationId="{7A9F5024-35C4-769F-0861-BE64A936AA5E}"/>
          </ac:spMkLst>
        </pc:spChg>
        <pc:spChg chg="del">
          <ac:chgData name="Nursakirah Ab Rahman Muton" userId="423efa6d-ee54-4a96-bb69-a7d6dc1d7e38" providerId="ADAL" clId="{DFC2549C-CF47-4A86-BB03-47BF58D98A22}" dt="2023-11-15T10:46:52.250" v="15018" actId="478"/>
          <ac:spMkLst>
            <pc:docMk/>
            <pc:sldMk cId="1015247833" sldId="511"/>
            <ac:spMk id="95241" creationId="{74DCEC25-A8DF-9959-1C95-463C0A9EA49D}"/>
          </ac:spMkLst>
        </pc:spChg>
        <pc:spChg chg="del">
          <ac:chgData name="Nursakirah Ab Rahman Muton" userId="423efa6d-ee54-4a96-bb69-a7d6dc1d7e38" providerId="ADAL" clId="{DFC2549C-CF47-4A86-BB03-47BF58D98A22}" dt="2023-11-15T10:46:52.250" v="15018" actId="478"/>
          <ac:spMkLst>
            <pc:docMk/>
            <pc:sldMk cId="1015247833" sldId="511"/>
            <ac:spMk id="95242" creationId="{2E0D2442-7285-3CDF-D983-D38AE4EAAC50}"/>
          </ac:spMkLst>
        </pc:spChg>
        <pc:spChg chg="del">
          <ac:chgData name="Nursakirah Ab Rahman Muton" userId="423efa6d-ee54-4a96-bb69-a7d6dc1d7e38" providerId="ADAL" clId="{DFC2549C-CF47-4A86-BB03-47BF58D98A22}" dt="2023-11-15T10:46:52.250" v="15018" actId="478"/>
          <ac:spMkLst>
            <pc:docMk/>
            <pc:sldMk cId="1015247833" sldId="511"/>
            <ac:spMk id="95243" creationId="{BE1C77FC-240D-ACC6-6B43-D377754DAFC0}"/>
          </ac:spMkLst>
        </pc:spChg>
        <pc:spChg chg="del">
          <ac:chgData name="Nursakirah Ab Rahman Muton" userId="423efa6d-ee54-4a96-bb69-a7d6dc1d7e38" providerId="ADAL" clId="{DFC2549C-CF47-4A86-BB03-47BF58D98A22}" dt="2023-11-15T10:46:52.250" v="15018" actId="478"/>
          <ac:spMkLst>
            <pc:docMk/>
            <pc:sldMk cId="1015247833" sldId="511"/>
            <ac:spMk id="95244" creationId="{A482BD5C-D78D-D51D-2780-85198EC5C4A7}"/>
          </ac:spMkLst>
        </pc:spChg>
        <pc:spChg chg="del">
          <ac:chgData name="Nursakirah Ab Rahman Muton" userId="423efa6d-ee54-4a96-bb69-a7d6dc1d7e38" providerId="ADAL" clId="{DFC2549C-CF47-4A86-BB03-47BF58D98A22}" dt="2023-11-15T10:46:52.250" v="15018" actId="478"/>
          <ac:spMkLst>
            <pc:docMk/>
            <pc:sldMk cId="1015247833" sldId="511"/>
            <ac:spMk id="95245" creationId="{1C487DD0-732C-0200-94D1-BC15B755F051}"/>
          </ac:spMkLst>
        </pc:spChg>
        <pc:grpChg chg="add del mod">
          <ac:chgData name="Nursakirah Ab Rahman Muton" userId="423efa6d-ee54-4a96-bb69-a7d6dc1d7e38" providerId="ADAL" clId="{DFC2549C-CF47-4A86-BB03-47BF58D98A22}" dt="2023-11-15T10:48:36.460" v="15032" actId="165"/>
          <ac:grpSpMkLst>
            <pc:docMk/>
            <pc:sldMk cId="1015247833" sldId="511"/>
            <ac:grpSpMk id="9" creationId="{C9990917-D644-6157-CFDF-89E44DB8871E}"/>
          </ac:grpSpMkLst>
        </pc:grpChg>
        <pc:grpChg chg="add mod">
          <ac:chgData name="Nursakirah Ab Rahman Muton" userId="423efa6d-ee54-4a96-bb69-a7d6dc1d7e38" providerId="ADAL" clId="{DFC2549C-CF47-4A86-BB03-47BF58D98A22}" dt="2023-11-15T10:48:55.505" v="15037" actId="14100"/>
          <ac:grpSpMkLst>
            <pc:docMk/>
            <pc:sldMk cId="1015247833" sldId="511"/>
            <ac:grpSpMk id="10" creationId="{B59473F0-DE5C-6D4E-0166-31031B7440E6}"/>
          </ac:grpSpMkLst>
        </pc:grpChg>
        <pc:picChg chg="add mod topLvl modCrop">
          <ac:chgData name="Nursakirah Ab Rahman Muton" userId="423efa6d-ee54-4a96-bb69-a7d6dc1d7e38" providerId="ADAL" clId="{DFC2549C-CF47-4A86-BB03-47BF58D98A22}" dt="2023-11-15T10:48:51.429" v="15035" actId="164"/>
          <ac:picMkLst>
            <pc:docMk/>
            <pc:sldMk cId="1015247833" sldId="511"/>
            <ac:picMk id="7" creationId="{400CC0DA-8821-612A-A59C-BC8FE35BC115}"/>
          </ac:picMkLst>
        </pc:picChg>
        <pc:picChg chg="del">
          <ac:chgData name="Nursakirah Ab Rahman Muton" userId="423efa6d-ee54-4a96-bb69-a7d6dc1d7e38" providerId="ADAL" clId="{DFC2549C-CF47-4A86-BB03-47BF58D98A22}" dt="2023-11-15T10:46:50.388" v="15017" actId="478"/>
          <ac:picMkLst>
            <pc:docMk/>
            <pc:sldMk cId="1015247833" sldId="511"/>
            <ac:picMk id="95235" creationId="{B1E51F88-657D-DBEC-DF06-77CFC99CFA68}"/>
          </ac:picMkLst>
        </pc:picChg>
      </pc:sldChg>
      <pc:sldMasterChg chg="modSp setBg">
        <pc:chgData name="Nursakirah Ab Rahman Muton" userId="423efa6d-ee54-4a96-bb69-a7d6dc1d7e38" providerId="ADAL" clId="{DFC2549C-CF47-4A86-BB03-47BF58D98A22}" dt="2023-11-15T03:05:48.217" v="34" actId="207"/>
        <pc:sldMasterMkLst>
          <pc:docMk/>
          <pc:sldMasterMk cId="0" sldId="2147483648"/>
        </pc:sldMasterMkLst>
        <pc:spChg chg="mod">
          <ac:chgData name="Nursakirah Ab Rahman Muton" userId="423efa6d-ee54-4a96-bb69-a7d6dc1d7e38" providerId="ADAL" clId="{DFC2549C-CF47-4A86-BB03-47BF58D98A22}" dt="2023-11-15T03:05:40.385" v="33" actId="207"/>
          <ac:spMkLst>
            <pc:docMk/>
            <pc:sldMasterMk cId="0" sldId="2147483648"/>
            <ac:spMk id="1026" creationId="{3754E111-9D7C-57D6-71E5-C87EDE234A51}"/>
          </ac:spMkLst>
        </pc:spChg>
        <pc:spChg chg="mod">
          <ac:chgData name="Nursakirah Ab Rahman Muton" userId="423efa6d-ee54-4a96-bb69-a7d6dc1d7e38" providerId="ADAL" clId="{DFC2549C-CF47-4A86-BB03-47BF58D98A22}" dt="2023-11-15T03:05:48.217" v="34" actId="207"/>
          <ac:spMkLst>
            <pc:docMk/>
            <pc:sldMasterMk cId="0" sldId="2147483648"/>
            <ac:spMk id="1027" creationId="{287A4D93-58E5-15F5-1B00-6F98496576F1}"/>
          </ac:spMkLst>
        </pc:spChg>
        <pc:spChg chg="mod">
          <ac:chgData name="Nursakirah Ab Rahman Muton" userId="423efa6d-ee54-4a96-bb69-a7d6dc1d7e38" providerId="ADAL" clId="{DFC2549C-CF47-4A86-BB03-47BF58D98A22}" dt="2023-11-15T03:01:22.031" v="6" actId="692"/>
          <ac:spMkLst>
            <pc:docMk/>
            <pc:sldMasterMk cId="0" sldId="2147483648"/>
            <ac:spMk id="1031" creationId="{B857222F-0547-4316-232D-D25B49BFB3FE}"/>
          </ac:spMkLst>
        </pc:spChg>
      </pc:sldMasterChg>
      <pc:sldMasterChg chg="modSp mod setBg">
        <pc:chgData name="Nursakirah Ab Rahman Muton" userId="423efa6d-ee54-4a96-bb69-a7d6dc1d7e38" providerId="ADAL" clId="{DFC2549C-CF47-4A86-BB03-47BF58D98A22}" dt="2023-11-15T03:03:12.531" v="17" actId="14100"/>
        <pc:sldMasterMkLst>
          <pc:docMk/>
          <pc:sldMasterMk cId="0" sldId="2147483649"/>
        </pc:sldMasterMkLst>
        <pc:spChg chg="mod">
          <ac:chgData name="Nursakirah Ab Rahman Muton" userId="423efa6d-ee54-4a96-bb69-a7d6dc1d7e38" providerId="ADAL" clId="{DFC2549C-CF47-4A86-BB03-47BF58D98A22}" dt="2023-11-15T03:03:08.565" v="16" actId="14100"/>
          <ac:spMkLst>
            <pc:docMk/>
            <pc:sldMasterMk cId="0" sldId="2147483649"/>
            <ac:spMk id="2" creationId="{8ED944B8-5978-6842-C205-B214D62DD9DB}"/>
          </ac:spMkLst>
        </pc:spChg>
        <pc:spChg chg="mod">
          <ac:chgData name="Nursakirah Ab Rahman Muton" userId="423efa6d-ee54-4a96-bb69-a7d6dc1d7e38" providerId="ADAL" clId="{DFC2549C-CF47-4A86-BB03-47BF58D98A22}" dt="2023-11-15T03:03:02.102" v="14" actId="1076"/>
          <ac:spMkLst>
            <pc:docMk/>
            <pc:sldMasterMk cId="0" sldId="2147483649"/>
            <ac:spMk id="2050" creationId="{2986561C-9352-A852-04B8-9EA1CB4E50D9}"/>
          </ac:spMkLst>
        </pc:spChg>
        <pc:spChg chg="mod">
          <ac:chgData name="Nursakirah Ab Rahman Muton" userId="423efa6d-ee54-4a96-bb69-a7d6dc1d7e38" providerId="ADAL" clId="{DFC2549C-CF47-4A86-BB03-47BF58D98A22}" dt="2023-11-15T03:02:43.030" v="11" actId="207"/>
          <ac:spMkLst>
            <pc:docMk/>
            <pc:sldMasterMk cId="0" sldId="2147483649"/>
            <ac:spMk id="2051" creationId="{C2A1AA70-C102-F73A-5510-350021DB75D9}"/>
          </ac:spMkLst>
        </pc:spChg>
        <pc:spChg chg="mod">
          <ac:chgData name="Nursakirah Ab Rahman Muton" userId="423efa6d-ee54-4a96-bb69-a7d6dc1d7e38" providerId="ADAL" clId="{DFC2549C-CF47-4A86-BB03-47BF58D98A22}" dt="2023-11-15T03:03:12.531" v="17" actId="14100"/>
          <ac:spMkLst>
            <pc:docMk/>
            <pc:sldMasterMk cId="0" sldId="2147483649"/>
            <ac:spMk id="2052" creationId="{A455C173-6438-784F-623D-B5AFBF887563}"/>
          </ac:spMkLst>
        </pc:spChg>
      </pc:sldMasterChg>
      <pc:sldMasterChg chg="modSp mod setBg">
        <pc:chgData name="Nursakirah Ab Rahman Muton" userId="423efa6d-ee54-4a96-bb69-a7d6dc1d7e38" providerId="ADAL" clId="{DFC2549C-CF47-4A86-BB03-47BF58D98A22}" dt="2023-11-15T03:04:36.307" v="25" actId="692"/>
        <pc:sldMasterMkLst>
          <pc:docMk/>
          <pc:sldMasterMk cId="0" sldId="2147483672"/>
        </pc:sldMasterMkLst>
        <pc:spChg chg="mod">
          <ac:chgData name="Nursakirah Ab Rahman Muton" userId="423efa6d-ee54-4a96-bb69-a7d6dc1d7e38" providerId="ADAL" clId="{DFC2549C-CF47-4A86-BB03-47BF58D98A22}" dt="2023-11-15T03:04:19.453" v="22" actId="207"/>
          <ac:spMkLst>
            <pc:docMk/>
            <pc:sldMasterMk cId="0" sldId="2147483672"/>
            <ac:spMk id="3074" creationId="{85E59D1B-34EA-B492-C49E-32659D6DCA6B}"/>
          </ac:spMkLst>
        </pc:spChg>
        <pc:spChg chg="mod">
          <ac:chgData name="Nursakirah Ab Rahman Muton" userId="423efa6d-ee54-4a96-bb69-a7d6dc1d7e38" providerId="ADAL" clId="{DFC2549C-CF47-4A86-BB03-47BF58D98A22}" dt="2023-11-15T03:04:26.477" v="23" actId="207"/>
          <ac:spMkLst>
            <pc:docMk/>
            <pc:sldMasterMk cId="0" sldId="2147483672"/>
            <ac:spMk id="3075" creationId="{AFEDF160-2EA6-3E16-F5B9-A1812156A6AD}"/>
          </ac:spMkLst>
        </pc:spChg>
        <pc:spChg chg="mod">
          <ac:chgData name="Nursakirah Ab Rahman Muton" userId="423efa6d-ee54-4a96-bb69-a7d6dc1d7e38" providerId="ADAL" clId="{DFC2549C-CF47-4A86-BB03-47BF58D98A22}" dt="2023-11-15T03:04:36.307" v="25" actId="692"/>
          <ac:spMkLst>
            <pc:docMk/>
            <pc:sldMasterMk cId="0" sldId="2147483672"/>
            <ac:spMk id="3079" creationId="{3E709AB5-DE79-B69E-5E70-D355DD6CF26D}"/>
          </ac:spMkLst>
        </pc:spChg>
      </pc:sldMasterChg>
      <pc:sldMasterChg chg="modSp setBg">
        <pc:chgData name="Nursakirah Ab Rahman Muton" userId="423efa6d-ee54-4a96-bb69-a7d6dc1d7e38" providerId="ADAL" clId="{DFC2549C-CF47-4A86-BB03-47BF58D98A22}" dt="2023-11-15T03:05:14.733" v="32" actId="692"/>
        <pc:sldMasterMkLst>
          <pc:docMk/>
          <pc:sldMasterMk cId="0" sldId="2147483772"/>
        </pc:sldMasterMkLst>
        <pc:spChg chg="mod">
          <ac:chgData name="Nursakirah Ab Rahman Muton" userId="423efa6d-ee54-4a96-bb69-a7d6dc1d7e38" providerId="ADAL" clId="{DFC2549C-CF47-4A86-BB03-47BF58D98A22}" dt="2023-11-15T03:05:02.538" v="29" actId="207"/>
          <ac:spMkLst>
            <pc:docMk/>
            <pc:sldMasterMk cId="0" sldId="2147483772"/>
            <ac:spMk id="4098" creationId="{AD00FA7F-09F1-8AAC-0088-E71B3BF1A577}"/>
          </ac:spMkLst>
        </pc:spChg>
        <pc:spChg chg="mod">
          <ac:chgData name="Nursakirah Ab Rahman Muton" userId="423efa6d-ee54-4a96-bb69-a7d6dc1d7e38" providerId="ADAL" clId="{DFC2549C-CF47-4A86-BB03-47BF58D98A22}" dt="2023-11-15T03:05:09.455" v="31" actId="207"/>
          <ac:spMkLst>
            <pc:docMk/>
            <pc:sldMasterMk cId="0" sldId="2147483772"/>
            <ac:spMk id="4099" creationId="{F4BA7C6F-D5A1-685C-6294-4E98959323B1}"/>
          </ac:spMkLst>
        </pc:spChg>
        <pc:spChg chg="mod">
          <ac:chgData name="Nursakirah Ab Rahman Muton" userId="423efa6d-ee54-4a96-bb69-a7d6dc1d7e38" providerId="ADAL" clId="{DFC2549C-CF47-4A86-BB03-47BF58D98A22}" dt="2023-11-15T03:05:14.733" v="32" actId="692"/>
          <ac:spMkLst>
            <pc:docMk/>
            <pc:sldMasterMk cId="0" sldId="2147483772"/>
            <ac:spMk id="4100" creationId="{BEEB79B4-40EC-198D-1612-E0BDD7301CD1}"/>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AutoShape 1">
            <a:extLst>
              <a:ext uri="{FF2B5EF4-FFF2-40B4-BE49-F238E27FC236}">
                <a16:creationId xmlns:a16="http://schemas.microsoft.com/office/drawing/2014/main" id="{D5969CE9-9E23-75F6-DD9C-77BDA6D7F259}"/>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500"/>
              </a:spcBef>
              <a:buClr>
                <a:srgbClr val="000000"/>
              </a:buClr>
              <a:buSzPct val="100000"/>
              <a:buFont typeface="Times New Roman" panose="02020603050405020304" pitchFamily="18" charset="0"/>
              <a:buNone/>
            </a:pPr>
            <a:endParaRPr lang="en-MY" altLang="en-US"/>
          </a:p>
        </p:txBody>
      </p:sp>
      <p:sp>
        <p:nvSpPr>
          <p:cNvPr id="18435" name="Text Box 2">
            <a:extLst>
              <a:ext uri="{FF2B5EF4-FFF2-40B4-BE49-F238E27FC236}">
                <a16:creationId xmlns:a16="http://schemas.microsoft.com/office/drawing/2014/main" id="{23F2613B-F005-8C11-F8FA-59887B57F8A6}"/>
              </a:ext>
            </a:extLst>
          </p:cNvPr>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500"/>
              </a:spcBef>
              <a:buClr>
                <a:srgbClr val="000000"/>
              </a:buClr>
              <a:buSzPct val="100000"/>
              <a:buFont typeface="Times New Roman" panose="02020603050405020304" pitchFamily="18" charset="0"/>
              <a:buNone/>
            </a:pPr>
            <a:endParaRPr lang="en-MY" altLang="en-US"/>
          </a:p>
        </p:txBody>
      </p:sp>
      <p:sp>
        <p:nvSpPr>
          <p:cNvPr id="18436" name="Text Box 3">
            <a:extLst>
              <a:ext uri="{FF2B5EF4-FFF2-40B4-BE49-F238E27FC236}">
                <a16:creationId xmlns:a16="http://schemas.microsoft.com/office/drawing/2014/main" id="{9E883BE9-A455-750B-3373-99CD98BBFFC8}"/>
              </a:ext>
            </a:extLst>
          </p:cNvPr>
          <p:cNvSpPr txBox="1">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500"/>
              </a:spcBef>
              <a:buClr>
                <a:srgbClr val="000000"/>
              </a:buClr>
              <a:buSzPct val="100000"/>
              <a:buFont typeface="Times New Roman" panose="02020603050405020304" pitchFamily="18" charset="0"/>
              <a:buNone/>
            </a:pPr>
            <a:endParaRPr lang="en-MY" altLang="en-US"/>
          </a:p>
        </p:txBody>
      </p:sp>
      <p:sp>
        <p:nvSpPr>
          <p:cNvPr id="18437" name="Rectangle 4">
            <a:extLst>
              <a:ext uri="{FF2B5EF4-FFF2-40B4-BE49-F238E27FC236}">
                <a16:creationId xmlns:a16="http://schemas.microsoft.com/office/drawing/2014/main" id="{7E3F5132-40A2-E49C-DAE1-C92F9742155F}"/>
              </a:ext>
            </a:extLst>
          </p:cNvPr>
          <p:cNvSpPr>
            <a:spLocks noGrp="1" noRot="1" noChangeAspect="1" noChangeArrowheads="1"/>
          </p:cNvSpPr>
          <p:nvPr>
            <p:ph type="sldImg"/>
          </p:nvPr>
        </p:nvSpPr>
        <p:spPr bwMode="auto">
          <a:xfrm>
            <a:off x="1143000" y="685800"/>
            <a:ext cx="4570413" cy="3427413"/>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a:extLst>
              <a:ext uri="{FF2B5EF4-FFF2-40B4-BE49-F238E27FC236}">
                <a16:creationId xmlns:a16="http://schemas.microsoft.com/office/drawing/2014/main" id="{10BA2FFE-1320-352A-F2A2-0954537FCC05}"/>
              </a:ext>
            </a:extLst>
          </p:cNvPr>
          <p:cNvSpPr>
            <a:spLocks noGrp="1" noChangeArrowheads="1"/>
          </p:cNvSpPr>
          <p:nvPr>
            <p:ph type="body"/>
          </p:nvPr>
        </p:nvSpPr>
        <p:spPr bwMode="auto">
          <a:xfrm>
            <a:off x="914400" y="4343400"/>
            <a:ext cx="5027613" cy="4113213"/>
          </a:xfrm>
          <a:prstGeom prst="rect">
            <a:avLst/>
          </a:prstGeom>
          <a:noFill/>
          <a:ln>
            <a:noFill/>
          </a:ln>
          <a:effectLst/>
        </p:spPr>
        <p:txBody>
          <a:bodyPr vert="horz" wrap="square" lIns="90000" tIns="46800" rIns="90000" bIns="46800" numCol="1" anchor="ctr" anchorCtr="0" compatLnSpc="1">
            <a:prstTxWarp prst="textNoShape">
              <a:avLst/>
            </a:prstTxWarp>
          </a:bodyPr>
          <a:lstStyle/>
          <a:p>
            <a:pPr lvl="0"/>
            <a:endParaRPr lang="en-US" altLang="en-US" noProof="0"/>
          </a:p>
        </p:txBody>
      </p:sp>
      <p:sp>
        <p:nvSpPr>
          <p:cNvPr id="18439" name="Text Box 6">
            <a:extLst>
              <a:ext uri="{FF2B5EF4-FFF2-40B4-BE49-F238E27FC236}">
                <a16:creationId xmlns:a16="http://schemas.microsoft.com/office/drawing/2014/main" id="{219F02D1-CE7C-4532-D891-9123FE2EB3AD}"/>
              </a:ext>
            </a:extLst>
          </p:cNvPr>
          <p:cNvSpPr txBox="1">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500"/>
              </a:spcBef>
              <a:buClr>
                <a:srgbClr val="000000"/>
              </a:buClr>
              <a:buSzPct val="100000"/>
              <a:buFont typeface="Times New Roman" panose="02020603050405020304" pitchFamily="18" charset="0"/>
              <a:buNone/>
            </a:pPr>
            <a:endParaRPr lang="en-MY" altLang="en-US"/>
          </a:p>
        </p:txBody>
      </p:sp>
      <p:sp>
        <p:nvSpPr>
          <p:cNvPr id="3079" name="Rectangle 7">
            <a:extLst>
              <a:ext uri="{FF2B5EF4-FFF2-40B4-BE49-F238E27FC236}">
                <a16:creationId xmlns:a16="http://schemas.microsoft.com/office/drawing/2014/main" id="{4060A986-0A09-BC91-DF30-7D1C38A7B26E}"/>
              </a:ext>
            </a:extLst>
          </p:cNvPr>
          <p:cNvSpPr>
            <a:spLocks noGrp="1" noChangeArrowheads="1"/>
          </p:cNvSpPr>
          <p:nvPr>
            <p:ph type="sldNum"/>
          </p:nvPr>
        </p:nvSpPr>
        <p:spPr bwMode="auto">
          <a:xfrm>
            <a:off x="3886200" y="8686800"/>
            <a:ext cx="2970213" cy="455613"/>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a:buSzPct val="10000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cs typeface="DejaVu Sans" charset="0"/>
              </a:defRPr>
            </a:lvl1pPr>
          </a:lstStyle>
          <a:p>
            <a:pPr>
              <a:defRPr/>
            </a:pPr>
            <a:fld id="{B482CE05-F778-40E2-8916-36010C70B8E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BFF9751C-CC29-A0AC-FD81-2F79D100743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D97020C-3EB1-4B31-B374-395105D559D6}" type="slidenum">
              <a:rPr lang="en-US" altLang="en-US" smtClean="0">
                <a:ea typeface="Droid Sans Fallback" charset="0"/>
              </a:rPr>
              <a:pPr>
                <a:spcBef>
                  <a:spcPct val="0"/>
                </a:spcBef>
                <a:buClrTx/>
                <a:buFontTx/>
                <a:buNone/>
              </a:pPr>
              <a:t>2</a:t>
            </a:fld>
            <a:endParaRPr lang="en-US" altLang="en-US">
              <a:ea typeface="Droid Sans Fallback" charset="0"/>
            </a:endParaRPr>
          </a:p>
        </p:txBody>
      </p:sp>
      <p:sp>
        <p:nvSpPr>
          <p:cNvPr id="21507" name="Text Box 1">
            <a:extLst>
              <a:ext uri="{FF2B5EF4-FFF2-40B4-BE49-F238E27FC236}">
                <a16:creationId xmlns:a16="http://schemas.microsoft.com/office/drawing/2014/main" id="{8C4544FE-1C60-CF0D-023E-C5F506C61F2D}"/>
              </a:ext>
            </a:extLst>
          </p:cNvPr>
          <p:cNvSpPr txBox="1">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b"/>
          <a:lstStyle>
            <a:lvl1pPr>
              <a:spcBef>
                <a:spcPct val="300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a:spcBef>
                <a:spcPct val="0"/>
              </a:spcBef>
              <a:buClrTx/>
              <a:buFontTx/>
              <a:buNone/>
            </a:pPr>
            <a:fld id="{2398A6DC-DC13-4A78-A52F-EFC660AE8AAF}" type="slidenum">
              <a:rPr lang="en-US" altLang="en-US">
                <a:solidFill>
                  <a:srgbClr val="FFFFFF"/>
                </a:solidFill>
              </a:rPr>
              <a:pPr algn="r">
                <a:spcBef>
                  <a:spcPct val="0"/>
                </a:spcBef>
                <a:buClrTx/>
                <a:buFontTx/>
                <a:buNone/>
              </a:pPr>
              <a:t>2</a:t>
            </a:fld>
            <a:endParaRPr lang="en-US" altLang="en-US">
              <a:solidFill>
                <a:srgbClr val="FFFFFF"/>
              </a:solidFill>
            </a:endParaRPr>
          </a:p>
        </p:txBody>
      </p:sp>
      <p:sp>
        <p:nvSpPr>
          <p:cNvPr id="21508" name="Rectangle 2">
            <a:extLst>
              <a:ext uri="{FF2B5EF4-FFF2-40B4-BE49-F238E27FC236}">
                <a16:creationId xmlns:a16="http://schemas.microsoft.com/office/drawing/2014/main" id="{FC8A1D00-44FE-1BF0-8B86-4E976783C08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9" name="Text Box 3">
            <a:extLst>
              <a:ext uri="{FF2B5EF4-FFF2-40B4-BE49-F238E27FC236}">
                <a16:creationId xmlns:a16="http://schemas.microsoft.com/office/drawing/2014/main" id="{1DA109D1-2D0A-51D4-A484-2603035386B7}"/>
              </a:ext>
            </a:extLst>
          </p:cNvPr>
          <p:cNvSpPr txBox="1">
            <a:spLocks noChangeArrowheads="1"/>
          </p:cNvSpPr>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ts val="500"/>
              </a:spcBef>
              <a:buClr>
                <a:srgbClr val="000000"/>
              </a:buClr>
              <a:buSzPct val="100000"/>
              <a:buFont typeface="Times New Roman" panose="02020603050405020304" pitchFamily="18" charset="0"/>
              <a:buNone/>
            </a:pPr>
            <a:endParaRPr lang="en-MY"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3744182-8A15-5A22-24BC-50A9AAE8401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5D32536-3703-4A0B-804A-529FB9C5F502}" type="slidenum">
              <a:rPr lang="en-US" altLang="en-US" smtClean="0">
                <a:ea typeface="Droid Sans Fallback" charset="0"/>
              </a:rPr>
              <a:pPr>
                <a:spcBef>
                  <a:spcPct val="0"/>
                </a:spcBef>
                <a:buClrTx/>
                <a:buFontTx/>
                <a:buNone/>
              </a:pPr>
              <a:t>3</a:t>
            </a:fld>
            <a:endParaRPr lang="en-US" altLang="en-US">
              <a:ea typeface="Droid Sans Fallback" charset="0"/>
            </a:endParaRPr>
          </a:p>
        </p:txBody>
      </p:sp>
      <p:sp>
        <p:nvSpPr>
          <p:cNvPr id="23555" name="Rectangle 1">
            <a:extLst>
              <a:ext uri="{FF2B5EF4-FFF2-40B4-BE49-F238E27FC236}">
                <a16:creationId xmlns:a16="http://schemas.microsoft.com/office/drawing/2014/main" id="{D52C882E-A7C9-E265-5B97-35F00886ABC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DF42D79E-F65D-5969-1A05-4373B11C3FED}"/>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F106A05B-8C09-2DD8-F02F-C4FDC1F5D2A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7E921EA-8269-44ED-8318-E703B58E0C91}" type="slidenum">
              <a:rPr lang="en-US" altLang="en-US" smtClean="0">
                <a:ea typeface="Droid Sans Fallback" charset="0"/>
              </a:rPr>
              <a:pPr>
                <a:spcBef>
                  <a:spcPct val="0"/>
                </a:spcBef>
                <a:buClrTx/>
                <a:buFontTx/>
                <a:buNone/>
              </a:pPr>
              <a:t>4</a:t>
            </a:fld>
            <a:endParaRPr lang="en-US" altLang="en-US">
              <a:ea typeface="Droid Sans Fallback" charset="0"/>
            </a:endParaRPr>
          </a:p>
        </p:txBody>
      </p:sp>
      <p:sp>
        <p:nvSpPr>
          <p:cNvPr id="25603" name="Rectangle 1">
            <a:extLst>
              <a:ext uri="{FF2B5EF4-FFF2-40B4-BE49-F238E27FC236}">
                <a16:creationId xmlns:a16="http://schemas.microsoft.com/office/drawing/2014/main" id="{88869D50-D65A-A5EB-50D8-06674864B6B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4" name="Rectangle 2">
            <a:extLst>
              <a:ext uri="{FF2B5EF4-FFF2-40B4-BE49-F238E27FC236}">
                <a16:creationId xmlns:a16="http://schemas.microsoft.com/office/drawing/2014/main" id="{FE31B2FD-1C8C-5B88-5761-9CE082FAFD85}"/>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Combinational circuit contain a combination of AND gates or </a:t>
            </a:r>
            <a:r>
              <a:rPr lang="en-US" altLang="en-US" dirty="0" err="1"/>
              <a:t>OR</a:t>
            </a:r>
            <a:r>
              <a:rPr lang="en-US" altLang="en-US" dirty="0"/>
              <a:t> gates to implement functions of a computer. </a:t>
            </a:r>
          </a:p>
          <a:p>
            <a:endParaRPr lang="en-US" altLang="en-US" dirty="0"/>
          </a:p>
          <a:p>
            <a:r>
              <a:rPr lang="en-US" altLang="en-US" dirty="0"/>
              <a:t>For this type of circuit, the outputs depends solely on the value of the input …so whatever value you input to ABC or XYZ, that is basically will determine the value of F </a:t>
            </a:r>
          </a:p>
          <a:p>
            <a:endParaRPr lang="en-US" altLang="en-US" dirty="0"/>
          </a:p>
          <a:p>
            <a:r>
              <a:rPr lang="en-US" altLang="en-US" dirty="0"/>
              <a:t>In combinational circuit, there is not capability to store values or no memory capabilities expect for ROM. </a:t>
            </a:r>
          </a:p>
          <a:p>
            <a:endParaRPr lang="en-US" altLang="en-US" dirty="0"/>
          </a:p>
          <a:p>
            <a:r>
              <a:rPr lang="en-US" altLang="en-US" dirty="0"/>
              <a:t>But ROM is a special case for combinational circuit because the functions is basically fuse onto the chips…or the value of the function is already determined by how it is connected to the various gates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C6D2FBA8-6321-623C-98BB-2D307A66386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E912485-693B-45F6-8C34-D9A686400CE2}" type="slidenum">
              <a:rPr lang="en-US" altLang="en-US" smtClean="0">
                <a:ea typeface="Droid Sans Fallback" charset="0"/>
              </a:rPr>
              <a:pPr>
                <a:spcBef>
                  <a:spcPct val="0"/>
                </a:spcBef>
                <a:buClrTx/>
                <a:buFontTx/>
                <a:buNone/>
              </a:pPr>
              <a:t>5</a:t>
            </a:fld>
            <a:endParaRPr lang="en-US" altLang="en-US">
              <a:ea typeface="Droid Sans Fallback" charset="0"/>
            </a:endParaRPr>
          </a:p>
        </p:txBody>
      </p:sp>
      <p:sp>
        <p:nvSpPr>
          <p:cNvPr id="27651" name="Rectangle 1">
            <a:extLst>
              <a:ext uri="{FF2B5EF4-FFF2-40B4-BE49-F238E27FC236}">
                <a16:creationId xmlns:a16="http://schemas.microsoft.com/office/drawing/2014/main" id="{11E1EA4F-F0AB-7321-03AE-94CA60A01CF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C831FA88-A5FF-AFB8-F040-E752EE67F24D}"/>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In order to have some storage elements, we need to have devices that are capable of storing binary information depending on the state of the sequential circuit that depends on the inputs, depending on the timing and also depending on the previous state of circuit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4AF3D37F-CE1D-B241-87FA-E56951A6966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FFBA367-AFA2-4A19-9305-6D2DE9A145A0}" type="slidenum">
              <a:rPr lang="en-US" altLang="en-US" smtClean="0">
                <a:ea typeface="Droid Sans Fallback" charset="0"/>
              </a:rPr>
              <a:pPr>
                <a:spcBef>
                  <a:spcPct val="0"/>
                </a:spcBef>
                <a:buClrTx/>
                <a:buFontTx/>
                <a:buNone/>
              </a:pPr>
              <a:t>6</a:t>
            </a:fld>
            <a:endParaRPr lang="en-US" altLang="en-US">
              <a:ea typeface="Droid Sans Fallback" charset="0"/>
            </a:endParaRPr>
          </a:p>
        </p:txBody>
      </p:sp>
      <p:sp>
        <p:nvSpPr>
          <p:cNvPr id="29699" name="Rectangle 1">
            <a:extLst>
              <a:ext uri="{FF2B5EF4-FFF2-40B4-BE49-F238E27FC236}">
                <a16:creationId xmlns:a16="http://schemas.microsoft.com/office/drawing/2014/main" id="{D3ACD821-1D31-498B-5F21-DA6BB361D85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700" name="Rectangle 2">
            <a:extLst>
              <a:ext uri="{FF2B5EF4-FFF2-40B4-BE49-F238E27FC236}">
                <a16:creationId xmlns:a16="http://schemas.microsoft.com/office/drawing/2014/main" id="{1274F1CB-B5AE-859C-0E78-1F697D6ECEC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So that is why we need the sequential circuit</a:t>
            </a:r>
          </a:p>
          <a:p>
            <a:r>
              <a:rPr lang="en-US" altLang="en-US" dirty="0"/>
              <a:t>Because in sequential circuit, the current output depends on the current input and the current state of the circuit…this happens thru a combination of circuit as well, but the storage elements are connected in a form of feedback path…</a:t>
            </a:r>
          </a:p>
          <a:p>
            <a:endParaRPr lang="en-US" altLang="en-US" dirty="0"/>
          </a:p>
          <a:p>
            <a:r>
              <a:rPr lang="en-US" altLang="en-US" dirty="0"/>
              <a:t>It means whatever is potentially the output, can be channeled back to the input in the circuit and this condition helps to monitor the state of the circuit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AEAEF4F-3F9C-87CB-C77B-27CED97F46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C1291DC-DFDD-4B63-A03F-81B8BAD6A80C}" type="slidenum">
              <a:rPr lang="en-US" altLang="en-US" smtClean="0">
                <a:ea typeface="Droid Sans Fallback" charset="0"/>
              </a:rPr>
              <a:pPr>
                <a:spcBef>
                  <a:spcPct val="0"/>
                </a:spcBef>
                <a:buClrTx/>
                <a:buFontTx/>
                <a:buNone/>
              </a:pPr>
              <a:t>7</a:t>
            </a:fld>
            <a:endParaRPr lang="en-US" altLang="en-US">
              <a:ea typeface="Droid Sans Fallback" charset="0"/>
            </a:endParaRPr>
          </a:p>
        </p:txBody>
      </p:sp>
      <p:sp>
        <p:nvSpPr>
          <p:cNvPr id="31747" name="Rectangle 1">
            <a:extLst>
              <a:ext uri="{FF2B5EF4-FFF2-40B4-BE49-F238E27FC236}">
                <a16:creationId xmlns:a16="http://schemas.microsoft.com/office/drawing/2014/main" id="{2796F4DD-21FD-CD54-88E7-F3934AF4405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a:extLst>
              <a:ext uri="{FF2B5EF4-FFF2-40B4-BE49-F238E27FC236}">
                <a16:creationId xmlns:a16="http://schemas.microsoft.com/office/drawing/2014/main" id="{4749D28F-6FBF-2F95-9527-135261C932DE}"/>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One of the example of sequential circuit is the flip flop…the reason why it was called flip flop because the value of output can flip from 0 to 1 and 1 to 0. </a:t>
            </a:r>
          </a:p>
          <a:p>
            <a:endParaRPr lang="en-US" altLang="en-US" dirty="0"/>
          </a:p>
          <a:p>
            <a:r>
              <a:rPr lang="en-US" altLang="en-US" dirty="0"/>
              <a:t>This is the simplest form of sequential circuit and it has the capability to store information and this case, the flip flop can store 1 bit memory </a:t>
            </a:r>
          </a:p>
          <a:p>
            <a:endParaRPr lang="en-US" altLang="en-US" dirty="0"/>
          </a:p>
          <a:p>
            <a:r>
              <a:rPr lang="en-US" altLang="en-US" dirty="0"/>
              <a:t>It means 1 flip flop is to store 1 bit of memory or to store 1 bit binary value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CF8411B-E4A5-7AEA-E399-6B3A3B1F981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7EF5BCF-167D-462C-AD4E-95184032EF47}" type="slidenum">
              <a:rPr lang="en-US" altLang="en-US" smtClean="0">
                <a:ea typeface="Droid Sans Fallback" charset="0"/>
              </a:rPr>
              <a:pPr>
                <a:spcBef>
                  <a:spcPct val="0"/>
                </a:spcBef>
                <a:buClrTx/>
                <a:buFontTx/>
                <a:buNone/>
              </a:pPr>
              <a:t>8</a:t>
            </a:fld>
            <a:endParaRPr lang="en-US" altLang="en-US">
              <a:ea typeface="Droid Sans Fallback" charset="0"/>
            </a:endParaRPr>
          </a:p>
        </p:txBody>
      </p:sp>
      <p:sp>
        <p:nvSpPr>
          <p:cNvPr id="33795" name="Rectangle 1">
            <a:extLst>
              <a:ext uri="{FF2B5EF4-FFF2-40B4-BE49-F238E27FC236}">
                <a16:creationId xmlns:a16="http://schemas.microsoft.com/office/drawing/2014/main" id="{CB68ECD7-0B6A-A492-0177-31207019587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a:extLst>
              <a:ext uri="{FF2B5EF4-FFF2-40B4-BE49-F238E27FC236}">
                <a16:creationId xmlns:a16="http://schemas.microsoft.com/office/drawing/2014/main" id="{0098E6B7-3BB9-273D-EE1B-50603681D570}"/>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Basically flip flop is a bistable device meaning it can exists in one of two states </a:t>
            </a:r>
          </a:p>
          <a:p>
            <a:endParaRPr lang="en-US" altLang="en-US" dirty="0"/>
          </a:p>
          <a:p>
            <a:r>
              <a:rPr lang="en-US" altLang="en-US" dirty="0"/>
              <a:t>Means it can be in a value of 1 or it can  be in a value of 0 </a:t>
            </a:r>
          </a:p>
          <a:p>
            <a:endParaRPr lang="en-US" altLang="en-US" dirty="0"/>
          </a:p>
          <a:p>
            <a:r>
              <a:rPr lang="en-US" altLang="en-US" dirty="0"/>
              <a:t>If there is no input is given to this device, the device will remain in its current state </a:t>
            </a:r>
          </a:p>
          <a:p>
            <a:endParaRPr lang="en-US" altLang="en-US" dirty="0"/>
          </a:p>
          <a:p>
            <a:r>
              <a:rPr lang="en-US" altLang="en-US" dirty="0"/>
              <a:t>In order to facilitate the output, the flip flop will contain 2 outputs, the output will be Q and the complement of Q, NOT Q.  So flip flop will always have 2 outputs, one is Q and another one is its complement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AE5A0DA-86D5-B4FF-A876-2B70687A32F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10F4AB1-73C7-45F1-8B8F-E734D16A09F0}" type="slidenum">
              <a:rPr lang="en-US" altLang="en-US" smtClean="0">
                <a:ea typeface="Droid Sans Fallback" charset="0"/>
              </a:rPr>
              <a:pPr>
                <a:spcBef>
                  <a:spcPct val="0"/>
                </a:spcBef>
                <a:buClrTx/>
                <a:buFontTx/>
                <a:buNone/>
              </a:pPr>
              <a:t>9</a:t>
            </a:fld>
            <a:endParaRPr lang="en-US" altLang="en-US">
              <a:ea typeface="Droid Sans Fallback" charset="0"/>
            </a:endParaRPr>
          </a:p>
        </p:txBody>
      </p:sp>
      <p:sp>
        <p:nvSpPr>
          <p:cNvPr id="35843" name="Rectangle 1">
            <a:extLst>
              <a:ext uri="{FF2B5EF4-FFF2-40B4-BE49-F238E27FC236}">
                <a16:creationId xmlns:a16="http://schemas.microsoft.com/office/drawing/2014/main" id="{8E2E2F19-F9BD-A941-7034-051DAB28186E}"/>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4" name="Rectangle 2">
            <a:extLst>
              <a:ext uri="{FF2B5EF4-FFF2-40B4-BE49-F238E27FC236}">
                <a16:creationId xmlns:a16="http://schemas.microsoft.com/office/drawing/2014/main" id="{E2F9F5AD-C480-0C9B-2EE8-AF857DDCAB3F}"/>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This is roughly how the flip flop can be organized.</a:t>
            </a:r>
          </a:p>
          <a:p>
            <a:endParaRPr lang="en-US" altLang="en-US" dirty="0"/>
          </a:p>
          <a:p>
            <a:r>
              <a:rPr lang="en-US" altLang="en-US" dirty="0"/>
              <a:t>Flip flop will potentially store a memory values, either 1 or 0, but where does it get its input from? </a:t>
            </a:r>
          </a:p>
          <a:p>
            <a:endParaRPr lang="en-US" altLang="en-US" dirty="0"/>
          </a:p>
          <a:p>
            <a:r>
              <a:rPr lang="en-US" altLang="en-US" dirty="0"/>
              <a:t>It can come from combinational circuits, that means other circuit that trying to express the function and that function has the output F, and the F can be the input to flip flop in order to store output of the function</a:t>
            </a:r>
          </a:p>
          <a:p>
            <a:endParaRPr lang="en-US" altLang="en-US" dirty="0"/>
          </a:p>
          <a:p>
            <a:r>
              <a:rPr lang="en-US" altLang="en-US" dirty="0"/>
              <a:t>But often the flip flop is synchronized with the computers clock, so the flip flop can change depending on the value of clock whether is it 1 or 0.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FEB336C1-DAD0-4F43-C274-AF4028A1592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B52104D-AFEA-4D9F-8F9F-E695BA588148}" type="slidenum">
              <a:rPr lang="en-US" altLang="en-US" smtClean="0">
                <a:ea typeface="Droid Sans Fallback" charset="0"/>
              </a:rPr>
              <a:pPr>
                <a:spcBef>
                  <a:spcPct val="0"/>
                </a:spcBef>
                <a:buClrTx/>
                <a:buFontTx/>
                <a:buNone/>
              </a:pPr>
              <a:t>10</a:t>
            </a:fld>
            <a:endParaRPr lang="en-US" altLang="en-US">
              <a:ea typeface="Droid Sans Fallback" charset="0"/>
            </a:endParaRPr>
          </a:p>
        </p:txBody>
      </p:sp>
      <p:sp>
        <p:nvSpPr>
          <p:cNvPr id="37891" name="Rectangle 1">
            <a:extLst>
              <a:ext uri="{FF2B5EF4-FFF2-40B4-BE49-F238E27FC236}">
                <a16:creationId xmlns:a16="http://schemas.microsoft.com/office/drawing/2014/main" id="{5D939C67-683A-C39E-7986-C685F1841CC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a:extLst>
              <a:ext uri="{FF2B5EF4-FFF2-40B4-BE49-F238E27FC236}">
                <a16:creationId xmlns:a16="http://schemas.microsoft.com/office/drawing/2014/main" id="{8843FD08-43C2-491D-E5EB-B7A8C6895FBF}"/>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One of the implementation of flip flop is in the form of S-R latch.</a:t>
            </a:r>
          </a:p>
          <a:p>
            <a:endParaRPr lang="en-US" altLang="en-US" dirty="0"/>
          </a:p>
          <a:p>
            <a:r>
              <a:rPr lang="en-US" altLang="en-US" dirty="0"/>
              <a:t>In this case, set means to make it value 1 and reset is to make it value 0</a:t>
            </a:r>
          </a:p>
          <a:p>
            <a:endParaRPr lang="en-US" altLang="en-US" dirty="0"/>
          </a:p>
          <a:p>
            <a:r>
              <a:rPr lang="en-US" altLang="en-US" dirty="0"/>
              <a:t>If the S is set to 1, it will then make the output as 1 </a:t>
            </a:r>
          </a:p>
          <a:p>
            <a:endParaRPr lang="en-US" altLang="en-US" dirty="0"/>
          </a:p>
          <a:p>
            <a:r>
              <a:rPr lang="en-US" altLang="en-US" dirty="0"/>
              <a:t>If R input is 1, the reset will then make the output value as 0 (because the purpose of R is to reset the output value to 0) </a:t>
            </a:r>
          </a:p>
          <a:p>
            <a:endParaRPr lang="en-US" altLang="en-US" dirty="0"/>
          </a:p>
          <a:p>
            <a:r>
              <a:rPr lang="en-US" altLang="en-US" dirty="0"/>
              <a:t>If you notice how the S-R latch is organized….the output of R will be then feedback to S as an input and the output of S will be then feedback to R as an input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FD162E1-BEF9-A6DE-16B8-8E3197A05F4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9317536-8EA3-4286-997C-41B3957CF874}" type="slidenum">
              <a:rPr lang="en-US" altLang="en-US" smtClean="0">
                <a:ea typeface="Droid Sans Fallback" charset="0"/>
              </a:rPr>
              <a:pPr>
                <a:spcBef>
                  <a:spcPct val="0"/>
                </a:spcBef>
                <a:buClrTx/>
                <a:buFontTx/>
                <a:buNone/>
              </a:pPr>
              <a:t>11</a:t>
            </a:fld>
            <a:endParaRPr lang="en-US" altLang="en-US">
              <a:ea typeface="Droid Sans Fallback" charset="0"/>
            </a:endParaRPr>
          </a:p>
        </p:txBody>
      </p:sp>
      <p:sp>
        <p:nvSpPr>
          <p:cNvPr id="39939" name="Rectangle 1">
            <a:extLst>
              <a:ext uri="{FF2B5EF4-FFF2-40B4-BE49-F238E27FC236}">
                <a16:creationId xmlns:a16="http://schemas.microsoft.com/office/drawing/2014/main" id="{0C732242-7120-B7AC-FF5D-E3F291EAB99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a:extLst>
              <a:ext uri="{FF2B5EF4-FFF2-40B4-BE49-F238E27FC236}">
                <a16:creationId xmlns:a16="http://schemas.microsoft.com/office/drawing/2014/main" id="{FEAE234D-EA40-E0A0-BEE5-B7A7C5C2D2A3}"/>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If you notice, the input Q = 0 is feedback to the S input </a:t>
            </a:r>
          </a:p>
          <a:p>
            <a:endParaRPr lang="en-US" altLang="en-US" dirty="0"/>
          </a:p>
          <a:p>
            <a:r>
              <a:rPr lang="en-US" altLang="en-US" dirty="0"/>
              <a:t>Then, the NOT Q value is then channel to input R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FD162E1-BEF9-A6DE-16B8-8E3197A05F4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9317536-8EA3-4286-997C-41B3957CF874}" type="slidenum">
              <a:rPr lang="en-US" altLang="en-US" smtClean="0">
                <a:ea typeface="Droid Sans Fallback" charset="0"/>
              </a:rPr>
              <a:pPr>
                <a:spcBef>
                  <a:spcPct val="0"/>
                </a:spcBef>
                <a:buClrTx/>
                <a:buFontTx/>
                <a:buNone/>
              </a:pPr>
              <a:t>12</a:t>
            </a:fld>
            <a:endParaRPr lang="en-US" altLang="en-US">
              <a:ea typeface="Droid Sans Fallback" charset="0"/>
            </a:endParaRPr>
          </a:p>
        </p:txBody>
      </p:sp>
      <p:sp>
        <p:nvSpPr>
          <p:cNvPr id="39939" name="Rectangle 1">
            <a:extLst>
              <a:ext uri="{FF2B5EF4-FFF2-40B4-BE49-F238E27FC236}">
                <a16:creationId xmlns:a16="http://schemas.microsoft.com/office/drawing/2014/main" id="{0C732242-7120-B7AC-FF5D-E3F291EAB99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a:extLst>
              <a:ext uri="{FF2B5EF4-FFF2-40B4-BE49-F238E27FC236}">
                <a16:creationId xmlns:a16="http://schemas.microsoft.com/office/drawing/2014/main" id="{FEAE234D-EA40-E0A0-BEE5-B7A7C5C2D2A3}"/>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If you notice, the input Q = 0 is feedback to the S input </a:t>
            </a:r>
          </a:p>
          <a:p>
            <a:endParaRPr lang="en-US" altLang="en-US" dirty="0"/>
          </a:p>
          <a:p>
            <a:r>
              <a:rPr lang="en-US" altLang="en-US" dirty="0"/>
              <a:t>Then, the NOT Q value is then channel to input R </a:t>
            </a:r>
          </a:p>
        </p:txBody>
      </p:sp>
    </p:spTree>
    <p:extLst>
      <p:ext uri="{BB962C8B-B14F-4D97-AF65-F5344CB8AC3E}">
        <p14:creationId xmlns:p14="http://schemas.microsoft.com/office/powerpoint/2010/main" val="1076642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FD162E1-BEF9-A6DE-16B8-8E3197A05F4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9317536-8EA3-4286-997C-41B3957CF874}" type="slidenum">
              <a:rPr lang="en-US" altLang="en-US" smtClean="0">
                <a:ea typeface="Droid Sans Fallback" charset="0"/>
              </a:rPr>
              <a:pPr>
                <a:spcBef>
                  <a:spcPct val="0"/>
                </a:spcBef>
                <a:buClrTx/>
                <a:buFontTx/>
                <a:buNone/>
              </a:pPr>
              <a:t>14</a:t>
            </a:fld>
            <a:endParaRPr lang="en-US" altLang="en-US">
              <a:ea typeface="Droid Sans Fallback" charset="0"/>
            </a:endParaRPr>
          </a:p>
        </p:txBody>
      </p:sp>
      <p:sp>
        <p:nvSpPr>
          <p:cNvPr id="39939" name="Rectangle 1">
            <a:extLst>
              <a:ext uri="{FF2B5EF4-FFF2-40B4-BE49-F238E27FC236}">
                <a16:creationId xmlns:a16="http://schemas.microsoft.com/office/drawing/2014/main" id="{0C732242-7120-B7AC-FF5D-E3F291EAB99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a:extLst>
              <a:ext uri="{FF2B5EF4-FFF2-40B4-BE49-F238E27FC236}">
                <a16:creationId xmlns:a16="http://schemas.microsoft.com/office/drawing/2014/main" id="{FEAE234D-EA40-E0A0-BEE5-B7A7C5C2D2A3}"/>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Okay, this is the initial state of SR latch where S, R, Q is 0 and NOT Q is 1. </a:t>
            </a:r>
          </a:p>
          <a:p>
            <a:endParaRPr lang="en-US" altLang="en-US" dirty="0"/>
          </a:p>
          <a:p>
            <a:r>
              <a:rPr lang="en-US" altLang="en-US" dirty="0"/>
              <a:t>Next, we want to set the flip flop where the setting requires S value to be a 1, so we hope that the Q value will change from 0 to a 1.</a:t>
            </a:r>
          </a:p>
          <a:p>
            <a:endParaRPr lang="en-US" altLang="en-US" dirty="0"/>
          </a:p>
          <a:p>
            <a:r>
              <a:rPr lang="en-US" altLang="en-US" dirty="0"/>
              <a:t>When S is 1, that means we are setting the flip flop, when we set the flip flop, it means we want to change the Q from 0 to 1. </a:t>
            </a:r>
          </a:p>
          <a:p>
            <a:endParaRPr lang="en-US" altLang="en-US" dirty="0"/>
          </a:p>
          <a:p>
            <a:pPr marL="228600" indent="-228600">
              <a:buAutoNum type="arabicPeriod"/>
            </a:pPr>
            <a:r>
              <a:rPr lang="en-US" altLang="en-US" dirty="0"/>
              <a:t>S = 1</a:t>
            </a:r>
          </a:p>
          <a:p>
            <a:pPr marL="228600" indent="-228600">
              <a:buAutoNum type="arabicPeriod"/>
            </a:pPr>
            <a:r>
              <a:rPr lang="en-US" altLang="en-US" dirty="0"/>
              <a:t>Q value 0 is now feedback to S NOR gate, and 0 and 1 is 1,  and the NOT will make the NOT Q become 0 </a:t>
            </a:r>
          </a:p>
          <a:p>
            <a:pPr marL="228600" indent="-228600">
              <a:buAutoNum type="arabicPeriod"/>
            </a:pPr>
            <a:r>
              <a:rPr lang="en-US" altLang="en-US" dirty="0"/>
              <a:t>The NOT Q value will be then feedback to R gate </a:t>
            </a:r>
          </a:p>
          <a:p>
            <a:endParaRPr lang="en-US" altLang="en-US" dirty="0"/>
          </a:p>
          <a:p>
            <a:endParaRPr lang="en-US" altLang="en-US" dirty="0"/>
          </a:p>
        </p:txBody>
      </p:sp>
    </p:spTree>
    <p:extLst>
      <p:ext uri="{BB962C8B-B14F-4D97-AF65-F5344CB8AC3E}">
        <p14:creationId xmlns:p14="http://schemas.microsoft.com/office/powerpoint/2010/main" val="4035568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FD162E1-BEF9-A6DE-16B8-8E3197A05F4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9317536-8EA3-4286-997C-41B3957CF874}" type="slidenum">
              <a:rPr lang="en-US" altLang="en-US" smtClean="0">
                <a:ea typeface="Droid Sans Fallback" charset="0"/>
              </a:rPr>
              <a:pPr>
                <a:spcBef>
                  <a:spcPct val="0"/>
                </a:spcBef>
                <a:buClrTx/>
                <a:buFontTx/>
                <a:buNone/>
              </a:pPr>
              <a:t>15</a:t>
            </a:fld>
            <a:endParaRPr lang="en-US" altLang="en-US">
              <a:ea typeface="Droid Sans Fallback" charset="0"/>
            </a:endParaRPr>
          </a:p>
        </p:txBody>
      </p:sp>
      <p:sp>
        <p:nvSpPr>
          <p:cNvPr id="39939" name="Rectangle 1">
            <a:extLst>
              <a:ext uri="{FF2B5EF4-FFF2-40B4-BE49-F238E27FC236}">
                <a16:creationId xmlns:a16="http://schemas.microsoft.com/office/drawing/2014/main" id="{0C732242-7120-B7AC-FF5D-E3F291EAB99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a:extLst>
              <a:ext uri="{FF2B5EF4-FFF2-40B4-BE49-F238E27FC236}">
                <a16:creationId xmlns:a16="http://schemas.microsoft.com/office/drawing/2014/main" id="{FEAE234D-EA40-E0A0-BEE5-B7A7C5C2D2A3}"/>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From the previous example, setting the S to 1 will make Q to become a 1. </a:t>
            </a:r>
          </a:p>
          <a:p>
            <a:endParaRPr lang="en-US" altLang="en-US" dirty="0"/>
          </a:p>
          <a:p>
            <a:r>
              <a:rPr lang="en-US" altLang="en-US" dirty="0"/>
              <a:t>So now what will happen if S is now 0? In this case, we are not setting the flip flop, we just changing the S to become a 0</a:t>
            </a:r>
          </a:p>
          <a:p>
            <a:endParaRPr lang="en-US" altLang="en-US" dirty="0"/>
          </a:p>
          <a:p>
            <a:r>
              <a:rPr lang="en-US" altLang="en-US" dirty="0"/>
              <a:t>Look at the diagram, S is 1 and Q was made to become 1 and the SR latch is in stable condition. </a:t>
            </a:r>
            <a:br>
              <a:rPr lang="en-US" altLang="en-US" dirty="0"/>
            </a:br>
            <a:endParaRPr lang="en-US" altLang="en-US" dirty="0"/>
          </a:p>
          <a:p>
            <a:r>
              <a:rPr lang="en-US" altLang="en-US" dirty="0"/>
              <a:t>If you notice, by changing the S value to 0, the status of Q and NOT Q do not change (it maintain).</a:t>
            </a:r>
          </a:p>
        </p:txBody>
      </p:sp>
    </p:spTree>
    <p:extLst>
      <p:ext uri="{BB962C8B-B14F-4D97-AF65-F5344CB8AC3E}">
        <p14:creationId xmlns:p14="http://schemas.microsoft.com/office/powerpoint/2010/main" val="1045790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FD162E1-BEF9-A6DE-16B8-8E3197A05F4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9317536-8EA3-4286-997C-41B3957CF874}" type="slidenum">
              <a:rPr lang="en-US" altLang="en-US" smtClean="0">
                <a:ea typeface="Droid Sans Fallback" charset="0"/>
              </a:rPr>
              <a:pPr>
                <a:spcBef>
                  <a:spcPct val="0"/>
                </a:spcBef>
                <a:buClrTx/>
                <a:buFontTx/>
                <a:buNone/>
              </a:pPr>
              <a:t>17</a:t>
            </a:fld>
            <a:endParaRPr lang="en-US" altLang="en-US">
              <a:ea typeface="Droid Sans Fallback" charset="0"/>
            </a:endParaRPr>
          </a:p>
        </p:txBody>
      </p:sp>
      <p:sp>
        <p:nvSpPr>
          <p:cNvPr id="39939" name="Rectangle 1">
            <a:extLst>
              <a:ext uri="{FF2B5EF4-FFF2-40B4-BE49-F238E27FC236}">
                <a16:creationId xmlns:a16="http://schemas.microsoft.com/office/drawing/2014/main" id="{0C732242-7120-B7AC-FF5D-E3F291EAB99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a:extLst>
              <a:ext uri="{FF2B5EF4-FFF2-40B4-BE49-F238E27FC236}">
                <a16:creationId xmlns:a16="http://schemas.microsoft.com/office/drawing/2014/main" id="{FEAE234D-EA40-E0A0-BEE5-B7A7C5C2D2A3}"/>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When R is now 1, we are trying to reset the SR Latch, the purpose of resetting is to make Q value from 1 to 0.</a:t>
            </a:r>
          </a:p>
        </p:txBody>
      </p:sp>
    </p:spTree>
    <p:extLst>
      <p:ext uri="{BB962C8B-B14F-4D97-AF65-F5344CB8AC3E}">
        <p14:creationId xmlns:p14="http://schemas.microsoft.com/office/powerpoint/2010/main" val="3422131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A2E5BE8-5F1F-B2CE-DACA-2CD509C4222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CEC580B9-C3C7-48ED-918D-1C9CB028DDB2}" type="slidenum">
              <a:rPr lang="en-US" altLang="en-US" smtClean="0">
                <a:ea typeface="Droid Sans Fallback" charset="0"/>
              </a:rPr>
              <a:pPr>
                <a:spcBef>
                  <a:spcPct val="0"/>
                </a:spcBef>
                <a:buClrTx/>
                <a:buFontTx/>
                <a:buNone/>
              </a:pPr>
              <a:t>18</a:t>
            </a:fld>
            <a:endParaRPr lang="en-US" altLang="en-US">
              <a:ea typeface="Droid Sans Fallback" charset="0"/>
            </a:endParaRPr>
          </a:p>
        </p:txBody>
      </p:sp>
      <p:sp>
        <p:nvSpPr>
          <p:cNvPr id="50179" name="Rectangle 1">
            <a:extLst>
              <a:ext uri="{FF2B5EF4-FFF2-40B4-BE49-F238E27FC236}">
                <a16:creationId xmlns:a16="http://schemas.microsoft.com/office/drawing/2014/main" id="{78DD3686-2822-9CAF-FA1A-D368D711D58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80" name="Rectangle 2">
            <a:extLst>
              <a:ext uri="{FF2B5EF4-FFF2-40B4-BE49-F238E27FC236}">
                <a16:creationId xmlns:a16="http://schemas.microsoft.com/office/drawing/2014/main" id="{9B7D17EB-5D47-7D44-5ABC-2918F25394B6}"/>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This is a diagram that show the </a:t>
            </a:r>
            <a:r>
              <a:rPr lang="en-US" altLang="en-US" dirty="0" err="1"/>
              <a:t>behaviour</a:t>
            </a:r>
            <a:r>
              <a:rPr lang="en-US" altLang="en-US" dirty="0"/>
              <a:t> of input S and R and how it affect the output Q and NOT Q. </a:t>
            </a:r>
          </a:p>
          <a:p>
            <a:endParaRPr lang="en-US" altLang="en-US" dirty="0"/>
          </a:p>
          <a:p>
            <a:r>
              <a:rPr lang="en-US" altLang="en-US" dirty="0"/>
              <a:t>Okay, when you want to do a setting, when S is change from 0 to a 1, the NOT Q changes first, the NOT Q will change to a 0 then only followed by Q becoming a 1. </a:t>
            </a:r>
          </a:p>
          <a:p>
            <a:endParaRPr lang="en-US" altLang="en-US" dirty="0"/>
          </a:p>
          <a:p>
            <a:endParaRPr lang="en-US" altLang="en-US" dirty="0"/>
          </a:p>
          <a:p>
            <a:r>
              <a:rPr lang="en-US" altLang="en-US" dirty="0"/>
              <a:t>In the case of resetting, when you change a R to a 1, which mean you wan to reset the SR Latch,  where you want Q to become a 0…</a:t>
            </a:r>
          </a:p>
          <a:p>
            <a:endParaRPr lang="en-US" altLang="en-US" dirty="0"/>
          </a:p>
          <a:p>
            <a:r>
              <a:rPr lang="en-US" altLang="en-US" dirty="0"/>
              <a:t>The </a:t>
            </a:r>
            <a:r>
              <a:rPr lang="en-US" altLang="en-US" dirty="0" err="1"/>
              <a:t>behaviour</a:t>
            </a:r>
            <a:r>
              <a:rPr lang="en-US" altLang="en-US" dirty="0"/>
              <a:t> of resetting where Q will be changed to a 0 first, then only followed by NOT Q.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505AF7A4-07AE-06DA-43FC-CB8D90E7F4E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DE91B0B-1094-429C-ACFD-6B5737974EF1}" type="slidenum">
              <a:rPr lang="en-US" altLang="en-US" smtClean="0">
                <a:ea typeface="Droid Sans Fallback" charset="0"/>
              </a:rPr>
              <a:pPr>
                <a:spcBef>
                  <a:spcPct val="0"/>
                </a:spcBef>
                <a:buClrTx/>
                <a:buFontTx/>
                <a:buNone/>
              </a:pPr>
              <a:t>19</a:t>
            </a:fld>
            <a:endParaRPr lang="en-US" altLang="en-US">
              <a:ea typeface="Droid Sans Fallback" charset="0"/>
            </a:endParaRPr>
          </a:p>
        </p:txBody>
      </p:sp>
      <p:sp>
        <p:nvSpPr>
          <p:cNvPr id="52227" name="Rectangle 1">
            <a:extLst>
              <a:ext uri="{FF2B5EF4-FFF2-40B4-BE49-F238E27FC236}">
                <a16:creationId xmlns:a16="http://schemas.microsoft.com/office/drawing/2014/main" id="{98F09BAE-1986-07DE-615E-5C9A76DBB4A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Rectangle 2">
            <a:extLst>
              <a:ext uri="{FF2B5EF4-FFF2-40B4-BE49-F238E27FC236}">
                <a16:creationId xmlns:a16="http://schemas.microsoft.com/office/drawing/2014/main" id="{EE45B5ED-3CBF-23CA-9A8F-011019E1F1A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4F17960C-A7FE-B3BF-886A-451284BC5D6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56863D6-E67E-4E05-81D7-45E0A045D658}" type="slidenum">
              <a:rPr lang="en-US" altLang="en-US" smtClean="0">
                <a:ea typeface="Droid Sans Fallback" charset="0"/>
              </a:rPr>
              <a:pPr>
                <a:spcBef>
                  <a:spcPct val="0"/>
                </a:spcBef>
                <a:buClrTx/>
                <a:buFontTx/>
                <a:buNone/>
              </a:pPr>
              <a:t>20</a:t>
            </a:fld>
            <a:endParaRPr lang="en-US" altLang="en-US">
              <a:ea typeface="Droid Sans Fallback" charset="0"/>
            </a:endParaRPr>
          </a:p>
        </p:txBody>
      </p:sp>
      <p:sp>
        <p:nvSpPr>
          <p:cNvPr id="54275" name="Rectangle 1">
            <a:extLst>
              <a:ext uri="{FF2B5EF4-FFF2-40B4-BE49-F238E27FC236}">
                <a16:creationId xmlns:a16="http://schemas.microsoft.com/office/drawing/2014/main" id="{E3B3774D-5005-7505-BAFF-3F0111FC335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6" name="Rectangle 2">
            <a:extLst>
              <a:ext uri="{FF2B5EF4-FFF2-40B4-BE49-F238E27FC236}">
                <a16:creationId xmlns:a16="http://schemas.microsoft.com/office/drawing/2014/main" id="{4115E103-9177-6491-E986-0E17F572566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If S value changed from 1 to 0, the Q value is maintain</a:t>
            </a:r>
          </a:p>
          <a:p>
            <a:endParaRPr lang="en-US" altLang="en-US" dirty="0"/>
          </a:p>
          <a:p>
            <a:r>
              <a:rPr lang="en-US" altLang="en-US" dirty="0"/>
              <a:t>If R value is change to 1, (resetting condition), you the Q value changed to 0.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90A81BD0-EA68-39E6-2EA4-2B465CAD535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3720726F-98DE-45E2-8024-E1C16FAF8224}" type="slidenum">
              <a:rPr lang="en-US" altLang="en-US" smtClean="0">
                <a:ea typeface="Droid Sans Fallback" charset="0"/>
              </a:rPr>
              <a:pPr>
                <a:spcBef>
                  <a:spcPct val="0"/>
                </a:spcBef>
                <a:buClrTx/>
                <a:buFontTx/>
                <a:buNone/>
              </a:pPr>
              <a:t>21</a:t>
            </a:fld>
            <a:endParaRPr lang="en-US" altLang="en-US">
              <a:ea typeface="Droid Sans Fallback" charset="0"/>
            </a:endParaRPr>
          </a:p>
        </p:txBody>
      </p:sp>
      <p:sp>
        <p:nvSpPr>
          <p:cNvPr id="56323" name="Rectangle 1">
            <a:extLst>
              <a:ext uri="{FF2B5EF4-FFF2-40B4-BE49-F238E27FC236}">
                <a16:creationId xmlns:a16="http://schemas.microsoft.com/office/drawing/2014/main" id="{511CE2CE-3EE6-4E83-40FA-470B1297B2A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4" name="Rectangle 2">
            <a:extLst>
              <a:ext uri="{FF2B5EF4-FFF2-40B4-BE49-F238E27FC236}">
                <a16:creationId xmlns:a16="http://schemas.microsoft.com/office/drawing/2014/main" id="{E5DEFF9D-8376-C375-371F-4FC4A4A754D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Another example or another implementation of flip flop is the clocked SR flip flop.</a:t>
            </a:r>
          </a:p>
          <a:p>
            <a:endParaRPr lang="en-US" altLang="en-US" dirty="0"/>
          </a:p>
          <a:p>
            <a:r>
              <a:rPr lang="en-US" altLang="en-US" dirty="0"/>
              <a:t>In the normal SR Latch, the output changes depending on how the input changes</a:t>
            </a:r>
          </a:p>
          <a:p>
            <a:endParaRPr lang="en-US" altLang="en-US" dirty="0"/>
          </a:p>
          <a:p>
            <a:r>
              <a:rPr lang="en-US" altLang="en-US" dirty="0"/>
              <a:t>There will be usually delay or some non-</a:t>
            </a:r>
            <a:r>
              <a:rPr lang="en-US" altLang="en-US" dirty="0" err="1"/>
              <a:t>scynronocity</a:t>
            </a:r>
            <a:r>
              <a:rPr lang="en-US" altLang="en-US" dirty="0"/>
              <a:t> between the flip flop. That means it changes when there is a change.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8A4CDA5-3AD4-6157-CB6A-2130AD52DDF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657B58F2-5DE2-4D00-A6A1-7A951154E9BE}" type="slidenum">
              <a:rPr lang="en-US" altLang="en-US" smtClean="0">
                <a:ea typeface="Droid Sans Fallback" charset="0"/>
              </a:rPr>
              <a:pPr>
                <a:spcBef>
                  <a:spcPct val="0"/>
                </a:spcBef>
                <a:buClrTx/>
                <a:buFontTx/>
                <a:buNone/>
              </a:pPr>
              <a:t>22</a:t>
            </a:fld>
            <a:endParaRPr lang="en-US" altLang="en-US">
              <a:ea typeface="Droid Sans Fallback" charset="0"/>
            </a:endParaRPr>
          </a:p>
        </p:txBody>
      </p:sp>
      <p:sp>
        <p:nvSpPr>
          <p:cNvPr id="58371" name="Rectangle 1">
            <a:extLst>
              <a:ext uri="{FF2B5EF4-FFF2-40B4-BE49-F238E27FC236}">
                <a16:creationId xmlns:a16="http://schemas.microsoft.com/office/drawing/2014/main" id="{A1E4FB97-E377-78C0-1AA9-6D7F4DC8E38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2" name="Rectangle 2">
            <a:extLst>
              <a:ext uri="{FF2B5EF4-FFF2-40B4-BE49-F238E27FC236}">
                <a16:creationId xmlns:a16="http://schemas.microsoft.com/office/drawing/2014/main" id="{7360152F-4882-5044-055F-401ED0250C9F}"/>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But if you want to be something organized, especially in the computer, for example you want a signal to propagate in timely manner, we need to synchronize the changes of the output and input at the same time. </a:t>
            </a:r>
          </a:p>
          <a:p>
            <a:endParaRPr lang="en-US" altLang="en-US" dirty="0"/>
          </a:p>
          <a:p>
            <a:r>
              <a:rPr lang="en-US" altLang="en-US" dirty="0"/>
              <a:t>So in this case, we attached a clock to R and S input, it means S and R can only be in affect if the clock changes from 0 to a 1. </a:t>
            </a:r>
          </a:p>
          <a:p>
            <a:endParaRPr lang="en-US" altLang="en-US" dirty="0"/>
          </a:p>
          <a:p>
            <a:r>
              <a:rPr lang="en-US" altLang="en-US" dirty="0"/>
              <a:t>So, when the clock is a 1, then only whatever value of R is allowed, and when the clock is a 1, then only whatever value of S is allowed too because both are connected to an AND gate</a:t>
            </a:r>
          </a:p>
          <a:p>
            <a:endParaRPr lang="en-US" altLang="en-US" dirty="0"/>
          </a:p>
          <a:p>
            <a:r>
              <a:rPr lang="en-US" altLang="en-US" dirty="0"/>
              <a:t>With the clock input, it makes sure the value of S and R are changed at a fixed time or predictable time and that is why it is called </a:t>
            </a:r>
            <a:r>
              <a:rPr lang="en-US" altLang="en-US" dirty="0" err="1"/>
              <a:t>scynchronous</a:t>
            </a:r>
            <a:r>
              <a:rPr lang="en-US" altLang="en-US" dirty="0"/>
              <a:t>. </a:t>
            </a:r>
          </a:p>
          <a:p>
            <a:endParaRPr lang="en-US" altLang="en-US" dirty="0"/>
          </a:p>
          <a:p>
            <a:r>
              <a:rPr lang="en-US" altLang="en-US" dirty="0"/>
              <a:t>If  you notice, after the RS being </a:t>
            </a:r>
            <a:r>
              <a:rPr lang="en-US" altLang="en-US" dirty="0" err="1"/>
              <a:t>synchronise</a:t>
            </a:r>
            <a:r>
              <a:rPr lang="en-US" altLang="en-US" dirty="0"/>
              <a:t> by the clock, it will then go through the SR NOT gate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089349E3-29FD-D15B-92F4-944C2214722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938F697-ADDC-466F-860C-A0057818CEBD}" type="slidenum">
              <a:rPr lang="en-US" altLang="en-US" smtClean="0">
                <a:ea typeface="Droid Sans Fallback" charset="0"/>
              </a:rPr>
              <a:pPr>
                <a:spcBef>
                  <a:spcPct val="0"/>
                </a:spcBef>
                <a:buClrTx/>
                <a:buFontTx/>
                <a:buNone/>
              </a:pPr>
              <a:t>23</a:t>
            </a:fld>
            <a:endParaRPr lang="en-US" altLang="en-US">
              <a:ea typeface="Droid Sans Fallback" charset="0"/>
            </a:endParaRPr>
          </a:p>
        </p:txBody>
      </p:sp>
      <p:sp>
        <p:nvSpPr>
          <p:cNvPr id="60419" name="Rectangle 1">
            <a:extLst>
              <a:ext uri="{FF2B5EF4-FFF2-40B4-BE49-F238E27FC236}">
                <a16:creationId xmlns:a16="http://schemas.microsoft.com/office/drawing/2014/main" id="{8590316D-9C5E-01F5-4495-8B50FF727DB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20" name="Rectangle 2">
            <a:extLst>
              <a:ext uri="{FF2B5EF4-FFF2-40B4-BE49-F238E27FC236}">
                <a16:creationId xmlns:a16="http://schemas.microsoft.com/office/drawing/2014/main" id="{54E70EB0-9C33-9356-1DCB-B717813CA0F5}"/>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The next example of SR latch implementation is D flip flop. </a:t>
            </a:r>
          </a:p>
          <a:p>
            <a:endParaRPr lang="en-US" altLang="en-US" dirty="0"/>
          </a:p>
          <a:p>
            <a:r>
              <a:rPr lang="en-US" altLang="en-US" dirty="0"/>
              <a:t>For D flip flop case, it make sure S and R value will never be 1 at the same time. </a:t>
            </a:r>
          </a:p>
          <a:p>
            <a:endParaRPr lang="en-US" altLang="en-US" dirty="0"/>
          </a:p>
          <a:p>
            <a:r>
              <a:rPr lang="en-US" altLang="en-US" dirty="0"/>
              <a:t>This can be achieved my inverting the input to make sure that both S and R are always having the opposite value. </a:t>
            </a:r>
          </a:p>
          <a:p>
            <a:endParaRPr lang="en-US" altLang="en-US" dirty="0"/>
          </a:p>
          <a:p>
            <a:r>
              <a:rPr lang="en-US" altLang="en-US" dirty="0"/>
              <a:t>If you see in the diagram,  the D input will be channeled to the original S AND gate and at the same time, D is inverted and channel to the R AND gate.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B5E25976-0B1E-7DFB-B0B4-02FAFAD9C48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B20C91B-1C6C-4682-83EC-116D2C93A834}" type="slidenum">
              <a:rPr lang="en-US" altLang="en-US" smtClean="0">
                <a:ea typeface="Droid Sans Fallback" charset="0"/>
              </a:rPr>
              <a:pPr>
                <a:spcBef>
                  <a:spcPct val="0"/>
                </a:spcBef>
                <a:buClrTx/>
                <a:buFontTx/>
                <a:buNone/>
              </a:pPr>
              <a:t>24</a:t>
            </a:fld>
            <a:endParaRPr lang="en-US" altLang="en-US">
              <a:ea typeface="Droid Sans Fallback" charset="0"/>
            </a:endParaRPr>
          </a:p>
        </p:txBody>
      </p:sp>
      <p:sp>
        <p:nvSpPr>
          <p:cNvPr id="62467" name="Rectangle 1">
            <a:extLst>
              <a:ext uri="{FF2B5EF4-FFF2-40B4-BE49-F238E27FC236}">
                <a16:creationId xmlns:a16="http://schemas.microsoft.com/office/drawing/2014/main" id="{325E171C-B2FD-26AC-9251-F1B6D9EB4A1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8" name="Rectangle 2">
            <a:extLst>
              <a:ext uri="{FF2B5EF4-FFF2-40B4-BE49-F238E27FC236}">
                <a16:creationId xmlns:a16="http://schemas.microsoft.com/office/drawing/2014/main" id="{48B65DF6-9304-EBB1-5EDC-1F2BE633B5F1}"/>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The last type of SR latch is JK flip flop</a:t>
            </a:r>
          </a:p>
          <a:p>
            <a:endParaRPr lang="en-US" altLang="en-US" dirty="0"/>
          </a:p>
          <a:p>
            <a:r>
              <a:rPr lang="en-US" altLang="en-US" dirty="0"/>
              <a:t>It is very much similar to SR flip flop but all combination are valid including when the S and R are both 1.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11F995D-BDFE-F696-0071-9826E92459F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69E6997D-3408-46D4-B5F8-26E8C89ECEAB}" type="slidenum">
              <a:rPr lang="en-US" altLang="en-US" smtClean="0">
                <a:ea typeface="Droid Sans Fallback" charset="0"/>
              </a:rPr>
              <a:pPr>
                <a:spcBef>
                  <a:spcPct val="0"/>
                </a:spcBef>
                <a:buClrTx/>
                <a:buFontTx/>
                <a:buNone/>
              </a:pPr>
              <a:t>25</a:t>
            </a:fld>
            <a:endParaRPr lang="en-US" altLang="en-US">
              <a:ea typeface="Droid Sans Fallback" charset="0"/>
            </a:endParaRPr>
          </a:p>
        </p:txBody>
      </p:sp>
      <p:sp>
        <p:nvSpPr>
          <p:cNvPr id="64515" name="Rectangle 1">
            <a:extLst>
              <a:ext uri="{FF2B5EF4-FFF2-40B4-BE49-F238E27FC236}">
                <a16:creationId xmlns:a16="http://schemas.microsoft.com/office/drawing/2014/main" id="{88CD7CF1-F19E-6C37-475A-2EAE0B41582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6" name="Rectangle 2">
            <a:extLst>
              <a:ext uri="{FF2B5EF4-FFF2-40B4-BE49-F238E27FC236}">
                <a16:creationId xmlns:a16="http://schemas.microsoft.com/office/drawing/2014/main" id="{F4B4E4F7-9F0D-F5F2-2B23-C16D043A0174}"/>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In this case, when J and K is 1 (meaning J=S and K=R) is 1, it will act as a toggle, which mean it reverse the output Q and NOT Q. </a:t>
            </a:r>
          </a:p>
          <a:p>
            <a:endParaRPr lang="en-US" altLang="en-US" dirty="0"/>
          </a:p>
          <a:p>
            <a:r>
              <a:rPr lang="en-US" altLang="en-US" dirty="0"/>
              <a:t>SO that means, if originally Q is the 0, it will toggle the Q value to 1. </a:t>
            </a:r>
          </a:p>
        </p:txBody>
      </p:sp>
    </p:spTree>
    <p:extLst>
      <p:ext uri="{BB962C8B-B14F-4D97-AF65-F5344CB8AC3E}">
        <p14:creationId xmlns:p14="http://schemas.microsoft.com/office/powerpoint/2010/main" val="1436193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11F995D-BDFE-F696-0071-9826E92459F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69E6997D-3408-46D4-B5F8-26E8C89ECEAB}" type="slidenum">
              <a:rPr lang="en-US" altLang="en-US" smtClean="0">
                <a:ea typeface="Droid Sans Fallback" charset="0"/>
              </a:rPr>
              <a:pPr>
                <a:spcBef>
                  <a:spcPct val="0"/>
                </a:spcBef>
                <a:buClrTx/>
                <a:buFontTx/>
                <a:buNone/>
              </a:pPr>
              <a:t>26</a:t>
            </a:fld>
            <a:endParaRPr lang="en-US" altLang="en-US">
              <a:ea typeface="Droid Sans Fallback" charset="0"/>
            </a:endParaRPr>
          </a:p>
        </p:txBody>
      </p:sp>
      <p:sp>
        <p:nvSpPr>
          <p:cNvPr id="64515" name="Rectangle 1">
            <a:extLst>
              <a:ext uri="{FF2B5EF4-FFF2-40B4-BE49-F238E27FC236}">
                <a16:creationId xmlns:a16="http://schemas.microsoft.com/office/drawing/2014/main" id="{88CD7CF1-F19E-6C37-475A-2EAE0B41582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6" name="Rectangle 2">
            <a:extLst>
              <a:ext uri="{FF2B5EF4-FFF2-40B4-BE49-F238E27FC236}">
                <a16:creationId xmlns:a16="http://schemas.microsoft.com/office/drawing/2014/main" id="{F4B4E4F7-9F0D-F5F2-2B23-C16D043A0174}"/>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Let’s see how the JK flip flop behave, the toggling of the flip flop </a:t>
            </a:r>
          </a:p>
          <a:p>
            <a:endParaRPr lang="en-US" altLang="en-US" dirty="0"/>
          </a:p>
          <a:p>
            <a:r>
              <a:rPr lang="en-US" altLang="en-US" dirty="0"/>
              <a:t>When we toggle, the Q value will change to become a 1 </a:t>
            </a:r>
          </a:p>
          <a:p>
            <a:endParaRPr lang="en-US" altLang="en-US" dirty="0"/>
          </a:p>
          <a:p>
            <a:r>
              <a:rPr lang="en-US" altLang="en-US" dirty="0"/>
              <a:t>1. We change the value of J and K to 1 to initiate the toggling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376801F7-D0C2-04A8-5BAE-1FACCA780A5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2DED7A9C-2020-4B54-9932-5916200FB0E2}" type="slidenum">
              <a:rPr lang="en-US" altLang="en-US" smtClean="0">
                <a:ea typeface="Droid Sans Fallback" charset="0"/>
              </a:rPr>
              <a:pPr>
                <a:spcBef>
                  <a:spcPct val="0"/>
                </a:spcBef>
                <a:buClrTx/>
                <a:buFontTx/>
                <a:buNone/>
              </a:pPr>
              <a:t>27</a:t>
            </a:fld>
            <a:endParaRPr lang="en-US" altLang="en-US">
              <a:ea typeface="Droid Sans Fallback" charset="0"/>
            </a:endParaRPr>
          </a:p>
        </p:txBody>
      </p:sp>
      <p:sp>
        <p:nvSpPr>
          <p:cNvPr id="66563" name="Rectangle 1">
            <a:extLst>
              <a:ext uri="{FF2B5EF4-FFF2-40B4-BE49-F238E27FC236}">
                <a16:creationId xmlns:a16="http://schemas.microsoft.com/office/drawing/2014/main" id="{D711F2EC-DEBA-C4C2-2EF6-38E4DDFCD82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4" name="Rectangle 2">
            <a:extLst>
              <a:ext uri="{FF2B5EF4-FFF2-40B4-BE49-F238E27FC236}">
                <a16:creationId xmlns:a16="http://schemas.microsoft.com/office/drawing/2014/main" id="{4D7598F6-69E1-2B81-8861-077F4B59C25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5E449368-24E6-C41D-2869-AE986F83DEA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C1D700E2-8AAB-45DA-8A30-AA7BFC85FEA3}" type="slidenum">
              <a:rPr lang="en-US" altLang="en-US" smtClean="0">
                <a:ea typeface="Droid Sans Fallback" charset="0"/>
              </a:rPr>
              <a:pPr>
                <a:spcBef>
                  <a:spcPct val="0"/>
                </a:spcBef>
                <a:buClrTx/>
                <a:buFontTx/>
                <a:buNone/>
              </a:pPr>
              <a:t>28</a:t>
            </a:fld>
            <a:endParaRPr lang="en-US" altLang="en-US">
              <a:ea typeface="Droid Sans Fallback" charset="0"/>
            </a:endParaRPr>
          </a:p>
        </p:txBody>
      </p:sp>
      <p:sp>
        <p:nvSpPr>
          <p:cNvPr id="69635" name="Rectangle 1">
            <a:extLst>
              <a:ext uri="{FF2B5EF4-FFF2-40B4-BE49-F238E27FC236}">
                <a16:creationId xmlns:a16="http://schemas.microsoft.com/office/drawing/2014/main" id="{4E2AF4D8-5EA0-38AE-ADE0-8CE5E85BFF2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6" name="Rectangle 2">
            <a:extLst>
              <a:ext uri="{FF2B5EF4-FFF2-40B4-BE49-F238E27FC236}">
                <a16:creationId xmlns:a16="http://schemas.microsoft.com/office/drawing/2014/main" id="{65530F57-996B-D979-F486-6E16E42A685F}"/>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5A402F2B-EC41-4FE4-E5CB-A26D1133879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C292811E-50DC-43C6-8BEB-689D7BB36DB1}" type="slidenum">
              <a:rPr lang="en-US" altLang="en-US" smtClean="0">
                <a:ea typeface="Droid Sans Fallback" charset="0"/>
              </a:rPr>
              <a:pPr>
                <a:spcBef>
                  <a:spcPct val="0"/>
                </a:spcBef>
                <a:buClrTx/>
                <a:buFontTx/>
                <a:buNone/>
              </a:pPr>
              <a:t>29</a:t>
            </a:fld>
            <a:endParaRPr lang="en-US" altLang="en-US">
              <a:ea typeface="Droid Sans Fallback" charset="0"/>
            </a:endParaRPr>
          </a:p>
        </p:txBody>
      </p:sp>
      <p:sp>
        <p:nvSpPr>
          <p:cNvPr id="71683" name="Rectangle 1">
            <a:extLst>
              <a:ext uri="{FF2B5EF4-FFF2-40B4-BE49-F238E27FC236}">
                <a16:creationId xmlns:a16="http://schemas.microsoft.com/office/drawing/2014/main" id="{E6B8A761-6066-6330-B5B6-D2C1C3CA8A6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4" name="Rectangle 2">
            <a:extLst>
              <a:ext uri="{FF2B5EF4-FFF2-40B4-BE49-F238E27FC236}">
                <a16:creationId xmlns:a16="http://schemas.microsoft.com/office/drawing/2014/main" id="{7B66DA06-E5CC-F49F-CADB-3547A69B4005}"/>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Remember that register is the memory that is closest to the CPU and it stores one or more bits of data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ED82313D-54B3-DF4E-4716-20F49190275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740FEDB0-C6C3-4194-B5D6-E7D5F460B7E6}" type="slidenum">
              <a:rPr lang="en-US" altLang="en-US" smtClean="0">
                <a:ea typeface="Droid Sans Fallback" charset="0"/>
              </a:rPr>
              <a:pPr>
                <a:spcBef>
                  <a:spcPct val="0"/>
                </a:spcBef>
                <a:buClrTx/>
                <a:buFontTx/>
                <a:buNone/>
              </a:pPr>
              <a:t>30</a:t>
            </a:fld>
            <a:endParaRPr lang="en-US" altLang="en-US">
              <a:ea typeface="Droid Sans Fallback" charset="0"/>
            </a:endParaRPr>
          </a:p>
        </p:txBody>
      </p:sp>
      <p:sp>
        <p:nvSpPr>
          <p:cNvPr id="75779" name="Rectangle 1">
            <a:extLst>
              <a:ext uri="{FF2B5EF4-FFF2-40B4-BE49-F238E27FC236}">
                <a16:creationId xmlns:a16="http://schemas.microsoft.com/office/drawing/2014/main" id="{7A90AEA7-448F-B405-AE58-85450BD5D0E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a:extLst>
              <a:ext uri="{FF2B5EF4-FFF2-40B4-BE49-F238E27FC236}">
                <a16:creationId xmlns:a16="http://schemas.microsoft.com/office/drawing/2014/main" id="{97E4B96E-3363-7AFB-B08D-DD96F82A0A7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For the parallel registers, as its name implies, it supports simultaneous reading or writing, it means if you have a group of registers, all of them will read or write simultaneously. </a:t>
            </a:r>
          </a:p>
          <a:p>
            <a:endParaRPr lang="en-US" altLang="en-US" dirty="0"/>
          </a:p>
          <a:p>
            <a:r>
              <a:rPr lang="en-US" altLang="en-US" dirty="0"/>
              <a:t>To implement parallel registers, we use D flip flops…remember from the previous lecture, D flip flop basically copy the input to the output </a:t>
            </a:r>
          </a:p>
          <a:p>
            <a:endParaRPr lang="en-US" altLang="en-US" dirty="0"/>
          </a:p>
          <a:p>
            <a:r>
              <a:rPr lang="en-US" altLang="en-US" dirty="0"/>
              <a:t>If the D input is a 1,  the output will be a 1</a:t>
            </a:r>
          </a:p>
          <a:p>
            <a:endParaRPr lang="en-US" altLang="en-US" dirty="0"/>
          </a:p>
          <a:p>
            <a:r>
              <a:rPr lang="en-US" altLang="en-US" dirty="0"/>
              <a:t>Based on this example in the slide, you have 8-bit register, and the data lines is on the top….so whatever value you feed to data line, it will be then be fed simultaneously to all the registers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ADF092FA-3164-8C1C-5941-4752E3DE7E7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521804E0-6CB9-4C78-8173-36A062907542}" type="slidenum">
              <a:rPr lang="en-US" altLang="en-US" smtClean="0">
                <a:ea typeface="Droid Sans Fallback" charset="0"/>
              </a:rPr>
              <a:pPr>
                <a:spcBef>
                  <a:spcPct val="0"/>
                </a:spcBef>
                <a:buClrTx/>
                <a:buFontTx/>
                <a:buNone/>
              </a:pPr>
              <a:t>31</a:t>
            </a:fld>
            <a:endParaRPr lang="en-US" altLang="en-US">
              <a:ea typeface="Droid Sans Fallback" charset="0"/>
            </a:endParaRPr>
          </a:p>
        </p:txBody>
      </p:sp>
      <p:sp>
        <p:nvSpPr>
          <p:cNvPr id="77827" name="Rectangle 1">
            <a:extLst>
              <a:ext uri="{FF2B5EF4-FFF2-40B4-BE49-F238E27FC236}">
                <a16:creationId xmlns:a16="http://schemas.microsoft.com/office/drawing/2014/main" id="{290C196F-99F1-7B5C-6F90-27B295CADE8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8" name="Rectangle 2">
            <a:extLst>
              <a:ext uri="{FF2B5EF4-FFF2-40B4-BE49-F238E27FC236}">
                <a16:creationId xmlns:a16="http://schemas.microsoft.com/office/drawing/2014/main" id="{36EB4315-F2CC-3F5D-5DF5-A64F494AA1BF}"/>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The other kind of register is what we called shift registers. </a:t>
            </a:r>
          </a:p>
          <a:p>
            <a:endParaRPr lang="en-US" altLang="en-US" dirty="0"/>
          </a:p>
          <a:p>
            <a:r>
              <a:rPr lang="en-US" altLang="en-US" dirty="0"/>
              <a:t>It basically accepts and then transfer the input serially to the next flip flop</a:t>
            </a:r>
          </a:p>
          <a:p>
            <a:endParaRPr lang="en-US" altLang="en-US" dirty="0"/>
          </a:p>
          <a:p>
            <a:r>
              <a:rPr lang="en-US" altLang="en-US" dirty="0"/>
              <a:t>The diagram in this slide is basically the shift right register, that means we are shifting to the right.</a:t>
            </a:r>
          </a:p>
          <a:p>
            <a:endParaRPr lang="en-US" altLang="en-US" dirty="0"/>
          </a:p>
          <a:p>
            <a:pPr marL="228600" indent="-228600">
              <a:buAutoNum type="arabicPeriod"/>
            </a:pPr>
            <a:r>
              <a:rPr lang="en-US" altLang="en-US" dirty="0"/>
              <a:t>The value that we want to shift in at the most left register, will be shifted in at the D input, but the original value of D flip flop is then channel to the righter flip flop </a:t>
            </a:r>
          </a:p>
          <a:p>
            <a:pPr marL="228600" indent="-228600">
              <a:buAutoNum type="arabicPeriod"/>
            </a:pPr>
            <a:endParaRPr lang="en-US" altLang="en-US" dirty="0"/>
          </a:p>
          <a:p>
            <a:pPr marL="228600" indent="-228600">
              <a:buAutoNum type="arabicPeriod"/>
            </a:pPr>
            <a:r>
              <a:rPr lang="en-US" altLang="en-US" dirty="0"/>
              <a:t>SO the output of the left flip flop will be then channeled to the input D of the righter flip flop </a:t>
            </a:r>
          </a:p>
          <a:p>
            <a:pPr marL="228600" indent="-228600">
              <a:buAutoNum type="arabicPeriod"/>
            </a:pPr>
            <a:endParaRPr lang="en-US" altLang="en-US" dirty="0"/>
          </a:p>
          <a:p>
            <a:pPr marL="0" indent="0">
              <a:buNone/>
            </a:pPr>
            <a:r>
              <a:rPr lang="en-US" altLang="en-US" dirty="0"/>
              <a:t>If you recall the implementation of Booth Algorithm, this is exactly what is happening in the register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BA4E6094-3662-4B54-93FF-6C3D48489F9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542541F-347D-47A4-9DBD-E3B19A29FB0F}" type="slidenum">
              <a:rPr lang="en-US" altLang="en-US" smtClean="0">
                <a:ea typeface="Droid Sans Fallback" charset="0"/>
              </a:rPr>
              <a:pPr>
                <a:spcBef>
                  <a:spcPct val="0"/>
                </a:spcBef>
                <a:buClrTx/>
                <a:buFontTx/>
                <a:buNone/>
              </a:pPr>
              <a:t>32</a:t>
            </a:fld>
            <a:endParaRPr lang="en-US" altLang="en-US">
              <a:ea typeface="Droid Sans Fallback" charset="0"/>
            </a:endParaRPr>
          </a:p>
        </p:txBody>
      </p:sp>
      <p:sp>
        <p:nvSpPr>
          <p:cNvPr id="81923" name="Rectangle 1">
            <a:extLst>
              <a:ext uri="{FF2B5EF4-FFF2-40B4-BE49-F238E27FC236}">
                <a16:creationId xmlns:a16="http://schemas.microsoft.com/office/drawing/2014/main" id="{6BA2EBCA-A270-8FAA-030C-2B89A2B5EC1E}"/>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4" name="Rectangle 2">
            <a:extLst>
              <a:ext uri="{FF2B5EF4-FFF2-40B4-BE49-F238E27FC236}">
                <a16:creationId xmlns:a16="http://schemas.microsoft.com/office/drawing/2014/main" id="{7F4CE8C1-AB6A-38EF-EDEE-4DC3AD33578F}"/>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Another implementation is the counter. </a:t>
            </a:r>
          </a:p>
          <a:p>
            <a:r>
              <a:rPr lang="en-US" altLang="en-US" dirty="0"/>
              <a:t>Flip flop can  be used as a counter </a:t>
            </a:r>
          </a:p>
          <a:p>
            <a:r>
              <a:rPr lang="en-US" altLang="en-US" dirty="0"/>
              <a:t>In this case, the register is incremented to its value by modulo of its capacity </a:t>
            </a:r>
          </a:p>
          <a:p>
            <a:endParaRPr lang="en-US" altLang="en-US" dirty="0"/>
          </a:p>
          <a:p>
            <a:r>
              <a:rPr lang="en-US" altLang="en-US" dirty="0"/>
              <a:t>For example, if you have n flip flops, then you will have the capacity up to 2n-1 in terms of the value</a:t>
            </a:r>
          </a:p>
          <a:p>
            <a:endParaRPr lang="en-US" altLang="en-US" dirty="0"/>
          </a:p>
          <a:p>
            <a:r>
              <a:rPr lang="en-US" altLang="en-US" dirty="0"/>
              <a:t>Example – CPU program counter --- it basically increment the value from 0 1 2 3 ……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D2F836C9-87B8-C25F-D3A1-18E92DB2DA8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1240A62-FB1C-4826-A62D-5326E18A12AF}" type="slidenum">
              <a:rPr lang="en-US" altLang="en-US" smtClean="0">
                <a:ea typeface="Droid Sans Fallback" charset="0"/>
              </a:rPr>
              <a:pPr>
                <a:spcBef>
                  <a:spcPct val="0"/>
                </a:spcBef>
                <a:buClrTx/>
                <a:buFontTx/>
                <a:buNone/>
              </a:pPr>
              <a:t>33</a:t>
            </a:fld>
            <a:endParaRPr lang="en-US" altLang="en-US">
              <a:ea typeface="Droid Sans Fallback" charset="0"/>
            </a:endParaRPr>
          </a:p>
        </p:txBody>
      </p:sp>
      <p:sp>
        <p:nvSpPr>
          <p:cNvPr id="83971" name="Rectangle 1">
            <a:extLst>
              <a:ext uri="{FF2B5EF4-FFF2-40B4-BE49-F238E27FC236}">
                <a16:creationId xmlns:a16="http://schemas.microsoft.com/office/drawing/2014/main" id="{E12BAB23-73F2-4A41-D4B2-C8F217C91A1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2" name="Rectangle 2">
            <a:extLst>
              <a:ext uri="{FF2B5EF4-FFF2-40B4-BE49-F238E27FC236}">
                <a16:creationId xmlns:a16="http://schemas.microsoft.com/office/drawing/2014/main" id="{261180A4-86D6-47C1-4C2A-D33560BBAAFA}"/>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In terms of counters, there are different types of counter as well. </a:t>
            </a:r>
          </a:p>
          <a:p>
            <a:endParaRPr lang="en-US" altLang="en-US" dirty="0"/>
          </a:p>
          <a:p>
            <a:r>
              <a:rPr lang="en-US" altLang="en-US" dirty="0"/>
              <a:t>As it name implies, it start and then it goes outer and outer and outer….</a:t>
            </a:r>
          </a:p>
          <a:p>
            <a:endParaRPr lang="en-US" altLang="en-US" dirty="0"/>
          </a:p>
          <a:p>
            <a:r>
              <a:rPr lang="en-US" altLang="en-US" dirty="0"/>
              <a:t>Because of its nature, ripple counter is slow because one flip flop will trigger another flip flop </a:t>
            </a:r>
          </a:p>
          <a:p>
            <a:endParaRPr lang="en-US" altLang="en-US" dirty="0"/>
          </a:p>
          <a:p>
            <a:r>
              <a:rPr lang="en-US" altLang="en-US" dirty="0"/>
              <a:t>One is actually waits for the other, so that is why it is considered  slow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6029A3FD-526F-818B-9087-B9617BC9489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6CA5D9DC-B793-4DF1-A943-17D081F514CF}" type="slidenum">
              <a:rPr lang="en-US" altLang="en-US" smtClean="0">
                <a:ea typeface="Droid Sans Fallback" charset="0"/>
              </a:rPr>
              <a:pPr>
                <a:spcBef>
                  <a:spcPct val="0"/>
                </a:spcBef>
                <a:buClrTx/>
                <a:buFontTx/>
                <a:buNone/>
              </a:pPr>
              <a:t>34</a:t>
            </a:fld>
            <a:endParaRPr lang="en-US" altLang="en-US">
              <a:ea typeface="Droid Sans Fallback" charset="0"/>
            </a:endParaRPr>
          </a:p>
        </p:txBody>
      </p:sp>
      <p:sp>
        <p:nvSpPr>
          <p:cNvPr id="86019" name="Rectangle 1">
            <a:extLst>
              <a:ext uri="{FF2B5EF4-FFF2-40B4-BE49-F238E27FC236}">
                <a16:creationId xmlns:a16="http://schemas.microsoft.com/office/drawing/2014/main" id="{EC813DE9-2A75-3224-3EBE-86D3343B2BB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20" name="Rectangle 2">
            <a:extLst>
              <a:ext uri="{FF2B5EF4-FFF2-40B4-BE49-F238E27FC236}">
                <a16:creationId xmlns:a16="http://schemas.microsoft.com/office/drawing/2014/main" id="{D7D1903F-5453-8903-D28D-BB745514A410}"/>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To implement the ripple counter, we basically use JK Flip flop and this JK Flip flop are always held at 1 </a:t>
            </a:r>
          </a:p>
          <a:p>
            <a:endParaRPr lang="en-US" altLang="en-US" dirty="0"/>
          </a:p>
          <a:p>
            <a:r>
              <a:rPr lang="en-US" altLang="en-US" dirty="0"/>
              <a:t>If you remember the JK flip flop, when both are 1, they are going to toggle the output value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C7DF91B-8B81-3F33-00C7-F8E89B094D7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A47191DC-E167-414D-9F21-4E9B748786EB}" type="slidenum">
              <a:rPr lang="en-US" altLang="en-US" smtClean="0">
                <a:ea typeface="Droid Sans Fallback" charset="0"/>
              </a:rPr>
              <a:pPr>
                <a:spcBef>
                  <a:spcPct val="0"/>
                </a:spcBef>
                <a:buClrTx/>
                <a:buFontTx/>
                <a:buNone/>
              </a:pPr>
              <a:t>35</a:t>
            </a:fld>
            <a:endParaRPr lang="en-US" altLang="en-US">
              <a:ea typeface="Droid Sans Fallback" charset="0"/>
            </a:endParaRPr>
          </a:p>
        </p:txBody>
      </p:sp>
      <p:sp>
        <p:nvSpPr>
          <p:cNvPr id="88067" name="Rectangle 1">
            <a:extLst>
              <a:ext uri="{FF2B5EF4-FFF2-40B4-BE49-F238E27FC236}">
                <a16:creationId xmlns:a16="http://schemas.microsoft.com/office/drawing/2014/main" id="{747064A5-BB2F-ACD2-5211-B9D1B014F52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8" name="Rectangle 2">
            <a:extLst>
              <a:ext uri="{FF2B5EF4-FFF2-40B4-BE49-F238E27FC236}">
                <a16:creationId xmlns:a16="http://schemas.microsoft.com/office/drawing/2014/main" id="{3D145128-7928-B079-CF32-DDE5669F4327}"/>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pPr marL="228600" indent="-228600">
              <a:buFont typeface="+mj-lt"/>
              <a:buAutoNum type="arabicPeriod"/>
            </a:pPr>
            <a:r>
              <a:rPr lang="en-US" altLang="en-US" dirty="0"/>
              <a:t>This is the example of implementation of 4 bits ripple counter, if you notice that the input starts from the </a:t>
            </a:r>
            <a:r>
              <a:rPr lang="en-US" altLang="en-US" dirty="0" err="1"/>
              <a:t>lefter</a:t>
            </a:r>
            <a:r>
              <a:rPr lang="en-US" altLang="en-US" dirty="0"/>
              <a:t> JK Flip flop</a:t>
            </a:r>
          </a:p>
          <a:p>
            <a:pPr marL="228600" indent="-228600">
              <a:buFont typeface="+mj-lt"/>
              <a:buAutoNum type="arabicPeriod"/>
            </a:pPr>
            <a:r>
              <a:rPr lang="en-US" altLang="en-US" dirty="0"/>
              <a:t>The output of the </a:t>
            </a:r>
            <a:r>
              <a:rPr lang="en-US" altLang="en-US" dirty="0" err="1"/>
              <a:t>lefter</a:t>
            </a:r>
            <a:r>
              <a:rPr lang="en-US" altLang="en-US" dirty="0"/>
              <a:t> flip flop will then affect the next flip flop</a:t>
            </a:r>
          </a:p>
          <a:p>
            <a:pPr marL="228600" indent="-228600">
              <a:buFont typeface="+mj-lt"/>
              <a:buAutoNum type="arabicPeriod"/>
            </a:pPr>
            <a:r>
              <a:rPr lang="en-US" altLang="en-US" dirty="0"/>
              <a:t>The left most flip flop is basically the least significant bit, which is the righter bit, this is also will change most often (0 and 1)  </a:t>
            </a:r>
          </a:p>
          <a:p>
            <a:pPr marL="228600" indent="-228600">
              <a:buFont typeface="+mj-lt"/>
              <a:buAutoNum type="arabicPeriod"/>
            </a:pPr>
            <a:endParaRPr lang="en-US" altLang="en-US" dirty="0"/>
          </a:p>
          <a:p>
            <a:pPr marL="228600" indent="-228600">
              <a:buFont typeface="+mj-lt"/>
              <a:buAutoNum type="arabicPeriod"/>
            </a:pPr>
            <a:r>
              <a:rPr lang="en-US" altLang="en-US" dirty="0"/>
              <a:t>When you look at the timing diagram here, when the clock changes, it will change the Q0 most often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9188814-160B-4B79-26E1-DFC87A24659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1A7BCE0-97C6-47C1-8398-703A11FBA255}" type="slidenum">
              <a:rPr lang="en-US" altLang="en-US" smtClean="0">
                <a:ea typeface="Droid Sans Fallback" charset="0"/>
              </a:rPr>
              <a:pPr>
                <a:spcBef>
                  <a:spcPct val="0"/>
                </a:spcBef>
                <a:buClrTx/>
                <a:buFontTx/>
                <a:buNone/>
              </a:pPr>
              <a:t>36</a:t>
            </a:fld>
            <a:endParaRPr lang="en-US" altLang="en-US">
              <a:ea typeface="Droid Sans Fallback" charset="0"/>
            </a:endParaRPr>
          </a:p>
        </p:txBody>
      </p:sp>
      <p:sp>
        <p:nvSpPr>
          <p:cNvPr id="90115" name="Rectangle 1">
            <a:extLst>
              <a:ext uri="{FF2B5EF4-FFF2-40B4-BE49-F238E27FC236}">
                <a16:creationId xmlns:a16="http://schemas.microsoft.com/office/drawing/2014/main" id="{AA5315D4-82AB-A6A4-ABE3-1283B8AF26DA}"/>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Rectangle 2">
            <a:extLst>
              <a:ext uri="{FF2B5EF4-FFF2-40B4-BE49-F238E27FC236}">
                <a16:creationId xmlns:a16="http://schemas.microsoft.com/office/drawing/2014/main" id="{70BD1961-F6F3-5E7D-F1F7-64E7735859F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2F711502-0EEA-C1BF-36A9-39B2672E49A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4F284061-8A93-4D76-87AE-9389879F2CBF}" type="slidenum">
              <a:rPr lang="en-US" altLang="en-US" smtClean="0">
                <a:ea typeface="Droid Sans Fallback" charset="0"/>
              </a:rPr>
              <a:pPr>
                <a:spcBef>
                  <a:spcPct val="0"/>
                </a:spcBef>
                <a:buClrTx/>
                <a:buFontTx/>
                <a:buNone/>
              </a:pPr>
              <a:t>37</a:t>
            </a:fld>
            <a:endParaRPr lang="en-US" altLang="en-US">
              <a:ea typeface="Droid Sans Fallback" charset="0"/>
            </a:endParaRPr>
          </a:p>
        </p:txBody>
      </p:sp>
      <p:sp>
        <p:nvSpPr>
          <p:cNvPr id="92163" name="Rectangle 1">
            <a:extLst>
              <a:ext uri="{FF2B5EF4-FFF2-40B4-BE49-F238E27FC236}">
                <a16:creationId xmlns:a16="http://schemas.microsoft.com/office/drawing/2014/main" id="{ECF775CA-4A73-C7A0-8158-65D2E9A841E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4" name="Rectangle 2">
            <a:extLst>
              <a:ext uri="{FF2B5EF4-FFF2-40B4-BE49-F238E27FC236}">
                <a16:creationId xmlns:a16="http://schemas.microsoft.com/office/drawing/2014/main" id="{E9849C88-FF0C-53FD-2B44-64F8C56E475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The other implementations of counter will be the synchronous counter </a:t>
            </a:r>
          </a:p>
          <a:p>
            <a:endParaRPr lang="en-US" altLang="en-US" dirty="0"/>
          </a:p>
          <a:p>
            <a:r>
              <a:rPr lang="en-US" altLang="en-US" dirty="0"/>
              <a:t>If you recall, the ripple counter depends on the earlier flip flop to trigger the next flip flop, so it is considered in terms of the implementation </a:t>
            </a:r>
          </a:p>
          <a:p>
            <a:endParaRPr lang="en-US" altLang="en-US" dirty="0"/>
          </a:p>
          <a:p>
            <a:r>
              <a:rPr lang="en-US" altLang="en-US" dirty="0"/>
              <a:t>Alternatively, the faster way  to implement it is using the synchronous counter </a:t>
            </a:r>
          </a:p>
          <a:p>
            <a:endParaRPr lang="en-US" altLang="en-US" dirty="0"/>
          </a:p>
          <a:p>
            <a:r>
              <a:rPr lang="en-US" altLang="en-US" dirty="0"/>
              <a:t>Which means all the flip flop potentially can change at any time depending on the input </a:t>
            </a:r>
          </a:p>
          <a:p>
            <a:endParaRPr lang="en-US" altLang="en-US" dirty="0"/>
          </a:p>
          <a:p>
            <a:r>
              <a:rPr lang="en-US" altLang="en-US" dirty="0"/>
              <a:t>The synchronous counter is also implemented using the JK flip flop but we need to see how the truth table behave and based on how the truth table behave, we can plan such the input can be channeled to all the necessary flip flop </a:t>
            </a:r>
          </a:p>
          <a:p>
            <a:endParaRPr lang="en-US" altLang="en-US" dirty="0"/>
          </a:p>
          <a:p>
            <a:r>
              <a:rPr lang="en-US" altLang="en-US" dirty="0"/>
              <a:t>In other word, we do not rely on the most left JK flip flop or the LSB to toggle the next flip flop</a:t>
            </a:r>
          </a:p>
          <a:p>
            <a:endParaRPr lang="en-US" altLang="en-US" dirty="0"/>
          </a:p>
          <a:p>
            <a:r>
              <a:rPr lang="en-US" altLang="en-US" dirty="0"/>
              <a:t>In synchronous counter, the input is channel to all the flip flops and potentially all can change at a certain time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DD4C0B3A-45EF-17CD-C306-2D0AEB356F4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A3BBA95-1FE0-4DFB-89F2-D8DADDA198BA}" type="slidenum">
              <a:rPr lang="en-US" altLang="en-US" smtClean="0">
                <a:ea typeface="Droid Sans Fallback" charset="0"/>
              </a:rPr>
              <a:pPr>
                <a:spcBef>
                  <a:spcPct val="0"/>
                </a:spcBef>
                <a:buClrTx/>
                <a:buFontTx/>
                <a:buNone/>
              </a:pPr>
              <a:t>38</a:t>
            </a:fld>
            <a:endParaRPr lang="en-US" altLang="en-US">
              <a:ea typeface="Droid Sans Fallback" charset="0"/>
            </a:endParaRPr>
          </a:p>
        </p:txBody>
      </p:sp>
      <p:sp>
        <p:nvSpPr>
          <p:cNvPr id="94211" name="Rectangle 1">
            <a:extLst>
              <a:ext uri="{FF2B5EF4-FFF2-40B4-BE49-F238E27FC236}">
                <a16:creationId xmlns:a16="http://schemas.microsoft.com/office/drawing/2014/main" id="{01C7087D-52BA-4202-9A29-B71FD1D8323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a:extLst>
              <a:ext uri="{FF2B5EF4-FFF2-40B4-BE49-F238E27FC236}">
                <a16:creationId xmlns:a16="http://schemas.microsoft.com/office/drawing/2014/main" id="{CC6EFE79-73A2-886D-7BE9-3E825F6CF775}"/>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DD4C0B3A-45EF-17CD-C306-2D0AEB356F4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A3BBA95-1FE0-4DFB-89F2-D8DADDA198BA}" type="slidenum">
              <a:rPr lang="en-US" altLang="en-US" smtClean="0">
                <a:ea typeface="Droid Sans Fallback" charset="0"/>
              </a:rPr>
              <a:pPr>
                <a:spcBef>
                  <a:spcPct val="0"/>
                </a:spcBef>
                <a:buClrTx/>
                <a:buFontTx/>
                <a:buNone/>
              </a:pPr>
              <a:t>39</a:t>
            </a:fld>
            <a:endParaRPr lang="en-US" altLang="en-US">
              <a:ea typeface="Droid Sans Fallback" charset="0"/>
            </a:endParaRPr>
          </a:p>
        </p:txBody>
      </p:sp>
      <p:sp>
        <p:nvSpPr>
          <p:cNvPr id="94211" name="Rectangle 1">
            <a:extLst>
              <a:ext uri="{FF2B5EF4-FFF2-40B4-BE49-F238E27FC236}">
                <a16:creationId xmlns:a16="http://schemas.microsoft.com/office/drawing/2014/main" id="{01C7087D-52BA-4202-9A29-B71FD1D8323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a:extLst>
              <a:ext uri="{FF2B5EF4-FFF2-40B4-BE49-F238E27FC236}">
                <a16:creationId xmlns:a16="http://schemas.microsoft.com/office/drawing/2014/main" id="{CC6EFE79-73A2-886D-7BE9-3E825F6CF775}"/>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pPr marL="228600" indent="-228600">
              <a:buFont typeface="+mj-lt"/>
              <a:buAutoNum type="arabicPeriod"/>
            </a:pPr>
            <a:r>
              <a:rPr lang="en-US" altLang="en-US" dirty="0"/>
              <a:t>Ja Ka is the flip flop for A </a:t>
            </a:r>
          </a:p>
          <a:p>
            <a:pPr marL="228600" indent="-228600">
              <a:buFont typeface="+mj-lt"/>
              <a:buAutoNum type="arabicPeriod"/>
            </a:pPr>
            <a:endParaRPr lang="en-US" altLang="en-US" dirty="0"/>
          </a:p>
          <a:p>
            <a:pPr marL="228600" indent="-228600">
              <a:buFont typeface="+mj-lt"/>
              <a:buAutoNum type="arabicPeriod"/>
            </a:pPr>
            <a:r>
              <a:rPr lang="en-US" altLang="en-US" dirty="0" err="1"/>
              <a:t>Jb</a:t>
            </a:r>
            <a:r>
              <a:rPr lang="en-US" altLang="en-US" dirty="0"/>
              <a:t> and </a:t>
            </a:r>
            <a:r>
              <a:rPr lang="en-US" altLang="en-US" dirty="0" err="1"/>
              <a:t>Kb</a:t>
            </a:r>
            <a:r>
              <a:rPr lang="en-US" altLang="en-US" dirty="0"/>
              <a:t> is the flip flop for B </a:t>
            </a:r>
          </a:p>
          <a:p>
            <a:pPr marL="228600" indent="-228600">
              <a:buFont typeface="+mj-lt"/>
              <a:buAutoNum type="arabicPeriod"/>
            </a:pPr>
            <a:endParaRPr lang="en-US" altLang="en-US" dirty="0"/>
          </a:p>
          <a:p>
            <a:pPr marL="228600" indent="-228600">
              <a:buFont typeface="+mj-lt"/>
              <a:buAutoNum type="arabicPeriod"/>
            </a:pPr>
            <a:r>
              <a:rPr lang="en-US" altLang="en-US" dirty="0" err="1"/>
              <a:t>Jc</a:t>
            </a:r>
            <a:r>
              <a:rPr lang="en-US" altLang="en-US" dirty="0"/>
              <a:t> and Kc is the flip flop for C</a:t>
            </a:r>
          </a:p>
          <a:p>
            <a:pPr marL="228600" indent="-228600">
              <a:buFont typeface="+mj-lt"/>
              <a:buAutoNum type="arabicPeriod"/>
            </a:pPr>
            <a:endParaRPr lang="en-US" altLang="en-US" dirty="0"/>
          </a:p>
          <a:p>
            <a:pPr marL="228600" indent="-228600">
              <a:buFont typeface="+mj-lt"/>
              <a:buAutoNum type="arabicPeriod"/>
            </a:pPr>
            <a:endParaRPr lang="en-US" altLang="en-US" dirty="0"/>
          </a:p>
          <a:p>
            <a:pPr marL="228600" indent="-228600">
              <a:buFont typeface="+mj-lt"/>
              <a:buAutoNum type="arabicPeriod"/>
            </a:pPr>
            <a:r>
              <a:rPr lang="en-US" altLang="en-US" dirty="0"/>
              <a:t>ABC = INPUT </a:t>
            </a:r>
          </a:p>
          <a:p>
            <a:pPr marL="228600" indent="-228600">
              <a:buFont typeface="+mj-lt"/>
              <a:buAutoNum type="arabicPeriod"/>
            </a:pPr>
            <a:r>
              <a:rPr lang="en-US" altLang="en-US" dirty="0" err="1"/>
              <a:t>JaKa</a:t>
            </a:r>
            <a:r>
              <a:rPr lang="en-US" altLang="en-US" dirty="0"/>
              <a:t>, </a:t>
            </a:r>
            <a:r>
              <a:rPr lang="en-US" altLang="en-US" dirty="0" err="1"/>
              <a:t>JbKb</a:t>
            </a:r>
            <a:r>
              <a:rPr lang="en-US" altLang="en-US" dirty="0"/>
              <a:t> and </a:t>
            </a:r>
            <a:r>
              <a:rPr lang="en-US" altLang="en-US" dirty="0" err="1"/>
              <a:t>JcKc</a:t>
            </a:r>
            <a:r>
              <a:rPr lang="en-US" altLang="en-US" dirty="0"/>
              <a:t> = Function</a:t>
            </a:r>
          </a:p>
        </p:txBody>
      </p:sp>
    </p:spTree>
    <p:extLst>
      <p:ext uri="{BB962C8B-B14F-4D97-AF65-F5344CB8AC3E}">
        <p14:creationId xmlns:p14="http://schemas.microsoft.com/office/powerpoint/2010/main" val="33518202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D45A9BE7-912F-CEE2-949C-C988E51E4A3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F70262F2-2BF9-4827-AA50-D97DAF7E4CFA}" type="slidenum">
              <a:rPr lang="en-US" altLang="en-US" smtClean="0">
                <a:ea typeface="Droid Sans Fallback" charset="0"/>
              </a:rPr>
              <a:pPr>
                <a:spcBef>
                  <a:spcPct val="0"/>
                </a:spcBef>
                <a:buClrTx/>
                <a:buFontTx/>
                <a:buNone/>
              </a:pPr>
              <a:t>40</a:t>
            </a:fld>
            <a:endParaRPr lang="en-US" altLang="en-US">
              <a:ea typeface="Droid Sans Fallback" charset="0"/>
            </a:endParaRPr>
          </a:p>
        </p:txBody>
      </p:sp>
      <p:sp>
        <p:nvSpPr>
          <p:cNvPr id="96259" name="Rectangle 1">
            <a:extLst>
              <a:ext uri="{FF2B5EF4-FFF2-40B4-BE49-F238E27FC236}">
                <a16:creationId xmlns:a16="http://schemas.microsoft.com/office/drawing/2014/main" id="{8C7B4F0A-200B-9DA6-6D2B-4DF82FBD7C2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60" name="Rectangle 2">
            <a:extLst>
              <a:ext uri="{FF2B5EF4-FFF2-40B4-BE49-F238E27FC236}">
                <a16:creationId xmlns:a16="http://schemas.microsoft.com/office/drawing/2014/main" id="{4CB0B799-18F7-91A6-AE69-2BCA8CB1BD80}"/>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How do we implement this synchronous counter? </a:t>
            </a:r>
          </a:p>
          <a:p>
            <a:endParaRPr lang="en-US" altLang="en-US" dirty="0"/>
          </a:p>
          <a:p>
            <a:r>
              <a:rPr lang="en-US" altLang="en-US" dirty="0"/>
              <a:t>The truth table from the earliest slide can be simplified using the K-map</a:t>
            </a:r>
          </a:p>
          <a:p>
            <a:endParaRPr lang="en-US" altLang="en-US" dirty="0"/>
          </a:p>
          <a:p>
            <a:r>
              <a:rPr lang="en-US" altLang="en-US" dirty="0"/>
              <a:t>The column for </a:t>
            </a:r>
            <a:r>
              <a:rPr lang="en-US" altLang="en-US" dirty="0" err="1"/>
              <a:t>JaKa</a:t>
            </a:r>
            <a:r>
              <a:rPr lang="en-US" altLang="en-US" dirty="0"/>
              <a:t>, </a:t>
            </a:r>
            <a:r>
              <a:rPr lang="en-US" altLang="en-US" dirty="0" err="1"/>
              <a:t>JbKb</a:t>
            </a:r>
            <a:r>
              <a:rPr lang="en-US" altLang="en-US" dirty="0"/>
              <a:t> and </a:t>
            </a:r>
            <a:r>
              <a:rPr lang="en-US" altLang="en-US" dirty="0" err="1"/>
              <a:t>JcKc</a:t>
            </a:r>
            <a:r>
              <a:rPr lang="en-US" altLang="en-US" dirty="0"/>
              <a:t> are separate function, therefore, it needs separate K-map</a:t>
            </a:r>
          </a:p>
          <a:p>
            <a:endParaRPr lang="en-US" altLang="en-US" dirty="0"/>
          </a:p>
          <a:p>
            <a:r>
              <a:rPr lang="en-US" altLang="en-US" dirty="0"/>
              <a:t>Based on the truth table, we then plot it to the K-map</a:t>
            </a:r>
          </a:p>
        </p:txBody>
      </p:sp>
    </p:spTree>
    <p:extLst>
      <p:ext uri="{BB962C8B-B14F-4D97-AF65-F5344CB8AC3E}">
        <p14:creationId xmlns:p14="http://schemas.microsoft.com/office/powerpoint/2010/main" val="25509436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6E569063-2B86-5D31-C8D5-0DE66A89DAC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023B4595-55E1-404B-9321-C1CC9531DF57}" type="slidenum">
              <a:rPr lang="en-US" altLang="en-US" smtClean="0">
                <a:ea typeface="Droid Sans Fallback" charset="0"/>
              </a:rPr>
              <a:pPr>
                <a:spcBef>
                  <a:spcPct val="0"/>
                </a:spcBef>
                <a:buClrTx/>
                <a:buFontTx/>
                <a:buNone/>
              </a:pPr>
              <a:t>41</a:t>
            </a:fld>
            <a:endParaRPr lang="en-US" altLang="en-US">
              <a:ea typeface="Droid Sans Fallback" charset="0"/>
            </a:endParaRPr>
          </a:p>
        </p:txBody>
      </p:sp>
      <p:sp>
        <p:nvSpPr>
          <p:cNvPr id="98307" name="Rectangle 1">
            <a:extLst>
              <a:ext uri="{FF2B5EF4-FFF2-40B4-BE49-F238E27FC236}">
                <a16:creationId xmlns:a16="http://schemas.microsoft.com/office/drawing/2014/main" id="{5619C83D-5645-7B79-DF1F-CAD6B9F28A1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8" name="Rectangle 2">
            <a:extLst>
              <a:ext uri="{FF2B5EF4-FFF2-40B4-BE49-F238E27FC236}">
                <a16:creationId xmlns:a16="http://schemas.microsoft.com/office/drawing/2014/main" id="{F31DF86C-DEE0-F911-FC10-A0814D968B79}"/>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After you done the simplification, you can then plan the circuit</a:t>
            </a:r>
          </a:p>
          <a:p>
            <a:endParaRPr lang="en-US" altLang="en-US" dirty="0"/>
          </a:p>
          <a:p>
            <a:r>
              <a:rPr lang="en-US" altLang="en-US" dirty="0"/>
              <a:t>The simplification for A flip flop will make Ja and ka to receive 1 as an input, so the 1 value is used for A flip flop to toggle between 0 and 1 </a:t>
            </a:r>
          </a:p>
          <a:p>
            <a:endParaRPr lang="en-US" altLang="en-US" dirty="0"/>
          </a:p>
          <a:p>
            <a:r>
              <a:rPr lang="en-US" altLang="en-US" dirty="0"/>
              <a:t>Then, for B flip flop, it receive the input from A output, therefore, </a:t>
            </a:r>
            <a:r>
              <a:rPr lang="en-US" altLang="en-US" dirty="0" err="1"/>
              <a:t>Jb</a:t>
            </a:r>
            <a:r>
              <a:rPr lang="en-US" altLang="en-US" dirty="0"/>
              <a:t> and </a:t>
            </a:r>
            <a:r>
              <a:rPr lang="en-US" altLang="en-US" dirty="0" err="1"/>
              <a:t>Kb</a:t>
            </a:r>
            <a:r>
              <a:rPr lang="en-US" altLang="en-US" dirty="0"/>
              <a:t> will receive input from A output from A flip flop </a:t>
            </a:r>
          </a:p>
          <a:p>
            <a:endParaRPr lang="en-US" altLang="en-US" dirty="0"/>
          </a:p>
          <a:p>
            <a:r>
              <a:rPr lang="en-US" altLang="en-US" dirty="0"/>
              <a:t>And if you look at C flip flop, it receives input from A output AND B output, that is why we must use the AND gate so that AB can be channeled to C to toggle </a:t>
            </a:r>
          </a:p>
          <a:p>
            <a:endParaRPr lang="en-US" altLang="en-US" dirty="0"/>
          </a:p>
          <a:p>
            <a:r>
              <a:rPr lang="en-US" altLang="en-US" dirty="0"/>
              <a:t>If you notice, all flip flops are connected to the clock so that it can change synchronously, which mean, C flip flop does not have to wait for A and B to change and it can potentially change at any time </a:t>
            </a:r>
          </a:p>
          <a:p>
            <a:endParaRPr lang="en-US" altLang="en-US" dirty="0"/>
          </a:p>
          <a:p>
            <a:r>
              <a:rPr lang="en-US" altLang="en-US" dirty="0"/>
              <a:t>So, that is basically the concept of Synchronous counter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F449CBCC-CFC3-C0F0-A449-FF1F6AA61EE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6B034939-B886-4059-ACFF-F1393B2899B3}" type="slidenum">
              <a:rPr lang="en-US" altLang="en-US" smtClean="0">
                <a:ea typeface="Droid Sans Fallback" charset="0"/>
              </a:rPr>
              <a:pPr>
                <a:spcBef>
                  <a:spcPct val="0"/>
                </a:spcBef>
                <a:buClrTx/>
                <a:buFontTx/>
                <a:buNone/>
              </a:pPr>
              <a:t>42</a:t>
            </a:fld>
            <a:endParaRPr lang="en-US" altLang="en-US">
              <a:ea typeface="Droid Sans Fallback" charset="0"/>
            </a:endParaRPr>
          </a:p>
        </p:txBody>
      </p:sp>
      <p:sp>
        <p:nvSpPr>
          <p:cNvPr id="102403" name="Rectangle 1">
            <a:extLst>
              <a:ext uri="{FF2B5EF4-FFF2-40B4-BE49-F238E27FC236}">
                <a16:creationId xmlns:a16="http://schemas.microsoft.com/office/drawing/2014/main" id="{7DD7796D-1E9F-CA6B-4052-38E547E2F05A}"/>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4" name="Rectangle 2">
            <a:extLst>
              <a:ext uri="{FF2B5EF4-FFF2-40B4-BE49-F238E27FC236}">
                <a16:creationId xmlns:a16="http://schemas.microsoft.com/office/drawing/2014/main" id="{6FDED939-68EC-E9A8-04C1-042C12568EA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7097CF1D-4243-4E84-2A60-F78D67032BE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777912E-1D75-4DAB-A19A-9470908BE59F}" type="slidenum">
              <a:rPr lang="en-US" altLang="en-US" smtClean="0">
                <a:ea typeface="Droid Sans Fallback" charset="0"/>
              </a:rPr>
              <a:pPr>
                <a:spcBef>
                  <a:spcPct val="0"/>
                </a:spcBef>
                <a:buClrTx/>
                <a:buFontTx/>
                <a:buNone/>
              </a:pPr>
              <a:t>43</a:t>
            </a:fld>
            <a:endParaRPr lang="en-US" altLang="en-US">
              <a:ea typeface="Droid Sans Fallback" charset="0"/>
            </a:endParaRPr>
          </a:p>
        </p:txBody>
      </p:sp>
      <p:sp>
        <p:nvSpPr>
          <p:cNvPr id="104451" name="Rectangle 1">
            <a:extLst>
              <a:ext uri="{FF2B5EF4-FFF2-40B4-BE49-F238E27FC236}">
                <a16:creationId xmlns:a16="http://schemas.microsoft.com/office/drawing/2014/main" id="{4B683A4D-6B95-277C-ECDE-ACEC0779D4D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2" name="Rectangle 2">
            <a:extLst>
              <a:ext uri="{FF2B5EF4-FFF2-40B4-BE49-F238E27FC236}">
                <a16:creationId xmlns:a16="http://schemas.microsoft.com/office/drawing/2014/main" id="{BEA9BF68-F2E8-8AD0-AB96-BD585C2E7382}"/>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Pla is used to help us to implement function that are difficult for us to understand via the truth table</a:t>
            </a:r>
          </a:p>
          <a:p>
            <a:endParaRPr lang="en-US" altLang="en-US" dirty="0"/>
          </a:p>
          <a:p>
            <a:r>
              <a:rPr lang="en-US" altLang="en-US" dirty="0"/>
              <a:t>In the first part of this topic, we talk about function, we also talks about the various gates in order to implement those functions </a:t>
            </a:r>
          </a:p>
          <a:p>
            <a:endParaRPr lang="en-US" altLang="en-US" dirty="0"/>
          </a:p>
          <a:p>
            <a:r>
              <a:rPr lang="en-US" altLang="en-US" dirty="0"/>
              <a:t>So far, all these individuals' gates are the building blocks and the function can be realized by assembling all these gates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3A98E87D-12BC-B4BD-4FFF-659A928F556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A552EAD-D671-4FD2-85BE-A0F8A3E15472}" type="slidenum">
              <a:rPr lang="en-US" altLang="en-US" smtClean="0">
                <a:ea typeface="Droid Sans Fallback" charset="0"/>
              </a:rPr>
              <a:pPr>
                <a:spcBef>
                  <a:spcPct val="0"/>
                </a:spcBef>
                <a:buClrTx/>
                <a:buFontTx/>
                <a:buNone/>
              </a:pPr>
              <a:t>44</a:t>
            </a:fld>
            <a:endParaRPr lang="en-US" altLang="en-US">
              <a:ea typeface="Droid Sans Fallback" charset="0"/>
            </a:endParaRPr>
          </a:p>
        </p:txBody>
      </p:sp>
      <p:sp>
        <p:nvSpPr>
          <p:cNvPr id="106499" name="Rectangle 1">
            <a:extLst>
              <a:ext uri="{FF2B5EF4-FFF2-40B4-BE49-F238E27FC236}">
                <a16:creationId xmlns:a16="http://schemas.microsoft.com/office/drawing/2014/main" id="{2970F6D3-7CFB-05CD-B04A-12D8538F75AE}"/>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500" name="Rectangle 2">
            <a:extLst>
              <a:ext uri="{FF2B5EF4-FFF2-40B4-BE49-F238E27FC236}">
                <a16:creationId xmlns:a16="http://schemas.microsoft.com/office/drawing/2014/main" id="{A090A262-648D-50A4-403D-13CEC0AD2606}"/>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And of course assembling a small number of gates are not really efficient and therefore manufacturers they work on the integrated circuit </a:t>
            </a:r>
          </a:p>
          <a:p>
            <a:endParaRPr lang="en-US" altLang="en-US" dirty="0"/>
          </a:p>
          <a:p>
            <a:r>
              <a:rPr lang="en-US" altLang="en-US" dirty="0"/>
              <a:t>And that is why they pack a few gates into one device </a:t>
            </a:r>
          </a:p>
          <a:p>
            <a:endParaRPr lang="en-US" altLang="en-US" dirty="0"/>
          </a:p>
          <a:p>
            <a:r>
              <a:rPr lang="en-US" altLang="en-US" dirty="0"/>
              <a:t>In the early years of IC, small scall integration that can be up to 10 gates can be packed to a chip</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75954FD-E17C-0192-F1FD-2C6E55B3ACC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B96D909-9FBD-41A4-93DA-4D6C3ED01DAB}" type="slidenum">
              <a:rPr lang="en-US" altLang="en-US" smtClean="0">
                <a:ea typeface="Droid Sans Fallback" charset="0"/>
              </a:rPr>
              <a:pPr>
                <a:spcBef>
                  <a:spcPct val="0"/>
                </a:spcBef>
                <a:buClrTx/>
                <a:buFontTx/>
                <a:buNone/>
              </a:pPr>
              <a:t>45</a:t>
            </a:fld>
            <a:endParaRPr lang="en-US" altLang="en-US">
              <a:ea typeface="Droid Sans Fallback" charset="0"/>
            </a:endParaRPr>
          </a:p>
        </p:txBody>
      </p:sp>
      <p:sp>
        <p:nvSpPr>
          <p:cNvPr id="108547" name="Rectangle 1">
            <a:extLst>
              <a:ext uri="{FF2B5EF4-FFF2-40B4-BE49-F238E27FC236}">
                <a16:creationId xmlns:a16="http://schemas.microsoft.com/office/drawing/2014/main" id="{43D794A4-692F-BC92-A4FE-DEE60C4289EA}"/>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8" name="Rectangle 2">
            <a:extLst>
              <a:ext uri="{FF2B5EF4-FFF2-40B4-BE49-F238E27FC236}">
                <a16:creationId xmlns:a16="http://schemas.microsoft.com/office/drawing/2014/main" id="{3A02DA8A-C9DA-B691-8ECB-B847304B0A7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2EB83099-B33F-825C-03AE-98CC3E90EE0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93906CC3-2C4B-4521-94A1-4735231DE7AB}" type="slidenum">
              <a:rPr lang="en-US" altLang="en-US" smtClean="0">
                <a:ea typeface="Droid Sans Fallback" charset="0"/>
              </a:rPr>
              <a:pPr>
                <a:spcBef>
                  <a:spcPct val="0"/>
                </a:spcBef>
                <a:buClrTx/>
                <a:buFontTx/>
                <a:buNone/>
              </a:pPr>
              <a:t>46</a:t>
            </a:fld>
            <a:endParaRPr lang="en-US" altLang="en-US">
              <a:ea typeface="Droid Sans Fallback" charset="0"/>
            </a:endParaRPr>
          </a:p>
        </p:txBody>
      </p:sp>
      <p:sp>
        <p:nvSpPr>
          <p:cNvPr id="110595" name="Rectangle 1">
            <a:extLst>
              <a:ext uri="{FF2B5EF4-FFF2-40B4-BE49-F238E27FC236}">
                <a16:creationId xmlns:a16="http://schemas.microsoft.com/office/drawing/2014/main" id="{6B6DE394-7F9F-0E3D-AAF2-B0EB4AF2245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6" name="Rectangle 2">
            <a:extLst>
              <a:ext uri="{FF2B5EF4-FFF2-40B4-BE49-F238E27FC236}">
                <a16:creationId xmlns:a16="http://schemas.microsoft.com/office/drawing/2014/main" id="{B153D6AB-0536-DEA2-1C2E-DE2C5B2D65B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9DC1DB25-891C-A5E1-E78F-3F7502A733E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1760761B-5EB5-4E8C-8B61-F806CAC176E5}" type="slidenum">
              <a:rPr lang="en-US" altLang="en-US" smtClean="0">
                <a:ea typeface="Droid Sans Fallback" charset="0"/>
              </a:rPr>
              <a:pPr>
                <a:spcBef>
                  <a:spcPct val="0"/>
                </a:spcBef>
                <a:buClrTx/>
                <a:buFontTx/>
                <a:buNone/>
              </a:pPr>
              <a:t>47</a:t>
            </a:fld>
            <a:endParaRPr lang="en-US" altLang="en-US">
              <a:ea typeface="Droid Sans Fallback" charset="0"/>
            </a:endParaRPr>
          </a:p>
        </p:txBody>
      </p:sp>
      <p:sp>
        <p:nvSpPr>
          <p:cNvPr id="112643" name="Rectangle 1">
            <a:extLst>
              <a:ext uri="{FF2B5EF4-FFF2-40B4-BE49-F238E27FC236}">
                <a16:creationId xmlns:a16="http://schemas.microsoft.com/office/drawing/2014/main" id="{14A58ECA-808B-27CE-79C3-8EA1319922F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4" name="Rectangle 2">
            <a:extLst>
              <a:ext uri="{FF2B5EF4-FFF2-40B4-BE49-F238E27FC236}">
                <a16:creationId xmlns:a16="http://schemas.microsoft.com/office/drawing/2014/main" id="{8BEBE1B4-40F6-50ED-3B3F-36A14B7A132E}"/>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Instead of designing a chip to fulfil certain functions, why not we produce a general purpose chip that can be written into or the function can be written onto the chip easily </a:t>
            </a:r>
          </a:p>
          <a:p>
            <a:endParaRPr lang="en-US" altLang="en-US" dirty="0"/>
          </a:p>
          <a:p>
            <a:r>
              <a:rPr lang="en-US" altLang="en-US" dirty="0"/>
              <a:t>Therefore, you don’t have to custom made or custom design a chip </a:t>
            </a:r>
          </a:p>
          <a:p>
            <a:endParaRPr lang="en-US" altLang="en-US" dirty="0"/>
          </a:p>
          <a:p>
            <a:r>
              <a:rPr lang="en-US" altLang="en-US" dirty="0"/>
              <a:t>So that is why we have the PLD  - which mean all these devices can be programmed </a:t>
            </a:r>
          </a:p>
          <a:p>
            <a:endParaRPr lang="en-US" altLang="en-US" dirty="0"/>
          </a:p>
          <a:p>
            <a:r>
              <a:rPr lang="en-US" altLang="en-US" dirty="0"/>
              <a:t>In this case programs means we can make that chip perform certain functions that we want and this functions means F = ABC + A NOT B and C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DF232D93-5774-660A-0A01-156773BD9DC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7420249-AA97-4374-970A-FB1C88D1D815}" type="slidenum">
              <a:rPr lang="en-US" altLang="en-US" smtClean="0">
                <a:ea typeface="Droid Sans Fallback" charset="0"/>
              </a:rPr>
              <a:pPr>
                <a:spcBef>
                  <a:spcPct val="0"/>
                </a:spcBef>
                <a:buClrTx/>
                <a:buFontTx/>
                <a:buNone/>
              </a:pPr>
              <a:t>48</a:t>
            </a:fld>
            <a:endParaRPr lang="en-US" altLang="en-US">
              <a:ea typeface="Droid Sans Fallback" charset="0"/>
            </a:endParaRPr>
          </a:p>
        </p:txBody>
      </p:sp>
      <p:sp>
        <p:nvSpPr>
          <p:cNvPr id="114691" name="Rectangle 1">
            <a:extLst>
              <a:ext uri="{FF2B5EF4-FFF2-40B4-BE49-F238E27FC236}">
                <a16:creationId xmlns:a16="http://schemas.microsoft.com/office/drawing/2014/main" id="{A413CD00-3CE4-5C18-EC60-86CDF06087E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2" name="Rectangle 2">
            <a:extLst>
              <a:ext uri="{FF2B5EF4-FFF2-40B4-BE49-F238E27FC236}">
                <a16:creationId xmlns:a16="http://schemas.microsoft.com/office/drawing/2014/main" id="{4182AC75-AAEB-138B-14A5-485FA3D7F7FA}"/>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628300E9-9F54-3985-F6AC-389F3F9FA95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76A18E1F-437C-42F2-AC30-C903F06284F6}" type="slidenum">
              <a:rPr lang="en-US" altLang="en-US" smtClean="0">
                <a:ea typeface="Droid Sans Fallback" charset="0"/>
              </a:rPr>
              <a:pPr>
                <a:spcBef>
                  <a:spcPct val="0"/>
                </a:spcBef>
                <a:buClrTx/>
                <a:buFontTx/>
                <a:buNone/>
              </a:pPr>
              <a:t>49</a:t>
            </a:fld>
            <a:endParaRPr lang="en-US" altLang="en-US">
              <a:ea typeface="Droid Sans Fallback" charset="0"/>
            </a:endParaRPr>
          </a:p>
        </p:txBody>
      </p:sp>
      <p:sp>
        <p:nvSpPr>
          <p:cNvPr id="116739" name="Rectangle 1">
            <a:extLst>
              <a:ext uri="{FF2B5EF4-FFF2-40B4-BE49-F238E27FC236}">
                <a16:creationId xmlns:a16="http://schemas.microsoft.com/office/drawing/2014/main" id="{5EC87D93-BC58-B721-571F-0607E3ED6BE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Rectangle 2">
            <a:extLst>
              <a:ext uri="{FF2B5EF4-FFF2-40B4-BE49-F238E27FC236}">
                <a16:creationId xmlns:a16="http://schemas.microsoft.com/office/drawing/2014/main" id="{C60F91CC-E55C-68AD-89EA-95F1280A9AB9}"/>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336B487B-8BE6-2597-F6DA-73A64248A2C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C83C760F-645F-448E-9E52-613C98738F76}" type="slidenum">
              <a:rPr lang="en-US" altLang="en-US" smtClean="0">
                <a:ea typeface="Droid Sans Fallback" charset="0"/>
              </a:rPr>
              <a:pPr>
                <a:spcBef>
                  <a:spcPct val="0"/>
                </a:spcBef>
                <a:buClrTx/>
                <a:buFontTx/>
                <a:buNone/>
              </a:pPr>
              <a:t>50</a:t>
            </a:fld>
            <a:endParaRPr lang="en-US" altLang="en-US">
              <a:ea typeface="Droid Sans Fallback" charset="0"/>
            </a:endParaRPr>
          </a:p>
        </p:txBody>
      </p:sp>
      <p:sp>
        <p:nvSpPr>
          <p:cNvPr id="118787" name="Rectangle 1">
            <a:extLst>
              <a:ext uri="{FF2B5EF4-FFF2-40B4-BE49-F238E27FC236}">
                <a16:creationId xmlns:a16="http://schemas.microsoft.com/office/drawing/2014/main" id="{0D7FF3F1-A3D8-C6CF-7B1B-F36D38E941A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8" name="Rectangle 2">
            <a:extLst>
              <a:ext uri="{FF2B5EF4-FFF2-40B4-BE49-F238E27FC236}">
                <a16:creationId xmlns:a16="http://schemas.microsoft.com/office/drawing/2014/main" id="{75A88523-2AB4-5C1A-C8DD-306B3BE0193C}"/>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D046BC4D-568D-FFAC-6C5A-4F31A15D880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4396E2C-289B-4EC7-AC5B-5BAE7154AC0F}" type="slidenum">
              <a:rPr lang="en-US" altLang="en-US" smtClean="0">
                <a:ea typeface="Droid Sans Fallback" charset="0"/>
              </a:rPr>
              <a:pPr>
                <a:spcBef>
                  <a:spcPct val="0"/>
                </a:spcBef>
                <a:buClrTx/>
                <a:buFontTx/>
                <a:buNone/>
              </a:pPr>
              <a:t>51</a:t>
            </a:fld>
            <a:endParaRPr lang="en-US" altLang="en-US">
              <a:ea typeface="Droid Sans Fallback" charset="0"/>
            </a:endParaRPr>
          </a:p>
        </p:txBody>
      </p:sp>
      <p:sp>
        <p:nvSpPr>
          <p:cNvPr id="120835" name="Rectangle 1">
            <a:extLst>
              <a:ext uri="{FF2B5EF4-FFF2-40B4-BE49-F238E27FC236}">
                <a16:creationId xmlns:a16="http://schemas.microsoft.com/office/drawing/2014/main" id="{EF11283C-1878-8DEE-E326-4BCFB74B5D7A}"/>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a:extLst>
              <a:ext uri="{FF2B5EF4-FFF2-40B4-BE49-F238E27FC236}">
                <a16:creationId xmlns:a16="http://schemas.microsoft.com/office/drawing/2014/main" id="{EE7EA360-8957-8DD7-345B-887308D8584C}"/>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C582A6A0-ADF5-3E44-BFCE-9D079189A6D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5F6C35B9-2A63-45F7-8B1C-B6E239FEC56C}" type="slidenum">
              <a:rPr lang="en-US" altLang="en-US" smtClean="0">
                <a:ea typeface="Droid Sans Fallback" charset="0"/>
              </a:rPr>
              <a:pPr>
                <a:spcBef>
                  <a:spcPct val="0"/>
                </a:spcBef>
                <a:buClrTx/>
                <a:buFontTx/>
                <a:buNone/>
              </a:pPr>
              <a:t>52</a:t>
            </a:fld>
            <a:endParaRPr lang="en-US" altLang="en-US">
              <a:ea typeface="Droid Sans Fallback" charset="0"/>
            </a:endParaRPr>
          </a:p>
        </p:txBody>
      </p:sp>
      <p:sp>
        <p:nvSpPr>
          <p:cNvPr id="122883" name="Rectangle 1">
            <a:extLst>
              <a:ext uri="{FF2B5EF4-FFF2-40B4-BE49-F238E27FC236}">
                <a16:creationId xmlns:a16="http://schemas.microsoft.com/office/drawing/2014/main" id="{19439C45-B752-6B1D-5BCC-9F9B10C9652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4" name="Rectangle 2">
            <a:extLst>
              <a:ext uri="{FF2B5EF4-FFF2-40B4-BE49-F238E27FC236}">
                <a16:creationId xmlns:a16="http://schemas.microsoft.com/office/drawing/2014/main" id="{4FF157EE-C79A-1FF8-4CEA-71F637DC3903}"/>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EB4AAD59-2571-6DCE-84CD-D3A9E0AF639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2E2566FA-36E4-46AA-AF07-355B034634DC}" type="slidenum">
              <a:rPr lang="en-US" altLang="en-US" smtClean="0">
                <a:ea typeface="Droid Sans Fallback" charset="0"/>
              </a:rPr>
              <a:pPr>
                <a:spcBef>
                  <a:spcPct val="0"/>
                </a:spcBef>
                <a:buClrTx/>
                <a:buFontTx/>
                <a:buNone/>
              </a:pPr>
              <a:t>53</a:t>
            </a:fld>
            <a:endParaRPr lang="en-US" altLang="en-US">
              <a:ea typeface="Droid Sans Fallback" charset="0"/>
            </a:endParaRPr>
          </a:p>
        </p:txBody>
      </p:sp>
      <p:sp>
        <p:nvSpPr>
          <p:cNvPr id="124931" name="Rectangle 1">
            <a:extLst>
              <a:ext uri="{FF2B5EF4-FFF2-40B4-BE49-F238E27FC236}">
                <a16:creationId xmlns:a16="http://schemas.microsoft.com/office/drawing/2014/main" id="{FBE9D508-4C2A-DD8B-2C25-A733BBD378E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4932" name="Rectangle 2">
            <a:extLst>
              <a:ext uri="{FF2B5EF4-FFF2-40B4-BE49-F238E27FC236}">
                <a16:creationId xmlns:a16="http://schemas.microsoft.com/office/drawing/2014/main" id="{010FA3F1-1A0A-220A-9034-6521DADF2E49}"/>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r>
              <a:rPr lang="en-US" altLang="en-US" dirty="0"/>
              <a:t>Example of PLA general schema</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91E5D945-BD5B-C59D-8D22-C6D49978568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CCBC4D7-F7B0-4137-ACA3-31C9B6D27DB8}" type="slidenum">
              <a:rPr lang="en-US" altLang="en-US" smtClean="0">
                <a:ea typeface="Droid Sans Fallback" charset="0"/>
              </a:rPr>
              <a:pPr>
                <a:spcBef>
                  <a:spcPct val="0"/>
                </a:spcBef>
                <a:buClrTx/>
                <a:buFontTx/>
                <a:buNone/>
              </a:pPr>
              <a:t>54</a:t>
            </a:fld>
            <a:endParaRPr lang="en-US" altLang="en-US">
              <a:ea typeface="Droid Sans Fallback" charset="0"/>
            </a:endParaRPr>
          </a:p>
        </p:txBody>
      </p:sp>
      <p:sp>
        <p:nvSpPr>
          <p:cNvPr id="126979" name="Rectangle 1">
            <a:extLst>
              <a:ext uri="{FF2B5EF4-FFF2-40B4-BE49-F238E27FC236}">
                <a16:creationId xmlns:a16="http://schemas.microsoft.com/office/drawing/2014/main" id="{B0695366-3324-5422-3F89-5FC90137C2E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6980" name="Rectangle 2">
            <a:extLst>
              <a:ext uri="{FF2B5EF4-FFF2-40B4-BE49-F238E27FC236}">
                <a16:creationId xmlns:a16="http://schemas.microsoft.com/office/drawing/2014/main" id="{B2C90218-38AB-E0A2-E0CF-87139ED7AB42}"/>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81FDB31D-2DD9-90A9-2E0B-3B8DEEA06E1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A85C85AA-2646-44FE-8019-C78596DFDAAF}" type="slidenum">
              <a:rPr lang="en-US" altLang="en-US" smtClean="0">
                <a:ea typeface="Droid Sans Fallback" charset="0"/>
              </a:rPr>
              <a:pPr>
                <a:spcBef>
                  <a:spcPct val="0"/>
                </a:spcBef>
                <a:buClrTx/>
                <a:buFontTx/>
                <a:buNone/>
              </a:pPr>
              <a:t>55</a:t>
            </a:fld>
            <a:endParaRPr lang="en-US" altLang="en-US">
              <a:ea typeface="Droid Sans Fallback" charset="0"/>
            </a:endParaRPr>
          </a:p>
        </p:txBody>
      </p:sp>
      <p:sp>
        <p:nvSpPr>
          <p:cNvPr id="129027" name="Rectangle 1">
            <a:extLst>
              <a:ext uri="{FF2B5EF4-FFF2-40B4-BE49-F238E27FC236}">
                <a16:creationId xmlns:a16="http://schemas.microsoft.com/office/drawing/2014/main" id="{46339253-563F-0435-5C69-6D0581539C1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9028" name="Rectangle 2">
            <a:extLst>
              <a:ext uri="{FF2B5EF4-FFF2-40B4-BE49-F238E27FC236}">
                <a16:creationId xmlns:a16="http://schemas.microsoft.com/office/drawing/2014/main" id="{57D621C4-6D03-3620-5BD7-4E599CBE7271}"/>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ECFC7CBE-1C8F-434A-D100-C01B0DE65B9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2FB6748-83D8-4D40-BA55-4072C6E71098}" type="slidenum">
              <a:rPr lang="en-US" altLang="en-US" smtClean="0">
                <a:ea typeface="Droid Sans Fallback" charset="0"/>
              </a:rPr>
              <a:pPr>
                <a:spcBef>
                  <a:spcPct val="0"/>
                </a:spcBef>
                <a:buClrTx/>
                <a:buFontTx/>
                <a:buNone/>
              </a:pPr>
              <a:t>56</a:t>
            </a:fld>
            <a:endParaRPr lang="en-US" altLang="en-US">
              <a:ea typeface="Droid Sans Fallback" charset="0"/>
            </a:endParaRPr>
          </a:p>
        </p:txBody>
      </p:sp>
      <p:sp>
        <p:nvSpPr>
          <p:cNvPr id="131075" name="Rectangle 1">
            <a:extLst>
              <a:ext uri="{FF2B5EF4-FFF2-40B4-BE49-F238E27FC236}">
                <a16:creationId xmlns:a16="http://schemas.microsoft.com/office/drawing/2014/main" id="{D10378BB-0E30-3715-D130-D2EF3BA39D1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1076" name="Rectangle 2">
            <a:extLst>
              <a:ext uri="{FF2B5EF4-FFF2-40B4-BE49-F238E27FC236}">
                <a16:creationId xmlns:a16="http://schemas.microsoft.com/office/drawing/2014/main" id="{4CE99851-8772-B484-85AF-F8588730FB74}"/>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168712DA-B91B-9935-D3BD-397C6315E05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86BC686-D1D5-4CDB-8399-B825DC4D56B9}" type="slidenum">
              <a:rPr lang="en-US" altLang="en-US" smtClean="0">
                <a:ea typeface="Droid Sans Fallback" charset="0"/>
              </a:rPr>
              <a:pPr>
                <a:spcBef>
                  <a:spcPct val="0"/>
                </a:spcBef>
                <a:buClrTx/>
                <a:buFontTx/>
                <a:buNone/>
              </a:pPr>
              <a:t>57</a:t>
            </a:fld>
            <a:endParaRPr lang="en-US" altLang="en-US">
              <a:ea typeface="Droid Sans Fallback" charset="0"/>
            </a:endParaRPr>
          </a:p>
        </p:txBody>
      </p:sp>
      <p:sp>
        <p:nvSpPr>
          <p:cNvPr id="133123" name="Rectangle 1">
            <a:extLst>
              <a:ext uri="{FF2B5EF4-FFF2-40B4-BE49-F238E27FC236}">
                <a16:creationId xmlns:a16="http://schemas.microsoft.com/office/drawing/2014/main" id="{C632C171-6B6B-911F-8EE8-DB375FC2682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24" name="Rectangle 2">
            <a:extLst>
              <a:ext uri="{FF2B5EF4-FFF2-40B4-BE49-F238E27FC236}">
                <a16:creationId xmlns:a16="http://schemas.microsoft.com/office/drawing/2014/main" id="{4E8E1AA1-CC0D-0193-A6F5-913F4FB64EEC}"/>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6A4EFEE4-B7C7-E261-28D3-0024B655D57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5E2AA4DF-6072-4DAC-B116-53E17FE1B5FC}" type="slidenum">
              <a:rPr lang="en-US" altLang="en-US" smtClean="0">
                <a:ea typeface="Droid Sans Fallback" charset="0"/>
              </a:rPr>
              <a:pPr>
                <a:spcBef>
                  <a:spcPct val="0"/>
                </a:spcBef>
                <a:buClrTx/>
                <a:buFontTx/>
                <a:buNone/>
              </a:pPr>
              <a:t>58</a:t>
            </a:fld>
            <a:endParaRPr lang="en-US" altLang="en-US">
              <a:ea typeface="Droid Sans Fallback" charset="0"/>
            </a:endParaRPr>
          </a:p>
        </p:txBody>
      </p:sp>
      <p:sp>
        <p:nvSpPr>
          <p:cNvPr id="135171" name="Rectangle 1">
            <a:extLst>
              <a:ext uri="{FF2B5EF4-FFF2-40B4-BE49-F238E27FC236}">
                <a16:creationId xmlns:a16="http://schemas.microsoft.com/office/drawing/2014/main" id="{EB54DD15-E0B3-2BED-2216-26F88444D0D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2" name="Rectangle 2">
            <a:extLst>
              <a:ext uri="{FF2B5EF4-FFF2-40B4-BE49-F238E27FC236}">
                <a16:creationId xmlns:a16="http://schemas.microsoft.com/office/drawing/2014/main" id="{FE5BEC9A-F6E7-D58F-AA0C-620C1C4C2DE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8BC482F2-44DB-0075-F374-C7C7A778482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1AD0C980-4D33-44E9-9703-71B91B283D8A}" type="slidenum">
              <a:rPr lang="en-US" altLang="en-US" smtClean="0">
                <a:ea typeface="Droid Sans Fallback" charset="0"/>
              </a:rPr>
              <a:pPr>
                <a:spcBef>
                  <a:spcPct val="0"/>
                </a:spcBef>
                <a:buClrTx/>
                <a:buFontTx/>
                <a:buNone/>
              </a:pPr>
              <a:t>59</a:t>
            </a:fld>
            <a:endParaRPr lang="en-US" altLang="en-US">
              <a:ea typeface="Droid Sans Fallback" charset="0"/>
            </a:endParaRPr>
          </a:p>
        </p:txBody>
      </p:sp>
      <p:sp>
        <p:nvSpPr>
          <p:cNvPr id="137219" name="Rectangle 1">
            <a:extLst>
              <a:ext uri="{FF2B5EF4-FFF2-40B4-BE49-F238E27FC236}">
                <a16:creationId xmlns:a16="http://schemas.microsoft.com/office/drawing/2014/main" id="{BB744D71-0660-605B-739F-880C77F81F0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7220" name="Rectangle 2">
            <a:extLst>
              <a:ext uri="{FF2B5EF4-FFF2-40B4-BE49-F238E27FC236}">
                <a16:creationId xmlns:a16="http://schemas.microsoft.com/office/drawing/2014/main" id="{F807554D-1847-47D1-8035-EE68EBE12229}"/>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DA2CE860-EEC0-9DD5-0169-288BDA619D1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591E110-44D4-4023-B484-1EE754AC80B2}" type="slidenum">
              <a:rPr lang="en-US" altLang="en-US" smtClean="0">
                <a:ea typeface="Droid Sans Fallback" charset="0"/>
              </a:rPr>
              <a:pPr>
                <a:spcBef>
                  <a:spcPct val="0"/>
                </a:spcBef>
                <a:buClrTx/>
                <a:buFontTx/>
                <a:buNone/>
              </a:pPr>
              <a:t>60</a:t>
            </a:fld>
            <a:endParaRPr lang="en-US" altLang="en-US">
              <a:ea typeface="Droid Sans Fallback" charset="0"/>
            </a:endParaRPr>
          </a:p>
        </p:txBody>
      </p:sp>
      <p:sp>
        <p:nvSpPr>
          <p:cNvPr id="139267" name="Rectangle 1">
            <a:extLst>
              <a:ext uri="{FF2B5EF4-FFF2-40B4-BE49-F238E27FC236}">
                <a16:creationId xmlns:a16="http://schemas.microsoft.com/office/drawing/2014/main" id="{8671A9A1-3442-95F3-4903-F4873BF129AE}"/>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a:extLst>
              <a:ext uri="{FF2B5EF4-FFF2-40B4-BE49-F238E27FC236}">
                <a16:creationId xmlns:a16="http://schemas.microsoft.com/office/drawing/2014/main" id="{52951E4A-C1DF-4785-B13B-100295E779BC}"/>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A24334A4-C49D-5E07-74D0-669C4C833E6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ADCA9BBE-6797-47FC-9480-C3E857C0D526}" type="slidenum">
              <a:rPr lang="en-US" altLang="en-US" smtClean="0">
                <a:ea typeface="Droid Sans Fallback" charset="0"/>
              </a:rPr>
              <a:pPr>
                <a:spcBef>
                  <a:spcPct val="0"/>
                </a:spcBef>
                <a:buClrTx/>
                <a:buFontTx/>
                <a:buNone/>
              </a:pPr>
              <a:t>61</a:t>
            </a:fld>
            <a:endParaRPr lang="en-US" altLang="en-US">
              <a:ea typeface="Droid Sans Fallback" charset="0"/>
            </a:endParaRPr>
          </a:p>
        </p:txBody>
      </p:sp>
      <p:sp>
        <p:nvSpPr>
          <p:cNvPr id="141315" name="Rectangle 1">
            <a:extLst>
              <a:ext uri="{FF2B5EF4-FFF2-40B4-BE49-F238E27FC236}">
                <a16:creationId xmlns:a16="http://schemas.microsoft.com/office/drawing/2014/main" id="{37CBFCE4-6F43-99B9-1243-4B66CBFDDA2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1316" name="Rectangle 2">
            <a:extLst>
              <a:ext uri="{FF2B5EF4-FFF2-40B4-BE49-F238E27FC236}">
                <a16:creationId xmlns:a16="http://schemas.microsoft.com/office/drawing/2014/main" id="{B4008990-3AA1-F1FB-D223-0F473843A3C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6D09B9EE-AC96-936F-991C-3129D41FD814}"/>
              </a:ext>
            </a:extLst>
          </p:cNvPr>
          <p:cNvSpPr>
            <a:spLocks noChangeShapeType="1"/>
          </p:cNvSpPr>
          <p:nvPr/>
        </p:nvSpPr>
        <p:spPr bwMode="auto">
          <a:xfrm>
            <a:off x="457200" y="2514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0178" name="Rectangle 2"/>
          <p:cNvSpPr>
            <a:spLocks noGrp="1" noChangeArrowheads="1"/>
          </p:cNvSpPr>
          <p:nvPr>
            <p:ph type="ctrTitle"/>
          </p:nvPr>
        </p:nvSpPr>
        <p:spPr>
          <a:xfrm>
            <a:off x="914400" y="533400"/>
            <a:ext cx="7721600" cy="1905000"/>
          </a:xfrm>
        </p:spPr>
        <p:txBody>
          <a:bodyPr/>
          <a:lstStyle>
            <a:lvl1pPr>
              <a:defRPr/>
            </a:lvl1pPr>
          </a:lstStyle>
          <a:p>
            <a:r>
              <a:rPr lang="en-US"/>
              <a:t>Click to edit Master title style</a:t>
            </a:r>
          </a:p>
        </p:txBody>
      </p:sp>
      <p:sp>
        <p:nvSpPr>
          <p:cNvPr id="50179"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US"/>
              <a:t>Click to edit Master subtitle style</a:t>
            </a:r>
          </a:p>
        </p:txBody>
      </p:sp>
      <p:sp>
        <p:nvSpPr>
          <p:cNvPr id="3" name="Date Placeholder 4">
            <a:extLst>
              <a:ext uri="{FF2B5EF4-FFF2-40B4-BE49-F238E27FC236}">
                <a16:creationId xmlns:a16="http://schemas.microsoft.com/office/drawing/2014/main" id="{38E10108-3C50-CC95-9997-E8CC003A4808}"/>
              </a:ext>
            </a:extLst>
          </p:cNvPr>
          <p:cNvSpPr>
            <a:spLocks noGrp="1" noChangeArrowheads="1"/>
          </p:cNvSpPr>
          <p:nvPr>
            <p:ph type="dt" sz="half" idx="10"/>
          </p:nvPr>
        </p:nvSpPr>
        <p:spPr>
          <a:xfrm>
            <a:off x="711200" y="6229350"/>
            <a:ext cx="1930400" cy="514350"/>
          </a:xfrm>
        </p:spPr>
        <p:txBody>
          <a:bodyPr/>
          <a:lstStyle>
            <a:lvl1pPr defTabSz="457200">
              <a:buSzPct val="100000"/>
              <a:defRPr>
                <a:solidFill>
                  <a:srgbClr val="5E574E"/>
                </a:solidFill>
              </a:defRPr>
            </a:lvl1pPr>
          </a:lstStyle>
          <a:p>
            <a:pPr>
              <a:defRPr/>
            </a:pPr>
            <a:endParaRPr lang="en-US"/>
          </a:p>
        </p:txBody>
      </p:sp>
      <p:sp>
        <p:nvSpPr>
          <p:cNvPr id="4" name="Footer Placeholder 5">
            <a:extLst>
              <a:ext uri="{FF2B5EF4-FFF2-40B4-BE49-F238E27FC236}">
                <a16:creationId xmlns:a16="http://schemas.microsoft.com/office/drawing/2014/main" id="{5A724263-488D-0136-0C56-9ABEE7F9B0FA}"/>
              </a:ext>
            </a:extLst>
          </p:cNvPr>
          <p:cNvSpPr>
            <a:spLocks noGrp="1" noChangeArrowheads="1"/>
          </p:cNvSpPr>
          <p:nvPr>
            <p:ph type="ftr" sz="quarter" idx="11"/>
          </p:nvPr>
        </p:nvSpPr>
        <p:spPr>
          <a:xfrm>
            <a:off x="3149600" y="6229350"/>
            <a:ext cx="2844800" cy="514350"/>
          </a:xfrm>
        </p:spPr>
        <p:txBody>
          <a:bodyPr/>
          <a:lstStyle>
            <a:lvl1pPr algn="l" defTabSz="457200">
              <a:spcBef>
                <a:spcPct val="0"/>
              </a:spcBef>
              <a:buSzPct val="100000"/>
              <a:defRPr>
                <a:solidFill>
                  <a:srgbClr val="5E574E"/>
                </a:solidFill>
              </a:defRPr>
            </a:lvl1pPr>
          </a:lstStyle>
          <a:p>
            <a:pPr>
              <a:defRPr/>
            </a:pPr>
            <a:endParaRPr lang="en-GB"/>
          </a:p>
        </p:txBody>
      </p:sp>
      <p:sp>
        <p:nvSpPr>
          <p:cNvPr id="5" name="Slide Number Placeholder 6">
            <a:extLst>
              <a:ext uri="{FF2B5EF4-FFF2-40B4-BE49-F238E27FC236}">
                <a16:creationId xmlns:a16="http://schemas.microsoft.com/office/drawing/2014/main" id="{F0DF68F6-6E6C-E2BE-5630-FA26DD971D7A}"/>
              </a:ext>
            </a:extLst>
          </p:cNvPr>
          <p:cNvSpPr>
            <a:spLocks noGrp="1" noChangeArrowheads="1"/>
          </p:cNvSpPr>
          <p:nvPr>
            <p:ph type="sldNum" sz="quarter" idx="12"/>
          </p:nvPr>
        </p:nvSpPr>
        <p:spPr>
          <a:xfrm>
            <a:off x="6604000" y="6229350"/>
            <a:ext cx="1828800" cy="514350"/>
          </a:xfrm>
        </p:spPr>
        <p:txBody>
          <a:bodyPr/>
          <a:lstStyle>
            <a:lvl1pPr defTabSz="457200">
              <a:buSzPct val="100000"/>
              <a:defRPr/>
            </a:lvl1pPr>
          </a:lstStyle>
          <a:p>
            <a:pPr>
              <a:defRPr/>
            </a:pPr>
            <a:fld id="{46D1BBB5-7BCB-43CF-BE0F-1F6DE7AB006F}" type="slidenum">
              <a:rPr lang="en-US" altLang="en-US"/>
              <a:pPr>
                <a:defRPr/>
              </a:pPr>
              <a:t>‹#›</a:t>
            </a:fld>
            <a:endParaRPr lang="en-US" altLang="en-US"/>
          </a:p>
        </p:txBody>
      </p:sp>
    </p:spTree>
    <p:extLst>
      <p:ext uri="{BB962C8B-B14F-4D97-AF65-F5344CB8AC3E}">
        <p14:creationId xmlns:p14="http://schemas.microsoft.com/office/powerpoint/2010/main" val="3443994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BD3CB962-F689-19C3-257D-07F1AF3090BC}"/>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5" name="Rectangle 5">
            <a:extLst>
              <a:ext uri="{FF2B5EF4-FFF2-40B4-BE49-F238E27FC236}">
                <a16:creationId xmlns:a16="http://schemas.microsoft.com/office/drawing/2014/main" id="{ED4830AC-F01B-B915-6CAD-3705BD079B83}"/>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6" name="Rectangle 6">
            <a:extLst>
              <a:ext uri="{FF2B5EF4-FFF2-40B4-BE49-F238E27FC236}">
                <a16:creationId xmlns:a16="http://schemas.microsoft.com/office/drawing/2014/main" id="{48A5489F-EA57-941F-D8F8-A6DA31781C50}"/>
              </a:ext>
            </a:extLst>
          </p:cNvPr>
          <p:cNvSpPr>
            <a:spLocks noGrp="1" noChangeArrowheads="1"/>
          </p:cNvSpPr>
          <p:nvPr>
            <p:ph type="sldNum" sz="quarter" idx="12"/>
          </p:nvPr>
        </p:nvSpPr>
        <p:spPr/>
        <p:txBody>
          <a:bodyPr/>
          <a:lstStyle>
            <a:lvl1pPr defTabSz="457200">
              <a:buSzPct val="100000"/>
              <a:defRPr/>
            </a:lvl1pPr>
          </a:lstStyle>
          <a:p>
            <a:pPr>
              <a:defRPr/>
            </a:pPr>
            <a:fld id="{A9DDDA87-E5B1-4F48-AAD8-F222701390AE}" type="slidenum">
              <a:rPr lang="en-US" altLang="en-US"/>
              <a:pPr>
                <a:defRPr/>
              </a:pPr>
              <a:t>‹#›</a:t>
            </a:fld>
            <a:endParaRPr lang="en-US" altLang="en-US"/>
          </a:p>
        </p:txBody>
      </p:sp>
    </p:spTree>
    <p:extLst>
      <p:ext uri="{BB962C8B-B14F-4D97-AF65-F5344CB8AC3E}">
        <p14:creationId xmlns:p14="http://schemas.microsoft.com/office/powerpoint/2010/main" val="981074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4D92796-D4BE-372C-06F8-FE9145842F34}"/>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5" name="Rectangle 5">
            <a:extLst>
              <a:ext uri="{FF2B5EF4-FFF2-40B4-BE49-F238E27FC236}">
                <a16:creationId xmlns:a16="http://schemas.microsoft.com/office/drawing/2014/main" id="{FFF9EE85-F9C8-7D52-AC25-A85897B839BE}"/>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6" name="Rectangle 6">
            <a:extLst>
              <a:ext uri="{FF2B5EF4-FFF2-40B4-BE49-F238E27FC236}">
                <a16:creationId xmlns:a16="http://schemas.microsoft.com/office/drawing/2014/main" id="{B092D233-0578-9F81-E5C5-8355B2F81206}"/>
              </a:ext>
            </a:extLst>
          </p:cNvPr>
          <p:cNvSpPr>
            <a:spLocks noGrp="1" noChangeArrowheads="1"/>
          </p:cNvSpPr>
          <p:nvPr>
            <p:ph type="sldNum" sz="quarter" idx="12"/>
          </p:nvPr>
        </p:nvSpPr>
        <p:spPr/>
        <p:txBody>
          <a:bodyPr/>
          <a:lstStyle>
            <a:lvl1pPr defTabSz="457200">
              <a:buSzPct val="100000"/>
              <a:defRPr/>
            </a:lvl1pPr>
          </a:lstStyle>
          <a:p>
            <a:pPr>
              <a:defRPr/>
            </a:pPr>
            <a:fld id="{43E7281C-D5E8-40EC-8AC5-22EF34FFF3E2}" type="slidenum">
              <a:rPr lang="en-US" altLang="en-US"/>
              <a:pPr>
                <a:defRPr/>
              </a:pPr>
              <a:t>‹#›</a:t>
            </a:fld>
            <a:endParaRPr lang="en-US" altLang="en-US"/>
          </a:p>
        </p:txBody>
      </p:sp>
    </p:spTree>
    <p:extLst>
      <p:ext uri="{BB962C8B-B14F-4D97-AF65-F5344CB8AC3E}">
        <p14:creationId xmlns:p14="http://schemas.microsoft.com/office/powerpoint/2010/main" val="3097028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28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CCC9CBB8-F9A1-6F3D-3537-2A3017575437}"/>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6" name="Footer Placeholder 5">
            <a:extLst>
              <a:ext uri="{FF2B5EF4-FFF2-40B4-BE49-F238E27FC236}">
                <a16:creationId xmlns:a16="http://schemas.microsoft.com/office/drawing/2014/main" id="{49E0576C-8CDF-683C-4460-9D7486D0F793}"/>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7" name="Slide Number Placeholder 6">
            <a:extLst>
              <a:ext uri="{FF2B5EF4-FFF2-40B4-BE49-F238E27FC236}">
                <a16:creationId xmlns:a16="http://schemas.microsoft.com/office/drawing/2014/main" id="{91F1E1FC-0B49-7BAB-5B23-6CA680A9281D}"/>
              </a:ext>
            </a:extLst>
          </p:cNvPr>
          <p:cNvSpPr>
            <a:spLocks noGrp="1" noChangeArrowheads="1"/>
          </p:cNvSpPr>
          <p:nvPr>
            <p:ph type="sldNum" sz="quarter" idx="12"/>
          </p:nvPr>
        </p:nvSpPr>
        <p:spPr/>
        <p:txBody>
          <a:bodyPr/>
          <a:lstStyle>
            <a:lvl1pPr defTabSz="457200">
              <a:buSzPct val="100000"/>
              <a:defRPr/>
            </a:lvl1pPr>
          </a:lstStyle>
          <a:p>
            <a:pPr>
              <a:defRPr/>
            </a:pPr>
            <a:fld id="{147F0750-CFF0-4FF6-9700-059EA36E1D21}" type="slidenum">
              <a:rPr lang="en-US" altLang="en-US"/>
              <a:pPr>
                <a:defRPr/>
              </a:pPr>
              <a:t>‹#›</a:t>
            </a:fld>
            <a:endParaRPr lang="en-US" altLang="en-US"/>
          </a:p>
        </p:txBody>
      </p:sp>
    </p:spTree>
    <p:extLst>
      <p:ext uri="{BB962C8B-B14F-4D97-AF65-F5344CB8AC3E}">
        <p14:creationId xmlns:p14="http://schemas.microsoft.com/office/powerpoint/2010/main" val="272605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Rectangle 4">
            <a:extLst>
              <a:ext uri="{FF2B5EF4-FFF2-40B4-BE49-F238E27FC236}">
                <a16:creationId xmlns:a16="http://schemas.microsoft.com/office/drawing/2014/main" id="{D03F62FA-700B-AB6D-5019-D33C8803F95D}"/>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8" name="Rectangle 5">
            <a:extLst>
              <a:ext uri="{FF2B5EF4-FFF2-40B4-BE49-F238E27FC236}">
                <a16:creationId xmlns:a16="http://schemas.microsoft.com/office/drawing/2014/main" id="{89041D95-B1CC-DB38-8CAD-750A2F7834D7}"/>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9" name="Rectangle 6">
            <a:extLst>
              <a:ext uri="{FF2B5EF4-FFF2-40B4-BE49-F238E27FC236}">
                <a16:creationId xmlns:a16="http://schemas.microsoft.com/office/drawing/2014/main" id="{E3E7BBB5-8668-6822-C2BF-F87F5BC59E2E}"/>
              </a:ext>
            </a:extLst>
          </p:cNvPr>
          <p:cNvSpPr>
            <a:spLocks noGrp="1" noChangeArrowheads="1"/>
          </p:cNvSpPr>
          <p:nvPr>
            <p:ph type="sldNum" sz="quarter" idx="12"/>
          </p:nvPr>
        </p:nvSpPr>
        <p:spPr/>
        <p:txBody>
          <a:bodyPr/>
          <a:lstStyle>
            <a:lvl1pPr defTabSz="457200">
              <a:buSzPct val="100000"/>
              <a:defRPr/>
            </a:lvl1pPr>
          </a:lstStyle>
          <a:p>
            <a:pPr>
              <a:defRPr/>
            </a:pPr>
            <a:fld id="{586F20BD-C78A-4A34-A162-D556C806DC4A}" type="slidenum">
              <a:rPr lang="en-US" altLang="en-US"/>
              <a:pPr>
                <a:defRPr/>
              </a:pPr>
              <a:t>‹#›</a:t>
            </a:fld>
            <a:endParaRPr lang="en-US" altLang="en-US"/>
          </a:p>
        </p:txBody>
      </p:sp>
    </p:spTree>
    <p:extLst>
      <p:ext uri="{BB962C8B-B14F-4D97-AF65-F5344CB8AC3E}">
        <p14:creationId xmlns:p14="http://schemas.microsoft.com/office/powerpoint/2010/main" val="3649630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Rectangle 4">
            <a:extLst>
              <a:ext uri="{FF2B5EF4-FFF2-40B4-BE49-F238E27FC236}">
                <a16:creationId xmlns:a16="http://schemas.microsoft.com/office/drawing/2014/main" id="{0C7EE0E1-980E-4286-EEC2-F05D78D3A8C7}"/>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4" name="Rectangle 5">
            <a:extLst>
              <a:ext uri="{FF2B5EF4-FFF2-40B4-BE49-F238E27FC236}">
                <a16:creationId xmlns:a16="http://schemas.microsoft.com/office/drawing/2014/main" id="{AD50168F-CE87-36DD-BD6C-1D793B8E7A94}"/>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5" name="Rectangle 6">
            <a:extLst>
              <a:ext uri="{FF2B5EF4-FFF2-40B4-BE49-F238E27FC236}">
                <a16:creationId xmlns:a16="http://schemas.microsoft.com/office/drawing/2014/main" id="{AA338725-2511-917B-DB6D-BE2AE187A47F}"/>
              </a:ext>
            </a:extLst>
          </p:cNvPr>
          <p:cNvSpPr>
            <a:spLocks noGrp="1" noChangeArrowheads="1"/>
          </p:cNvSpPr>
          <p:nvPr>
            <p:ph type="sldNum" sz="quarter" idx="12"/>
          </p:nvPr>
        </p:nvSpPr>
        <p:spPr/>
        <p:txBody>
          <a:bodyPr/>
          <a:lstStyle>
            <a:lvl1pPr defTabSz="457200">
              <a:buSzPct val="100000"/>
              <a:defRPr/>
            </a:lvl1pPr>
          </a:lstStyle>
          <a:p>
            <a:pPr>
              <a:defRPr/>
            </a:pPr>
            <a:fld id="{B3560B47-598E-43D5-B921-1CA2A5BBF680}" type="slidenum">
              <a:rPr lang="en-US" altLang="en-US"/>
              <a:pPr>
                <a:defRPr/>
              </a:pPr>
              <a:t>‹#›</a:t>
            </a:fld>
            <a:endParaRPr lang="en-US" altLang="en-US"/>
          </a:p>
        </p:txBody>
      </p:sp>
    </p:spTree>
    <p:extLst>
      <p:ext uri="{BB962C8B-B14F-4D97-AF65-F5344CB8AC3E}">
        <p14:creationId xmlns:p14="http://schemas.microsoft.com/office/powerpoint/2010/main" val="163543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0DF2D10-9576-7E03-7950-DAF57E2BC4C7}"/>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3" name="Rectangle 5">
            <a:extLst>
              <a:ext uri="{FF2B5EF4-FFF2-40B4-BE49-F238E27FC236}">
                <a16:creationId xmlns:a16="http://schemas.microsoft.com/office/drawing/2014/main" id="{AAD8E9F8-DE2E-A6AE-FFF1-63A6A394026F}"/>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4" name="Rectangle 6">
            <a:extLst>
              <a:ext uri="{FF2B5EF4-FFF2-40B4-BE49-F238E27FC236}">
                <a16:creationId xmlns:a16="http://schemas.microsoft.com/office/drawing/2014/main" id="{28457B50-64CE-666D-5759-7A0281A32B2A}"/>
              </a:ext>
            </a:extLst>
          </p:cNvPr>
          <p:cNvSpPr>
            <a:spLocks noGrp="1" noChangeArrowheads="1"/>
          </p:cNvSpPr>
          <p:nvPr>
            <p:ph type="sldNum" sz="quarter" idx="12"/>
          </p:nvPr>
        </p:nvSpPr>
        <p:spPr/>
        <p:txBody>
          <a:bodyPr/>
          <a:lstStyle>
            <a:lvl1pPr defTabSz="457200">
              <a:buSzPct val="100000"/>
              <a:defRPr/>
            </a:lvl1pPr>
          </a:lstStyle>
          <a:p>
            <a:pPr>
              <a:defRPr/>
            </a:pPr>
            <a:fld id="{CC9D8ECE-9026-46DA-AB6F-4537F746A971}" type="slidenum">
              <a:rPr lang="en-US" altLang="en-US"/>
              <a:pPr>
                <a:defRPr/>
              </a:pPr>
              <a:t>‹#›</a:t>
            </a:fld>
            <a:endParaRPr lang="en-US" altLang="en-US"/>
          </a:p>
        </p:txBody>
      </p:sp>
    </p:spTree>
    <p:extLst>
      <p:ext uri="{BB962C8B-B14F-4D97-AF65-F5344CB8AC3E}">
        <p14:creationId xmlns:p14="http://schemas.microsoft.com/office/powerpoint/2010/main" val="800795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5BE6A7F0-6C70-8A98-B14D-628701908F35}"/>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6" name="Footer Placeholder 5">
            <a:extLst>
              <a:ext uri="{FF2B5EF4-FFF2-40B4-BE49-F238E27FC236}">
                <a16:creationId xmlns:a16="http://schemas.microsoft.com/office/drawing/2014/main" id="{7663621B-25AB-DA86-7953-150FAE32E88F}"/>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7" name="Slide Number Placeholder 6">
            <a:extLst>
              <a:ext uri="{FF2B5EF4-FFF2-40B4-BE49-F238E27FC236}">
                <a16:creationId xmlns:a16="http://schemas.microsoft.com/office/drawing/2014/main" id="{405A95E3-0082-AC4A-1D29-4801D3294602}"/>
              </a:ext>
            </a:extLst>
          </p:cNvPr>
          <p:cNvSpPr>
            <a:spLocks noGrp="1" noChangeArrowheads="1"/>
          </p:cNvSpPr>
          <p:nvPr>
            <p:ph type="sldNum" sz="quarter" idx="12"/>
          </p:nvPr>
        </p:nvSpPr>
        <p:spPr/>
        <p:txBody>
          <a:bodyPr/>
          <a:lstStyle>
            <a:lvl1pPr defTabSz="457200">
              <a:buSzPct val="100000"/>
              <a:defRPr/>
            </a:lvl1pPr>
          </a:lstStyle>
          <a:p>
            <a:pPr>
              <a:defRPr/>
            </a:pPr>
            <a:fld id="{F82BEF44-AC6D-4F32-95AC-19CA8926743A}" type="slidenum">
              <a:rPr lang="en-US" altLang="en-US"/>
              <a:pPr>
                <a:defRPr/>
              </a:pPr>
              <a:t>‹#›</a:t>
            </a:fld>
            <a:endParaRPr lang="en-US" altLang="en-US"/>
          </a:p>
        </p:txBody>
      </p:sp>
    </p:spTree>
    <p:extLst>
      <p:ext uri="{BB962C8B-B14F-4D97-AF65-F5344CB8AC3E}">
        <p14:creationId xmlns:p14="http://schemas.microsoft.com/office/powerpoint/2010/main" val="1401113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F36359C-83EF-D6B2-7844-DC57C98DBD74}"/>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6" name="Footer Placeholder 5">
            <a:extLst>
              <a:ext uri="{FF2B5EF4-FFF2-40B4-BE49-F238E27FC236}">
                <a16:creationId xmlns:a16="http://schemas.microsoft.com/office/drawing/2014/main" id="{BF6AFB19-A0DB-F137-055F-59993F3A8336}"/>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7" name="Slide Number Placeholder 6">
            <a:extLst>
              <a:ext uri="{FF2B5EF4-FFF2-40B4-BE49-F238E27FC236}">
                <a16:creationId xmlns:a16="http://schemas.microsoft.com/office/drawing/2014/main" id="{CC7F1A4A-3D7E-4C8B-5C71-82BB026702F0}"/>
              </a:ext>
            </a:extLst>
          </p:cNvPr>
          <p:cNvSpPr>
            <a:spLocks noGrp="1" noChangeArrowheads="1"/>
          </p:cNvSpPr>
          <p:nvPr>
            <p:ph type="sldNum" sz="quarter" idx="12"/>
          </p:nvPr>
        </p:nvSpPr>
        <p:spPr/>
        <p:txBody>
          <a:bodyPr/>
          <a:lstStyle>
            <a:lvl1pPr defTabSz="457200">
              <a:buSzPct val="100000"/>
              <a:defRPr/>
            </a:lvl1pPr>
          </a:lstStyle>
          <a:p>
            <a:pPr>
              <a:defRPr/>
            </a:pPr>
            <a:fld id="{315D1B4C-4A95-4EC8-B71D-36DEF1DC8321}" type="slidenum">
              <a:rPr lang="en-US" altLang="en-US"/>
              <a:pPr>
                <a:defRPr/>
              </a:pPr>
              <a:t>‹#›</a:t>
            </a:fld>
            <a:endParaRPr lang="en-US" altLang="en-US"/>
          </a:p>
        </p:txBody>
      </p:sp>
    </p:spTree>
    <p:extLst>
      <p:ext uri="{BB962C8B-B14F-4D97-AF65-F5344CB8AC3E}">
        <p14:creationId xmlns:p14="http://schemas.microsoft.com/office/powerpoint/2010/main" val="941758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CE97B080-606A-FECF-791A-9F87837D65E3}"/>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5" name="Rectangle 5">
            <a:extLst>
              <a:ext uri="{FF2B5EF4-FFF2-40B4-BE49-F238E27FC236}">
                <a16:creationId xmlns:a16="http://schemas.microsoft.com/office/drawing/2014/main" id="{CD0EB5B6-04AA-4406-4080-662A682252AC}"/>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6" name="Rectangle 6">
            <a:extLst>
              <a:ext uri="{FF2B5EF4-FFF2-40B4-BE49-F238E27FC236}">
                <a16:creationId xmlns:a16="http://schemas.microsoft.com/office/drawing/2014/main" id="{530439A9-725A-E58D-B928-DFB99B9D3901}"/>
              </a:ext>
            </a:extLst>
          </p:cNvPr>
          <p:cNvSpPr>
            <a:spLocks noGrp="1" noChangeArrowheads="1"/>
          </p:cNvSpPr>
          <p:nvPr>
            <p:ph type="sldNum" sz="quarter" idx="12"/>
          </p:nvPr>
        </p:nvSpPr>
        <p:spPr/>
        <p:txBody>
          <a:bodyPr/>
          <a:lstStyle>
            <a:lvl1pPr defTabSz="457200">
              <a:buSzPct val="100000"/>
              <a:defRPr/>
            </a:lvl1pPr>
          </a:lstStyle>
          <a:p>
            <a:pPr>
              <a:defRPr/>
            </a:pPr>
            <a:fld id="{C4118652-D761-4422-BC0B-F1126CBE9667}" type="slidenum">
              <a:rPr lang="en-US" altLang="en-US"/>
              <a:pPr>
                <a:defRPr/>
              </a:pPr>
              <a:t>‹#›</a:t>
            </a:fld>
            <a:endParaRPr lang="en-US" altLang="en-US"/>
          </a:p>
        </p:txBody>
      </p:sp>
    </p:spTree>
    <p:extLst>
      <p:ext uri="{BB962C8B-B14F-4D97-AF65-F5344CB8AC3E}">
        <p14:creationId xmlns:p14="http://schemas.microsoft.com/office/powerpoint/2010/main" val="1704919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7400" cy="5829300"/>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57CEA925-B855-798D-616C-16018CA84719}"/>
              </a:ext>
            </a:extLst>
          </p:cNvPr>
          <p:cNvSpPr>
            <a:spLocks noGrp="1" noChangeArrowheads="1"/>
          </p:cNvSpPr>
          <p:nvPr>
            <p:ph type="dt" sz="half" idx="10"/>
          </p:nvPr>
        </p:nvSpPr>
        <p:spPr/>
        <p:txBody>
          <a:bodyPr/>
          <a:lstStyle>
            <a:lvl1pPr defTabSz="457200">
              <a:buSzPct val="100000"/>
              <a:defRPr/>
            </a:lvl1pPr>
          </a:lstStyle>
          <a:p>
            <a:pPr>
              <a:defRPr/>
            </a:pPr>
            <a:endParaRPr lang="en-US"/>
          </a:p>
        </p:txBody>
      </p:sp>
      <p:sp>
        <p:nvSpPr>
          <p:cNvPr id="5" name="Rectangle 5">
            <a:extLst>
              <a:ext uri="{FF2B5EF4-FFF2-40B4-BE49-F238E27FC236}">
                <a16:creationId xmlns:a16="http://schemas.microsoft.com/office/drawing/2014/main" id="{1FF82290-56ED-1F6A-9FB6-851A579D6A7E}"/>
              </a:ext>
            </a:extLst>
          </p:cNvPr>
          <p:cNvSpPr>
            <a:spLocks noGrp="1" noChangeArrowheads="1"/>
          </p:cNvSpPr>
          <p:nvPr>
            <p:ph type="ftr" sz="quarter" idx="11"/>
          </p:nvPr>
        </p:nvSpPr>
        <p:spPr/>
        <p:txBody>
          <a:bodyPr/>
          <a:lstStyle>
            <a:lvl1pPr defTabSz="457200">
              <a:buSzPct val="100000"/>
              <a:defRPr/>
            </a:lvl1pPr>
          </a:lstStyle>
          <a:p>
            <a:pPr>
              <a:defRPr/>
            </a:pPr>
            <a:endParaRPr lang="en-US"/>
          </a:p>
        </p:txBody>
      </p:sp>
      <p:sp>
        <p:nvSpPr>
          <p:cNvPr id="6" name="Rectangle 6">
            <a:extLst>
              <a:ext uri="{FF2B5EF4-FFF2-40B4-BE49-F238E27FC236}">
                <a16:creationId xmlns:a16="http://schemas.microsoft.com/office/drawing/2014/main" id="{8DA8E1AF-0EB5-F68E-222F-0CB4385D7D74}"/>
              </a:ext>
            </a:extLst>
          </p:cNvPr>
          <p:cNvSpPr>
            <a:spLocks noGrp="1" noChangeArrowheads="1"/>
          </p:cNvSpPr>
          <p:nvPr>
            <p:ph type="sldNum" sz="quarter" idx="12"/>
          </p:nvPr>
        </p:nvSpPr>
        <p:spPr/>
        <p:txBody>
          <a:bodyPr/>
          <a:lstStyle>
            <a:lvl1pPr defTabSz="457200">
              <a:buSzPct val="100000"/>
              <a:defRPr/>
            </a:lvl1pPr>
          </a:lstStyle>
          <a:p>
            <a:pPr>
              <a:defRPr/>
            </a:pPr>
            <a:fld id="{8E421D8E-4A33-440C-94BA-C3FE6D5C92BA}" type="slidenum">
              <a:rPr lang="en-US" altLang="en-US"/>
              <a:pPr>
                <a:defRPr/>
              </a:pPr>
              <a:t>‹#›</a:t>
            </a:fld>
            <a:endParaRPr lang="en-US" altLang="en-US"/>
          </a:p>
        </p:txBody>
      </p:sp>
    </p:spTree>
    <p:extLst>
      <p:ext uri="{BB962C8B-B14F-4D97-AF65-F5344CB8AC3E}">
        <p14:creationId xmlns:p14="http://schemas.microsoft.com/office/powerpoint/2010/main" val="4194391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FA64F3F8-2864-D810-DED6-460BC06E2517}"/>
              </a:ext>
            </a:extLst>
          </p:cNvPr>
          <p:cNvSpPr>
            <a:spLocks noChangeShapeType="1"/>
          </p:cNvSpPr>
          <p:nvPr/>
        </p:nvSpPr>
        <p:spPr bwMode="auto">
          <a:xfrm>
            <a:off x="457200" y="3200400"/>
            <a:ext cx="81534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MY"/>
          </a:p>
        </p:txBody>
      </p:sp>
      <p:sp>
        <p:nvSpPr>
          <p:cNvPr id="70658" name="Rectangle 2"/>
          <p:cNvSpPr>
            <a:spLocks noGrp="1" noChangeArrowheads="1"/>
          </p:cNvSpPr>
          <p:nvPr>
            <p:ph type="ctrTitle"/>
          </p:nvPr>
        </p:nvSpPr>
        <p:spPr>
          <a:xfrm>
            <a:off x="381000" y="1219200"/>
            <a:ext cx="8255000" cy="1905000"/>
          </a:xfrm>
        </p:spPr>
        <p:txBody>
          <a:bodyPr/>
          <a:lstStyle>
            <a:lvl1pPr>
              <a:defRPr/>
            </a:lvl1pPr>
          </a:lstStyle>
          <a:p>
            <a:pPr lvl="0"/>
            <a:r>
              <a:rPr lang="en-US" altLang="en-US" noProof="0"/>
              <a:t>Click to edit Master title style</a:t>
            </a:r>
          </a:p>
        </p:txBody>
      </p:sp>
      <p:sp>
        <p:nvSpPr>
          <p:cNvPr id="70659" name="Rectangle 3"/>
          <p:cNvSpPr>
            <a:spLocks noGrp="1" noChangeArrowheads="1"/>
          </p:cNvSpPr>
          <p:nvPr>
            <p:ph type="subTitle" idx="1"/>
          </p:nvPr>
        </p:nvSpPr>
        <p:spPr>
          <a:xfrm>
            <a:off x="457200" y="3714750"/>
            <a:ext cx="6858000" cy="1771650"/>
          </a:xfrm>
        </p:spPr>
        <p:txBody>
          <a:bodyPr/>
          <a:lstStyle>
            <a:lvl1pPr marL="0" indent="0">
              <a:buFont typeface="Symbol" panose="05050102010706020507" pitchFamily="18" charset="2"/>
              <a:buNone/>
              <a:defRPr/>
            </a:lvl1pPr>
          </a:lstStyle>
          <a:p>
            <a:pPr lvl="0"/>
            <a:r>
              <a:rPr lang="en-US" altLang="en-US" noProof="0"/>
              <a:t>Click to edit Master subtitle style</a:t>
            </a:r>
          </a:p>
        </p:txBody>
      </p:sp>
    </p:spTree>
    <p:extLst>
      <p:ext uri="{BB962C8B-B14F-4D97-AF65-F5344CB8AC3E}">
        <p14:creationId xmlns:p14="http://schemas.microsoft.com/office/powerpoint/2010/main" val="1999596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4229214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MY"/>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7915583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752600"/>
            <a:ext cx="40132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2800" y="1752600"/>
            <a:ext cx="40132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1257849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MY"/>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20109796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Tree>
    <p:extLst>
      <p:ext uri="{BB962C8B-B14F-4D97-AF65-F5344CB8AC3E}">
        <p14:creationId xmlns:p14="http://schemas.microsoft.com/office/powerpoint/2010/main" val="13211276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00125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MY"/>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383987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MY"/>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100872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14059382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7400" cy="6248400"/>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624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3946690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5E59D1B-34EA-B492-C49E-32659D6DCA6B}"/>
              </a:ext>
            </a:extLst>
          </p:cNvPr>
          <p:cNvSpPr>
            <a:spLocks noGrp="1" noChangeArrowheads="1"/>
          </p:cNvSpPr>
          <p:nvPr>
            <p:ph type="title"/>
          </p:nvPr>
        </p:nvSpPr>
        <p:spPr bwMode="auto">
          <a:xfrm>
            <a:off x="406400" y="228600"/>
            <a:ext cx="820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3075" name="Rectangle 3">
            <a:extLst>
              <a:ext uri="{FF2B5EF4-FFF2-40B4-BE49-F238E27FC236}">
                <a16:creationId xmlns:a16="http://schemas.microsoft.com/office/drawing/2014/main" id="{AFEDF160-2EA6-3E16-F5B9-A1812156A6AD}"/>
              </a:ext>
            </a:extLst>
          </p:cNvPr>
          <p:cNvSpPr>
            <a:spLocks noGrp="1" noChangeArrowheads="1"/>
          </p:cNvSpPr>
          <p:nvPr>
            <p:ph type="body" idx="1"/>
          </p:nvPr>
        </p:nvSpPr>
        <p:spPr bwMode="auto">
          <a:xfrm>
            <a:off x="457200" y="1885950"/>
            <a:ext cx="81788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9156" name="Rectangle 4">
            <a:extLst>
              <a:ext uri="{FF2B5EF4-FFF2-40B4-BE49-F238E27FC236}">
                <a16:creationId xmlns:a16="http://schemas.microsoft.com/office/drawing/2014/main" id="{458FB47D-FA1D-397F-122C-BBB78B5D2280}"/>
              </a:ext>
            </a:extLst>
          </p:cNvPr>
          <p:cNvSpPr>
            <a:spLocks noGrp="1" noChangeArrowheads="1"/>
          </p:cNvSpPr>
          <p:nvPr>
            <p:ph type="dt" sz="half" idx="2"/>
          </p:nvPr>
        </p:nvSpPr>
        <p:spPr bwMode="auto">
          <a:xfrm>
            <a:off x="4318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defTabSz="914400">
              <a:spcBef>
                <a:spcPct val="50000"/>
              </a:spcBef>
              <a:buClrTx/>
              <a:buFontTx/>
              <a:buNone/>
              <a:defRPr kumimoji="0" sz="1400">
                <a:solidFill>
                  <a:srgbClr val="5E574E"/>
                </a:solidFill>
                <a:latin typeface="Arial" charset="0"/>
                <a:ea typeface="+mn-ea"/>
                <a:cs typeface="+mn-cs"/>
              </a:defRPr>
            </a:lvl1pPr>
          </a:lstStyle>
          <a:p>
            <a:pPr>
              <a:defRPr/>
            </a:pPr>
            <a:endParaRPr lang="en-US"/>
          </a:p>
        </p:txBody>
      </p:sp>
      <p:sp>
        <p:nvSpPr>
          <p:cNvPr id="49157" name="Rectangle 5">
            <a:extLst>
              <a:ext uri="{FF2B5EF4-FFF2-40B4-BE49-F238E27FC236}">
                <a16:creationId xmlns:a16="http://schemas.microsoft.com/office/drawing/2014/main" id="{871AEE16-D776-9FE9-47CB-AF0EFFB3F2EF}"/>
              </a:ext>
            </a:extLst>
          </p:cNvPr>
          <p:cNvSpPr>
            <a:spLocks noGrp="1" noChangeArrowheads="1"/>
          </p:cNvSpPr>
          <p:nvPr>
            <p:ph type="ftr" sz="quarter" idx="3"/>
          </p:nvPr>
        </p:nvSpPr>
        <p:spPr bwMode="auto">
          <a:xfrm>
            <a:off x="3124200" y="6229350"/>
            <a:ext cx="28956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defTabSz="914400">
              <a:spcBef>
                <a:spcPct val="50000"/>
              </a:spcBef>
              <a:buClrTx/>
              <a:buFontTx/>
              <a:buNone/>
              <a:defRPr kumimoji="0" sz="1400">
                <a:solidFill>
                  <a:srgbClr val="5E574E"/>
                </a:solidFill>
                <a:latin typeface="Arial" charset="0"/>
                <a:ea typeface="+mn-ea"/>
                <a:cs typeface="+mn-cs"/>
              </a:defRPr>
            </a:lvl1pPr>
          </a:lstStyle>
          <a:p>
            <a:pPr>
              <a:defRPr/>
            </a:pPr>
            <a:endParaRPr lang="en-US"/>
          </a:p>
        </p:txBody>
      </p:sp>
      <p:sp>
        <p:nvSpPr>
          <p:cNvPr id="49158" name="Rectangle 6">
            <a:extLst>
              <a:ext uri="{FF2B5EF4-FFF2-40B4-BE49-F238E27FC236}">
                <a16:creationId xmlns:a16="http://schemas.microsoft.com/office/drawing/2014/main" id="{0ECE4937-C9C8-75EE-CB33-0528B99B7FF8}"/>
              </a:ext>
            </a:extLst>
          </p:cNvPr>
          <p:cNvSpPr>
            <a:spLocks noGrp="1" noChangeArrowheads="1"/>
          </p:cNvSpPr>
          <p:nvPr>
            <p:ph type="sldNum" sz="quarter" idx="4"/>
          </p:nvPr>
        </p:nvSpPr>
        <p:spPr bwMode="auto">
          <a:xfrm>
            <a:off x="67310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defTabSz="914400">
              <a:spcBef>
                <a:spcPct val="50000"/>
              </a:spcBef>
              <a:defRPr sz="1400">
                <a:solidFill>
                  <a:srgbClr val="5E574E"/>
                </a:solidFill>
                <a:latin typeface="Arial" panose="020B0604020202020204" pitchFamily="34" charset="0"/>
              </a:defRPr>
            </a:lvl1pPr>
          </a:lstStyle>
          <a:p>
            <a:pPr>
              <a:defRPr/>
            </a:pPr>
            <a:fld id="{9C449CBF-A649-4255-A928-D5CCEC457514}" type="slidenum">
              <a:rPr lang="en-US" altLang="en-US"/>
              <a:pPr>
                <a:defRPr/>
              </a:pPr>
              <a:t>‹#›</a:t>
            </a:fld>
            <a:endParaRPr lang="en-US" altLang="en-US"/>
          </a:p>
        </p:txBody>
      </p:sp>
      <p:sp>
        <p:nvSpPr>
          <p:cNvPr id="3079" name="Line 7">
            <a:extLst>
              <a:ext uri="{FF2B5EF4-FFF2-40B4-BE49-F238E27FC236}">
                <a16:creationId xmlns:a16="http://schemas.microsoft.com/office/drawing/2014/main" id="{3E709AB5-DE79-B69E-5E70-D355DD6CF26D}"/>
              </a:ext>
            </a:extLst>
          </p:cNvPr>
          <p:cNvSpPr>
            <a:spLocks noChangeShapeType="1"/>
          </p:cNvSpPr>
          <p:nvPr/>
        </p:nvSpPr>
        <p:spPr bwMode="auto">
          <a:xfrm>
            <a:off x="457200" y="1600200"/>
            <a:ext cx="8153400" cy="0"/>
          </a:xfrm>
          <a:prstGeom prst="line">
            <a:avLst/>
          </a:prstGeom>
          <a:noFill/>
          <a:ln w="76200">
            <a:solidFill>
              <a:schemeClr val="bg1">
                <a:lumMod val="40000"/>
                <a:lumOff val="60000"/>
              </a:schemeClr>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Tree>
  </p:cSld>
  <p:clrMap bg1="dk2" tx1="lt1" bg2="dk1" tx2="lt2" accent1="accent1" accent2="accent2" accent3="accent3" accent4="accent4" accent5="accent5" accent6="accent6" hlink="hlink" folHlink="folHlink"/>
  <p:sldLayoutIdLst>
    <p:sldLayoutId id="2147484131" r:id="rId1"/>
    <p:sldLayoutId id="2147484132" r:id="rId2"/>
    <p:sldLayoutId id="2147484133" r:id="rId3"/>
    <p:sldLayoutId id="2147484134" r:id="rId4"/>
    <p:sldLayoutId id="2147484135" r:id="rId5"/>
    <p:sldLayoutId id="2147484136" r:id="rId6"/>
    <p:sldLayoutId id="2147484137" r:id="rId7"/>
    <p:sldLayoutId id="2147484138" r:id="rId8"/>
    <p:sldLayoutId id="2147484139" r:id="rId9"/>
    <p:sldLayoutId id="2147484140" r:id="rId10"/>
    <p:sldLayoutId id="2147484141" r:id="rId11"/>
  </p:sldLayoutIdLst>
  <p:txStyles>
    <p:titleStyle>
      <a:lvl1pPr algn="l" rtl="0" eaLnBrk="0" fontAlgn="base" hangingPunct="0">
        <a:spcBef>
          <a:spcPct val="0"/>
        </a:spcBef>
        <a:spcAft>
          <a:spcPct val="0"/>
        </a:spcAft>
        <a:defRPr kumimoji="1" sz="3600">
          <a:solidFill>
            <a:schemeClr val="bg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bg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bg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bg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bg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bg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D00FA7F-09F1-8AAC-0088-E71B3BF1A577}"/>
              </a:ext>
            </a:extLst>
          </p:cNvPr>
          <p:cNvSpPr>
            <a:spLocks noGrp="1" noChangeArrowheads="1"/>
          </p:cNvSpPr>
          <p:nvPr>
            <p:ph type="title"/>
          </p:nvPr>
        </p:nvSpPr>
        <p:spPr bwMode="auto">
          <a:xfrm>
            <a:off x="406400" y="228600"/>
            <a:ext cx="82042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099" name="Rectangle 3">
            <a:extLst>
              <a:ext uri="{FF2B5EF4-FFF2-40B4-BE49-F238E27FC236}">
                <a16:creationId xmlns:a16="http://schemas.microsoft.com/office/drawing/2014/main" id="{F4BA7C6F-D5A1-685C-6294-4E98959323B1}"/>
              </a:ext>
            </a:extLst>
          </p:cNvPr>
          <p:cNvSpPr>
            <a:spLocks noGrp="1" noChangeArrowheads="1"/>
          </p:cNvSpPr>
          <p:nvPr>
            <p:ph type="body" idx="1"/>
          </p:nvPr>
        </p:nvSpPr>
        <p:spPr bwMode="auto">
          <a:xfrm>
            <a:off x="457200" y="1752600"/>
            <a:ext cx="81788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Line 7">
            <a:extLst>
              <a:ext uri="{FF2B5EF4-FFF2-40B4-BE49-F238E27FC236}">
                <a16:creationId xmlns:a16="http://schemas.microsoft.com/office/drawing/2014/main" id="{BEEB79B4-40EC-198D-1612-E0BDD7301CD1}"/>
              </a:ext>
            </a:extLst>
          </p:cNvPr>
          <p:cNvSpPr>
            <a:spLocks noChangeShapeType="1"/>
          </p:cNvSpPr>
          <p:nvPr/>
        </p:nvSpPr>
        <p:spPr bwMode="auto">
          <a:xfrm>
            <a:off x="457200" y="1600200"/>
            <a:ext cx="8153400" cy="0"/>
          </a:xfrm>
          <a:prstGeom prst="line">
            <a:avLst/>
          </a:prstGeom>
          <a:noFill/>
          <a:ln w="762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MY"/>
          </a:p>
        </p:txBody>
      </p:sp>
    </p:spTree>
  </p:cSld>
  <p:clrMap bg1="dk2" tx1="lt1" bg2="dk1" tx2="lt2" accent1="accent1" accent2="accent2" accent3="accent3" accent4="accent4" accent5="accent5" accent6="accent6" hlink="hlink" folHlink="folHlink"/>
  <p:sldLayoutIdLst>
    <p:sldLayoutId id="2147484142" r:id="rId1"/>
    <p:sldLayoutId id="2147484110" r:id="rId2"/>
    <p:sldLayoutId id="2147484111" r:id="rId3"/>
    <p:sldLayoutId id="2147484112" r:id="rId4"/>
    <p:sldLayoutId id="2147484113" r:id="rId5"/>
    <p:sldLayoutId id="2147484114" r:id="rId6"/>
    <p:sldLayoutId id="2147484115" r:id="rId7"/>
    <p:sldLayoutId id="2147484116" r:id="rId8"/>
    <p:sldLayoutId id="2147484117" r:id="rId9"/>
    <p:sldLayoutId id="2147484118" r:id="rId10"/>
    <p:sldLayoutId id="2147484119" r:id="rId11"/>
  </p:sldLayoutIdLst>
  <p:txStyles>
    <p:titleStyle>
      <a:lvl1pPr algn="l" rtl="0" eaLnBrk="0" fontAlgn="base" hangingPunct="0">
        <a:spcBef>
          <a:spcPct val="0"/>
        </a:spcBef>
        <a:spcAft>
          <a:spcPct val="0"/>
        </a:spcAft>
        <a:defRPr kumimoji="1" sz="3600" b="1" kern="1200">
          <a:solidFill>
            <a:schemeClr val="bg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Arial" panose="020B0604020202020204" pitchFamily="34" charset="0"/>
        </a:defRPr>
      </a:lvl2pPr>
      <a:lvl3pPr algn="l" rtl="0" eaLnBrk="0" fontAlgn="base" hangingPunct="0">
        <a:spcBef>
          <a:spcPct val="0"/>
        </a:spcBef>
        <a:spcAft>
          <a:spcPct val="0"/>
        </a:spcAft>
        <a:defRPr kumimoji="1" sz="3600" b="1">
          <a:solidFill>
            <a:schemeClr val="tx2"/>
          </a:solidFill>
          <a:latin typeface="Arial" panose="020B0604020202020204" pitchFamily="34" charset="0"/>
        </a:defRPr>
      </a:lvl3pPr>
      <a:lvl4pPr algn="l" rtl="0" eaLnBrk="0" fontAlgn="base" hangingPunct="0">
        <a:spcBef>
          <a:spcPct val="0"/>
        </a:spcBef>
        <a:spcAft>
          <a:spcPct val="0"/>
        </a:spcAft>
        <a:defRPr kumimoji="1" sz="3600" b="1">
          <a:solidFill>
            <a:schemeClr val="tx2"/>
          </a:solidFill>
          <a:latin typeface="Arial" panose="020B0604020202020204" pitchFamily="34" charset="0"/>
        </a:defRPr>
      </a:lvl4pPr>
      <a:lvl5pPr algn="l" rtl="0" eaLnBrk="0" fontAlgn="base" hangingPunct="0">
        <a:spcBef>
          <a:spcPct val="0"/>
        </a:spcBef>
        <a:spcAft>
          <a:spcPct val="0"/>
        </a:spcAft>
        <a:defRPr kumimoji="1" sz="3600" b="1">
          <a:solidFill>
            <a:schemeClr val="tx2"/>
          </a:solidFill>
          <a:latin typeface="Arial" panose="020B0604020202020204" pitchFamily="34" charset="0"/>
        </a:defRPr>
      </a:lvl5pPr>
      <a:lvl6pPr marL="457200" algn="l" rtl="0" eaLnBrk="0" fontAlgn="base" hangingPunct="0">
        <a:spcBef>
          <a:spcPct val="0"/>
        </a:spcBef>
        <a:spcAft>
          <a:spcPct val="0"/>
        </a:spcAft>
        <a:defRPr kumimoji="1" sz="3600" b="1">
          <a:solidFill>
            <a:schemeClr val="tx2"/>
          </a:solidFill>
          <a:latin typeface="Arial" panose="020B0604020202020204" pitchFamily="34" charset="0"/>
        </a:defRPr>
      </a:lvl6pPr>
      <a:lvl7pPr marL="914400" algn="l" rtl="0" eaLnBrk="0" fontAlgn="base" hangingPunct="0">
        <a:spcBef>
          <a:spcPct val="0"/>
        </a:spcBef>
        <a:spcAft>
          <a:spcPct val="0"/>
        </a:spcAft>
        <a:defRPr kumimoji="1" sz="3600" b="1">
          <a:solidFill>
            <a:schemeClr val="tx2"/>
          </a:solidFill>
          <a:latin typeface="Arial" panose="020B0604020202020204" pitchFamily="34" charset="0"/>
        </a:defRPr>
      </a:lvl7pPr>
      <a:lvl8pPr marL="1371600" algn="l" rtl="0" eaLnBrk="0" fontAlgn="base" hangingPunct="0">
        <a:spcBef>
          <a:spcPct val="0"/>
        </a:spcBef>
        <a:spcAft>
          <a:spcPct val="0"/>
        </a:spcAft>
        <a:defRPr kumimoji="1" sz="3600" b="1">
          <a:solidFill>
            <a:schemeClr val="tx2"/>
          </a:solidFill>
          <a:latin typeface="Arial" panose="020B0604020202020204" pitchFamily="34" charset="0"/>
        </a:defRPr>
      </a:lvl8pPr>
      <a:lvl9pPr marL="1828800" algn="l" rtl="0" eaLnBrk="0" fontAlgn="base" hangingPunct="0">
        <a:spcBef>
          <a:spcPct val="0"/>
        </a:spcBef>
        <a:spcAft>
          <a:spcPct val="0"/>
        </a:spcAft>
        <a:defRPr kumimoji="1" sz="36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FF0000"/>
        </a:buClr>
        <a:buFont typeface="Symbol" panose="05050102010706020507" pitchFamily="18" charset="2"/>
        <a:buChar char="·"/>
        <a:defRPr kumimoji="1" sz="3000" kern="1200">
          <a:solidFill>
            <a:schemeClr val="bg1">
              <a:lumMod val="75000"/>
            </a:schemeClr>
          </a:solidFill>
          <a:latin typeface="+mn-lt"/>
          <a:ea typeface="+mn-ea"/>
          <a:cs typeface="+mn-cs"/>
        </a:defRPr>
      </a:lvl1pPr>
      <a:lvl2pPr marL="742950" indent="-285750" algn="l" rtl="0" eaLnBrk="0" fontAlgn="base" hangingPunct="0">
        <a:spcBef>
          <a:spcPct val="20000"/>
        </a:spcBef>
        <a:spcAft>
          <a:spcPct val="0"/>
        </a:spcAft>
        <a:buClr>
          <a:srgbClr val="FF0000"/>
        </a:buClr>
        <a:buFont typeface="Symbol" panose="05050102010706020507" pitchFamily="18" charset="2"/>
        <a:buChar char="·"/>
        <a:defRPr kumimoji="1" sz="2600" kern="1200">
          <a:solidFill>
            <a:schemeClr val="bg1">
              <a:lumMod val="75000"/>
            </a:schemeClr>
          </a:solidFill>
          <a:latin typeface="+mn-lt"/>
          <a:ea typeface="+mn-ea"/>
          <a:cs typeface="+mn-cs"/>
        </a:defRPr>
      </a:lvl2pPr>
      <a:lvl3pPr marL="1143000" indent="-228600" algn="l" rtl="0" eaLnBrk="0" fontAlgn="base" hangingPunct="0">
        <a:spcBef>
          <a:spcPct val="20000"/>
        </a:spcBef>
        <a:spcAft>
          <a:spcPct val="0"/>
        </a:spcAft>
        <a:buClr>
          <a:srgbClr val="FF0000"/>
        </a:buClr>
        <a:buFont typeface="Symbol" panose="05050102010706020507" pitchFamily="18" charset="2"/>
        <a:buChar char="·"/>
        <a:defRPr kumimoji="1" sz="2200" kern="1200">
          <a:solidFill>
            <a:schemeClr val="bg1">
              <a:lumMod val="75000"/>
            </a:schemeClr>
          </a:solidFill>
          <a:latin typeface="+mn-lt"/>
          <a:ea typeface="+mn-ea"/>
          <a:cs typeface="+mn-cs"/>
        </a:defRPr>
      </a:lvl3pPr>
      <a:lvl4pPr marL="1600200" indent="-228600" algn="l" rtl="0" eaLnBrk="0" fontAlgn="base" hangingPunct="0">
        <a:spcBef>
          <a:spcPct val="20000"/>
        </a:spcBef>
        <a:spcAft>
          <a:spcPct val="0"/>
        </a:spcAft>
        <a:buClr>
          <a:srgbClr val="FF0000"/>
        </a:buClr>
        <a:buChar char="•"/>
        <a:defRPr kumimoji="1" sz="2000" kern="1200">
          <a:solidFill>
            <a:schemeClr val="bg1">
              <a:lumMod val="75000"/>
            </a:schemeClr>
          </a:solidFill>
          <a:latin typeface="+mn-lt"/>
          <a:ea typeface="+mn-ea"/>
          <a:cs typeface="+mn-cs"/>
        </a:defRPr>
      </a:lvl4pPr>
      <a:lvl5pPr marL="2057400" indent="-228600" algn="l" rtl="0" eaLnBrk="0" fontAlgn="base" hangingPunct="0">
        <a:spcBef>
          <a:spcPct val="20000"/>
        </a:spcBef>
        <a:spcAft>
          <a:spcPct val="0"/>
        </a:spcAft>
        <a:buClr>
          <a:srgbClr val="FF0000"/>
        </a:buClr>
        <a:buFont typeface="Symbol" panose="05050102010706020507" pitchFamily="18" charset="2"/>
        <a:buChar char="·"/>
        <a:defRPr kumimoji="1" sz="20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35.xml"/><Relationship Id="rId1" Type="http://schemas.openxmlformats.org/officeDocument/2006/relationships/slideLayout" Target="../slideLayouts/slideLayout18.xml"/><Relationship Id="rId5" Type="http://schemas.openxmlformats.org/officeDocument/2006/relationships/image" Target="../media/image18.wmf"/><Relationship Id="rId4" Type="http://schemas.openxmlformats.org/officeDocument/2006/relationships/image" Target="../media/image17.wmf"/></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8.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1.xml"/><Relationship Id="rId1" Type="http://schemas.openxmlformats.org/officeDocument/2006/relationships/slideLayout" Target="../slideLayouts/slideLayout18.xml"/><Relationship Id="rId4" Type="http://schemas.openxmlformats.org/officeDocument/2006/relationships/image" Target="../media/image25.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A7C1C9A-E1A2-CD92-27E6-19572EE9F5D0}"/>
              </a:ext>
            </a:extLst>
          </p:cNvPr>
          <p:cNvSpPr>
            <a:spLocks noGrp="1" noChangeArrowheads="1"/>
          </p:cNvSpPr>
          <p:nvPr>
            <p:ph type="title"/>
          </p:nvPr>
        </p:nvSpPr>
        <p:spPr/>
        <p:txBody>
          <a:bodyPr/>
          <a:lstStyle/>
          <a:p>
            <a:r>
              <a:rPr lang="en-MY" altLang="en-US"/>
              <a:t>Attendance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0482" name="Text Box 1">
            <a:extLst>
              <a:ext uri="{FF2B5EF4-FFF2-40B4-BE49-F238E27FC236}">
                <a16:creationId xmlns:a16="http://schemas.microsoft.com/office/drawing/2014/main" id="{CC51668C-06EA-EEA0-F4BD-3278CA2898A9}"/>
              </a:ext>
            </a:extLst>
          </p:cNvPr>
          <p:cNvSpPr txBox="1">
            <a:spLocks noChangeArrowheads="1"/>
          </p:cNvSpPr>
          <p:nvPr/>
        </p:nvSpPr>
        <p:spPr bwMode="auto">
          <a:xfrm>
            <a:off x="395536" y="-629187"/>
            <a:ext cx="8249616" cy="33276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lgn="ctr">
              <a:spcBef>
                <a:spcPct val="0"/>
              </a:spcBef>
              <a:buClrTx/>
              <a:buFontTx/>
              <a:buNone/>
            </a:pPr>
            <a:r>
              <a:rPr lang="en-GB" altLang="en-US" sz="3600" dirty="0">
                <a:solidFill>
                  <a:schemeClr val="accent4">
                    <a:lumMod val="90000"/>
                  </a:schemeClr>
                </a:solidFill>
                <a:latin typeface="Arial Black" panose="020B0A04020102020204" pitchFamily="34" charset="0"/>
              </a:rPr>
              <a:t>Computer Organisation</a:t>
            </a:r>
          </a:p>
        </p:txBody>
      </p:sp>
      <p:sp>
        <p:nvSpPr>
          <p:cNvPr id="20483" name="Text Box 2">
            <a:extLst>
              <a:ext uri="{FF2B5EF4-FFF2-40B4-BE49-F238E27FC236}">
                <a16:creationId xmlns:a16="http://schemas.microsoft.com/office/drawing/2014/main" id="{1DEE4301-C62B-37FA-902B-3F2E32558ACF}"/>
              </a:ext>
            </a:extLst>
          </p:cNvPr>
          <p:cNvSpPr txBox="1">
            <a:spLocks noChangeArrowheads="1"/>
          </p:cNvSpPr>
          <p:nvPr/>
        </p:nvSpPr>
        <p:spPr bwMode="auto">
          <a:xfrm>
            <a:off x="2267744" y="3212976"/>
            <a:ext cx="4896544" cy="177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lgn="ctr">
              <a:buClrTx/>
              <a:buFontTx/>
              <a:buNone/>
            </a:pPr>
            <a:r>
              <a:rPr lang="en-GB" altLang="en-US" dirty="0">
                <a:latin typeface="Arial Black" panose="020B0A04020102020204" pitchFamily="34" charset="0"/>
              </a:rPr>
              <a:t>Topic 4</a:t>
            </a:r>
          </a:p>
          <a:p>
            <a:pPr algn="ctr">
              <a:buClrTx/>
              <a:buFontTx/>
              <a:buNone/>
            </a:pPr>
            <a:r>
              <a:rPr lang="en-GB" altLang="en-US" dirty="0">
                <a:latin typeface="Arial Black" panose="020B0A04020102020204" pitchFamily="34" charset="0"/>
              </a:rPr>
              <a:t>Digital Logic (Part 2)</a:t>
            </a:r>
          </a:p>
        </p:txBody>
      </p:sp>
      <p:sp>
        <p:nvSpPr>
          <p:cNvPr id="20484" name="Text Box 3">
            <a:extLst>
              <a:ext uri="{FF2B5EF4-FFF2-40B4-BE49-F238E27FC236}">
                <a16:creationId xmlns:a16="http://schemas.microsoft.com/office/drawing/2014/main" id="{5BCEAAD8-3788-E0A1-16B6-00F431D59E3A}"/>
              </a:ext>
            </a:extLst>
          </p:cNvPr>
          <p:cNvSpPr txBox="1">
            <a:spLocks noChangeArrowheads="1"/>
          </p:cNvSpPr>
          <p:nvPr/>
        </p:nvSpPr>
        <p:spPr bwMode="auto">
          <a:xfrm>
            <a:off x="107950" y="6161088"/>
            <a:ext cx="72723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spcBef>
                <a:spcPts val="7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eaLnBrk="1" hangingPunct="1">
              <a:spcBef>
                <a:spcPct val="0"/>
              </a:spcBef>
              <a:buClrTx/>
              <a:buFontTx/>
              <a:buNone/>
            </a:pPr>
            <a:r>
              <a:rPr lang="en-US" altLang="en-US" sz="1600"/>
              <a:t>Stallings, Computer Organization &amp; Architecture (9th Ed.), Chap. 11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Text Box 1">
            <a:extLst>
              <a:ext uri="{FF2B5EF4-FFF2-40B4-BE49-F238E27FC236}">
                <a16:creationId xmlns:a16="http://schemas.microsoft.com/office/drawing/2014/main" id="{13CCAE2D-A5CE-463F-5E5D-22C7359F35A4}"/>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tx1"/>
                </a:solidFill>
                <a:latin typeface="Arial Black" panose="020B0A04020102020204" pitchFamily="34" charset="0"/>
              </a:rPr>
              <a:t>Outline</a:t>
            </a:r>
          </a:p>
        </p:txBody>
      </p:sp>
      <p:sp>
        <p:nvSpPr>
          <p:cNvPr id="22531" name="Text Box 2">
            <a:extLst>
              <a:ext uri="{FF2B5EF4-FFF2-40B4-BE49-F238E27FC236}">
                <a16:creationId xmlns:a16="http://schemas.microsoft.com/office/drawing/2014/main" id="{D846E104-BC66-B1CD-6F4B-337A30099537}"/>
              </a:ext>
            </a:extLst>
          </p:cNvPr>
          <p:cNvSpPr txBox="1">
            <a:spLocks noChangeArrowheads="1"/>
          </p:cNvSpPr>
          <p:nvPr/>
        </p:nvSpPr>
        <p:spPr bwMode="auto">
          <a:xfrm>
            <a:off x="457200" y="1600200"/>
            <a:ext cx="81788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tx1"/>
                </a:solidFill>
              </a:rPr>
              <a:t>Sequential Circuits</a:t>
            </a:r>
          </a:p>
          <a:p>
            <a:pPr lvl="1">
              <a:buClr>
                <a:srgbClr val="FF0000"/>
              </a:buClr>
              <a:buFont typeface="Tahoma" panose="020B0604030504040204" pitchFamily="34" charset="0"/>
              <a:buChar char="o"/>
            </a:pPr>
            <a:r>
              <a:rPr lang="en-US" altLang="en-US" dirty="0">
                <a:solidFill>
                  <a:schemeClr val="tx1"/>
                </a:solidFill>
              </a:rPr>
              <a:t>Flip-Flops</a:t>
            </a:r>
          </a:p>
          <a:p>
            <a:pPr lvl="1">
              <a:buClr>
                <a:srgbClr val="FF0000"/>
              </a:buClr>
              <a:buFont typeface="Tahoma" panose="020B0604030504040204" pitchFamily="34" charset="0"/>
              <a:buChar char="o"/>
            </a:pPr>
            <a:r>
              <a:rPr lang="en-US" altLang="en-US" dirty="0">
                <a:solidFill>
                  <a:schemeClr val="tx1"/>
                </a:solidFill>
              </a:rPr>
              <a:t>Registers</a:t>
            </a:r>
          </a:p>
          <a:p>
            <a:pPr lvl="1">
              <a:buClr>
                <a:srgbClr val="FF0000"/>
              </a:buClr>
              <a:buFont typeface="Tahoma" panose="020B0604030504040204" pitchFamily="34" charset="0"/>
              <a:buChar char="o"/>
            </a:pPr>
            <a:r>
              <a:rPr lang="en-US" altLang="en-US" dirty="0">
                <a:solidFill>
                  <a:schemeClr val="tx1"/>
                </a:solidFill>
              </a:rPr>
              <a:t>Counters</a:t>
            </a:r>
          </a:p>
          <a:p>
            <a:pPr>
              <a:buClr>
                <a:srgbClr val="FF0000"/>
              </a:buClr>
              <a:buFont typeface="Tahoma" panose="020B0604030504040204" pitchFamily="34" charset="0"/>
              <a:buChar char="•"/>
            </a:pPr>
            <a:r>
              <a:rPr lang="en-US" altLang="en-US" dirty="0">
                <a:solidFill>
                  <a:schemeClr val="tx1"/>
                </a:solidFill>
              </a:rPr>
              <a:t>Programmable Logic Devices</a:t>
            </a:r>
          </a:p>
          <a:p>
            <a:pPr lvl="1">
              <a:buClr>
                <a:srgbClr val="FF0000"/>
              </a:buClr>
              <a:buFont typeface="Tahoma" panose="020B0604030504040204" pitchFamily="34" charset="0"/>
              <a:buChar char="o"/>
            </a:pPr>
            <a:r>
              <a:rPr lang="en-US" altLang="en-US" dirty="0">
                <a:solidFill>
                  <a:schemeClr val="tx1"/>
                </a:solidFill>
              </a:rPr>
              <a:t>Programmable Logic Array</a:t>
            </a:r>
          </a:p>
          <a:p>
            <a:pPr lvl="1">
              <a:buClr>
                <a:srgbClr val="FF0000"/>
              </a:buClr>
              <a:buFont typeface="Tahoma" panose="020B0604030504040204" pitchFamily="34" charset="0"/>
              <a:buChar char="o"/>
            </a:pPr>
            <a:r>
              <a:rPr lang="en-US" altLang="en-US" dirty="0">
                <a:solidFill>
                  <a:schemeClr val="tx1"/>
                </a:solidFill>
              </a:rPr>
              <a:t>Field-Programmable Gate Array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4578" name="Text Box 1">
            <a:extLst>
              <a:ext uri="{FF2B5EF4-FFF2-40B4-BE49-F238E27FC236}">
                <a16:creationId xmlns:a16="http://schemas.microsoft.com/office/drawing/2014/main" id="{2A46AC4E-4BCD-0DC4-F2F2-18AE417422E8}"/>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t>Combinational circuits </a:t>
            </a:r>
          </a:p>
          <a:p>
            <a:pPr lvl="1" eaLnBrk="1" hangingPunct="1">
              <a:buClr>
                <a:srgbClr val="FF0000"/>
              </a:buClr>
              <a:buFont typeface="Tahoma" panose="020B0604030504040204" pitchFamily="34" charset="0"/>
              <a:buChar char="o"/>
            </a:pPr>
            <a:r>
              <a:rPr lang="en-US" altLang="en-US" dirty="0"/>
              <a:t>Implement </a:t>
            </a:r>
            <a:r>
              <a:rPr lang="en-US" altLang="en-US" sz="3200" b="1" dirty="0">
                <a:solidFill>
                  <a:srgbClr val="92D050"/>
                </a:solidFill>
              </a:rPr>
              <a:t>functions</a:t>
            </a:r>
            <a:r>
              <a:rPr lang="en-US" altLang="en-US" dirty="0"/>
              <a:t> of a computer</a:t>
            </a:r>
          </a:p>
          <a:p>
            <a:pPr lvl="1" eaLnBrk="1" hangingPunct="1">
              <a:buClr>
                <a:srgbClr val="FF0000"/>
              </a:buClr>
              <a:buFont typeface="Tahoma" panose="020B0604030504040204" pitchFamily="34" charset="0"/>
              <a:buChar char="o"/>
            </a:pPr>
            <a:r>
              <a:rPr lang="en-US" altLang="en-US" dirty="0"/>
              <a:t>Outputs depend entirely on the present input</a:t>
            </a:r>
          </a:p>
          <a:p>
            <a:pPr lvl="1" eaLnBrk="1" hangingPunct="1">
              <a:buClr>
                <a:srgbClr val="FF0000"/>
              </a:buClr>
              <a:buFont typeface="Tahoma" panose="020B0604030504040204" pitchFamily="34" charset="0"/>
              <a:buChar char="o"/>
            </a:pPr>
            <a:r>
              <a:rPr lang="en-US" altLang="en-US" sz="3200" b="1" dirty="0">
                <a:solidFill>
                  <a:srgbClr val="FF0000"/>
                </a:solidFill>
              </a:rPr>
              <a:t>No memory </a:t>
            </a:r>
            <a:r>
              <a:rPr lang="en-US" altLang="en-US" dirty="0"/>
              <a:t>(except for ROM)</a:t>
            </a:r>
          </a:p>
        </p:txBody>
      </p:sp>
      <p:sp>
        <p:nvSpPr>
          <p:cNvPr id="24579" name="Text Box 2">
            <a:extLst>
              <a:ext uri="{FF2B5EF4-FFF2-40B4-BE49-F238E27FC236}">
                <a16:creationId xmlns:a16="http://schemas.microsoft.com/office/drawing/2014/main" id="{2437A2B4-D31E-9A62-C6B3-42050DBE686A}"/>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rgbClr val="FFFF00"/>
                </a:solidFill>
                <a:latin typeface="Arial Black" panose="020B0A04020102020204" pitchFamily="34" charset="0"/>
              </a:rPr>
              <a:t>Introduction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a:extLst>
              <a:ext uri="{FF2B5EF4-FFF2-40B4-BE49-F238E27FC236}">
                <a16:creationId xmlns:a16="http://schemas.microsoft.com/office/drawing/2014/main" id="{A4086A7D-FB6E-0E2F-6937-2724E723DE5F}"/>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sz="3600" b="1" dirty="0">
                <a:solidFill>
                  <a:sysClr val="windowText" lastClr="000000"/>
                </a:solidFill>
              </a:rPr>
              <a:t>Storage</a:t>
            </a:r>
            <a:r>
              <a:rPr lang="en-US" altLang="en-US" dirty="0">
                <a:solidFill>
                  <a:sysClr val="windowText" lastClr="000000"/>
                </a:solidFill>
              </a:rPr>
              <a:t> </a:t>
            </a:r>
            <a:r>
              <a:rPr lang="en-US" altLang="en-US" dirty="0">
                <a:solidFill>
                  <a:schemeClr val="bg1"/>
                </a:solidFill>
              </a:rPr>
              <a:t>elements</a:t>
            </a:r>
          </a:p>
          <a:p>
            <a:pPr lvl="1" eaLnBrk="1" hangingPunct="1">
              <a:buClr>
                <a:srgbClr val="FF0000"/>
              </a:buClr>
              <a:buFont typeface="Tahoma" panose="020B0604030504040204" pitchFamily="34" charset="0"/>
              <a:buChar char="o"/>
            </a:pPr>
            <a:r>
              <a:rPr lang="en-US" altLang="en-US" dirty="0">
                <a:solidFill>
                  <a:schemeClr val="bg1"/>
                </a:solidFill>
              </a:rPr>
              <a:t>Devices that are capable of storing binary information (which defines the state of the sequential circuit)</a:t>
            </a:r>
          </a:p>
        </p:txBody>
      </p:sp>
      <p:sp>
        <p:nvSpPr>
          <p:cNvPr id="26627" name="Text Box 2">
            <a:extLst>
              <a:ext uri="{FF2B5EF4-FFF2-40B4-BE49-F238E27FC236}">
                <a16:creationId xmlns:a16="http://schemas.microsoft.com/office/drawing/2014/main" id="{9B818455-B4D9-03A9-D4D5-2E74E53C37EB}"/>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Introduction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
            <a:extLst>
              <a:ext uri="{FF2B5EF4-FFF2-40B4-BE49-F238E27FC236}">
                <a16:creationId xmlns:a16="http://schemas.microsoft.com/office/drawing/2014/main" id="{F716A79C-82D7-B3B2-37EC-602CCB040557}"/>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Sequential Circuit</a:t>
            </a:r>
          </a:p>
        </p:txBody>
      </p:sp>
      <p:sp>
        <p:nvSpPr>
          <p:cNvPr id="28675" name="Text Box 2">
            <a:extLst>
              <a:ext uri="{FF2B5EF4-FFF2-40B4-BE49-F238E27FC236}">
                <a16:creationId xmlns:a16="http://schemas.microsoft.com/office/drawing/2014/main" id="{F5F97209-F6A2-8E0C-BA86-8E803D05FF85}"/>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619125" indent="-228600">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solidFill>
                  <a:schemeClr val="bg1"/>
                </a:solidFill>
              </a:rPr>
              <a:t>Current output depends on the </a:t>
            </a:r>
            <a:r>
              <a:rPr lang="en-US" altLang="en-US" sz="3600" b="1" u="sng" dirty="0">
                <a:solidFill>
                  <a:srgbClr val="92D050"/>
                </a:solidFill>
              </a:rPr>
              <a:t>current input</a:t>
            </a:r>
            <a:r>
              <a:rPr lang="en-US" altLang="en-US" sz="3600" b="1" dirty="0">
                <a:solidFill>
                  <a:srgbClr val="92D050"/>
                </a:solidFill>
              </a:rPr>
              <a:t> </a:t>
            </a:r>
            <a:r>
              <a:rPr lang="en-US" altLang="en-US" dirty="0">
                <a:solidFill>
                  <a:schemeClr val="bg1"/>
                </a:solidFill>
              </a:rPr>
              <a:t>and the </a:t>
            </a:r>
            <a:r>
              <a:rPr lang="en-US" altLang="en-US" sz="3600" b="1" u="sng" dirty="0">
                <a:solidFill>
                  <a:srgbClr val="FF0000"/>
                </a:solidFill>
              </a:rPr>
              <a:t>current state</a:t>
            </a:r>
            <a:r>
              <a:rPr lang="en-US" altLang="en-US" sz="3600" b="1" dirty="0">
                <a:solidFill>
                  <a:srgbClr val="FF0000"/>
                </a:solidFill>
              </a:rPr>
              <a:t> </a:t>
            </a:r>
            <a:r>
              <a:rPr lang="en-US" altLang="en-US" dirty="0">
                <a:solidFill>
                  <a:schemeClr val="bg1"/>
                </a:solidFill>
              </a:rPr>
              <a:t>of the circuit</a:t>
            </a:r>
          </a:p>
          <a:p>
            <a:pPr eaLnBrk="1" hangingPunct="1">
              <a:buClr>
                <a:srgbClr val="FF0000"/>
              </a:buClr>
              <a:buFont typeface="Tahoma" panose="020B0604030504040204" pitchFamily="34" charset="0"/>
              <a:buChar char="•"/>
            </a:pPr>
            <a:r>
              <a:rPr lang="en-US" altLang="en-US" dirty="0">
                <a:solidFill>
                  <a:schemeClr val="bg1"/>
                </a:solidFill>
              </a:rPr>
              <a:t>Consists of a combinational circuit to which storage elements are connected to form a</a:t>
            </a:r>
            <a:r>
              <a:rPr lang="en-US" altLang="en-US" dirty="0"/>
              <a:t> </a:t>
            </a:r>
            <a:r>
              <a:rPr lang="en-US" altLang="en-US" sz="3600" b="1" dirty="0">
                <a:solidFill>
                  <a:srgbClr val="00B0F0"/>
                </a:solidFill>
              </a:rPr>
              <a:t>feedback path</a:t>
            </a:r>
            <a:endParaRPr lang="en-US" altLang="en-US" b="1" dirty="0">
              <a:solidFill>
                <a:srgbClr val="00B0F0"/>
              </a:solidFill>
            </a:endParaRPr>
          </a:p>
          <a:p>
            <a:pPr lvl="1" eaLnBrk="1" hangingPunct="1">
              <a:buClr>
                <a:srgbClr val="FF0000"/>
              </a:buClr>
              <a:buFont typeface="Tahoma" panose="020B0604030504040204" pitchFamily="34" charset="0"/>
              <a:buNone/>
            </a:pPr>
            <a:endParaRPr lang="en-US" altLang="en-US" dirty="0"/>
          </a:p>
          <a:p>
            <a:pPr eaLnBrk="1" hangingPunct="1">
              <a:buClr>
                <a:srgbClr val="FF0000"/>
              </a:buClr>
              <a:buFont typeface="Tahoma" panose="020B0604030504040204" pitchFamily="34" charset="0"/>
              <a:buNone/>
            </a:pPr>
            <a:endParaRPr lang="en-US" alt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a:extLst>
              <a:ext uri="{FF2B5EF4-FFF2-40B4-BE49-F238E27FC236}">
                <a16:creationId xmlns:a16="http://schemas.microsoft.com/office/drawing/2014/main" id="{9D1CEDFE-1DC9-3840-89D2-BE8ED961741A}"/>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Flip-Flops</a:t>
            </a:r>
          </a:p>
        </p:txBody>
      </p:sp>
      <p:sp>
        <p:nvSpPr>
          <p:cNvPr id="30723" name="Text Box 2">
            <a:extLst>
              <a:ext uri="{FF2B5EF4-FFF2-40B4-BE49-F238E27FC236}">
                <a16:creationId xmlns:a16="http://schemas.microsoft.com/office/drawing/2014/main" id="{04652EC3-8A4A-4AA6-E76D-B4B7A5BA2733}"/>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sz="3600" b="1" dirty="0">
                <a:solidFill>
                  <a:srgbClr val="92D050"/>
                </a:solidFill>
              </a:rPr>
              <a:t>Simplest</a:t>
            </a:r>
            <a:r>
              <a:rPr lang="en-US" altLang="en-US" dirty="0"/>
              <a:t> </a:t>
            </a:r>
            <a:r>
              <a:rPr lang="en-US" altLang="en-US" dirty="0">
                <a:solidFill>
                  <a:schemeClr val="bg1"/>
                </a:solidFill>
              </a:rPr>
              <a:t>sequential circuit</a:t>
            </a:r>
          </a:p>
          <a:p>
            <a:pPr eaLnBrk="1" hangingPunct="1">
              <a:buClr>
                <a:srgbClr val="FF0000"/>
              </a:buClr>
              <a:buFont typeface="Tahoma" panose="020B0604030504040204" pitchFamily="34" charset="0"/>
              <a:buChar char="•"/>
            </a:pPr>
            <a:r>
              <a:rPr lang="en-US" altLang="en-US" dirty="0">
                <a:solidFill>
                  <a:schemeClr val="bg1"/>
                </a:solidFill>
              </a:rPr>
              <a:t>It has the capability to </a:t>
            </a:r>
            <a:r>
              <a:rPr lang="en-US" altLang="en-US" sz="3600" b="1" dirty="0">
                <a:solidFill>
                  <a:srgbClr val="FF0000"/>
                </a:solidFill>
              </a:rPr>
              <a:t>“store” information </a:t>
            </a:r>
            <a:r>
              <a:rPr lang="en-US" altLang="en-US" dirty="0">
                <a:solidFill>
                  <a:schemeClr val="bg1"/>
                </a:solidFill>
              </a:rPr>
              <a:t>(1-bit memory)</a:t>
            </a:r>
          </a:p>
          <a:p>
            <a:pPr eaLnBrk="1" hangingPunct="1">
              <a:buClr>
                <a:srgbClr val="FF0000"/>
              </a:buClr>
              <a:buFont typeface="Tahoma" panose="020B0604030504040204" pitchFamily="34" charset="0"/>
              <a:buNone/>
            </a:pPr>
            <a:endParaRPr lang="en-MY" altLang="en-US" dirty="0"/>
          </a:p>
          <a:p>
            <a:pPr>
              <a:buClr>
                <a:srgbClr val="FF0000"/>
              </a:buClr>
              <a:buFont typeface="Tahoma" panose="020B0604030504040204" pitchFamily="34" charset="0"/>
              <a:buNone/>
            </a:pPr>
            <a:endParaRPr lang="en-MY" alt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a:extLst>
              <a:ext uri="{FF2B5EF4-FFF2-40B4-BE49-F238E27FC236}">
                <a16:creationId xmlns:a16="http://schemas.microsoft.com/office/drawing/2014/main" id="{10B418A4-45CC-B422-6E2F-0C5100B391E9}"/>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Flip-Flops</a:t>
            </a:r>
          </a:p>
        </p:txBody>
      </p:sp>
      <p:sp>
        <p:nvSpPr>
          <p:cNvPr id="32771" name="Text Box 2">
            <a:extLst>
              <a:ext uri="{FF2B5EF4-FFF2-40B4-BE49-F238E27FC236}">
                <a16:creationId xmlns:a16="http://schemas.microsoft.com/office/drawing/2014/main" id="{C0668040-DD02-2BAB-7882-3F5D35500AED}"/>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solidFill>
                  <a:schemeClr val="bg1"/>
                </a:solidFill>
              </a:rPr>
              <a:t>A</a:t>
            </a:r>
            <a:r>
              <a:rPr lang="en-US" altLang="en-US" dirty="0"/>
              <a:t> </a:t>
            </a:r>
            <a:r>
              <a:rPr lang="en-US" altLang="en-US" sz="3600" b="1" dirty="0">
                <a:solidFill>
                  <a:srgbClr val="00B0F0"/>
                </a:solidFill>
              </a:rPr>
              <a:t>bistable</a:t>
            </a:r>
            <a:r>
              <a:rPr lang="en-US" altLang="en-US" dirty="0"/>
              <a:t> </a:t>
            </a:r>
            <a:r>
              <a:rPr lang="en-US" altLang="en-US" dirty="0">
                <a:solidFill>
                  <a:schemeClr val="bg1"/>
                </a:solidFill>
              </a:rPr>
              <a:t>device</a:t>
            </a:r>
          </a:p>
          <a:p>
            <a:pPr lvl="1" eaLnBrk="1" hangingPunct="1">
              <a:buClr>
                <a:srgbClr val="FF0000"/>
              </a:buClr>
              <a:buFont typeface="Tahoma" panose="020B0604030504040204" pitchFamily="34" charset="0"/>
              <a:buChar char="o"/>
            </a:pPr>
            <a:r>
              <a:rPr lang="en-US" altLang="en-US" dirty="0">
                <a:solidFill>
                  <a:schemeClr val="bg1"/>
                </a:solidFill>
              </a:rPr>
              <a:t>Exists in one of two states</a:t>
            </a:r>
          </a:p>
          <a:p>
            <a:pPr lvl="1" eaLnBrk="1" hangingPunct="1">
              <a:buClr>
                <a:srgbClr val="FF0000"/>
              </a:buClr>
              <a:buFont typeface="Tahoma" panose="020B0604030504040204" pitchFamily="34" charset="0"/>
              <a:buChar char="o"/>
            </a:pPr>
            <a:r>
              <a:rPr lang="en-US" altLang="en-US" dirty="0">
                <a:solidFill>
                  <a:schemeClr val="bg1"/>
                </a:solidFill>
              </a:rPr>
              <a:t>In the absence of the input remains in that state</a:t>
            </a:r>
          </a:p>
          <a:p>
            <a:pPr eaLnBrk="1" hangingPunct="1">
              <a:buClr>
                <a:srgbClr val="FF0000"/>
              </a:buClr>
              <a:buFont typeface="Tahoma" panose="020B0604030504040204" pitchFamily="34" charset="0"/>
              <a:buChar char="•"/>
            </a:pPr>
            <a:r>
              <a:rPr lang="en-US" altLang="en-US" dirty="0">
                <a:solidFill>
                  <a:schemeClr val="bg1"/>
                </a:solidFill>
              </a:rPr>
              <a:t>With</a:t>
            </a:r>
            <a:r>
              <a:rPr lang="en-US" altLang="en-US" dirty="0"/>
              <a:t> </a:t>
            </a:r>
            <a:r>
              <a:rPr lang="en-US" altLang="en-US" sz="3600" b="1" dirty="0">
                <a:solidFill>
                  <a:srgbClr val="FFC000"/>
                </a:solidFill>
              </a:rPr>
              <a:t>two outputs</a:t>
            </a:r>
            <a:r>
              <a:rPr lang="en-US" altLang="en-US" dirty="0">
                <a:solidFill>
                  <a:schemeClr val="bg1"/>
                </a:solidFill>
              </a:rPr>
              <a:t>, Q &amp; Q, which are the complement of each other</a:t>
            </a:r>
          </a:p>
          <a:p>
            <a:pPr eaLnBrk="1" hangingPunct="1">
              <a:buClr>
                <a:srgbClr val="FF0000"/>
              </a:buClr>
              <a:buFont typeface="Tahoma" panose="020B0604030504040204" pitchFamily="34" charset="0"/>
              <a:buNone/>
            </a:pPr>
            <a:endParaRPr lang="en-MY" altLang="en-US" dirty="0"/>
          </a:p>
          <a:p>
            <a:pPr>
              <a:buClr>
                <a:srgbClr val="FF0000"/>
              </a:buClr>
              <a:buFont typeface="Tahoma" panose="020B0604030504040204" pitchFamily="34" charset="0"/>
              <a:buNone/>
            </a:pPr>
            <a:endParaRPr lang="en-MY" altLang="en-US" dirty="0"/>
          </a:p>
        </p:txBody>
      </p:sp>
      <p:sp>
        <p:nvSpPr>
          <p:cNvPr id="32772" name="Line 3">
            <a:extLst>
              <a:ext uri="{FF2B5EF4-FFF2-40B4-BE49-F238E27FC236}">
                <a16:creationId xmlns:a16="http://schemas.microsoft.com/office/drawing/2014/main" id="{D9D80A57-5A46-1E2B-6704-0D19CF43419F}"/>
              </a:ext>
            </a:extLst>
          </p:cNvPr>
          <p:cNvSpPr>
            <a:spLocks noChangeShapeType="1"/>
          </p:cNvSpPr>
          <p:nvPr/>
        </p:nvSpPr>
        <p:spPr bwMode="auto">
          <a:xfrm>
            <a:off x="5418138" y="3563938"/>
            <a:ext cx="287337" cy="1587"/>
          </a:xfrm>
          <a:prstGeom prst="line">
            <a:avLst/>
          </a:prstGeom>
          <a:noFill/>
          <a:ln w="28440" cap="sq">
            <a:solidFill>
              <a:srgbClr val="FFFF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a:extLst>
              <a:ext uri="{FF2B5EF4-FFF2-40B4-BE49-F238E27FC236}">
                <a16:creationId xmlns:a16="http://schemas.microsoft.com/office/drawing/2014/main" id="{5FC43E10-4E25-0CDD-411F-2B01FAC5443D}"/>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Flip-Flops</a:t>
            </a:r>
          </a:p>
        </p:txBody>
      </p:sp>
      <p:sp>
        <p:nvSpPr>
          <p:cNvPr id="34819" name="Rectangle 2">
            <a:extLst>
              <a:ext uri="{FF2B5EF4-FFF2-40B4-BE49-F238E27FC236}">
                <a16:creationId xmlns:a16="http://schemas.microsoft.com/office/drawing/2014/main" id="{7B657057-70D9-04EE-4328-1520495F9947}"/>
              </a:ext>
            </a:extLst>
          </p:cNvPr>
          <p:cNvSpPr>
            <a:spLocks noChangeArrowheads="1"/>
          </p:cNvSpPr>
          <p:nvPr/>
        </p:nvSpPr>
        <p:spPr bwMode="auto">
          <a:xfrm>
            <a:off x="1979613" y="2133600"/>
            <a:ext cx="2016125" cy="792163"/>
          </a:xfrm>
          <a:prstGeom prst="rect">
            <a:avLst/>
          </a:prstGeom>
          <a:solidFill>
            <a:srgbClr val="FF9900"/>
          </a:solidFill>
          <a:ln w="9525">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spcBef>
                <a:spcPts val="7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lgn="ctr">
              <a:spcBef>
                <a:spcPct val="0"/>
              </a:spcBef>
              <a:buClrTx/>
              <a:buFontTx/>
              <a:buNone/>
            </a:pPr>
            <a:r>
              <a:rPr lang="en-GB" altLang="en-US" sz="2000">
                <a:solidFill>
                  <a:srgbClr val="000000"/>
                </a:solidFill>
              </a:rPr>
              <a:t>Combinational Circuit</a:t>
            </a:r>
          </a:p>
        </p:txBody>
      </p:sp>
      <p:sp>
        <p:nvSpPr>
          <p:cNvPr id="34820" name="Rectangle 3">
            <a:extLst>
              <a:ext uri="{FF2B5EF4-FFF2-40B4-BE49-F238E27FC236}">
                <a16:creationId xmlns:a16="http://schemas.microsoft.com/office/drawing/2014/main" id="{F81B0B11-6807-3E59-8CFE-83470E661C32}"/>
              </a:ext>
            </a:extLst>
          </p:cNvPr>
          <p:cNvSpPr>
            <a:spLocks noChangeArrowheads="1"/>
          </p:cNvSpPr>
          <p:nvPr/>
        </p:nvSpPr>
        <p:spPr bwMode="auto">
          <a:xfrm>
            <a:off x="4859338" y="2636838"/>
            <a:ext cx="1655762" cy="865187"/>
          </a:xfrm>
          <a:prstGeom prst="rect">
            <a:avLst/>
          </a:prstGeom>
          <a:solidFill>
            <a:srgbClr val="66FF66"/>
          </a:solidFill>
          <a:ln w="9525">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spcBef>
                <a:spcPts val="7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lgn="ctr">
              <a:spcBef>
                <a:spcPct val="0"/>
              </a:spcBef>
              <a:buClrTx/>
              <a:buFontTx/>
              <a:buNone/>
            </a:pPr>
            <a:r>
              <a:rPr lang="en-GB" altLang="en-US" sz="2000">
                <a:solidFill>
                  <a:srgbClr val="000000"/>
                </a:solidFill>
              </a:rPr>
              <a:t>Flip-Flops</a:t>
            </a:r>
          </a:p>
          <a:p>
            <a:pPr algn="ctr">
              <a:spcBef>
                <a:spcPct val="0"/>
              </a:spcBef>
              <a:buClrTx/>
              <a:buFontTx/>
              <a:buNone/>
            </a:pPr>
            <a:r>
              <a:rPr lang="en-GB" altLang="en-US" sz="1800">
                <a:solidFill>
                  <a:srgbClr val="000000"/>
                </a:solidFill>
              </a:rPr>
              <a:t>(memory)</a:t>
            </a:r>
          </a:p>
        </p:txBody>
      </p:sp>
      <p:sp>
        <p:nvSpPr>
          <p:cNvPr id="34821" name="Line 4">
            <a:extLst>
              <a:ext uri="{FF2B5EF4-FFF2-40B4-BE49-F238E27FC236}">
                <a16:creationId xmlns:a16="http://schemas.microsoft.com/office/drawing/2014/main" id="{E7E04FE8-1CBD-2B2C-2AEB-5E7F43AC5C13}"/>
              </a:ext>
            </a:extLst>
          </p:cNvPr>
          <p:cNvSpPr>
            <a:spLocks noChangeShapeType="1"/>
          </p:cNvSpPr>
          <p:nvPr/>
        </p:nvSpPr>
        <p:spPr bwMode="auto">
          <a:xfrm>
            <a:off x="1116013" y="2276475"/>
            <a:ext cx="863600" cy="1588"/>
          </a:xfrm>
          <a:prstGeom prst="line">
            <a:avLst/>
          </a:prstGeom>
          <a:noFill/>
          <a:ln w="28440" cap="sq">
            <a:solidFill>
              <a:schemeClr val="bg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34822" name="Line 5">
            <a:extLst>
              <a:ext uri="{FF2B5EF4-FFF2-40B4-BE49-F238E27FC236}">
                <a16:creationId xmlns:a16="http://schemas.microsoft.com/office/drawing/2014/main" id="{48A9D116-8E15-E6F4-EA8A-CE28893F2781}"/>
              </a:ext>
            </a:extLst>
          </p:cNvPr>
          <p:cNvSpPr>
            <a:spLocks noChangeShapeType="1"/>
          </p:cNvSpPr>
          <p:nvPr/>
        </p:nvSpPr>
        <p:spPr bwMode="auto">
          <a:xfrm>
            <a:off x="3989388" y="2276475"/>
            <a:ext cx="3751262" cy="1588"/>
          </a:xfrm>
          <a:prstGeom prst="line">
            <a:avLst/>
          </a:prstGeom>
          <a:noFill/>
          <a:ln w="28440" cap="sq">
            <a:solidFill>
              <a:schemeClr val="bg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34823" name="Line 6">
            <a:extLst>
              <a:ext uri="{FF2B5EF4-FFF2-40B4-BE49-F238E27FC236}">
                <a16:creationId xmlns:a16="http://schemas.microsoft.com/office/drawing/2014/main" id="{5A0786D2-3D2F-28F0-ADE7-A2E1CD75FCA5}"/>
              </a:ext>
            </a:extLst>
          </p:cNvPr>
          <p:cNvSpPr>
            <a:spLocks noChangeShapeType="1"/>
          </p:cNvSpPr>
          <p:nvPr/>
        </p:nvSpPr>
        <p:spPr bwMode="auto">
          <a:xfrm>
            <a:off x="3995738" y="2781300"/>
            <a:ext cx="863600" cy="1588"/>
          </a:xfrm>
          <a:prstGeom prst="line">
            <a:avLst/>
          </a:prstGeom>
          <a:noFill/>
          <a:ln w="28440" cap="sq">
            <a:solidFill>
              <a:schemeClr val="bg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34824" name="Freeform 7">
            <a:extLst>
              <a:ext uri="{FF2B5EF4-FFF2-40B4-BE49-F238E27FC236}">
                <a16:creationId xmlns:a16="http://schemas.microsoft.com/office/drawing/2014/main" id="{A1E748D2-6870-F22B-1FB2-63F838887194}"/>
              </a:ext>
            </a:extLst>
          </p:cNvPr>
          <p:cNvSpPr>
            <a:spLocks/>
          </p:cNvSpPr>
          <p:nvPr/>
        </p:nvSpPr>
        <p:spPr bwMode="auto">
          <a:xfrm>
            <a:off x="1457325" y="2754313"/>
            <a:ext cx="5878513" cy="1179512"/>
          </a:xfrm>
          <a:custGeom>
            <a:avLst/>
            <a:gdLst>
              <a:gd name="T0" fmla="*/ 2147483646 w 3703"/>
              <a:gd name="T1" fmla="*/ 2147483646 h 743"/>
              <a:gd name="T2" fmla="*/ 2147483646 w 3703"/>
              <a:gd name="T3" fmla="*/ 2147483646 h 743"/>
              <a:gd name="T4" fmla="*/ 2147483646 w 3703"/>
              <a:gd name="T5" fmla="*/ 2147483646 h 743"/>
              <a:gd name="T6" fmla="*/ 0 w 3703"/>
              <a:gd name="T7" fmla="*/ 2147483646 h 743"/>
              <a:gd name="T8" fmla="*/ 0 w 3703"/>
              <a:gd name="T9" fmla="*/ 0 h 743"/>
              <a:gd name="T10" fmla="*/ 2147483646 w 3703"/>
              <a:gd name="T11" fmla="*/ 0 h 743"/>
              <a:gd name="T12" fmla="*/ 0 60000 65536"/>
              <a:gd name="T13" fmla="*/ 0 60000 65536"/>
              <a:gd name="T14" fmla="*/ 0 60000 65536"/>
              <a:gd name="T15" fmla="*/ 0 60000 65536"/>
              <a:gd name="T16" fmla="*/ 0 60000 65536"/>
              <a:gd name="T17" fmla="*/ 0 60000 65536"/>
              <a:gd name="T18" fmla="*/ 0 w 3703"/>
              <a:gd name="T19" fmla="*/ 0 h 743"/>
              <a:gd name="T20" fmla="*/ 3703 w 3703"/>
              <a:gd name="T21" fmla="*/ 743 h 743"/>
            </a:gdLst>
            <a:ahLst/>
            <a:cxnLst>
              <a:cxn ang="T12">
                <a:pos x="T0" y="T1"/>
              </a:cxn>
              <a:cxn ang="T13">
                <a:pos x="T2" y="T3"/>
              </a:cxn>
              <a:cxn ang="T14">
                <a:pos x="T4" y="T5"/>
              </a:cxn>
              <a:cxn ang="T15">
                <a:pos x="T6" y="T7"/>
              </a:cxn>
              <a:cxn ang="T16">
                <a:pos x="T8" y="T9"/>
              </a:cxn>
              <a:cxn ang="T17">
                <a:pos x="T10" y="T11"/>
              </a:cxn>
            </a:cxnLst>
            <a:rect l="T18" t="T19" r="T20" b="T21"/>
            <a:pathLst>
              <a:path w="3703" h="743">
                <a:moveTo>
                  <a:pt x="3194" y="194"/>
                </a:moveTo>
                <a:lnTo>
                  <a:pt x="3703" y="194"/>
                </a:lnTo>
                <a:lnTo>
                  <a:pt x="3697" y="743"/>
                </a:lnTo>
                <a:lnTo>
                  <a:pt x="0" y="743"/>
                </a:lnTo>
                <a:lnTo>
                  <a:pt x="0" y="0"/>
                </a:lnTo>
                <a:lnTo>
                  <a:pt x="321" y="0"/>
                </a:lnTo>
              </a:path>
            </a:pathLst>
          </a:custGeom>
          <a:noFill/>
          <a:ln w="28440" cap="flat">
            <a:solidFill>
              <a:schemeClr val="bg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MY"/>
          </a:p>
        </p:txBody>
      </p:sp>
      <p:sp>
        <p:nvSpPr>
          <p:cNvPr id="34825" name="Line 8">
            <a:extLst>
              <a:ext uri="{FF2B5EF4-FFF2-40B4-BE49-F238E27FC236}">
                <a16:creationId xmlns:a16="http://schemas.microsoft.com/office/drawing/2014/main" id="{D3D5897E-07E6-BBD9-799B-D86748BC0A5B}"/>
              </a:ext>
            </a:extLst>
          </p:cNvPr>
          <p:cNvSpPr>
            <a:spLocks noChangeShapeType="1"/>
          </p:cNvSpPr>
          <p:nvPr/>
        </p:nvSpPr>
        <p:spPr bwMode="auto">
          <a:xfrm>
            <a:off x="3995738" y="3284538"/>
            <a:ext cx="863600" cy="1587"/>
          </a:xfrm>
          <a:prstGeom prst="line">
            <a:avLst/>
          </a:prstGeom>
          <a:noFill/>
          <a:ln w="28440" cap="sq">
            <a:solidFill>
              <a:schemeClr val="bg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34826" name="Text Box 9">
            <a:extLst>
              <a:ext uri="{FF2B5EF4-FFF2-40B4-BE49-F238E27FC236}">
                <a16:creationId xmlns:a16="http://schemas.microsoft.com/office/drawing/2014/main" id="{94CD0DB8-B656-BB17-F572-9E833D3FBE5A}"/>
              </a:ext>
            </a:extLst>
          </p:cNvPr>
          <p:cNvSpPr txBox="1">
            <a:spLocks noChangeArrowheads="1"/>
          </p:cNvSpPr>
          <p:nvPr/>
        </p:nvSpPr>
        <p:spPr bwMode="auto">
          <a:xfrm>
            <a:off x="250825" y="2060575"/>
            <a:ext cx="865188" cy="398463"/>
          </a:xfrm>
          <a:prstGeom prst="rect">
            <a:avLst/>
          </a:prstGeom>
          <a:noFill/>
          <a:ln w="9525">
            <a:no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41313">
              <a:spcBef>
                <a:spcPts val="7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9pPr>
          </a:lstStyle>
          <a:p>
            <a:pPr algn="r">
              <a:spcBef>
                <a:spcPts val="1250"/>
              </a:spcBef>
              <a:buClrTx/>
              <a:buFontTx/>
              <a:buNone/>
            </a:pPr>
            <a:r>
              <a:rPr lang="en-US" altLang="en-US" sz="2000">
                <a:solidFill>
                  <a:schemeClr val="bg1"/>
                </a:solidFill>
              </a:rPr>
              <a:t>Input</a:t>
            </a:r>
          </a:p>
        </p:txBody>
      </p:sp>
      <p:sp>
        <p:nvSpPr>
          <p:cNvPr id="34827" name="Text Box 10">
            <a:extLst>
              <a:ext uri="{FF2B5EF4-FFF2-40B4-BE49-F238E27FC236}">
                <a16:creationId xmlns:a16="http://schemas.microsoft.com/office/drawing/2014/main" id="{016C3832-DF59-E76E-9235-E961A93BA373}"/>
              </a:ext>
            </a:extLst>
          </p:cNvPr>
          <p:cNvSpPr txBox="1">
            <a:spLocks noChangeArrowheads="1"/>
          </p:cNvSpPr>
          <p:nvPr/>
        </p:nvSpPr>
        <p:spPr bwMode="auto">
          <a:xfrm>
            <a:off x="3130550" y="3068638"/>
            <a:ext cx="865188" cy="398462"/>
          </a:xfrm>
          <a:prstGeom prst="rect">
            <a:avLst/>
          </a:prstGeom>
          <a:noFill/>
          <a:ln w="9525">
            <a:no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41313">
              <a:spcBef>
                <a:spcPts val="7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9pPr>
          </a:lstStyle>
          <a:p>
            <a:pPr algn="r">
              <a:spcBef>
                <a:spcPts val="1250"/>
              </a:spcBef>
              <a:buClrTx/>
              <a:buFontTx/>
              <a:buNone/>
            </a:pPr>
            <a:r>
              <a:rPr lang="en-US" altLang="en-US" sz="2000">
                <a:solidFill>
                  <a:schemeClr val="bg1"/>
                </a:solidFill>
              </a:rPr>
              <a:t>Clock</a:t>
            </a:r>
          </a:p>
        </p:txBody>
      </p:sp>
      <p:sp>
        <p:nvSpPr>
          <p:cNvPr id="34828" name="Text Box 11">
            <a:extLst>
              <a:ext uri="{FF2B5EF4-FFF2-40B4-BE49-F238E27FC236}">
                <a16:creationId xmlns:a16="http://schemas.microsoft.com/office/drawing/2014/main" id="{E1DA9C3D-8F7A-6905-6A41-A2229DAAB2A0}"/>
              </a:ext>
            </a:extLst>
          </p:cNvPr>
          <p:cNvSpPr txBox="1">
            <a:spLocks noChangeArrowheads="1"/>
          </p:cNvSpPr>
          <p:nvPr/>
        </p:nvSpPr>
        <p:spPr bwMode="auto">
          <a:xfrm>
            <a:off x="7740650" y="2095500"/>
            <a:ext cx="1223963" cy="398463"/>
          </a:xfrm>
          <a:prstGeom prst="rect">
            <a:avLst/>
          </a:prstGeom>
          <a:noFill/>
          <a:ln w="9525">
            <a:no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41313">
              <a:spcBef>
                <a:spcPts val="7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Tahoma" panose="020B0604030504040204" pitchFamily="34" charset="0"/>
                <a:cs typeface="Droid Sans Fallback" charset="0"/>
              </a:defRPr>
            </a:lvl9pPr>
          </a:lstStyle>
          <a:p>
            <a:pPr>
              <a:spcBef>
                <a:spcPts val="1250"/>
              </a:spcBef>
              <a:buClrTx/>
              <a:buFontTx/>
              <a:buNone/>
            </a:pPr>
            <a:r>
              <a:rPr lang="en-US" altLang="en-US" sz="2000">
                <a:solidFill>
                  <a:schemeClr val="bg1"/>
                </a:solidFill>
              </a:rPr>
              <a:t>Output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a:extLst>
              <a:ext uri="{FF2B5EF4-FFF2-40B4-BE49-F238E27FC236}">
                <a16:creationId xmlns:a16="http://schemas.microsoft.com/office/drawing/2014/main" id="{344B8903-7B97-8CB6-B6B5-E21BB774C07C}"/>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S-R Latch</a:t>
            </a:r>
          </a:p>
        </p:txBody>
      </p:sp>
      <p:sp>
        <p:nvSpPr>
          <p:cNvPr id="36867" name="Text Box 2">
            <a:extLst>
              <a:ext uri="{FF2B5EF4-FFF2-40B4-BE49-F238E27FC236}">
                <a16:creationId xmlns:a16="http://schemas.microsoft.com/office/drawing/2014/main" id="{9671AE53-DC63-70DA-ADE7-FC1ED4CFA809}"/>
              </a:ext>
            </a:extLst>
          </p:cNvPr>
          <p:cNvSpPr txBox="1">
            <a:spLocks noChangeArrowheads="1"/>
          </p:cNvSpPr>
          <p:nvPr/>
        </p:nvSpPr>
        <p:spPr bwMode="auto">
          <a:xfrm>
            <a:off x="107504" y="2530644"/>
            <a:ext cx="3456384" cy="39226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spcBef>
                <a:spcPct val="0"/>
              </a:spcBef>
              <a:buClr>
                <a:srgbClr val="FF0000"/>
              </a:buClr>
              <a:buFont typeface="Tahoma" panose="020B0604030504040204" pitchFamily="34" charset="0"/>
              <a:buChar char="•"/>
            </a:pPr>
            <a:r>
              <a:rPr lang="en-US" altLang="en-US" sz="2400" dirty="0">
                <a:solidFill>
                  <a:schemeClr val="bg1"/>
                </a:solidFill>
              </a:rPr>
              <a:t>2 inputs</a:t>
            </a:r>
          </a:p>
          <a:p>
            <a:pPr lvl="1" eaLnBrk="1" hangingPunct="1">
              <a:spcBef>
                <a:spcPct val="0"/>
              </a:spcBef>
              <a:buClr>
                <a:srgbClr val="FF0000"/>
              </a:buClr>
              <a:buFont typeface="Tahoma" panose="020B0604030504040204" pitchFamily="34" charset="0"/>
              <a:buChar char="o"/>
            </a:pPr>
            <a:r>
              <a:rPr lang="en-US" altLang="en-US" sz="2000" dirty="0">
                <a:solidFill>
                  <a:schemeClr val="bg1"/>
                </a:solidFill>
              </a:rPr>
              <a:t>S (Set) and R (Reset)</a:t>
            </a:r>
          </a:p>
          <a:p>
            <a:pPr eaLnBrk="1" hangingPunct="1">
              <a:spcBef>
                <a:spcPct val="0"/>
              </a:spcBef>
              <a:buClr>
                <a:srgbClr val="FF0000"/>
              </a:buClr>
              <a:buFont typeface="Tahoma" panose="020B0604030504040204" pitchFamily="34" charset="0"/>
              <a:buChar char="•"/>
            </a:pPr>
            <a:r>
              <a:rPr lang="en-US" altLang="en-US" sz="2400" dirty="0">
                <a:solidFill>
                  <a:schemeClr val="bg1"/>
                </a:solidFill>
              </a:rPr>
              <a:t>2 outputs</a:t>
            </a:r>
          </a:p>
          <a:p>
            <a:pPr lvl="1" eaLnBrk="1" hangingPunct="1">
              <a:spcBef>
                <a:spcPct val="0"/>
              </a:spcBef>
              <a:buClr>
                <a:srgbClr val="FF0000"/>
              </a:buClr>
              <a:buFont typeface="Tahoma" panose="020B0604030504040204" pitchFamily="34" charset="0"/>
              <a:buChar char="o"/>
            </a:pPr>
            <a:r>
              <a:rPr lang="en-US" altLang="en-US" sz="2000" dirty="0">
                <a:solidFill>
                  <a:schemeClr val="bg1"/>
                </a:solidFill>
              </a:rPr>
              <a:t>Q and Q</a:t>
            </a:r>
          </a:p>
          <a:p>
            <a:pPr eaLnBrk="1" hangingPunct="1">
              <a:spcBef>
                <a:spcPct val="0"/>
              </a:spcBef>
              <a:buClr>
                <a:srgbClr val="FF0000"/>
              </a:buClr>
              <a:buFont typeface="Tahoma" panose="020B0604030504040204" pitchFamily="34" charset="0"/>
              <a:buChar char="•"/>
            </a:pPr>
            <a:r>
              <a:rPr lang="en-US" altLang="en-US" sz="2400" dirty="0">
                <a:solidFill>
                  <a:schemeClr val="bg1"/>
                </a:solidFill>
              </a:rPr>
              <a:t>2 NOR gates connected in a feedback manner</a:t>
            </a:r>
          </a:p>
        </p:txBody>
      </p:sp>
      <p:pic>
        <p:nvPicPr>
          <p:cNvPr id="3" name="Picture 2">
            <a:extLst>
              <a:ext uri="{FF2B5EF4-FFF2-40B4-BE49-F238E27FC236}">
                <a16:creationId xmlns:a16="http://schemas.microsoft.com/office/drawing/2014/main" id="{AA8BFC53-F870-3B53-96EA-54C8E8B652F1}"/>
              </a:ext>
            </a:extLst>
          </p:cNvPr>
          <p:cNvPicPr>
            <a:picLocks noChangeAspect="1"/>
          </p:cNvPicPr>
          <p:nvPr/>
        </p:nvPicPr>
        <p:blipFill>
          <a:blip r:embed="rId3"/>
          <a:stretch>
            <a:fillRect/>
          </a:stretch>
        </p:blipFill>
        <p:spPr>
          <a:xfrm>
            <a:off x="3583300" y="2204864"/>
            <a:ext cx="5148495" cy="3816424"/>
          </a:xfrm>
          <a:prstGeom prst="rect">
            <a:avLst/>
          </a:prstGeom>
        </p:spPr>
      </p:pic>
      <p:sp>
        <p:nvSpPr>
          <p:cNvPr id="4" name="Line 4">
            <a:extLst>
              <a:ext uri="{FF2B5EF4-FFF2-40B4-BE49-F238E27FC236}">
                <a16:creationId xmlns:a16="http://schemas.microsoft.com/office/drawing/2014/main" id="{6C2BC76F-AB6D-67A7-26ED-33E67F85AEC2}"/>
              </a:ext>
            </a:extLst>
          </p:cNvPr>
          <p:cNvSpPr>
            <a:spLocks noChangeShapeType="1"/>
          </p:cNvSpPr>
          <p:nvPr/>
        </p:nvSpPr>
        <p:spPr bwMode="auto">
          <a:xfrm flipH="1" flipV="1">
            <a:off x="1692374" y="3645024"/>
            <a:ext cx="143322" cy="1588"/>
          </a:xfrm>
          <a:prstGeom prst="line">
            <a:avLst/>
          </a:prstGeom>
          <a:noFill/>
          <a:ln w="28440"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5" name="Speech Bubble: Rectangle 4">
            <a:extLst>
              <a:ext uri="{FF2B5EF4-FFF2-40B4-BE49-F238E27FC236}">
                <a16:creationId xmlns:a16="http://schemas.microsoft.com/office/drawing/2014/main" id="{C73BF463-D172-39B7-B50E-034CA940C181}"/>
              </a:ext>
            </a:extLst>
          </p:cNvPr>
          <p:cNvSpPr/>
          <p:nvPr/>
        </p:nvSpPr>
        <p:spPr bwMode="auto">
          <a:xfrm>
            <a:off x="2339752" y="6021288"/>
            <a:ext cx="936104" cy="276916"/>
          </a:xfrm>
          <a:prstGeom prst="wedgeRectCallout">
            <a:avLst>
              <a:gd name="adj1" fmla="val 91907"/>
              <a:gd name="adj2" fmla="val -131102"/>
            </a:avLst>
          </a:prstGeom>
          <a:solidFill>
            <a:schemeClr val="accent5">
              <a:lumMod val="9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MY" sz="1600" b="0" i="0" u="none" strike="noStrike" cap="none" normalizeH="0" baseline="0" dirty="0">
                <a:ln>
                  <a:noFill/>
                </a:ln>
                <a:solidFill>
                  <a:sysClr val="windowText" lastClr="000000"/>
                </a:solidFill>
                <a:effectLst/>
                <a:latin typeface="Arial" panose="020B0604020202020204" pitchFamily="34" charset="0"/>
              </a:rPr>
              <a:t>Set = 1 </a:t>
            </a:r>
          </a:p>
        </p:txBody>
      </p:sp>
      <p:sp>
        <p:nvSpPr>
          <p:cNvPr id="6" name="Speech Bubble: Rectangle 5">
            <a:extLst>
              <a:ext uri="{FF2B5EF4-FFF2-40B4-BE49-F238E27FC236}">
                <a16:creationId xmlns:a16="http://schemas.microsoft.com/office/drawing/2014/main" id="{9124E300-44E0-9D02-4B95-BA117025BA87}"/>
              </a:ext>
            </a:extLst>
          </p:cNvPr>
          <p:cNvSpPr/>
          <p:nvPr/>
        </p:nvSpPr>
        <p:spPr bwMode="auto">
          <a:xfrm>
            <a:off x="2339752" y="1927948"/>
            <a:ext cx="1080120" cy="276916"/>
          </a:xfrm>
          <a:prstGeom prst="wedgeRectCallout">
            <a:avLst>
              <a:gd name="adj1" fmla="val 121211"/>
              <a:gd name="adj2" fmla="val 124810"/>
            </a:avLst>
          </a:prstGeom>
          <a:solidFill>
            <a:schemeClr val="accent5">
              <a:lumMod val="90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MY" sz="1600" b="0" i="0" u="none" strike="noStrike" cap="none" normalizeH="0" baseline="0" dirty="0">
                <a:ln>
                  <a:noFill/>
                </a:ln>
                <a:solidFill>
                  <a:sysClr val="windowText" lastClr="000000"/>
                </a:solidFill>
                <a:effectLst/>
                <a:latin typeface="Arial" panose="020B0604020202020204" pitchFamily="34" charset="0"/>
              </a:rPr>
              <a:t>Reset = 0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a:extLst>
              <a:ext uri="{FF2B5EF4-FFF2-40B4-BE49-F238E27FC236}">
                <a16:creationId xmlns:a16="http://schemas.microsoft.com/office/drawing/2014/main" id="{61021C69-A472-B2B8-E838-999C8625252E}"/>
              </a:ext>
            </a:extLst>
          </p:cNvPr>
          <p:cNvSpPr txBox="1">
            <a:spLocks noChangeArrowheads="1"/>
          </p:cNvSpPr>
          <p:nvPr/>
        </p:nvSpPr>
        <p:spPr bwMode="auto">
          <a:xfrm>
            <a:off x="107504" y="3022397"/>
            <a:ext cx="3528392" cy="2319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spcBef>
                <a:spcPct val="0"/>
              </a:spcBef>
              <a:buClr>
                <a:srgbClr val="FF0000"/>
              </a:buClr>
              <a:buFont typeface="Tahoma" panose="020B0604030504040204" pitchFamily="34" charset="0"/>
              <a:buChar char="•"/>
            </a:pPr>
            <a:r>
              <a:rPr lang="en-US" altLang="en-US" sz="2400" dirty="0">
                <a:solidFill>
                  <a:schemeClr val="bg1"/>
                </a:solidFill>
              </a:rPr>
              <a:t>S =0, R=0, Q=0</a:t>
            </a:r>
          </a:p>
          <a:p>
            <a:pPr lvl="1" eaLnBrk="1" hangingPunct="1">
              <a:spcBef>
                <a:spcPct val="0"/>
              </a:spcBef>
              <a:buClr>
                <a:srgbClr val="FF0000"/>
              </a:buClr>
              <a:buFont typeface="Tahoma" panose="020B0604030504040204" pitchFamily="34" charset="0"/>
              <a:buChar char="o"/>
            </a:pPr>
            <a:r>
              <a:rPr lang="en-US" altLang="en-US" sz="2000" dirty="0">
                <a:solidFill>
                  <a:schemeClr val="bg1"/>
                </a:solidFill>
              </a:rPr>
              <a:t>Inputs to lower NOR gate are Q=0, S=0</a:t>
            </a:r>
          </a:p>
        </p:txBody>
      </p:sp>
      <p:sp>
        <p:nvSpPr>
          <p:cNvPr id="38915" name="Text Box 2">
            <a:extLst>
              <a:ext uri="{FF2B5EF4-FFF2-40B4-BE49-F238E27FC236}">
                <a16:creationId xmlns:a16="http://schemas.microsoft.com/office/drawing/2014/main" id="{77567125-4228-0DC9-D1FB-847561C354F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sp>
        <p:nvSpPr>
          <p:cNvPr id="11275" name="Rectangle 11">
            <a:extLst>
              <a:ext uri="{FF2B5EF4-FFF2-40B4-BE49-F238E27FC236}">
                <a16:creationId xmlns:a16="http://schemas.microsoft.com/office/drawing/2014/main" id="{C76D2B8D-FAB4-66D8-C3F5-05E226761144}"/>
              </a:ext>
            </a:extLst>
          </p:cNvPr>
          <p:cNvSpPr>
            <a:spLocks noChangeArrowheads="1"/>
          </p:cNvSpPr>
          <p:nvPr/>
        </p:nvSpPr>
        <p:spPr bwMode="auto">
          <a:xfrm>
            <a:off x="3635896" y="6114861"/>
            <a:ext cx="54006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42900">
              <a:spcBef>
                <a:spcPts val="70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9pPr>
          </a:lstStyle>
          <a:p>
            <a:pPr marL="457200" lvl="1" indent="0" algn="ctr" eaLnBrk="1" hangingPunct="1">
              <a:spcBef>
                <a:spcPct val="0"/>
              </a:spcBef>
              <a:buClr>
                <a:srgbClr val="FF0000"/>
              </a:buClr>
            </a:pPr>
            <a:r>
              <a:rPr lang="en-US" altLang="en-US" sz="2300" dirty="0">
                <a:solidFill>
                  <a:schemeClr val="bg1"/>
                </a:solidFill>
              </a:rPr>
              <a:t>Flip-flops remains stable in this state</a:t>
            </a:r>
          </a:p>
        </p:txBody>
      </p:sp>
      <p:pic>
        <p:nvPicPr>
          <p:cNvPr id="2" name="Picture 1">
            <a:extLst>
              <a:ext uri="{FF2B5EF4-FFF2-40B4-BE49-F238E27FC236}">
                <a16:creationId xmlns:a16="http://schemas.microsoft.com/office/drawing/2014/main" id="{7EB367B4-815F-3228-7474-222F0D19B571}"/>
              </a:ext>
            </a:extLst>
          </p:cNvPr>
          <p:cNvPicPr>
            <a:picLocks noChangeAspect="1"/>
          </p:cNvPicPr>
          <p:nvPr/>
        </p:nvPicPr>
        <p:blipFill>
          <a:blip r:embed="rId3"/>
          <a:stretch>
            <a:fillRect/>
          </a:stretch>
        </p:blipFill>
        <p:spPr>
          <a:xfrm>
            <a:off x="3635896" y="2060501"/>
            <a:ext cx="5148495" cy="3816424"/>
          </a:xfrm>
          <a:prstGeom prst="rect">
            <a:avLst/>
          </a:prstGeom>
        </p:spPr>
      </p:pic>
      <p:sp>
        <p:nvSpPr>
          <p:cNvPr id="3" name="TextBox 2">
            <a:extLst>
              <a:ext uri="{FF2B5EF4-FFF2-40B4-BE49-F238E27FC236}">
                <a16:creationId xmlns:a16="http://schemas.microsoft.com/office/drawing/2014/main" id="{08113391-3916-7D8B-EF58-8E6CB95DE506}"/>
              </a:ext>
            </a:extLst>
          </p:cNvPr>
          <p:cNvSpPr txBox="1"/>
          <p:nvPr/>
        </p:nvSpPr>
        <p:spPr>
          <a:xfrm>
            <a:off x="5476048" y="207420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4" name="TextBox 3">
            <a:extLst>
              <a:ext uri="{FF2B5EF4-FFF2-40B4-BE49-F238E27FC236}">
                <a16:creationId xmlns:a16="http://schemas.microsoft.com/office/drawing/2014/main" id="{EA316B5A-0BF3-9EFE-3D04-AE4B94C3FBB3}"/>
              </a:ext>
            </a:extLst>
          </p:cNvPr>
          <p:cNvSpPr txBox="1"/>
          <p:nvPr/>
        </p:nvSpPr>
        <p:spPr>
          <a:xfrm>
            <a:off x="5489417" y="2622287"/>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5" name="TextBox 4">
            <a:extLst>
              <a:ext uri="{FF2B5EF4-FFF2-40B4-BE49-F238E27FC236}">
                <a16:creationId xmlns:a16="http://schemas.microsoft.com/office/drawing/2014/main" id="{D89CA98D-9402-4C37-CDBD-5E3FC090E270}"/>
              </a:ext>
            </a:extLst>
          </p:cNvPr>
          <p:cNvSpPr txBox="1"/>
          <p:nvPr/>
        </p:nvSpPr>
        <p:spPr>
          <a:xfrm>
            <a:off x="5476048" y="5035759"/>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6" name="TextBox 5">
            <a:extLst>
              <a:ext uri="{FF2B5EF4-FFF2-40B4-BE49-F238E27FC236}">
                <a16:creationId xmlns:a16="http://schemas.microsoft.com/office/drawing/2014/main" id="{4A33660D-3CF0-CD2D-1844-FA688B993B87}"/>
              </a:ext>
            </a:extLst>
          </p:cNvPr>
          <p:cNvSpPr txBox="1"/>
          <p:nvPr/>
        </p:nvSpPr>
        <p:spPr>
          <a:xfrm>
            <a:off x="5489417" y="558446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7" name="TextBox 6">
            <a:extLst>
              <a:ext uri="{FF2B5EF4-FFF2-40B4-BE49-F238E27FC236}">
                <a16:creationId xmlns:a16="http://schemas.microsoft.com/office/drawing/2014/main" id="{151E8835-6BAF-DF52-EE01-2970E55EA5B7}"/>
              </a:ext>
            </a:extLst>
          </p:cNvPr>
          <p:cNvSpPr txBox="1"/>
          <p:nvPr/>
        </p:nvSpPr>
        <p:spPr>
          <a:xfrm>
            <a:off x="8086947" y="219488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8" name="TextBox 7">
            <a:extLst>
              <a:ext uri="{FF2B5EF4-FFF2-40B4-BE49-F238E27FC236}">
                <a16:creationId xmlns:a16="http://schemas.microsoft.com/office/drawing/2014/main" id="{D8BB4DDD-4CB0-4B53-7595-7D702195ED75}"/>
              </a:ext>
            </a:extLst>
          </p:cNvPr>
          <p:cNvSpPr txBox="1"/>
          <p:nvPr/>
        </p:nvSpPr>
        <p:spPr>
          <a:xfrm>
            <a:off x="8086947" y="5100013"/>
            <a:ext cx="348172" cy="400110"/>
          </a:xfrm>
          <a:prstGeom prst="rect">
            <a:avLst/>
          </a:prstGeom>
          <a:noFill/>
        </p:spPr>
        <p:txBody>
          <a:bodyPr wrap="none" rtlCol="0">
            <a:spAutoFit/>
          </a:bodyPr>
          <a:lstStyle/>
          <a:p>
            <a:r>
              <a:rPr lang="en-MY" b="1" dirty="0">
                <a:solidFill>
                  <a:schemeClr val="accent5">
                    <a:lumMod val="50000"/>
                  </a:schemeClr>
                </a:solidFill>
              </a:rPr>
              <a:t>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275"/>
                                        </p:tgtEl>
                                        <p:attrNameLst>
                                          <p:attrName>style.visibility</p:attrName>
                                        </p:attrNameLst>
                                      </p:cBhvr>
                                      <p:to>
                                        <p:strVal val="visible"/>
                                      </p:to>
                                    </p:set>
                                    <p:animEffect transition="in" filter="fade">
                                      <p:cBhvr>
                                        <p:cTn id="28" dur="1000"/>
                                        <p:tgtEl>
                                          <p:spTgt spid="11275"/>
                                        </p:tgtEl>
                                      </p:cBhvr>
                                    </p:animEffect>
                                    <p:anim calcmode="lin" valueType="num">
                                      <p:cBhvr>
                                        <p:cTn id="29" dur="1000" fill="hold"/>
                                        <p:tgtEl>
                                          <p:spTgt spid="11275"/>
                                        </p:tgtEl>
                                        <p:attrNameLst>
                                          <p:attrName>ppt_x</p:attrName>
                                        </p:attrNameLst>
                                      </p:cBhvr>
                                      <p:tavLst>
                                        <p:tav tm="0">
                                          <p:val>
                                            <p:strVal val="#ppt_x"/>
                                          </p:val>
                                        </p:tav>
                                        <p:tav tm="100000">
                                          <p:val>
                                            <p:strVal val="#ppt_x"/>
                                          </p:val>
                                        </p:tav>
                                      </p:tavLst>
                                    </p:anim>
                                    <p:anim calcmode="lin" valueType="num">
                                      <p:cBhvr>
                                        <p:cTn id="30" dur="1000" fill="hold"/>
                                        <p:tgtEl>
                                          <p:spTgt spid="112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5" grpId="0"/>
      <p:bldP spid="4" grpId="0"/>
      <p:bldP spid="5"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a:extLst>
              <a:ext uri="{FF2B5EF4-FFF2-40B4-BE49-F238E27FC236}">
                <a16:creationId xmlns:a16="http://schemas.microsoft.com/office/drawing/2014/main" id="{61021C69-A472-B2B8-E838-999C8625252E}"/>
              </a:ext>
            </a:extLst>
          </p:cNvPr>
          <p:cNvSpPr txBox="1">
            <a:spLocks noChangeArrowheads="1"/>
          </p:cNvSpPr>
          <p:nvPr/>
        </p:nvSpPr>
        <p:spPr bwMode="auto">
          <a:xfrm>
            <a:off x="107504" y="3022397"/>
            <a:ext cx="3528392" cy="2319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spcBef>
                <a:spcPct val="0"/>
              </a:spcBef>
              <a:buClr>
                <a:srgbClr val="FF0000"/>
              </a:buClr>
              <a:buFont typeface="Tahoma" panose="020B0604030504040204" pitchFamily="34" charset="0"/>
              <a:buChar char="•"/>
            </a:pPr>
            <a:r>
              <a:rPr lang="en-US" altLang="en-US" sz="2400" dirty="0">
                <a:solidFill>
                  <a:schemeClr val="bg1"/>
                </a:solidFill>
              </a:rPr>
              <a:t>S =0, R=0, Q=1</a:t>
            </a:r>
          </a:p>
          <a:p>
            <a:pPr lvl="1" eaLnBrk="1" hangingPunct="1">
              <a:spcBef>
                <a:spcPct val="0"/>
              </a:spcBef>
              <a:buClr>
                <a:srgbClr val="FF0000"/>
              </a:buClr>
              <a:buFont typeface="Tahoma" panose="020B0604030504040204" pitchFamily="34" charset="0"/>
              <a:buChar char="o"/>
            </a:pPr>
            <a:r>
              <a:rPr lang="en-US" altLang="en-US" sz="1800" dirty="0">
                <a:solidFill>
                  <a:schemeClr val="bg1"/>
                </a:solidFill>
              </a:rPr>
              <a:t>Inputs to lower NOR gate are Q=1, S=0</a:t>
            </a:r>
          </a:p>
        </p:txBody>
      </p:sp>
      <p:sp>
        <p:nvSpPr>
          <p:cNvPr id="38915" name="Text Box 2">
            <a:extLst>
              <a:ext uri="{FF2B5EF4-FFF2-40B4-BE49-F238E27FC236}">
                <a16:creationId xmlns:a16="http://schemas.microsoft.com/office/drawing/2014/main" id="{77567125-4228-0DC9-D1FB-847561C354F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sp>
        <p:nvSpPr>
          <p:cNvPr id="11275" name="Rectangle 11">
            <a:extLst>
              <a:ext uri="{FF2B5EF4-FFF2-40B4-BE49-F238E27FC236}">
                <a16:creationId xmlns:a16="http://schemas.microsoft.com/office/drawing/2014/main" id="{C76D2B8D-FAB4-66D8-C3F5-05E226761144}"/>
              </a:ext>
            </a:extLst>
          </p:cNvPr>
          <p:cNvSpPr>
            <a:spLocks noChangeArrowheads="1"/>
          </p:cNvSpPr>
          <p:nvPr/>
        </p:nvSpPr>
        <p:spPr bwMode="auto">
          <a:xfrm>
            <a:off x="3635896" y="6114861"/>
            <a:ext cx="54006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42900">
              <a:spcBef>
                <a:spcPts val="70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655763" algn="l"/>
                <a:tab pos="2570163" algn="l"/>
                <a:tab pos="3484563" algn="l"/>
                <a:tab pos="4398963" algn="l"/>
                <a:tab pos="5313363" algn="l"/>
                <a:tab pos="6227763" algn="l"/>
                <a:tab pos="7142163" algn="l"/>
                <a:tab pos="8056563" algn="l"/>
                <a:tab pos="8970963" algn="l"/>
                <a:tab pos="9885363" algn="l"/>
                <a:tab pos="10799763" algn="l"/>
              </a:tabLst>
              <a:defRPr>
                <a:solidFill>
                  <a:srgbClr val="FFFFFF"/>
                </a:solidFill>
                <a:latin typeface="Tahoma" panose="020B0604030504040204" pitchFamily="34" charset="0"/>
                <a:cs typeface="Droid Sans Fallback" charset="0"/>
              </a:defRPr>
            </a:lvl9pPr>
          </a:lstStyle>
          <a:p>
            <a:pPr marL="457200" lvl="1" indent="0" algn="ctr" eaLnBrk="1" hangingPunct="1">
              <a:spcBef>
                <a:spcPct val="0"/>
              </a:spcBef>
              <a:buClr>
                <a:srgbClr val="FF0000"/>
              </a:buClr>
            </a:pPr>
            <a:r>
              <a:rPr lang="en-US" altLang="en-US" sz="2300" dirty="0">
                <a:solidFill>
                  <a:schemeClr val="bg1"/>
                </a:solidFill>
              </a:rPr>
              <a:t>Flip-flops remains stable in this state</a:t>
            </a:r>
          </a:p>
        </p:txBody>
      </p:sp>
      <p:pic>
        <p:nvPicPr>
          <p:cNvPr id="2" name="Picture 1">
            <a:extLst>
              <a:ext uri="{FF2B5EF4-FFF2-40B4-BE49-F238E27FC236}">
                <a16:creationId xmlns:a16="http://schemas.microsoft.com/office/drawing/2014/main" id="{7EB367B4-815F-3228-7474-222F0D19B571}"/>
              </a:ext>
            </a:extLst>
          </p:cNvPr>
          <p:cNvPicPr>
            <a:picLocks noChangeAspect="1"/>
          </p:cNvPicPr>
          <p:nvPr/>
        </p:nvPicPr>
        <p:blipFill>
          <a:blip r:embed="rId3"/>
          <a:stretch>
            <a:fillRect/>
          </a:stretch>
        </p:blipFill>
        <p:spPr>
          <a:xfrm>
            <a:off x="3635896" y="2060501"/>
            <a:ext cx="5148495" cy="3816424"/>
          </a:xfrm>
          <a:prstGeom prst="rect">
            <a:avLst/>
          </a:prstGeom>
        </p:spPr>
      </p:pic>
      <p:sp>
        <p:nvSpPr>
          <p:cNvPr id="3" name="TextBox 2">
            <a:extLst>
              <a:ext uri="{FF2B5EF4-FFF2-40B4-BE49-F238E27FC236}">
                <a16:creationId xmlns:a16="http://schemas.microsoft.com/office/drawing/2014/main" id="{08113391-3916-7D8B-EF58-8E6CB95DE506}"/>
              </a:ext>
            </a:extLst>
          </p:cNvPr>
          <p:cNvSpPr txBox="1"/>
          <p:nvPr/>
        </p:nvSpPr>
        <p:spPr>
          <a:xfrm>
            <a:off x="5476048" y="207420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4" name="TextBox 3">
            <a:extLst>
              <a:ext uri="{FF2B5EF4-FFF2-40B4-BE49-F238E27FC236}">
                <a16:creationId xmlns:a16="http://schemas.microsoft.com/office/drawing/2014/main" id="{EA316B5A-0BF3-9EFE-3D04-AE4B94C3FBB3}"/>
              </a:ext>
            </a:extLst>
          </p:cNvPr>
          <p:cNvSpPr txBox="1"/>
          <p:nvPr/>
        </p:nvSpPr>
        <p:spPr>
          <a:xfrm>
            <a:off x="5489417" y="2622287"/>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5" name="TextBox 4">
            <a:extLst>
              <a:ext uri="{FF2B5EF4-FFF2-40B4-BE49-F238E27FC236}">
                <a16:creationId xmlns:a16="http://schemas.microsoft.com/office/drawing/2014/main" id="{D89CA98D-9402-4C37-CDBD-5E3FC090E270}"/>
              </a:ext>
            </a:extLst>
          </p:cNvPr>
          <p:cNvSpPr txBox="1"/>
          <p:nvPr/>
        </p:nvSpPr>
        <p:spPr>
          <a:xfrm>
            <a:off x="5476048" y="5035759"/>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6" name="TextBox 5">
            <a:extLst>
              <a:ext uri="{FF2B5EF4-FFF2-40B4-BE49-F238E27FC236}">
                <a16:creationId xmlns:a16="http://schemas.microsoft.com/office/drawing/2014/main" id="{4A33660D-3CF0-CD2D-1844-FA688B993B87}"/>
              </a:ext>
            </a:extLst>
          </p:cNvPr>
          <p:cNvSpPr txBox="1"/>
          <p:nvPr/>
        </p:nvSpPr>
        <p:spPr>
          <a:xfrm>
            <a:off x="5489417" y="558446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7" name="TextBox 6">
            <a:extLst>
              <a:ext uri="{FF2B5EF4-FFF2-40B4-BE49-F238E27FC236}">
                <a16:creationId xmlns:a16="http://schemas.microsoft.com/office/drawing/2014/main" id="{151E8835-6BAF-DF52-EE01-2970E55EA5B7}"/>
              </a:ext>
            </a:extLst>
          </p:cNvPr>
          <p:cNvSpPr txBox="1"/>
          <p:nvPr/>
        </p:nvSpPr>
        <p:spPr>
          <a:xfrm>
            <a:off x="8086947" y="2194888"/>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8" name="TextBox 7">
            <a:extLst>
              <a:ext uri="{FF2B5EF4-FFF2-40B4-BE49-F238E27FC236}">
                <a16:creationId xmlns:a16="http://schemas.microsoft.com/office/drawing/2014/main" id="{D8BB4DDD-4CB0-4B53-7595-7D702195ED75}"/>
              </a:ext>
            </a:extLst>
          </p:cNvPr>
          <p:cNvSpPr txBox="1"/>
          <p:nvPr/>
        </p:nvSpPr>
        <p:spPr>
          <a:xfrm>
            <a:off x="8086947" y="5100013"/>
            <a:ext cx="348172" cy="400110"/>
          </a:xfrm>
          <a:prstGeom prst="rect">
            <a:avLst/>
          </a:prstGeom>
          <a:noFill/>
        </p:spPr>
        <p:txBody>
          <a:bodyPr wrap="none" rtlCol="0">
            <a:spAutoFit/>
          </a:bodyPr>
          <a:lstStyle/>
          <a:p>
            <a:r>
              <a:rPr lang="en-MY" b="1" dirty="0">
                <a:solidFill>
                  <a:schemeClr val="accent5">
                    <a:lumMod val="50000"/>
                  </a:schemeClr>
                </a:solidFill>
              </a:rPr>
              <a:t>0</a:t>
            </a:r>
          </a:p>
        </p:txBody>
      </p:sp>
    </p:spTree>
    <p:extLst>
      <p:ext uri="{BB962C8B-B14F-4D97-AF65-F5344CB8AC3E}">
        <p14:creationId xmlns:p14="http://schemas.microsoft.com/office/powerpoint/2010/main" val="30807342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275"/>
                                        </p:tgtEl>
                                        <p:attrNameLst>
                                          <p:attrName>style.visibility</p:attrName>
                                        </p:attrNameLst>
                                      </p:cBhvr>
                                      <p:to>
                                        <p:strVal val="visible"/>
                                      </p:to>
                                    </p:set>
                                    <p:animEffect transition="in" filter="fade">
                                      <p:cBhvr>
                                        <p:cTn id="28" dur="1000"/>
                                        <p:tgtEl>
                                          <p:spTgt spid="11275"/>
                                        </p:tgtEl>
                                      </p:cBhvr>
                                    </p:animEffect>
                                    <p:anim calcmode="lin" valueType="num">
                                      <p:cBhvr>
                                        <p:cTn id="29" dur="1000" fill="hold"/>
                                        <p:tgtEl>
                                          <p:spTgt spid="11275"/>
                                        </p:tgtEl>
                                        <p:attrNameLst>
                                          <p:attrName>ppt_x</p:attrName>
                                        </p:attrNameLst>
                                      </p:cBhvr>
                                      <p:tavLst>
                                        <p:tav tm="0">
                                          <p:val>
                                            <p:strVal val="#ppt_x"/>
                                          </p:val>
                                        </p:tav>
                                        <p:tav tm="100000">
                                          <p:val>
                                            <p:strVal val="#ppt_x"/>
                                          </p:val>
                                        </p:tav>
                                      </p:tavLst>
                                    </p:anim>
                                    <p:anim calcmode="lin" valueType="num">
                                      <p:cBhvr>
                                        <p:cTn id="30" dur="1000" fill="hold"/>
                                        <p:tgtEl>
                                          <p:spTgt spid="112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5" grpId="0"/>
      <p:bldP spid="4" grpId="0"/>
      <p:bldP spid="5"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FF26-883E-EEDB-6685-DF327AB64AC5}"/>
              </a:ext>
            </a:extLst>
          </p:cNvPr>
          <p:cNvSpPr>
            <a:spLocks noGrp="1"/>
          </p:cNvSpPr>
          <p:nvPr>
            <p:ph type="title"/>
          </p:nvPr>
        </p:nvSpPr>
        <p:spPr>
          <a:xfrm>
            <a:off x="0" y="2924944"/>
            <a:ext cx="9144000" cy="1143000"/>
          </a:xfrm>
        </p:spPr>
        <p:txBody>
          <a:bodyPr/>
          <a:lstStyle/>
          <a:p>
            <a:pPr algn="ctr"/>
            <a:r>
              <a:rPr lang="en-MY" dirty="0"/>
              <a:t>Setting the S-R Latch</a:t>
            </a:r>
          </a:p>
        </p:txBody>
      </p:sp>
    </p:spTree>
    <p:extLst>
      <p:ext uri="{BB962C8B-B14F-4D97-AF65-F5344CB8AC3E}">
        <p14:creationId xmlns:p14="http://schemas.microsoft.com/office/powerpoint/2010/main" val="2045762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a:extLst>
              <a:ext uri="{FF2B5EF4-FFF2-40B4-BE49-F238E27FC236}">
                <a16:creationId xmlns:a16="http://schemas.microsoft.com/office/drawing/2014/main" id="{77567125-4228-0DC9-D1FB-847561C354F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pic>
        <p:nvPicPr>
          <p:cNvPr id="2" name="Picture 1">
            <a:extLst>
              <a:ext uri="{FF2B5EF4-FFF2-40B4-BE49-F238E27FC236}">
                <a16:creationId xmlns:a16="http://schemas.microsoft.com/office/drawing/2014/main" id="{7EB367B4-815F-3228-7474-222F0D19B571}"/>
              </a:ext>
            </a:extLst>
          </p:cNvPr>
          <p:cNvPicPr>
            <a:picLocks noChangeAspect="1"/>
          </p:cNvPicPr>
          <p:nvPr/>
        </p:nvPicPr>
        <p:blipFill>
          <a:blip r:embed="rId3"/>
          <a:stretch>
            <a:fillRect/>
          </a:stretch>
        </p:blipFill>
        <p:spPr>
          <a:xfrm>
            <a:off x="3635896" y="2060501"/>
            <a:ext cx="5148495" cy="3816424"/>
          </a:xfrm>
          <a:prstGeom prst="rect">
            <a:avLst/>
          </a:prstGeom>
        </p:spPr>
      </p:pic>
      <p:sp>
        <p:nvSpPr>
          <p:cNvPr id="3" name="TextBox 2">
            <a:extLst>
              <a:ext uri="{FF2B5EF4-FFF2-40B4-BE49-F238E27FC236}">
                <a16:creationId xmlns:a16="http://schemas.microsoft.com/office/drawing/2014/main" id="{08113391-3916-7D8B-EF58-8E6CB95DE506}"/>
              </a:ext>
            </a:extLst>
          </p:cNvPr>
          <p:cNvSpPr txBox="1"/>
          <p:nvPr/>
        </p:nvSpPr>
        <p:spPr>
          <a:xfrm>
            <a:off x="5476048" y="207420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4" name="TextBox 3">
            <a:extLst>
              <a:ext uri="{FF2B5EF4-FFF2-40B4-BE49-F238E27FC236}">
                <a16:creationId xmlns:a16="http://schemas.microsoft.com/office/drawing/2014/main" id="{EA316B5A-0BF3-9EFE-3D04-AE4B94C3FBB3}"/>
              </a:ext>
            </a:extLst>
          </p:cNvPr>
          <p:cNvSpPr txBox="1"/>
          <p:nvPr/>
        </p:nvSpPr>
        <p:spPr>
          <a:xfrm>
            <a:off x="8086947" y="5148077"/>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5" name="TextBox 4">
            <a:extLst>
              <a:ext uri="{FF2B5EF4-FFF2-40B4-BE49-F238E27FC236}">
                <a16:creationId xmlns:a16="http://schemas.microsoft.com/office/drawing/2014/main" id="{D89CA98D-9402-4C37-CDBD-5E3FC090E270}"/>
              </a:ext>
            </a:extLst>
          </p:cNvPr>
          <p:cNvSpPr txBox="1"/>
          <p:nvPr/>
        </p:nvSpPr>
        <p:spPr>
          <a:xfrm>
            <a:off x="5360538" y="5548187"/>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6" name="TextBox 5">
            <a:extLst>
              <a:ext uri="{FF2B5EF4-FFF2-40B4-BE49-F238E27FC236}">
                <a16:creationId xmlns:a16="http://schemas.microsoft.com/office/drawing/2014/main" id="{4A33660D-3CF0-CD2D-1844-FA688B993B87}"/>
              </a:ext>
            </a:extLst>
          </p:cNvPr>
          <p:cNvSpPr txBox="1"/>
          <p:nvPr/>
        </p:nvSpPr>
        <p:spPr>
          <a:xfrm>
            <a:off x="5513250" y="5552970"/>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7" name="TextBox 6">
            <a:extLst>
              <a:ext uri="{FF2B5EF4-FFF2-40B4-BE49-F238E27FC236}">
                <a16:creationId xmlns:a16="http://schemas.microsoft.com/office/drawing/2014/main" id="{151E8835-6BAF-DF52-EE01-2970E55EA5B7}"/>
              </a:ext>
            </a:extLst>
          </p:cNvPr>
          <p:cNvSpPr txBox="1"/>
          <p:nvPr/>
        </p:nvSpPr>
        <p:spPr>
          <a:xfrm>
            <a:off x="8086947" y="219488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9" name="Text Box 2">
            <a:extLst>
              <a:ext uri="{FF2B5EF4-FFF2-40B4-BE49-F238E27FC236}">
                <a16:creationId xmlns:a16="http://schemas.microsoft.com/office/drawing/2014/main" id="{E3C4581A-C4F0-D512-8892-347716930C1A}"/>
              </a:ext>
            </a:extLst>
          </p:cNvPr>
          <p:cNvSpPr txBox="1">
            <a:spLocks noChangeArrowheads="1"/>
          </p:cNvSpPr>
          <p:nvPr/>
        </p:nvSpPr>
        <p:spPr bwMode="auto">
          <a:xfrm>
            <a:off x="107504" y="2074208"/>
            <a:ext cx="3384376" cy="922744"/>
          </a:xfrm>
          <a:prstGeom prst="rect">
            <a:avLst/>
          </a:prstGeom>
          <a:noFill/>
          <a:ln>
            <a:noFill/>
          </a:ln>
          <a:effec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9pPr>
          </a:lstStyle>
          <a:p>
            <a:pPr marL="0" indent="0" eaLnBrk="1" hangingPunct="1">
              <a:buClr>
                <a:srgbClr val="FF0000"/>
              </a:buClr>
              <a:buSzPct val="100000"/>
              <a:defRPr/>
            </a:pPr>
            <a:r>
              <a:rPr lang="en-US" altLang="en-US" dirty="0">
                <a:solidFill>
                  <a:schemeClr val="bg1"/>
                </a:solidFill>
              </a:rPr>
              <a:t>Let’s say initially </a:t>
            </a:r>
          </a:p>
          <a:p>
            <a:pPr eaLnBrk="1" hangingPunct="1">
              <a:buClr>
                <a:srgbClr val="FF0000"/>
              </a:buClr>
              <a:buSzPct val="100000"/>
              <a:buFont typeface="Tahoma" panose="020B0604030504040204" pitchFamily="34" charset="0"/>
              <a:buChar char="•"/>
              <a:defRPr/>
            </a:pPr>
            <a:r>
              <a:rPr lang="en-US" altLang="en-US" dirty="0">
                <a:solidFill>
                  <a:schemeClr val="bg1"/>
                </a:solidFill>
              </a:rPr>
              <a:t>S=0, R=0, Q=0, Q=1</a:t>
            </a:r>
          </a:p>
        </p:txBody>
      </p:sp>
      <p:sp>
        <p:nvSpPr>
          <p:cNvPr id="10" name="Text Box 2">
            <a:extLst>
              <a:ext uri="{FF2B5EF4-FFF2-40B4-BE49-F238E27FC236}">
                <a16:creationId xmlns:a16="http://schemas.microsoft.com/office/drawing/2014/main" id="{7C1DEF31-BB27-9C1E-FF91-2D1757818F6D}"/>
              </a:ext>
            </a:extLst>
          </p:cNvPr>
          <p:cNvSpPr txBox="1">
            <a:spLocks noChangeArrowheads="1"/>
          </p:cNvSpPr>
          <p:nvPr/>
        </p:nvSpPr>
        <p:spPr bwMode="auto">
          <a:xfrm>
            <a:off x="107504" y="3436203"/>
            <a:ext cx="3513439" cy="2879973"/>
          </a:xfrm>
          <a:prstGeom prst="rect">
            <a:avLst/>
          </a:prstGeom>
          <a:noFill/>
          <a:ln>
            <a:noFill/>
          </a:ln>
          <a:effec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9pPr>
          </a:lstStyle>
          <a:p>
            <a:pPr marL="342900" indent="-285750" eaLnBrk="1" hangingPunct="1">
              <a:buClr>
                <a:srgbClr val="FF0000"/>
              </a:buClr>
              <a:buSzPct val="100000"/>
              <a:buFont typeface="Wingdings" panose="05000000000000000000" pitchFamily="2" charset="2"/>
              <a:buChar char="ü"/>
              <a:defRPr/>
            </a:pPr>
            <a:r>
              <a:rPr lang="en-US" altLang="en-US" sz="1800" dirty="0">
                <a:solidFill>
                  <a:schemeClr val="bg1"/>
                </a:solidFill>
              </a:rPr>
              <a:t>Inputs to lower NOR gate are S=1, Q=0</a:t>
            </a:r>
          </a:p>
          <a:p>
            <a:pPr marL="342900" indent="-285750" eaLnBrk="1" hangingPunct="1">
              <a:buClr>
                <a:srgbClr val="FF0000"/>
              </a:buClr>
              <a:buSzPct val="100000"/>
              <a:buFont typeface="Wingdings" panose="05000000000000000000" pitchFamily="2" charset="2"/>
              <a:buChar char="ü"/>
              <a:defRPr/>
            </a:pPr>
            <a:r>
              <a:rPr lang="en-US" altLang="en-US" sz="1800" dirty="0">
                <a:solidFill>
                  <a:schemeClr val="bg1"/>
                </a:solidFill>
              </a:rPr>
              <a:t>After </a:t>
            </a:r>
            <a:r>
              <a:rPr lang="en-US" altLang="en-US" sz="1800" dirty="0">
                <a:solidFill>
                  <a:schemeClr val="bg1"/>
                </a:solidFill>
                <a:latin typeface="Symbol" panose="05050102010706020507" pitchFamily="18" charset="2"/>
                <a:ea typeface="Symbol" panose="05050102010706020507" pitchFamily="18" charset="2"/>
                <a:cs typeface="Symbol" panose="05050102010706020507" pitchFamily="18" charset="2"/>
              </a:rPr>
              <a:t></a:t>
            </a:r>
            <a:r>
              <a:rPr lang="en-US" altLang="en-US" sz="1800" dirty="0">
                <a:solidFill>
                  <a:schemeClr val="bg1"/>
                </a:solidFill>
              </a:rPr>
              <a:t>t, output of lower NOR gate will be Q=0 </a:t>
            </a:r>
          </a:p>
          <a:p>
            <a:pPr marL="342900" indent="-285750" eaLnBrk="1" hangingPunct="1">
              <a:buClr>
                <a:srgbClr val="FF0000"/>
              </a:buClr>
              <a:buSzPct val="100000"/>
              <a:buFont typeface="Wingdings" panose="05000000000000000000" pitchFamily="2" charset="2"/>
              <a:buChar char="ü"/>
              <a:defRPr/>
            </a:pPr>
            <a:r>
              <a:rPr lang="en-US" altLang="en-US" sz="1800" dirty="0">
                <a:solidFill>
                  <a:schemeClr val="bg1"/>
                </a:solidFill>
              </a:rPr>
              <a:t>Inputs to the upper NOR gate become R=0, Q=0</a:t>
            </a:r>
          </a:p>
          <a:p>
            <a:pPr marL="342900" indent="-285750" eaLnBrk="1" hangingPunct="1">
              <a:buClr>
                <a:srgbClr val="FF0000"/>
              </a:buClr>
              <a:buSzPct val="100000"/>
              <a:buFont typeface="Wingdings" panose="05000000000000000000" pitchFamily="2" charset="2"/>
              <a:buChar char="ü"/>
              <a:defRPr/>
            </a:pPr>
            <a:r>
              <a:rPr lang="en-US" altLang="en-US" sz="1800" dirty="0">
                <a:solidFill>
                  <a:schemeClr val="bg1"/>
                </a:solidFill>
              </a:rPr>
              <a:t>After another </a:t>
            </a:r>
            <a:r>
              <a:rPr lang="en-US" altLang="en-US" sz="1800" dirty="0">
                <a:solidFill>
                  <a:schemeClr val="bg1"/>
                </a:solidFill>
                <a:latin typeface="Symbol" panose="05050102010706020507" pitchFamily="18" charset="2"/>
                <a:ea typeface="Symbol" panose="05050102010706020507" pitchFamily="18" charset="2"/>
                <a:cs typeface="Symbol" panose="05050102010706020507" pitchFamily="18" charset="2"/>
              </a:rPr>
              <a:t></a:t>
            </a:r>
            <a:r>
              <a:rPr lang="en-US" altLang="en-US" sz="1800" dirty="0">
                <a:solidFill>
                  <a:schemeClr val="bg1"/>
                </a:solidFill>
              </a:rPr>
              <a:t>t,</a:t>
            </a:r>
          </a:p>
          <a:p>
            <a:pPr marL="458788" lvl="1" indent="0" eaLnBrk="1" hangingPunct="1">
              <a:buSzPct val="100000"/>
              <a:defRPr/>
            </a:pPr>
            <a:r>
              <a:rPr lang="en-US" altLang="en-US" sz="1800" dirty="0">
                <a:solidFill>
                  <a:schemeClr val="bg1"/>
                </a:solidFill>
              </a:rPr>
              <a:t>   output Q=1 </a:t>
            </a:r>
          </a:p>
        </p:txBody>
      </p:sp>
      <p:sp>
        <p:nvSpPr>
          <p:cNvPr id="11" name="Text Box 2">
            <a:extLst>
              <a:ext uri="{FF2B5EF4-FFF2-40B4-BE49-F238E27FC236}">
                <a16:creationId xmlns:a16="http://schemas.microsoft.com/office/drawing/2014/main" id="{2B644E9C-CC45-F4A1-92CA-261BF5469F03}"/>
              </a:ext>
            </a:extLst>
          </p:cNvPr>
          <p:cNvSpPr txBox="1">
            <a:spLocks noChangeArrowheads="1"/>
          </p:cNvSpPr>
          <p:nvPr/>
        </p:nvSpPr>
        <p:spPr bwMode="auto">
          <a:xfrm>
            <a:off x="117312" y="2924622"/>
            <a:ext cx="2829424" cy="573806"/>
          </a:xfrm>
          <a:prstGeom prst="rect">
            <a:avLst/>
          </a:prstGeom>
          <a:noFill/>
          <a:ln>
            <a:noFill/>
          </a:ln>
          <a:effec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9pPr>
          </a:lstStyle>
          <a:p>
            <a:pPr marL="0" indent="0" eaLnBrk="1" hangingPunct="1">
              <a:buClr>
                <a:srgbClr val="FF0000"/>
              </a:buClr>
              <a:buSzPct val="100000"/>
              <a:defRPr/>
            </a:pPr>
            <a:r>
              <a:rPr lang="en-US" altLang="en-US" dirty="0">
                <a:solidFill>
                  <a:schemeClr val="bg1"/>
                </a:solidFill>
              </a:rPr>
              <a:t>Then S=1</a:t>
            </a:r>
          </a:p>
        </p:txBody>
      </p:sp>
      <p:sp>
        <p:nvSpPr>
          <p:cNvPr id="12" name="TextBox 11">
            <a:extLst>
              <a:ext uri="{FF2B5EF4-FFF2-40B4-BE49-F238E27FC236}">
                <a16:creationId xmlns:a16="http://schemas.microsoft.com/office/drawing/2014/main" id="{16CC075C-02DB-C74D-32C6-C5C1A594BBB2}"/>
              </a:ext>
            </a:extLst>
          </p:cNvPr>
          <p:cNvSpPr txBox="1"/>
          <p:nvPr/>
        </p:nvSpPr>
        <p:spPr>
          <a:xfrm>
            <a:off x="7891487" y="5148077"/>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4" name="TextBox 13">
            <a:extLst>
              <a:ext uri="{FF2B5EF4-FFF2-40B4-BE49-F238E27FC236}">
                <a16:creationId xmlns:a16="http://schemas.microsoft.com/office/drawing/2014/main" id="{D9A5E274-CAB6-1A6C-CDAF-3C5A5B3AED03}"/>
              </a:ext>
            </a:extLst>
          </p:cNvPr>
          <p:cNvSpPr txBox="1"/>
          <p:nvPr/>
        </p:nvSpPr>
        <p:spPr>
          <a:xfrm>
            <a:off x="7891487" y="2164794"/>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5" name="Line 9">
            <a:extLst>
              <a:ext uri="{FF2B5EF4-FFF2-40B4-BE49-F238E27FC236}">
                <a16:creationId xmlns:a16="http://schemas.microsoft.com/office/drawing/2014/main" id="{0798DDBE-BE51-064A-5C14-6FB6325CB099}"/>
              </a:ext>
            </a:extLst>
          </p:cNvPr>
          <p:cNvSpPr>
            <a:spLocks noChangeShapeType="1"/>
          </p:cNvSpPr>
          <p:nvPr/>
        </p:nvSpPr>
        <p:spPr bwMode="auto">
          <a:xfrm flipV="1">
            <a:off x="2419550" y="2423146"/>
            <a:ext cx="208234" cy="1588"/>
          </a:xfrm>
          <a:prstGeom prst="line">
            <a:avLst/>
          </a:prstGeom>
          <a:noFill/>
          <a:ln w="28440"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grpSp>
        <p:nvGrpSpPr>
          <p:cNvPr id="23" name="Group 22">
            <a:extLst>
              <a:ext uri="{FF2B5EF4-FFF2-40B4-BE49-F238E27FC236}">
                <a16:creationId xmlns:a16="http://schemas.microsoft.com/office/drawing/2014/main" id="{1548B127-81A5-BB5F-AA9D-349F68D57ED9}"/>
              </a:ext>
            </a:extLst>
          </p:cNvPr>
          <p:cNvGrpSpPr/>
          <p:nvPr/>
        </p:nvGrpSpPr>
        <p:grpSpPr>
          <a:xfrm>
            <a:off x="3658885" y="2060501"/>
            <a:ext cx="5148495" cy="3906450"/>
            <a:chOff x="9144000" y="2041847"/>
            <a:chExt cx="5148495" cy="3906450"/>
          </a:xfrm>
        </p:grpSpPr>
        <p:pic>
          <p:nvPicPr>
            <p:cNvPr id="16" name="Picture 15">
              <a:extLst>
                <a:ext uri="{FF2B5EF4-FFF2-40B4-BE49-F238E27FC236}">
                  <a16:creationId xmlns:a16="http://schemas.microsoft.com/office/drawing/2014/main" id="{2085934E-8780-E2A7-365F-273CD4E9029C}"/>
                </a:ext>
              </a:extLst>
            </p:cNvPr>
            <p:cNvPicPr>
              <a:picLocks noChangeAspect="1"/>
            </p:cNvPicPr>
            <p:nvPr/>
          </p:nvPicPr>
          <p:blipFill>
            <a:blip r:embed="rId3"/>
            <a:stretch>
              <a:fillRect/>
            </a:stretch>
          </p:blipFill>
          <p:spPr>
            <a:xfrm>
              <a:off x="9144000" y="2043981"/>
              <a:ext cx="5148495" cy="3816424"/>
            </a:xfrm>
            <a:prstGeom prst="rect">
              <a:avLst/>
            </a:prstGeom>
          </p:spPr>
        </p:pic>
        <p:sp>
          <p:nvSpPr>
            <p:cNvPr id="17" name="TextBox 16">
              <a:extLst>
                <a:ext uri="{FF2B5EF4-FFF2-40B4-BE49-F238E27FC236}">
                  <a16:creationId xmlns:a16="http://schemas.microsoft.com/office/drawing/2014/main" id="{2126C38C-348C-B455-CD04-0A751117D9B0}"/>
                </a:ext>
              </a:extLst>
            </p:cNvPr>
            <p:cNvSpPr txBox="1"/>
            <p:nvPr/>
          </p:nvSpPr>
          <p:spPr>
            <a:xfrm>
              <a:off x="11052720" y="2041847"/>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8" name="TextBox 17">
              <a:extLst>
                <a:ext uri="{FF2B5EF4-FFF2-40B4-BE49-F238E27FC236}">
                  <a16:creationId xmlns:a16="http://schemas.microsoft.com/office/drawing/2014/main" id="{53AB4B56-941D-1405-D46A-BE965CD0D998}"/>
                </a:ext>
              </a:extLst>
            </p:cNvPr>
            <p:cNvSpPr txBox="1"/>
            <p:nvPr/>
          </p:nvSpPr>
          <p:spPr>
            <a:xfrm>
              <a:off x="11052720" y="5548187"/>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9" name="TextBox 18">
              <a:extLst>
                <a:ext uri="{FF2B5EF4-FFF2-40B4-BE49-F238E27FC236}">
                  <a16:creationId xmlns:a16="http://schemas.microsoft.com/office/drawing/2014/main" id="{6591CDDA-2D47-B9D5-2DB7-EBD5C7EBDE29}"/>
                </a:ext>
              </a:extLst>
            </p:cNvPr>
            <p:cNvSpPr txBox="1"/>
            <p:nvPr/>
          </p:nvSpPr>
          <p:spPr>
            <a:xfrm>
              <a:off x="13573000" y="2194888"/>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20" name="TextBox 19">
              <a:extLst>
                <a:ext uri="{FF2B5EF4-FFF2-40B4-BE49-F238E27FC236}">
                  <a16:creationId xmlns:a16="http://schemas.microsoft.com/office/drawing/2014/main" id="{8A89F6AF-943F-C913-AB22-927E4F91C8F5}"/>
                </a:ext>
              </a:extLst>
            </p:cNvPr>
            <p:cNvSpPr txBox="1"/>
            <p:nvPr/>
          </p:nvSpPr>
          <p:spPr>
            <a:xfrm>
              <a:off x="11052720" y="5060185"/>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21" name="TextBox 20">
              <a:extLst>
                <a:ext uri="{FF2B5EF4-FFF2-40B4-BE49-F238E27FC236}">
                  <a16:creationId xmlns:a16="http://schemas.microsoft.com/office/drawing/2014/main" id="{410EE6F7-5CC6-FD04-73D8-B0ABBD102A22}"/>
                </a:ext>
              </a:extLst>
            </p:cNvPr>
            <p:cNvSpPr txBox="1"/>
            <p:nvPr/>
          </p:nvSpPr>
          <p:spPr>
            <a:xfrm>
              <a:off x="13573000" y="5060185"/>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22" name="TextBox 21">
              <a:extLst>
                <a:ext uri="{FF2B5EF4-FFF2-40B4-BE49-F238E27FC236}">
                  <a16:creationId xmlns:a16="http://schemas.microsoft.com/office/drawing/2014/main" id="{D968216E-E580-2B83-2FB9-38706BAB9D70}"/>
                </a:ext>
              </a:extLst>
            </p:cNvPr>
            <p:cNvSpPr txBox="1"/>
            <p:nvPr/>
          </p:nvSpPr>
          <p:spPr>
            <a:xfrm>
              <a:off x="11052720" y="2596842"/>
              <a:ext cx="348172" cy="400110"/>
            </a:xfrm>
            <a:prstGeom prst="rect">
              <a:avLst/>
            </a:prstGeom>
            <a:noFill/>
          </p:spPr>
          <p:txBody>
            <a:bodyPr wrap="none" rtlCol="0">
              <a:spAutoFit/>
            </a:bodyPr>
            <a:lstStyle/>
            <a:p>
              <a:r>
                <a:rPr lang="en-MY" b="1" dirty="0">
                  <a:solidFill>
                    <a:schemeClr val="accent5">
                      <a:lumMod val="50000"/>
                    </a:schemeClr>
                  </a:solidFill>
                </a:rPr>
                <a:t>0</a:t>
              </a:r>
            </a:p>
          </p:txBody>
        </p:sp>
      </p:grpSp>
    </p:spTree>
    <p:extLst>
      <p:ext uri="{BB962C8B-B14F-4D97-AF65-F5344CB8AC3E}">
        <p14:creationId xmlns:p14="http://schemas.microsoft.com/office/powerpoint/2010/main" val="4939130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0" nodeType="clickEffect">
                                  <p:stCondLst>
                                    <p:cond delay="0"/>
                                  </p:stCondLst>
                                  <p:childTnLst>
                                    <p:animMotion origin="layout" path="M -0.05886 0.02013 L -0.05886 0.02013 C -0.0592 0.02592 -0.06007 0.03171 -0.06007 0.03773 C -0.06007 0.04236 -0.0592 0.0581 -0.05764 0.06504 C -0.05712 0.06782 -0.05608 0.07037 -0.05521 0.07314 C -0.05434 0.07615 -0.05365 0.07939 -0.05278 0.08263 L -0.05156 0.0875 C -0.05208 0.09074 -0.05191 0.09421 -0.05278 0.09722 C -0.05365 0.09953 -0.05538 0.10138 -0.05642 0.10347 C -0.05729 0.10509 -0.05781 0.10717 -0.05886 0.10833 C -0.06354 0.11365 -0.0691 0.11504 -0.07448 0.11805 C -0.08333 0.12314 -0.09097 0.13078 -0.09983 0.13564 C -0.10625 0.13935 -0.11302 0.1412 -0.1191 0.14537 C -0.1224 0.14745 -0.12552 0.14953 -0.12882 0.15185 C -0.1309 0.15324 -0.13264 0.15532 -0.13472 0.15671 C -0.13785 0.15856 -0.14132 0.15949 -0.14445 0.16134 C -0.15087 0.1655 -0.15747 0.16944 -0.16372 0.1743 C -0.16649 0.17638 -0.1691 0.17893 -0.17205 0.18078 C -0.1757 0.18263 -0.17952 0.18356 -0.18299 0.18541 C -0.19115 0.19004 -0.19896 0.19513 -0.20712 0.2 C -0.21146 0.20254 -0.2158 0.20578 -0.22031 0.2081 C -0.22465 0.21018 -0.22917 0.21203 -0.23351 0.21435 C -0.25139 0.22384 -0.23715 0.21875 -0.25521 0.22407 C -0.28316 0.24282 -0.24566 0.21851 -0.2757 0.23541 C -0.31389 0.25671 -0.26372 0.23125 -0.29861 0.24976 C -0.32795 0.2655 -0.29636 0.24722 -0.32396 0.26273 C -0.32761 0.26481 -0.33108 0.26713 -0.33472 0.26898 C -0.34115 0.27245 -0.34774 0.27523 -0.35399 0.2787 C -0.35695 0.28032 -0.35972 0.28171 -0.3625 0.28356 C -0.36458 0.28495 -0.36632 0.28703 -0.36858 0.28842 C -0.37083 0.28981 -0.37327 0.2905 -0.3757 0.29166 C -0.37778 0.29375 -0.37969 0.29606 -0.38177 0.29791 C -0.38455 0.30046 -0.39219 0.30625 -0.39497 0.30763 C -0.39774 0.30902 -0.4007 0.30972 -0.40347 0.31088 C -0.40747 0.31504 -0.41181 0.31898 -0.41545 0.32361 C -0.41667 0.32523 -0.41806 0.32662 -0.4191 0.32847 C -0.42014 0.33055 -0.42066 0.33287 -0.42153 0.33495 C -0.42309 0.33819 -0.42639 0.34467 -0.42639 0.34467 C -0.42882 0.3581 -0.42691 0.34652 -0.42882 0.37037 C -0.42899 0.37453 -0.42952 0.37893 -0.42986 0.3831 C -0.42952 0.39236 -0.42969 0.40138 -0.42882 0.41041 C -0.42813 0.4155 -0.42066 0.42037 -0.4191 0.42175 C -0.41754 0.42338 -0.41615 0.42546 -0.41424 0.42662 C -0.41129 0.42824 -0.40781 0.42893 -0.40469 0.42986 C -0.39462 0.4324 -0.4007 0.43101 -0.38663 0.4331 L -0.29375 0.42986 C -0.2658 0.428 -0.29184 0.42824 -0.27934 0.42824 L -0.27934 0.42824 L -0.27934 0.42824 L -0.27934 0.42824 " pathEditMode="relative" ptsTypes="AAAAAAAAAAAAAAAAAAAAAAAAAAAAAAAAAAAAAAAAAAAAAAAAAA">
                                      <p:cBhvr>
                                        <p:cTn id="32" dur="2000" fill="hold"/>
                                        <p:tgtEl>
                                          <p:spTgt spid="7"/>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dissolv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1" nodeType="clickEffect">
                                  <p:stCondLst>
                                    <p:cond delay="0"/>
                                  </p:stCondLst>
                                  <p:childTnLst>
                                    <p:animMotion origin="layout" path="M -0.02777 0.01644 L -0.02777 0.01644 C -0.03055 0.00903 -0.0342 0.00185 -0.03611 -0.00579 C -0.0375 -0.01065 -0.03663 -0.01597 -0.0375 -0.0206 C -0.03854 -0.02592 -0.04027 -0.03055 -0.04166 -0.03542 C -0.04218 -0.04051 -0.0427 -0.04537 -0.04305 -0.05023 C -0.04357 -0.05463 -0.04253 -0.05972 -0.04444 -0.06319 C -0.05694 -0.08634 -0.07118 -0.08958 -0.09027 -0.10023 C -0.12048 -0.11736 -0.0934 -0.10301 -0.12361 -0.11505 C -0.13211 -0.11852 -0.14027 -0.12245 -0.14861 -0.12616 C -0.15642 -0.12963 -0.17152 -0.13588 -0.17916 -0.14097 C -0.18784 -0.14676 -0.19618 -0.15278 -0.20416 -0.15949 C -0.21215 -0.16643 -0.21944 -0.1743 -0.22777 -0.17986 C -0.25208 -0.19606 -0.23177 -0.18171 -0.25416 -0.20023 C -0.27326 -0.2162 -0.25399 -0.19861 -0.27777 -0.2169 C -0.28211 -0.22037 -0.28593 -0.22477 -0.29027 -0.22801 C -0.30781 -0.2412 -0.321 -0.24722 -0.34027 -0.25764 C -0.34357 -0.25949 -0.34687 -0.26157 -0.35 -0.26319 C -0.35468 -0.26574 -0.35954 -0.26782 -0.36388 -0.2706 C -0.37031 -0.275 -0.38038 -0.28217 -0.3875 -0.28542 C -0.39079 -0.28704 -0.39409 -0.28796 -0.39722 -0.28912 C -0.39965 -0.29097 -0.40225 -0.29236 -0.40416 -0.29467 C -0.41059 -0.30231 -0.41093 -0.3081 -0.41388 -0.31875 C -0.41475 -0.33217 -0.41788 -0.36898 -0.41388 -0.37801 C -0.41111 -0.38472 -0.40277 -0.38171 -0.39722 -0.38356 L -0.33888 -0.38171 C -0.33333 -0.38148 -0.32795 -0.38032 -0.32222 -0.37986 L -0.2625 -0.37616 L -0.26666 -0.37986 L -0.26666 -0.37986 " pathEditMode="relative" ptsTypes="AAAAAAAAAAAAAAAAAAAAAAAAAAAAAA">
                                      <p:cBhvr>
                                        <p:cTn id="45" dur="2000" fill="hold"/>
                                        <p:tgtEl>
                                          <p:spTgt spid="12"/>
                                        </p:tgtEl>
                                        <p:attrNameLst>
                                          <p:attrName>ppt_x</p:attrName>
                                          <p:attrName>ppt_y</p:attrName>
                                        </p:attrNameLst>
                                      </p:cBhvr>
                                    </p:animMotion>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7"/>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dissolv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0" presetClass="path" presetSubtype="0" accel="50000" decel="50000" fill="hold" grpId="1" nodeType="clickEffect">
                                  <p:stCondLst>
                                    <p:cond delay="0"/>
                                  </p:stCondLst>
                                  <p:childTnLst>
                                    <p:animMotion origin="layout" path="M -0.00555 0.02361 L -0.00555 0.02361 C -0.00798 0.03032 -0.01059 0.03703 -0.0125 0.04398 C -0.01406 0.04907 -0.01441 0.0574 -0.01527 0.0625 C -0.02222 0.0993 -0.0151 0.0544 -0.01944 0.08102 C -0.02274 0.10023 -0.01857 0.08194 -0.02361 0.09583 C -0.02517 0.09977 -0.02482 0.10393 -0.02777 0.10694 C -0.02986 0.10879 -0.03263 0.10903 -0.03472 0.11065 C -0.04253 0.11597 -0.04895 0.12291 -0.05694 0.12731 C -0.06111 0.1294 -0.06545 0.13078 -0.06944 0.13287 C -0.07795 0.1368 -0.08628 0.14143 -0.09444 0.14583 C -0.09913 0.14815 -0.10364 0.15139 -0.10833 0.15324 C -0.11354 0.15509 -0.11875 0.15648 -0.12361 0.15879 C -0.12934 0.16134 -0.13472 0.16551 -0.14027 0.16805 C -0.16458 0.1787 -0.15625 0.17129 -0.17777 0.18287 C -0.18871 0.18842 -0.19913 0.19514 -0.20972 0.20139 C -0.21527 0.2044 -0.22152 0.20602 -0.22638 0.21065 C -0.23437 0.21759 -0.24114 0.22453 -0.25 0.22916 C -0.25364 0.23078 -0.25763 0.23102 -0.26111 0.23287 C -0.2651 0.23472 -0.26857 0.23796 -0.27222 0.24028 C -0.28055 0.24537 -0.28888 0.25023 -0.29722 0.25509 C -0.30191 0.25764 -0.30659 0.25972 -0.31111 0.2625 C -0.31527 0.26481 -0.31944 0.26759 -0.32361 0.2699 C -0.33437 0.27523 -0.32586 0.26551 -0.34166 0.27916 C -0.34947 0.28565 -0.35625 0.29444 -0.36388 0.30139 C -0.37222 0.30879 -0.38263 0.31296 -0.38888 0.32361 C -0.39635 0.33588 -0.39218 0.33032 -0.40138 0.34028 C -0.40277 0.34398 -0.40399 0.34768 -0.40555 0.35139 C -0.40729 0.35509 -0.40972 0.35833 -0.41111 0.3625 C -0.41753 0.37916 -0.41857 0.38472 -0.42222 0.39953 C -0.42135 0.4074 -0.42204 0.4162 -0.41944 0.42361 C -0.4184 0.42662 -0.41493 0.42615 -0.4125 0.42731 C -0.40937 0.4287 -0.40625 0.43009 -0.40277 0.43102 C -0.39774 0.43194 -0.3927 0.43217 -0.3875 0.43287 L -0.36805 0.43472 L -0.35138 0.43657 L -0.29722 0.43472 C -0.28888 0.43426 -0.28055 0.43125 -0.27222 0.43287 C -0.26718 0.43379 -0.28246 0.43518 -0.2875 0.43657 L -0.2875 0.43657 " pathEditMode="relative" ptsTypes="AAAAAAAAAAAAAAAAAAAAAAAAAAAAAAAAAAAAAAAA">
                                      <p:cBhvr>
                                        <p:cTn id="58" dur="2000" fill="hold"/>
                                        <p:tgtEl>
                                          <p:spTgt spid="14"/>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1000"/>
                                        <p:tgtEl>
                                          <p:spTgt spid="10"/>
                                        </p:tgtEl>
                                      </p:cBhvr>
                                    </p:animEffect>
                                    <p:anim calcmode="lin" valueType="num">
                                      <p:cBhvr>
                                        <p:cTn id="64" dur="1000" fill="hold"/>
                                        <p:tgtEl>
                                          <p:spTgt spid="10"/>
                                        </p:tgtEl>
                                        <p:attrNameLst>
                                          <p:attrName>ppt_x</p:attrName>
                                        </p:attrNameLst>
                                      </p:cBhvr>
                                      <p:tavLst>
                                        <p:tav tm="0">
                                          <p:val>
                                            <p:strVal val="#ppt_x"/>
                                          </p:val>
                                        </p:tav>
                                        <p:tav tm="100000">
                                          <p:val>
                                            <p:strVal val="#ppt_x"/>
                                          </p:val>
                                        </p:tav>
                                      </p:tavLst>
                                    </p:anim>
                                    <p:anim calcmode="lin" valueType="num">
                                      <p:cBhvr>
                                        <p:cTn id="6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1+#ppt_w/2"/>
                                          </p:val>
                                        </p:tav>
                                        <p:tav tm="100000">
                                          <p:val>
                                            <p:strVal val="#ppt_x"/>
                                          </p:val>
                                        </p:tav>
                                      </p:tavLst>
                                    </p:anim>
                                    <p:anim calcmode="lin" valueType="num">
                                      <p:cBhvr additive="base">
                                        <p:cTn id="71"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7" grpId="1"/>
      <p:bldP spid="9" grpId="0"/>
      <p:bldP spid="10" grpId="0"/>
      <p:bldP spid="11" grpId="0"/>
      <p:bldP spid="12" grpId="0"/>
      <p:bldP spid="12" grpId="1"/>
      <p:bldP spid="14" grpId="0"/>
      <p:bldP spid="14" grpId="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a:extLst>
              <a:ext uri="{FF2B5EF4-FFF2-40B4-BE49-F238E27FC236}">
                <a16:creationId xmlns:a16="http://schemas.microsoft.com/office/drawing/2014/main" id="{77567125-4228-0DC9-D1FB-847561C354F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sp>
        <p:nvSpPr>
          <p:cNvPr id="9" name="Text Box 2">
            <a:extLst>
              <a:ext uri="{FF2B5EF4-FFF2-40B4-BE49-F238E27FC236}">
                <a16:creationId xmlns:a16="http://schemas.microsoft.com/office/drawing/2014/main" id="{F60D69BD-7F69-A222-F796-1A067A56FDF7}"/>
              </a:ext>
            </a:extLst>
          </p:cNvPr>
          <p:cNvSpPr txBox="1">
            <a:spLocks noChangeArrowheads="1"/>
          </p:cNvSpPr>
          <p:nvPr/>
        </p:nvSpPr>
        <p:spPr bwMode="auto">
          <a:xfrm>
            <a:off x="179512" y="2045097"/>
            <a:ext cx="3384376" cy="4171950"/>
          </a:xfrm>
          <a:prstGeom prst="rect">
            <a:avLst/>
          </a:prstGeom>
          <a:noFill/>
          <a:ln>
            <a:noFill/>
          </a:ln>
          <a:effec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ea typeface="Droid Sans Fallback" charset="0"/>
                <a:cs typeface="Droid Sans Fallback" charset="0"/>
              </a:defRPr>
            </a:lvl9pPr>
          </a:lstStyle>
          <a:p>
            <a:pPr marL="0" indent="0">
              <a:spcBef>
                <a:spcPts val="700"/>
              </a:spcBef>
              <a:buClr>
                <a:srgbClr val="FF0000"/>
              </a:buClr>
              <a:buSzPct val="100000"/>
              <a:defRPr/>
            </a:pPr>
            <a:r>
              <a:rPr lang="en-US" altLang="en-US" sz="2400" dirty="0">
                <a:solidFill>
                  <a:schemeClr val="bg1"/>
                </a:solidFill>
              </a:rPr>
              <a:t>After that, if S=0</a:t>
            </a:r>
          </a:p>
          <a:p>
            <a:pPr lvl="1">
              <a:spcBef>
                <a:spcPts val="600"/>
              </a:spcBef>
              <a:buClr>
                <a:srgbClr val="FF0000"/>
              </a:buClr>
              <a:buSzPct val="100000"/>
              <a:buFont typeface="Tahoma" panose="020B0604030504040204" pitchFamily="34" charset="0"/>
              <a:buChar char="o"/>
              <a:defRPr/>
            </a:pPr>
            <a:r>
              <a:rPr lang="en-US" altLang="en-US" dirty="0">
                <a:solidFill>
                  <a:schemeClr val="bg1"/>
                </a:solidFill>
              </a:rPr>
              <a:t>Inputs to lower NOR gate are S=0, Q=1</a:t>
            </a:r>
          </a:p>
          <a:p>
            <a:pPr lvl="1">
              <a:spcBef>
                <a:spcPts val="600"/>
              </a:spcBef>
              <a:buClr>
                <a:srgbClr val="FF0000"/>
              </a:buClr>
              <a:buSzPct val="100000"/>
              <a:buFont typeface="Tahoma" panose="020B0604030504040204" pitchFamily="34" charset="0"/>
              <a:buChar char="o"/>
              <a:defRPr/>
            </a:pPr>
            <a:r>
              <a:rPr lang="en-US" altLang="en-US" dirty="0">
                <a:solidFill>
                  <a:schemeClr val="bg1"/>
                </a:solidFill>
              </a:rPr>
              <a:t>After </a:t>
            </a:r>
            <a:r>
              <a:rPr lang="en-US" altLang="en-US" dirty="0">
                <a:solidFill>
                  <a:schemeClr val="bg1"/>
                </a:solidFill>
                <a:latin typeface="Symbol" panose="05050102010706020507" pitchFamily="18" charset="2"/>
                <a:ea typeface="Symbol" panose="05050102010706020507" pitchFamily="18" charset="2"/>
                <a:cs typeface="Symbol" panose="05050102010706020507" pitchFamily="18" charset="2"/>
              </a:rPr>
              <a:t></a:t>
            </a:r>
            <a:r>
              <a:rPr lang="en-US" altLang="en-US" dirty="0">
                <a:solidFill>
                  <a:schemeClr val="bg1"/>
                </a:solidFill>
              </a:rPr>
              <a:t>t, output of lower NOR gate will be Q=0</a:t>
            </a:r>
          </a:p>
          <a:p>
            <a:pPr lvl="1">
              <a:spcBef>
                <a:spcPts val="600"/>
              </a:spcBef>
              <a:buClr>
                <a:srgbClr val="FF0000"/>
              </a:buClr>
              <a:buSzPct val="100000"/>
              <a:buFont typeface="Tahoma" panose="020B0604030504040204" pitchFamily="34" charset="0"/>
              <a:buChar char="o"/>
              <a:defRPr/>
            </a:pPr>
            <a:r>
              <a:rPr lang="en-US" altLang="en-US" dirty="0">
                <a:solidFill>
                  <a:schemeClr val="bg1"/>
                </a:solidFill>
              </a:rPr>
              <a:t>Inputs to the upper NOR gate become R=0, Q=0</a:t>
            </a:r>
          </a:p>
          <a:p>
            <a:pPr lvl="1" eaLnBrk="1" hangingPunct="1">
              <a:buClr>
                <a:srgbClr val="FF0000"/>
              </a:buClr>
              <a:buSzPct val="100000"/>
              <a:buFont typeface="Tahoma" panose="020B0604030504040204" pitchFamily="34" charset="0"/>
              <a:buChar char="o"/>
              <a:defRPr/>
            </a:pPr>
            <a:r>
              <a:rPr lang="en-US" altLang="en-US" dirty="0">
                <a:solidFill>
                  <a:schemeClr val="bg1"/>
                </a:solidFill>
              </a:rPr>
              <a:t>After another </a:t>
            </a:r>
            <a:r>
              <a:rPr lang="en-US" altLang="en-US" dirty="0">
                <a:solidFill>
                  <a:schemeClr val="bg1"/>
                </a:solidFill>
                <a:latin typeface="Symbol" panose="05050102010706020507" pitchFamily="18" charset="2"/>
                <a:ea typeface="Symbol" panose="05050102010706020507" pitchFamily="18" charset="2"/>
                <a:cs typeface="Symbol" panose="05050102010706020507" pitchFamily="18" charset="2"/>
              </a:rPr>
              <a:t></a:t>
            </a:r>
            <a:r>
              <a:rPr lang="en-US" altLang="en-US" dirty="0">
                <a:solidFill>
                  <a:schemeClr val="bg1"/>
                </a:solidFill>
              </a:rPr>
              <a:t>t,</a:t>
            </a:r>
          </a:p>
          <a:p>
            <a:pPr lvl="1" indent="-282575" eaLnBrk="1" hangingPunct="1">
              <a:buSzPct val="100000"/>
              <a:defRPr/>
            </a:pPr>
            <a:r>
              <a:rPr lang="en-US" altLang="en-US" dirty="0">
                <a:solidFill>
                  <a:schemeClr val="bg1"/>
                </a:solidFill>
              </a:rPr>
              <a:t>   output Q=1 </a:t>
            </a:r>
          </a:p>
          <a:p>
            <a:pPr lvl="1" indent="-282575">
              <a:spcBef>
                <a:spcPts val="600"/>
              </a:spcBef>
              <a:buSzPct val="100000"/>
              <a:defRPr/>
            </a:pPr>
            <a:endParaRPr lang="en-US" altLang="en-US" dirty="0">
              <a:solidFill>
                <a:schemeClr val="bg1"/>
              </a:solidFill>
            </a:endParaRPr>
          </a:p>
        </p:txBody>
      </p:sp>
      <p:pic>
        <p:nvPicPr>
          <p:cNvPr id="11" name="Picture 10">
            <a:extLst>
              <a:ext uri="{FF2B5EF4-FFF2-40B4-BE49-F238E27FC236}">
                <a16:creationId xmlns:a16="http://schemas.microsoft.com/office/drawing/2014/main" id="{584E06BD-40D3-7605-099A-5ED67F2E0C05}"/>
              </a:ext>
            </a:extLst>
          </p:cNvPr>
          <p:cNvPicPr>
            <a:picLocks noChangeAspect="1"/>
          </p:cNvPicPr>
          <p:nvPr/>
        </p:nvPicPr>
        <p:blipFill>
          <a:blip r:embed="rId3"/>
          <a:stretch>
            <a:fillRect/>
          </a:stretch>
        </p:blipFill>
        <p:spPr>
          <a:xfrm>
            <a:off x="3658885" y="2062635"/>
            <a:ext cx="5148495" cy="3816424"/>
          </a:xfrm>
          <a:prstGeom prst="rect">
            <a:avLst/>
          </a:prstGeom>
        </p:spPr>
      </p:pic>
      <p:sp>
        <p:nvSpPr>
          <p:cNvPr id="12" name="TextBox 11">
            <a:extLst>
              <a:ext uri="{FF2B5EF4-FFF2-40B4-BE49-F238E27FC236}">
                <a16:creationId xmlns:a16="http://schemas.microsoft.com/office/drawing/2014/main" id="{FCDF470D-F2F2-6C45-68DD-091BFC142204}"/>
              </a:ext>
            </a:extLst>
          </p:cNvPr>
          <p:cNvSpPr txBox="1"/>
          <p:nvPr/>
        </p:nvSpPr>
        <p:spPr>
          <a:xfrm>
            <a:off x="5498028" y="2045097"/>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3" name="TextBox 12">
            <a:extLst>
              <a:ext uri="{FF2B5EF4-FFF2-40B4-BE49-F238E27FC236}">
                <a16:creationId xmlns:a16="http://schemas.microsoft.com/office/drawing/2014/main" id="{E7F8A751-2764-0F64-D389-54E50481D30A}"/>
              </a:ext>
            </a:extLst>
          </p:cNvPr>
          <p:cNvSpPr txBox="1"/>
          <p:nvPr/>
        </p:nvSpPr>
        <p:spPr>
          <a:xfrm>
            <a:off x="5498028" y="5679004"/>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4" name="TextBox 13">
            <a:extLst>
              <a:ext uri="{FF2B5EF4-FFF2-40B4-BE49-F238E27FC236}">
                <a16:creationId xmlns:a16="http://schemas.microsoft.com/office/drawing/2014/main" id="{7DE0A169-1429-159A-0C75-11008571E975}"/>
              </a:ext>
            </a:extLst>
          </p:cNvPr>
          <p:cNvSpPr txBox="1"/>
          <p:nvPr/>
        </p:nvSpPr>
        <p:spPr>
          <a:xfrm>
            <a:off x="8100392" y="2201982"/>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6" name="TextBox 15">
            <a:extLst>
              <a:ext uri="{FF2B5EF4-FFF2-40B4-BE49-F238E27FC236}">
                <a16:creationId xmlns:a16="http://schemas.microsoft.com/office/drawing/2014/main" id="{92977F97-F389-5075-3B68-55C952E1E981}"/>
              </a:ext>
            </a:extLst>
          </p:cNvPr>
          <p:cNvSpPr txBox="1"/>
          <p:nvPr/>
        </p:nvSpPr>
        <p:spPr>
          <a:xfrm>
            <a:off x="8100392" y="5078839"/>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8" name="TextBox 17">
            <a:extLst>
              <a:ext uri="{FF2B5EF4-FFF2-40B4-BE49-F238E27FC236}">
                <a16:creationId xmlns:a16="http://schemas.microsoft.com/office/drawing/2014/main" id="{32EADD3C-FFD5-DF57-5EE8-93D30FEDCC2C}"/>
              </a:ext>
            </a:extLst>
          </p:cNvPr>
          <p:cNvSpPr txBox="1"/>
          <p:nvPr/>
        </p:nvSpPr>
        <p:spPr>
          <a:xfrm>
            <a:off x="5519714" y="5661248"/>
            <a:ext cx="348172" cy="400110"/>
          </a:xfrm>
          <a:prstGeom prst="rect">
            <a:avLst/>
          </a:prstGeom>
          <a:noFill/>
        </p:spPr>
        <p:txBody>
          <a:bodyPr wrap="none" rtlCol="0">
            <a:spAutoFit/>
          </a:bodyPr>
          <a:lstStyle/>
          <a:p>
            <a:r>
              <a:rPr lang="en-MY" b="1" dirty="0">
                <a:solidFill>
                  <a:schemeClr val="accent5">
                    <a:lumMod val="50000"/>
                  </a:schemeClr>
                </a:solidFill>
              </a:rPr>
              <a:t>0</a:t>
            </a:r>
          </a:p>
        </p:txBody>
      </p:sp>
    </p:spTree>
    <p:extLst>
      <p:ext uri="{BB962C8B-B14F-4D97-AF65-F5344CB8AC3E}">
        <p14:creationId xmlns:p14="http://schemas.microsoft.com/office/powerpoint/2010/main" val="1097920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0" nodeType="clickEffect">
                                  <p:stCondLst>
                                    <p:cond delay="0"/>
                                  </p:stCondLst>
                                  <p:childTnLst>
                                    <p:animMotion origin="layout" path="M -0.05625 0.0257 L -0.05625 0.0257 C -0.05764 0.03241 -0.0592 0.03912 -0.06042 0.04607 C -0.06128 0.05 -0.06406 0.06921 -0.06458 0.0757 C -0.06528 0.08171 -0.06597 0.10232 -0.06875 0.10903 C -0.07014 0.11204 -0.07118 0.11574 -0.07292 0.11829 C -0.0776 0.12431 -0.08316 0.1294 -0.08819 0.13496 C -0.09236 0.13912 -0.09601 0.14468 -0.10069 0.14792 L -0.13264 0.16829 C -0.1368 0.17083 -0.14114 0.17292 -0.14514 0.1757 C -0.15347 0.18125 -0.16146 0.18796 -0.17014 0.19236 C -0.18038 0.19722 -0.19045 0.20301 -0.20069 0.20718 C -0.20538 0.20903 -0.21007 0.21042 -0.21458 0.21273 C -0.22448 0.21736 -0.23385 0.22338 -0.24375 0.22755 C -0.25052 0.23009 -0.26354 0.23519 -0.27014 0.23866 C -0.27812 0.24259 -0.28594 0.24746 -0.29375 0.25162 C -0.30121 0.25533 -0.30903 0.25787 -0.31597 0.26273 C -0.31979 0.26505 -0.32344 0.26783 -0.32708 0.27014 C -0.33611 0.27523 -0.34496 0.27871 -0.35347 0.28496 C -0.35746 0.2875 -0.36076 0.29167 -0.36458 0.29421 C -0.37517 0.30093 -0.38646 0.30486 -0.39653 0.31273 C -0.40885 0.32199 -0.40278 0.31852 -0.41458 0.32384 C -0.42153 0.33287 -0.4243 0.3338 -0.42708 0.34421 C -0.42778 0.34653 -0.42812 0.34908 -0.42847 0.35162 C -0.4276 0.36505 -0.42812 0.37894 -0.42569 0.39236 C -0.42517 0.3956 -0.42222 0.39746 -0.42014 0.39977 C -0.4151 0.40556 -0.41441 0.40347 -0.40625 0.40533 C -0.40121 0.40625 -0.39618 0.4081 -0.39097 0.40903 C -0.38507 0.40996 -0.37899 0.40996 -0.37292 0.41088 C -0.36597 0.41181 -0.3592 0.41366 -0.35208 0.41458 C -0.34479 0.41551 -0.33733 0.41574 -0.32986 0.41644 L -0.3118 0.41829 C -0.28733 0.41621 -0.29531 0.42107 -0.28542 0.41458 L -0.28542 0.41458 " pathEditMode="relative" ptsTypes="AAAAAAAAAAAAAAAAAAAAAAAAAAAAAAAAAA">
                                      <p:cBhvr>
                                        <p:cTn id="16" dur="2000" fill="hold"/>
                                        <p:tgtEl>
                                          <p:spTgt spid="14"/>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0" nodeType="clickEffect">
                                  <p:stCondLst>
                                    <p:cond delay="0"/>
                                  </p:stCondLst>
                                  <p:childTnLst>
                                    <p:animMotion origin="layout" path="M -0.04653 0.01365 L -0.04653 0.01365 C -0.04983 0.00625 -0.05347 -0.00093 -0.05625 -0.00857 C -0.0592 -0.01644 -0.06076 -0.02477 -0.06319 -0.03264 L -0.06736 -0.04561 C -0.06788 -0.04931 -0.06805 -0.05324 -0.06875 -0.05672 C -0.06944 -0.05996 -0.07048 -0.0632 -0.07153 -0.06598 C -0.07361 -0.07084 -0.07847 -0.07755 -0.08125 -0.08079 C -0.08576 -0.08612 -0.08976 -0.09306 -0.09514 -0.09561 C -0.10642 -0.10139 -0.10746 -0.10162 -0.11875 -0.10857 C -0.13073 -0.11621 -0.13646 -0.12153 -0.1493 -0.12709 C -0.16458 -0.13403 -0.17986 -0.13982 -0.19514 -0.14561 C -0.21146 -0.15186 -0.22847 -0.15487 -0.24375 -0.16412 C -0.2559 -0.17153 -0.26736 -0.18079 -0.27986 -0.18635 C -0.2868 -0.18959 -0.2941 -0.1919 -0.30069 -0.19561 C -0.31493 -0.20371 -0.32847 -0.21297 -0.34236 -0.22153 C -0.34757 -0.22477 -0.3526 -0.22824 -0.35764 -0.23079 C -0.36233 -0.23334 -0.36701 -0.23565 -0.37153 -0.2382 C -0.37535 -0.24051 -0.37899 -0.24329 -0.38264 -0.24561 C -0.38594 -0.24769 -0.38923 -0.24931 -0.39236 -0.25116 C -0.39479 -0.2544 -0.39687 -0.25764 -0.3993 -0.26042 C -0.40486 -0.2669 -0.41597 -0.27894 -0.41597 -0.27894 C -0.41788 -0.28334 -0.41962 -0.28797 -0.42153 -0.2919 C -0.43194 -0.3125 -0.42344 -0.29144 -0.42986 -0.30857 C -0.43038 -0.31181 -0.43142 -0.31482 -0.43125 -0.31783 C -0.43073 -0.33936 -0.43108 -0.35533 -0.4243 -0.37338 C -0.42344 -0.37616 -0.4217 -0.37848 -0.42014 -0.38079 C -0.41892 -0.38287 -0.41788 -0.38565 -0.41597 -0.38635 C -0.41163 -0.3882 -0.40677 -0.38774 -0.40208 -0.3882 L -0.2868 -0.38635 C -0.28489 -0.38635 -0.28125 -0.38449 -0.28125 -0.38449 L -0.28125 -0.38449 L -0.28125 -0.38449 " pathEditMode="relative" ptsTypes="AAAAAAAAAAAAAAAAAAAAAAAAAAAAAAAAA">
                                      <p:cBhvr>
                                        <p:cTn id="20" dur="20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FF26-883E-EEDB-6685-DF327AB64AC5}"/>
              </a:ext>
            </a:extLst>
          </p:cNvPr>
          <p:cNvSpPr>
            <a:spLocks noGrp="1"/>
          </p:cNvSpPr>
          <p:nvPr>
            <p:ph type="title"/>
          </p:nvPr>
        </p:nvSpPr>
        <p:spPr>
          <a:xfrm>
            <a:off x="0" y="2924944"/>
            <a:ext cx="9144000" cy="1143000"/>
          </a:xfrm>
        </p:spPr>
        <p:txBody>
          <a:bodyPr/>
          <a:lstStyle/>
          <a:p>
            <a:pPr algn="ctr"/>
            <a:r>
              <a:rPr lang="en-MY" dirty="0"/>
              <a:t>Reset the S-R Latch</a:t>
            </a:r>
          </a:p>
        </p:txBody>
      </p:sp>
    </p:spTree>
    <p:extLst>
      <p:ext uri="{BB962C8B-B14F-4D97-AF65-F5344CB8AC3E}">
        <p14:creationId xmlns:p14="http://schemas.microsoft.com/office/powerpoint/2010/main" val="3703180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a:extLst>
              <a:ext uri="{FF2B5EF4-FFF2-40B4-BE49-F238E27FC236}">
                <a16:creationId xmlns:a16="http://schemas.microsoft.com/office/drawing/2014/main" id="{77567125-4228-0DC9-D1FB-847561C354F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pic>
        <p:nvPicPr>
          <p:cNvPr id="11" name="Picture 10">
            <a:extLst>
              <a:ext uri="{FF2B5EF4-FFF2-40B4-BE49-F238E27FC236}">
                <a16:creationId xmlns:a16="http://schemas.microsoft.com/office/drawing/2014/main" id="{584E06BD-40D3-7605-099A-5ED67F2E0C05}"/>
              </a:ext>
            </a:extLst>
          </p:cNvPr>
          <p:cNvPicPr>
            <a:picLocks noChangeAspect="1"/>
          </p:cNvPicPr>
          <p:nvPr/>
        </p:nvPicPr>
        <p:blipFill>
          <a:blip r:embed="rId3"/>
          <a:stretch>
            <a:fillRect/>
          </a:stretch>
        </p:blipFill>
        <p:spPr>
          <a:xfrm>
            <a:off x="3658885" y="2062635"/>
            <a:ext cx="5148495" cy="3816424"/>
          </a:xfrm>
          <a:prstGeom prst="rect">
            <a:avLst/>
          </a:prstGeom>
        </p:spPr>
      </p:pic>
      <p:sp>
        <p:nvSpPr>
          <p:cNvPr id="12" name="TextBox 11">
            <a:extLst>
              <a:ext uri="{FF2B5EF4-FFF2-40B4-BE49-F238E27FC236}">
                <a16:creationId xmlns:a16="http://schemas.microsoft.com/office/drawing/2014/main" id="{FCDF470D-F2F2-6C45-68DD-091BFC142204}"/>
              </a:ext>
            </a:extLst>
          </p:cNvPr>
          <p:cNvSpPr txBox="1"/>
          <p:nvPr/>
        </p:nvSpPr>
        <p:spPr>
          <a:xfrm>
            <a:off x="5508104" y="5661248"/>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3" name="TextBox 12">
            <a:extLst>
              <a:ext uri="{FF2B5EF4-FFF2-40B4-BE49-F238E27FC236}">
                <a16:creationId xmlns:a16="http://schemas.microsoft.com/office/drawing/2014/main" id="{E7F8A751-2764-0F64-D389-54E50481D30A}"/>
              </a:ext>
            </a:extLst>
          </p:cNvPr>
          <p:cNvSpPr txBox="1"/>
          <p:nvPr/>
        </p:nvSpPr>
        <p:spPr>
          <a:xfrm>
            <a:off x="8186022" y="2154640"/>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4" name="TextBox 13">
            <a:extLst>
              <a:ext uri="{FF2B5EF4-FFF2-40B4-BE49-F238E27FC236}">
                <a16:creationId xmlns:a16="http://schemas.microsoft.com/office/drawing/2014/main" id="{7DE0A169-1429-159A-0C75-11008571E975}"/>
              </a:ext>
            </a:extLst>
          </p:cNvPr>
          <p:cNvSpPr txBox="1"/>
          <p:nvPr/>
        </p:nvSpPr>
        <p:spPr>
          <a:xfrm>
            <a:off x="5400196" y="2062635"/>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6" name="TextBox 15">
            <a:extLst>
              <a:ext uri="{FF2B5EF4-FFF2-40B4-BE49-F238E27FC236}">
                <a16:creationId xmlns:a16="http://schemas.microsoft.com/office/drawing/2014/main" id="{92977F97-F389-5075-3B68-55C952E1E981}"/>
              </a:ext>
            </a:extLst>
          </p:cNvPr>
          <p:cNvSpPr txBox="1"/>
          <p:nvPr/>
        </p:nvSpPr>
        <p:spPr>
          <a:xfrm>
            <a:off x="8186022" y="5157192"/>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8" name="TextBox 17">
            <a:extLst>
              <a:ext uri="{FF2B5EF4-FFF2-40B4-BE49-F238E27FC236}">
                <a16:creationId xmlns:a16="http://schemas.microsoft.com/office/drawing/2014/main" id="{32EADD3C-FFD5-DF57-5EE8-93D30FEDCC2C}"/>
              </a:ext>
            </a:extLst>
          </p:cNvPr>
          <p:cNvSpPr txBox="1"/>
          <p:nvPr/>
        </p:nvSpPr>
        <p:spPr>
          <a:xfrm>
            <a:off x="5581520" y="2062635"/>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3" name="TextBox 2">
            <a:extLst>
              <a:ext uri="{FF2B5EF4-FFF2-40B4-BE49-F238E27FC236}">
                <a16:creationId xmlns:a16="http://schemas.microsoft.com/office/drawing/2014/main" id="{CA1D10F5-9D5C-60A7-E576-C909C5BD75D9}"/>
              </a:ext>
            </a:extLst>
          </p:cNvPr>
          <p:cNvSpPr txBox="1"/>
          <p:nvPr/>
        </p:nvSpPr>
        <p:spPr>
          <a:xfrm>
            <a:off x="150336" y="2062635"/>
            <a:ext cx="3507557" cy="400110"/>
          </a:xfrm>
          <a:prstGeom prst="rect">
            <a:avLst/>
          </a:prstGeom>
          <a:noFill/>
        </p:spPr>
        <p:txBody>
          <a:bodyPr wrap="square">
            <a:spAutoFit/>
          </a:bodyPr>
          <a:lstStyle/>
          <a:p>
            <a:pPr eaLnBrk="1" hangingPunct="1">
              <a:buClr>
                <a:srgbClr val="FF0000"/>
              </a:buClr>
              <a:buSzPct val="100000"/>
              <a:defRPr/>
            </a:pPr>
            <a:r>
              <a:rPr lang="en-US" altLang="en-US" sz="2000" dirty="0">
                <a:solidFill>
                  <a:schemeClr val="bg1"/>
                </a:solidFill>
              </a:rPr>
              <a:t>Initially S=0, R=0, Q=1, Q=0</a:t>
            </a:r>
          </a:p>
        </p:txBody>
      </p:sp>
      <p:sp>
        <p:nvSpPr>
          <p:cNvPr id="5" name="TextBox 4">
            <a:extLst>
              <a:ext uri="{FF2B5EF4-FFF2-40B4-BE49-F238E27FC236}">
                <a16:creationId xmlns:a16="http://schemas.microsoft.com/office/drawing/2014/main" id="{B249BB8D-F4B3-3F79-194A-75260A15439F}"/>
              </a:ext>
            </a:extLst>
          </p:cNvPr>
          <p:cNvSpPr txBox="1"/>
          <p:nvPr/>
        </p:nvSpPr>
        <p:spPr>
          <a:xfrm>
            <a:off x="163396" y="2538905"/>
            <a:ext cx="892820" cy="400110"/>
          </a:xfrm>
          <a:prstGeom prst="rect">
            <a:avLst/>
          </a:prstGeom>
          <a:noFill/>
        </p:spPr>
        <p:txBody>
          <a:bodyPr wrap="square">
            <a:spAutoFit/>
          </a:bodyPr>
          <a:lstStyle/>
          <a:p>
            <a:pPr eaLnBrk="1" hangingPunct="1">
              <a:buClr>
                <a:srgbClr val="FF0000"/>
              </a:buClr>
              <a:buSzPct val="100000"/>
              <a:defRPr/>
            </a:pPr>
            <a:r>
              <a:rPr lang="en-US" altLang="en-US" sz="2000" dirty="0">
                <a:solidFill>
                  <a:schemeClr val="bg1"/>
                </a:solidFill>
              </a:rPr>
              <a:t>R=1</a:t>
            </a:r>
          </a:p>
        </p:txBody>
      </p:sp>
      <p:sp>
        <p:nvSpPr>
          <p:cNvPr id="6" name="TextBox 5">
            <a:extLst>
              <a:ext uri="{FF2B5EF4-FFF2-40B4-BE49-F238E27FC236}">
                <a16:creationId xmlns:a16="http://schemas.microsoft.com/office/drawing/2014/main" id="{15F71F45-78F4-AC0B-E2CB-43F5B789F9FE}"/>
              </a:ext>
            </a:extLst>
          </p:cNvPr>
          <p:cNvSpPr txBox="1"/>
          <p:nvPr/>
        </p:nvSpPr>
        <p:spPr>
          <a:xfrm>
            <a:off x="8002865" y="2165807"/>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7" name="TextBox 6">
            <a:extLst>
              <a:ext uri="{FF2B5EF4-FFF2-40B4-BE49-F238E27FC236}">
                <a16:creationId xmlns:a16="http://schemas.microsoft.com/office/drawing/2014/main" id="{5A396DC5-B4DA-2D01-BAFF-4A90653E1677}"/>
              </a:ext>
            </a:extLst>
          </p:cNvPr>
          <p:cNvSpPr txBox="1"/>
          <p:nvPr/>
        </p:nvSpPr>
        <p:spPr>
          <a:xfrm>
            <a:off x="8011440" y="5157192"/>
            <a:ext cx="348172" cy="400110"/>
          </a:xfrm>
          <a:prstGeom prst="rect">
            <a:avLst/>
          </a:prstGeom>
          <a:noFill/>
        </p:spPr>
        <p:txBody>
          <a:bodyPr wrap="none" rtlCol="0">
            <a:spAutoFit/>
          </a:bodyPr>
          <a:lstStyle/>
          <a:p>
            <a:r>
              <a:rPr lang="en-MY" b="1" dirty="0">
                <a:solidFill>
                  <a:schemeClr val="accent5">
                    <a:lumMod val="50000"/>
                  </a:schemeClr>
                </a:solidFill>
              </a:rPr>
              <a:t>1</a:t>
            </a:r>
          </a:p>
        </p:txBody>
      </p:sp>
      <p:grpSp>
        <p:nvGrpSpPr>
          <p:cNvPr id="22" name="Group 21">
            <a:extLst>
              <a:ext uri="{FF2B5EF4-FFF2-40B4-BE49-F238E27FC236}">
                <a16:creationId xmlns:a16="http://schemas.microsoft.com/office/drawing/2014/main" id="{013B6A30-7CA0-0145-DB4F-B481327EC1EF}"/>
              </a:ext>
            </a:extLst>
          </p:cNvPr>
          <p:cNvGrpSpPr/>
          <p:nvPr/>
        </p:nvGrpSpPr>
        <p:grpSpPr>
          <a:xfrm>
            <a:off x="3658885" y="2132856"/>
            <a:ext cx="5148495" cy="3857281"/>
            <a:chOff x="9828584" y="2244934"/>
            <a:chExt cx="5148495" cy="3857281"/>
          </a:xfrm>
        </p:grpSpPr>
        <p:pic>
          <p:nvPicPr>
            <p:cNvPr id="8" name="Picture 7">
              <a:extLst>
                <a:ext uri="{FF2B5EF4-FFF2-40B4-BE49-F238E27FC236}">
                  <a16:creationId xmlns:a16="http://schemas.microsoft.com/office/drawing/2014/main" id="{AADD8D68-1877-EBA0-C10D-8A935A23530B}"/>
                </a:ext>
              </a:extLst>
            </p:cNvPr>
            <p:cNvPicPr>
              <a:picLocks noChangeAspect="1"/>
            </p:cNvPicPr>
            <p:nvPr/>
          </p:nvPicPr>
          <p:blipFill>
            <a:blip r:embed="rId3"/>
            <a:stretch>
              <a:fillRect/>
            </a:stretch>
          </p:blipFill>
          <p:spPr>
            <a:xfrm>
              <a:off x="9828584" y="2244934"/>
              <a:ext cx="5148495" cy="3816424"/>
            </a:xfrm>
            <a:prstGeom prst="rect">
              <a:avLst/>
            </a:prstGeom>
          </p:spPr>
        </p:pic>
        <p:sp>
          <p:nvSpPr>
            <p:cNvPr id="10" name="TextBox 9">
              <a:extLst>
                <a:ext uri="{FF2B5EF4-FFF2-40B4-BE49-F238E27FC236}">
                  <a16:creationId xmlns:a16="http://schemas.microsoft.com/office/drawing/2014/main" id="{B47A1464-E7F4-DB70-F6C3-DFF97BC51A19}"/>
                </a:ext>
              </a:extLst>
            </p:cNvPr>
            <p:cNvSpPr txBox="1"/>
            <p:nvPr/>
          </p:nvSpPr>
          <p:spPr>
            <a:xfrm>
              <a:off x="11700792" y="2244934"/>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5" name="TextBox 14">
              <a:extLst>
                <a:ext uri="{FF2B5EF4-FFF2-40B4-BE49-F238E27FC236}">
                  <a16:creationId xmlns:a16="http://schemas.microsoft.com/office/drawing/2014/main" id="{C9350C0B-B224-9824-7218-B55C56A7110E}"/>
                </a:ext>
              </a:extLst>
            </p:cNvPr>
            <p:cNvSpPr txBox="1"/>
            <p:nvPr/>
          </p:nvSpPr>
          <p:spPr>
            <a:xfrm>
              <a:off x="11700792" y="2738960"/>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7" name="TextBox 16">
              <a:extLst>
                <a:ext uri="{FF2B5EF4-FFF2-40B4-BE49-F238E27FC236}">
                  <a16:creationId xmlns:a16="http://schemas.microsoft.com/office/drawing/2014/main" id="{CE5D1A37-7718-AE16-82D4-227AB170F310}"/>
                </a:ext>
              </a:extLst>
            </p:cNvPr>
            <p:cNvSpPr txBox="1"/>
            <p:nvPr/>
          </p:nvSpPr>
          <p:spPr>
            <a:xfrm>
              <a:off x="11700792" y="5179424"/>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9" name="TextBox 18">
              <a:extLst>
                <a:ext uri="{FF2B5EF4-FFF2-40B4-BE49-F238E27FC236}">
                  <a16:creationId xmlns:a16="http://schemas.microsoft.com/office/drawing/2014/main" id="{CBB61B11-020F-A31E-717F-A3EB331434A2}"/>
                </a:ext>
              </a:extLst>
            </p:cNvPr>
            <p:cNvSpPr txBox="1"/>
            <p:nvPr/>
          </p:nvSpPr>
          <p:spPr>
            <a:xfrm>
              <a:off x="11700792" y="5702105"/>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20" name="TextBox 19">
              <a:extLst>
                <a:ext uri="{FF2B5EF4-FFF2-40B4-BE49-F238E27FC236}">
                  <a16:creationId xmlns:a16="http://schemas.microsoft.com/office/drawing/2014/main" id="{F595312F-120B-6D77-3626-430832210D67}"/>
                </a:ext>
              </a:extLst>
            </p:cNvPr>
            <p:cNvSpPr txBox="1"/>
            <p:nvPr/>
          </p:nvSpPr>
          <p:spPr>
            <a:xfrm>
              <a:off x="14293080" y="2338850"/>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21" name="TextBox 20">
              <a:extLst>
                <a:ext uri="{FF2B5EF4-FFF2-40B4-BE49-F238E27FC236}">
                  <a16:creationId xmlns:a16="http://schemas.microsoft.com/office/drawing/2014/main" id="{DB3C23F9-E8AA-7C0B-693B-AAAC3ADEE5D8}"/>
                </a:ext>
              </a:extLst>
            </p:cNvPr>
            <p:cNvSpPr txBox="1"/>
            <p:nvPr/>
          </p:nvSpPr>
          <p:spPr>
            <a:xfrm>
              <a:off x="14293080" y="5301995"/>
              <a:ext cx="348172" cy="400110"/>
            </a:xfrm>
            <a:prstGeom prst="rect">
              <a:avLst/>
            </a:prstGeom>
            <a:noFill/>
          </p:spPr>
          <p:txBody>
            <a:bodyPr wrap="none" rtlCol="0">
              <a:spAutoFit/>
            </a:bodyPr>
            <a:lstStyle/>
            <a:p>
              <a:r>
                <a:rPr lang="en-MY" b="1" dirty="0">
                  <a:solidFill>
                    <a:schemeClr val="accent5">
                      <a:lumMod val="50000"/>
                    </a:schemeClr>
                  </a:solidFill>
                </a:rPr>
                <a:t>1</a:t>
              </a:r>
            </a:p>
          </p:txBody>
        </p:sp>
      </p:grpSp>
      <p:sp>
        <p:nvSpPr>
          <p:cNvPr id="24" name="TextBox 23">
            <a:extLst>
              <a:ext uri="{FF2B5EF4-FFF2-40B4-BE49-F238E27FC236}">
                <a16:creationId xmlns:a16="http://schemas.microsoft.com/office/drawing/2014/main" id="{0D81C0B8-455C-5440-999B-DA727B2FAB32}"/>
              </a:ext>
            </a:extLst>
          </p:cNvPr>
          <p:cNvSpPr txBox="1"/>
          <p:nvPr/>
        </p:nvSpPr>
        <p:spPr>
          <a:xfrm>
            <a:off x="-24370" y="2966169"/>
            <a:ext cx="3588258" cy="3847207"/>
          </a:xfrm>
          <a:prstGeom prst="rect">
            <a:avLst/>
          </a:prstGeom>
          <a:noFill/>
        </p:spPr>
        <p:txBody>
          <a:bodyPr wrap="square">
            <a:spAutoFit/>
          </a:bodyPr>
          <a:lstStyle/>
          <a:p>
            <a:pPr lvl="1" eaLnBrk="1" hangingPunct="1">
              <a:buClr>
                <a:srgbClr val="FF0000"/>
              </a:buClr>
              <a:buSzPct val="100000"/>
              <a:buFont typeface="Tahoma" panose="020B0604030504040204" pitchFamily="34" charset="0"/>
              <a:buChar char="o"/>
              <a:defRPr/>
            </a:pPr>
            <a:r>
              <a:rPr lang="en-US" altLang="en-US" dirty="0">
                <a:solidFill>
                  <a:schemeClr val="bg1"/>
                </a:solidFill>
              </a:rPr>
              <a:t>Inputs to upper NOR gate are R=1, Q=0</a:t>
            </a:r>
          </a:p>
          <a:p>
            <a:pPr lvl="1" eaLnBrk="1" hangingPunct="1">
              <a:buClr>
                <a:srgbClr val="FF0000"/>
              </a:buClr>
              <a:buSzPct val="100000"/>
              <a:buFont typeface="Tahoma" panose="020B0604030504040204" pitchFamily="34" charset="0"/>
              <a:buChar char="o"/>
              <a:defRPr/>
            </a:pPr>
            <a:r>
              <a:rPr lang="en-US" altLang="en-US" dirty="0">
                <a:solidFill>
                  <a:schemeClr val="bg1"/>
                </a:solidFill>
              </a:rPr>
              <a:t>After </a:t>
            </a:r>
            <a:r>
              <a:rPr lang="en-US" altLang="en-US" dirty="0">
                <a:solidFill>
                  <a:schemeClr val="bg1"/>
                </a:solidFill>
                <a:latin typeface="Symbol" panose="05050102010706020507" pitchFamily="18" charset="2"/>
                <a:ea typeface="Symbol" panose="05050102010706020507" pitchFamily="18" charset="2"/>
                <a:cs typeface="Symbol" panose="05050102010706020507" pitchFamily="18" charset="2"/>
              </a:rPr>
              <a:t></a:t>
            </a:r>
            <a:r>
              <a:rPr lang="en-US" altLang="en-US" dirty="0">
                <a:solidFill>
                  <a:schemeClr val="bg1"/>
                </a:solidFill>
              </a:rPr>
              <a:t>t, output of upper NOR gate will be Q=0 </a:t>
            </a:r>
          </a:p>
          <a:p>
            <a:pPr lvl="1" eaLnBrk="1" hangingPunct="1">
              <a:buClr>
                <a:srgbClr val="FF0000"/>
              </a:buClr>
              <a:buSzPct val="100000"/>
              <a:buFont typeface="Tahoma" panose="020B0604030504040204" pitchFamily="34" charset="0"/>
              <a:buChar char="o"/>
              <a:defRPr/>
            </a:pPr>
            <a:r>
              <a:rPr lang="en-US" altLang="en-US" dirty="0">
                <a:solidFill>
                  <a:schemeClr val="bg1"/>
                </a:solidFill>
              </a:rPr>
              <a:t>Inputs to the lower NOR gate become S=0, Q=0</a:t>
            </a:r>
          </a:p>
          <a:p>
            <a:pPr lvl="1" eaLnBrk="1" hangingPunct="1">
              <a:buClr>
                <a:srgbClr val="FF0000"/>
              </a:buClr>
              <a:buSzPct val="100000"/>
              <a:buFont typeface="Tahoma" panose="020B0604030504040204" pitchFamily="34" charset="0"/>
              <a:buChar char="o"/>
              <a:defRPr/>
            </a:pPr>
            <a:r>
              <a:rPr lang="en-US" altLang="en-US" dirty="0">
                <a:solidFill>
                  <a:schemeClr val="bg1"/>
                </a:solidFill>
              </a:rPr>
              <a:t>After another </a:t>
            </a:r>
            <a:r>
              <a:rPr lang="en-US" altLang="en-US" dirty="0">
                <a:solidFill>
                  <a:schemeClr val="bg1"/>
                </a:solidFill>
                <a:latin typeface="Symbol" panose="05050102010706020507" pitchFamily="18" charset="2"/>
                <a:ea typeface="Symbol" panose="05050102010706020507" pitchFamily="18" charset="2"/>
                <a:cs typeface="Symbol" panose="05050102010706020507" pitchFamily="18" charset="2"/>
              </a:rPr>
              <a:t></a:t>
            </a:r>
            <a:r>
              <a:rPr lang="en-US" altLang="en-US" dirty="0">
                <a:solidFill>
                  <a:schemeClr val="bg1"/>
                </a:solidFill>
              </a:rPr>
              <a:t>t,</a:t>
            </a:r>
          </a:p>
          <a:p>
            <a:pPr lvl="1" indent="-282575" eaLnBrk="1" hangingPunct="1">
              <a:buSzPct val="100000"/>
              <a:defRPr/>
            </a:pPr>
            <a:r>
              <a:rPr lang="en-US" altLang="en-US" dirty="0">
                <a:solidFill>
                  <a:schemeClr val="bg1"/>
                </a:solidFill>
              </a:rPr>
              <a:t>   output Q=1</a:t>
            </a:r>
            <a:endParaRPr lang="en-US" altLang="en-US" sz="2400" dirty="0">
              <a:solidFill>
                <a:schemeClr val="bg1"/>
              </a:solidFill>
            </a:endParaRPr>
          </a:p>
          <a:p>
            <a:pPr eaLnBrk="1" hangingPunct="1">
              <a:buClr>
                <a:srgbClr val="FF0000"/>
              </a:buClr>
              <a:buSzPct val="100000"/>
              <a:buFont typeface="Tahoma" panose="020B0604030504040204" pitchFamily="34" charset="0"/>
              <a:buChar char="•"/>
              <a:defRPr/>
            </a:pPr>
            <a:r>
              <a:rPr lang="en-US" altLang="en-US" sz="2400" dirty="0">
                <a:solidFill>
                  <a:schemeClr val="bg1"/>
                </a:solidFill>
              </a:rPr>
              <a:t>After that, if R=0</a:t>
            </a:r>
          </a:p>
          <a:p>
            <a:pPr lvl="1" eaLnBrk="1" hangingPunct="1">
              <a:buClr>
                <a:srgbClr val="FF0000"/>
              </a:buClr>
              <a:buSzPct val="100000"/>
              <a:buFont typeface="Tahoma" panose="020B0604030504040204" pitchFamily="34" charset="0"/>
              <a:buChar char="o"/>
              <a:defRPr/>
            </a:pPr>
            <a:r>
              <a:rPr lang="en-US" altLang="en-US" dirty="0">
                <a:solidFill>
                  <a:schemeClr val="bg1"/>
                </a:solidFill>
              </a:rPr>
              <a:t>Q=0, Q=1</a:t>
            </a:r>
          </a:p>
        </p:txBody>
      </p:sp>
    </p:spTree>
    <p:extLst>
      <p:ext uri="{BB962C8B-B14F-4D97-AF65-F5344CB8AC3E}">
        <p14:creationId xmlns:p14="http://schemas.microsoft.com/office/powerpoint/2010/main" val="394129217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grpId="0" nodeType="clickEffect">
                                  <p:stCondLst>
                                    <p:cond delay="0"/>
                                  </p:stCondLst>
                                  <p:childTnLst>
                                    <p:animEffect transition="out" filter="dissolv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0" nodeType="clickEffect">
                                  <p:stCondLst>
                                    <p:cond delay="0"/>
                                  </p:stCondLst>
                                  <p:childTnLst>
                                    <p:animMotion origin="layout" path="M -0.06424 0.01505 L -0.06424 0.01505 C -0.06476 0.0044 -0.06511 -0.00602 -0.06563 -0.01644 C -0.06615 -0.02338 -0.06684 -0.03009 -0.06702 -0.03681 C -0.06789 -0.05856 -0.06493 -0.08056 -0.06841 -0.10162 C -0.06945 -0.10741 -0.0757 -0.10833 -0.07952 -0.11088 C -0.09219 -0.11991 -0.10174 -0.12361 -0.11563 -0.1294 C -0.12361 -0.13287 -0.13143 -0.13542 -0.13924 -0.13866 C -0.14636 -0.14167 -0.15313 -0.14537 -0.16007 -0.14792 C -0.16893 -0.15139 -0.17796 -0.1537 -0.18646 -0.15718 C -0.20434 -0.16481 -0.22171 -0.17315 -0.23924 -0.18125 C -0.26216 -0.1919 -0.28091 -0.20139 -0.30313 -0.21273 C -0.31025 -0.21644 -0.31719 -0.22014 -0.32396 -0.22384 C -0.33056 -0.22755 -0.33681 -0.23218 -0.34341 -0.23495 C -0.36407 -0.24375 -0.36493 -0.24329 -0.38368 -0.25347 C -0.39132 -0.25764 -0.4033 -0.26528 -0.41007 -0.27014 C -0.4158 -0.27431 -0.42674 -0.2831 -0.42674 -0.2831 C -0.42917 -0.29051 -0.43403 -0.29745 -0.43368 -0.30532 C -0.43247 -0.35162 -0.43525 -0.34028 -0.42952 -0.36829 C -0.42865 -0.37269 -0.42761 -0.37708 -0.42674 -0.38125 C -0.42622 -0.38449 -0.42761 -0.38958 -0.42535 -0.39051 C -0.41754 -0.39444 -0.40886 -0.39375 -0.40035 -0.39421 C -0.37865 -0.3956 -0.35695 -0.3956 -0.33507 -0.39606 C -0.32674 -0.3956 -0.31841 -0.3963 -0.31007 -0.39421 C -0.30816 -0.39375 -0.30764 -0.39028 -0.30591 -0.38866 C -0.29636 -0.38032 -0.30504 -0.3912 -0.30035 -0.38495 L -0.30035 -0.38495 " pathEditMode="relative" ptsTypes="AAAAAAAAAAAAAAAAAAAAAAAAAAA">
                                      <p:cBhvr>
                                        <p:cTn id="28" dur="2000" fill="hold"/>
                                        <p:tgtEl>
                                          <p:spTgt spid="16"/>
                                        </p:tgtEl>
                                        <p:attrNameLst>
                                          <p:attrName>ppt_x</p:attrName>
                                          <p:attrName>ppt_y</p:attrName>
                                        </p:attrNameLst>
                                      </p:cBhvr>
                                    </p:animMotion>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grpId="0" nodeType="clickEffect">
                                  <p:stCondLst>
                                    <p:cond delay="0"/>
                                  </p:stCondLst>
                                  <p:childTnLst>
                                    <p:animEffect transition="out" filter="dissolve">
                                      <p:cBhvr>
                                        <p:cTn id="32" dur="500"/>
                                        <p:tgtEl>
                                          <p:spTgt spid="13"/>
                                        </p:tgtEl>
                                      </p:cBhvr>
                                    </p:animEffect>
                                    <p:set>
                                      <p:cBhvr>
                                        <p:cTn id="33" dur="1" fill="hold">
                                          <p:stCondLst>
                                            <p:cond delay="499"/>
                                          </p:stCondLst>
                                        </p:cTn>
                                        <p:tgtEl>
                                          <p:spTgt spid="13"/>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dissolv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1" nodeType="clickEffect">
                                  <p:stCondLst>
                                    <p:cond delay="0"/>
                                  </p:stCondLst>
                                  <p:childTnLst>
                                    <p:animMotion origin="layout" path="M -0.04271 0.04213 L -0.04271 0.04213 C -0.04288 0.04398 -0.04514 0.10092 -0.04549 0.10509 C -0.04601 0.10995 -0.0474 0.11481 -0.04827 0.1199 C -0.04931 0.12407 -0.04948 0.1287 -0.05104 0.13287 C -0.05278 0.13703 -0.05538 0.14051 -0.05799 0.14398 C -0.06893 0.1574 -0.07448 0.16018 -0.08854 0.16805 C -0.09601 0.17199 -0.1033 0.17569 -0.11077 0.17916 C -0.1191 0.18264 -0.12761 0.18495 -0.13577 0.18842 C -0.1691 0.20185 -0.1533 0.19838 -0.18854 0.20879 C -0.23924 0.22338 -0.19653 0.2081 -0.24688 0.22546 C -0.25538 0.22824 -0.26354 0.23171 -0.27188 0.23472 C -0.28785 0.24028 -0.29722 0.24213 -0.31216 0.24953 C -0.31788 0.25208 -0.32327 0.25578 -0.32882 0.25879 C -0.33403 0.26134 -0.33924 0.26319 -0.3441 0.2662 C -0.34861 0.26875 -0.35243 0.27268 -0.3566 0.27546 C -0.37049 0.28403 -0.38316 0.2875 -0.39549 0.30139 C -0.40677 0.31365 -0.4007 0.3081 -0.41354 0.31805 C -0.41597 0.32176 -0.41806 0.32546 -0.42049 0.32916 C -0.42275 0.33217 -0.4257 0.33472 -0.42743 0.33842 C -0.42952 0.34213 -0.43004 0.34722 -0.4316 0.35139 C -0.43334 0.35509 -0.43577 0.35833 -0.43716 0.3625 C -0.43993 0.36967 -0.4441 0.38472 -0.4441 0.38472 C -0.44236 0.39143 -0.44236 0.39977 -0.43854 0.40509 C -0.43472 0.41041 -0.40834 0.41389 -0.4066 0.41435 C -0.39913 0.41574 -0.38716 0.41898 -0.37882 0.4199 C -0.37014 0.4206 -0.36129 0.42106 -0.35243 0.42176 C -0.34323 0.42106 -0.33403 0.42083 -0.32466 0.4199 C -0.32188 0.41944 -0.31927 0.41852 -0.31632 0.41805 C -0.3132 0.41736 -0.3099 0.41643 -0.3066 0.4162 C -0.29063 0.41389 -0.29271 0.41435 -0.27882 0.41435 L -0.27882 0.41435 " pathEditMode="relative" ptsTypes="AAAAAAAAAAAAAAAAAAAAAAAAAAAAAAAA">
                                      <p:cBhvr>
                                        <p:cTn id="42" dur="2000" fill="hold"/>
                                        <p:tgtEl>
                                          <p:spTgt spid="6"/>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1" nodeType="clickEffect">
                                  <p:stCondLst>
                                    <p:cond delay="0"/>
                                  </p:stCondLst>
                                  <p:childTnLst>
                                    <p:animEffect transition="out" filter="dissolve">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dissolve">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grpId="1" nodeType="clickEffect">
                                  <p:stCondLst>
                                    <p:cond delay="0"/>
                                  </p:stCondLst>
                                  <p:childTnLst>
                                    <p:animMotion origin="layout" path="M -0.02292 0.00579 L -0.02292 0.00579 C -0.02517 -0.00556 -0.03472 -0.06667 -0.04392 -0.08704 C -0.04566 -0.09097 -0.04879 -0.09468 -0.05226 -0.0963 C -0.07309 -0.10486 -0.09549 -0.10671 -0.11615 -0.11667 C -0.14479 -0.13032 -0.17118 -0.15116 -0.19948 -0.16667 C -0.39792 -0.275 -0.31511 -0.20995 -0.39948 -0.27963 C -0.41146 -0.3213 -0.4283 -0.36065 -0.41059 -0.40926 C -0.40677 -0.41968 -0.39306 -0.40787 -0.3842 -0.40741 C -0.35868 -0.40255 -0.34219 -0.39815 -0.31754 -0.39815 C -0.31007 -0.39815 -0.30261 -0.39931 -0.29531 -0.4 L -0.28142 -0.3963 C -0.27865 -0.3956 -0.2757 -0.3956 -0.27309 -0.39444 C -0.27188 -0.39375 -0.27118 -0.3919 -0.27031 -0.39074 L -0.27031 -0.39074 " pathEditMode="relative" ptsTypes="AAAAAAAAAAAAAAA">
                                      <p:cBhvr>
                                        <p:cTn id="56" dur="2000" fill="hold"/>
                                        <p:tgtEl>
                                          <p:spTgt spid="7"/>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1000"/>
                                        <p:tgtEl>
                                          <p:spTgt spid="22"/>
                                        </p:tgtEl>
                                      </p:cBhvr>
                                    </p:animEffect>
                                    <p:anim calcmode="lin" valueType="num">
                                      <p:cBhvr>
                                        <p:cTn id="62" dur="1000" fill="hold"/>
                                        <p:tgtEl>
                                          <p:spTgt spid="22"/>
                                        </p:tgtEl>
                                        <p:attrNameLst>
                                          <p:attrName>ppt_x</p:attrName>
                                        </p:attrNameLst>
                                      </p:cBhvr>
                                      <p:tavLst>
                                        <p:tav tm="0">
                                          <p:val>
                                            <p:strVal val="#ppt_x"/>
                                          </p:val>
                                        </p:tav>
                                        <p:tav tm="100000">
                                          <p:val>
                                            <p:strVal val="#ppt_x"/>
                                          </p:val>
                                        </p:tav>
                                      </p:tavLst>
                                    </p:anim>
                                    <p:anim calcmode="lin" valueType="num">
                                      <p:cBhvr>
                                        <p:cTn id="6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1000"/>
                                        <p:tgtEl>
                                          <p:spTgt spid="24"/>
                                        </p:tgtEl>
                                      </p:cBhvr>
                                    </p:animEffect>
                                    <p:anim calcmode="lin" valueType="num">
                                      <p:cBhvr>
                                        <p:cTn id="69" dur="1000" fill="hold"/>
                                        <p:tgtEl>
                                          <p:spTgt spid="24"/>
                                        </p:tgtEl>
                                        <p:attrNameLst>
                                          <p:attrName>ppt_x</p:attrName>
                                        </p:attrNameLst>
                                      </p:cBhvr>
                                      <p:tavLst>
                                        <p:tav tm="0">
                                          <p:val>
                                            <p:strVal val="#ppt_x"/>
                                          </p:val>
                                        </p:tav>
                                        <p:tav tm="100000">
                                          <p:val>
                                            <p:strVal val="#ppt_x"/>
                                          </p:val>
                                        </p:tav>
                                      </p:tavLst>
                                    </p:anim>
                                    <p:anim calcmode="lin" valueType="num">
                                      <p:cBhvr>
                                        <p:cTn id="7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6" grpId="1"/>
      <p:bldP spid="18" grpId="0"/>
      <p:bldP spid="3" grpId="0"/>
      <p:bldP spid="5" grpId="0"/>
      <p:bldP spid="6" grpId="0"/>
      <p:bldP spid="6" grpId="1"/>
      <p:bldP spid="7" grpId="0"/>
      <p:bldP spid="7" grpId="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
            <a:extLst>
              <a:ext uri="{FF2B5EF4-FFF2-40B4-BE49-F238E27FC236}">
                <a16:creationId xmlns:a16="http://schemas.microsoft.com/office/drawing/2014/main" id="{A0252545-C382-BC11-FCDC-570D3579F427}"/>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pic>
        <p:nvPicPr>
          <p:cNvPr id="3" name="Picture 2">
            <a:extLst>
              <a:ext uri="{FF2B5EF4-FFF2-40B4-BE49-F238E27FC236}">
                <a16:creationId xmlns:a16="http://schemas.microsoft.com/office/drawing/2014/main" id="{A7C764E5-4DA7-32BD-77CD-DEE925098546}"/>
              </a:ext>
            </a:extLst>
          </p:cNvPr>
          <p:cNvPicPr>
            <a:picLocks noChangeAspect="1"/>
          </p:cNvPicPr>
          <p:nvPr/>
        </p:nvPicPr>
        <p:blipFill>
          <a:blip r:embed="rId3"/>
          <a:stretch>
            <a:fillRect/>
          </a:stretch>
        </p:blipFill>
        <p:spPr>
          <a:xfrm>
            <a:off x="2277400" y="1772816"/>
            <a:ext cx="6333200" cy="4660879"/>
          </a:xfrm>
          <a:prstGeom prst="rect">
            <a:avLst/>
          </a:prstGeom>
        </p:spPr>
      </p:pic>
      <p:sp>
        <p:nvSpPr>
          <p:cNvPr id="5" name="TextBox 4">
            <a:extLst>
              <a:ext uri="{FF2B5EF4-FFF2-40B4-BE49-F238E27FC236}">
                <a16:creationId xmlns:a16="http://schemas.microsoft.com/office/drawing/2014/main" id="{EAA0E4B1-77F7-DD98-6C0E-2E5465569EF3}"/>
              </a:ext>
            </a:extLst>
          </p:cNvPr>
          <p:cNvSpPr txBox="1"/>
          <p:nvPr/>
        </p:nvSpPr>
        <p:spPr>
          <a:xfrm>
            <a:off x="179512" y="3212976"/>
            <a:ext cx="1887644" cy="2246769"/>
          </a:xfrm>
          <a:prstGeom prst="rect">
            <a:avLst/>
          </a:prstGeom>
          <a:noFill/>
        </p:spPr>
        <p:txBody>
          <a:bodyPr wrap="square">
            <a:spAutoFit/>
          </a:bodyPr>
          <a:lstStyle/>
          <a:p>
            <a:r>
              <a:rPr lang="en-US" sz="2800" b="0" i="0" dirty="0">
                <a:effectLst/>
                <a:latin typeface="TimesTenLTStd-Roman"/>
              </a:rPr>
              <a:t>NOR S–R Latch Timing Diagram</a:t>
            </a:r>
            <a:r>
              <a:rPr lang="en-US" sz="2800" dirty="0"/>
              <a:t> </a:t>
            </a:r>
            <a:br>
              <a:rPr lang="en-US" sz="2800" dirty="0"/>
            </a:br>
            <a:endParaRPr lang="en-MY" sz="2800" dirty="0"/>
          </a:p>
        </p:txBody>
      </p:sp>
      <p:sp>
        <p:nvSpPr>
          <p:cNvPr id="6" name="Rectangle 5">
            <a:extLst>
              <a:ext uri="{FF2B5EF4-FFF2-40B4-BE49-F238E27FC236}">
                <a16:creationId xmlns:a16="http://schemas.microsoft.com/office/drawing/2014/main" id="{19277A86-BB30-7F4F-42FC-C5E47C826905}"/>
              </a:ext>
            </a:extLst>
          </p:cNvPr>
          <p:cNvSpPr/>
          <p:nvPr/>
        </p:nvSpPr>
        <p:spPr bwMode="auto">
          <a:xfrm>
            <a:off x="2277400" y="1700808"/>
            <a:ext cx="1574520" cy="1143000"/>
          </a:xfrm>
          <a:prstGeom prst="rect">
            <a:avLst/>
          </a:prstGeom>
          <a:noFill/>
          <a:ln w="38100" cap="flat" cmpd="sng" algn="ctr">
            <a:solidFill>
              <a:srgbClr val="FF000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327A03E4-8BF0-EF69-E8C2-CD1991B161F2}"/>
              </a:ext>
            </a:extLst>
          </p:cNvPr>
          <p:cNvSpPr/>
          <p:nvPr/>
        </p:nvSpPr>
        <p:spPr bwMode="auto">
          <a:xfrm>
            <a:off x="2277400" y="5277003"/>
            <a:ext cx="1574520" cy="1143000"/>
          </a:xfrm>
          <a:prstGeom prst="rect">
            <a:avLst/>
          </a:prstGeom>
          <a:noFill/>
          <a:ln w="38100" cap="flat" cmpd="sng" algn="ctr">
            <a:solidFill>
              <a:srgbClr val="FF000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A191BC54-98C2-7B80-2AA0-F78237A1CC76}"/>
              </a:ext>
            </a:extLst>
          </p:cNvPr>
          <p:cNvSpPr/>
          <p:nvPr/>
        </p:nvSpPr>
        <p:spPr bwMode="auto">
          <a:xfrm>
            <a:off x="5148064" y="2993915"/>
            <a:ext cx="1574520" cy="1143000"/>
          </a:xfrm>
          <a:prstGeom prst="rect">
            <a:avLst/>
          </a:prstGeom>
          <a:noFill/>
          <a:ln w="38100" cap="flat" cmpd="sng" algn="ctr">
            <a:solidFill>
              <a:srgbClr val="00B0F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030570CF-FCFA-95D7-050F-F920BB5C409C}"/>
              </a:ext>
            </a:extLst>
          </p:cNvPr>
          <p:cNvSpPr/>
          <p:nvPr/>
        </p:nvSpPr>
        <p:spPr bwMode="auto">
          <a:xfrm>
            <a:off x="5148064" y="4220674"/>
            <a:ext cx="1574520" cy="1143000"/>
          </a:xfrm>
          <a:prstGeom prst="rect">
            <a:avLst/>
          </a:prstGeom>
          <a:noFill/>
          <a:ln w="38100" cap="flat" cmpd="sng" algn="ctr">
            <a:solidFill>
              <a:srgbClr val="00B0F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
            <a:extLst>
              <a:ext uri="{FF2B5EF4-FFF2-40B4-BE49-F238E27FC236}">
                <a16:creationId xmlns:a16="http://schemas.microsoft.com/office/drawing/2014/main" id="{9B90B853-6413-EE2A-D7E9-7BE9CABB94AA}"/>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S-R Latch</a:t>
            </a:r>
          </a:p>
        </p:txBody>
      </p:sp>
      <p:sp>
        <p:nvSpPr>
          <p:cNvPr id="51203" name="Text Box 2">
            <a:extLst>
              <a:ext uri="{FF2B5EF4-FFF2-40B4-BE49-F238E27FC236}">
                <a16:creationId xmlns:a16="http://schemas.microsoft.com/office/drawing/2014/main" id="{6661483B-21C1-E348-CBF8-23C64B102BCD}"/>
              </a:ext>
            </a:extLst>
          </p:cNvPr>
          <p:cNvSpPr txBox="1">
            <a:spLocks noChangeArrowheads="1"/>
          </p:cNvSpPr>
          <p:nvPr/>
        </p:nvSpPr>
        <p:spPr bwMode="auto">
          <a:xfrm>
            <a:off x="431800" y="1628800"/>
            <a:ext cx="8178800" cy="2088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spcBef>
                <a:spcPct val="0"/>
              </a:spcBef>
              <a:buClr>
                <a:srgbClr val="FF0000"/>
              </a:buClr>
              <a:buFont typeface="Tahoma" panose="020B0604030504040204" pitchFamily="34" charset="0"/>
              <a:buChar char="•"/>
            </a:pPr>
            <a:r>
              <a:rPr lang="en-US" altLang="en-US" dirty="0">
                <a:solidFill>
                  <a:schemeClr val="bg1"/>
                </a:solidFill>
              </a:rPr>
              <a:t>Summary</a:t>
            </a:r>
          </a:p>
          <a:p>
            <a:pPr lvl="1" eaLnBrk="1" hangingPunct="1">
              <a:spcBef>
                <a:spcPct val="0"/>
              </a:spcBef>
              <a:buClr>
                <a:srgbClr val="FF0000"/>
              </a:buClr>
              <a:buFont typeface="Tahoma" panose="020B0604030504040204" pitchFamily="34" charset="0"/>
              <a:buChar char="o"/>
            </a:pPr>
            <a:r>
              <a:rPr lang="en-US" altLang="en-US" dirty="0">
                <a:solidFill>
                  <a:schemeClr val="bg1"/>
                </a:solidFill>
              </a:rPr>
              <a:t>S writes a 1 to Q</a:t>
            </a:r>
          </a:p>
          <a:p>
            <a:pPr lvl="1" eaLnBrk="1" hangingPunct="1">
              <a:spcBef>
                <a:spcPct val="0"/>
              </a:spcBef>
              <a:buClr>
                <a:srgbClr val="FF0000"/>
              </a:buClr>
              <a:buFont typeface="Tahoma" panose="020B0604030504040204" pitchFamily="34" charset="0"/>
              <a:buChar char="o"/>
            </a:pPr>
            <a:r>
              <a:rPr lang="en-US" altLang="en-US" dirty="0">
                <a:solidFill>
                  <a:schemeClr val="bg1"/>
                </a:solidFill>
              </a:rPr>
              <a:t>R writes a 0 to Q</a:t>
            </a:r>
          </a:p>
          <a:p>
            <a:pPr lvl="1" eaLnBrk="1" hangingPunct="1">
              <a:spcBef>
                <a:spcPct val="0"/>
              </a:spcBef>
              <a:buClr>
                <a:srgbClr val="FF0000"/>
              </a:buClr>
              <a:buFont typeface="Tahoma" panose="020B0604030504040204" pitchFamily="34" charset="0"/>
              <a:buChar char="o"/>
            </a:pPr>
            <a:r>
              <a:rPr lang="en-US" altLang="en-US" dirty="0">
                <a:solidFill>
                  <a:schemeClr val="bg1"/>
                </a:solidFill>
              </a:rPr>
              <a:t>S=1 and R=1 at the same time are not allowed</a:t>
            </a:r>
          </a:p>
          <a:p>
            <a:pPr lvl="2" eaLnBrk="1" hangingPunct="1">
              <a:spcBef>
                <a:spcPct val="0"/>
              </a:spcBef>
              <a:buClr>
                <a:srgbClr val="FF0000"/>
              </a:buClr>
              <a:buFont typeface="Times New Roman" panose="02020603050405020304" pitchFamily="18" charset="0"/>
              <a:buChar char="–"/>
            </a:pPr>
            <a:r>
              <a:rPr lang="en-US" altLang="en-US" dirty="0">
                <a:solidFill>
                  <a:schemeClr val="bg1"/>
                </a:solidFill>
              </a:rPr>
              <a:t>Inconsistent output</a:t>
            </a:r>
          </a:p>
        </p:txBody>
      </p:sp>
      <p:pic>
        <p:nvPicPr>
          <p:cNvPr id="3" name="Picture 2">
            <a:extLst>
              <a:ext uri="{FF2B5EF4-FFF2-40B4-BE49-F238E27FC236}">
                <a16:creationId xmlns:a16="http://schemas.microsoft.com/office/drawing/2014/main" id="{D5F852F7-098F-FBD8-1DC3-C865F0E38538}"/>
              </a:ext>
            </a:extLst>
          </p:cNvPr>
          <p:cNvPicPr>
            <a:picLocks noChangeAspect="1"/>
          </p:cNvPicPr>
          <p:nvPr/>
        </p:nvPicPr>
        <p:blipFill>
          <a:blip r:embed="rId3"/>
          <a:stretch>
            <a:fillRect/>
          </a:stretch>
        </p:blipFill>
        <p:spPr>
          <a:xfrm>
            <a:off x="1259632" y="3618051"/>
            <a:ext cx="2801630" cy="3011349"/>
          </a:xfrm>
          <a:prstGeom prst="rect">
            <a:avLst/>
          </a:prstGeom>
        </p:spPr>
      </p:pic>
      <p:pic>
        <p:nvPicPr>
          <p:cNvPr id="5" name="Picture 4">
            <a:extLst>
              <a:ext uri="{FF2B5EF4-FFF2-40B4-BE49-F238E27FC236}">
                <a16:creationId xmlns:a16="http://schemas.microsoft.com/office/drawing/2014/main" id="{574EB274-5C43-94AB-62E5-FA8105AB04E9}"/>
              </a:ext>
            </a:extLst>
          </p:cNvPr>
          <p:cNvPicPr>
            <a:picLocks noChangeAspect="1"/>
          </p:cNvPicPr>
          <p:nvPr/>
        </p:nvPicPr>
        <p:blipFill>
          <a:blip r:embed="rId4"/>
          <a:stretch>
            <a:fillRect/>
          </a:stretch>
        </p:blipFill>
        <p:spPr>
          <a:xfrm>
            <a:off x="4420215" y="3618051"/>
            <a:ext cx="3833416" cy="2261493"/>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1">
            <a:extLst>
              <a:ext uri="{FF2B5EF4-FFF2-40B4-BE49-F238E27FC236}">
                <a16:creationId xmlns:a16="http://schemas.microsoft.com/office/drawing/2014/main" id="{C031F2F5-284E-580D-BA17-FD82703C510C}"/>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S-R Latch</a:t>
            </a:r>
          </a:p>
        </p:txBody>
      </p:sp>
      <p:pic>
        <p:nvPicPr>
          <p:cNvPr id="3" name="Picture 2">
            <a:extLst>
              <a:ext uri="{FF2B5EF4-FFF2-40B4-BE49-F238E27FC236}">
                <a16:creationId xmlns:a16="http://schemas.microsoft.com/office/drawing/2014/main" id="{C3D6DE4C-0721-A0FD-C9EA-594AB7406E09}"/>
              </a:ext>
            </a:extLst>
          </p:cNvPr>
          <p:cNvPicPr>
            <a:picLocks noChangeAspect="1"/>
          </p:cNvPicPr>
          <p:nvPr/>
        </p:nvPicPr>
        <p:blipFill rotWithShape="1">
          <a:blip r:embed="rId3"/>
          <a:srcRect l="849" t="5164" r="1503" b="4258"/>
          <a:stretch/>
        </p:blipFill>
        <p:spPr>
          <a:xfrm>
            <a:off x="107504" y="2455862"/>
            <a:ext cx="8928992" cy="1946275"/>
          </a:xfrm>
          <a:prstGeom prst="rect">
            <a:avLst/>
          </a:prstGeom>
        </p:spPr>
      </p:pic>
      <p:sp>
        <p:nvSpPr>
          <p:cNvPr id="4" name="Line 3">
            <a:extLst>
              <a:ext uri="{FF2B5EF4-FFF2-40B4-BE49-F238E27FC236}">
                <a16:creationId xmlns:a16="http://schemas.microsoft.com/office/drawing/2014/main" id="{18499E82-6F1A-4D73-6771-8969CB163818}"/>
              </a:ext>
            </a:extLst>
          </p:cNvPr>
          <p:cNvSpPr>
            <a:spLocks noChangeShapeType="1"/>
          </p:cNvSpPr>
          <p:nvPr/>
        </p:nvSpPr>
        <p:spPr bwMode="auto">
          <a:xfrm>
            <a:off x="1475656" y="3428999"/>
            <a:ext cx="504825" cy="1588"/>
          </a:xfrm>
          <a:prstGeom prst="line">
            <a:avLst/>
          </a:prstGeom>
          <a:noFill/>
          <a:ln w="28440" cap="sq">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5" name="Line 3">
            <a:extLst>
              <a:ext uri="{FF2B5EF4-FFF2-40B4-BE49-F238E27FC236}">
                <a16:creationId xmlns:a16="http://schemas.microsoft.com/office/drawing/2014/main" id="{BE7E8F0B-B896-CB35-7EC4-74AB45BC853D}"/>
              </a:ext>
            </a:extLst>
          </p:cNvPr>
          <p:cNvSpPr>
            <a:spLocks noChangeShapeType="1"/>
          </p:cNvSpPr>
          <p:nvPr/>
        </p:nvSpPr>
        <p:spPr bwMode="auto">
          <a:xfrm>
            <a:off x="3095625" y="3783681"/>
            <a:ext cx="504825" cy="1588"/>
          </a:xfrm>
          <a:prstGeom prst="line">
            <a:avLst/>
          </a:prstGeom>
          <a:noFill/>
          <a:ln w="28440" cap="sq">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6" name="Line 3">
            <a:extLst>
              <a:ext uri="{FF2B5EF4-FFF2-40B4-BE49-F238E27FC236}">
                <a16:creationId xmlns:a16="http://schemas.microsoft.com/office/drawing/2014/main" id="{577AAEB2-D2E6-6508-0A0C-81FF25DA8A2B}"/>
              </a:ext>
            </a:extLst>
          </p:cNvPr>
          <p:cNvSpPr>
            <a:spLocks noChangeShapeType="1"/>
          </p:cNvSpPr>
          <p:nvPr/>
        </p:nvSpPr>
        <p:spPr bwMode="auto">
          <a:xfrm>
            <a:off x="5399087" y="3783681"/>
            <a:ext cx="504825" cy="1588"/>
          </a:xfrm>
          <a:prstGeom prst="line">
            <a:avLst/>
          </a:prstGeom>
          <a:noFill/>
          <a:ln w="28440" cap="sq">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7" name="Line 3">
            <a:extLst>
              <a:ext uri="{FF2B5EF4-FFF2-40B4-BE49-F238E27FC236}">
                <a16:creationId xmlns:a16="http://schemas.microsoft.com/office/drawing/2014/main" id="{DE17BD3D-7517-A081-CF8E-968EC175BA5D}"/>
              </a:ext>
            </a:extLst>
          </p:cNvPr>
          <p:cNvSpPr>
            <a:spLocks noChangeShapeType="1"/>
          </p:cNvSpPr>
          <p:nvPr/>
        </p:nvSpPr>
        <p:spPr bwMode="auto">
          <a:xfrm>
            <a:off x="6193706" y="3797497"/>
            <a:ext cx="504825" cy="1588"/>
          </a:xfrm>
          <a:prstGeom prst="line">
            <a:avLst/>
          </a:prstGeom>
          <a:noFill/>
          <a:ln w="28440" cap="sq">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8" name="Line 3">
            <a:extLst>
              <a:ext uri="{FF2B5EF4-FFF2-40B4-BE49-F238E27FC236}">
                <a16:creationId xmlns:a16="http://schemas.microsoft.com/office/drawing/2014/main" id="{35D71EB4-B806-716B-2B1E-47F09C7F6893}"/>
              </a:ext>
            </a:extLst>
          </p:cNvPr>
          <p:cNvSpPr>
            <a:spLocks noChangeShapeType="1"/>
          </p:cNvSpPr>
          <p:nvPr/>
        </p:nvSpPr>
        <p:spPr bwMode="auto">
          <a:xfrm>
            <a:off x="6960468" y="3434307"/>
            <a:ext cx="504825" cy="1588"/>
          </a:xfrm>
          <a:prstGeom prst="line">
            <a:avLst/>
          </a:prstGeom>
          <a:noFill/>
          <a:ln w="28440" cap="sq">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9" name="Line 3">
            <a:extLst>
              <a:ext uri="{FF2B5EF4-FFF2-40B4-BE49-F238E27FC236}">
                <a16:creationId xmlns:a16="http://schemas.microsoft.com/office/drawing/2014/main" id="{3B6A5467-7E73-1D2D-75C5-59024B9BE92E}"/>
              </a:ext>
            </a:extLst>
          </p:cNvPr>
          <p:cNvSpPr>
            <a:spLocks noChangeShapeType="1"/>
          </p:cNvSpPr>
          <p:nvPr/>
        </p:nvSpPr>
        <p:spPr bwMode="auto">
          <a:xfrm>
            <a:off x="7851775" y="3435895"/>
            <a:ext cx="504825" cy="1588"/>
          </a:xfrm>
          <a:prstGeom prst="line">
            <a:avLst/>
          </a:prstGeom>
          <a:noFill/>
          <a:ln w="28440" cap="sq">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10" name="Rectangle 9">
            <a:extLst>
              <a:ext uri="{FF2B5EF4-FFF2-40B4-BE49-F238E27FC236}">
                <a16:creationId xmlns:a16="http://schemas.microsoft.com/office/drawing/2014/main" id="{8DA9BA7C-E3E7-7C7B-7F5E-C720D8B0B3A4}"/>
              </a:ext>
            </a:extLst>
          </p:cNvPr>
          <p:cNvSpPr/>
          <p:nvPr/>
        </p:nvSpPr>
        <p:spPr bwMode="auto">
          <a:xfrm>
            <a:off x="1115616" y="3284984"/>
            <a:ext cx="1224136" cy="281680"/>
          </a:xfrm>
          <a:prstGeom prst="rect">
            <a:avLst/>
          </a:prstGeom>
          <a:noFill/>
          <a:ln w="9525" cap="flat" cmpd="sng" algn="ctr">
            <a:solidFill>
              <a:srgbClr val="00B0F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315C9BDC-A4D6-89ED-1D07-232AA9BBF041}"/>
              </a:ext>
            </a:extLst>
          </p:cNvPr>
          <p:cNvSpPr/>
          <p:nvPr/>
        </p:nvSpPr>
        <p:spPr bwMode="auto">
          <a:xfrm>
            <a:off x="1115616" y="3983016"/>
            <a:ext cx="1224136" cy="281680"/>
          </a:xfrm>
          <a:prstGeom prst="rect">
            <a:avLst/>
          </a:prstGeom>
          <a:noFill/>
          <a:ln w="9525" cap="flat" cmpd="sng" algn="ctr">
            <a:solidFill>
              <a:srgbClr val="00B0F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6AAC3959-4A8C-7085-F56E-3280F3D83EFA}"/>
              </a:ext>
            </a:extLst>
          </p:cNvPr>
          <p:cNvSpPr/>
          <p:nvPr/>
        </p:nvSpPr>
        <p:spPr bwMode="auto">
          <a:xfrm>
            <a:off x="2663565" y="3642841"/>
            <a:ext cx="1224136" cy="281680"/>
          </a:xfrm>
          <a:prstGeom prst="rect">
            <a:avLst/>
          </a:prstGeom>
          <a:noFill/>
          <a:ln w="9525" cap="flat" cmpd="sng" algn="ctr">
            <a:solidFill>
              <a:srgbClr val="7030A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FD6F6598-6C48-CFD1-0097-235FC8CB6A99}"/>
              </a:ext>
            </a:extLst>
          </p:cNvPr>
          <p:cNvSpPr/>
          <p:nvPr/>
        </p:nvSpPr>
        <p:spPr bwMode="auto">
          <a:xfrm>
            <a:off x="2663565" y="4011150"/>
            <a:ext cx="1224136" cy="281680"/>
          </a:xfrm>
          <a:prstGeom prst="rect">
            <a:avLst/>
          </a:prstGeom>
          <a:noFill/>
          <a:ln w="9525" cap="flat" cmpd="sng" algn="ctr">
            <a:solidFill>
              <a:srgbClr val="7030A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
            <a:extLst>
              <a:ext uri="{FF2B5EF4-FFF2-40B4-BE49-F238E27FC236}">
                <a16:creationId xmlns:a16="http://schemas.microsoft.com/office/drawing/2014/main" id="{486A2699-F7FB-DE41-F034-F72C6CDBCC24}"/>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S-R latch</a:t>
            </a:r>
          </a:p>
          <a:p>
            <a:pPr lvl="1">
              <a:buClr>
                <a:srgbClr val="FF0000"/>
              </a:buClr>
              <a:buFont typeface="Tahoma" panose="020B0604030504040204" pitchFamily="34" charset="0"/>
              <a:buChar char="o"/>
            </a:pPr>
            <a:r>
              <a:rPr lang="en-US" altLang="en-US">
                <a:solidFill>
                  <a:schemeClr val="bg1"/>
                </a:solidFill>
              </a:rPr>
              <a:t>Output changes in </a:t>
            </a:r>
            <a:r>
              <a:rPr lang="en-US" altLang="en-US" sz="3200" b="1">
                <a:solidFill>
                  <a:schemeClr val="bg1"/>
                </a:solidFill>
              </a:rPr>
              <a:t>response</a:t>
            </a:r>
            <a:r>
              <a:rPr lang="en-US" altLang="en-US">
                <a:solidFill>
                  <a:schemeClr val="bg1"/>
                </a:solidFill>
              </a:rPr>
              <a:t> to a change in input</a:t>
            </a:r>
          </a:p>
          <a:p>
            <a:pPr lvl="1">
              <a:buClr>
                <a:srgbClr val="FF0000"/>
              </a:buClr>
              <a:buFont typeface="Tahoma" panose="020B0604030504040204" pitchFamily="34" charset="0"/>
              <a:buChar char="o"/>
            </a:pPr>
            <a:r>
              <a:rPr lang="en-US" altLang="en-US">
                <a:solidFill>
                  <a:schemeClr val="bg1"/>
                </a:solidFill>
              </a:rPr>
              <a:t>Brief time </a:t>
            </a:r>
            <a:r>
              <a:rPr lang="en-US" altLang="en-US" sz="3200" b="1">
                <a:solidFill>
                  <a:schemeClr val="bg1"/>
                </a:solidFill>
              </a:rPr>
              <a:t>delay</a:t>
            </a:r>
            <a:endParaRPr lang="en-US" altLang="en-US" b="1">
              <a:solidFill>
                <a:schemeClr val="bg1"/>
              </a:solidFill>
            </a:endParaRPr>
          </a:p>
          <a:p>
            <a:pPr lvl="1">
              <a:buClr>
                <a:srgbClr val="FF0000"/>
              </a:buClr>
              <a:buFont typeface="Tahoma" panose="020B0604030504040204" pitchFamily="34" charset="0"/>
              <a:buChar char="o"/>
            </a:pPr>
            <a:r>
              <a:rPr lang="en-US" altLang="en-US" sz="3200" b="1">
                <a:solidFill>
                  <a:schemeClr val="bg1"/>
                </a:solidFill>
              </a:rPr>
              <a:t>Asynchronous</a:t>
            </a:r>
            <a:endParaRPr lang="en-US" altLang="en-US" b="1">
              <a:solidFill>
                <a:schemeClr val="bg1"/>
              </a:solidFill>
            </a:endParaRPr>
          </a:p>
          <a:p>
            <a:pPr>
              <a:buClr>
                <a:srgbClr val="FF0000"/>
              </a:buClr>
              <a:buFont typeface="Tahoma" panose="020B0604030504040204" pitchFamily="34" charset="0"/>
              <a:buNone/>
            </a:pPr>
            <a:endParaRPr lang="en-US" altLang="en-US">
              <a:solidFill>
                <a:schemeClr val="bg1"/>
              </a:solidFill>
            </a:endParaRPr>
          </a:p>
        </p:txBody>
      </p:sp>
      <p:sp>
        <p:nvSpPr>
          <p:cNvPr id="55299" name="Text Box 2">
            <a:extLst>
              <a:ext uri="{FF2B5EF4-FFF2-40B4-BE49-F238E27FC236}">
                <a16:creationId xmlns:a16="http://schemas.microsoft.com/office/drawing/2014/main" id="{18C37C41-C962-CE23-8E65-E3A807345D29}"/>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Clocked S-R Flip-Flop</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
            <a:extLst>
              <a:ext uri="{FF2B5EF4-FFF2-40B4-BE49-F238E27FC236}">
                <a16:creationId xmlns:a16="http://schemas.microsoft.com/office/drawing/2014/main" id="{67F83F92-2F32-8B87-3222-5B7D4F4B448D}"/>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Events in digital computer are </a:t>
            </a:r>
            <a:r>
              <a:rPr lang="en-US" altLang="en-US" sz="3600" b="1">
                <a:solidFill>
                  <a:schemeClr val="bg1"/>
                </a:solidFill>
              </a:rPr>
              <a:t>synchronised</a:t>
            </a:r>
            <a:r>
              <a:rPr lang="en-US" altLang="en-US">
                <a:solidFill>
                  <a:schemeClr val="bg1"/>
                </a:solidFill>
              </a:rPr>
              <a:t> according to clock pulse</a:t>
            </a:r>
          </a:p>
          <a:p>
            <a:pPr lvl="1">
              <a:buClr>
                <a:srgbClr val="FF0000"/>
              </a:buClr>
              <a:buFont typeface="Tahoma" panose="020B0604030504040204" pitchFamily="34" charset="0"/>
              <a:buChar char="o"/>
            </a:pPr>
            <a:r>
              <a:rPr lang="en-US" altLang="en-US">
                <a:solidFill>
                  <a:schemeClr val="bg1"/>
                </a:solidFill>
              </a:rPr>
              <a:t>Clocked S-R flip-flop</a:t>
            </a:r>
          </a:p>
          <a:p>
            <a:pPr>
              <a:buClr>
                <a:srgbClr val="FF0000"/>
              </a:buClr>
              <a:buFont typeface="Tahoma" panose="020B0604030504040204" pitchFamily="34" charset="0"/>
              <a:buNone/>
            </a:pPr>
            <a:endParaRPr lang="en-US" altLang="en-US">
              <a:solidFill>
                <a:schemeClr val="bg1"/>
              </a:solidFill>
            </a:endParaRPr>
          </a:p>
        </p:txBody>
      </p:sp>
      <p:sp>
        <p:nvSpPr>
          <p:cNvPr id="57347" name="Text Box 2">
            <a:extLst>
              <a:ext uri="{FF2B5EF4-FFF2-40B4-BE49-F238E27FC236}">
                <a16:creationId xmlns:a16="http://schemas.microsoft.com/office/drawing/2014/main" id="{63A51E66-5DFD-D4AF-40F1-FFAC0B52E61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Clocked S-R Flip-Flop</a:t>
            </a:r>
          </a:p>
        </p:txBody>
      </p:sp>
      <p:pic>
        <p:nvPicPr>
          <p:cNvPr id="3" name="Picture 2">
            <a:extLst>
              <a:ext uri="{FF2B5EF4-FFF2-40B4-BE49-F238E27FC236}">
                <a16:creationId xmlns:a16="http://schemas.microsoft.com/office/drawing/2014/main" id="{063D06BB-3F57-6135-A669-E2577840DE8F}"/>
              </a:ext>
            </a:extLst>
          </p:cNvPr>
          <p:cNvPicPr>
            <a:picLocks noChangeAspect="1"/>
          </p:cNvPicPr>
          <p:nvPr/>
        </p:nvPicPr>
        <p:blipFill>
          <a:blip r:embed="rId3"/>
          <a:stretch>
            <a:fillRect/>
          </a:stretch>
        </p:blipFill>
        <p:spPr>
          <a:xfrm>
            <a:off x="512762" y="3449315"/>
            <a:ext cx="7991475" cy="3152775"/>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1">
            <a:extLst>
              <a:ext uri="{FF2B5EF4-FFF2-40B4-BE49-F238E27FC236}">
                <a16:creationId xmlns:a16="http://schemas.microsoft.com/office/drawing/2014/main" id="{977F03F8-2369-252D-8485-BEDE239662BD}"/>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a:solidFill>
                  <a:schemeClr val="bg1"/>
                </a:solidFill>
              </a:rPr>
              <a:t>A single input ensures that </a:t>
            </a:r>
            <a:r>
              <a:rPr lang="en-US" altLang="en-US" sz="3600" b="1">
                <a:solidFill>
                  <a:schemeClr val="bg1"/>
                </a:solidFill>
              </a:rPr>
              <a:t>S=R=1 never occurs</a:t>
            </a:r>
            <a:endParaRPr lang="en-US" altLang="en-US" b="1">
              <a:solidFill>
                <a:schemeClr val="bg1"/>
              </a:solidFill>
            </a:endParaRPr>
          </a:p>
          <a:p>
            <a:pPr lvl="1" eaLnBrk="1" hangingPunct="1">
              <a:buClr>
                <a:srgbClr val="FF0000"/>
              </a:buClr>
              <a:buFont typeface="Tahoma" panose="020B0604030504040204" pitchFamily="34" charset="0"/>
              <a:buChar char="o"/>
            </a:pPr>
            <a:r>
              <a:rPr lang="en-US" altLang="en-US">
                <a:solidFill>
                  <a:schemeClr val="bg1"/>
                </a:solidFill>
              </a:rPr>
              <a:t>Inverter ensures (non-clock) inputs to the AND gates are opposite</a:t>
            </a:r>
          </a:p>
          <a:p>
            <a:pPr eaLnBrk="1" hangingPunct="1">
              <a:buClr>
                <a:srgbClr val="FF0000"/>
              </a:buClr>
              <a:buFont typeface="Tahoma" panose="020B0604030504040204" pitchFamily="34" charset="0"/>
              <a:buChar char="•"/>
            </a:pPr>
            <a:r>
              <a:rPr lang="en-US" altLang="en-US">
                <a:solidFill>
                  <a:schemeClr val="bg1"/>
                </a:solidFill>
              </a:rPr>
              <a:t>Also called </a:t>
            </a:r>
            <a:r>
              <a:rPr lang="en-US" altLang="en-US" sz="3600" b="1">
                <a:solidFill>
                  <a:schemeClr val="bg1"/>
                </a:solidFill>
              </a:rPr>
              <a:t>data</a:t>
            </a:r>
            <a:r>
              <a:rPr lang="en-US" altLang="en-US">
                <a:solidFill>
                  <a:schemeClr val="bg1"/>
                </a:solidFill>
              </a:rPr>
              <a:t> flip-flop</a:t>
            </a:r>
          </a:p>
        </p:txBody>
      </p:sp>
      <p:sp>
        <p:nvSpPr>
          <p:cNvPr id="59395" name="Text Box 2">
            <a:extLst>
              <a:ext uri="{FF2B5EF4-FFF2-40B4-BE49-F238E27FC236}">
                <a16:creationId xmlns:a16="http://schemas.microsoft.com/office/drawing/2014/main" id="{22535971-066C-A721-1866-7A3E15358E8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D Flip-Flop</a:t>
            </a:r>
          </a:p>
        </p:txBody>
      </p:sp>
      <p:pic>
        <p:nvPicPr>
          <p:cNvPr id="5" name="Picture 4">
            <a:extLst>
              <a:ext uri="{FF2B5EF4-FFF2-40B4-BE49-F238E27FC236}">
                <a16:creationId xmlns:a16="http://schemas.microsoft.com/office/drawing/2014/main" id="{0F3C625E-48C6-10E9-930E-44FAF8D63C9C}"/>
              </a:ext>
            </a:extLst>
          </p:cNvPr>
          <p:cNvPicPr>
            <a:picLocks noChangeAspect="1"/>
          </p:cNvPicPr>
          <p:nvPr/>
        </p:nvPicPr>
        <p:blipFill rotWithShape="1">
          <a:blip r:embed="rId3"/>
          <a:srcRect l="2771" t="8730"/>
          <a:stretch/>
        </p:blipFill>
        <p:spPr>
          <a:xfrm>
            <a:off x="398016" y="4521588"/>
            <a:ext cx="5350147" cy="2095112"/>
          </a:xfrm>
          <a:prstGeom prst="rect">
            <a:avLst/>
          </a:prstGeom>
        </p:spPr>
      </p:pic>
      <p:pic>
        <p:nvPicPr>
          <p:cNvPr id="7" name="Picture 6">
            <a:extLst>
              <a:ext uri="{FF2B5EF4-FFF2-40B4-BE49-F238E27FC236}">
                <a16:creationId xmlns:a16="http://schemas.microsoft.com/office/drawing/2014/main" id="{9AE8A8DF-762A-35FE-48C6-0EBA04C5C4F8}"/>
              </a:ext>
            </a:extLst>
          </p:cNvPr>
          <p:cNvPicPr>
            <a:picLocks noChangeAspect="1"/>
          </p:cNvPicPr>
          <p:nvPr/>
        </p:nvPicPr>
        <p:blipFill>
          <a:blip r:embed="rId4"/>
          <a:stretch>
            <a:fillRect/>
          </a:stretch>
        </p:blipFill>
        <p:spPr>
          <a:xfrm>
            <a:off x="5940152" y="4521588"/>
            <a:ext cx="1952625" cy="1514475"/>
          </a:xfrm>
          <a:prstGeom prst="rect">
            <a:avLst/>
          </a:prstGeom>
        </p:spPr>
      </p:pic>
      <p:sp>
        <p:nvSpPr>
          <p:cNvPr id="8" name="TextBox 7">
            <a:extLst>
              <a:ext uri="{FF2B5EF4-FFF2-40B4-BE49-F238E27FC236}">
                <a16:creationId xmlns:a16="http://schemas.microsoft.com/office/drawing/2014/main" id="{481FC337-B8EB-4D1C-C760-75BF24BA221B}"/>
              </a:ext>
            </a:extLst>
          </p:cNvPr>
          <p:cNvSpPr txBox="1"/>
          <p:nvPr/>
        </p:nvSpPr>
        <p:spPr>
          <a:xfrm>
            <a:off x="7951961" y="5658773"/>
            <a:ext cx="549061" cy="400110"/>
          </a:xfrm>
          <a:prstGeom prst="rect">
            <a:avLst/>
          </a:prstGeom>
          <a:noFill/>
        </p:spPr>
        <p:txBody>
          <a:bodyPr wrap="none" rtlCol="0">
            <a:spAutoFit/>
          </a:bodyPr>
          <a:lstStyle/>
          <a:p>
            <a:r>
              <a:rPr lang="en-MY" dirty="0">
                <a:solidFill>
                  <a:srgbClr val="FF0000"/>
                </a:solidFill>
              </a:rPr>
              <a:t>Set</a:t>
            </a:r>
          </a:p>
        </p:txBody>
      </p:sp>
      <p:sp>
        <p:nvSpPr>
          <p:cNvPr id="9" name="TextBox 8">
            <a:extLst>
              <a:ext uri="{FF2B5EF4-FFF2-40B4-BE49-F238E27FC236}">
                <a16:creationId xmlns:a16="http://schemas.microsoft.com/office/drawing/2014/main" id="{2FE98F1E-A78C-295A-8507-0CCC6399FF2F}"/>
              </a:ext>
            </a:extLst>
          </p:cNvPr>
          <p:cNvSpPr txBox="1"/>
          <p:nvPr/>
        </p:nvSpPr>
        <p:spPr>
          <a:xfrm>
            <a:off x="7951961" y="5177755"/>
            <a:ext cx="808426" cy="400110"/>
          </a:xfrm>
          <a:prstGeom prst="rect">
            <a:avLst/>
          </a:prstGeom>
          <a:noFill/>
        </p:spPr>
        <p:txBody>
          <a:bodyPr wrap="none" rtlCol="0">
            <a:spAutoFit/>
          </a:bodyPr>
          <a:lstStyle/>
          <a:p>
            <a:r>
              <a:rPr lang="en-MY" dirty="0">
                <a:solidFill>
                  <a:srgbClr val="FF0000"/>
                </a:solidFill>
              </a:rPr>
              <a:t>Reset</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1">
            <a:extLst>
              <a:ext uri="{FF2B5EF4-FFF2-40B4-BE49-F238E27FC236}">
                <a16:creationId xmlns:a16="http://schemas.microsoft.com/office/drawing/2014/main" id="{790BEBFC-9A63-85DE-3DC1-E842681EC7BB}"/>
              </a:ext>
            </a:extLst>
          </p:cNvPr>
          <p:cNvSpPr txBox="1">
            <a:spLocks noChangeArrowheads="1"/>
          </p:cNvSpPr>
          <p:nvPr/>
        </p:nvSpPr>
        <p:spPr bwMode="auto">
          <a:xfrm>
            <a:off x="457200" y="1885950"/>
            <a:ext cx="8178800" cy="233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a:solidFill>
                  <a:schemeClr val="bg1"/>
                </a:solidFill>
              </a:rPr>
              <a:t>Similar to S-R flip-flop</a:t>
            </a:r>
          </a:p>
          <a:p>
            <a:pPr eaLnBrk="1" hangingPunct="1">
              <a:buClr>
                <a:srgbClr val="FF0000"/>
              </a:buClr>
              <a:buFont typeface="Tahoma" panose="020B0604030504040204" pitchFamily="34" charset="0"/>
              <a:buChar char="•"/>
            </a:pPr>
            <a:r>
              <a:rPr lang="en-US" altLang="en-US" sz="3600" b="1">
                <a:solidFill>
                  <a:schemeClr val="bg1"/>
                </a:solidFill>
              </a:rPr>
              <a:t>All combinations </a:t>
            </a:r>
            <a:r>
              <a:rPr lang="en-US" altLang="en-US">
                <a:solidFill>
                  <a:schemeClr val="bg1"/>
                </a:solidFill>
              </a:rPr>
              <a:t>of input values are </a:t>
            </a:r>
            <a:r>
              <a:rPr lang="en-US" altLang="en-US" sz="3600" b="1">
                <a:solidFill>
                  <a:schemeClr val="bg1"/>
                </a:solidFill>
              </a:rPr>
              <a:t>valid</a:t>
            </a:r>
            <a:endParaRPr lang="en-US" altLang="en-US" b="1">
              <a:solidFill>
                <a:schemeClr val="bg1"/>
              </a:solidFill>
            </a:endParaRPr>
          </a:p>
        </p:txBody>
      </p:sp>
      <p:sp>
        <p:nvSpPr>
          <p:cNvPr id="61443" name="Text Box 2">
            <a:extLst>
              <a:ext uri="{FF2B5EF4-FFF2-40B4-BE49-F238E27FC236}">
                <a16:creationId xmlns:a16="http://schemas.microsoft.com/office/drawing/2014/main" id="{31EDC58D-71F6-AADF-F6A4-806E67C1D23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J-K Flip-Flop</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
            <a:extLst>
              <a:ext uri="{FF2B5EF4-FFF2-40B4-BE49-F238E27FC236}">
                <a16:creationId xmlns:a16="http://schemas.microsoft.com/office/drawing/2014/main" id="{E2EE9D07-0C4C-E58D-61EF-23E7EF36CA2F}"/>
              </a:ext>
            </a:extLst>
          </p:cNvPr>
          <p:cNvSpPr txBox="1">
            <a:spLocks noChangeArrowheads="1"/>
          </p:cNvSpPr>
          <p:nvPr/>
        </p:nvSpPr>
        <p:spPr bwMode="auto">
          <a:xfrm>
            <a:off x="457200" y="1885950"/>
            <a:ext cx="8178800" cy="233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a:solidFill>
                  <a:schemeClr val="bg1"/>
                </a:solidFill>
              </a:rPr>
              <a:t>When J=K=1 it acts as a </a:t>
            </a:r>
            <a:r>
              <a:rPr lang="en-US" altLang="en-US" sz="3600" b="1">
                <a:solidFill>
                  <a:schemeClr val="bg1"/>
                </a:solidFill>
              </a:rPr>
              <a:t>toggle</a:t>
            </a:r>
            <a:r>
              <a:rPr lang="en-US" altLang="en-US">
                <a:solidFill>
                  <a:schemeClr val="bg1"/>
                </a:solidFill>
              </a:rPr>
              <a:t> function, the output is a </a:t>
            </a:r>
            <a:r>
              <a:rPr lang="en-US" altLang="en-US" sz="3600" b="1">
                <a:solidFill>
                  <a:schemeClr val="bg1"/>
                </a:solidFill>
              </a:rPr>
              <a:t>reverse</a:t>
            </a:r>
            <a:r>
              <a:rPr lang="en-US" altLang="en-US">
                <a:solidFill>
                  <a:schemeClr val="bg1"/>
                </a:solidFill>
              </a:rPr>
              <a:t> of the present state</a:t>
            </a:r>
          </a:p>
        </p:txBody>
      </p:sp>
      <p:sp>
        <p:nvSpPr>
          <p:cNvPr id="63491" name="Text Box 2">
            <a:extLst>
              <a:ext uri="{FF2B5EF4-FFF2-40B4-BE49-F238E27FC236}">
                <a16:creationId xmlns:a16="http://schemas.microsoft.com/office/drawing/2014/main" id="{440DFD24-3EE0-80C2-7D8D-14472A3C2F1B}"/>
              </a:ext>
            </a:extLst>
          </p:cNvPr>
          <p:cNvSpPr txBox="1">
            <a:spLocks noChangeArrowheads="1"/>
          </p:cNvSpPr>
          <p:nvPr/>
        </p:nvSpPr>
        <p:spPr bwMode="auto">
          <a:xfrm>
            <a:off x="431800" y="172719"/>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J-K Flip-Flop</a:t>
            </a:r>
          </a:p>
        </p:txBody>
      </p:sp>
      <p:pic>
        <p:nvPicPr>
          <p:cNvPr id="4" name="Picture 3">
            <a:extLst>
              <a:ext uri="{FF2B5EF4-FFF2-40B4-BE49-F238E27FC236}">
                <a16:creationId xmlns:a16="http://schemas.microsoft.com/office/drawing/2014/main" id="{89F6B091-7720-CDD7-5F0D-E284FC539EAA}"/>
              </a:ext>
            </a:extLst>
          </p:cNvPr>
          <p:cNvPicPr>
            <a:picLocks noChangeAspect="1"/>
          </p:cNvPicPr>
          <p:nvPr/>
        </p:nvPicPr>
        <p:blipFill rotWithShape="1">
          <a:blip r:embed="rId3"/>
          <a:srcRect l="6880" t="4183" r="5961"/>
          <a:stretch/>
        </p:blipFill>
        <p:spPr>
          <a:xfrm>
            <a:off x="1673678" y="3284984"/>
            <a:ext cx="5796644" cy="3317719"/>
          </a:xfrm>
          <a:prstGeom prst="rect">
            <a:avLst/>
          </a:prstGeom>
        </p:spPr>
      </p:pic>
    </p:spTree>
    <p:extLst>
      <p:ext uri="{BB962C8B-B14F-4D97-AF65-F5344CB8AC3E}">
        <p14:creationId xmlns:p14="http://schemas.microsoft.com/office/powerpoint/2010/main" val="423990298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
            <a:extLst>
              <a:ext uri="{FF2B5EF4-FFF2-40B4-BE49-F238E27FC236}">
                <a16:creationId xmlns:a16="http://schemas.microsoft.com/office/drawing/2014/main" id="{E2EE9D07-0C4C-E58D-61EF-23E7EF36CA2F}"/>
              </a:ext>
            </a:extLst>
          </p:cNvPr>
          <p:cNvSpPr txBox="1">
            <a:spLocks noChangeArrowheads="1"/>
          </p:cNvSpPr>
          <p:nvPr/>
        </p:nvSpPr>
        <p:spPr bwMode="auto">
          <a:xfrm>
            <a:off x="457200" y="1885950"/>
            <a:ext cx="8178800" cy="233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a:solidFill>
                  <a:schemeClr val="bg1"/>
                </a:solidFill>
              </a:rPr>
              <a:t>When J=K=1 it acts as a </a:t>
            </a:r>
            <a:r>
              <a:rPr lang="en-US" altLang="en-US" sz="3600" b="1">
                <a:solidFill>
                  <a:schemeClr val="bg1"/>
                </a:solidFill>
              </a:rPr>
              <a:t>toggle</a:t>
            </a:r>
            <a:r>
              <a:rPr lang="en-US" altLang="en-US">
                <a:solidFill>
                  <a:schemeClr val="bg1"/>
                </a:solidFill>
              </a:rPr>
              <a:t> function, the output is a </a:t>
            </a:r>
            <a:r>
              <a:rPr lang="en-US" altLang="en-US" sz="3600" b="1">
                <a:solidFill>
                  <a:schemeClr val="bg1"/>
                </a:solidFill>
              </a:rPr>
              <a:t>reverse</a:t>
            </a:r>
            <a:r>
              <a:rPr lang="en-US" altLang="en-US">
                <a:solidFill>
                  <a:schemeClr val="bg1"/>
                </a:solidFill>
              </a:rPr>
              <a:t> of the present state</a:t>
            </a:r>
          </a:p>
        </p:txBody>
      </p:sp>
      <p:sp>
        <p:nvSpPr>
          <p:cNvPr id="63491" name="Text Box 2">
            <a:extLst>
              <a:ext uri="{FF2B5EF4-FFF2-40B4-BE49-F238E27FC236}">
                <a16:creationId xmlns:a16="http://schemas.microsoft.com/office/drawing/2014/main" id="{440DFD24-3EE0-80C2-7D8D-14472A3C2F1B}"/>
              </a:ext>
            </a:extLst>
          </p:cNvPr>
          <p:cNvSpPr txBox="1">
            <a:spLocks noChangeArrowheads="1"/>
          </p:cNvSpPr>
          <p:nvPr/>
        </p:nvSpPr>
        <p:spPr bwMode="auto">
          <a:xfrm>
            <a:off x="431800" y="172719"/>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J-K Flip-Flop</a:t>
            </a:r>
          </a:p>
        </p:txBody>
      </p:sp>
      <p:pic>
        <p:nvPicPr>
          <p:cNvPr id="3" name="Picture 2">
            <a:extLst>
              <a:ext uri="{FF2B5EF4-FFF2-40B4-BE49-F238E27FC236}">
                <a16:creationId xmlns:a16="http://schemas.microsoft.com/office/drawing/2014/main" id="{C4589FC1-7DC7-6717-E811-B53906F3E413}"/>
              </a:ext>
            </a:extLst>
          </p:cNvPr>
          <p:cNvPicPr>
            <a:picLocks noChangeAspect="1"/>
          </p:cNvPicPr>
          <p:nvPr/>
        </p:nvPicPr>
        <p:blipFill rotWithShape="1">
          <a:blip r:embed="rId3"/>
          <a:srcRect l="6880" t="4183" r="5961"/>
          <a:stretch/>
        </p:blipFill>
        <p:spPr>
          <a:xfrm>
            <a:off x="1635578" y="3132534"/>
            <a:ext cx="5796644" cy="3317719"/>
          </a:xfrm>
          <a:prstGeom prst="rect">
            <a:avLst/>
          </a:prstGeom>
        </p:spPr>
      </p:pic>
      <p:sp>
        <p:nvSpPr>
          <p:cNvPr id="4" name="TextBox 3">
            <a:extLst>
              <a:ext uri="{FF2B5EF4-FFF2-40B4-BE49-F238E27FC236}">
                <a16:creationId xmlns:a16="http://schemas.microsoft.com/office/drawing/2014/main" id="{716B24F4-C20C-B6A7-EFE1-F25856554C5F}"/>
              </a:ext>
            </a:extLst>
          </p:cNvPr>
          <p:cNvSpPr txBox="1"/>
          <p:nvPr/>
        </p:nvSpPr>
        <p:spPr>
          <a:xfrm>
            <a:off x="1718202" y="3532946"/>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5" name="TextBox 4">
            <a:extLst>
              <a:ext uri="{FF2B5EF4-FFF2-40B4-BE49-F238E27FC236}">
                <a16:creationId xmlns:a16="http://schemas.microsoft.com/office/drawing/2014/main" id="{9585BEB1-0F4E-C314-6E02-03B0E19285FA}"/>
              </a:ext>
            </a:extLst>
          </p:cNvPr>
          <p:cNvSpPr txBox="1"/>
          <p:nvPr/>
        </p:nvSpPr>
        <p:spPr>
          <a:xfrm>
            <a:off x="1733600" y="5589240"/>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6" name="TextBox 5">
            <a:extLst>
              <a:ext uri="{FF2B5EF4-FFF2-40B4-BE49-F238E27FC236}">
                <a16:creationId xmlns:a16="http://schemas.microsoft.com/office/drawing/2014/main" id="{65EEB4FC-EA60-0602-FD07-E550DA51E090}"/>
              </a:ext>
            </a:extLst>
          </p:cNvPr>
          <p:cNvSpPr txBox="1"/>
          <p:nvPr/>
        </p:nvSpPr>
        <p:spPr>
          <a:xfrm>
            <a:off x="6948264" y="3332891"/>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7" name="TextBox 6">
            <a:extLst>
              <a:ext uri="{FF2B5EF4-FFF2-40B4-BE49-F238E27FC236}">
                <a16:creationId xmlns:a16="http://schemas.microsoft.com/office/drawing/2014/main" id="{094A61AF-27CE-7EC4-987A-27884C8B32C9}"/>
              </a:ext>
            </a:extLst>
          </p:cNvPr>
          <p:cNvSpPr txBox="1"/>
          <p:nvPr/>
        </p:nvSpPr>
        <p:spPr>
          <a:xfrm>
            <a:off x="6948264" y="5467747"/>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8" name="TextBox 7">
            <a:extLst>
              <a:ext uri="{FF2B5EF4-FFF2-40B4-BE49-F238E27FC236}">
                <a16:creationId xmlns:a16="http://schemas.microsoft.com/office/drawing/2014/main" id="{EAA7FABC-FC33-67D2-CB5B-6FD6DA126F3D}"/>
              </a:ext>
            </a:extLst>
          </p:cNvPr>
          <p:cNvSpPr txBox="1"/>
          <p:nvPr/>
        </p:nvSpPr>
        <p:spPr>
          <a:xfrm>
            <a:off x="1907686" y="3532946"/>
            <a:ext cx="348172" cy="400110"/>
          </a:xfrm>
          <a:prstGeom prst="rect">
            <a:avLst/>
          </a:prstGeom>
          <a:noFill/>
        </p:spPr>
        <p:txBody>
          <a:bodyPr wrap="square" rtlCol="0">
            <a:spAutoFit/>
          </a:bodyPr>
          <a:lstStyle/>
          <a:p>
            <a:r>
              <a:rPr lang="en-MY" b="1" dirty="0">
                <a:solidFill>
                  <a:schemeClr val="accent5">
                    <a:lumMod val="50000"/>
                  </a:schemeClr>
                </a:solidFill>
              </a:rPr>
              <a:t>1</a:t>
            </a:r>
          </a:p>
        </p:txBody>
      </p:sp>
      <p:sp>
        <p:nvSpPr>
          <p:cNvPr id="9" name="TextBox 8">
            <a:extLst>
              <a:ext uri="{FF2B5EF4-FFF2-40B4-BE49-F238E27FC236}">
                <a16:creationId xmlns:a16="http://schemas.microsoft.com/office/drawing/2014/main" id="{D54A0584-CD08-B26E-7A73-14B8CA55D553}"/>
              </a:ext>
            </a:extLst>
          </p:cNvPr>
          <p:cNvSpPr txBox="1"/>
          <p:nvPr/>
        </p:nvSpPr>
        <p:spPr>
          <a:xfrm>
            <a:off x="1907686" y="5589240"/>
            <a:ext cx="348172" cy="400110"/>
          </a:xfrm>
          <a:prstGeom prst="rect">
            <a:avLst/>
          </a:prstGeom>
          <a:noFill/>
        </p:spPr>
        <p:txBody>
          <a:bodyPr wrap="square" rtlCol="0">
            <a:spAutoFit/>
          </a:bodyPr>
          <a:lstStyle/>
          <a:p>
            <a:r>
              <a:rPr lang="en-MY" b="1" dirty="0">
                <a:solidFill>
                  <a:schemeClr val="accent5">
                    <a:lumMod val="50000"/>
                  </a:schemeClr>
                </a:solidFill>
              </a:rPr>
              <a:t>1</a:t>
            </a:r>
          </a:p>
        </p:txBody>
      </p:sp>
      <p:sp>
        <p:nvSpPr>
          <p:cNvPr id="10" name="TextBox 9">
            <a:extLst>
              <a:ext uri="{FF2B5EF4-FFF2-40B4-BE49-F238E27FC236}">
                <a16:creationId xmlns:a16="http://schemas.microsoft.com/office/drawing/2014/main" id="{C878EEBD-454C-1D45-9481-1CF9F1EB7E9E}"/>
              </a:ext>
            </a:extLst>
          </p:cNvPr>
          <p:cNvSpPr txBox="1"/>
          <p:nvPr/>
        </p:nvSpPr>
        <p:spPr>
          <a:xfrm>
            <a:off x="3065243" y="5267692"/>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1" name="TextBox 10">
            <a:extLst>
              <a:ext uri="{FF2B5EF4-FFF2-40B4-BE49-F238E27FC236}">
                <a16:creationId xmlns:a16="http://schemas.microsoft.com/office/drawing/2014/main" id="{7D7899DD-BF27-D698-1C1B-24B7C881C848}"/>
              </a:ext>
            </a:extLst>
          </p:cNvPr>
          <p:cNvSpPr txBox="1"/>
          <p:nvPr/>
        </p:nvSpPr>
        <p:spPr>
          <a:xfrm>
            <a:off x="3096880" y="5989350"/>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2" name="TextBox 11">
            <a:extLst>
              <a:ext uri="{FF2B5EF4-FFF2-40B4-BE49-F238E27FC236}">
                <a16:creationId xmlns:a16="http://schemas.microsoft.com/office/drawing/2014/main" id="{6F1B1AC9-33CD-224A-53B9-EC0157AF3E41}"/>
              </a:ext>
            </a:extLst>
          </p:cNvPr>
          <p:cNvSpPr txBox="1"/>
          <p:nvPr/>
        </p:nvSpPr>
        <p:spPr>
          <a:xfrm>
            <a:off x="5268449" y="5789295"/>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3" name="TextBox 12">
            <a:extLst>
              <a:ext uri="{FF2B5EF4-FFF2-40B4-BE49-F238E27FC236}">
                <a16:creationId xmlns:a16="http://schemas.microsoft.com/office/drawing/2014/main" id="{76CACAC7-8119-1BC6-F04D-17F0E112D119}"/>
              </a:ext>
            </a:extLst>
          </p:cNvPr>
          <p:cNvSpPr txBox="1"/>
          <p:nvPr/>
        </p:nvSpPr>
        <p:spPr>
          <a:xfrm>
            <a:off x="6774178" y="5467747"/>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4" name="TextBox 13">
            <a:extLst>
              <a:ext uri="{FF2B5EF4-FFF2-40B4-BE49-F238E27FC236}">
                <a16:creationId xmlns:a16="http://schemas.microsoft.com/office/drawing/2014/main" id="{8C5F2292-890A-0457-0630-729D0A1C3972}"/>
              </a:ext>
            </a:extLst>
          </p:cNvPr>
          <p:cNvSpPr txBox="1"/>
          <p:nvPr/>
        </p:nvSpPr>
        <p:spPr>
          <a:xfrm>
            <a:off x="3086064" y="3851450"/>
            <a:ext cx="348172" cy="400110"/>
          </a:xfrm>
          <a:prstGeom prst="rect">
            <a:avLst/>
          </a:prstGeom>
          <a:noFill/>
        </p:spPr>
        <p:txBody>
          <a:bodyPr wrap="none" rtlCol="0">
            <a:spAutoFit/>
          </a:bodyPr>
          <a:lstStyle/>
          <a:p>
            <a:r>
              <a:rPr lang="en-MY" b="1" dirty="0">
                <a:solidFill>
                  <a:schemeClr val="accent5">
                    <a:lumMod val="50000"/>
                  </a:schemeClr>
                </a:solidFill>
              </a:rPr>
              <a:t>1</a:t>
            </a:r>
          </a:p>
        </p:txBody>
      </p:sp>
      <p:sp>
        <p:nvSpPr>
          <p:cNvPr id="15" name="TextBox 14">
            <a:extLst>
              <a:ext uri="{FF2B5EF4-FFF2-40B4-BE49-F238E27FC236}">
                <a16:creationId xmlns:a16="http://schemas.microsoft.com/office/drawing/2014/main" id="{B7D598DF-3A07-011D-A5F1-07214C21CF93}"/>
              </a:ext>
            </a:extLst>
          </p:cNvPr>
          <p:cNvSpPr txBox="1"/>
          <p:nvPr/>
        </p:nvSpPr>
        <p:spPr>
          <a:xfrm>
            <a:off x="5268449" y="3332891"/>
            <a:ext cx="348172" cy="400110"/>
          </a:xfrm>
          <a:prstGeom prst="rect">
            <a:avLst/>
          </a:prstGeom>
          <a:noFill/>
        </p:spPr>
        <p:txBody>
          <a:bodyPr wrap="none" rtlCol="0">
            <a:spAutoFit/>
          </a:bodyPr>
          <a:lstStyle/>
          <a:p>
            <a:r>
              <a:rPr lang="en-MY" b="1" dirty="0">
                <a:solidFill>
                  <a:schemeClr val="accent5">
                    <a:lumMod val="50000"/>
                  </a:schemeClr>
                </a:solidFill>
              </a:rPr>
              <a:t>0</a:t>
            </a:r>
          </a:p>
        </p:txBody>
      </p:sp>
      <p:sp>
        <p:nvSpPr>
          <p:cNvPr id="16" name="TextBox 15">
            <a:extLst>
              <a:ext uri="{FF2B5EF4-FFF2-40B4-BE49-F238E27FC236}">
                <a16:creationId xmlns:a16="http://schemas.microsoft.com/office/drawing/2014/main" id="{141D1CC4-2482-3145-BFA3-7543D5A9DB64}"/>
              </a:ext>
            </a:extLst>
          </p:cNvPr>
          <p:cNvSpPr txBox="1"/>
          <p:nvPr/>
        </p:nvSpPr>
        <p:spPr>
          <a:xfrm>
            <a:off x="6785299" y="3332891"/>
            <a:ext cx="348172" cy="400110"/>
          </a:xfrm>
          <a:prstGeom prst="rect">
            <a:avLst/>
          </a:prstGeom>
          <a:noFill/>
        </p:spPr>
        <p:txBody>
          <a:bodyPr wrap="none" rtlCol="0">
            <a:spAutoFit/>
          </a:bodyPr>
          <a:lstStyle/>
          <a:p>
            <a:r>
              <a:rPr lang="en-MY" b="1" dirty="0">
                <a:solidFill>
                  <a:schemeClr val="accent5">
                    <a:lumMod val="50000"/>
                  </a:schemeClr>
                </a:solidFill>
              </a:rPr>
              <a:t>1</a:t>
            </a:r>
          </a:p>
        </p:txBody>
      </p:sp>
      <p:grpSp>
        <p:nvGrpSpPr>
          <p:cNvPr id="30" name="Group 29">
            <a:extLst>
              <a:ext uri="{FF2B5EF4-FFF2-40B4-BE49-F238E27FC236}">
                <a16:creationId xmlns:a16="http://schemas.microsoft.com/office/drawing/2014/main" id="{61268FD9-0043-63AF-F58C-1D72E2359BA4}"/>
              </a:ext>
            </a:extLst>
          </p:cNvPr>
          <p:cNvGrpSpPr/>
          <p:nvPr/>
        </p:nvGrpSpPr>
        <p:grpSpPr>
          <a:xfrm>
            <a:off x="1673678" y="3132533"/>
            <a:ext cx="5796644" cy="3317719"/>
            <a:chOff x="7812360" y="3068960"/>
            <a:chExt cx="5796644" cy="3317719"/>
          </a:xfrm>
        </p:grpSpPr>
        <p:pic>
          <p:nvPicPr>
            <p:cNvPr id="17" name="Picture 16">
              <a:extLst>
                <a:ext uri="{FF2B5EF4-FFF2-40B4-BE49-F238E27FC236}">
                  <a16:creationId xmlns:a16="http://schemas.microsoft.com/office/drawing/2014/main" id="{DAAFE25B-C8FF-1879-9B28-282F4C4DC2BD}"/>
                </a:ext>
              </a:extLst>
            </p:cNvPr>
            <p:cNvPicPr>
              <a:picLocks noChangeAspect="1"/>
            </p:cNvPicPr>
            <p:nvPr/>
          </p:nvPicPr>
          <p:blipFill rotWithShape="1">
            <a:blip r:embed="rId3"/>
            <a:srcRect l="6880" t="4183" r="5961"/>
            <a:stretch/>
          </p:blipFill>
          <p:spPr>
            <a:xfrm>
              <a:off x="7812360" y="3068960"/>
              <a:ext cx="5796644" cy="3317719"/>
            </a:xfrm>
            <a:prstGeom prst="rect">
              <a:avLst/>
            </a:prstGeom>
          </p:spPr>
        </p:pic>
        <p:sp>
          <p:nvSpPr>
            <p:cNvPr id="18" name="TextBox 17">
              <a:extLst>
                <a:ext uri="{FF2B5EF4-FFF2-40B4-BE49-F238E27FC236}">
                  <a16:creationId xmlns:a16="http://schemas.microsoft.com/office/drawing/2014/main" id="{A4AA00B7-A3E3-3A5D-6DE4-5F13892A556F}"/>
                </a:ext>
              </a:extLst>
            </p:cNvPr>
            <p:cNvSpPr txBox="1"/>
            <p:nvPr/>
          </p:nvSpPr>
          <p:spPr>
            <a:xfrm>
              <a:off x="7950137" y="3491845"/>
              <a:ext cx="348172" cy="400110"/>
            </a:xfrm>
            <a:prstGeom prst="rect">
              <a:avLst/>
            </a:prstGeom>
            <a:noFill/>
          </p:spPr>
          <p:txBody>
            <a:bodyPr wrap="none" rtlCol="0">
              <a:spAutoFit/>
            </a:bodyPr>
            <a:lstStyle/>
            <a:p>
              <a:r>
                <a:rPr lang="en-MY" b="1" dirty="0">
                  <a:solidFill>
                    <a:srgbClr val="FF0000"/>
                  </a:solidFill>
                </a:rPr>
                <a:t>1</a:t>
              </a:r>
            </a:p>
          </p:txBody>
        </p:sp>
        <p:sp>
          <p:nvSpPr>
            <p:cNvPr id="19" name="TextBox 18">
              <a:extLst>
                <a:ext uri="{FF2B5EF4-FFF2-40B4-BE49-F238E27FC236}">
                  <a16:creationId xmlns:a16="http://schemas.microsoft.com/office/drawing/2014/main" id="{F3907030-3B38-AD31-0BEF-8A8F8AAE191F}"/>
                </a:ext>
              </a:extLst>
            </p:cNvPr>
            <p:cNvSpPr txBox="1"/>
            <p:nvPr/>
          </p:nvSpPr>
          <p:spPr>
            <a:xfrm>
              <a:off x="8067521" y="5574294"/>
              <a:ext cx="348172" cy="400110"/>
            </a:xfrm>
            <a:prstGeom prst="rect">
              <a:avLst/>
            </a:prstGeom>
            <a:noFill/>
          </p:spPr>
          <p:txBody>
            <a:bodyPr wrap="none" rtlCol="0">
              <a:spAutoFit/>
            </a:bodyPr>
            <a:lstStyle/>
            <a:p>
              <a:r>
                <a:rPr lang="en-MY" b="1" dirty="0">
                  <a:solidFill>
                    <a:srgbClr val="FF0000"/>
                  </a:solidFill>
                </a:rPr>
                <a:t>1</a:t>
              </a:r>
            </a:p>
          </p:txBody>
        </p:sp>
        <p:sp>
          <p:nvSpPr>
            <p:cNvPr id="20" name="TextBox 19">
              <a:extLst>
                <a:ext uri="{FF2B5EF4-FFF2-40B4-BE49-F238E27FC236}">
                  <a16:creationId xmlns:a16="http://schemas.microsoft.com/office/drawing/2014/main" id="{AF7D4B93-6B3D-E652-F507-CAD091F5DC6B}"/>
                </a:ext>
              </a:extLst>
            </p:cNvPr>
            <p:cNvSpPr txBox="1"/>
            <p:nvPr/>
          </p:nvSpPr>
          <p:spPr>
            <a:xfrm>
              <a:off x="9262846" y="5189130"/>
              <a:ext cx="348172" cy="400110"/>
            </a:xfrm>
            <a:prstGeom prst="rect">
              <a:avLst/>
            </a:prstGeom>
            <a:noFill/>
          </p:spPr>
          <p:txBody>
            <a:bodyPr wrap="none" rtlCol="0">
              <a:spAutoFit/>
            </a:bodyPr>
            <a:lstStyle/>
            <a:p>
              <a:r>
                <a:rPr lang="en-MY" b="1" dirty="0">
                  <a:solidFill>
                    <a:srgbClr val="FF0000"/>
                  </a:solidFill>
                </a:rPr>
                <a:t>1</a:t>
              </a:r>
            </a:p>
          </p:txBody>
        </p:sp>
        <p:sp>
          <p:nvSpPr>
            <p:cNvPr id="21" name="TextBox 20">
              <a:extLst>
                <a:ext uri="{FF2B5EF4-FFF2-40B4-BE49-F238E27FC236}">
                  <a16:creationId xmlns:a16="http://schemas.microsoft.com/office/drawing/2014/main" id="{185643EC-69C1-C116-354C-ADC1A9E30F62}"/>
                </a:ext>
              </a:extLst>
            </p:cNvPr>
            <p:cNvSpPr txBox="1"/>
            <p:nvPr/>
          </p:nvSpPr>
          <p:spPr>
            <a:xfrm>
              <a:off x="9262846" y="5867857"/>
              <a:ext cx="348172" cy="400110"/>
            </a:xfrm>
            <a:prstGeom prst="rect">
              <a:avLst/>
            </a:prstGeom>
            <a:noFill/>
          </p:spPr>
          <p:txBody>
            <a:bodyPr wrap="none" rtlCol="0">
              <a:spAutoFit/>
            </a:bodyPr>
            <a:lstStyle/>
            <a:p>
              <a:r>
                <a:rPr lang="en-MY" b="1" dirty="0">
                  <a:solidFill>
                    <a:srgbClr val="FF0000"/>
                  </a:solidFill>
                </a:rPr>
                <a:t>1</a:t>
              </a:r>
            </a:p>
          </p:txBody>
        </p:sp>
        <p:sp>
          <p:nvSpPr>
            <p:cNvPr id="22" name="TextBox 21">
              <a:extLst>
                <a:ext uri="{FF2B5EF4-FFF2-40B4-BE49-F238E27FC236}">
                  <a16:creationId xmlns:a16="http://schemas.microsoft.com/office/drawing/2014/main" id="{2C43A95C-D6FD-525D-D92F-4A07916CB6AB}"/>
                </a:ext>
              </a:extLst>
            </p:cNvPr>
            <p:cNvSpPr txBox="1"/>
            <p:nvPr/>
          </p:nvSpPr>
          <p:spPr>
            <a:xfrm>
              <a:off x="9262846" y="3851450"/>
              <a:ext cx="348172" cy="400110"/>
            </a:xfrm>
            <a:prstGeom prst="rect">
              <a:avLst/>
            </a:prstGeom>
            <a:noFill/>
          </p:spPr>
          <p:txBody>
            <a:bodyPr wrap="none" rtlCol="0">
              <a:spAutoFit/>
            </a:bodyPr>
            <a:lstStyle/>
            <a:p>
              <a:r>
                <a:rPr lang="en-MY" b="1" dirty="0">
                  <a:solidFill>
                    <a:srgbClr val="FF0000"/>
                  </a:solidFill>
                </a:rPr>
                <a:t>1</a:t>
              </a:r>
            </a:p>
          </p:txBody>
        </p:sp>
        <p:sp>
          <p:nvSpPr>
            <p:cNvPr id="23" name="TextBox 22">
              <a:extLst>
                <a:ext uri="{FF2B5EF4-FFF2-40B4-BE49-F238E27FC236}">
                  <a16:creationId xmlns:a16="http://schemas.microsoft.com/office/drawing/2014/main" id="{06745D3D-19FB-4270-BF02-BD5D726917E3}"/>
                </a:ext>
              </a:extLst>
            </p:cNvPr>
            <p:cNvSpPr txBox="1"/>
            <p:nvPr/>
          </p:nvSpPr>
          <p:spPr>
            <a:xfrm>
              <a:off x="9249492" y="3149157"/>
              <a:ext cx="348172" cy="400110"/>
            </a:xfrm>
            <a:prstGeom prst="rect">
              <a:avLst/>
            </a:prstGeom>
            <a:noFill/>
          </p:spPr>
          <p:txBody>
            <a:bodyPr wrap="none" rtlCol="0">
              <a:spAutoFit/>
            </a:bodyPr>
            <a:lstStyle/>
            <a:p>
              <a:r>
                <a:rPr lang="en-MY" b="1" dirty="0">
                  <a:solidFill>
                    <a:srgbClr val="FF0000"/>
                  </a:solidFill>
                </a:rPr>
                <a:t>0</a:t>
              </a:r>
            </a:p>
          </p:txBody>
        </p:sp>
        <p:sp>
          <p:nvSpPr>
            <p:cNvPr id="24" name="TextBox 23">
              <a:extLst>
                <a:ext uri="{FF2B5EF4-FFF2-40B4-BE49-F238E27FC236}">
                  <a16:creationId xmlns:a16="http://schemas.microsoft.com/office/drawing/2014/main" id="{F1101269-CA57-6020-A971-346D31F26EF5}"/>
                </a:ext>
              </a:extLst>
            </p:cNvPr>
            <p:cNvSpPr txBox="1"/>
            <p:nvPr/>
          </p:nvSpPr>
          <p:spPr>
            <a:xfrm>
              <a:off x="11467936" y="3332891"/>
              <a:ext cx="348172" cy="400110"/>
            </a:xfrm>
            <a:prstGeom prst="rect">
              <a:avLst/>
            </a:prstGeom>
            <a:noFill/>
          </p:spPr>
          <p:txBody>
            <a:bodyPr wrap="none" rtlCol="0">
              <a:spAutoFit/>
            </a:bodyPr>
            <a:lstStyle/>
            <a:p>
              <a:r>
                <a:rPr lang="en-MY" b="1" dirty="0">
                  <a:solidFill>
                    <a:srgbClr val="FF0000"/>
                  </a:solidFill>
                </a:rPr>
                <a:t>0</a:t>
              </a:r>
            </a:p>
          </p:txBody>
        </p:sp>
        <p:sp>
          <p:nvSpPr>
            <p:cNvPr id="25" name="TextBox 24">
              <a:extLst>
                <a:ext uri="{FF2B5EF4-FFF2-40B4-BE49-F238E27FC236}">
                  <a16:creationId xmlns:a16="http://schemas.microsoft.com/office/drawing/2014/main" id="{4E5E2FC5-924F-276D-4D17-4B3BCC09D4E3}"/>
                </a:ext>
              </a:extLst>
            </p:cNvPr>
            <p:cNvSpPr txBox="1"/>
            <p:nvPr/>
          </p:nvSpPr>
          <p:spPr>
            <a:xfrm>
              <a:off x="11467936" y="3810717"/>
              <a:ext cx="348172" cy="400110"/>
            </a:xfrm>
            <a:prstGeom prst="rect">
              <a:avLst/>
            </a:prstGeom>
            <a:noFill/>
          </p:spPr>
          <p:txBody>
            <a:bodyPr wrap="none" rtlCol="0">
              <a:spAutoFit/>
            </a:bodyPr>
            <a:lstStyle/>
            <a:p>
              <a:r>
                <a:rPr lang="en-MY" b="1" dirty="0">
                  <a:solidFill>
                    <a:srgbClr val="FF0000"/>
                  </a:solidFill>
                </a:rPr>
                <a:t>0</a:t>
              </a:r>
            </a:p>
          </p:txBody>
        </p:sp>
        <p:sp>
          <p:nvSpPr>
            <p:cNvPr id="26" name="TextBox 25">
              <a:extLst>
                <a:ext uri="{FF2B5EF4-FFF2-40B4-BE49-F238E27FC236}">
                  <a16:creationId xmlns:a16="http://schemas.microsoft.com/office/drawing/2014/main" id="{263508BA-FA5C-10BD-FC63-75B8FF42F6DA}"/>
                </a:ext>
              </a:extLst>
            </p:cNvPr>
            <p:cNvSpPr txBox="1"/>
            <p:nvPr/>
          </p:nvSpPr>
          <p:spPr>
            <a:xfrm>
              <a:off x="11469392" y="5216202"/>
              <a:ext cx="348172" cy="400110"/>
            </a:xfrm>
            <a:prstGeom prst="rect">
              <a:avLst/>
            </a:prstGeom>
            <a:noFill/>
          </p:spPr>
          <p:txBody>
            <a:bodyPr wrap="none" rtlCol="0">
              <a:spAutoFit/>
            </a:bodyPr>
            <a:lstStyle/>
            <a:p>
              <a:r>
                <a:rPr lang="en-MY" b="1" dirty="0">
                  <a:solidFill>
                    <a:srgbClr val="FF0000"/>
                  </a:solidFill>
                </a:rPr>
                <a:t>1</a:t>
              </a:r>
            </a:p>
          </p:txBody>
        </p:sp>
        <p:sp>
          <p:nvSpPr>
            <p:cNvPr id="27" name="TextBox 26">
              <a:extLst>
                <a:ext uri="{FF2B5EF4-FFF2-40B4-BE49-F238E27FC236}">
                  <a16:creationId xmlns:a16="http://schemas.microsoft.com/office/drawing/2014/main" id="{B37FAC1E-6B53-BEBD-BBF6-F8BD6E77D92F}"/>
                </a:ext>
              </a:extLst>
            </p:cNvPr>
            <p:cNvSpPr txBox="1"/>
            <p:nvPr/>
          </p:nvSpPr>
          <p:spPr>
            <a:xfrm>
              <a:off x="11483648" y="5694028"/>
              <a:ext cx="348172" cy="400110"/>
            </a:xfrm>
            <a:prstGeom prst="rect">
              <a:avLst/>
            </a:prstGeom>
            <a:noFill/>
          </p:spPr>
          <p:txBody>
            <a:bodyPr wrap="none" rtlCol="0">
              <a:spAutoFit/>
            </a:bodyPr>
            <a:lstStyle/>
            <a:p>
              <a:r>
                <a:rPr lang="en-MY" b="1" dirty="0">
                  <a:solidFill>
                    <a:srgbClr val="FF0000"/>
                  </a:solidFill>
                </a:rPr>
                <a:t>1</a:t>
              </a:r>
            </a:p>
          </p:txBody>
        </p:sp>
        <p:sp>
          <p:nvSpPr>
            <p:cNvPr id="28" name="TextBox 27">
              <a:extLst>
                <a:ext uri="{FF2B5EF4-FFF2-40B4-BE49-F238E27FC236}">
                  <a16:creationId xmlns:a16="http://schemas.microsoft.com/office/drawing/2014/main" id="{03178272-48D4-E07D-45F5-EEBA18253EA7}"/>
                </a:ext>
              </a:extLst>
            </p:cNvPr>
            <p:cNvSpPr txBox="1"/>
            <p:nvPr/>
          </p:nvSpPr>
          <p:spPr>
            <a:xfrm>
              <a:off x="13068944" y="3332891"/>
              <a:ext cx="348172" cy="400110"/>
            </a:xfrm>
            <a:prstGeom prst="rect">
              <a:avLst/>
            </a:prstGeom>
            <a:noFill/>
          </p:spPr>
          <p:txBody>
            <a:bodyPr wrap="none" rtlCol="0">
              <a:spAutoFit/>
            </a:bodyPr>
            <a:lstStyle/>
            <a:p>
              <a:r>
                <a:rPr lang="en-MY" b="1" dirty="0">
                  <a:solidFill>
                    <a:srgbClr val="FF0000"/>
                  </a:solidFill>
                </a:rPr>
                <a:t>1</a:t>
              </a:r>
            </a:p>
          </p:txBody>
        </p:sp>
        <p:sp>
          <p:nvSpPr>
            <p:cNvPr id="29" name="TextBox 28">
              <a:extLst>
                <a:ext uri="{FF2B5EF4-FFF2-40B4-BE49-F238E27FC236}">
                  <a16:creationId xmlns:a16="http://schemas.microsoft.com/office/drawing/2014/main" id="{C53FD0BC-C981-969E-BE10-9404396C1BED}"/>
                </a:ext>
              </a:extLst>
            </p:cNvPr>
            <p:cNvSpPr txBox="1"/>
            <p:nvPr/>
          </p:nvSpPr>
          <p:spPr>
            <a:xfrm>
              <a:off x="13068944" y="5367900"/>
              <a:ext cx="348172" cy="400110"/>
            </a:xfrm>
            <a:prstGeom prst="rect">
              <a:avLst/>
            </a:prstGeom>
            <a:noFill/>
          </p:spPr>
          <p:txBody>
            <a:bodyPr wrap="none" rtlCol="0">
              <a:spAutoFit/>
            </a:bodyPr>
            <a:lstStyle/>
            <a:p>
              <a:r>
                <a:rPr lang="en-MY" b="1" dirty="0">
                  <a:solidFill>
                    <a:srgbClr val="FF0000"/>
                  </a:solidFill>
                </a:rPr>
                <a:t>0</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dissolv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0" presetClass="path" presetSubtype="0" accel="50000" decel="50000" fill="hold" grpId="0" nodeType="clickEffect">
                                  <p:stCondLst>
                                    <p:cond delay="0"/>
                                  </p:stCondLst>
                                  <p:childTnLst>
                                    <p:animMotion origin="layout" path="M -0.0066 0.03194 L -0.0066 0.03194 C -0.00868 0.03171 -0.01094 0.03148 -0.01285 0.03101 C -0.01406 0.03101 -0.01528 0.03055 -0.01632 0.03009 C -0.01823 0.02986 -0.02014 0.02963 -0.02188 0.02939 C -0.02934 0.03078 -0.03698 0.03101 -0.0441 0.03379 C -0.04531 0.03426 -0.04444 0.03703 -0.04479 0.03842 C -0.04566 0.04166 -0.04757 0.04768 -0.04757 0.04768 C -0.04792 0.05115 -0.04809 0.05463 -0.04826 0.05787 C -0.04931 0.07615 -0.04792 0.06967 -0.05035 0.08101 C -0.05069 0.08217 -0.05069 0.0831 -0.05104 0.08379 C -0.05174 0.08495 -0.05243 0.08564 -0.05313 0.08657 C -0.05538 0.09537 -0.05347 0.08958 -0.05799 0.09768 C -0.0592 0.1 -0.06024 0.10231 -0.06146 0.10416 C -0.06285 0.10601 -0.06441 0.10717 -0.06563 0.10879 C -0.06771 0.11134 -0.06927 0.11389 -0.07118 0.1162 C -0.07552 0.12129 -0.08021 0.12592 -0.08438 0.13101 C -0.08681 0.13379 -0.08889 0.13703 -0.09132 0.13935 C -0.09653 0.14444 -0.10208 0.14884 -0.10729 0.15324 C -0.11597 0.16088 -0.11424 0.15926 -0.12326 0.1662 C -0.12604 0.16851 -0.12865 0.17106 -0.1316 0.17268 C -0.13924 0.17708 -0.14097 0.17754 -0.14826 0.18287 C -0.15122 0.18495 -0.15382 0.1875 -0.1566 0.18935 C -0.16233 0.19328 -0.1684 0.19629 -0.17396 0.20046 C -0.17604 0.20208 -0.17813 0.2037 -0.18021 0.20509 C -0.18229 0.20648 -0.18455 0.20764 -0.18646 0.20879 C -0.18872 0.21041 -0.19063 0.21203 -0.19271 0.21342 C -0.19514 0.21504 -0.19757 0.21643 -0.19965 0.21805 C -0.20313 0.22083 -0.20642 0.22314 -0.20938 0.22639 C -0.21076 0.22801 -0.21215 0.22986 -0.21354 0.23101 C -0.22014 0.23657 -0.21788 0.23264 -0.22326 0.23842 C -0.23906 0.25555 -0.21736 0.23379 -0.22951 0.24583 C -0.23021 0.24745 -0.2309 0.24907 -0.2316 0.25046 C -0.23247 0.25185 -0.23368 0.25301 -0.23438 0.25416 C -0.23524 0.25532 -0.23576 0.25671 -0.23646 0.25787 C -0.23681 0.25949 -0.23698 0.26111 -0.23715 0.2625 C -0.23767 0.26435 -0.23872 0.2662 -0.23854 0.26805 C -0.23854 0.27222 -0.23802 0.27662 -0.23646 0.28009 C -0.2342 0.28611 -0.23004 0.28935 -0.22535 0.2912 C -0.22413 0.29189 -0.22257 0.29189 -0.22118 0.29213 C -0.22014 0.29282 -0.2191 0.29375 -0.21771 0.29398 C -0.21129 0.29583 -0.2125 0.29398 -0.2066 0.29583 C -0.18941 0.30139 -0.20451 0.29953 -0.18229 0.29953 L -0.18229 0.29953 " pathEditMode="relative" ptsTypes="AAAAAAAAAAAAAAAAAAAAAAAAAAAAAAAAAAAAAAAAAAAA">
                                      <p:cBhvr>
                                        <p:cTn id="37" dur="2000" fill="hold"/>
                                        <p:tgtEl>
                                          <p:spTgt spid="6"/>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grpId="1" nodeType="clickEffect">
                                  <p:stCondLst>
                                    <p:cond delay="0"/>
                                  </p:stCondLst>
                                  <p:childTnLst>
                                    <p:animMotion origin="layout" path="M -0.03993 0.00162 L -0.03993 0.00162 C -0.04184 -0.01019 -0.04271 -0.02223 -0.04549 -0.03357 C -0.04653 -0.03727 -0.04601 -0.04236 -0.04826 -0.04468 C -0.05069 -0.04723 -0.05434 -0.04537 -0.05729 -0.04561 C -0.06476 -0.04537 -0.08438 -0.04468 -0.0934 -0.04375 C -0.12847 -0.04028 -0.08507 -0.04329 -0.12257 -0.04098 L -0.18993 -0.04375 C -0.24844 -0.04815 -0.16007 -0.04306 -0.24618 -0.04746 L -0.2934 -0.04561 C -0.30972 -0.04468 -0.32587 -0.04236 -0.34201 -0.0419 L -0.40035 -0.04098 C -0.40851 -0.04074 -0.41667 -0.04074 -0.42465 -0.04005 C -0.42795 -0.03982 -0.43142 -0.03982 -0.43438 -0.0382 C -0.43576 -0.0375 -0.43629 -0.03519 -0.43715 -0.03357 C -0.43576 -0.02639 -0.43576 -0.01875 -0.4316 -0.0132 C -0.43108 -0.0125 -0.43038 -0.01204 -0.42951 -0.01135 C -0.42674 -0.00949 -0.42726 -0.00949 -0.42535 -0.00949 L -0.42535 -0.00949 " pathEditMode="relative" ptsTypes="AAAAAAAAAAAAAAAAAAA">
                                      <p:cBhvr>
                                        <p:cTn id="56" dur="2000" fill="hold"/>
                                        <p:tgtEl>
                                          <p:spTgt spid="6"/>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dissolve">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1" nodeType="clickEffect">
                                  <p:stCondLst>
                                    <p:cond delay="0"/>
                                  </p:stCondLst>
                                  <p:childTnLst>
                                    <p:animMotion origin="layout" path="M -0.00226 0.01435 L -0.00226 0.01435 C -0.01737 0.01134 -0.01094 0.01296 -0.03073 0.00694 C -0.03368 0.00602 -0.03629 0.00509 -0.03907 0.00417 C -0.04098 0.00347 -0.04289 0.00301 -0.04462 0.00231 C -0.05122 -0.00093 -0.04827 1.11111E-6 -0.05296 -0.00139 C -0.05365 -0.00208 -0.05434 -0.00278 -0.05504 -0.00324 C -0.05643 -0.0044 -0.05799 -0.00486 -0.05921 -0.00602 C -0.0665 -0.01273 -0.0573 -0.00648 -0.06476 -0.01528 C -0.06893 -0.02014 -0.07379 -0.02361 -0.07796 -0.02824 C -0.08073 -0.03148 -0.08334 -0.03495 -0.08629 -0.0375 C -0.09202 -0.04283 -0.09827 -0.04699 -0.10365 -0.05232 C -0.10747 -0.05602 -0.11112 -0.05995 -0.11476 -0.06343 C -0.11875 -0.06713 -0.12292 -0.07014 -0.12657 -0.07361 C -0.13438 -0.08125 -0.14167 -0.08982 -0.14948 -0.09676 C -0.15643 -0.10301 -0.16389 -0.10833 -0.17032 -0.11528 C -0.18264 -0.12847 -0.17483 -0.11991 -0.19184 -0.14028 C -0.19427 -0.14329 -0.19688 -0.1456 -0.19879 -0.14861 L -0.21059 -0.16806 C -0.21164 -0.17153 -0.21268 -0.17477 -0.21337 -0.17824 C -0.21407 -0.18171 -0.21441 -0.18519 -0.21476 -0.18843 C -0.21528 -0.19144 -0.2158 -0.19398 -0.21615 -0.19676 C -0.21546 -0.21019 -0.21719 -0.21759 -0.21198 -0.22732 C -0.21112 -0.22917 -0.2099 -0.23056 -0.20851 -0.23195 C -0.20712 -0.2338 -0.20539 -0.23519 -0.20365 -0.23658 C -0.20243 -0.23773 -0.20105 -0.23866 -0.19948 -0.23935 C -0.19844 -0.24005 -0.19723 -0.24028 -0.19601 -0.24028 C -0.19098 -0.2412 -0.18577 -0.24097 -0.18073 -0.24213 C -0.16945 -0.24491 -0.17691 -0.24352 -0.16546 -0.24491 C -0.15816 -0.24607 -0.16164 -0.24583 -0.15782 -0.24583 L -0.15782 -0.24583 " pathEditMode="relative" ptsTypes="AAAAAAAAAAAAAAAAAAAAAAAAAAAAAAA">
                                      <p:cBhvr>
                                        <p:cTn id="65" dur="2000" fill="hold"/>
                                        <p:tgtEl>
                                          <p:spTgt spid="13"/>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9" presetClass="exit" presetSubtype="0" fill="hold" grpId="2" nodeType="clickEffect">
                                  <p:stCondLst>
                                    <p:cond delay="0"/>
                                  </p:stCondLst>
                                  <p:childTnLst>
                                    <p:animEffect transition="out" filter="dissolve">
                                      <p:cBhvr>
                                        <p:cTn id="69" dur="500"/>
                                        <p:tgtEl>
                                          <p:spTgt spid="6"/>
                                        </p:tgtEl>
                                      </p:cBhvr>
                                    </p:animEffect>
                                    <p:set>
                                      <p:cBhvr>
                                        <p:cTn id="70" dur="1" fill="hold">
                                          <p:stCondLst>
                                            <p:cond delay="499"/>
                                          </p:stCondLst>
                                        </p:cTn>
                                        <p:tgtEl>
                                          <p:spTgt spid="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dissolve">
                                      <p:cBhvr>
                                        <p:cTn id="75" dur="500"/>
                                        <p:tgtEl>
                                          <p:spTgt spid="16"/>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30"/>
                                        </p:tgtEl>
                                        <p:attrNameLst>
                                          <p:attrName>style.visibility</p:attrName>
                                        </p:attrNameLst>
                                      </p:cBhvr>
                                      <p:to>
                                        <p:strVal val="visible"/>
                                      </p:to>
                                    </p:set>
                                    <p:anim calcmode="lin" valueType="num">
                                      <p:cBhvr additive="base">
                                        <p:cTn id="80" dur="500" fill="hold"/>
                                        <p:tgtEl>
                                          <p:spTgt spid="30"/>
                                        </p:tgtEl>
                                        <p:attrNameLst>
                                          <p:attrName>ppt_x</p:attrName>
                                        </p:attrNameLst>
                                      </p:cBhvr>
                                      <p:tavLst>
                                        <p:tav tm="0">
                                          <p:val>
                                            <p:strVal val="#ppt_x"/>
                                          </p:val>
                                        </p:tav>
                                        <p:tav tm="100000">
                                          <p:val>
                                            <p:strVal val="#ppt_x"/>
                                          </p:val>
                                        </p:tav>
                                      </p:tavLst>
                                    </p:anim>
                                    <p:anim calcmode="lin" valueType="num">
                                      <p:cBhvr additive="base">
                                        <p:cTn id="81"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6" grpId="1"/>
      <p:bldP spid="6" grpId="2"/>
      <p:bldP spid="7" grpId="0"/>
      <p:bldP spid="8" grpId="0"/>
      <p:bldP spid="9" grpId="0"/>
      <p:bldP spid="10" grpId="0"/>
      <p:bldP spid="11" grpId="0"/>
      <p:bldP spid="12" grpId="0"/>
      <p:bldP spid="13" grpId="0"/>
      <p:bldP spid="13" grpId="1"/>
      <p:bldP spid="14" grpId="0"/>
      <p:bldP spid="15"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1">
            <a:extLst>
              <a:ext uri="{FF2B5EF4-FFF2-40B4-BE49-F238E27FC236}">
                <a16:creationId xmlns:a16="http://schemas.microsoft.com/office/drawing/2014/main" id="{9A417A79-895C-1F11-C90A-29C131C6E7D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S-R vs. J-K vs. D Flip-Flips</a:t>
            </a:r>
          </a:p>
        </p:txBody>
      </p:sp>
      <p:pic>
        <p:nvPicPr>
          <p:cNvPr id="3" name="Picture 2">
            <a:extLst>
              <a:ext uri="{FF2B5EF4-FFF2-40B4-BE49-F238E27FC236}">
                <a16:creationId xmlns:a16="http://schemas.microsoft.com/office/drawing/2014/main" id="{220C1016-299D-847A-874B-5F3CFDB37C5B}"/>
              </a:ext>
            </a:extLst>
          </p:cNvPr>
          <p:cNvPicPr>
            <a:picLocks noChangeAspect="1"/>
          </p:cNvPicPr>
          <p:nvPr/>
        </p:nvPicPr>
        <p:blipFill>
          <a:blip r:embed="rId3"/>
          <a:stretch>
            <a:fillRect/>
          </a:stretch>
        </p:blipFill>
        <p:spPr>
          <a:xfrm>
            <a:off x="429245" y="1772816"/>
            <a:ext cx="4293170" cy="4928592"/>
          </a:xfrm>
          <a:prstGeom prst="rect">
            <a:avLst/>
          </a:prstGeom>
        </p:spPr>
      </p:pic>
      <p:sp>
        <p:nvSpPr>
          <p:cNvPr id="4" name="TextBox 3">
            <a:extLst>
              <a:ext uri="{FF2B5EF4-FFF2-40B4-BE49-F238E27FC236}">
                <a16:creationId xmlns:a16="http://schemas.microsoft.com/office/drawing/2014/main" id="{A43DB0C0-5455-FD08-BE19-9140BD7533D9}"/>
              </a:ext>
            </a:extLst>
          </p:cNvPr>
          <p:cNvSpPr txBox="1"/>
          <p:nvPr/>
        </p:nvSpPr>
        <p:spPr>
          <a:xfrm>
            <a:off x="4860032" y="2505670"/>
            <a:ext cx="2705741" cy="923330"/>
          </a:xfrm>
          <a:prstGeom prst="rect">
            <a:avLst/>
          </a:prstGeom>
          <a:noFill/>
        </p:spPr>
        <p:txBody>
          <a:bodyPr wrap="none" rtlCol="0">
            <a:spAutoFit/>
          </a:bodyPr>
          <a:lstStyle/>
          <a:p>
            <a:r>
              <a:rPr lang="en-MY" sz="1800" dirty="0">
                <a:solidFill>
                  <a:srgbClr val="FF0000"/>
                </a:solidFill>
              </a:rPr>
              <a:t>S = to set </a:t>
            </a:r>
          </a:p>
          <a:p>
            <a:r>
              <a:rPr lang="en-MY" sz="1800" dirty="0">
                <a:solidFill>
                  <a:srgbClr val="FF0000"/>
                </a:solidFill>
              </a:rPr>
              <a:t>R = to reset </a:t>
            </a:r>
          </a:p>
          <a:p>
            <a:r>
              <a:rPr lang="en-MY" sz="1800" dirty="0">
                <a:solidFill>
                  <a:srgbClr val="FF0000"/>
                </a:solidFill>
              </a:rPr>
              <a:t>S = R =1, not ALLOWED</a:t>
            </a:r>
          </a:p>
        </p:txBody>
      </p:sp>
      <p:sp>
        <p:nvSpPr>
          <p:cNvPr id="5" name="TextBox 4">
            <a:extLst>
              <a:ext uri="{FF2B5EF4-FFF2-40B4-BE49-F238E27FC236}">
                <a16:creationId xmlns:a16="http://schemas.microsoft.com/office/drawing/2014/main" id="{9A91129F-DEC9-6F0E-0765-DAF1E7B90EBF}"/>
              </a:ext>
            </a:extLst>
          </p:cNvPr>
          <p:cNvSpPr txBox="1"/>
          <p:nvPr/>
        </p:nvSpPr>
        <p:spPr>
          <a:xfrm>
            <a:off x="4860032" y="4005064"/>
            <a:ext cx="3831690" cy="923330"/>
          </a:xfrm>
          <a:prstGeom prst="rect">
            <a:avLst/>
          </a:prstGeom>
          <a:noFill/>
        </p:spPr>
        <p:txBody>
          <a:bodyPr wrap="none" rtlCol="0">
            <a:spAutoFit/>
          </a:bodyPr>
          <a:lstStyle/>
          <a:p>
            <a:r>
              <a:rPr lang="en-MY" sz="1800" dirty="0">
                <a:solidFill>
                  <a:srgbClr val="FF0000"/>
                </a:solidFill>
              </a:rPr>
              <a:t>J = to set </a:t>
            </a:r>
          </a:p>
          <a:p>
            <a:r>
              <a:rPr lang="en-MY" sz="1800" dirty="0">
                <a:solidFill>
                  <a:srgbClr val="FF0000"/>
                </a:solidFill>
              </a:rPr>
              <a:t>K = to reset </a:t>
            </a:r>
          </a:p>
          <a:p>
            <a:r>
              <a:rPr lang="en-MY" sz="1800" dirty="0">
                <a:solidFill>
                  <a:srgbClr val="FF0000"/>
                </a:solidFill>
              </a:rPr>
              <a:t>S = R =1, it will toggle the Q value </a:t>
            </a:r>
          </a:p>
        </p:txBody>
      </p:sp>
      <p:sp>
        <p:nvSpPr>
          <p:cNvPr id="6" name="TextBox 5">
            <a:extLst>
              <a:ext uri="{FF2B5EF4-FFF2-40B4-BE49-F238E27FC236}">
                <a16:creationId xmlns:a16="http://schemas.microsoft.com/office/drawing/2014/main" id="{40F87283-DF8B-8D54-622A-121CAA31F446}"/>
              </a:ext>
            </a:extLst>
          </p:cNvPr>
          <p:cNvSpPr txBox="1"/>
          <p:nvPr/>
        </p:nvSpPr>
        <p:spPr>
          <a:xfrm>
            <a:off x="4857328" y="5693132"/>
            <a:ext cx="4237955" cy="369332"/>
          </a:xfrm>
          <a:prstGeom prst="rect">
            <a:avLst/>
          </a:prstGeom>
          <a:noFill/>
        </p:spPr>
        <p:txBody>
          <a:bodyPr wrap="none" rtlCol="0">
            <a:spAutoFit/>
          </a:bodyPr>
          <a:lstStyle/>
          <a:p>
            <a:r>
              <a:rPr lang="en-MY" sz="1800" dirty="0">
                <a:solidFill>
                  <a:srgbClr val="FF0000"/>
                </a:solidFill>
              </a:rPr>
              <a:t>Input value will be channelled to output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Text Box 1">
            <a:extLst>
              <a:ext uri="{FF2B5EF4-FFF2-40B4-BE49-F238E27FC236}">
                <a16:creationId xmlns:a16="http://schemas.microsoft.com/office/drawing/2014/main" id="{789B8679-614B-D9B5-4F39-7F79366E3576}"/>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tx1"/>
                </a:solidFill>
                <a:latin typeface="Arial Black" panose="020B0A04020102020204" pitchFamily="34" charset="0"/>
              </a:rPr>
              <a:t>Outline</a:t>
            </a:r>
          </a:p>
        </p:txBody>
      </p:sp>
      <p:sp>
        <p:nvSpPr>
          <p:cNvPr id="68611" name="Text Box 2">
            <a:extLst>
              <a:ext uri="{FF2B5EF4-FFF2-40B4-BE49-F238E27FC236}">
                <a16:creationId xmlns:a16="http://schemas.microsoft.com/office/drawing/2014/main" id="{357D195F-DBEA-0B3F-9066-936C3B319C45}"/>
              </a:ext>
            </a:extLst>
          </p:cNvPr>
          <p:cNvSpPr txBox="1">
            <a:spLocks noChangeArrowheads="1"/>
          </p:cNvSpPr>
          <p:nvPr/>
        </p:nvSpPr>
        <p:spPr bwMode="auto">
          <a:xfrm>
            <a:off x="457200" y="1600200"/>
            <a:ext cx="81788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tx1"/>
                </a:solidFill>
              </a:rPr>
              <a:t>Sequential Circuits</a:t>
            </a:r>
          </a:p>
          <a:p>
            <a:pPr lvl="1">
              <a:buClr>
                <a:srgbClr val="FF0000"/>
              </a:buClr>
              <a:buFont typeface="Tahoma" panose="020B0604030504040204" pitchFamily="34" charset="0"/>
              <a:buChar char="o"/>
            </a:pPr>
            <a:r>
              <a:rPr lang="en-US" altLang="en-US">
                <a:solidFill>
                  <a:schemeClr val="tx1"/>
                </a:solidFill>
              </a:rPr>
              <a:t>Flip-Flops</a:t>
            </a:r>
          </a:p>
          <a:p>
            <a:pPr lvl="1">
              <a:buClr>
                <a:srgbClr val="FF0000"/>
              </a:buClr>
              <a:buFont typeface="Tahoma" panose="020B0604030504040204" pitchFamily="34" charset="0"/>
              <a:buChar char="o"/>
            </a:pPr>
            <a:r>
              <a:rPr lang="en-US" altLang="en-US">
                <a:solidFill>
                  <a:schemeClr val="tx1"/>
                </a:solidFill>
              </a:rPr>
              <a:t>Registers</a:t>
            </a:r>
          </a:p>
          <a:p>
            <a:pPr lvl="1">
              <a:buClr>
                <a:srgbClr val="FF0000"/>
              </a:buClr>
              <a:buFont typeface="Tahoma" panose="020B0604030504040204" pitchFamily="34" charset="0"/>
              <a:buChar char="o"/>
            </a:pPr>
            <a:r>
              <a:rPr lang="en-US" altLang="en-US">
                <a:solidFill>
                  <a:schemeClr val="tx1"/>
                </a:solidFill>
              </a:rPr>
              <a:t>Counters</a:t>
            </a:r>
          </a:p>
          <a:p>
            <a:pPr>
              <a:buClr>
                <a:srgbClr val="FF0000"/>
              </a:buClr>
              <a:buFont typeface="Tahoma" panose="020B0604030504040204" pitchFamily="34" charset="0"/>
              <a:buChar char="•"/>
            </a:pPr>
            <a:r>
              <a:rPr lang="en-US" altLang="en-US">
                <a:solidFill>
                  <a:schemeClr val="tx1"/>
                </a:solidFill>
              </a:rPr>
              <a:t>Programmable Logic Devices</a:t>
            </a:r>
          </a:p>
          <a:p>
            <a:pPr lvl="1">
              <a:buClr>
                <a:srgbClr val="FF0000"/>
              </a:buClr>
              <a:buFont typeface="Tahoma" panose="020B0604030504040204" pitchFamily="34" charset="0"/>
              <a:buChar char="o"/>
            </a:pPr>
            <a:r>
              <a:rPr lang="en-US" altLang="en-US">
                <a:solidFill>
                  <a:schemeClr val="tx1"/>
                </a:solidFill>
              </a:rPr>
              <a:t>Programmable Logic Array</a:t>
            </a:r>
          </a:p>
          <a:p>
            <a:pPr lvl="1">
              <a:buClr>
                <a:srgbClr val="FF0000"/>
              </a:buClr>
              <a:buFont typeface="Tahoma" panose="020B0604030504040204" pitchFamily="34" charset="0"/>
              <a:buChar char="o"/>
            </a:pPr>
            <a:r>
              <a:rPr lang="en-US" altLang="en-US">
                <a:solidFill>
                  <a:schemeClr val="tx1"/>
                </a:solidFill>
              </a:rPr>
              <a:t>Field-Programmable Gate Array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1">
            <a:extLst>
              <a:ext uri="{FF2B5EF4-FFF2-40B4-BE49-F238E27FC236}">
                <a16:creationId xmlns:a16="http://schemas.microsoft.com/office/drawing/2014/main" id="{8F09B7B8-E853-377F-9332-1BD696BCC9D0}"/>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619125" indent="-228600">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solidFill>
                  <a:schemeClr val="bg1"/>
                </a:solidFill>
              </a:rPr>
              <a:t>Digital circuit within CPU to </a:t>
            </a:r>
            <a:r>
              <a:rPr lang="en-US" altLang="en-US" sz="3600" b="1" dirty="0">
                <a:solidFill>
                  <a:schemeClr val="bg1"/>
                </a:solidFill>
              </a:rPr>
              <a:t>store</a:t>
            </a:r>
            <a:r>
              <a:rPr lang="en-US" altLang="en-US" dirty="0">
                <a:solidFill>
                  <a:schemeClr val="bg1"/>
                </a:solidFill>
              </a:rPr>
              <a:t> one or more bits of data</a:t>
            </a:r>
          </a:p>
        </p:txBody>
      </p:sp>
      <p:sp>
        <p:nvSpPr>
          <p:cNvPr id="70659" name="Text Box 2">
            <a:extLst>
              <a:ext uri="{FF2B5EF4-FFF2-40B4-BE49-F238E27FC236}">
                <a16:creationId xmlns:a16="http://schemas.microsoft.com/office/drawing/2014/main" id="{468A4120-10F4-42CF-0205-D6469D89A3B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Registers</a:t>
            </a:r>
          </a:p>
        </p:txBody>
      </p:sp>
      <p:sp>
        <p:nvSpPr>
          <p:cNvPr id="2" name="Text Box 1">
            <a:extLst>
              <a:ext uri="{FF2B5EF4-FFF2-40B4-BE49-F238E27FC236}">
                <a16:creationId xmlns:a16="http://schemas.microsoft.com/office/drawing/2014/main" id="{427629F7-999D-836F-2522-70E56ACD2FBD}"/>
              </a:ext>
            </a:extLst>
          </p:cNvPr>
          <p:cNvSpPr txBox="1">
            <a:spLocks noChangeArrowheads="1"/>
          </p:cNvSpPr>
          <p:nvPr/>
        </p:nvSpPr>
        <p:spPr bwMode="auto">
          <a:xfrm>
            <a:off x="439043" y="3356992"/>
            <a:ext cx="8178800" cy="2925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619125" indent="-228600">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solidFill>
                  <a:schemeClr val="bg1"/>
                </a:solidFill>
              </a:rPr>
              <a:t>Two types:</a:t>
            </a:r>
          </a:p>
          <a:p>
            <a:pPr lvl="1" eaLnBrk="1" hangingPunct="1">
              <a:buClr>
                <a:srgbClr val="FF0000"/>
              </a:buClr>
              <a:buFont typeface="Tahoma" panose="020B0604030504040204" pitchFamily="34" charset="0"/>
              <a:buChar char="o"/>
            </a:pPr>
            <a:r>
              <a:rPr lang="en-US" altLang="en-US" sz="3200" b="1" dirty="0">
                <a:solidFill>
                  <a:schemeClr val="bg1"/>
                </a:solidFill>
              </a:rPr>
              <a:t>Parallel</a:t>
            </a:r>
            <a:r>
              <a:rPr lang="en-US" altLang="en-US" dirty="0">
                <a:solidFill>
                  <a:schemeClr val="bg1"/>
                </a:solidFill>
              </a:rPr>
              <a:t> registers</a:t>
            </a:r>
          </a:p>
          <a:p>
            <a:pPr lvl="1" eaLnBrk="1" hangingPunct="1">
              <a:buClr>
                <a:srgbClr val="FF0000"/>
              </a:buClr>
              <a:buFont typeface="Tahoma" panose="020B0604030504040204" pitchFamily="34" charset="0"/>
              <a:buChar char="o"/>
            </a:pPr>
            <a:r>
              <a:rPr lang="en-US" altLang="en-US" sz="3200" b="1" dirty="0">
                <a:solidFill>
                  <a:schemeClr val="bg1"/>
                </a:solidFill>
              </a:rPr>
              <a:t>Shift</a:t>
            </a:r>
            <a:r>
              <a:rPr lang="en-US" altLang="en-US" dirty="0">
                <a:solidFill>
                  <a:schemeClr val="bg1"/>
                </a:solidFill>
              </a:rPr>
              <a:t> registers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1">
            <a:extLst>
              <a:ext uri="{FF2B5EF4-FFF2-40B4-BE49-F238E27FC236}">
                <a16:creationId xmlns:a16="http://schemas.microsoft.com/office/drawing/2014/main" id="{61BDC1D7-D2AE-45BC-3E91-DA2B0167988F}"/>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Parallel Registers</a:t>
            </a:r>
          </a:p>
        </p:txBody>
      </p:sp>
      <p:sp>
        <p:nvSpPr>
          <p:cNvPr id="74755" name="Text Box 2">
            <a:extLst>
              <a:ext uri="{FF2B5EF4-FFF2-40B4-BE49-F238E27FC236}">
                <a16:creationId xmlns:a16="http://schemas.microsoft.com/office/drawing/2014/main" id="{8A60FFDE-CCE4-C1EA-47C7-577E1197CC15}"/>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Supports </a:t>
            </a:r>
            <a:r>
              <a:rPr lang="en-US" altLang="en-US" sz="3600" b="1">
                <a:solidFill>
                  <a:schemeClr val="bg1"/>
                </a:solidFill>
              </a:rPr>
              <a:t>simultaneous</a:t>
            </a:r>
            <a:r>
              <a:rPr lang="en-US" altLang="en-US">
                <a:solidFill>
                  <a:schemeClr val="bg1"/>
                </a:solidFill>
              </a:rPr>
              <a:t> reading or writing to a set of 1-bit memories</a:t>
            </a:r>
          </a:p>
          <a:p>
            <a:pPr>
              <a:buClr>
                <a:srgbClr val="FF0000"/>
              </a:buClr>
              <a:buFont typeface="Tahoma" panose="020B0604030504040204" pitchFamily="34" charset="0"/>
              <a:buChar char="•"/>
            </a:pPr>
            <a:r>
              <a:rPr lang="en-US" altLang="en-US">
                <a:solidFill>
                  <a:schemeClr val="bg1"/>
                </a:solidFill>
              </a:rPr>
              <a:t>Uses </a:t>
            </a:r>
            <a:r>
              <a:rPr lang="en-US" altLang="en-US" sz="3600" b="1">
                <a:solidFill>
                  <a:schemeClr val="bg1"/>
                </a:solidFill>
              </a:rPr>
              <a:t>D </a:t>
            </a:r>
            <a:r>
              <a:rPr lang="en-US" altLang="en-US">
                <a:solidFill>
                  <a:schemeClr val="bg1"/>
                </a:solidFill>
              </a:rPr>
              <a:t>flip-flops</a:t>
            </a:r>
          </a:p>
        </p:txBody>
      </p:sp>
      <p:pic>
        <p:nvPicPr>
          <p:cNvPr id="3" name="Picture 2">
            <a:extLst>
              <a:ext uri="{FF2B5EF4-FFF2-40B4-BE49-F238E27FC236}">
                <a16:creationId xmlns:a16="http://schemas.microsoft.com/office/drawing/2014/main" id="{4E5E1719-9340-4C3B-4BAF-D677E57E66A8}"/>
              </a:ext>
            </a:extLst>
          </p:cNvPr>
          <p:cNvPicPr>
            <a:picLocks noChangeAspect="1"/>
          </p:cNvPicPr>
          <p:nvPr/>
        </p:nvPicPr>
        <p:blipFill rotWithShape="1">
          <a:blip r:embed="rId3"/>
          <a:srcRect l="1460" t="4056" r="4417"/>
          <a:stretch/>
        </p:blipFill>
        <p:spPr>
          <a:xfrm>
            <a:off x="1475656" y="3573016"/>
            <a:ext cx="6192688" cy="2599689"/>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1">
            <a:extLst>
              <a:ext uri="{FF2B5EF4-FFF2-40B4-BE49-F238E27FC236}">
                <a16:creationId xmlns:a16="http://schemas.microsoft.com/office/drawing/2014/main" id="{49FF32A6-F6FE-C9E9-3306-050C747B6084}"/>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Shift Registers</a:t>
            </a:r>
          </a:p>
        </p:txBody>
      </p:sp>
      <p:sp>
        <p:nvSpPr>
          <p:cNvPr id="76803" name="Text Box 2">
            <a:extLst>
              <a:ext uri="{FF2B5EF4-FFF2-40B4-BE49-F238E27FC236}">
                <a16:creationId xmlns:a16="http://schemas.microsoft.com/office/drawing/2014/main" id="{C2D82CBF-9DC3-2460-1D94-ED9EF8E0CC95}"/>
              </a:ext>
            </a:extLst>
          </p:cNvPr>
          <p:cNvSpPr txBox="1">
            <a:spLocks noChangeArrowheads="1"/>
          </p:cNvSpPr>
          <p:nvPr/>
        </p:nvSpPr>
        <p:spPr bwMode="auto">
          <a:xfrm>
            <a:off x="457200" y="1885950"/>
            <a:ext cx="8178800" cy="2839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solidFill>
                  <a:schemeClr val="bg1"/>
                </a:solidFill>
              </a:rPr>
              <a:t>Accepts/</a:t>
            </a:r>
            <a:r>
              <a:rPr lang="en-US" altLang="en-US" sz="3600" b="1" dirty="0">
                <a:solidFill>
                  <a:schemeClr val="bg1"/>
                </a:solidFill>
              </a:rPr>
              <a:t>transfers</a:t>
            </a:r>
            <a:r>
              <a:rPr lang="en-US" altLang="en-US" dirty="0">
                <a:solidFill>
                  <a:schemeClr val="bg1"/>
                </a:solidFill>
              </a:rPr>
              <a:t> information </a:t>
            </a:r>
            <a:r>
              <a:rPr lang="en-US" altLang="en-US" sz="3600" b="1" dirty="0">
                <a:solidFill>
                  <a:schemeClr val="bg1"/>
                </a:solidFill>
              </a:rPr>
              <a:t>serially</a:t>
            </a:r>
            <a:endParaRPr lang="en-US" altLang="en-US" b="1" dirty="0">
              <a:solidFill>
                <a:schemeClr val="bg1"/>
              </a:solidFill>
            </a:endParaRPr>
          </a:p>
          <a:p>
            <a:pPr lvl="1" eaLnBrk="1" hangingPunct="1">
              <a:buClr>
                <a:srgbClr val="FF0000"/>
              </a:buClr>
              <a:buFont typeface="Tahoma" panose="020B0604030504040204" pitchFamily="34" charset="0"/>
              <a:buChar char="o"/>
            </a:pPr>
            <a:r>
              <a:rPr lang="en-US" altLang="en-US" dirty="0">
                <a:solidFill>
                  <a:schemeClr val="bg1"/>
                </a:solidFill>
              </a:rPr>
              <a:t>Use (clocked) D flip-flops (or even S-R)</a:t>
            </a:r>
          </a:p>
          <a:p>
            <a:pPr lvl="1" eaLnBrk="1" hangingPunct="1">
              <a:buClr>
                <a:srgbClr val="FF0000"/>
              </a:buClr>
              <a:buFont typeface="Tahoma" panose="020B0604030504040204" pitchFamily="34" charset="0"/>
              <a:buChar char="o"/>
            </a:pPr>
            <a:r>
              <a:rPr lang="en-US" altLang="en-US" dirty="0">
                <a:solidFill>
                  <a:schemeClr val="bg1"/>
                </a:solidFill>
              </a:rPr>
              <a:t>Input only to left-most flip-flop</a:t>
            </a:r>
          </a:p>
          <a:p>
            <a:pPr lvl="1" eaLnBrk="1" hangingPunct="1">
              <a:buClr>
                <a:srgbClr val="FF0000"/>
              </a:buClr>
              <a:buFont typeface="Tahoma" panose="020B0604030504040204" pitchFamily="34" charset="0"/>
              <a:buChar char="o"/>
            </a:pPr>
            <a:r>
              <a:rPr lang="en-US" altLang="en-US" dirty="0">
                <a:solidFill>
                  <a:schemeClr val="bg1"/>
                </a:solidFill>
              </a:rPr>
              <a:t>Data are shifted one position at every clock pulse</a:t>
            </a:r>
          </a:p>
          <a:p>
            <a:pPr lvl="1" eaLnBrk="1" hangingPunct="1">
              <a:buClr>
                <a:srgbClr val="FF0000"/>
              </a:buClr>
              <a:buFont typeface="Tahoma" panose="020B0604030504040204" pitchFamily="34" charset="0"/>
              <a:buChar char="o"/>
            </a:pPr>
            <a:r>
              <a:rPr lang="en-US" altLang="en-US" dirty="0">
                <a:solidFill>
                  <a:schemeClr val="bg1"/>
                </a:solidFill>
              </a:rPr>
              <a:t>Use to interface to serial I/O devices, perform logical shift/rotate functions (ALU), etc.</a:t>
            </a:r>
          </a:p>
        </p:txBody>
      </p:sp>
      <p:pic>
        <p:nvPicPr>
          <p:cNvPr id="3" name="Picture 2">
            <a:extLst>
              <a:ext uri="{FF2B5EF4-FFF2-40B4-BE49-F238E27FC236}">
                <a16:creationId xmlns:a16="http://schemas.microsoft.com/office/drawing/2014/main" id="{9C6C2DB0-3B3F-4986-C494-9F8F3B8D76FF}"/>
              </a:ext>
            </a:extLst>
          </p:cNvPr>
          <p:cNvPicPr>
            <a:picLocks noChangeAspect="1"/>
          </p:cNvPicPr>
          <p:nvPr/>
        </p:nvPicPr>
        <p:blipFill>
          <a:blip r:embed="rId3"/>
          <a:stretch>
            <a:fillRect/>
          </a:stretch>
        </p:blipFill>
        <p:spPr>
          <a:xfrm>
            <a:off x="1115616" y="4800600"/>
            <a:ext cx="7048500" cy="1828800"/>
          </a:xfrm>
          <a:prstGeom prst="rect">
            <a:avLst/>
          </a:prstGeom>
        </p:spPr>
      </p:pic>
      <p:cxnSp>
        <p:nvCxnSpPr>
          <p:cNvPr id="5" name="Straight Connector 4">
            <a:extLst>
              <a:ext uri="{FF2B5EF4-FFF2-40B4-BE49-F238E27FC236}">
                <a16:creationId xmlns:a16="http://schemas.microsoft.com/office/drawing/2014/main" id="{B79D1C17-A95F-A943-4163-7AFFB29C2888}"/>
              </a:ext>
            </a:extLst>
          </p:cNvPr>
          <p:cNvCxnSpPr>
            <a:cxnSpLocks/>
          </p:cNvCxnSpPr>
          <p:nvPr/>
        </p:nvCxnSpPr>
        <p:spPr bwMode="auto">
          <a:xfrm>
            <a:off x="1835696" y="5085184"/>
            <a:ext cx="432048"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8C23883-82C2-45EE-34F6-CA4357108F0B}"/>
              </a:ext>
            </a:extLst>
          </p:cNvPr>
          <p:cNvSpPr/>
          <p:nvPr/>
        </p:nvSpPr>
        <p:spPr bwMode="auto">
          <a:xfrm>
            <a:off x="2267744" y="4869160"/>
            <a:ext cx="288032" cy="432048"/>
          </a:xfrm>
          <a:prstGeom prst="ellipse">
            <a:avLst/>
          </a:prstGeom>
          <a:noFill/>
          <a:ln w="952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cxnSp>
        <p:nvCxnSpPr>
          <p:cNvPr id="8" name="Straight Connector 7">
            <a:extLst>
              <a:ext uri="{FF2B5EF4-FFF2-40B4-BE49-F238E27FC236}">
                <a16:creationId xmlns:a16="http://schemas.microsoft.com/office/drawing/2014/main" id="{6CF60CC3-8986-5DF6-0F28-A3A4C6192B89}"/>
              </a:ext>
            </a:extLst>
          </p:cNvPr>
          <p:cNvCxnSpPr>
            <a:cxnSpLocks/>
          </p:cNvCxnSpPr>
          <p:nvPr/>
        </p:nvCxnSpPr>
        <p:spPr bwMode="auto">
          <a:xfrm>
            <a:off x="2893368" y="5085184"/>
            <a:ext cx="432048"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D90EDBB-FFC6-2CF6-8315-96A186C47877}"/>
              </a:ext>
            </a:extLst>
          </p:cNvPr>
          <p:cNvSpPr/>
          <p:nvPr/>
        </p:nvSpPr>
        <p:spPr bwMode="auto">
          <a:xfrm>
            <a:off x="3325416" y="4869160"/>
            <a:ext cx="288032" cy="432048"/>
          </a:xfrm>
          <a:prstGeom prst="ellipse">
            <a:avLst/>
          </a:prstGeom>
          <a:noFill/>
          <a:ln w="952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1">
            <a:extLst>
              <a:ext uri="{FF2B5EF4-FFF2-40B4-BE49-F238E27FC236}">
                <a16:creationId xmlns:a16="http://schemas.microsoft.com/office/drawing/2014/main" id="{2A365B2A-C0CC-1602-4DC5-F06D19484FDC}"/>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63538" indent="-255588">
              <a:spcBef>
                <a:spcPts val="7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800">
                <a:solidFill>
                  <a:srgbClr val="FFFFFF"/>
                </a:solidFill>
                <a:latin typeface="Tahoma" panose="020B0604030504040204" pitchFamily="34" charset="0"/>
                <a:cs typeface="Droid Sans Fallback" charset="0"/>
              </a:defRPr>
            </a:lvl1pPr>
            <a:lvl2pPr marL="619125" indent="-228600">
              <a:spcBef>
                <a:spcPts val="6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33450" algn="l"/>
                <a:tab pos="1847850" algn="l"/>
                <a:tab pos="2762250" algn="l"/>
                <a:tab pos="3676650" algn="l"/>
                <a:tab pos="4591050" algn="l"/>
                <a:tab pos="5505450" algn="l"/>
                <a:tab pos="6419850" algn="l"/>
                <a:tab pos="7334250" algn="l"/>
                <a:tab pos="8248650" algn="l"/>
                <a:tab pos="9163050" algn="l"/>
                <a:tab pos="10077450"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dirty="0">
                <a:solidFill>
                  <a:schemeClr val="bg1"/>
                </a:solidFill>
              </a:rPr>
              <a:t>Register which increment its value by modulo of its capacity</a:t>
            </a:r>
          </a:p>
          <a:p>
            <a:pPr eaLnBrk="1" hangingPunct="1">
              <a:buClr>
                <a:srgbClr val="FF0000"/>
              </a:buClr>
              <a:buFont typeface="Tahoma" panose="020B0604030504040204" pitchFamily="34" charset="0"/>
              <a:buChar char="•"/>
            </a:pPr>
            <a:r>
              <a:rPr lang="en-US" altLang="en-US" i="1" dirty="0">
                <a:solidFill>
                  <a:schemeClr val="bg1"/>
                </a:solidFill>
              </a:rPr>
              <a:t>n </a:t>
            </a:r>
            <a:r>
              <a:rPr lang="en-US" altLang="en-US" dirty="0">
                <a:solidFill>
                  <a:schemeClr val="bg1"/>
                </a:solidFill>
              </a:rPr>
              <a:t>flip-flop has the capacity up to 2</a:t>
            </a:r>
            <a:r>
              <a:rPr lang="en-US" altLang="en-US" baseline="30000" dirty="0">
                <a:solidFill>
                  <a:schemeClr val="bg1"/>
                </a:solidFill>
              </a:rPr>
              <a:t>n</a:t>
            </a:r>
            <a:r>
              <a:rPr lang="en-US" altLang="en-US" dirty="0">
                <a:solidFill>
                  <a:schemeClr val="bg1"/>
                </a:solidFill>
              </a:rPr>
              <a:t> – 1</a:t>
            </a:r>
          </a:p>
          <a:p>
            <a:pPr lvl="1" eaLnBrk="1" hangingPunct="1">
              <a:buClr>
                <a:srgbClr val="FF0000"/>
              </a:buClr>
              <a:buFont typeface="Tahoma" panose="020B0604030504040204" pitchFamily="34" charset="0"/>
              <a:buChar char="o"/>
            </a:pPr>
            <a:r>
              <a:rPr lang="en-US" altLang="en-US" dirty="0">
                <a:solidFill>
                  <a:schemeClr val="bg1"/>
                </a:solidFill>
              </a:rPr>
              <a:t>Beyond maximum, is set to 0</a:t>
            </a:r>
          </a:p>
          <a:p>
            <a:pPr eaLnBrk="1" hangingPunct="1">
              <a:buClr>
                <a:srgbClr val="FF0000"/>
              </a:buClr>
              <a:buFont typeface="Tahoma" panose="020B0604030504040204" pitchFamily="34" charset="0"/>
              <a:buChar char="•"/>
            </a:pPr>
            <a:r>
              <a:rPr lang="en-US" altLang="en-US" dirty="0">
                <a:solidFill>
                  <a:schemeClr val="bg1"/>
                </a:solidFill>
              </a:rPr>
              <a:t>E.g. CPU’s program counter</a:t>
            </a:r>
          </a:p>
          <a:p>
            <a:pPr eaLnBrk="1" hangingPunct="1">
              <a:buClr>
                <a:srgbClr val="FF0000"/>
              </a:buClr>
              <a:buFont typeface="Tahoma" panose="020B0604030504040204" pitchFamily="34" charset="0"/>
              <a:buNone/>
            </a:pPr>
            <a:endParaRPr lang="en-US" altLang="en-US" dirty="0">
              <a:solidFill>
                <a:schemeClr val="bg1"/>
              </a:solidFill>
            </a:endParaRPr>
          </a:p>
        </p:txBody>
      </p:sp>
      <p:sp>
        <p:nvSpPr>
          <p:cNvPr id="80899" name="Text Box 2">
            <a:extLst>
              <a:ext uri="{FF2B5EF4-FFF2-40B4-BE49-F238E27FC236}">
                <a16:creationId xmlns:a16="http://schemas.microsoft.com/office/drawing/2014/main" id="{9780D13A-9521-2F7E-9CA0-72774259D0F4}"/>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Counters</a:t>
            </a:r>
          </a:p>
        </p:txBody>
      </p:sp>
      <p:sp>
        <p:nvSpPr>
          <p:cNvPr id="2" name="TextBox 1">
            <a:extLst>
              <a:ext uri="{FF2B5EF4-FFF2-40B4-BE49-F238E27FC236}">
                <a16:creationId xmlns:a16="http://schemas.microsoft.com/office/drawing/2014/main" id="{10517061-B869-37D3-7A51-F3EC9A0016D6}"/>
              </a:ext>
            </a:extLst>
          </p:cNvPr>
          <p:cNvSpPr txBox="1"/>
          <p:nvPr/>
        </p:nvSpPr>
        <p:spPr>
          <a:xfrm>
            <a:off x="2517463" y="4725144"/>
            <a:ext cx="4109074" cy="400110"/>
          </a:xfrm>
          <a:prstGeom prst="rect">
            <a:avLst/>
          </a:prstGeom>
          <a:noFill/>
        </p:spPr>
        <p:txBody>
          <a:bodyPr wrap="none" rtlCol="0">
            <a:spAutoFit/>
          </a:bodyPr>
          <a:lstStyle/>
          <a:p>
            <a:r>
              <a:rPr lang="en-MY" dirty="0">
                <a:solidFill>
                  <a:srgbClr val="FF0000"/>
                </a:solidFill>
              </a:rPr>
              <a:t>4 flip flops = 2</a:t>
            </a:r>
            <a:r>
              <a:rPr lang="en-MY" baseline="30000" dirty="0">
                <a:solidFill>
                  <a:srgbClr val="FF0000"/>
                </a:solidFill>
              </a:rPr>
              <a:t>4 </a:t>
            </a:r>
            <a:r>
              <a:rPr lang="en-MY" dirty="0">
                <a:solidFill>
                  <a:srgbClr val="FF0000"/>
                </a:solidFill>
              </a:rPr>
              <a:t>– 1 = 15 counters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1">
            <a:extLst>
              <a:ext uri="{FF2B5EF4-FFF2-40B4-BE49-F238E27FC236}">
                <a16:creationId xmlns:a16="http://schemas.microsoft.com/office/drawing/2014/main" id="{BBFC2258-2058-2826-AB76-47E528938469}"/>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Ripple Counter</a:t>
            </a:r>
          </a:p>
        </p:txBody>
      </p:sp>
      <p:sp>
        <p:nvSpPr>
          <p:cNvPr id="82947" name="Text Box 2">
            <a:extLst>
              <a:ext uri="{FF2B5EF4-FFF2-40B4-BE49-F238E27FC236}">
                <a16:creationId xmlns:a16="http://schemas.microsoft.com/office/drawing/2014/main" id="{6BD55AA2-DB86-E395-2A64-858B7CDE2FB4}"/>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sz="3600" b="1">
                <a:solidFill>
                  <a:schemeClr val="bg1"/>
                </a:solidFill>
              </a:rPr>
              <a:t>Slow</a:t>
            </a:r>
            <a:endParaRPr lang="en-US" altLang="en-US" b="1">
              <a:solidFill>
                <a:schemeClr val="bg1"/>
              </a:solidFill>
            </a:endParaRPr>
          </a:p>
          <a:p>
            <a:pPr lvl="1" eaLnBrk="1" hangingPunct="1">
              <a:buClr>
                <a:srgbClr val="FF0000"/>
              </a:buClr>
              <a:buFont typeface="Tahoma" panose="020B0604030504040204" pitchFamily="34" charset="0"/>
              <a:buChar char="o"/>
            </a:pPr>
            <a:r>
              <a:rPr lang="en-US" altLang="en-US">
                <a:solidFill>
                  <a:schemeClr val="bg1"/>
                </a:solidFill>
              </a:rPr>
              <a:t>Output of one flip-flop </a:t>
            </a:r>
            <a:r>
              <a:rPr lang="en-US" altLang="en-US" sz="3200" b="1">
                <a:solidFill>
                  <a:schemeClr val="bg1"/>
                </a:solidFill>
              </a:rPr>
              <a:t>triggers a change in the next </a:t>
            </a:r>
            <a:r>
              <a:rPr lang="en-US" altLang="en-US">
                <a:solidFill>
                  <a:schemeClr val="bg1"/>
                </a:solidFill>
              </a:rPr>
              <a:t>flip-flop (ripple effect)</a:t>
            </a:r>
          </a:p>
          <a:p>
            <a:pPr eaLnBrk="1" hangingPunct="1">
              <a:buClr>
                <a:srgbClr val="FF0000"/>
              </a:buClr>
              <a:buFont typeface="Tahoma" panose="020B0604030504040204" pitchFamily="34" charset="0"/>
              <a:buChar char="•"/>
            </a:pPr>
            <a:r>
              <a:rPr lang="en-US" altLang="en-US">
                <a:solidFill>
                  <a:schemeClr val="bg1"/>
                </a:solidFill>
              </a:rPr>
              <a:t>The counter is incremented at each clock pulse (0000, 0001,0010,0011,…1111, 0000)</a:t>
            </a:r>
          </a:p>
        </p:txBody>
      </p:sp>
      <p:pic>
        <p:nvPicPr>
          <p:cNvPr id="1026" name="Picture 2" descr="Animation of a black and white animated ripple.">
            <a:extLst>
              <a:ext uri="{FF2B5EF4-FFF2-40B4-BE49-F238E27FC236}">
                <a16:creationId xmlns:a16="http://schemas.microsoft.com/office/drawing/2014/main" id="{5773FF9F-A648-B48C-78E3-8B8FC3910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405" y="4632920"/>
            <a:ext cx="1984395" cy="19911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
            <a:extLst>
              <a:ext uri="{FF2B5EF4-FFF2-40B4-BE49-F238E27FC236}">
                <a16:creationId xmlns:a16="http://schemas.microsoft.com/office/drawing/2014/main" id="{D399C30E-4435-913E-01C9-AE0072170ACA}"/>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Ripple Counter</a:t>
            </a:r>
          </a:p>
        </p:txBody>
      </p:sp>
      <p:sp>
        <p:nvSpPr>
          <p:cNvPr id="84995" name="Text Box 2">
            <a:extLst>
              <a:ext uri="{FF2B5EF4-FFF2-40B4-BE49-F238E27FC236}">
                <a16:creationId xmlns:a16="http://schemas.microsoft.com/office/drawing/2014/main" id="{AC316E95-235F-463C-FACC-7531A6575B4A}"/>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sz="3600" b="1">
                <a:solidFill>
                  <a:schemeClr val="bg1"/>
                </a:solidFill>
              </a:rPr>
              <a:t>J and K inputs </a:t>
            </a:r>
            <a:r>
              <a:rPr lang="en-US" altLang="en-US">
                <a:solidFill>
                  <a:schemeClr val="bg1"/>
                </a:solidFill>
              </a:rPr>
              <a:t>to each flip-flop are </a:t>
            </a:r>
            <a:r>
              <a:rPr lang="en-US" altLang="en-US" sz="3600" b="1">
                <a:solidFill>
                  <a:schemeClr val="bg1"/>
                </a:solidFill>
              </a:rPr>
              <a:t>held at 1</a:t>
            </a:r>
            <a:endParaRPr lang="en-US" altLang="en-US" b="1">
              <a:solidFill>
                <a:schemeClr val="bg1"/>
              </a:solidFill>
            </a:endParaRPr>
          </a:p>
          <a:p>
            <a:pPr lvl="1" eaLnBrk="1" hangingPunct="1">
              <a:buClr>
                <a:srgbClr val="FF0000"/>
              </a:buClr>
              <a:buFont typeface="Tahoma" panose="020B0604030504040204" pitchFamily="34" charset="0"/>
              <a:buChar char="o"/>
            </a:pPr>
            <a:r>
              <a:rPr lang="en-US" altLang="en-US">
                <a:solidFill>
                  <a:schemeClr val="bg1"/>
                </a:solidFill>
              </a:rPr>
              <a:t>When there is clock pulse, output Q is </a:t>
            </a:r>
            <a:r>
              <a:rPr lang="en-US" altLang="en-US" sz="3200" b="1">
                <a:solidFill>
                  <a:schemeClr val="bg1"/>
                </a:solidFill>
              </a:rPr>
              <a:t>inverted</a:t>
            </a:r>
            <a:r>
              <a:rPr lang="en-US" altLang="en-US">
                <a:solidFill>
                  <a:schemeClr val="bg1"/>
                </a:solidFill>
              </a:rPr>
              <a:t> (0 to 1, 1 to 0)</a:t>
            </a:r>
          </a:p>
          <a:p>
            <a:pPr eaLnBrk="1" hangingPunct="1">
              <a:buClr>
                <a:srgbClr val="FF0000"/>
              </a:buClr>
              <a:buFont typeface="Tahoma" panose="020B0604030504040204" pitchFamily="34" charset="0"/>
              <a:buChar char="•"/>
            </a:pPr>
            <a:r>
              <a:rPr lang="en-US" altLang="en-US">
                <a:solidFill>
                  <a:schemeClr val="bg1"/>
                </a:solidFill>
              </a:rPr>
              <a:t>Q</a:t>
            </a:r>
            <a:r>
              <a:rPr lang="en-US" altLang="en-US" baseline="-25000">
                <a:solidFill>
                  <a:schemeClr val="bg1"/>
                </a:solidFill>
              </a:rPr>
              <a:t>0</a:t>
            </a:r>
            <a:r>
              <a:rPr lang="en-US" altLang="en-US">
                <a:solidFill>
                  <a:schemeClr val="bg1"/>
                </a:solidFill>
              </a:rPr>
              <a:t> is least significant bit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
            <a:extLst>
              <a:ext uri="{FF2B5EF4-FFF2-40B4-BE49-F238E27FC236}">
                <a16:creationId xmlns:a16="http://schemas.microsoft.com/office/drawing/2014/main" id="{8EAE285E-9B6B-5A3C-BE10-4A0CAA39B2D8}"/>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Ripple Counter</a:t>
            </a:r>
          </a:p>
        </p:txBody>
      </p:sp>
      <p:pic>
        <p:nvPicPr>
          <p:cNvPr id="3" name="Picture 2">
            <a:extLst>
              <a:ext uri="{FF2B5EF4-FFF2-40B4-BE49-F238E27FC236}">
                <a16:creationId xmlns:a16="http://schemas.microsoft.com/office/drawing/2014/main" id="{05C032DB-64EC-E3DF-887D-B887566FA786}"/>
              </a:ext>
            </a:extLst>
          </p:cNvPr>
          <p:cNvPicPr>
            <a:picLocks noChangeAspect="1"/>
          </p:cNvPicPr>
          <p:nvPr/>
        </p:nvPicPr>
        <p:blipFill rotWithShape="1">
          <a:blip r:embed="rId3"/>
          <a:srcRect t="3354" r="2750"/>
          <a:stretch/>
        </p:blipFill>
        <p:spPr>
          <a:xfrm>
            <a:off x="265064" y="1772816"/>
            <a:ext cx="8478688" cy="2560503"/>
          </a:xfrm>
          <a:prstGeom prst="rect">
            <a:avLst/>
          </a:prstGeom>
        </p:spPr>
      </p:pic>
      <p:pic>
        <p:nvPicPr>
          <p:cNvPr id="5" name="Picture 4">
            <a:extLst>
              <a:ext uri="{FF2B5EF4-FFF2-40B4-BE49-F238E27FC236}">
                <a16:creationId xmlns:a16="http://schemas.microsoft.com/office/drawing/2014/main" id="{37784167-6C16-B3A9-9AA7-19DBF9861966}"/>
              </a:ext>
            </a:extLst>
          </p:cNvPr>
          <p:cNvPicPr>
            <a:picLocks noChangeAspect="1"/>
          </p:cNvPicPr>
          <p:nvPr/>
        </p:nvPicPr>
        <p:blipFill rotWithShape="1">
          <a:blip r:embed="rId4"/>
          <a:srcRect b="8418"/>
          <a:stretch/>
        </p:blipFill>
        <p:spPr>
          <a:xfrm>
            <a:off x="1691680" y="4525516"/>
            <a:ext cx="5148064" cy="2088232"/>
          </a:xfrm>
          <a:prstGeom prst="rect">
            <a:avLst/>
          </a:prstGeom>
        </p:spPr>
      </p:pic>
      <p:sp>
        <p:nvSpPr>
          <p:cNvPr id="6" name="TextBox 5">
            <a:extLst>
              <a:ext uri="{FF2B5EF4-FFF2-40B4-BE49-F238E27FC236}">
                <a16:creationId xmlns:a16="http://schemas.microsoft.com/office/drawing/2014/main" id="{E502808D-DD07-EE45-19CD-E36D17BB1114}"/>
              </a:ext>
            </a:extLst>
          </p:cNvPr>
          <p:cNvSpPr txBox="1"/>
          <p:nvPr/>
        </p:nvSpPr>
        <p:spPr>
          <a:xfrm>
            <a:off x="2627784" y="5083331"/>
            <a:ext cx="258404" cy="253916"/>
          </a:xfrm>
          <a:prstGeom prst="rect">
            <a:avLst/>
          </a:prstGeom>
          <a:noFill/>
        </p:spPr>
        <p:txBody>
          <a:bodyPr wrap="none" rtlCol="0">
            <a:spAutoFit/>
          </a:bodyPr>
          <a:lstStyle/>
          <a:p>
            <a:r>
              <a:rPr lang="en-MY" sz="1050" dirty="0">
                <a:solidFill>
                  <a:srgbClr val="FF0000"/>
                </a:solidFill>
              </a:rPr>
              <a:t>0</a:t>
            </a:r>
          </a:p>
        </p:txBody>
      </p:sp>
      <p:sp>
        <p:nvSpPr>
          <p:cNvPr id="7" name="TextBox 6">
            <a:extLst>
              <a:ext uri="{FF2B5EF4-FFF2-40B4-BE49-F238E27FC236}">
                <a16:creationId xmlns:a16="http://schemas.microsoft.com/office/drawing/2014/main" id="{ACD3E8A1-9EB2-EAE7-4E4C-D1327B2674F4}"/>
              </a:ext>
            </a:extLst>
          </p:cNvPr>
          <p:cNvSpPr txBox="1"/>
          <p:nvPr/>
        </p:nvSpPr>
        <p:spPr>
          <a:xfrm>
            <a:off x="2556942" y="5337247"/>
            <a:ext cx="261610" cy="261610"/>
          </a:xfrm>
          <a:prstGeom prst="rect">
            <a:avLst/>
          </a:prstGeom>
          <a:noFill/>
        </p:spPr>
        <p:txBody>
          <a:bodyPr wrap="none" rtlCol="0">
            <a:spAutoFit/>
          </a:bodyPr>
          <a:lstStyle/>
          <a:p>
            <a:r>
              <a:rPr lang="en-MY" sz="1050" dirty="0">
                <a:solidFill>
                  <a:srgbClr val="FF0000"/>
                </a:solidFill>
              </a:rPr>
              <a:t>1</a:t>
            </a:r>
          </a:p>
        </p:txBody>
      </p:sp>
      <p:sp>
        <p:nvSpPr>
          <p:cNvPr id="8" name="Speech Bubble: Rectangle 7">
            <a:extLst>
              <a:ext uri="{FF2B5EF4-FFF2-40B4-BE49-F238E27FC236}">
                <a16:creationId xmlns:a16="http://schemas.microsoft.com/office/drawing/2014/main" id="{CB4917AE-4316-336A-5657-4A52C6823523}"/>
              </a:ext>
            </a:extLst>
          </p:cNvPr>
          <p:cNvSpPr/>
          <p:nvPr/>
        </p:nvSpPr>
        <p:spPr bwMode="auto">
          <a:xfrm flipH="1" flipV="1">
            <a:off x="265064" y="4365103"/>
            <a:ext cx="864096" cy="537661"/>
          </a:xfrm>
          <a:prstGeom prst="wedgeRectCallout">
            <a:avLst>
              <a:gd name="adj1" fmla="val -140578"/>
              <a:gd name="adj2" fmla="val 130343"/>
            </a:avLst>
          </a:prstGeom>
          <a:solidFill>
            <a:schemeClr val="accent5">
              <a:lumMod val="90000"/>
            </a:schemeClr>
          </a:solidFill>
          <a:ln w="9525" cap="flat" cmpd="sng" algn="ctr">
            <a:solidFill>
              <a:schemeClr val="accent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B14635D-50BB-1959-6B50-5845470CADDD}"/>
              </a:ext>
            </a:extLst>
          </p:cNvPr>
          <p:cNvSpPr txBox="1"/>
          <p:nvPr/>
        </p:nvSpPr>
        <p:spPr>
          <a:xfrm>
            <a:off x="265064" y="4325684"/>
            <a:ext cx="864095" cy="577081"/>
          </a:xfrm>
          <a:prstGeom prst="rect">
            <a:avLst/>
          </a:prstGeom>
          <a:noFill/>
        </p:spPr>
        <p:txBody>
          <a:bodyPr wrap="square" rtlCol="0">
            <a:spAutoFit/>
          </a:bodyPr>
          <a:lstStyle/>
          <a:p>
            <a:pPr algn="ctr"/>
            <a:r>
              <a:rPr lang="en-MY" sz="1050" dirty="0"/>
              <a:t>Will be toggling most often</a:t>
            </a:r>
          </a:p>
        </p:txBody>
      </p:sp>
      <p:sp>
        <p:nvSpPr>
          <p:cNvPr id="10" name="Speech Bubble: Rectangle 9">
            <a:extLst>
              <a:ext uri="{FF2B5EF4-FFF2-40B4-BE49-F238E27FC236}">
                <a16:creationId xmlns:a16="http://schemas.microsoft.com/office/drawing/2014/main" id="{75C60799-3DAC-0ED4-8CE4-5D135635334F}"/>
              </a:ext>
            </a:extLst>
          </p:cNvPr>
          <p:cNvSpPr/>
          <p:nvPr/>
        </p:nvSpPr>
        <p:spPr bwMode="auto">
          <a:xfrm>
            <a:off x="7402264" y="4725144"/>
            <a:ext cx="1476672" cy="1080120"/>
          </a:xfrm>
          <a:prstGeom prst="wedgeRectCallout">
            <a:avLst>
              <a:gd name="adj1" fmla="val -86761"/>
              <a:gd name="adj2" fmla="val -10497"/>
            </a:avLst>
          </a:prstGeom>
          <a:solidFill>
            <a:schemeClr val="accent5">
              <a:lumMod val="90000"/>
            </a:schemeClr>
          </a:solidFill>
          <a:ln w="9525" cap="flat" cmpd="sng" algn="ctr">
            <a:solidFill>
              <a:schemeClr val="accent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MY" sz="1600" dirty="0">
                <a:solidFill>
                  <a:schemeClr val="tx1"/>
                </a:solidFill>
                <a:latin typeface="Arial" panose="020B0604020202020204" pitchFamily="34" charset="0"/>
              </a:rPr>
              <a:t>When Q0 becomes 0, then only Q1 becomes 1</a:t>
            </a:r>
            <a:endParaRPr kumimoji="0" lang="en-MY" sz="16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D9CCAF8-E67A-CDED-7D16-9E2BA28C0E72}"/>
              </a:ext>
            </a:extLst>
          </p:cNvPr>
          <p:cNvSpPr txBox="1"/>
          <p:nvPr/>
        </p:nvSpPr>
        <p:spPr>
          <a:xfrm>
            <a:off x="3161468" y="5085184"/>
            <a:ext cx="258404" cy="253916"/>
          </a:xfrm>
          <a:prstGeom prst="rect">
            <a:avLst/>
          </a:prstGeom>
          <a:noFill/>
        </p:spPr>
        <p:txBody>
          <a:bodyPr wrap="none" rtlCol="0">
            <a:spAutoFit/>
          </a:bodyPr>
          <a:lstStyle/>
          <a:p>
            <a:r>
              <a:rPr lang="en-MY" sz="1050" dirty="0">
                <a:solidFill>
                  <a:srgbClr val="FF0000"/>
                </a:solidFill>
              </a:rPr>
              <a:t>0</a:t>
            </a:r>
          </a:p>
        </p:txBody>
      </p:sp>
      <p:sp>
        <p:nvSpPr>
          <p:cNvPr id="12" name="TextBox 11">
            <a:extLst>
              <a:ext uri="{FF2B5EF4-FFF2-40B4-BE49-F238E27FC236}">
                <a16:creationId xmlns:a16="http://schemas.microsoft.com/office/drawing/2014/main" id="{2BC1B6A0-EC42-B416-DC4D-3417C68CF37C}"/>
              </a:ext>
            </a:extLst>
          </p:cNvPr>
          <p:cNvSpPr txBox="1"/>
          <p:nvPr/>
        </p:nvSpPr>
        <p:spPr>
          <a:xfrm>
            <a:off x="3119462" y="5312535"/>
            <a:ext cx="261610" cy="261610"/>
          </a:xfrm>
          <a:prstGeom prst="rect">
            <a:avLst/>
          </a:prstGeom>
          <a:noFill/>
        </p:spPr>
        <p:txBody>
          <a:bodyPr wrap="none" rtlCol="0">
            <a:spAutoFit/>
          </a:bodyPr>
          <a:lstStyle/>
          <a:p>
            <a:r>
              <a:rPr lang="en-MY" sz="1050" dirty="0">
                <a:solidFill>
                  <a:srgbClr val="FF0000"/>
                </a:solidFill>
              </a:rPr>
              <a:t>1</a:t>
            </a:r>
          </a:p>
        </p:txBody>
      </p:sp>
      <p:sp>
        <p:nvSpPr>
          <p:cNvPr id="13" name="TextBox 12">
            <a:extLst>
              <a:ext uri="{FF2B5EF4-FFF2-40B4-BE49-F238E27FC236}">
                <a16:creationId xmlns:a16="http://schemas.microsoft.com/office/drawing/2014/main" id="{033770EC-43CE-C11B-9BCE-494F53757D53}"/>
              </a:ext>
            </a:extLst>
          </p:cNvPr>
          <p:cNvSpPr txBox="1"/>
          <p:nvPr/>
        </p:nvSpPr>
        <p:spPr>
          <a:xfrm>
            <a:off x="3161468" y="5489366"/>
            <a:ext cx="258404" cy="253916"/>
          </a:xfrm>
          <a:prstGeom prst="rect">
            <a:avLst/>
          </a:prstGeom>
          <a:noFill/>
        </p:spPr>
        <p:txBody>
          <a:bodyPr wrap="none" rtlCol="0">
            <a:spAutoFit/>
          </a:bodyPr>
          <a:lstStyle/>
          <a:p>
            <a:r>
              <a:rPr lang="en-MY" sz="1050" dirty="0">
                <a:solidFill>
                  <a:srgbClr val="FF0000"/>
                </a:solidFill>
              </a:rPr>
              <a:t>0</a:t>
            </a:r>
          </a:p>
        </p:txBody>
      </p:sp>
      <p:sp>
        <p:nvSpPr>
          <p:cNvPr id="14" name="TextBox 13">
            <a:extLst>
              <a:ext uri="{FF2B5EF4-FFF2-40B4-BE49-F238E27FC236}">
                <a16:creationId xmlns:a16="http://schemas.microsoft.com/office/drawing/2014/main" id="{92851678-9B98-2C72-6882-CABF9E3BDEF8}"/>
              </a:ext>
            </a:extLst>
          </p:cNvPr>
          <p:cNvSpPr txBox="1"/>
          <p:nvPr/>
        </p:nvSpPr>
        <p:spPr>
          <a:xfrm>
            <a:off x="3119462" y="5743282"/>
            <a:ext cx="261610" cy="261610"/>
          </a:xfrm>
          <a:prstGeom prst="rect">
            <a:avLst/>
          </a:prstGeom>
          <a:noFill/>
        </p:spPr>
        <p:txBody>
          <a:bodyPr wrap="none" rtlCol="0">
            <a:spAutoFit/>
          </a:bodyPr>
          <a:lstStyle/>
          <a:p>
            <a:r>
              <a:rPr lang="en-MY" sz="1050" dirty="0">
                <a:solidFill>
                  <a:srgbClr val="FF0000"/>
                </a:solidFill>
              </a:rPr>
              <a:t>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1">
            <a:extLst>
              <a:ext uri="{FF2B5EF4-FFF2-40B4-BE49-F238E27FC236}">
                <a16:creationId xmlns:a16="http://schemas.microsoft.com/office/drawing/2014/main" id="{37E0E0B4-9DDB-C2B7-1342-0F8902FF242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Ripple Counter</a:t>
            </a:r>
          </a:p>
        </p:txBody>
      </p:sp>
      <p:graphicFrame>
        <p:nvGraphicFramePr>
          <p:cNvPr id="2" name="Table 2">
            <a:extLst>
              <a:ext uri="{FF2B5EF4-FFF2-40B4-BE49-F238E27FC236}">
                <a16:creationId xmlns:a16="http://schemas.microsoft.com/office/drawing/2014/main" id="{1AAF8B7F-EB48-A823-BC33-859DF1055C87}"/>
              </a:ext>
            </a:extLst>
          </p:cNvPr>
          <p:cNvGraphicFramePr>
            <a:graphicFrameLocks noGrp="1"/>
          </p:cNvGraphicFramePr>
          <p:nvPr>
            <p:extLst>
              <p:ext uri="{D42A27DB-BD31-4B8C-83A1-F6EECF244321}">
                <p14:modId xmlns:p14="http://schemas.microsoft.com/office/powerpoint/2010/main" val="1387401912"/>
              </p:ext>
            </p:extLst>
          </p:nvPr>
        </p:nvGraphicFramePr>
        <p:xfrm>
          <a:off x="4508500" y="1648721"/>
          <a:ext cx="2255836" cy="5038732"/>
        </p:xfrm>
        <a:graphic>
          <a:graphicData uri="http://schemas.openxmlformats.org/drawingml/2006/table">
            <a:tbl>
              <a:tblPr firstRow="1" bandRow="1">
                <a:tableStyleId>{F5AB1C69-6EDB-4FF4-983F-18BD219EF322}</a:tableStyleId>
              </a:tblPr>
              <a:tblGrid>
                <a:gridCol w="563959">
                  <a:extLst>
                    <a:ext uri="{9D8B030D-6E8A-4147-A177-3AD203B41FA5}">
                      <a16:colId xmlns:a16="http://schemas.microsoft.com/office/drawing/2014/main" val="20000"/>
                    </a:ext>
                  </a:extLst>
                </a:gridCol>
                <a:gridCol w="563959">
                  <a:extLst>
                    <a:ext uri="{9D8B030D-6E8A-4147-A177-3AD203B41FA5}">
                      <a16:colId xmlns:a16="http://schemas.microsoft.com/office/drawing/2014/main" val="20001"/>
                    </a:ext>
                  </a:extLst>
                </a:gridCol>
                <a:gridCol w="563959">
                  <a:extLst>
                    <a:ext uri="{9D8B030D-6E8A-4147-A177-3AD203B41FA5}">
                      <a16:colId xmlns:a16="http://schemas.microsoft.com/office/drawing/2014/main" val="20002"/>
                    </a:ext>
                  </a:extLst>
                </a:gridCol>
                <a:gridCol w="563959">
                  <a:extLst>
                    <a:ext uri="{9D8B030D-6E8A-4147-A177-3AD203B41FA5}">
                      <a16:colId xmlns:a16="http://schemas.microsoft.com/office/drawing/2014/main" val="20003"/>
                    </a:ext>
                  </a:extLst>
                </a:gridCol>
              </a:tblGrid>
              <a:tr h="296396">
                <a:tc>
                  <a:txBody>
                    <a:bodyPr/>
                    <a:lstStyle/>
                    <a:p>
                      <a:pPr algn="ctr"/>
                      <a:r>
                        <a:rPr lang="en-MY" sz="1200" dirty="0">
                          <a:solidFill>
                            <a:schemeClr val="bg1"/>
                          </a:solidFill>
                        </a:rPr>
                        <a:t>Q</a:t>
                      </a:r>
                      <a:r>
                        <a:rPr lang="en-MY" sz="1200" baseline="-25000" dirty="0">
                          <a:solidFill>
                            <a:schemeClr val="bg1"/>
                          </a:solidFill>
                        </a:rPr>
                        <a:t>3</a:t>
                      </a:r>
                    </a:p>
                  </a:txBody>
                  <a:tcPr marL="91437" marR="91437" marT="45727" marB="45727"/>
                </a:tc>
                <a:tc>
                  <a:txBody>
                    <a:bodyPr/>
                    <a:lstStyle/>
                    <a:p>
                      <a:pPr algn="ctr"/>
                      <a:r>
                        <a:rPr lang="en-MY" sz="1200" dirty="0">
                          <a:solidFill>
                            <a:schemeClr val="bg1"/>
                          </a:solidFill>
                        </a:rPr>
                        <a:t>Q</a:t>
                      </a:r>
                      <a:r>
                        <a:rPr lang="en-MY" sz="1200" baseline="-25000" dirty="0">
                          <a:solidFill>
                            <a:schemeClr val="bg1"/>
                          </a:solidFill>
                        </a:rPr>
                        <a:t>2</a:t>
                      </a:r>
                    </a:p>
                  </a:txBody>
                  <a:tcPr marL="91437" marR="91437" marT="45727" marB="45727"/>
                </a:tc>
                <a:tc>
                  <a:txBody>
                    <a:bodyPr/>
                    <a:lstStyle/>
                    <a:p>
                      <a:pPr algn="ctr"/>
                      <a:r>
                        <a:rPr lang="en-MY" sz="1200" dirty="0">
                          <a:solidFill>
                            <a:schemeClr val="bg1"/>
                          </a:solidFill>
                        </a:rPr>
                        <a:t>Q</a:t>
                      </a:r>
                      <a:r>
                        <a:rPr lang="en-MY" sz="1200" baseline="-25000" dirty="0">
                          <a:solidFill>
                            <a:schemeClr val="bg1"/>
                          </a:solidFill>
                        </a:rPr>
                        <a:t>1</a:t>
                      </a:r>
                    </a:p>
                  </a:txBody>
                  <a:tcPr marL="91437" marR="91437" marT="45727" marB="45727"/>
                </a:tc>
                <a:tc>
                  <a:txBody>
                    <a:bodyPr/>
                    <a:lstStyle/>
                    <a:p>
                      <a:pPr algn="ctr"/>
                      <a:r>
                        <a:rPr lang="en-MY" sz="1200" dirty="0">
                          <a:solidFill>
                            <a:schemeClr val="bg1"/>
                          </a:solidFill>
                        </a:rPr>
                        <a:t>Q</a:t>
                      </a:r>
                      <a:r>
                        <a:rPr lang="en-MY" sz="1200" baseline="-25000" dirty="0">
                          <a:solidFill>
                            <a:schemeClr val="bg1"/>
                          </a:solidFill>
                        </a:rPr>
                        <a:t>0</a:t>
                      </a:r>
                    </a:p>
                  </a:txBody>
                  <a:tcPr marL="91437" marR="91437" marT="45727" marB="45727"/>
                </a:tc>
                <a:extLst>
                  <a:ext uri="{0D108BD9-81ED-4DB2-BD59-A6C34878D82A}">
                    <a16:rowId xmlns:a16="http://schemas.microsoft.com/office/drawing/2014/main" val="10000"/>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01"/>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02"/>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03"/>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04"/>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05"/>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06"/>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07"/>
                  </a:ext>
                </a:extLst>
              </a:tr>
              <a:tr h="296396">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08"/>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09"/>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10"/>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11"/>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12"/>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13"/>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14"/>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0</a:t>
                      </a:r>
                    </a:p>
                  </a:txBody>
                  <a:tcPr marL="91437" marR="91437" marT="45727" marB="45727"/>
                </a:tc>
                <a:extLst>
                  <a:ext uri="{0D108BD9-81ED-4DB2-BD59-A6C34878D82A}">
                    <a16:rowId xmlns:a16="http://schemas.microsoft.com/office/drawing/2014/main" val="10015"/>
                  </a:ext>
                </a:extLst>
              </a:tr>
              <a:tr h="296396">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tc>
                  <a:txBody>
                    <a:bodyPr/>
                    <a:lstStyle/>
                    <a:p>
                      <a:pPr algn="ctr"/>
                      <a:r>
                        <a:rPr lang="en-MY" sz="1200" dirty="0">
                          <a:solidFill>
                            <a:schemeClr val="bg1"/>
                          </a:solidFill>
                        </a:rPr>
                        <a:t>1</a:t>
                      </a:r>
                    </a:p>
                  </a:txBody>
                  <a:tcPr marL="91437" marR="91437" marT="45727" marB="45727"/>
                </a:tc>
                <a:extLst>
                  <a:ext uri="{0D108BD9-81ED-4DB2-BD59-A6C34878D82A}">
                    <a16:rowId xmlns:a16="http://schemas.microsoft.com/office/drawing/2014/main" val="10016"/>
                  </a:ext>
                </a:extLst>
              </a:tr>
            </a:tbl>
          </a:graphicData>
        </a:graphic>
      </p:graphicFrame>
      <p:pic>
        <p:nvPicPr>
          <p:cNvPr id="3" name="Picture 2">
            <a:extLst>
              <a:ext uri="{FF2B5EF4-FFF2-40B4-BE49-F238E27FC236}">
                <a16:creationId xmlns:a16="http://schemas.microsoft.com/office/drawing/2014/main" id="{B275BE5F-1711-3258-E172-C0F4524FAAED}"/>
              </a:ext>
            </a:extLst>
          </p:cNvPr>
          <p:cNvPicPr>
            <a:picLocks noChangeAspect="1"/>
          </p:cNvPicPr>
          <p:nvPr/>
        </p:nvPicPr>
        <p:blipFill rotWithShape="1">
          <a:blip r:embed="rId3"/>
          <a:srcRect b="8418"/>
          <a:stretch/>
        </p:blipFill>
        <p:spPr>
          <a:xfrm rot="5400000">
            <a:off x="377788" y="3178638"/>
            <a:ext cx="5148064" cy="2088232"/>
          </a:xfrm>
          <a:prstGeom prst="rect">
            <a:avLst/>
          </a:prstGeom>
        </p:spPr>
      </p:pic>
      <p:sp>
        <p:nvSpPr>
          <p:cNvPr id="4" name="Speech Bubble: Rectangle 3">
            <a:extLst>
              <a:ext uri="{FF2B5EF4-FFF2-40B4-BE49-F238E27FC236}">
                <a16:creationId xmlns:a16="http://schemas.microsoft.com/office/drawing/2014/main" id="{CB92A681-6241-7564-199D-0C271CF185D0}"/>
              </a:ext>
            </a:extLst>
          </p:cNvPr>
          <p:cNvSpPr/>
          <p:nvPr/>
        </p:nvSpPr>
        <p:spPr bwMode="auto">
          <a:xfrm>
            <a:off x="7236296" y="2276872"/>
            <a:ext cx="1584176" cy="648072"/>
          </a:xfrm>
          <a:prstGeom prst="wedgeRectCallout">
            <a:avLst>
              <a:gd name="adj1" fmla="val -80996"/>
              <a:gd name="adj2" fmla="val -121655"/>
            </a:avLst>
          </a:prstGeom>
          <a:solidFill>
            <a:schemeClr val="accent5">
              <a:lumMod val="90000"/>
            </a:schemeClr>
          </a:solidFill>
          <a:ln w="9525" cap="flat" cmpd="sng" algn="ctr">
            <a:solidFill>
              <a:schemeClr val="accent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MY" sz="1800" b="0" i="0" u="none" strike="noStrike" cap="none" normalizeH="0" baseline="0" dirty="0">
                <a:ln>
                  <a:noFill/>
                </a:ln>
                <a:solidFill>
                  <a:schemeClr val="tx1"/>
                </a:solidFill>
                <a:effectLst/>
                <a:latin typeface="Arial" panose="020B0604020202020204" pitchFamily="34" charset="0"/>
              </a:rPr>
              <a:t>Q0 toggle th</a:t>
            </a:r>
            <a:r>
              <a:rPr lang="en-MY" sz="1800" dirty="0">
                <a:solidFill>
                  <a:schemeClr val="tx1"/>
                </a:solidFill>
                <a:latin typeface="Arial" panose="020B0604020202020204" pitchFamily="34" charset="0"/>
              </a:rPr>
              <a:t>e most often</a:t>
            </a:r>
            <a:endParaRPr kumimoji="0" lang="en-MY"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C0D7779B-2092-FE97-0B69-8C0068CFD878}"/>
              </a:ext>
            </a:extLst>
          </p:cNvPr>
          <p:cNvSpPr/>
          <p:nvPr/>
        </p:nvSpPr>
        <p:spPr bwMode="auto">
          <a:xfrm>
            <a:off x="5724128" y="2564904"/>
            <a:ext cx="360040" cy="248270"/>
          </a:xfrm>
          <a:prstGeom prst="rect">
            <a:avLst/>
          </a:prstGeom>
          <a:solidFill>
            <a:schemeClr val="accent5">
              <a:lumMod val="90000"/>
              <a:alpha val="32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AC531F98-57C5-593F-ABE4-2651840006B2}"/>
              </a:ext>
            </a:extLst>
          </p:cNvPr>
          <p:cNvSpPr/>
          <p:nvPr/>
        </p:nvSpPr>
        <p:spPr bwMode="auto">
          <a:xfrm>
            <a:off x="6300192" y="2276872"/>
            <a:ext cx="360040" cy="248270"/>
          </a:xfrm>
          <a:prstGeom prst="rect">
            <a:avLst/>
          </a:prstGeom>
          <a:solidFill>
            <a:schemeClr val="accent5">
              <a:lumMod val="90000"/>
              <a:alpha val="32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0F575910-6872-90BC-A6A0-0C57D0514571}"/>
              </a:ext>
            </a:extLst>
          </p:cNvPr>
          <p:cNvSpPr/>
          <p:nvPr/>
        </p:nvSpPr>
        <p:spPr bwMode="auto">
          <a:xfrm>
            <a:off x="5740871" y="2864374"/>
            <a:ext cx="360040" cy="248270"/>
          </a:xfrm>
          <a:prstGeom prst="rect">
            <a:avLst/>
          </a:prstGeom>
          <a:solidFill>
            <a:schemeClr val="accent6">
              <a:alpha val="32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E49532B6-5BAF-FFF1-B6C7-1E2379BBD7BD}"/>
              </a:ext>
            </a:extLst>
          </p:cNvPr>
          <p:cNvSpPr/>
          <p:nvPr/>
        </p:nvSpPr>
        <p:spPr bwMode="auto">
          <a:xfrm>
            <a:off x="5148064" y="3180730"/>
            <a:ext cx="360040" cy="248270"/>
          </a:xfrm>
          <a:prstGeom prst="rect">
            <a:avLst/>
          </a:prstGeom>
          <a:solidFill>
            <a:schemeClr val="accent6">
              <a:alpha val="32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5DD3D7F5-2F88-F49D-0DC3-084AA615E817}"/>
              </a:ext>
            </a:extLst>
          </p:cNvPr>
          <p:cNvSpPr/>
          <p:nvPr/>
        </p:nvSpPr>
        <p:spPr bwMode="auto">
          <a:xfrm>
            <a:off x="5148064" y="4043952"/>
            <a:ext cx="360040" cy="248270"/>
          </a:xfrm>
          <a:prstGeom prst="rect">
            <a:avLst/>
          </a:prstGeom>
          <a:solidFill>
            <a:srgbClr val="92D050">
              <a:alpha val="32000"/>
            </a:srgb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22C2C8A3-5AFD-2976-870A-0FB5D7445FFD}"/>
              </a:ext>
            </a:extLst>
          </p:cNvPr>
          <p:cNvSpPr/>
          <p:nvPr/>
        </p:nvSpPr>
        <p:spPr bwMode="auto">
          <a:xfrm>
            <a:off x="4597276" y="4365104"/>
            <a:ext cx="360040" cy="248270"/>
          </a:xfrm>
          <a:prstGeom prst="rect">
            <a:avLst/>
          </a:prstGeom>
          <a:solidFill>
            <a:srgbClr val="92D050">
              <a:alpha val="32000"/>
            </a:srgb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1">
            <a:extLst>
              <a:ext uri="{FF2B5EF4-FFF2-40B4-BE49-F238E27FC236}">
                <a16:creationId xmlns:a16="http://schemas.microsoft.com/office/drawing/2014/main" id="{E85AEE8D-9AD0-5797-3456-AC73B660D1E6}"/>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Synchronous Counter</a:t>
            </a:r>
          </a:p>
        </p:txBody>
      </p:sp>
      <p:sp>
        <p:nvSpPr>
          <p:cNvPr id="91139" name="Text Box 2">
            <a:extLst>
              <a:ext uri="{FF2B5EF4-FFF2-40B4-BE49-F238E27FC236}">
                <a16:creationId xmlns:a16="http://schemas.microsoft.com/office/drawing/2014/main" id="{4423E294-46C5-7EA9-0985-0D3B8EE80491}"/>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eaLnBrk="1" hangingPunct="1">
              <a:buClr>
                <a:srgbClr val="FF0000"/>
              </a:buClr>
              <a:buFont typeface="Tahoma" panose="020B0604030504040204" pitchFamily="34" charset="0"/>
              <a:buChar char="•"/>
            </a:pPr>
            <a:r>
              <a:rPr lang="en-US" altLang="en-US" sz="3600" b="1">
                <a:solidFill>
                  <a:schemeClr val="bg1"/>
                </a:solidFill>
              </a:rPr>
              <a:t>Faster</a:t>
            </a:r>
            <a:endParaRPr lang="en-US" altLang="en-US" b="1">
              <a:solidFill>
                <a:schemeClr val="bg1"/>
              </a:solidFill>
            </a:endParaRPr>
          </a:p>
          <a:p>
            <a:pPr lvl="1" eaLnBrk="1" hangingPunct="1">
              <a:buClr>
                <a:srgbClr val="FF0000"/>
              </a:buClr>
              <a:buFont typeface="Tahoma" panose="020B0604030504040204" pitchFamily="34" charset="0"/>
              <a:buChar char="o"/>
            </a:pPr>
            <a:r>
              <a:rPr lang="en-US" altLang="en-US">
                <a:solidFill>
                  <a:schemeClr val="bg1"/>
                </a:solidFill>
              </a:rPr>
              <a:t>All flip-flops </a:t>
            </a:r>
            <a:r>
              <a:rPr lang="en-US" altLang="en-US" sz="3200" b="1">
                <a:solidFill>
                  <a:schemeClr val="bg1"/>
                </a:solidFill>
              </a:rPr>
              <a:t>change state at the same time</a:t>
            </a:r>
            <a:endParaRPr lang="en-US" altLang="en-US" b="1">
              <a:solidFill>
                <a:schemeClr val="bg1"/>
              </a:solidFill>
            </a:endParaRPr>
          </a:p>
          <a:p>
            <a:pPr lvl="1" eaLnBrk="1" hangingPunct="1">
              <a:buClr>
                <a:srgbClr val="FF0000"/>
              </a:buClr>
              <a:buFont typeface="Tahoma" panose="020B0604030504040204" pitchFamily="34" charset="0"/>
              <a:buChar char="o"/>
            </a:pPr>
            <a:r>
              <a:rPr lang="en-US" altLang="en-US">
                <a:solidFill>
                  <a:schemeClr val="bg1"/>
                </a:solidFill>
              </a:rPr>
              <a:t>CPUs use synchronous counters</a:t>
            </a:r>
          </a:p>
          <a:p>
            <a:pPr eaLnBrk="1" hangingPunct="1">
              <a:buClr>
                <a:srgbClr val="FF0000"/>
              </a:buClr>
              <a:buFont typeface="Tahoma" panose="020B0604030504040204" pitchFamily="34" charset="0"/>
              <a:buChar char="•"/>
            </a:pPr>
            <a:r>
              <a:rPr lang="en-US" altLang="en-US">
                <a:solidFill>
                  <a:schemeClr val="bg1"/>
                </a:solidFill>
              </a:rPr>
              <a:t>E.g. 3-bit counter using J-K flip-flop</a:t>
            </a:r>
          </a:p>
          <a:p>
            <a:pPr lvl="1" eaLnBrk="1" hangingPunct="1">
              <a:buClr>
                <a:srgbClr val="FF0000"/>
              </a:buClr>
              <a:buFont typeface="Tahoma" panose="020B0604030504040204" pitchFamily="34" charset="0"/>
              <a:buChar char="o"/>
            </a:pPr>
            <a:r>
              <a:rPr lang="en-US" altLang="en-US">
                <a:solidFill>
                  <a:schemeClr val="bg1"/>
                </a:solidFill>
              </a:rPr>
              <a:t>3 flip-flops (A, B, and C – A is least significant bit)</a:t>
            </a:r>
          </a:p>
          <a:p>
            <a:pPr lvl="1" eaLnBrk="1" hangingPunct="1">
              <a:buClr>
                <a:srgbClr val="FF0000"/>
              </a:buClr>
              <a:buFont typeface="Tahoma" panose="020B0604030504040204" pitchFamily="34" charset="0"/>
              <a:buChar char="o"/>
            </a:pPr>
            <a:r>
              <a:rPr lang="en-US" altLang="en-US">
                <a:solidFill>
                  <a:schemeClr val="bg1"/>
                </a:solidFill>
              </a:rPr>
              <a:t>Construct truth table</a:t>
            </a:r>
          </a:p>
          <a:p>
            <a:pPr>
              <a:buClr>
                <a:srgbClr val="FF0000"/>
              </a:buClr>
              <a:buFont typeface="Tahoma" panose="020B0604030504040204" pitchFamily="34" charset="0"/>
              <a:buNone/>
            </a:pPr>
            <a:endParaRPr lang="en-US" altLang="en-US">
              <a:solidFill>
                <a:schemeClr val="bg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
            <a:extLst>
              <a:ext uri="{FF2B5EF4-FFF2-40B4-BE49-F238E27FC236}">
                <a16:creationId xmlns:a16="http://schemas.microsoft.com/office/drawing/2014/main" id="{3F27B4B3-F112-9906-F609-A02329CF2FF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Synchronous Counter</a:t>
            </a:r>
          </a:p>
        </p:txBody>
      </p:sp>
      <p:pic>
        <p:nvPicPr>
          <p:cNvPr id="93187" name="Picture 2">
            <a:extLst>
              <a:ext uri="{FF2B5EF4-FFF2-40B4-BE49-F238E27FC236}">
                <a16:creationId xmlns:a16="http://schemas.microsoft.com/office/drawing/2014/main" id="{D7C0400D-03CD-46BD-93B3-5F3A252F8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700213"/>
            <a:ext cx="3311525" cy="32861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3188" name="Picture 3">
            <a:extLst>
              <a:ext uri="{FF2B5EF4-FFF2-40B4-BE49-F238E27FC236}">
                <a16:creationId xmlns:a16="http://schemas.microsoft.com/office/drawing/2014/main" id="{8492E84C-CEB1-31D5-D20D-6EE2D88FB1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588" y="1773238"/>
            <a:ext cx="2232025" cy="15462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3189" name="Picture 4">
            <a:extLst>
              <a:ext uri="{FF2B5EF4-FFF2-40B4-BE49-F238E27FC236}">
                <a16:creationId xmlns:a16="http://schemas.microsoft.com/office/drawing/2014/main" id="{90253714-D2E8-8921-10FC-5E474BB1A3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5046663"/>
            <a:ext cx="5113338" cy="17668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3190" name="Line 5">
            <a:extLst>
              <a:ext uri="{FF2B5EF4-FFF2-40B4-BE49-F238E27FC236}">
                <a16:creationId xmlns:a16="http://schemas.microsoft.com/office/drawing/2014/main" id="{7A961B54-C1A5-6CA2-2CFD-76A278B6C0F7}"/>
              </a:ext>
            </a:extLst>
          </p:cNvPr>
          <p:cNvSpPr>
            <a:spLocks noChangeShapeType="1"/>
          </p:cNvSpPr>
          <p:nvPr/>
        </p:nvSpPr>
        <p:spPr bwMode="auto">
          <a:xfrm>
            <a:off x="4716463" y="1773238"/>
            <a:ext cx="1587" cy="3168650"/>
          </a:xfrm>
          <a:prstGeom prst="line">
            <a:avLst/>
          </a:prstGeom>
          <a:noFill/>
          <a:ln w="19080" cap="sq">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93191" name="Line 6">
            <a:extLst>
              <a:ext uri="{FF2B5EF4-FFF2-40B4-BE49-F238E27FC236}">
                <a16:creationId xmlns:a16="http://schemas.microsoft.com/office/drawing/2014/main" id="{BC509235-2EBC-3353-6D6B-3C08C2DCDD60}"/>
              </a:ext>
            </a:extLst>
          </p:cNvPr>
          <p:cNvSpPr>
            <a:spLocks noChangeShapeType="1"/>
          </p:cNvSpPr>
          <p:nvPr/>
        </p:nvSpPr>
        <p:spPr bwMode="auto">
          <a:xfrm>
            <a:off x="5435600" y="1773238"/>
            <a:ext cx="1588" cy="3168650"/>
          </a:xfrm>
          <a:prstGeom prst="line">
            <a:avLst/>
          </a:prstGeom>
          <a:noFill/>
          <a:ln w="19080" cap="sq">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
            <a:extLst>
              <a:ext uri="{FF2B5EF4-FFF2-40B4-BE49-F238E27FC236}">
                <a16:creationId xmlns:a16="http://schemas.microsoft.com/office/drawing/2014/main" id="{3F27B4B3-F112-9906-F609-A02329CF2FF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Synchronous Counter</a:t>
            </a:r>
          </a:p>
        </p:txBody>
      </p:sp>
      <p:grpSp>
        <p:nvGrpSpPr>
          <p:cNvPr id="11" name="Group 10">
            <a:extLst>
              <a:ext uri="{FF2B5EF4-FFF2-40B4-BE49-F238E27FC236}">
                <a16:creationId xmlns:a16="http://schemas.microsoft.com/office/drawing/2014/main" id="{478046C2-D2CF-A955-06D7-AD7EA9979691}"/>
              </a:ext>
            </a:extLst>
          </p:cNvPr>
          <p:cNvGrpSpPr/>
          <p:nvPr/>
        </p:nvGrpSpPr>
        <p:grpSpPr>
          <a:xfrm>
            <a:off x="827584" y="1988840"/>
            <a:ext cx="4019550" cy="3905250"/>
            <a:chOff x="323528" y="1772816"/>
            <a:chExt cx="4019550" cy="3905250"/>
          </a:xfrm>
        </p:grpSpPr>
        <p:pic>
          <p:nvPicPr>
            <p:cNvPr id="3" name="Picture 2">
              <a:extLst>
                <a:ext uri="{FF2B5EF4-FFF2-40B4-BE49-F238E27FC236}">
                  <a16:creationId xmlns:a16="http://schemas.microsoft.com/office/drawing/2014/main" id="{92586CF8-64E7-C064-3352-F48F4E721DE0}"/>
                </a:ext>
              </a:extLst>
            </p:cNvPr>
            <p:cNvPicPr>
              <a:picLocks noChangeAspect="1"/>
            </p:cNvPicPr>
            <p:nvPr/>
          </p:nvPicPr>
          <p:blipFill>
            <a:blip r:embed="rId3"/>
            <a:stretch>
              <a:fillRect/>
            </a:stretch>
          </p:blipFill>
          <p:spPr>
            <a:xfrm>
              <a:off x="323528" y="1772816"/>
              <a:ext cx="4019550" cy="3905250"/>
            </a:xfrm>
            <a:prstGeom prst="rect">
              <a:avLst/>
            </a:prstGeom>
          </p:spPr>
        </p:pic>
        <p:sp>
          <p:nvSpPr>
            <p:cNvPr id="5" name="Line 6">
              <a:extLst>
                <a:ext uri="{FF2B5EF4-FFF2-40B4-BE49-F238E27FC236}">
                  <a16:creationId xmlns:a16="http://schemas.microsoft.com/office/drawing/2014/main" id="{08FACD37-AB43-9F0D-3044-F79B737DD5AC}"/>
                </a:ext>
              </a:extLst>
            </p:cNvPr>
            <p:cNvSpPr>
              <a:spLocks noChangeShapeType="1"/>
            </p:cNvSpPr>
            <p:nvPr/>
          </p:nvSpPr>
          <p:spPr bwMode="auto">
            <a:xfrm>
              <a:off x="3275856" y="1942038"/>
              <a:ext cx="1588" cy="3503186"/>
            </a:xfrm>
            <a:prstGeom prst="line">
              <a:avLst/>
            </a:prstGeom>
            <a:noFill/>
            <a:ln w="19080" cap="sq">
              <a:solidFill>
                <a:schemeClr val="accent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6" name="Line 6">
              <a:extLst>
                <a:ext uri="{FF2B5EF4-FFF2-40B4-BE49-F238E27FC236}">
                  <a16:creationId xmlns:a16="http://schemas.microsoft.com/office/drawing/2014/main" id="{600997B5-59A1-A861-7CE0-5AA28502FF4C}"/>
                </a:ext>
              </a:extLst>
            </p:cNvPr>
            <p:cNvSpPr>
              <a:spLocks noChangeShapeType="1"/>
            </p:cNvSpPr>
            <p:nvPr/>
          </p:nvSpPr>
          <p:spPr bwMode="auto">
            <a:xfrm>
              <a:off x="2411760" y="1973848"/>
              <a:ext cx="1588" cy="3503186"/>
            </a:xfrm>
            <a:prstGeom prst="line">
              <a:avLst/>
            </a:prstGeom>
            <a:noFill/>
            <a:ln w="19080" cap="sq">
              <a:solidFill>
                <a:schemeClr val="accent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grpSp>
      <p:pic>
        <p:nvPicPr>
          <p:cNvPr id="8" name="Picture 7">
            <a:extLst>
              <a:ext uri="{FF2B5EF4-FFF2-40B4-BE49-F238E27FC236}">
                <a16:creationId xmlns:a16="http://schemas.microsoft.com/office/drawing/2014/main" id="{85117B9F-56E0-1189-3972-988800384A0D}"/>
              </a:ext>
            </a:extLst>
          </p:cNvPr>
          <p:cNvPicPr>
            <a:picLocks noChangeAspect="1"/>
          </p:cNvPicPr>
          <p:nvPr/>
        </p:nvPicPr>
        <p:blipFill>
          <a:blip r:embed="rId4"/>
          <a:stretch>
            <a:fillRect/>
          </a:stretch>
        </p:blipFill>
        <p:spPr>
          <a:xfrm>
            <a:off x="6143620" y="1772816"/>
            <a:ext cx="2532836" cy="2251535"/>
          </a:xfrm>
          <a:prstGeom prst="rect">
            <a:avLst/>
          </a:prstGeom>
        </p:spPr>
      </p:pic>
      <p:pic>
        <p:nvPicPr>
          <p:cNvPr id="10" name="Picture 9">
            <a:extLst>
              <a:ext uri="{FF2B5EF4-FFF2-40B4-BE49-F238E27FC236}">
                <a16:creationId xmlns:a16="http://schemas.microsoft.com/office/drawing/2014/main" id="{5805DE42-25A7-539C-259A-7AFD9F6123F0}"/>
              </a:ext>
            </a:extLst>
          </p:cNvPr>
          <p:cNvPicPr>
            <a:picLocks noChangeAspect="1"/>
          </p:cNvPicPr>
          <p:nvPr/>
        </p:nvPicPr>
        <p:blipFill>
          <a:blip r:embed="rId5"/>
          <a:stretch>
            <a:fillRect/>
          </a:stretch>
        </p:blipFill>
        <p:spPr>
          <a:xfrm>
            <a:off x="5292080" y="4149080"/>
            <a:ext cx="3384376" cy="1944694"/>
          </a:xfrm>
          <a:prstGeom prst="rect">
            <a:avLst/>
          </a:prstGeom>
        </p:spPr>
      </p:pic>
      <p:sp>
        <p:nvSpPr>
          <p:cNvPr id="12" name="Speech Bubble: Rectangle 11">
            <a:extLst>
              <a:ext uri="{FF2B5EF4-FFF2-40B4-BE49-F238E27FC236}">
                <a16:creationId xmlns:a16="http://schemas.microsoft.com/office/drawing/2014/main" id="{4729F2E6-7867-2C18-1D9D-54E448404BF4}"/>
              </a:ext>
            </a:extLst>
          </p:cNvPr>
          <p:cNvSpPr/>
          <p:nvPr/>
        </p:nvSpPr>
        <p:spPr bwMode="auto">
          <a:xfrm>
            <a:off x="1979712" y="1466684"/>
            <a:ext cx="1285280" cy="401216"/>
          </a:xfrm>
          <a:prstGeom prst="wedgeRectCallout">
            <a:avLst>
              <a:gd name="adj1" fmla="val -51662"/>
              <a:gd name="adj2" fmla="val 113832"/>
            </a:avLst>
          </a:prstGeom>
          <a:solidFill>
            <a:schemeClr val="accent5"/>
          </a:solidFill>
          <a:ln w="9525" cap="flat" cmpd="sng" algn="ctr">
            <a:solidFill>
              <a:schemeClr val="accent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MY" sz="2400" dirty="0">
                <a:latin typeface="Arial" panose="020B0604020202020204" pitchFamily="34" charset="0"/>
              </a:rPr>
              <a:t>LSB</a:t>
            </a:r>
            <a:endParaRPr kumimoji="0" lang="en-MY" sz="2400" b="0" i="0" u="none" strike="noStrike" cap="none" normalizeH="0" baseline="0" dirty="0">
              <a:ln>
                <a:noFill/>
              </a:ln>
              <a:effectLst/>
              <a:latin typeface="Arial" panose="020B0604020202020204" pitchFamily="34" charset="0"/>
            </a:endParaRPr>
          </a:p>
        </p:txBody>
      </p:sp>
      <p:sp>
        <p:nvSpPr>
          <p:cNvPr id="13" name="Speech Bubble: Rectangle 12">
            <a:extLst>
              <a:ext uri="{FF2B5EF4-FFF2-40B4-BE49-F238E27FC236}">
                <a16:creationId xmlns:a16="http://schemas.microsoft.com/office/drawing/2014/main" id="{1814B323-1370-A492-A635-76270F0E314D}"/>
              </a:ext>
            </a:extLst>
          </p:cNvPr>
          <p:cNvSpPr/>
          <p:nvPr/>
        </p:nvSpPr>
        <p:spPr bwMode="auto">
          <a:xfrm>
            <a:off x="323528" y="1479612"/>
            <a:ext cx="1285280" cy="401216"/>
          </a:xfrm>
          <a:prstGeom prst="wedgeRectCallout">
            <a:avLst>
              <a:gd name="adj1" fmla="val -83"/>
              <a:gd name="adj2" fmla="val 111933"/>
            </a:avLst>
          </a:prstGeom>
          <a:solidFill>
            <a:schemeClr val="accent5"/>
          </a:solidFill>
          <a:ln w="9525" cap="flat" cmpd="sng" algn="ctr">
            <a:solidFill>
              <a:schemeClr val="accent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MY" sz="2400" dirty="0">
                <a:latin typeface="Arial" panose="020B0604020202020204" pitchFamily="34" charset="0"/>
              </a:rPr>
              <a:t>MSB</a:t>
            </a:r>
            <a:endParaRPr kumimoji="0" lang="en-MY" sz="2400" b="0" i="0" u="none" strike="noStrike" cap="none" normalizeH="0" baseline="0" dirty="0">
              <a:ln>
                <a:noFill/>
              </a:ln>
              <a:effectLst/>
              <a:latin typeface="Arial" panose="020B0604020202020204" pitchFamily="34" charset="0"/>
            </a:endParaRPr>
          </a:p>
        </p:txBody>
      </p:sp>
      <p:sp>
        <p:nvSpPr>
          <p:cNvPr id="14" name="Rectangle 13">
            <a:extLst>
              <a:ext uri="{FF2B5EF4-FFF2-40B4-BE49-F238E27FC236}">
                <a16:creationId xmlns:a16="http://schemas.microsoft.com/office/drawing/2014/main" id="{36D1889D-1676-B293-A61D-3D9E0F445E30}"/>
              </a:ext>
            </a:extLst>
          </p:cNvPr>
          <p:cNvSpPr/>
          <p:nvPr/>
        </p:nvSpPr>
        <p:spPr bwMode="auto">
          <a:xfrm>
            <a:off x="3814192" y="2485140"/>
            <a:ext cx="812153" cy="401216"/>
          </a:xfrm>
          <a:prstGeom prst="rect">
            <a:avLst/>
          </a:prstGeom>
          <a:solidFill>
            <a:schemeClr val="accent5">
              <a:alpha val="46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3F89FB0B-958A-9522-F460-639A7580036D}"/>
              </a:ext>
            </a:extLst>
          </p:cNvPr>
          <p:cNvSpPr txBox="1"/>
          <p:nvPr/>
        </p:nvSpPr>
        <p:spPr>
          <a:xfrm>
            <a:off x="3814192" y="1636825"/>
            <a:ext cx="327334" cy="400110"/>
          </a:xfrm>
          <a:prstGeom prst="rect">
            <a:avLst/>
          </a:prstGeom>
          <a:noFill/>
        </p:spPr>
        <p:txBody>
          <a:bodyPr wrap="none" rtlCol="0">
            <a:spAutoFit/>
          </a:bodyPr>
          <a:lstStyle/>
          <a:p>
            <a:r>
              <a:rPr lang="en-MY" dirty="0">
                <a:solidFill>
                  <a:schemeClr val="accent1"/>
                </a:solidFill>
              </a:rPr>
              <a:t>S</a:t>
            </a:r>
          </a:p>
        </p:txBody>
      </p:sp>
      <p:sp>
        <p:nvSpPr>
          <p:cNvPr id="16" name="TextBox 15">
            <a:extLst>
              <a:ext uri="{FF2B5EF4-FFF2-40B4-BE49-F238E27FC236}">
                <a16:creationId xmlns:a16="http://schemas.microsoft.com/office/drawing/2014/main" id="{DE3FDA1C-FC39-ADFA-88FD-4A5A0216C3F3}"/>
              </a:ext>
            </a:extLst>
          </p:cNvPr>
          <p:cNvSpPr txBox="1"/>
          <p:nvPr/>
        </p:nvSpPr>
        <p:spPr>
          <a:xfrm>
            <a:off x="4181166" y="1636825"/>
            <a:ext cx="343364" cy="400110"/>
          </a:xfrm>
          <a:prstGeom prst="rect">
            <a:avLst/>
          </a:prstGeom>
          <a:noFill/>
        </p:spPr>
        <p:txBody>
          <a:bodyPr wrap="none" rtlCol="0">
            <a:spAutoFit/>
          </a:bodyPr>
          <a:lstStyle/>
          <a:p>
            <a:r>
              <a:rPr lang="en-MY" dirty="0">
                <a:solidFill>
                  <a:schemeClr val="accent1"/>
                </a:solidFill>
              </a:rPr>
              <a:t>R</a:t>
            </a:r>
          </a:p>
        </p:txBody>
      </p:sp>
      <p:sp>
        <p:nvSpPr>
          <p:cNvPr id="17" name="TextBox 16">
            <a:extLst>
              <a:ext uri="{FF2B5EF4-FFF2-40B4-BE49-F238E27FC236}">
                <a16:creationId xmlns:a16="http://schemas.microsoft.com/office/drawing/2014/main" id="{267932E4-460C-75F2-A8EE-2AC0EBC99EE3}"/>
              </a:ext>
            </a:extLst>
          </p:cNvPr>
          <p:cNvSpPr txBox="1"/>
          <p:nvPr/>
        </p:nvSpPr>
        <p:spPr>
          <a:xfrm>
            <a:off x="4572000" y="2547802"/>
            <a:ext cx="1189365" cy="307777"/>
          </a:xfrm>
          <a:prstGeom prst="rect">
            <a:avLst/>
          </a:prstGeom>
          <a:noFill/>
        </p:spPr>
        <p:txBody>
          <a:bodyPr wrap="none" rtlCol="0">
            <a:spAutoFit/>
          </a:bodyPr>
          <a:lstStyle/>
          <a:p>
            <a:r>
              <a:rPr lang="en-MY" sz="1400" dirty="0">
                <a:solidFill>
                  <a:schemeClr val="accent1"/>
                </a:solidFill>
              </a:rPr>
              <a:t>Set &amp; Toggle</a:t>
            </a:r>
          </a:p>
        </p:txBody>
      </p:sp>
      <p:sp>
        <p:nvSpPr>
          <p:cNvPr id="18" name="TextBox 17">
            <a:extLst>
              <a:ext uri="{FF2B5EF4-FFF2-40B4-BE49-F238E27FC236}">
                <a16:creationId xmlns:a16="http://schemas.microsoft.com/office/drawing/2014/main" id="{9B498F06-092C-1087-A3E2-CE657FFDB555}"/>
              </a:ext>
            </a:extLst>
          </p:cNvPr>
          <p:cNvSpPr txBox="1"/>
          <p:nvPr/>
        </p:nvSpPr>
        <p:spPr>
          <a:xfrm>
            <a:off x="4587240" y="2949833"/>
            <a:ext cx="1373325" cy="307777"/>
          </a:xfrm>
          <a:prstGeom prst="rect">
            <a:avLst/>
          </a:prstGeom>
          <a:noFill/>
        </p:spPr>
        <p:txBody>
          <a:bodyPr wrap="none" rtlCol="0">
            <a:spAutoFit/>
          </a:bodyPr>
          <a:lstStyle/>
          <a:p>
            <a:r>
              <a:rPr lang="en-MY" sz="1400" dirty="0">
                <a:solidFill>
                  <a:schemeClr val="accent1"/>
                </a:solidFill>
              </a:rPr>
              <a:t>Toggle &amp; Reset</a:t>
            </a:r>
          </a:p>
        </p:txBody>
      </p:sp>
      <p:sp>
        <p:nvSpPr>
          <p:cNvPr id="19" name="Rectangle 18">
            <a:extLst>
              <a:ext uri="{FF2B5EF4-FFF2-40B4-BE49-F238E27FC236}">
                <a16:creationId xmlns:a16="http://schemas.microsoft.com/office/drawing/2014/main" id="{D4F2BA57-2A9C-286E-1DAD-0AD62C1D1C69}"/>
              </a:ext>
            </a:extLst>
          </p:cNvPr>
          <p:cNvSpPr/>
          <p:nvPr/>
        </p:nvSpPr>
        <p:spPr bwMode="auto">
          <a:xfrm>
            <a:off x="1779555" y="2903113"/>
            <a:ext cx="325757" cy="401216"/>
          </a:xfrm>
          <a:prstGeom prst="rect">
            <a:avLst/>
          </a:prstGeom>
          <a:solidFill>
            <a:schemeClr val="accent5">
              <a:alpha val="46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20" name="Rectangle 19">
            <a:extLst>
              <a:ext uri="{FF2B5EF4-FFF2-40B4-BE49-F238E27FC236}">
                <a16:creationId xmlns:a16="http://schemas.microsoft.com/office/drawing/2014/main" id="{A336BD77-D00D-D34D-4CB4-B49C96B9AE4A}"/>
              </a:ext>
            </a:extLst>
          </p:cNvPr>
          <p:cNvSpPr/>
          <p:nvPr/>
        </p:nvSpPr>
        <p:spPr bwMode="auto">
          <a:xfrm>
            <a:off x="3814192" y="2903113"/>
            <a:ext cx="812153" cy="401216"/>
          </a:xfrm>
          <a:prstGeom prst="rect">
            <a:avLst/>
          </a:prstGeom>
          <a:solidFill>
            <a:srgbClr val="92D050">
              <a:alpha val="46000"/>
            </a:srgb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21" name="Rectangle 20">
            <a:extLst>
              <a:ext uri="{FF2B5EF4-FFF2-40B4-BE49-F238E27FC236}">
                <a16:creationId xmlns:a16="http://schemas.microsoft.com/office/drawing/2014/main" id="{1230EBF9-6DE2-74E6-9916-79512529855E}"/>
              </a:ext>
            </a:extLst>
          </p:cNvPr>
          <p:cNvSpPr/>
          <p:nvPr/>
        </p:nvSpPr>
        <p:spPr bwMode="auto">
          <a:xfrm>
            <a:off x="1779555" y="3353064"/>
            <a:ext cx="324169" cy="401216"/>
          </a:xfrm>
          <a:prstGeom prst="rect">
            <a:avLst/>
          </a:prstGeom>
          <a:solidFill>
            <a:srgbClr val="92D050">
              <a:alpha val="46000"/>
            </a:srgb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5370613"/>
      </p:ext>
    </p:extLst>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anim calcmode="lin" valueType="num">
                                      <p:cBhvr>
                                        <p:cTn id="22" dur="1000" fill="hold"/>
                                        <p:tgtEl>
                                          <p:spTgt spid="20"/>
                                        </p:tgtEl>
                                        <p:attrNameLst>
                                          <p:attrName>ppt_x</p:attrName>
                                        </p:attrNameLst>
                                      </p:cBhvr>
                                      <p:tavLst>
                                        <p:tav tm="0">
                                          <p:val>
                                            <p:strVal val="#ppt_x"/>
                                          </p:val>
                                        </p:tav>
                                        <p:tav tm="100000">
                                          <p:val>
                                            <p:strVal val="#ppt_x"/>
                                          </p:val>
                                        </p:tav>
                                      </p:tavLst>
                                    </p:anim>
                                    <p:anim calcmode="lin" valueType="num">
                                      <p:cBhvr>
                                        <p:cTn id="2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0"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1">
            <a:extLst>
              <a:ext uri="{FF2B5EF4-FFF2-40B4-BE49-F238E27FC236}">
                <a16:creationId xmlns:a16="http://schemas.microsoft.com/office/drawing/2014/main" id="{43DA4E5F-BACD-E82E-E1FB-739198B1C1D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Synchronous Counter</a:t>
            </a:r>
          </a:p>
        </p:txBody>
      </p:sp>
      <p:grpSp>
        <p:nvGrpSpPr>
          <p:cNvPr id="2" name="Group 1">
            <a:extLst>
              <a:ext uri="{FF2B5EF4-FFF2-40B4-BE49-F238E27FC236}">
                <a16:creationId xmlns:a16="http://schemas.microsoft.com/office/drawing/2014/main" id="{441BC8C7-3ACC-E266-2F62-C0AF1BCDD714}"/>
              </a:ext>
            </a:extLst>
          </p:cNvPr>
          <p:cNvGrpSpPr/>
          <p:nvPr/>
        </p:nvGrpSpPr>
        <p:grpSpPr>
          <a:xfrm>
            <a:off x="6196633" y="1788339"/>
            <a:ext cx="2741960" cy="2467440"/>
            <a:chOff x="323528" y="1772816"/>
            <a:chExt cx="4019550" cy="3905250"/>
          </a:xfrm>
        </p:grpSpPr>
        <p:pic>
          <p:nvPicPr>
            <p:cNvPr id="3" name="Picture 2">
              <a:extLst>
                <a:ext uri="{FF2B5EF4-FFF2-40B4-BE49-F238E27FC236}">
                  <a16:creationId xmlns:a16="http://schemas.microsoft.com/office/drawing/2014/main" id="{E1810BFD-55EB-A6FA-152F-52DFCD2CE06B}"/>
                </a:ext>
              </a:extLst>
            </p:cNvPr>
            <p:cNvPicPr>
              <a:picLocks noChangeAspect="1"/>
            </p:cNvPicPr>
            <p:nvPr/>
          </p:nvPicPr>
          <p:blipFill>
            <a:blip r:embed="rId3"/>
            <a:stretch>
              <a:fillRect/>
            </a:stretch>
          </p:blipFill>
          <p:spPr>
            <a:xfrm>
              <a:off x="323528" y="1772816"/>
              <a:ext cx="4019550" cy="3905250"/>
            </a:xfrm>
            <a:prstGeom prst="rect">
              <a:avLst/>
            </a:prstGeom>
          </p:spPr>
        </p:pic>
        <p:sp>
          <p:nvSpPr>
            <p:cNvPr id="4" name="Line 6">
              <a:extLst>
                <a:ext uri="{FF2B5EF4-FFF2-40B4-BE49-F238E27FC236}">
                  <a16:creationId xmlns:a16="http://schemas.microsoft.com/office/drawing/2014/main" id="{C174383B-8158-3D71-902E-6C6A6A22B049}"/>
                </a:ext>
              </a:extLst>
            </p:cNvPr>
            <p:cNvSpPr>
              <a:spLocks noChangeShapeType="1"/>
            </p:cNvSpPr>
            <p:nvPr/>
          </p:nvSpPr>
          <p:spPr bwMode="auto">
            <a:xfrm>
              <a:off x="3275856" y="1942038"/>
              <a:ext cx="1588" cy="3503186"/>
            </a:xfrm>
            <a:prstGeom prst="line">
              <a:avLst/>
            </a:prstGeom>
            <a:noFill/>
            <a:ln w="19080" cap="sq">
              <a:solidFill>
                <a:schemeClr val="accent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sp>
          <p:nvSpPr>
            <p:cNvPr id="5" name="Line 6">
              <a:extLst>
                <a:ext uri="{FF2B5EF4-FFF2-40B4-BE49-F238E27FC236}">
                  <a16:creationId xmlns:a16="http://schemas.microsoft.com/office/drawing/2014/main" id="{C8A8A6AC-6A94-293B-A8DF-135A2B032D06}"/>
                </a:ext>
              </a:extLst>
            </p:cNvPr>
            <p:cNvSpPr>
              <a:spLocks noChangeShapeType="1"/>
            </p:cNvSpPr>
            <p:nvPr/>
          </p:nvSpPr>
          <p:spPr bwMode="auto">
            <a:xfrm>
              <a:off x="2411760" y="1973848"/>
              <a:ext cx="1588" cy="3503186"/>
            </a:xfrm>
            <a:prstGeom prst="line">
              <a:avLst/>
            </a:prstGeom>
            <a:noFill/>
            <a:ln w="19080" cap="sq">
              <a:solidFill>
                <a:schemeClr val="accent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MY"/>
            </a:p>
          </p:txBody>
        </p:sp>
      </p:grpSp>
      <p:grpSp>
        <p:nvGrpSpPr>
          <p:cNvPr id="10" name="Group 9">
            <a:extLst>
              <a:ext uri="{FF2B5EF4-FFF2-40B4-BE49-F238E27FC236}">
                <a16:creationId xmlns:a16="http://schemas.microsoft.com/office/drawing/2014/main" id="{B59473F0-DE5C-6D4E-0166-31031B7440E6}"/>
              </a:ext>
            </a:extLst>
          </p:cNvPr>
          <p:cNvGrpSpPr/>
          <p:nvPr/>
        </p:nvGrpSpPr>
        <p:grpSpPr>
          <a:xfrm>
            <a:off x="256452" y="2234976"/>
            <a:ext cx="5755707" cy="4290368"/>
            <a:chOff x="683568" y="2865799"/>
            <a:chExt cx="5381830" cy="3747374"/>
          </a:xfrm>
        </p:grpSpPr>
        <p:pic>
          <p:nvPicPr>
            <p:cNvPr id="7" name="Picture 6">
              <a:extLst>
                <a:ext uri="{FF2B5EF4-FFF2-40B4-BE49-F238E27FC236}">
                  <a16:creationId xmlns:a16="http://schemas.microsoft.com/office/drawing/2014/main" id="{400CC0DA-8821-612A-A59C-BC8FE35BC115}"/>
                </a:ext>
              </a:extLst>
            </p:cNvPr>
            <p:cNvPicPr>
              <a:picLocks noChangeAspect="1"/>
            </p:cNvPicPr>
            <p:nvPr/>
          </p:nvPicPr>
          <p:blipFill rotWithShape="1">
            <a:blip r:embed="rId4"/>
            <a:srcRect l="8092" t="2376" r="6418"/>
            <a:stretch/>
          </p:blipFill>
          <p:spPr>
            <a:xfrm>
              <a:off x="683568" y="2865799"/>
              <a:ext cx="5381830" cy="3747374"/>
            </a:xfrm>
            <a:prstGeom prst="rect">
              <a:avLst/>
            </a:prstGeom>
          </p:spPr>
        </p:pic>
        <p:sp>
          <p:nvSpPr>
            <p:cNvPr id="8" name="Rectangle 7">
              <a:extLst>
                <a:ext uri="{FF2B5EF4-FFF2-40B4-BE49-F238E27FC236}">
                  <a16:creationId xmlns:a16="http://schemas.microsoft.com/office/drawing/2014/main" id="{C979B1BF-B71D-CB01-EB79-3CA9B596BB0B}"/>
                </a:ext>
              </a:extLst>
            </p:cNvPr>
            <p:cNvSpPr/>
            <p:nvPr/>
          </p:nvSpPr>
          <p:spPr bwMode="auto">
            <a:xfrm>
              <a:off x="683568" y="2993909"/>
              <a:ext cx="904880" cy="288032"/>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grpSp>
      <p:sp>
        <p:nvSpPr>
          <p:cNvPr id="11" name="Rectangle 10">
            <a:extLst>
              <a:ext uri="{FF2B5EF4-FFF2-40B4-BE49-F238E27FC236}">
                <a16:creationId xmlns:a16="http://schemas.microsoft.com/office/drawing/2014/main" id="{FFA288EC-DA97-5AE6-3D21-E28F76D114EB}"/>
              </a:ext>
            </a:extLst>
          </p:cNvPr>
          <p:cNvSpPr/>
          <p:nvPr/>
        </p:nvSpPr>
        <p:spPr bwMode="auto">
          <a:xfrm>
            <a:off x="8463678" y="1788339"/>
            <a:ext cx="330942" cy="2467440"/>
          </a:xfrm>
          <a:prstGeom prst="rect">
            <a:avLst/>
          </a:prstGeom>
          <a:solidFill>
            <a:schemeClr val="accent5">
              <a:alpha val="46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4A510893-819E-F3B1-B94A-D79F5FF20C9E}"/>
              </a:ext>
            </a:extLst>
          </p:cNvPr>
          <p:cNvSpPr/>
          <p:nvPr/>
        </p:nvSpPr>
        <p:spPr bwMode="auto">
          <a:xfrm>
            <a:off x="277724" y="5229200"/>
            <a:ext cx="2638091" cy="1296144"/>
          </a:xfrm>
          <a:prstGeom prst="rect">
            <a:avLst/>
          </a:prstGeom>
          <a:solidFill>
            <a:schemeClr val="accent5">
              <a:alpha val="46000"/>
            </a:scheme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5B9DF002-22F6-7C32-24D2-938AF590224A}"/>
              </a:ext>
            </a:extLst>
          </p:cNvPr>
          <p:cNvSpPr/>
          <p:nvPr/>
        </p:nvSpPr>
        <p:spPr bwMode="auto">
          <a:xfrm>
            <a:off x="3374068" y="5229200"/>
            <a:ext cx="2638091" cy="1296144"/>
          </a:xfrm>
          <a:prstGeom prst="rect">
            <a:avLst/>
          </a:prstGeom>
          <a:solidFill>
            <a:srgbClr val="92D050">
              <a:alpha val="46000"/>
            </a:srgb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6629EC8D-2054-37D7-E89B-AC82DF630924}"/>
              </a:ext>
            </a:extLst>
          </p:cNvPr>
          <p:cNvSpPr/>
          <p:nvPr/>
        </p:nvSpPr>
        <p:spPr bwMode="auto">
          <a:xfrm>
            <a:off x="8170226" y="1788339"/>
            <a:ext cx="330942" cy="2467440"/>
          </a:xfrm>
          <a:prstGeom prst="rect">
            <a:avLst/>
          </a:prstGeom>
          <a:solidFill>
            <a:srgbClr val="92D050">
              <a:alpha val="46000"/>
            </a:srgbClr>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5247833"/>
      </p:ext>
    </p:extLst>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1">
            <a:extLst>
              <a:ext uri="{FF2B5EF4-FFF2-40B4-BE49-F238E27FC236}">
                <a16:creationId xmlns:a16="http://schemas.microsoft.com/office/drawing/2014/main" id="{874D53D8-30A9-0167-DDF9-FCB0632BED98}"/>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Synchronous Counter</a:t>
            </a:r>
          </a:p>
        </p:txBody>
      </p:sp>
      <p:sp>
        <p:nvSpPr>
          <p:cNvPr id="97284" name="Text Box 3">
            <a:extLst>
              <a:ext uri="{FF2B5EF4-FFF2-40B4-BE49-F238E27FC236}">
                <a16:creationId xmlns:a16="http://schemas.microsoft.com/office/drawing/2014/main" id="{60151A36-DEC6-FC62-A913-4C94F6592078}"/>
              </a:ext>
            </a:extLst>
          </p:cNvPr>
          <p:cNvSpPr txBox="1">
            <a:spLocks noChangeArrowheads="1"/>
          </p:cNvSpPr>
          <p:nvPr/>
        </p:nvSpPr>
        <p:spPr bwMode="auto">
          <a:xfrm>
            <a:off x="6085161" y="2101850"/>
            <a:ext cx="2098675"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Jc = BA</a:t>
            </a:r>
          </a:p>
          <a:p>
            <a:pPr>
              <a:buClr>
                <a:srgbClr val="FF0000"/>
              </a:buClr>
              <a:buFont typeface="Tahoma" panose="020B0604030504040204" pitchFamily="34" charset="0"/>
              <a:buChar char="•"/>
            </a:pPr>
            <a:r>
              <a:rPr lang="en-US" altLang="en-US">
                <a:solidFill>
                  <a:schemeClr val="bg1"/>
                </a:solidFill>
              </a:rPr>
              <a:t>Kc = BA</a:t>
            </a:r>
          </a:p>
        </p:txBody>
      </p:sp>
      <p:sp>
        <p:nvSpPr>
          <p:cNvPr id="97285" name="Rectangle 4">
            <a:extLst>
              <a:ext uri="{FF2B5EF4-FFF2-40B4-BE49-F238E27FC236}">
                <a16:creationId xmlns:a16="http://schemas.microsoft.com/office/drawing/2014/main" id="{DB134031-B99C-48FA-8396-26428F300E96}"/>
              </a:ext>
            </a:extLst>
          </p:cNvPr>
          <p:cNvSpPr>
            <a:spLocks noChangeArrowheads="1"/>
          </p:cNvSpPr>
          <p:nvPr/>
        </p:nvSpPr>
        <p:spPr bwMode="auto">
          <a:xfrm>
            <a:off x="3350155" y="2101850"/>
            <a:ext cx="2098675"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1313" indent="-341313">
              <a:spcBef>
                <a:spcPts val="70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err="1">
                <a:solidFill>
                  <a:schemeClr val="bg1"/>
                </a:solidFill>
              </a:rPr>
              <a:t>Jb</a:t>
            </a:r>
            <a:r>
              <a:rPr lang="en-US" altLang="en-US" dirty="0">
                <a:solidFill>
                  <a:schemeClr val="bg1"/>
                </a:solidFill>
              </a:rPr>
              <a:t> = A</a:t>
            </a:r>
          </a:p>
          <a:p>
            <a:pPr>
              <a:buClr>
                <a:srgbClr val="FF0000"/>
              </a:buClr>
              <a:buFont typeface="Tahoma" panose="020B0604030504040204" pitchFamily="34" charset="0"/>
              <a:buChar char="•"/>
            </a:pPr>
            <a:r>
              <a:rPr lang="en-US" altLang="en-US" dirty="0" err="1">
                <a:solidFill>
                  <a:schemeClr val="bg1"/>
                </a:solidFill>
              </a:rPr>
              <a:t>Kb</a:t>
            </a:r>
            <a:r>
              <a:rPr lang="en-US" altLang="en-US" dirty="0">
                <a:solidFill>
                  <a:schemeClr val="bg1"/>
                </a:solidFill>
              </a:rPr>
              <a:t> = A</a:t>
            </a:r>
          </a:p>
        </p:txBody>
      </p:sp>
      <p:sp>
        <p:nvSpPr>
          <p:cNvPr id="97286" name="Rectangle 5">
            <a:extLst>
              <a:ext uri="{FF2B5EF4-FFF2-40B4-BE49-F238E27FC236}">
                <a16:creationId xmlns:a16="http://schemas.microsoft.com/office/drawing/2014/main" id="{EF3B4C7D-07AF-D79A-5DF5-68D7F18152F8}"/>
              </a:ext>
            </a:extLst>
          </p:cNvPr>
          <p:cNvSpPr>
            <a:spLocks noChangeArrowheads="1"/>
          </p:cNvSpPr>
          <p:nvPr/>
        </p:nvSpPr>
        <p:spPr bwMode="auto">
          <a:xfrm>
            <a:off x="713854" y="2101850"/>
            <a:ext cx="2098675"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1313" indent="-341313">
              <a:spcBef>
                <a:spcPts val="70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1255713" algn="l"/>
                <a:tab pos="2170113" algn="l"/>
                <a:tab pos="3084513" algn="l"/>
                <a:tab pos="3998913" algn="l"/>
                <a:tab pos="4913313" algn="l"/>
                <a:tab pos="5827713" algn="l"/>
                <a:tab pos="6742113" algn="l"/>
                <a:tab pos="7656513" algn="l"/>
                <a:tab pos="8570913" algn="l"/>
                <a:tab pos="9485313" algn="l"/>
                <a:tab pos="10399713"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Ja = 1</a:t>
            </a:r>
          </a:p>
          <a:p>
            <a:pPr>
              <a:buClr>
                <a:srgbClr val="FF0000"/>
              </a:buClr>
              <a:buFont typeface="Tahoma" panose="020B0604030504040204" pitchFamily="34" charset="0"/>
              <a:buChar char="•"/>
            </a:pPr>
            <a:r>
              <a:rPr lang="en-US" altLang="en-US" dirty="0">
                <a:solidFill>
                  <a:schemeClr val="bg1"/>
                </a:solidFill>
              </a:rPr>
              <a:t>Ka = 1</a:t>
            </a:r>
          </a:p>
        </p:txBody>
      </p:sp>
      <p:pic>
        <p:nvPicPr>
          <p:cNvPr id="5" name="Picture 4">
            <a:extLst>
              <a:ext uri="{FF2B5EF4-FFF2-40B4-BE49-F238E27FC236}">
                <a16:creationId xmlns:a16="http://schemas.microsoft.com/office/drawing/2014/main" id="{79B15102-112F-9F97-C4E8-F4EEE23E2114}"/>
              </a:ext>
            </a:extLst>
          </p:cNvPr>
          <p:cNvPicPr>
            <a:picLocks noChangeAspect="1"/>
          </p:cNvPicPr>
          <p:nvPr/>
        </p:nvPicPr>
        <p:blipFill rotWithShape="1">
          <a:blip r:embed="rId3"/>
          <a:srcRect l="2771" r="5141"/>
          <a:stretch/>
        </p:blipFill>
        <p:spPr>
          <a:xfrm>
            <a:off x="422621" y="3644901"/>
            <a:ext cx="8359081" cy="2905125"/>
          </a:xfrm>
          <a:prstGeom prst="rect">
            <a:avLst/>
          </a:prstGeom>
        </p:spPr>
      </p:pic>
      <p:sp>
        <p:nvSpPr>
          <p:cNvPr id="6" name="TextBox 5">
            <a:extLst>
              <a:ext uri="{FF2B5EF4-FFF2-40B4-BE49-F238E27FC236}">
                <a16:creationId xmlns:a16="http://schemas.microsoft.com/office/drawing/2014/main" id="{987AACCF-5601-845E-7D2F-E629D4DDC390}"/>
              </a:ext>
            </a:extLst>
          </p:cNvPr>
          <p:cNvSpPr txBox="1"/>
          <p:nvPr/>
        </p:nvSpPr>
        <p:spPr>
          <a:xfrm>
            <a:off x="1979712" y="4077072"/>
            <a:ext cx="1047274" cy="338554"/>
          </a:xfrm>
          <a:prstGeom prst="rect">
            <a:avLst/>
          </a:prstGeom>
          <a:noFill/>
        </p:spPr>
        <p:txBody>
          <a:bodyPr wrap="none" rtlCol="0">
            <a:spAutoFit/>
          </a:bodyPr>
          <a:lstStyle/>
          <a:p>
            <a:r>
              <a:rPr lang="en-MY" sz="1600" dirty="0">
                <a:solidFill>
                  <a:schemeClr val="accent1"/>
                </a:solidFill>
              </a:rPr>
              <a:t>A flip flop</a:t>
            </a:r>
          </a:p>
        </p:txBody>
      </p:sp>
      <p:sp>
        <p:nvSpPr>
          <p:cNvPr id="7" name="TextBox 6">
            <a:extLst>
              <a:ext uri="{FF2B5EF4-FFF2-40B4-BE49-F238E27FC236}">
                <a16:creationId xmlns:a16="http://schemas.microsoft.com/office/drawing/2014/main" id="{8AD4CF78-8869-BDB4-03BA-63390AC8E4C7}"/>
              </a:ext>
            </a:extLst>
          </p:cNvPr>
          <p:cNvSpPr txBox="1"/>
          <p:nvPr/>
        </p:nvSpPr>
        <p:spPr>
          <a:xfrm>
            <a:off x="3707904" y="4077072"/>
            <a:ext cx="1047274" cy="338554"/>
          </a:xfrm>
          <a:prstGeom prst="rect">
            <a:avLst/>
          </a:prstGeom>
          <a:noFill/>
        </p:spPr>
        <p:txBody>
          <a:bodyPr wrap="none" rtlCol="0">
            <a:spAutoFit/>
          </a:bodyPr>
          <a:lstStyle/>
          <a:p>
            <a:r>
              <a:rPr lang="en-MY" sz="1600" dirty="0">
                <a:solidFill>
                  <a:schemeClr val="accent1"/>
                </a:solidFill>
              </a:rPr>
              <a:t>B flip flop</a:t>
            </a:r>
          </a:p>
        </p:txBody>
      </p:sp>
      <p:sp>
        <p:nvSpPr>
          <p:cNvPr id="8" name="TextBox 7">
            <a:extLst>
              <a:ext uri="{FF2B5EF4-FFF2-40B4-BE49-F238E27FC236}">
                <a16:creationId xmlns:a16="http://schemas.microsoft.com/office/drawing/2014/main" id="{29E33E4F-61D0-7725-7CC9-D551B3DC9E58}"/>
              </a:ext>
            </a:extLst>
          </p:cNvPr>
          <p:cNvSpPr txBox="1"/>
          <p:nvPr/>
        </p:nvSpPr>
        <p:spPr>
          <a:xfrm>
            <a:off x="6610861" y="4077072"/>
            <a:ext cx="1047274" cy="338554"/>
          </a:xfrm>
          <a:prstGeom prst="rect">
            <a:avLst/>
          </a:prstGeom>
          <a:noFill/>
        </p:spPr>
        <p:txBody>
          <a:bodyPr wrap="none" rtlCol="0">
            <a:spAutoFit/>
          </a:bodyPr>
          <a:lstStyle/>
          <a:p>
            <a:r>
              <a:rPr lang="en-MY" sz="1600" dirty="0">
                <a:solidFill>
                  <a:schemeClr val="accent1"/>
                </a:solidFill>
              </a:rPr>
              <a:t>C flip flop</a:t>
            </a:r>
          </a:p>
        </p:txBody>
      </p:sp>
      <p:sp>
        <p:nvSpPr>
          <p:cNvPr id="9" name="TextBox 8">
            <a:extLst>
              <a:ext uri="{FF2B5EF4-FFF2-40B4-BE49-F238E27FC236}">
                <a16:creationId xmlns:a16="http://schemas.microsoft.com/office/drawing/2014/main" id="{95F1C8AC-4563-BB4A-6BD2-C6786A9CA58C}"/>
              </a:ext>
            </a:extLst>
          </p:cNvPr>
          <p:cNvSpPr txBox="1"/>
          <p:nvPr/>
        </p:nvSpPr>
        <p:spPr>
          <a:xfrm>
            <a:off x="259884" y="4424754"/>
            <a:ext cx="453970" cy="338554"/>
          </a:xfrm>
          <a:prstGeom prst="rect">
            <a:avLst/>
          </a:prstGeom>
          <a:noFill/>
        </p:spPr>
        <p:txBody>
          <a:bodyPr wrap="none" rtlCol="0">
            <a:spAutoFit/>
          </a:bodyPr>
          <a:lstStyle/>
          <a:p>
            <a:r>
              <a:rPr lang="en-MY" sz="1600" dirty="0">
                <a:solidFill>
                  <a:srgbClr val="FF0000"/>
                </a:solidFill>
              </a:rPr>
              <a:t>(1)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378" name="Text Box 1">
            <a:extLst>
              <a:ext uri="{FF2B5EF4-FFF2-40B4-BE49-F238E27FC236}">
                <a16:creationId xmlns:a16="http://schemas.microsoft.com/office/drawing/2014/main" id="{846AB19A-F4CF-7BEB-FF19-412549409CC1}"/>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tx1"/>
                </a:solidFill>
                <a:latin typeface="Arial Black" panose="020B0A04020102020204" pitchFamily="34" charset="0"/>
              </a:rPr>
              <a:t>Outline</a:t>
            </a:r>
          </a:p>
        </p:txBody>
      </p:sp>
      <p:sp>
        <p:nvSpPr>
          <p:cNvPr id="101379" name="Text Box 2">
            <a:extLst>
              <a:ext uri="{FF2B5EF4-FFF2-40B4-BE49-F238E27FC236}">
                <a16:creationId xmlns:a16="http://schemas.microsoft.com/office/drawing/2014/main" id="{CCE3ED97-63A2-D000-9212-83A7339F0CB6}"/>
              </a:ext>
            </a:extLst>
          </p:cNvPr>
          <p:cNvSpPr txBox="1">
            <a:spLocks noChangeArrowheads="1"/>
          </p:cNvSpPr>
          <p:nvPr/>
        </p:nvSpPr>
        <p:spPr bwMode="auto">
          <a:xfrm>
            <a:off x="457200" y="1600200"/>
            <a:ext cx="81788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tx1"/>
                </a:solidFill>
              </a:rPr>
              <a:t>Sequential Circuits</a:t>
            </a:r>
          </a:p>
          <a:p>
            <a:pPr lvl="1">
              <a:buClr>
                <a:srgbClr val="FF0000"/>
              </a:buClr>
              <a:buFont typeface="Tahoma" panose="020B0604030504040204" pitchFamily="34" charset="0"/>
              <a:buChar char="o"/>
            </a:pPr>
            <a:r>
              <a:rPr lang="en-US" altLang="en-US">
                <a:solidFill>
                  <a:schemeClr val="tx1"/>
                </a:solidFill>
              </a:rPr>
              <a:t>Flip-Flops</a:t>
            </a:r>
          </a:p>
          <a:p>
            <a:pPr lvl="1">
              <a:buClr>
                <a:srgbClr val="FF0000"/>
              </a:buClr>
              <a:buFont typeface="Tahoma" panose="020B0604030504040204" pitchFamily="34" charset="0"/>
              <a:buChar char="o"/>
            </a:pPr>
            <a:r>
              <a:rPr lang="en-US" altLang="en-US">
                <a:solidFill>
                  <a:schemeClr val="tx1"/>
                </a:solidFill>
              </a:rPr>
              <a:t>Registers</a:t>
            </a:r>
          </a:p>
          <a:p>
            <a:pPr lvl="1">
              <a:buClr>
                <a:srgbClr val="FF0000"/>
              </a:buClr>
              <a:buFont typeface="Tahoma" panose="020B0604030504040204" pitchFamily="34" charset="0"/>
              <a:buChar char="o"/>
            </a:pPr>
            <a:r>
              <a:rPr lang="en-US" altLang="en-US">
                <a:solidFill>
                  <a:schemeClr val="tx1"/>
                </a:solidFill>
              </a:rPr>
              <a:t>Counters</a:t>
            </a:r>
          </a:p>
          <a:p>
            <a:pPr>
              <a:buClr>
                <a:srgbClr val="FF0000"/>
              </a:buClr>
              <a:buFont typeface="Tahoma" panose="020B0604030504040204" pitchFamily="34" charset="0"/>
              <a:buChar char="•"/>
            </a:pPr>
            <a:r>
              <a:rPr lang="en-US" altLang="en-US">
                <a:solidFill>
                  <a:schemeClr val="tx1"/>
                </a:solidFill>
              </a:rPr>
              <a:t>Programmable Logic Devices</a:t>
            </a:r>
          </a:p>
          <a:p>
            <a:pPr lvl="1">
              <a:buClr>
                <a:srgbClr val="FF0000"/>
              </a:buClr>
              <a:buFont typeface="Tahoma" panose="020B0604030504040204" pitchFamily="34" charset="0"/>
              <a:buChar char="o"/>
            </a:pPr>
            <a:r>
              <a:rPr lang="en-US" altLang="en-US">
                <a:solidFill>
                  <a:schemeClr val="tx1"/>
                </a:solidFill>
              </a:rPr>
              <a:t>Programmable Logic Array</a:t>
            </a:r>
          </a:p>
          <a:p>
            <a:pPr lvl="1">
              <a:buClr>
                <a:srgbClr val="FF0000"/>
              </a:buClr>
              <a:buFont typeface="Tahoma" panose="020B0604030504040204" pitchFamily="34" charset="0"/>
              <a:buChar char="o"/>
            </a:pPr>
            <a:r>
              <a:rPr lang="en-US" altLang="en-US">
                <a:solidFill>
                  <a:schemeClr val="tx1"/>
                </a:solidFill>
              </a:rPr>
              <a:t>Field-Programmable Gate Array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1">
            <a:extLst>
              <a:ext uri="{FF2B5EF4-FFF2-40B4-BE49-F238E27FC236}">
                <a16:creationId xmlns:a16="http://schemas.microsoft.com/office/drawing/2014/main" id="{C51F7691-B277-28D4-4EE0-BDA9B0877718}"/>
              </a:ext>
            </a:extLst>
          </p:cNvPr>
          <p:cNvSpPr txBox="1">
            <a:spLocks noChangeArrowheads="1"/>
          </p:cNvSpPr>
          <p:nvPr/>
        </p:nvSpPr>
        <p:spPr bwMode="auto">
          <a:xfrm>
            <a:off x="406400" y="228600"/>
            <a:ext cx="8414072"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200" dirty="0">
                <a:solidFill>
                  <a:schemeClr val="bg1"/>
                </a:solidFill>
                <a:latin typeface="Arial Black" panose="020B0A04020102020204" pitchFamily="34" charset="0"/>
              </a:rPr>
              <a:t>Programmable Logic Devices</a:t>
            </a:r>
          </a:p>
        </p:txBody>
      </p:sp>
      <p:sp>
        <p:nvSpPr>
          <p:cNvPr id="103427" name="Text Box 2">
            <a:extLst>
              <a:ext uri="{FF2B5EF4-FFF2-40B4-BE49-F238E27FC236}">
                <a16:creationId xmlns:a16="http://schemas.microsoft.com/office/drawing/2014/main" id="{E5D6B94D-04F0-5718-806E-4197DF746FA8}"/>
              </a:ext>
            </a:extLst>
          </p:cNvPr>
          <p:cNvSpPr txBox="1">
            <a:spLocks noChangeArrowheads="1"/>
          </p:cNvSpPr>
          <p:nvPr/>
        </p:nvSpPr>
        <p:spPr bwMode="auto">
          <a:xfrm>
            <a:off x="457200" y="1885950"/>
            <a:ext cx="7931150" cy="348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spcBef>
                <a:spcPts val="600"/>
              </a:spcBef>
              <a:buClr>
                <a:srgbClr val="FF0000"/>
              </a:buClr>
              <a:buFont typeface="Tahoma" panose="020B0604030504040204" pitchFamily="34" charset="0"/>
              <a:buChar char="•"/>
            </a:pPr>
            <a:r>
              <a:rPr lang="en-US" altLang="en-US">
                <a:solidFill>
                  <a:schemeClr val="bg1"/>
                </a:solidFill>
              </a:rPr>
              <a:t>So far, individual </a:t>
            </a:r>
            <a:r>
              <a:rPr lang="en-US" altLang="en-US" sz="3600" b="1">
                <a:solidFill>
                  <a:schemeClr val="bg1"/>
                </a:solidFill>
              </a:rPr>
              <a:t>gates are building blocks</a:t>
            </a:r>
            <a:endParaRPr lang="en-US" altLang="en-US" b="1">
              <a:solidFill>
                <a:schemeClr val="bg1"/>
              </a:solidFill>
            </a:endParaRPr>
          </a:p>
          <a:p>
            <a:pPr lvl="1">
              <a:spcBef>
                <a:spcPts val="500"/>
              </a:spcBef>
              <a:buClr>
                <a:srgbClr val="FF0000"/>
              </a:buClr>
              <a:buFont typeface="Tahoma" panose="020B0604030504040204" pitchFamily="34" charset="0"/>
              <a:buChar char="o"/>
            </a:pPr>
            <a:r>
              <a:rPr lang="en-US" altLang="en-US">
                <a:solidFill>
                  <a:schemeClr val="bg1"/>
                </a:solidFill>
              </a:rPr>
              <a:t>Any function can be realised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1">
            <a:extLst>
              <a:ext uri="{FF2B5EF4-FFF2-40B4-BE49-F238E27FC236}">
                <a16:creationId xmlns:a16="http://schemas.microsoft.com/office/drawing/2014/main" id="{429A43BC-CB41-F8E2-4601-19712D198B76}"/>
              </a:ext>
            </a:extLst>
          </p:cNvPr>
          <p:cNvSpPr txBox="1">
            <a:spLocks noChangeArrowheads="1"/>
          </p:cNvSpPr>
          <p:nvPr/>
        </p:nvSpPr>
        <p:spPr bwMode="auto">
          <a:xfrm>
            <a:off x="406400" y="228600"/>
            <a:ext cx="431006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200" dirty="0">
                <a:solidFill>
                  <a:schemeClr val="bg1"/>
                </a:solidFill>
                <a:latin typeface="Arial Black" panose="020B0A04020102020204" pitchFamily="34" charset="0"/>
              </a:rPr>
              <a:t>Programmable Logic Devices</a:t>
            </a:r>
          </a:p>
        </p:txBody>
      </p:sp>
      <p:sp>
        <p:nvSpPr>
          <p:cNvPr id="105475" name="Text Box 2">
            <a:extLst>
              <a:ext uri="{FF2B5EF4-FFF2-40B4-BE49-F238E27FC236}">
                <a16:creationId xmlns:a16="http://schemas.microsoft.com/office/drawing/2014/main" id="{5E7A3C26-F426-892B-3073-6621C3DF1748}"/>
              </a:ext>
            </a:extLst>
          </p:cNvPr>
          <p:cNvSpPr txBox="1">
            <a:spLocks noChangeArrowheads="1"/>
          </p:cNvSpPr>
          <p:nvPr/>
        </p:nvSpPr>
        <p:spPr bwMode="auto">
          <a:xfrm>
            <a:off x="107950" y="1885950"/>
            <a:ext cx="4464050" cy="471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spcBef>
                <a:spcPts val="600"/>
              </a:spcBef>
              <a:buClr>
                <a:srgbClr val="FF0000"/>
              </a:buClr>
              <a:buFont typeface="Tahoma" panose="020B0604030504040204" pitchFamily="34" charset="0"/>
              <a:buChar char="•"/>
            </a:pPr>
            <a:r>
              <a:rPr lang="en-US" altLang="en-US" sz="2400" dirty="0">
                <a:solidFill>
                  <a:schemeClr val="bg1"/>
                </a:solidFill>
              </a:rPr>
              <a:t>Early integrated circuits using SSI provided 1 to 10 gates on a chip</a:t>
            </a:r>
          </a:p>
          <a:p>
            <a:pPr lvl="1">
              <a:spcBef>
                <a:spcPts val="500"/>
              </a:spcBef>
              <a:buClr>
                <a:srgbClr val="FF0000"/>
              </a:buClr>
              <a:buFont typeface="Tahoma" panose="020B0604030504040204" pitchFamily="34" charset="0"/>
              <a:buChar char="o"/>
            </a:pPr>
            <a:r>
              <a:rPr lang="en-US" altLang="en-US" sz="2000" dirty="0">
                <a:solidFill>
                  <a:schemeClr val="bg1"/>
                </a:solidFill>
              </a:rPr>
              <a:t>To construct a logic function, </a:t>
            </a:r>
            <a:r>
              <a:rPr lang="en-US" altLang="en-US" sz="2800" b="1" dirty="0">
                <a:solidFill>
                  <a:schemeClr val="bg1"/>
                </a:solidFill>
              </a:rPr>
              <a:t>a number of these chips are laid out</a:t>
            </a:r>
            <a:r>
              <a:rPr lang="en-US" altLang="en-US" sz="2000" dirty="0">
                <a:solidFill>
                  <a:schemeClr val="bg1"/>
                </a:solidFill>
              </a:rPr>
              <a:t> and the appropriate pin interconnections are made</a:t>
            </a:r>
          </a:p>
        </p:txBody>
      </p:sp>
      <p:pic>
        <p:nvPicPr>
          <p:cNvPr id="105476" name="Picture 3">
            <a:extLst>
              <a:ext uri="{FF2B5EF4-FFF2-40B4-BE49-F238E27FC236}">
                <a16:creationId xmlns:a16="http://schemas.microsoft.com/office/drawing/2014/main" id="{92CDA934-9C92-A1AE-6B47-6AE221908D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56034"/>
            <a:ext cx="4327525" cy="61928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0" name="Picture 2" descr="Upper half is a line diagram showing four NAND gate symbols in a rectangle. Lower half is a photo of a grey rectangular integrated circuit package with metal pins on the two long sides, and lettering on top as described in the caption">
            <a:extLst>
              <a:ext uri="{FF2B5EF4-FFF2-40B4-BE49-F238E27FC236}">
                <a16:creationId xmlns:a16="http://schemas.microsoft.com/office/drawing/2014/main" id="{72014F7B-E856-4825-AF63-48662A278A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8837" y="876300"/>
            <a:ext cx="4133850" cy="510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xit" presetSubtype="4" fill="hold" nodeType="clickEffect">
                                  <p:stCondLst>
                                    <p:cond delay="0"/>
                                  </p:stCondLst>
                                  <p:childTnLst>
                                    <p:anim calcmode="lin" valueType="num">
                                      <p:cBhvr additive="base">
                                        <p:cTn id="13" dur="500"/>
                                        <p:tgtEl>
                                          <p:spTgt spid="2050"/>
                                        </p:tgtEl>
                                        <p:attrNameLst>
                                          <p:attrName>ppt_x</p:attrName>
                                        </p:attrNameLst>
                                      </p:cBhvr>
                                      <p:tavLst>
                                        <p:tav tm="0">
                                          <p:val>
                                            <p:strVal val="ppt_x"/>
                                          </p:val>
                                        </p:tav>
                                        <p:tav tm="100000">
                                          <p:val>
                                            <p:strVal val="ppt_x"/>
                                          </p:val>
                                        </p:tav>
                                      </p:tavLst>
                                    </p:anim>
                                    <p:anim calcmode="lin" valueType="num">
                                      <p:cBhvr additive="base">
                                        <p:cTn id="14" dur="500"/>
                                        <p:tgtEl>
                                          <p:spTgt spid="2050"/>
                                        </p:tgtEl>
                                        <p:attrNameLst>
                                          <p:attrName>ppt_y</p:attrName>
                                        </p:attrNameLst>
                                      </p:cBhvr>
                                      <p:tavLst>
                                        <p:tav tm="0">
                                          <p:val>
                                            <p:strVal val="ppt_y"/>
                                          </p:val>
                                        </p:tav>
                                        <p:tav tm="100000">
                                          <p:val>
                                            <p:strVal val="1+ppt_h/2"/>
                                          </p:val>
                                        </p:tav>
                                      </p:tavLst>
                                    </p:anim>
                                    <p:set>
                                      <p:cBhvr>
                                        <p:cTn id="15" dur="1" fill="hold">
                                          <p:stCondLst>
                                            <p:cond delay="499"/>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1">
            <a:extLst>
              <a:ext uri="{FF2B5EF4-FFF2-40B4-BE49-F238E27FC236}">
                <a16:creationId xmlns:a16="http://schemas.microsoft.com/office/drawing/2014/main" id="{A0005330-C53E-8146-CF0A-7476FB591206}"/>
              </a:ext>
            </a:extLst>
          </p:cNvPr>
          <p:cNvSpPr txBox="1">
            <a:spLocks noChangeArrowheads="1"/>
          </p:cNvSpPr>
          <p:nvPr/>
        </p:nvSpPr>
        <p:spPr bwMode="auto">
          <a:xfrm>
            <a:off x="406400" y="228600"/>
            <a:ext cx="83423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Devices</a:t>
            </a:r>
          </a:p>
        </p:txBody>
      </p:sp>
      <p:sp>
        <p:nvSpPr>
          <p:cNvPr id="107523" name="Text Box 2">
            <a:extLst>
              <a:ext uri="{FF2B5EF4-FFF2-40B4-BE49-F238E27FC236}">
                <a16:creationId xmlns:a16="http://schemas.microsoft.com/office/drawing/2014/main" id="{D4737907-126E-82E0-333A-28391A3448D8}"/>
              </a:ext>
            </a:extLst>
          </p:cNvPr>
          <p:cNvSpPr txBox="1">
            <a:spLocks noChangeArrowheads="1"/>
          </p:cNvSpPr>
          <p:nvPr/>
        </p:nvSpPr>
        <p:spPr bwMode="auto">
          <a:xfrm>
            <a:off x="457200" y="1885950"/>
            <a:ext cx="8178800" cy="45673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Increasing levels of integration made it possible to put </a:t>
            </a:r>
            <a:r>
              <a:rPr lang="en-US" altLang="en-US" sz="4000" b="1" dirty="0">
                <a:solidFill>
                  <a:srgbClr val="FF0000"/>
                </a:solidFill>
              </a:rPr>
              <a:t>more gates on a chip </a:t>
            </a:r>
            <a:r>
              <a:rPr lang="en-US" altLang="en-US" dirty="0">
                <a:solidFill>
                  <a:schemeClr val="bg1"/>
                </a:solidFill>
              </a:rPr>
              <a:t>and to make gate interconnections on the chip as well. </a:t>
            </a:r>
          </a:p>
          <a:p>
            <a:pPr>
              <a:buClr>
                <a:srgbClr val="FF0000"/>
              </a:buClr>
              <a:buFont typeface="Tahoma" panose="020B0604030504040204" pitchFamily="34" charset="0"/>
              <a:buChar char="•"/>
            </a:pPr>
            <a:r>
              <a:rPr lang="en-US" altLang="en-US" dirty="0">
                <a:solidFill>
                  <a:schemeClr val="bg1"/>
                </a:solidFill>
              </a:rPr>
              <a:t>Advantages: </a:t>
            </a:r>
          </a:p>
          <a:p>
            <a:pPr lvl="1">
              <a:buClr>
                <a:srgbClr val="FF0000"/>
              </a:buClr>
              <a:buFont typeface="Tahoma" panose="020B0604030504040204" pitchFamily="34" charset="0"/>
              <a:buChar char="•"/>
            </a:pPr>
            <a:r>
              <a:rPr lang="en-US" altLang="en-US" dirty="0">
                <a:solidFill>
                  <a:schemeClr val="bg1"/>
                </a:solidFill>
              </a:rPr>
              <a:t>Decreased cost and size</a:t>
            </a:r>
          </a:p>
          <a:p>
            <a:pPr lvl="1">
              <a:buClr>
                <a:srgbClr val="FF0000"/>
              </a:buClr>
              <a:buFont typeface="Tahoma" panose="020B0604030504040204" pitchFamily="34" charset="0"/>
              <a:buChar char="•"/>
            </a:pPr>
            <a:r>
              <a:rPr lang="en-US" altLang="en-US" dirty="0">
                <a:solidFill>
                  <a:schemeClr val="bg1"/>
                </a:solidFill>
              </a:rPr>
              <a:t>Increased speed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1">
            <a:extLst>
              <a:ext uri="{FF2B5EF4-FFF2-40B4-BE49-F238E27FC236}">
                <a16:creationId xmlns:a16="http://schemas.microsoft.com/office/drawing/2014/main" id="{BB3A20A1-70F3-7D22-A591-DFEF546E78C3}"/>
              </a:ext>
            </a:extLst>
          </p:cNvPr>
          <p:cNvSpPr txBox="1">
            <a:spLocks noChangeArrowheads="1"/>
          </p:cNvSpPr>
          <p:nvPr/>
        </p:nvSpPr>
        <p:spPr bwMode="auto">
          <a:xfrm>
            <a:off x="406400" y="228600"/>
            <a:ext cx="83423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Devices</a:t>
            </a:r>
          </a:p>
        </p:txBody>
      </p:sp>
      <p:sp>
        <p:nvSpPr>
          <p:cNvPr id="109571" name="Text Box 2">
            <a:extLst>
              <a:ext uri="{FF2B5EF4-FFF2-40B4-BE49-F238E27FC236}">
                <a16:creationId xmlns:a16="http://schemas.microsoft.com/office/drawing/2014/main" id="{7FC5DC3E-C16B-8FB4-59FC-A454843C0008}"/>
              </a:ext>
            </a:extLst>
          </p:cNvPr>
          <p:cNvSpPr txBox="1">
            <a:spLocks noChangeArrowheads="1"/>
          </p:cNvSpPr>
          <p:nvPr/>
        </p:nvSpPr>
        <p:spPr bwMode="auto">
          <a:xfrm>
            <a:off x="457200" y="1885950"/>
            <a:ext cx="8178800" cy="474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However, </a:t>
            </a:r>
          </a:p>
          <a:p>
            <a:pPr lvl="1">
              <a:buClr>
                <a:srgbClr val="FF0000"/>
              </a:buClr>
              <a:buFont typeface="Tahoma" panose="020B0604030504040204" pitchFamily="34" charset="0"/>
              <a:buChar char="o"/>
            </a:pPr>
            <a:r>
              <a:rPr lang="en-US" altLang="en-US" dirty="0">
                <a:solidFill>
                  <a:schemeClr val="bg1"/>
                </a:solidFill>
              </a:rPr>
              <a:t>For each logic function, layout of gates and </a:t>
            </a:r>
            <a:r>
              <a:rPr lang="en-US" altLang="en-US" sz="3200" b="1" dirty="0">
                <a:solidFill>
                  <a:srgbClr val="FF0000"/>
                </a:solidFill>
              </a:rPr>
              <a:t>interconnections must be designed</a:t>
            </a:r>
            <a:endParaRPr lang="en-US" altLang="en-US" b="1" dirty="0">
              <a:solidFill>
                <a:srgbClr val="FF0000"/>
              </a:solidFill>
            </a:endParaRPr>
          </a:p>
          <a:p>
            <a:pPr lvl="1">
              <a:buClr>
                <a:srgbClr val="FF0000"/>
              </a:buClr>
              <a:buFont typeface="Tahoma" panose="020B0604030504040204" pitchFamily="34" charset="0"/>
              <a:buChar char="o"/>
            </a:pPr>
            <a:r>
              <a:rPr lang="en-US" altLang="en-US" sz="3200" b="1" dirty="0">
                <a:solidFill>
                  <a:srgbClr val="00B0F0"/>
                </a:solidFill>
              </a:rPr>
              <a:t>Cost and time</a:t>
            </a:r>
            <a:r>
              <a:rPr lang="en-US" altLang="en-US" sz="3200" b="1" dirty="0">
                <a:solidFill>
                  <a:srgbClr val="FFFF00"/>
                </a:solidFill>
              </a:rPr>
              <a:t> </a:t>
            </a:r>
            <a:r>
              <a:rPr lang="en-US" altLang="en-US" dirty="0">
                <a:solidFill>
                  <a:schemeClr val="bg1"/>
                </a:solidFill>
              </a:rPr>
              <a:t>involved for </a:t>
            </a:r>
            <a:r>
              <a:rPr lang="en-US" altLang="en-US" sz="3200" b="1" dirty="0">
                <a:solidFill>
                  <a:srgbClr val="00B0F0"/>
                </a:solidFill>
              </a:rPr>
              <a:t>custom</a:t>
            </a:r>
            <a:r>
              <a:rPr lang="en-US" altLang="en-US" sz="3200" b="1" dirty="0">
                <a:solidFill>
                  <a:schemeClr val="bg1"/>
                </a:solidFill>
              </a:rPr>
              <a:t> </a:t>
            </a:r>
            <a:r>
              <a:rPr lang="en-US" altLang="en-US" sz="3200" b="1" dirty="0">
                <a:solidFill>
                  <a:srgbClr val="00B0F0"/>
                </a:solidFill>
              </a:rPr>
              <a:t>chips</a:t>
            </a:r>
            <a:r>
              <a:rPr lang="en-US" altLang="en-US" sz="3200" b="1" dirty="0">
                <a:solidFill>
                  <a:schemeClr val="bg1"/>
                </a:solidFill>
              </a:rPr>
              <a:t> </a:t>
            </a:r>
            <a:r>
              <a:rPr lang="en-US" altLang="en-US" dirty="0">
                <a:solidFill>
                  <a:schemeClr val="bg1"/>
                </a:solidFill>
              </a:rPr>
              <a:t>design is high</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1">
            <a:extLst>
              <a:ext uri="{FF2B5EF4-FFF2-40B4-BE49-F238E27FC236}">
                <a16:creationId xmlns:a16="http://schemas.microsoft.com/office/drawing/2014/main" id="{41DF7A04-24B5-1009-2C6B-E57D4FF6EC2E}"/>
              </a:ext>
            </a:extLst>
          </p:cNvPr>
          <p:cNvSpPr txBox="1">
            <a:spLocks noChangeArrowheads="1"/>
          </p:cNvSpPr>
          <p:nvPr/>
        </p:nvSpPr>
        <p:spPr bwMode="auto">
          <a:xfrm>
            <a:off x="406400" y="228600"/>
            <a:ext cx="83423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Devices</a:t>
            </a:r>
          </a:p>
        </p:txBody>
      </p:sp>
      <p:sp>
        <p:nvSpPr>
          <p:cNvPr id="111619" name="Text Box 2">
            <a:extLst>
              <a:ext uri="{FF2B5EF4-FFF2-40B4-BE49-F238E27FC236}">
                <a16:creationId xmlns:a16="http://schemas.microsoft.com/office/drawing/2014/main" id="{CA2127BA-43D8-106C-33C1-8697BB0259E9}"/>
              </a:ext>
            </a:extLst>
          </p:cNvPr>
          <p:cNvSpPr txBox="1">
            <a:spLocks noChangeArrowheads="1"/>
          </p:cNvSpPr>
          <p:nvPr/>
        </p:nvSpPr>
        <p:spPr bwMode="auto">
          <a:xfrm>
            <a:off x="457200" y="1885950"/>
            <a:ext cx="8178800" cy="474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Thus, </a:t>
            </a:r>
          </a:p>
          <a:p>
            <a:pPr>
              <a:buClr>
                <a:srgbClr val="FF0000"/>
              </a:buClr>
              <a:buFont typeface="Tahoma" panose="020B0604030504040204" pitchFamily="34" charset="0"/>
              <a:buChar char="•"/>
            </a:pPr>
            <a:r>
              <a:rPr lang="en-US" altLang="en-US" dirty="0">
                <a:solidFill>
                  <a:schemeClr val="bg1"/>
                </a:solidFill>
              </a:rPr>
              <a:t>it becomes attractive to develop a </a:t>
            </a:r>
            <a:r>
              <a:rPr lang="en-US" altLang="en-US" sz="4000" b="1" dirty="0">
                <a:solidFill>
                  <a:srgbClr val="00B0F0"/>
                </a:solidFill>
              </a:rPr>
              <a:t>general-purpose chip</a:t>
            </a:r>
            <a:r>
              <a:rPr lang="en-US" altLang="en-US" dirty="0">
                <a:solidFill>
                  <a:schemeClr val="bg1"/>
                </a:solidFill>
              </a:rPr>
              <a:t> that can be readily adapted to specific purposes</a:t>
            </a:r>
          </a:p>
          <a:p>
            <a:pPr>
              <a:buClr>
                <a:srgbClr val="FF0000"/>
              </a:buClr>
              <a:buFont typeface="Tahoma" panose="020B0604030504040204" pitchFamily="34" charset="0"/>
              <a:buChar char="•"/>
            </a:pPr>
            <a:r>
              <a:rPr lang="en-US" altLang="en-US" dirty="0">
                <a:solidFill>
                  <a:schemeClr val="bg1"/>
                </a:solidFill>
              </a:rPr>
              <a:t>This is the intent of the programmable logic device (PLD)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1">
            <a:extLst>
              <a:ext uri="{FF2B5EF4-FFF2-40B4-BE49-F238E27FC236}">
                <a16:creationId xmlns:a16="http://schemas.microsoft.com/office/drawing/2014/main" id="{3AAD8E63-050B-E742-3F4A-BCB0ADFA96BF}"/>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Devices</a:t>
            </a:r>
          </a:p>
        </p:txBody>
      </p:sp>
      <p:sp>
        <p:nvSpPr>
          <p:cNvPr id="113667" name="Text Box 2">
            <a:extLst>
              <a:ext uri="{FF2B5EF4-FFF2-40B4-BE49-F238E27FC236}">
                <a16:creationId xmlns:a16="http://schemas.microsoft.com/office/drawing/2014/main" id="{4F680159-EE1A-A0C8-CADC-2C55868E91D3}"/>
              </a:ext>
            </a:extLst>
          </p:cNvPr>
          <p:cNvSpPr txBox="1">
            <a:spLocks noChangeArrowheads="1"/>
          </p:cNvSpPr>
          <p:nvPr/>
        </p:nvSpPr>
        <p:spPr bwMode="auto">
          <a:xfrm>
            <a:off x="317103" y="1885950"/>
            <a:ext cx="3822849" cy="485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spcBef>
                <a:spcPct val="0"/>
              </a:spcBef>
              <a:buClr>
                <a:srgbClr val="FF0000"/>
              </a:buClr>
              <a:buFont typeface="Tahoma" panose="020B0604030504040204" pitchFamily="34" charset="0"/>
              <a:buChar char="•"/>
            </a:pPr>
            <a:r>
              <a:rPr lang="en-US" altLang="en-US" sz="2400" dirty="0">
                <a:solidFill>
                  <a:schemeClr val="bg1"/>
                </a:solidFill>
              </a:rPr>
              <a:t>Programmable Logic Array (PLA)</a:t>
            </a:r>
          </a:p>
          <a:p>
            <a:pPr lvl="1">
              <a:spcBef>
                <a:spcPct val="0"/>
              </a:spcBef>
              <a:buClr>
                <a:srgbClr val="FF0000"/>
              </a:buClr>
              <a:buFont typeface="Tahoma" panose="020B0604030504040204" pitchFamily="34" charset="0"/>
              <a:buChar char="o"/>
            </a:pPr>
            <a:r>
              <a:rPr lang="en-US" altLang="en-US" sz="2000" dirty="0">
                <a:solidFill>
                  <a:schemeClr val="bg1"/>
                </a:solidFill>
              </a:rPr>
              <a:t>A relatively small PLD that contains </a:t>
            </a:r>
            <a:r>
              <a:rPr lang="en-US" altLang="en-US" sz="2800" b="1" dirty="0">
                <a:solidFill>
                  <a:schemeClr val="accent1"/>
                </a:solidFill>
              </a:rPr>
              <a:t>two levels </a:t>
            </a:r>
            <a:r>
              <a:rPr lang="en-US" altLang="en-US" sz="2000" dirty="0">
                <a:solidFill>
                  <a:schemeClr val="bg1"/>
                </a:solidFill>
              </a:rPr>
              <a:t>of logic, an </a:t>
            </a:r>
            <a:r>
              <a:rPr lang="en-US" altLang="en-US" sz="2800" b="1" dirty="0">
                <a:solidFill>
                  <a:srgbClr val="FF0000"/>
                </a:solidFill>
              </a:rPr>
              <a:t>AND-plane</a:t>
            </a:r>
            <a:r>
              <a:rPr lang="en-US" altLang="en-US" sz="2000" dirty="0">
                <a:solidFill>
                  <a:schemeClr val="bg1"/>
                </a:solidFill>
              </a:rPr>
              <a:t> and an </a:t>
            </a:r>
            <a:r>
              <a:rPr lang="en-US" altLang="en-US" sz="2800" b="1" dirty="0">
                <a:solidFill>
                  <a:srgbClr val="FF0000"/>
                </a:solidFill>
              </a:rPr>
              <a:t>OR-plane</a:t>
            </a:r>
            <a:r>
              <a:rPr lang="en-US" altLang="en-US" sz="2000" dirty="0">
                <a:solidFill>
                  <a:schemeClr val="bg1"/>
                </a:solidFill>
              </a:rPr>
              <a:t>, </a:t>
            </a:r>
            <a:r>
              <a:rPr lang="en-US" altLang="en-US" sz="2000" dirty="0">
                <a:solidFill>
                  <a:srgbClr val="00B050"/>
                </a:solidFill>
              </a:rPr>
              <a:t>where </a:t>
            </a:r>
            <a:r>
              <a:rPr lang="en-US" altLang="en-US" sz="2800" b="1" dirty="0">
                <a:solidFill>
                  <a:srgbClr val="00B050"/>
                </a:solidFill>
              </a:rPr>
              <a:t>both levels are programmable</a:t>
            </a:r>
            <a:endParaRPr lang="en-US" altLang="en-US" sz="2000" b="1" dirty="0">
              <a:solidFill>
                <a:srgbClr val="00B050"/>
              </a:solidFill>
            </a:endParaRPr>
          </a:p>
        </p:txBody>
      </p:sp>
      <p:pic>
        <p:nvPicPr>
          <p:cNvPr id="3076" name="Picture 4" descr="Programmable logic array - Wikipedia">
            <a:extLst>
              <a:ext uri="{FF2B5EF4-FFF2-40B4-BE49-F238E27FC236}">
                <a16:creationId xmlns:a16="http://schemas.microsoft.com/office/drawing/2014/main" id="{142CB232-95B6-3767-240C-2E9F44B19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859587"/>
            <a:ext cx="4110881" cy="47269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1">
            <a:extLst>
              <a:ext uri="{FF2B5EF4-FFF2-40B4-BE49-F238E27FC236}">
                <a16:creationId xmlns:a16="http://schemas.microsoft.com/office/drawing/2014/main" id="{AF008D02-18C8-BB19-22AA-A58CB1D24650}"/>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Devices</a:t>
            </a:r>
          </a:p>
        </p:txBody>
      </p:sp>
      <p:sp>
        <p:nvSpPr>
          <p:cNvPr id="115715" name="Text Box 2">
            <a:extLst>
              <a:ext uri="{FF2B5EF4-FFF2-40B4-BE49-F238E27FC236}">
                <a16:creationId xmlns:a16="http://schemas.microsoft.com/office/drawing/2014/main" id="{42A03A9C-A8A1-E539-44E2-57FDD418A969}"/>
              </a:ext>
            </a:extLst>
          </p:cNvPr>
          <p:cNvSpPr txBox="1">
            <a:spLocks noChangeArrowheads="1"/>
          </p:cNvSpPr>
          <p:nvPr/>
        </p:nvSpPr>
        <p:spPr bwMode="auto">
          <a:xfrm>
            <a:off x="179511" y="1885950"/>
            <a:ext cx="3961399" cy="485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spcBef>
                <a:spcPct val="0"/>
              </a:spcBef>
              <a:buClr>
                <a:srgbClr val="FF0000"/>
              </a:buClr>
              <a:buFont typeface="Tahoma" panose="020B0604030504040204" pitchFamily="34" charset="0"/>
              <a:buChar char="•"/>
            </a:pPr>
            <a:r>
              <a:rPr lang="en-US" altLang="en-US" sz="2400" dirty="0">
                <a:solidFill>
                  <a:schemeClr val="bg1"/>
                </a:solidFill>
              </a:rPr>
              <a:t>Programmable Array Logic (PAL)</a:t>
            </a:r>
          </a:p>
          <a:p>
            <a:pPr lvl="1">
              <a:spcBef>
                <a:spcPct val="0"/>
              </a:spcBef>
              <a:buClr>
                <a:srgbClr val="FF0000"/>
              </a:buClr>
              <a:buFont typeface="Tahoma" panose="020B0604030504040204" pitchFamily="34" charset="0"/>
              <a:buChar char="o"/>
            </a:pPr>
            <a:r>
              <a:rPr lang="en-US" altLang="en-US" sz="2000" dirty="0">
                <a:solidFill>
                  <a:schemeClr val="bg1"/>
                </a:solidFill>
              </a:rPr>
              <a:t>A relatively small PLD that has a </a:t>
            </a:r>
            <a:r>
              <a:rPr lang="en-US" altLang="en-US" sz="2800" b="1" dirty="0">
                <a:solidFill>
                  <a:srgbClr val="00B050"/>
                </a:solidFill>
              </a:rPr>
              <a:t>programmable AND-plane</a:t>
            </a:r>
            <a:r>
              <a:rPr lang="en-US" altLang="en-US" sz="2000" dirty="0">
                <a:solidFill>
                  <a:srgbClr val="00B050"/>
                </a:solidFill>
              </a:rPr>
              <a:t> </a:t>
            </a:r>
            <a:r>
              <a:rPr lang="en-US" altLang="en-US" sz="2000" dirty="0">
                <a:solidFill>
                  <a:schemeClr val="bg1"/>
                </a:solidFill>
              </a:rPr>
              <a:t>followed by a </a:t>
            </a:r>
            <a:r>
              <a:rPr lang="en-US" altLang="en-US" sz="2800" b="1" dirty="0">
                <a:solidFill>
                  <a:srgbClr val="FF0000"/>
                </a:solidFill>
              </a:rPr>
              <a:t>fixed OR-plane</a:t>
            </a:r>
            <a:endParaRPr lang="en-US" altLang="en-US" sz="2000" b="1" dirty="0">
              <a:solidFill>
                <a:srgbClr val="FF0000"/>
              </a:solidFill>
            </a:endParaRPr>
          </a:p>
        </p:txBody>
      </p:sp>
      <p:pic>
        <p:nvPicPr>
          <p:cNvPr id="4098" name="Picture 2" descr="Programmable Array Logic | Programmable Logic Devices || Electronics  Tutorial">
            <a:extLst>
              <a:ext uri="{FF2B5EF4-FFF2-40B4-BE49-F238E27FC236}">
                <a16:creationId xmlns:a16="http://schemas.microsoft.com/office/drawing/2014/main" id="{D6E046EB-4B11-C813-EC72-457838A2F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1842914"/>
            <a:ext cx="3961399" cy="4764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1">
            <a:extLst>
              <a:ext uri="{FF2B5EF4-FFF2-40B4-BE49-F238E27FC236}">
                <a16:creationId xmlns:a16="http://schemas.microsoft.com/office/drawing/2014/main" id="{02C863E4-7694-EA75-9590-A1EECA9D6FE0}"/>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Devices</a:t>
            </a:r>
          </a:p>
        </p:txBody>
      </p:sp>
      <p:sp>
        <p:nvSpPr>
          <p:cNvPr id="117763" name="Text Box 2">
            <a:extLst>
              <a:ext uri="{FF2B5EF4-FFF2-40B4-BE49-F238E27FC236}">
                <a16:creationId xmlns:a16="http://schemas.microsoft.com/office/drawing/2014/main" id="{FC99E82D-58A0-1276-8DB5-1124D1DAB77B}"/>
              </a:ext>
            </a:extLst>
          </p:cNvPr>
          <p:cNvSpPr txBox="1">
            <a:spLocks noChangeArrowheads="1"/>
          </p:cNvSpPr>
          <p:nvPr/>
        </p:nvSpPr>
        <p:spPr bwMode="auto">
          <a:xfrm>
            <a:off x="457200" y="1885950"/>
            <a:ext cx="8178800" cy="485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spcBef>
                <a:spcPct val="0"/>
              </a:spcBef>
              <a:buClr>
                <a:srgbClr val="FF0000"/>
              </a:buClr>
              <a:buFont typeface="Tahoma" panose="020B0604030504040204" pitchFamily="34" charset="0"/>
              <a:buChar char="•"/>
            </a:pPr>
            <a:r>
              <a:rPr lang="en-US" altLang="en-US" sz="3600" b="1" dirty="0">
                <a:solidFill>
                  <a:srgbClr val="00B050"/>
                </a:solidFill>
              </a:rPr>
              <a:t>Simple</a:t>
            </a:r>
            <a:r>
              <a:rPr lang="en-US" altLang="en-US" dirty="0">
                <a:solidFill>
                  <a:schemeClr val="bg1"/>
                </a:solidFill>
              </a:rPr>
              <a:t> PLD (SPLD)</a:t>
            </a:r>
          </a:p>
          <a:p>
            <a:pPr lvl="1">
              <a:spcBef>
                <a:spcPct val="0"/>
              </a:spcBef>
              <a:buClr>
                <a:srgbClr val="FF0000"/>
              </a:buClr>
              <a:buFont typeface="Tahoma" panose="020B0604030504040204" pitchFamily="34" charset="0"/>
              <a:buChar char="o"/>
            </a:pPr>
            <a:r>
              <a:rPr lang="en-US" altLang="en-US" dirty="0">
                <a:solidFill>
                  <a:schemeClr val="bg1"/>
                </a:solidFill>
              </a:rPr>
              <a:t>A PLA or PAL</a:t>
            </a:r>
          </a:p>
          <a:p>
            <a:pPr>
              <a:spcBef>
                <a:spcPct val="0"/>
              </a:spcBef>
              <a:buClr>
                <a:srgbClr val="FF0000"/>
              </a:buClr>
              <a:buFont typeface="Tahoma" panose="020B0604030504040204" pitchFamily="34" charset="0"/>
              <a:buChar char="•"/>
            </a:pPr>
            <a:r>
              <a:rPr lang="en-US" altLang="en-US" sz="3600" b="1" dirty="0">
                <a:solidFill>
                  <a:srgbClr val="FF0000"/>
                </a:solidFill>
              </a:rPr>
              <a:t>Complex</a:t>
            </a:r>
            <a:r>
              <a:rPr lang="en-US" altLang="en-US" dirty="0">
                <a:solidFill>
                  <a:schemeClr val="bg1"/>
                </a:solidFill>
              </a:rPr>
              <a:t> PLD (CPLD)</a:t>
            </a:r>
          </a:p>
          <a:p>
            <a:pPr lvl="1">
              <a:spcBef>
                <a:spcPct val="0"/>
              </a:spcBef>
              <a:buClr>
                <a:srgbClr val="FF0000"/>
              </a:buClr>
              <a:buFont typeface="Tahoma" panose="020B0604030504040204" pitchFamily="34" charset="0"/>
              <a:buChar char="o"/>
            </a:pPr>
            <a:r>
              <a:rPr lang="en-US" altLang="en-US" dirty="0">
                <a:solidFill>
                  <a:schemeClr val="bg1"/>
                </a:solidFill>
              </a:rPr>
              <a:t>A more complex PLD that consists of an arrangement of multiple SPLD-like blocks on a single chip</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1">
            <a:extLst>
              <a:ext uri="{FF2B5EF4-FFF2-40B4-BE49-F238E27FC236}">
                <a16:creationId xmlns:a16="http://schemas.microsoft.com/office/drawing/2014/main" id="{9770F6C1-27CB-A286-0707-9E8D8D4DFFFB}"/>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Programmable Logic Devices</a:t>
            </a:r>
          </a:p>
        </p:txBody>
      </p:sp>
      <p:sp>
        <p:nvSpPr>
          <p:cNvPr id="119811" name="Text Box 2">
            <a:extLst>
              <a:ext uri="{FF2B5EF4-FFF2-40B4-BE49-F238E27FC236}">
                <a16:creationId xmlns:a16="http://schemas.microsoft.com/office/drawing/2014/main" id="{A5AD8C34-DFE8-7014-5DC2-2F5317C5B5D3}"/>
              </a:ext>
            </a:extLst>
          </p:cNvPr>
          <p:cNvSpPr txBox="1">
            <a:spLocks noChangeArrowheads="1"/>
          </p:cNvSpPr>
          <p:nvPr/>
        </p:nvSpPr>
        <p:spPr bwMode="auto">
          <a:xfrm>
            <a:off x="457200" y="1885950"/>
            <a:ext cx="8178800" cy="456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spcBef>
                <a:spcPct val="0"/>
              </a:spcBef>
              <a:buClr>
                <a:srgbClr val="FF0000"/>
              </a:buClr>
              <a:buFont typeface="Tahoma" panose="020B0604030504040204" pitchFamily="34" charset="0"/>
              <a:buChar char="•"/>
            </a:pPr>
            <a:r>
              <a:rPr lang="en-US" altLang="en-US" b="1" dirty="0">
                <a:solidFill>
                  <a:schemeClr val="bg1"/>
                </a:solidFill>
              </a:rPr>
              <a:t>Field-Programmable Gate Array (FPGA)</a:t>
            </a:r>
          </a:p>
          <a:p>
            <a:pPr lvl="1">
              <a:spcBef>
                <a:spcPct val="0"/>
              </a:spcBef>
              <a:buClr>
                <a:srgbClr val="FF0000"/>
              </a:buClr>
              <a:buFont typeface="Tahoma" panose="020B0604030504040204" pitchFamily="34" charset="0"/>
              <a:buChar char="o"/>
            </a:pPr>
            <a:r>
              <a:rPr lang="en-US" altLang="en-US" dirty="0">
                <a:solidFill>
                  <a:schemeClr val="bg1"/>
                </a:solidFill>
              </a:rPr>
              <a:t>A general structure that allows very high logic capacity</a:t>
            </a:r>
          </a:p>
          <a:p>
            <a:pPr lvl="1">
              <a:spcBef>
                <a:spcPct val="0"/>
              </a:spcBef>
              <a:buClr>
                <a:srgbClr val="FF0000"/>
              </a:buClr>
              <a:buFont typeface="Tahoma" panose="020B0604030504040204" pitchFamily="34" charset="0"/>
              <a:buChar char="o"/>
            </a:pPr>
            <a:r>
              <a:rPr lang="en-US" altLang="en-US" dirty="0">
                <a:solidFill>
                  <a:schemeClr val="bg1"/>
                </a:solidFill>
              </a:rPr>
              <a:t>Whereas CPLDs feature logic resources with a wide number of inputs (AND planes), FPGAs offer more narrow logic resources</a:t>
            </a:r>
          </a:p>
          <a:p>
            <a:pPr lvl="1">
              <a:spcBef>
                <a:spcPct val="0"/>
              </a:spcBef>
              <a:buClr>
                <a:srgbClr val="FF0000"/>
              </a:buClr>
              <a:buFont typeface="Tahoma" panose="020B0604030504040204" pitchFamily="34" charset="0"/>
              <a:buChar char="o"/>
            </a:pPr>
            <a:r>
              <a:rPr lang="en-US" altLang="en-US" dirty="0">
                <a:solidFill>
                  <a:schemeClr val="bg1"/>
                </a:solidFill>
              </a:rPr>
              <a:t>FPGAs also offer a higher ratio of flip-flops to logic resources than do CPLDs</a:t>
            </a:r>
          </a:p>
          <a:p>
            <a:pPr>
              <a:spcBef>
                <a:spcPct val="0"/>
              </a:spcBef>
              <a:buClr>
                <a:srgbClr val="FF0000"/>
              </a:buClr>
              <a:buFont typeface="Tahoma" panose="020B0604030504040204" pitchFamily="34" charset="0"/>
              <a:buChar char="•"/>
            </a:pPr>
            <a:r>
              <a:rPr lang="en-US" altLang="en-US" b="1" dirty="0">
                <a:solidFill>
                  <a:schemeClr val="bg1"/>
                </a:solidFill>
              </a:rPr>
              <a:t>Logic Block</a:t>
            </a:r>
          </a:p>
          <a:p>
            <a:pPr lvl="1">
              <a:spcBef>
                <a:spcPct val="0"/>
              </a:spcBef>
              <a:buClr>
                <a:srgbClr val="FF0000"/>
              </a:buClr>
              <a:buFont typeface="Tahoma" panose="020B0604030504040204" pitchFamily="34" charset="0"/>
              <a:buChar char="o"/>
            </a:pPr>
            <a:r>
              <a:rPr lang="en-US" altLang="en-US" dirty="0">
                <a:solidFill>
                  <a:schemeClr val="bg1"/>
                </a:solidFill>
              </a:rPr>
              <a:t>A relatively small circuit block that is replicated in an array in an FPD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1">
            <a:extLst>
              <a:ext uri="{FF2B5EF4-FFF2-40B4-BE49-F238E27FC236}">
                <a16:creationId xmlns:a16="http://schemas.microsoft.com/office/drawing/2014/main" id="{8CDD9380-589D-354E-3F60-96B5DD8BC4A4}"/>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Array</a:t>
            </a:r>
          </a:p>
        </p:txBody>
      </p:sp>
      <p:sp>
        <p:nvSpPr>
          <p:cNvPr id="121859" name="Text Box 2">
            <a:extLst>
              <a:ext uri="{FF2B5EF4-FFF2-40B4-BE49-F238E27FC236}">
                <a16:creationId xmlns:a16="http://schemas.microsoft.com/office/drawing/2014/main" id="{C580F0C7-8CEA-45EF-DC74-CD9ABB1B73BD}"/>
              </a:ext>
            </a:extLst>
          </p:cNvPr>
          <p:cNvSpPr txBox="1">
            <a:spLocks noChangeArrowheads="1"/>
          </p:cNvSpPr>
          <p:nvPr/>
        </p:nvSpPr>
        <p:spPr bwMode="auto">
          <a:xfrm>
            <a:off x="457200" y="1885950"/>
            <a:ext cx="8178800" cy="463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Based on fact that any Boolean function can be </a:t>
            </a:r>
            <a:r>
              <a:rPr lang="en-US" altLang="en-US" sz="3600" b="1" dirty="0">
                <a:solidFill>
                  <a:schemeClr val="bg1"/>
                </a:solidFill>
              </a:rPr>
              <a:t>expressed in SOP</a:t>
            </a:r>
            <a:endParaRPr lang="en-US" altLang="en-US" b="1" dirty="0">
              <a:solidFill>
                <a:schemeClr val="bg1"/>
              </a:solidFill>
            </a:endParaRPr>
          </a:p>
          <a:p>
            <a:pPr>
              <a:buClr>
                <a:srgbClr val="FF0000"/>
              </a:buClr>
              <a:buFont typeface="Tahoma" panose="020B0604030504040204" pitchFamily="34" charset="0"/>
              <a:buChar char="•"/>
            </a:pPr>
            <a:r>
              <a:rPr lang="en-US" altLang="en-US" dirty="0">
                <a:solidFill>
                  <a:schemeClr val="bg1"/>
                </a:solidFill>
              </a:rPr>
              <a:t>Consists of NOT, AND, and OR gates</a:t>
            </a:r>
          </a:p>
          <a:p>
            <a:pPr>
              <a:buClr>
                <a:srgbClr val="FF0000"/>
              </a:buClr>
              <a:buFont typeface="Tahoma" panose="020B0604030504040204" pitchFamily="34" charset="0"/>
              <a:buChar char="•"/>
            </a:pPr>
            <a:r>
              <a:rPr lang="en-US" altLang="en-US" dirty="0">
                <a:solidFill>
                  <a:schemeClr val="bg1"/>
                </a:solidFill>
              </a:rPr>
              <a:t>Each chip input is </a:t>
            </a:r>
            <a:r>
              <a:rPr lang="en-US" altLang="en-US" dirty="0" err="1">
                <a:solidFill>
                  <a:schemeClr val="bg1"/>
                </a:solidFill>
              </a:rPr>
              <a:t>NOTed</a:t>
            </a:r>
            <a:endParaRPr lang="en-US" altLang="en-US" dirty="0">
              <a:solidFill>
                <a:schemeClr val="bg1"/>
              </a:solidFill>
            </a:endParaRPr>
          </a:p>
          <a:p>
            <a:pPr>
              <a:buClr>
                <a:srgbClr val="FF0000"/>
              </a:buClr>
              <a:buFont typeface="Tahoma" panose="020B0604030504040204" pitchFamily="34" charset="0"/>
              <a:buChar char="•"/>
            </a:pPr>
            <a:r>
              <a:rPr lang="en-US" altLang="en-US" dirty="0">
                <a:solidFill>
                  <a:schemeClr val="bg1"/>
                </a:solidFill>
              </a:rPr>
              <a:t>Output of each AND gate is available to each OR gate</a:t>
            </a:r>
          </a:p>
          <a:p>
            <a:pPr>
              <a:buClr>
                <a:srgbClr val="FF0000"/>
              </a:buClr>
              <a:buFont typeface="Tahoma" panose="020B0604030504040204" pitchFamily="34" charset="0"/>
              <a:buChar char="•"/>
            </a:pPr>
            <a:r>
              <a:rPr lang="en-US" altLang="en-US" dirty="0">
                <a:solidFill>
                  <a:schemeClr val="bg1"/>
                </a:solidFill>
              </a:rPr>
              <a:t>Output of each OR gate is a chip output</a:t>
            </a:r>
          </a:p>
          <a:p>
            <a:pPr>
              <a:buClr>
                <a:srgbClr val="FF0000"/>
              </a:buClr>
              <a:buFont typeface="Tahoma" panose="020B0604030504040204" pitchFamily="34" charset="0"/>
              <a:buChar char="•"/>
            </a:pPr>
            <a:r>
              <a:rPr lang="en-US" altLang="en-US" dirty="0">
                <a:solidFill>
                  <a:schemeClr val="bg1"/>
                </a:solidFill>
              </a:rPr>
              <a:t>Appropriate connects are made to implement a particular SOP expression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1">
            <a:extLst>
              <a:ext uri="{FF2B5EF4-FFF2-40B4-BE49-F238E27FC236}">
                <a16:creationId xmlns:a16="http://schemas.microsoft.com/office/drawing/2014/main" id="{A92BB16A-7505-775A-AD5D-CCCBF23C4787}"/>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Array</a:t>
            </a:r>
          </a:p>
        </p:txBody>
      </p:sp>
      <p:pic>
        <p:nvPicPr>
          <p:cNvPr id="3" name="Picture 2">
            <a:extLst>
              <a:ext uri="{FF2B5EF4-FFF2-40B4-BE49-F238E27FC236}">
                <a16:creationId xmlns:a16="http://schemas.microsoft.com/office/drawing/2014/main" id="{8538A02E-1279-4A1B-5824-88A7B547F672}"/>
              </a:ext>
            </a:extLst>
          </p:cNvPr>
          <p:cNvPicPr>
            <a:picLocks noChangeAspect="1"/>
          </p:cNvPicPr>
          <p:nvPr/>
        </p:nvPicPr>
        <p:blipFill>
          <a:blip r:embed="rId3"/>
          <a:stretch>
            <a:fillRect/>
          </a:stretch>
        </p:blipFill>
        <p:spPr>
          <a:xfrm>
            <a:off x="1475656" y="1761771"/>
            <a:ext cx="5739928" cy="4890102"/>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1">
            <a:extLst>
              <a:ext uri="{FF2B5EF4-FFF2-40B4-BE49-F238E27FC236}">
                <a16:creationId xmlns:a16="http://schemas.microsoft.com/office/drawing/2014/main" id="{95152A1C-54F5-9A1B-2CC9-398200946EBD}"/>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Array</a:t>
            </a:r>
          </a:p>
        </p:txBody>
      </p:sp>
      <p:sp>
        <p:nvSpPr>
          <p:cNvPr id="125955" name="Text Box 2">
            <a:extLst>
              <a:ext uri="{FF2B5EF4-FFF2-40B4-BE49-F238E27FC236}">
                <a16:creationId xmlns:a16="http://schemas.microsoft.com/office/drawing/2014/main" id="{BC878E42-B95B-3DD1-AB8B-BDE230F84DCB}"/>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PLAs manufactured in 2 ways</a:t>
            </a:r>
          </a:p>
          <a:p>
            <a:pPr lvl="1">
              <a:buClr>
                <a:srgbClr val="FF0000"/>
              </a:buClr>
              <a:buFont typeface="Tahoma" panose="020B0604030504040204" pitchFamily="34" charset="0"/>
              <a:buChar char="o"/>
            </a:pPr>
            <a:r>
              <a:rPr lang="en-US" altLang="en-US" dirty="0">
                <a:solidFill>
                  <a:schemeClr val="bg1"/>
                </a:solidFill>
              </a:rPr>
              <a:t>Every possible connection is made through a </a:t>
            </a:r>
            <a:r>
              <a:rPr lang="en-US" altLang="en-US" sz="3200" b="1" dirty="0">
                <a:solidFill>
                  <a:srgbClr val="FF0000"/>
                </a:solidFill>
              </a:rPr>
              <a:t>fuse</a:t>
            </a:r>
            <a:r>
              <a:rPr lang="en-US" altLang="en-US" dirty="0">
                <a:solidFill>
                  <a:schemeClr val="bg1"/>
                </a:solidFill>
              </a:rPr>
              <a:t> at every intersection</a:t>
            </a:r>
          </a:p>
          <a:p>
            <a:pPr lvl="2">
              <a:buClr>
                <a:srgbClr val="FF0000"/>
              </a:buClr>
              <a:buFont typeface="Times New Roman" panose="02020603050405020304" pitchFamily="18" charset="0"/>
              <a:buChar char="–"/>
            </a:pPr>
            <a:r>
              <a:rPr lang="en-US" altLang="en-US" dirty="0">
                <a:solidFill>
                  <a:schemeClr val="bg1"/>
                </a:solidFill>
              </a:rPr>
              <a:t>Undesired connections are removed by blowing the fuses</a:t>
            </a:r>
          </a:p>
          <a:p>
            <a:pPr lvl="2">
              <a:buClr>
                <a:srgbClr val="FF0000"/>
              </a:buClr>
              <a:buFont typeface="Times New Roman" panose="02020603050405020304" pitchFamily="18" charset="0"/>
              <a:buChar char="–"/>
            </a:pPr>
            <a:r>
              <a:rPr lang="en-US" altLang="en-US" dirty="0">
                <a:solidFill>
                  <a:schemeClr val="bg1"/>
                </a:solidFill>
              </a:rPr>
              <a:t>Field Programmable Logic Array</a:t>
            </a:r>
          </a:p>
          <a:p>
            <a:pPr lvl="1">
              <a:buClr>
                <a:srgbClr val="FF0000"/>
              </a:buClr>
              <a:buFont typeface="Tahoma" panose="020B0604030504040204" pitchFamily="34" charset="0"/>
              <a:buChar char="o"/>
            </a:pPr>
            <a:r>
              <a:rPr lang="en-US" altLang="en-US" dirty="0">
                <a:solidFill>
                  <a:schemeClr val="bg1"/>
                </a:solidFill>
              </a:rPr>
              <a:t>Proper connections made during fabrication</a:t>
            </a:r>
          </a:p>
          <a:p>
            <a:pPr>
              <a:buClr>
                <a:srgbClr val="FF0000"/>
              </a:buClr>
              <a:buFont typeface="Tahoma" panose="020B0604030504040204" pitchFamily="34" charset="0"/>
              <a:buChar char="•"/>
            </a:pPr>
            <a:r>
              <a:rPr lang="en-US" altLang="en-US" dirty="0">
                <a:solidFill>
                  <a:schemeClr val="bg1"/>
                </a:solidFill>
              </a:rPr>
              <a:t>PLAs provide flexible, inexpensive way of implementing digital logic functions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1">
            <a:extLst>
              <a:ext uri="{FF2B5EF4-FFF2-40B4-BE49-F238E27FC236}">
                <a16:creationId xmlns:a16="http://schemas.microsoft.com/office/drawing/2014/main" id="{996A1132-4AD9-934C-07DE-DAAA3A6FC2F7}"/>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Programmable Logic Array</a:t>
            </a:r>
          </a:p>
        </p:txBody>
      </p:sp>
      <p:pic>
        <p:nvPicPr>
          <p:cNvPr id="3" name="Picture 2">
            <a:extLst>
              <a:ext uri="{FF2B5EF4-FFF2-40B4-BE49-F238E27FC236}">
                <a16:creationId xmlns:a16="http://schemas.microsoft.com/office/drawing/2014/main" id="{3E56392C-B6F6-92AB-8992-60A0FC6C539A}"/>
              </a:ext>
            </a:extLst>
          </p:cNvPr>
          <p:cNvPicPr>
            <a:picLocks noChangeAspect="1"/>
          </p:cNvPicPr>
          <p:nvPr/>
        </p:nvPicPr>
        <p:blipFill>
          <a:blip r:embed="rId3"/>
          <a:stretch>
            <a:fillRect/>
          </a:stretch>
        </p:blipFill>
        <p:spPr>
          <a:xfrm>
            <a:off x="1560686" y="1836272"/>
            <a:ext cx="6022627" cy="4767604"/>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1">
            <a:extLst>
              <a:ext uri="{FF2B5EF4-FFF2-40B4-BE49-F238E27FC236}">
                <a16:creationId xmlns:a16="http://schemas.microsoft.com/office/drawing/2014/main" id="{46AAE9F1-7229-AD67-5D47-02EF6580E159}"/>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Field-Programmable Gate Array</a:t>
            </a:r>
          </a:p>
        </p:txBody>
      </p:sp>
      <p:sp>
        <p:nvSpPr>
          <p:cNvPr id="130051" name="Text Box 2">
            <a:extLst>
              <a:ext uri="{FF2B5EF4-FFF2-40B4-BE49-F238E27FC236}">
                <a16:creationId xmlns:a16="http://schemas.microsoft.com/office/drawing/2014/main" id="{A9C6A639-F30D-4796-1F12-7F160ADA5C99}"/>
              </a:ext>
            </a:extLst>
          </p:cNvPr>
          <p:cNvSpPr txBox="1">
            <a:spLocks noChangeArrowheads="1"/>
          </p:cNvSpPr>
          <p:nvPr/>
        </p:nvSpPr>
        <p:spPr bwMode="auto">
          <a:xfrm>
            <a:off x="457200" y="1885950"/>
            <a:ext cx="8178800" cy="478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PLA is an example of SPLD</a:t>
            </a:r>
          </a:p>
          <a:p>
            <a:pPr>
              <a:buClr>
                <a:srgbClr val="FF0000"/>
              </a:buClr>
              <a:buFont typeface="Tahoma" panose="020B0604030504040204" pitchFamily="34" charset="0"/>
              <a:buChar char="•"/>
            </a:pPr>
            <a:r>
              <a:rPr lang="en-US" altLang="en-US">
                <a:solidFill>
                  <a:schemeClr val="bg1"/>
                </a:solidFill>
              </a:rPr>
              <a:t>Problem is that the structure of programmable logic planes </a:t>
            </a:r>
            <a:r>
              <a:rPr lang="en-US" altLang="en-US" sz="3600" b="1">
                <a:solidFill>
                  <a:schemeClr val="bg1"/>
                </a:solidFill>
              </a:rPr>
              <a:t>grows too quickly in size </a:t>
            </a:r>
            <a:r>
              <a:rPr lang="en-US" altLang="en-US">
                <a:solidFill>
                  <a:schemeClr val="bg1"/>
                </a:solidFill>
              </a:rPr>
              <a:t>as number of inputs increased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1">
            <a:extLst>
              <a:ext uri="{FF2B5EF4-FFF2-40B4-BE49-F238E27FC236}">
                <a16:creationId xmlns:a16="http://schemas.microsoft.com/office/drawing/2014/main" id="{57732DEA-20B1-79E4-8B3E-017A9CBF2E82}"/>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Field-Programmable Gate Array</a:t>
            </a:r>
          </a:p>
        </p:txBody>
      </p:sp>
      <p:sp>
        <p:nvSpPr>
          <p:cNvPr id="132099" name="Text Box 2">
            <a:extLst>
              <a:ext uri="{FF2B5EF4-FFF2-40B4-BE49-F238E27FC236}">
                <a16:creationId xmlns:a16="http://schemas.microsoft.com/office/drawing/2014/main" id="{15F8065A-4604-E018-8A9A-BF704B1C190C}"/>
              </a:ext>
            </a:extLst>
          </p:cNvPr>
          <p:cNvSpPr txBox="1">
            <a:spLocks noChangeArrowheads="1"/>
          </p:cNvSpPr>
          <p:nvPr/>
        </p:nvSpPr>
        <p:spPr bwMode="auto">
          <a:xfrm>
            <a:off x="457200" y="1885950"/>
            <a:ext cx="8178800" cy="478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dirty="0">
                <a:solidFill>
                  <a:schemeClr val="bg1"/>
                </a:solidFill>
              </a:rPr>
              <a:t>Solution is to integrate </a:t>
            </a:r>
            <a:r>
              <a:rPr lang="en-US" altLang="en-US" sz="3600" b="1" dirty="0">
                <a:solidFill>
                  <a:srgbClr val="FF0000"/>
                </a:solidFill>
              </a:rPr>
              <a:t>multiple SPLD onto single chip</a:t>
            </a:r>
            <a:endParaRPr lang="en-US" altLang="en-US" b="1" dirty="0">
              <a:solidFill>
                <a:srgbClr val="FF0000"/>
              </a:solidFill>
            </a:endParaRPr>
          </a:p>
          <a:p>
            <a:pPr lvl="1">
              <a:buClr>
                <a:srgbClr val="FF0000"/>
              </a:buClr>
              <a:buFont typeface="Tahoma" panose="020B0604030504040204" pitchFamily="34" charset="0"/>
              <a:buChar char="o"/>
            </a:pPr>
            <a:r>
              <a:rPr lang="en-US" altLang="en-US" dirty="0">
                <a:solidFill>
                  <a:schemeClr val="bg1"/>
                </a:solidFill>
              </a:rPr>
              <a:t>Provide interconnect to </a:t>
            </a:r>
            <a:r>
              <a:rPr lang="en-US" altLang="en-US" dirty="0" err="1">
                <a:solidFill>
                  <a:schemeClr val="bg1"/>
                </a:solidFill>
              </a:rPr>
              <a:t>programmably</a:t>
            </a:r>
            <a:r>
              <a:rPr lang="en-US" altLang="en-US" dirty="0">
                <a:solidFill>
                  <a:schemeClr val="bg1"/>
                </a:solidFill>
              </a:rPr>
              <a:t> connect the SPLD blocks together</a:t>
            </a:r>
          </a:p>
          <a:p>
            <a:pPr lvl="1">
              <a:buClr>
                <a:srgbClr val="FF0000"/>
              </a:buClr>
              <a:buFont typeface="Tahoma" panose="020B0604030504040204" pitchFamily="34" charset="0"/>
              <a:buChar char="o"/>
            </a:pPr>
            <a:r>
              <a:rPr lang="en-US" altLang="en-US" dirty="0">
                <a:solidFill>
                  <a:schemeClr val="bg1"/>
                </a:solidFill>
              </a:rPr>
              <a:t>Complex PLDs (CPLDs)</a:t>
            </a:r>
          </a:p>
          <a:p>
            <a:pPr lvl="1">
              <a:buClr>
                <a:srgbClr val="FF0000"/>
              </a:buClr>
              <a:buFont typeface="Tahoma" panose="020B0604030504040204" pitchFamily="34" charset="0"/>
              <a:buChar char="o"/>
            </a:pPr>
            <a:r>
              <a:rPr lang="en-US" altLang="en-US" dirty="0">
                <a:solidFill>
                  <a:schemeClr val="bg1"/>
                </a:solidFill>
              </a:rPr>
              <a:t>Most important type is FPGA</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1">
            <a:extLst>
              <a:ext uri="{FF2B5EF4-FFF2-40B4-BE49-F238E27FC236}">
                <a16:creationId xmlns:a16="http://schemas.microsoft.com/office/drawing/2014/main" id="{1A4A8AB9-EEAA-DE1F-D19E-4817B008710B}"/>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Field-Programmable Gate Array</a:t>
            </a:r>
          </a:p>
        </p:txBody>
      </p:sp>
      <p:sp>
        <p:nvSpPr>
          <p:cNvPr id="134147" name="Text Box 2">
            <a:extLst>
              <a:ext uri="{FF2B5EF4-FFF2-40B4-BE49-F238E27FC236}">
                <a16:creationId xmlns:a16="http://schemas.microsoft.com/office/drawing/2014/main" id="{2A6CF4B9-6893-0CA8-29FB-E24314EB469B}"/>
              </a:ext>
            </a:extLst>
          </p:cNvPr>
          <p:cNvSpPr txBox="1">
            <a:spLocks noChangeArrowheads="1"/>
          </p:cNvSpPr>
          <p:nvPr/>
        </p:nvSpPr>
        <p:spPr bwMode="auto">
          <a:xfrm>
            <a:off x="457200" y="1885950"/>
            <a:ext cx="8178800" cy="478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FPGA consists of an </a:t>
            </a:r>
            <a:r>
              <a:rPr lang="en-US" altLang="en-US" sz="3600" b="1">
                <a:solidFill>
                  <a:schemeClr val="bg1"/>
                </a:solidFill>
              </a:rPr>
              <a:t>array of uncommitted circuit elements</a:t>
            </a:r>
            <a:endParaRPr lang="en-US" altLang="en-US" b="1">
              <a:solidFill>
                <a:schemeClr val="bg1"/>
              </a:solidFill>
            </a:endParaRPr>
          </a:p>
          <a:p>
            <a:pPr>
              <a:buClr>
                <a:srgbClr val="FF0000"/>
              </a:buClr>
              <a:buFont typeface="Tahoma" panose="020B0604030504040204" pitchFamily="34" charset="0"/>
              <a:buChar char="•"/>
            </a:pPr>
            <a:r>
              <a:rPr lang="en-US" altLang="en-US">
                <a:solidFill>
                  <a:schemeClr val="bg1"/>
                </a:solidFill>
              </a:rPr>
              <a:t>Key components</a:t>
            </a:r>
          </a:p>
          <a:p>
            <a:pPr lvl="1">
              <a:buClr>
                <a:srgbClr val="FF0000"/>
              </a:buClr>
              <a:buFont typeface="Tahoma" panose="020B0604030504040204" pitchFamily="34" charset="0"/>
              <a:buChar char="o"/>
            </a:pPr>
            <a:r>
              <a:rPr lang="en-US" altLang="en-US">
                <a:solidFill>
                  <a:schemeClr val="bg1"/>
                </a:solidFill>
              </a:rPr>
              <a:t>Logic block – computation takes place</a:t>
            </a:r>
          </a:p>
          <a:p>
            <a:pPr lvl="1">
              <a:buClr>
                <a:srgbClr val="FF0000"/>
              </a:buClr>
              <a:buFont typeface="Tahoma" panose="020B0604030504040204" pitchFamily="34" charset="0"/>
              <a:buChar char="o"/>
            </a:pPr>
            <a:r>
              <a:rPr lang="en-US" altLang="en-US">
                <a:solidFill>
                  <a:schemeClr val="bg1"/>
                </a:solidFill>
              </a:rPr>
              <a:t>I/O block – connects I/O pins to circuitry on chip</a:t>
            </a:r>
          </a:p>
          <a:p>
            <a:pPr lvl="1">
              <a:buClr>
                <a:srgbClr val="FF0000"/>
              </a:buClr>
              <a:buFont typeface="Tahoma" panose="020B0604030504040204" pitchFamily="34" charset="0"/>
              <a:buChar char="o"/>
            </a:pPr>
            <a:r>
              <a:rPr lang="en-US" altLang="en-US">
                <a:solidFill>
                  <a:schemeClr val="bg1"/>
                </a:solidFill>
              </a:rPr>
              <a:t>Interconnect – establish connections among I/O blocks and logic blocks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1">
            <a:extLst>
              <a:ext uri="{FF2B5EF4-FFF2-40B4-BE49-F238E27FC236}">
                <a16:creationId xmlns:a16="http://schemas.microsoft.com/office/drawing/2014/main" id="{DA34C713-E983-9586-A09C-C29515335BEE}"/>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Field-Programmable Gate Array</a:t>
            </a:r>
          </a:p>
        </p:txBody>
      </p:sp>
      <p:pic>
        <p:nvPicPr>
          <p:cNvPr id="3" name="Picture 2">
            <a:extLst>
              <a:ext uri="{FF2B5EF4-FFF2-40B4-BE49-F238E27FC236}">
                <a16:creationId xmlns:a16="http://schemas.microsoft.com/office/drawing/2014/main" id="{B3B3F32B-25BE-E12A-17FC-2987B9E9A8E9}"/>
              </a:ext>
            </a:extLst>
          </p:cNvPr>
          <p:cNvPicPr>
            <a:picLocks noChangeAspect="1"/>
          </p:cNvPicPr>
          <p:nvPr/>
        </p:nvPicPr>
        <p:blipFill rotWithShape="1">
          <a:blip r:embed="rId3"/>
          <a:srcRect l="8047" t="3030" r="7208"/>
          <a:stretch/>
        </p:blipFill>
        <p:spPr>
          <a:xfrm>
            <a:off x="1547664" y="1701736"/>
            <a:ext cx="5760640" cy="4945573"/>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1">
            <a:extLst>
              <a:ext uri="{FF2B5EF4-FFF2-40B4-BE49-F238E27FC236}">
                <a16:creationId xmlns:a16="http://schemas.microsoft.com/office/drawing/2014/main" id="{020279BB-5A21-B6E7-D119-BF56F1EFF668}"/>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dirty="0">
                <a:solidFill>
                  <a:schemeClr val="bg1"/>
                </a:solidFill>
                <a:latin typeface="Arial Black" panose="020B0A04020102020204" pitchFamily="34" charset="0"/>
              </a:rPr>
              <a:t>Field-Programmable Gate Array</a:t>
            </a:r>
          </a:p>
        </p:txBody>
      </p:sp>
      <p:sp>
        <p:nvSpPr>
          <p:cNvPr id="138243" name="Text Box 2">
            <a:extLst>
              <a:ext uri="{FF2B5EF4-FFF2-40B4-BE49-F238E27FC236}">
                <a16:creationId xmlns:a16="http://schemas.microsoft.com/office/drawing/2014/main" id="{61D968F0-22B3-977D-8D8A-F88101D4A270}"/>
              </a:ext>
            </a:extLst>
          </p:cNvPr>
          <p:cNvSpPr txBox="1">
            <a:spLocks noChangeArrowheads="1"/>
          </p:cNvSpPr>
          <p:nvPr/>
        </p:nvSpPr>
        <p:spPr bwMode="auto">
          <a:xfrm>
            <a:off x="457200" y="1885950"/>
            <a:ext cx="8178800" cy="417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FFFFFF"/>
                </a:solidFill>
                <a:latin typeface="Tahoma" panose="020B0604030504040204" pitchFamily="34" charset="0"/>
                <a:cs typeface="Droid Sans Fallback" charset="0"/>
              </a:defRPr>
            </a:lvl1pPr>
            <a:lvl2pPr marL="741363" indent="-284163">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FFFFFF"/>
                </a:solidFill>
                <a:latin typeface="Tahoma" panose="020B0604030504040204" pitchFamily="34" charset="0"/>
                <a:cs typeface="Droid Sans Fallback" charset="0"/>
              </a:defRPr>
            </a:lvl9pPr>
          </a:lstStyle>
          <a:p>
            <a:pPr>
              <a:buClr>
                <a:srgbClr val="FF0000"/>
              </a:buClr>
              <a:buFont typeface="Tahoma" panose="020B0604030504040204" pitchFamily="34" charset="0"/>
              <a:buChar char="•"/>
            </a:pPr>
            <a:r>
              <a:rPr lang="en-US" altLang="en-US">
                <a:solidFill>
                  <a:schemeClr val="bg1"/>
                </a:solidFill>
              </a:rPr>
              <a:t>Logic block is either combinational or sequential circuit</a:t>
            </a:r>
          </a:p>
          <a:p>
            <a:pPr lvl="1">
              <a:buClr>
                <a:srgbClr val="FF0000"/>
              </a:buClr>
              <a:buFont typeface="Tahoma" panose="020B0604030504040204" pitchFamily="34" charset="0"/>
              <a:buChar char="o"/>
            </a:pPr>
            <a:r>
              <a:rPr lang="en-US" altLang="en-US">
                <a:solidFill>
                  <a:schemeClr val="bg1"/>
                </a:solidFill>
              </a:rPr>
              <a:t>Programming is done by downloading contents of truth table</a:t>
            </a:r>
          </a:p>
          <a:p>
            <a:pPr>
              <a:buClr>
                <a:srgbClr val="FF0000"/>
              </a:buClr>
              <a:buFont typeface="Tahoma" panose="020B0604030504040204" pitchFamily="34" charset="0"/>
              <a:buNone/>
            </a:pPr>
            <a:endParaRPr lang="en-US" altLang="en-US">
              <a:solidFill>
                <a:schemeClr val="bg1"/>
              </a:solidFill>
            </a:endParaRPr>
          </a:p>
        </p:txBody>
      </p:sp>
      <p:pic>
        <p:nvPicPr>
          <p:cNvPr id="3" name="Picture 2">
            <a:extLst>
              <a:ext uri="{FF2B5EF4-FFF2-40B4-BE49-F238E27FC236}">
                <a16:creationId xmlns:a16="http://schemas.microsoft.com/office/drawing/2014/main" id="{1C06C842-0257-A7E2-BFFA-957EDD32CA3E}"/>
              </a:ext>
            </a:extLst>
          </p:cNvPr>
          <p:cNvPicPr>
            <a:picLocks noChangeAspect="1"/>
          </p:cNvPicPr>
          <p:nvPr/>
        </p:nvPicPr>
        <p:blipFill rotWithShape="1">
          <a:blip r:embed="rId3"/>
          <a:srcRect l="3967" t="3456" r="5146" b="16293"/>
          <a:stretch/>
        </p:blipFill>
        <p:spPr>
          <a:xfrm>
            <a:off x="1331640" y="3842345"/>
            <a:ext cx="6320315" cy="2783210"/>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1">
            <a:extLst>
              <a:ext uri="{FF2B5EF4-FFF2-40B4-BE49-F238E27FC236}">
                <a16:creationId xmlns:a16="http://schemas.microsoft.com/office/drawing/2014/main" id="{9146A0AE-F156-CA8F-8E81-CFCBB33E00D8}"/>
              </a:ext>
            </a:extLst>
          </p:cNvPr>
          <p:cNvSpPr txBox="1">
            <a:spLocks noChangeArrowheads="1"/>
          </p:cNvSpPr>
          <p:nvPr/>
        </p:nvSpPr>
        <p:spPr bwMode="auto">
          <a:xfrm>
            <a:off x="406400" y="228600"/>
            <a:ext cx="82042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a:spcBef>
                <a:spcPct val="0"/>
              </a:spcBef>
              <a:buClrTx/>
              <a:buFontTx/>
              <a:buNone/>
            </a:pPr>
            <a:r>
              <a:rPr lang="en-US" altLang="en-US" sz="3600">
                <a:solidFill>
                  <a:schemeClr val="bg1"/>
                </a:solidFill>
                <a:latin typeface="Arial Black" panose="020B0A04020102020204" pitchFamily="34" charset="0"/>
              </a:rPr>
              <a:t>Field-Programmable Gate Array</a:t>
            </a:r>
          </a:p>
        </p:txBody>
      </p:sp>
      <p:pic>
        <p:nvPicPr>
          <p:cNvPr id="140291" name="Picture 2">
            <a:extLst>
              <a:ext uri="{FF2B5EF4-FFF2-40B4-BE49-F238E27FC236}">
                <a16:creationId xmlns:a16="http://schemas.microsoft.com/office/drawing/2014/main" id="{66C91100-EAB8-6B63-79C0-59BEC3B2B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7163" y="1885950"/>
            <a:ext cx="6238875" cy="41719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Lst>
        </p:spPr>
      </p:pic>
      <p:sp>
        <p:nvSpPr>
          <p:cNvPr id="140292" name="Text Box 3">
            <a:extLst>
              <a:ext uri="{FF2B5EF4-FFF2-40B4-BE49-F238E27FC236}">
                <a16:creationId xmlns:a16="http://schemas.microsoft.com/office/drawing/2014/main" id="{E7B9C2E6-DE1E-0B45-0E03-BE631E7F3CC6}"/>
              </a:ext>
            </a:extLst>
          </p:cNvPr>
          <p:cNvSpPr txBox="1">
            <a:spLocks noChangeArrowheads="1"/>
          </p:cNvSpPr>
          <p:nvPr/>
        </p:nvSpPr>
        <p:spPr bwMode="auto">
          <a:xfrm>
            <a:off x="107950" y="6381750"/>
            <a:ext cx="72723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spcBef>
                <a:spcPts val="7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FFFFFF"/>
                </a:solidFill>
                <a:latin typeface="Tahoma" panose="020B0604030504040204" pitchFamily="34" charset="0"/>
                <a:cs typeface="Droid Sans Fallback" charset="0"/>
              </a:defRPr>
            </a:lvl1pPr>
            <a:lvl2pPr>
              <a:spcBef>
                <a:spcPts val="6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Tahoma" panose="020B0604030504040204" pitchFamily="34" charset="0"/>
                <a:cs typeface="Droid Sans Fallback" charset="0"/>
              </a:defRPr>
            </a:lvl2pPr>
            <a:lvl3pPr>
              <a:spcBef>
                <a:spcPts val="50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Tahoma" panose="020B0604030504040204" pitchFamily="34" charset="0"/>
                <a:cs typeface="Droid Sans Fallback" charset="0"/>
              </a:defRPr>
            </a:lvl3pPr>
            <a:lvl4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4pPr>
            <a:lvl5pPr>
              <a:spcBef>
                <a:spcPts val="450"/>
              </a:spcBef>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5pPr>
            <a:lvl6pPr marL="25146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6pPr>
            <a:lvl7pPr marL="29718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7pPr>
            <a:lvl8pPr marL="34290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8pPr>
            <a:lvl9pPr marL="3886200" indent="-228600" defTabSz="457200" eaLnBrk="0" fontAlgn="base" hangingPunct="0">
              <a:spcBef>
                <a:spcPts val="45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Tahoma" panose="020B0604030504040204" pitchFamily="34" charset="0"/>
                <a:cs typeface="Droid Sans Fallback" charset="0"/>
              </a:defRPr>
            </a:lvl9pPr>
          </a:lstStyle>
          <a:p>
            <a:pPr eaLnBrk="1" hangingPunct="1">
              <a:spcBef>
                <a:spcPct val="0"/>
              </a:spcBef>
              <a:buClrTx/>
              <a:buFontTx/>
              <a:buNone/>
            </a:pPr>
            <a:r>
              <a:rPr lang="en-US" altLang="en-US" sz="1600"/>
              <a:t>http://en.wikipedia.org/wiki/Field-programmable_gate_array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descr="A person sitting on top of a grass covered field&#10;&#10;Description automatically generated">
            <a:extLst>
              <a:ext uri="{FF2B5EF4-FFF2-40B4-BE49-F238E27FC236}">
                <a16:creationId xmlns:a16="http://schemas.microsoft.com/office/drawing/2014/main" id="{D6F0DC86-C9C3-842B-2904-4B63A6195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699"/>
          <a:stretch>
            <a:fillRect/>
          </a:stretch>
        </p:blipFill>
        <p:spPr bwMode="auto">
          <a:xfrm>
            <a:off x="-36513" y="0"/>
            <a:ext cx="9180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Text Box 4">
            <a:extLst>
              <a:ext uri="{FF2B5EF4-FFF2-40B4-BE49-F238E27FC236}">
                <a16:creationId xmlns:a16="http://schemas.microsoft.com/office/drawing/2014/main" id="{430BAB25-514B-DCD0-9D5B-670D8E3809A9}"/>
              </a:ext>
            </a:extLst>
          </p:cNvPr>
          <p:cNvSpPr txBox="1">
            <a:spLocks noChangeArrowheads="1"/>
          </p:cNvSpPr>
          <p:nvPr/>
        </p:nvSpPr>
        <p:spPr bwMode="auto">
          <a:xfrm>
            <a:off x="-36513" y="6477000"/>
            <a:ext cx="6264276" cy="307975"/>
          </a:xfrm>
          <a:prstGeom prst="rect">
            <a:avLst/>
          </a:prstGeom>
          <a:noFill/>
          <a:ln>
            <a:noFill/>
          </a:ln>
        </p:spPr>
        <p:txBody>
          <a:bodyPr>
            <a:spAutoFit/>
          </a:bodyPr>
          <a:lstStyle>
            <a:lvl1pPr>
              <a:spcBef>
                <a:spcPct val="20000"/>
              </a:spcBef>
              <a:buClr>
                <a:srgbClr val="FF0000"/>
              </a:buClr>
              <a:buFont typeface="Symbol" panose="05050102010706020507" pitchFamily="18" charset="2"/>
              <a:buChar char="·"/>
              <a:defRPr kumimoji="1" sz="3000">
                <a:solidFill>
                  <a:schemeClr val="tx1"/>
                </a:solidFill>
                <a:latin typeface="Arial" panose="020B0604020202020204" pitchFamily="34" charset="0"/>
              </a:defRPr>
            </a:lvl1pPr>
            <a:lvl2pPr marL="742950" indent="-285750">
              <a:spcBef>
                <a:spcPct val="20000"/>
              </a:spcBef>
              <a:buClr>
                <a:srgbClr val="FF0000"/>
              </a:buClr>
              <a:buFont typeface="Symbol" panose="05050102010706020507" pitchFamily="18" charset="2"/>
              <a:buChar char="·"/>
              <a:defRPr kumimoji="1" sz="2600">
                <a:solidFill>
                  <a:schemeClr val="tx1"/>
                </a:solidFill>
                <a:latin typeface="Arial" panose="020B0604020202020204" pitchFamily="34" charset="0"/>
              </a:defRPr>
            </a:lvl2pPr>
            <a:lvl3pPr marL="1143000" indent="-228600">
              <a:spcBef>
                <a:spcPct val="20000"/>
              </a:spcBef>
              <a:buClr>
                <a:srgbClr val="FF0000"/>
              </a:buClr>
              <a:buFont typeface="Symbol" panose="05050102010706020507" pitchFamily="18" charset="2"/>
              <a:buChar char="·"/>
              <a:defRPr kumimoji="1" sz="2200">
                <a:solidFill>
                  <a:schemeClr val="tx1"/>
                </a:solidFill>
                <a:latin typeface="Arial" panose="020B0604020202020204" pitchFamily="34" charset="0"/>
              </a:defRPr>
            </a:lvl3pPr>
            <a:lvl4pPr marL="1600200" indent="-228600">
              <a:spcBef>
                <a:spcPct val="20000"/>
              </a:spcBef>
              <a:buClr>
                <a:srgbClr val="FF0000"/>
              </a:buClr>
              <a:buChar char="•"/>
              <a:defRPr kumimoji="1" sz="2000">
                <a:solidFill>
                  <a:schemeClr val="tx1"/>
                </a:solidFill>
                <a:latin typeface="Arial" panose="020B0604020202020204" pitchFamily="34" charset="0"/>
              </a:defRPr>
            </a:lvl4pPr>
            <a:lvl5pPr marL="2057400" indent="-228600">
              <a:spcBef>
                <a:spcPct val="20000"/>
              </a:spcBef>
              <a:buClr>
                <a:srgbClr val="FF0000"/>
              </a:buClr>
              <a:buFont typeface="Symbol" panose="05050102010706020507" pitchFamily="18" charset="2"/>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9pPr>
          </a:lstStyle>
          <a:p>
            <a:pPr defTabSz="914400" eaLnBrk="1" hangingPunct="1">
              <a:spcBef>
                <a:spcPct val="100000"/>
              </a:spcBef>
              <a:buClrTx/>
              <a:buFontTx/>
              <a:buNone/>
              <a:defRPr/>
            </a:pPr>
            <a:r>
              <a:rPr kumimoji="0" lang="en-US" altLang="en-US" sz="1400">
                <a:solidFill>
                  <a:srgbClr val="FFFFFF"/>
                </a:solidFill>
                <a:latin typeface="Tahoma" panose="020B0604030504040204" pitchFamily="34" charset="0"/>
                <a:cs typeface="+mn-cs"/>
              </a:rPr>
              <a:t>Image source: https://www.flickr.com/photos/29143375@N05/4582236533</a:t>
            </a:r>
          </a:p>
        </p:txBody>
      </p:sp>
      <p:sp>
        <p:nvSpPr>
          <p:cNvPr id="6" name="Title 1">
            <a:extLst>
              <a:ext uri="{FF2B5EF4-FFF2-40B4-BE49-F238E27FC236}">
                <a16:creationId xmlns:a16="http://schemas.microsoft.com/office/drawing/2014/main" id="{6DFC1B60-B435-6CB0-2BC3-43615CE57ADE}"/>
              </a:ext>
            </a:extLst>
          </p:cNvPr>
          <p:cNvSpPr txBox="1">
            <a:spLocks noChangeArrowheads="1"/>
          </p:cNvSpPr>
          <p:nvPr/>
        </p:nvSpPr>
        <p:spPr bwMode="auto">
          <a:xfrm>
            <a:off x="406400" y="228600"/>
            <a:ext cx="8204200" cy="1143000"/>
          </a:xfrm>
          <a:prstGeom prst="rect">
            <a:avLst/>
          </a:prstGeom>
          <a:noFill/>
          <a:ln>
            <a:noFill/>
          </a:ln>
        </p:spPr>
        <p:txBody>
          <a:bodyPr anchor="b"/>
          <a:lst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a:lstStyle>
          <a:p>
            <a:pPr defTabSz="914400">
              <a:defRPr/>
            </a:pPr>
            <a:r>
              <a:rPr lang="en-US" altLang="en-US" kern="0" dirty="0">
                <a:solidFill>
                  <a:srgbClr val="000000"/>
                </a:solidFill>
              </a:rPr>
              <a:t>Reflection…</a:t>
            </a:r>
            <a:endParaRPr lang="en-MY" altLang="en-US" kern="0" dirty="0">
              <a:solidFill>
                <a:srgbClr val="000000"/>
              </a:solidFill>
            </a:endParaRPr>
          </a:p>
        </p:txBody>
      </p:sp>
      <p:sp>
        <p:nvSpPr>
          <p:cNvPr id="55301" name="TextBox 6">
            <a:extLst>
              <a:ext uri="{FF2B5EF4-FFF2-40B4-BE49-F238E27FC236}">
                <a16:creationId xmlns:a16="http://schemas.microsoft.com/office/drawing/2014/main" id="{9CB929BD-B014-0DE9-D4B8-A1E5B1E19BCA}"/>
              </a:ext>
            </a:extLst>
          </p:cNvPr>
          <p:cNvSpPr txBox="1">
            <a:spLocks noChangeArrowheads="1"/>
          </p:cNvSpPr>
          <p:nvPr/>
        </p:nvSpPr>
        <p:spPr bwMode="auto">
          <a:xfrm>
            <a:off x="2411413" y="3725863"/>
            <a:ext cx="6264275" cy="2554287"/>
          </a:xfrm>
          <a:prstGeom prst="rect">
            <a:avLst/>
          </a:prstGeom>
          <a:noFill/>
          <a:ln>
            <a:noFill/>
          </a:ln>
        </p:spPr>
        <p:txBody>
          <a:bodyPr>
            <a:spAutoFit/>
          </a:bodyPr>
          <a:lstStyle>
            <a:lvl1pPr>
              <a:spcBef>
                <a:spcPct val="20000"/>
              </a:spcBef>
              <a:buClr>
                <a:srgbClr val="FF0000"/>
              </a:buClr>
              <a:buFont typeface="Symbol" panose="05050102010706020507" pitchFamily="18" charset="2"/>
              <a:buChar char="·"/>
              <a:defRPr kumimoji="1" sz="3000">
                <a:solidFill>
                  <a:schemeClr val="tx1"/>
                </a:solidFill>
                <a:latin typeface="Arial" panose="020B0604020202020204" pitchFamily="34" charset="0"/>
              </a:defRPr>
            </a:lvl1pPr>
            <a:lvl2pPr marL="742950" indent="-285750">
              <a:spcBef>
                <a:spcPct val="20000"/>
              </a:spcBef>
              <a:buClr>
                <a:srgbClr val="FF0000"/>
              </a:buClr>
              <a:buFont typeface="Symbol" panose="05050102010706020507" pitchFamily="18" charset="2"/>
              <a:buChar char="·"/>
              <a:defRPr kumimoji="1" sz="2600">
                <a:solidFill>
                  <a:schemeClr val="tx1"/>
                </a:solidFill>
                <a:latin typeface="Arial" panose="020B0604020202020204" pitchFamily="34" charset="0"/>
              </a:defRPr>
            </a:lvl2pPr>
            <a:lvl3pPr marL="1143000" indent="-228600">
              <a:spcBef>
                <a:spcPct val="20000"/>
              </a:spcBef>
              <a:buClr>
                <a:srgbClr val="FF0000"/>
              </a:buClr>
              <a:buFont typeface="Symbol" panose="05050102010706020507" pitchFamily="18" charset="2"/>
              <a:buChar char="·"/>
              <a:defRPr kumimoji="1" sz="2200">
                <a:solidFill>
                  <a:schemeClr val="tx1"/>
                </a:solidFill>
                <a:latin typeface="Arial" panose="020B0604020202020204" pitchFamily="34" charset="0"/>
              </a:defRPr>
            </a:lvl3pPr>
            <a:lvl4pPr marL="1600200" indent="-228600">
              <a:spcBef>
                <a:spcPct val="20000"/>
              </a:spcBef>
              <a:buClr>
                <a:srgbClr val="FF0000"/>
              </a:buClr>
              <a:buChar char="•"/>
              <a:defRPr kumimoji="1" sz="2000">
                <a:solidFill>
                  <a:schemeClr val="tx1"/>
                </a:solidFill>
                <a:latin typeface="Arial" panose="020B0604020202020204" pitchFamily="34" charset="0"/>
              </a:defRPr>
            </a:lvl4pPr>
            <a:lvl5pPr marL="2057400" indent="-228600">
              <a:spcBef>
                <a:spcPct val="20000"/>
              </a:spcBef>
              <a:buClr>
                <a:srgbClr val="FF0000"/>
              </a:buClr>
              <a:buFont typeface="Symbol" panose="05050102010706020507" pitchFamily="18" charset="2"/>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9pPr>
          </a:lstStyle>
          <a:p>
            <a:pPr algn="r" defTabSz="914400">
              <a:spcBef>
                <a:spcPct val="0"/>
              </a:spcBef>
              <a:buClrTx/>
              <a:buFontTx/>
              <a:buNone/>
              <a:defRPr/>
            </a:pPr>
            <a:r>
              <a:rPr lang="en-MY" altLang="en-US" sz="4400">
                <a:solidFill>
                  <a:srgbClr val="FFFFFF"/>
                </a:solidFill>
                <a:latin typeface="Tahoma" panose="020B0604030504040204" pitchFamily="34" charset="0"/>
                <a:cs typeface="+mn-cs"/>
              </a:rPr>
              <a:t>From the lecture today,</a:t>
            </a:r>
          </a:p>
          <a:p>
            <a:pPr algn="r" defTabSz="914400">
              <a:spcBef>
                <a:spcPct val="0"/>
              </a:spcBef>
              <a:buClrTx/>
              <a:buFontTx/>
              <a:buNone/>
              <a:defRPr/>
            </a:pPr>
            <a:r>
              <a:rPr lang="en-MY" altLang="en-US" sz="4400">
                <a:solidFill>
                  <a:srgbClr val="FFFFFF"/>
                </a:solidFill>
                <a:latin typeface="Tahoma" panose="020B0604030504040204" pitchFamily="34" charset="0"/>
                <a:cs typeface="+mn-cs"/>
              </a:rPr>
              <a:t>I learnt…</a:t>
            </a:r>
          </a:p>
          <a:p>
            <a:pPr algn="r" defTabSz="914400">
              <a:spcBef>
                <a:spcPct val="0"/>
              </a:spcBef>
              <a:buClrTx/>
              <a:buFontTx/>
              <a:buNone/>
              <a:defRPr/>
            </a:pPr>
            <a:endParaRPr lang="en-MY" altLang="en-US" sz="3600">
              <a:solidFill>
                <a:srgbClr val="FFFFFF"/>
              </a:solidFill>
              <a:latin typeface="Tahoma" panose="020B0604030504040204" pitchFamily="34" charset="0"/>
              <a:cs typeface="+mn-cs"/>
            </a:endParaRPr>
          </a:p>
          <a:p>
            <a:pPr algn="r" defTabSz="914400">
              <a:spcBef>
                <a:spcPct val="0"/>
              </a:spcBef>
              <a:buClrTx/>
              <a:buFontTx/>
              <a:buNone/>
              <a:defRPr/>
            </a:pPr>
            <a:r>
              <a:rPr lang="en-MY" altLang="en-US" sz="3600">
                <a:solidFill>
                  <a:srgbClr val="FFFF00"/>
                </a:solidFill>
                <a:latin typeface="Tahoma" panose="020B0604030504040204" pitchFamily="34" charset="0"/>
                <a:cs typeface="+mn-cs"/>
              </a:rPr>
              <a:t>Link on eLearn / Chat</a:t>
            </a:r>
            <a:endParaRPr lang="en-MY" altLang="en-US" sz="4400">
              <a:solidFill>
                <a:srgbClr val="FFFFFF"/>
              </a:solidFill>
              <a:latin typeface="Tahoma" panose="020B0604030504040204" pitchFamily="34" charset="0"/>
              <a:cs typeface="+mn-cs"/>
            </a:endParaRPr>
          </a:p>
        </p:txBody>
      </p:sp>
    </p:spTree>
  </p:cSld>
  <p:clrMapOvr>
    <a:masterClrMapping/>
  </p:clrMapOvr>
</p:sld>
</file>

<file path=ppt/theme/theme1.xml><?xml version="1.0" encoding="utf-8"?>
<a:theme xmlns:a="http://schemas.openxmlformats.org/drawingml/2006/main" name="2_stallings">
  <a:themeElements>
    <a:clrScheme name="">
      <a:dk1>
        <a:srgbClr val="5E574E"/>
      </a:dk1>
      <a:lt1>
        <a:srgbClr val="FFFFFF"/>
      </a:lt1>
      <a:dk2>
        <a:srgbClr val="000066"/>
      </a:dk2>
      <a:lt2>
        <a:srgbClr val="FFFF00"/>
      </a:lt2>
      <a:accent1>
        <a:srgbClr val="FF6600"/>
      </a:accent1>
      <a:accent2>
        <a:srgbClr val="FFCC00"/>
      </a:accent2>
      <a:accent3>
        <a:srgbClr val="AAAAB8"/>
      </a:accent3>
      <a:accent4>
        <a:srgbClr val="DADADA"/>
      </a:accent4>
      <a:accent5>
        <a:srgbClr val="FFB8AA"/>
      </a:accent5>
      <a:accent6>
        <a:srgbClr val="E7B900"/>
      </a:accent6>
      <a:hlink>
        <a:srgbClr val="996633"/>
      </a:hlink>
      <a:folHlink>
        <a:srgbClr val="808000"/>
      </a:folHlink>
    </a:clrScheme>
    <a:fontScheme name="stallings">
      <a:majorFont>
        <a:latin typeface="Arial Black"/>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FF0000"/>
          </a:buClr>
          <a:buSzTx/>
          <a:buFontTx/>
          <a:buChar char="•"/>
          <a:tabLst/>
          <a:defRPr kumimoji="1" 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FF0000"/>
          </a:buClr>
          <a:buSzTx/>
          <a:buFontTx/>
          <a:buChar char="•"/>
          <a:tabLst/>
          <a:defRPr kumimoji="1" 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stallings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tallings">
  <a:themeElements>
    <a:clrScheme name="">
      <a:dk1>
        <a:srgbClr val="5E574E"/>
      </a:dk1>
      <a:lt1>
        <a:srgbClr val="FFFFFF"/>
      </a:lt1>
      <a:dk2>
        <a:srgbClr val="000066"/>
      </a:dk2>
      <a:lt2>
        <a:srgbClr val="FFFF00"/>
      </a:lt2>
      <a:accent1>
        <a:srgbClr val="FF6600"/>
      </a:accent1>
      <a:accent2>
        <a:srgbClr val="FFCC00"/>
      </a:accent2>
      <a:accent3>
        <a:srgbClr val="AAAAB8"/>
      </a:accent3>
      <a:accent4>
        <a:srgbClr val="DADADA"/>
      </a:accent4>
      <a:accent5>
        <a:srgbClr val="FFB8AA"/>
      </a:accent5>
      <a:accent6>
        <a:srgbClr val="E7B900"/>
      </a:accent6>
      <a:hlink>
        <a:srgbClr val="996633"/>
      </a:hlink>
      <a:folHlink>
        <a:srgbClr val="808000"/>
      </a:folHlink>
    </a:clrScheme>
    <a:fontScheme name="stalling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tallings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5834</TotalTime>
  <Words>4624</Words>
  <Application>Microsoft Office PowerPoint</Application>
  <PresentationFormat>On-screen Show (4:3)</PresentationFormat>
  <Paragraphs>681</Paragraphs>
  <Slides>62</Slides>
  <Notes>58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Arial</vt:lpstr>
      <vt:lpstr>Arial Black</vt:lpstr>
      <vt:lpstr>Symbol</vt:lpstr>
      <vt:lpstr>Tahoma</vt:lpstr>
      <vt:lpstr>Times New Roman</vt:lpstr>
      <vt:lpstr>TimesTenLTStd-Roman</vt:lpstr>
      <vt:lpstr>Wingdings</vt:lpstr>
      <vt:lpstr>2_stallings</vt:lpstr>
      <vt:lpstr>stallings</vt:lpstr>
      <vt:lpstr>Attendance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Setting the S-R Latch</vt:lpstr>
      <vt:lpstr>PowerPoint Presentation</vt:lpstr>
      <vt:lpstr>PowerPoint Presentation</vt:lpstr>
      <vt:lpstr>Reset the S-R Latch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Unit</dc:title>
  <dc:subject/>
  <dc:creator>Adrian J Pullin</dc:creator>
  <cp:keywords/>
  <dc:description/>
  <cp:lastModifiedBy>Nursakirah Ab Rahman Muton</cp:lastModifiedBy>
  <cp:revision>250</cp:revision>
  <cp:lastPrinted>1601-01-01T00:00:00Z</cp:lastPrinted>
  <dcterms:created xsi:type="dcterms:W3CDTF">1998-11-24T13:30:26Z</dcterms:created>
  <dcterms:modified xsi:type="dcterms:W3CDTF">2023-11-15T12:08:48Z</dcterms:modified>
</cp:coreProperties>
</file>