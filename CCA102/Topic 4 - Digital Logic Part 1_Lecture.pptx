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1.xml" ContentType="application/inkml+xml"/>
  <Override PartName="/ppt/notesSlides/notesSlide25.xml" ContentType="application/vnd.openxmlformats-officedocument.presentationml.notesSlide+xml"/>
  <Override PartName="/ppt/ink/ink2.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3.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4198" r:id="rId1"/>
    <p:sldMasterId id="2147484759" r:id="rId2"/>
    <p:sldMasterId id="2147484776" r:id="rId3"/>
  </p:sldMasterIdLst>
  <p:notesMasterIdLst>
    <p:notesMasterId r:id="rId144"/>
  </p:notesMasterIdLst>
  <p:handoutMasterIdLst>
    <p:handoutMasterId r:id="rId145"/>
  </p:handoutMasterIdLst>
  <p:sldIdLst>
    <p:sldId id="256" r:id="rId4"/>
    <p:sldId id="615" r:id="rId5"/>
    <p:sldId id="302" r:id="rId6"/>
    <p:sldId id="481" r:id="rId7"/>
    <p:sldId id="585" r:id="rId8"/>
    <p:sldId id="482" r:id="rId9"/>
    <p:sldId id="586" r:id="rId10"/>
    <p:sldId id="529" r:id="rId11"/>
    <p:sldId id="530" r:id="rId12"/>
    <p:sldId id="484" r:id="rId13"/>
    <p:sldId id="616" r:id="rId14"/>
    <p:sldId id="485" r:id="rId15"/>
    <p:sldId id="670" r:id="rId16"/>
    <p:sldId id="669" r:id="rId17"/>
    <p:sldId id="617" r:id="rId18"/>
    <p:sldId id="619" r:id="rId19"/>
    <p:sldId id="628" r:id="rId20"/>
    <p:sldId id="629" r:id="rId21"/>
    <p:sldId id="671" r:id="rId22"/>
    <p:sldId id="620" r:id="rId23"/>
    <p:sldId id="672" r:id="rId24"/>
    <p:sldId id="673" r:id="rId25"/>
    <p:sldId id="674" r:id="rId26"/>
    <p:sldId id="675" r:id="rId27"/>
    <p:sldId id="676" r:id="rId28"/>
    <p:sldId id="569" r:id="rId29"/>
    <p:sldId id="486" r:id="rId30"/>
    <p:sldId id="487" r:id="rId31"/>
    <p:sldId id="576" r:id="rId32"/>
    <p:sldId id="531" r:id="rId33"/>
    <p:sldId id="621" r:id="rId34"/>
    <p:sldId id="622" r:id="rId35"/>
    <p:sldId id="491" r:id="rId36"/>
    <p:sldId id="532" r:id="rId37"/>
    <p:sldId id="664" r:id="rId38"/>
    <p:sldId id="665" r:id="rId39"/>
    <p:sldId id="570" r:id="rId40"/>
    <p:sldId id="494" r:id="rId41"/>
    <p:sldId id="534" r:id="rId42"/>
    <p:sldId id="623" r:id="rId43"/>
    <p:sldId id="626" r:id="rId44"/>
    <p:sldId id="633" r:id="rId45"/>
    <p:sldId id="625" r:id="rId46"/>
    <p:sldId id="627" r:id="rId47"/>
    <p:sldId id="537" r:id="rId48"/>
    <p:sldId id="538" r:id="rId49"/>
    <p:sldId id="653" r:id="rId50"/>
    <p:sldId id="654" r:id="rId51"/>
    <p:sldId id="656" r:id="rId52"/>
    <p:sldId id="657" r:id="rId53"/>
    <p:sldId id="658" r:id="rId54"/>
    <p:sldId id="539" r:id="rId55"/>
    <p:sldId id="594" r:id="rId56"/>
    <p:sldId id="634" r:id="rId57"/>
    <p:sldId id="677" r:id="rId58"/>
    <p:sldId id="503" r:id="rId59"/>
    <p:sldId id="597" r:id="rId60"/>
    <p:sldId id="504" r:id="rId61"/>
    <p:sldId id="598" r:id="rId62"/>
    <p:sldId id="635" r:id="rId63"/>
    <p:sldId id="636" r:id="rId64"/>
    <p:sldId id="659" r:id="rId65"/>
    <p:sldId id="637" r:id="rId66"/>
    <p:sldId id="639" r:id="rId67"/>
    <p:sldId id="640" r:id="rId68"/>
    <p:sldId id="505" r:id="rId69"/>
    <p:sldId id="544" r:id="rId70"/>
    <p:sldId id="545" r:id="rId71"/>
    <p:sldId id="641" r:id="rId72"/>
    <p:sldId id="506" r:id="rId73"/>
    <p:sldId id="546" r:id="rId74"/>
    <p:sldId id="507" r:id="rId75"/>
    <p:sldId id="547" r:id="rId76"/>
    <p:sldId id="548" r:id="rId77"/>
    <p:sldId id="550" r:id="rId78"/>
    <p:sldId id="581" r:id="rId79"/>
    <p:sldId id="679" r:id="rId80"/>
    <p:sldId id="680" r:id="rId81"/>
    <p:sldId id="681" r:id="rId82"/>
    <p:sldId id="693" r:id="rId83"/>
    <p:sldId id="682" r:id="rId84"/>
    <p:sldId id="684" r:id="rId85"/>
    <p:sldId id="688" r:id="rId86"/>
    <p:sldId id="685" r:id="rId87"/>
    <p:sldId id="687" r:id="rId88"/>
    <p:sldId id="686" r:id="rId89"/>
    <p:sldId id="661" r:id="rId90"/>
    <p:sldId id="689" r:id="rId91"/>
    <p:sldId id="694" r:id="rId92"/>
    <p:sldId id="695" r:id="rId93"/>
    <p:sldId id="696" r:id="rId94"/>
    <p:sldId id="691" r:id="rId95"/>
    <p:sldId id="692" r:id="rId96"/>
    <p:sldId id="512" r:id="rId97"/>
    <p:sldId id="678" r:id="rId98"/>
    <p:sldId id="600" r:id="rId99"/>
    <p:sldId id="551" r:id="rId100"/>
    <p:sldId id="644" r:id="rId101"/>
    <p:sldId id="645" r:id="rId102"/>
    <p:sldId id="667" r:id="rId103"/>
    <p:sldId id="554" r:id="rId104"/>
    <p:sldId id="555" r:id="rId105"/>
    <p:sldId id="646" r:id="rId106"/>
    <p:sldId id="647" r:id="rId107"/>
    <p:sldId id="582" r:id="rId108"/>
    <p:sldId id="648" r:id="rId109"/>
    <p:sldId id="649" r:id="rId110"/>
    <p:sldId id="662" r:id="rId111"/>
    <p:sldId id="557" r:id="rId112"/>
    <p:sldId id="558" r:id="rId113"/>
    <p:sldId id="571" r:id="rId114"/>
    <p:sldId id="513" r:id="rId115"/>
    <p:sldId id="514" r:id="rId116"/>
    <p:sldId id="650" r:id="rId117"/>
    <p:sldId id="651" r:id="rId118"/>
    <p:sldId id="515" r:id="rId119"/>
    <p:sldId id="575" r:id="rId120"/>
    <p:sldId id="572" r:id="rId121"/>
    <p:sldId id="573" r:id="rId122"/>
    <p:sldId id="574" r:id="rId123"/>
    <p:sldId id="517" r:id="rId124"/>
    <p:sldId id="518" r:id="rId125"/>
    <p:sldId id="559" r:id="rId126"/>
    <p:sldId id="560" r:id="rId127"/>
    <p:sldId id="663" r:id="rId128"/>
    <p:sldId id="519" r:id="rId129"/>
    <p:sldId id="561" r:id="rId130"/>
    <p:sldId id="523" r:id="rId131"/>
    <p:sldId id="606" r:id="rId132"/>
    <p:sldId id="524" r:id="rId133"/>
    <p:sldId id="562" r:id="rId134"/>
    <p:sldId id="525" r:id="rId135"/>
    <p:sldId id="563" r:id="rId136"/>
    <p:sldId id="564" r:id="rId137"/>
    <p:sldId id="565" r:id="rId138"/>
    <p:sldId id="697" r:id="rId139"/>
    <p:sldId id="566" r:id="rId140"/>
    <p:sldId id="567" r:id="rId141"/>
    <p:sldId id="568" r:id="rId142"/>
    <p:sldId id="607" r:id="rId143"/>
  </p:sldIdLst>
  <p:sldSz cx="9144000" cy="6858000" type="screen4x3"/>
  <p:notesSz cx="6858000" cy="9144000"/>
  <p:defaultTextStyle>
    <a:defPPr>
      <a:defRPr lang="en-US"/>
    </a:defPPr>
    <a:lvl1pPr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5pPr>
    <a:lvl6pPr marL="2286000" algn="l" defTabSz="914400" rtl="0" eaLnBrk="1" latinLnBrk="0" hangingPunct="1">
      <a:defRPr kumimoji="1" sz="2000" kern="1200">
        <a:solidFill>
          <a:schemeClr val="tx1"/>
        </a:solidFill>
        <a:latin typeface="Tahoma" panose="020B0604030504040204" pitchFamily="34" charset="0"/>
        <a:ea typeface="+mn-ea"/>
        <a:cs typeface="+mn-cs"/>
      </a:defRPr>
    </a:lvl6pPr>
    <a:lvl7pPr marL="2743200" algn="l" defTabSz="914400" rtl="0" eaLnBrk="1" latinLnBrk="0" hangingPunct="1">
      <a:defRPr kumimoji="1" sz="2000" kern="1200">
        <a:solidFill>
          <a:schemeClr val="tx1"/>
        </a:solidFill>
        <a:latin typeface="Tahoma" panose="020B0604030504040204" pitchFamily="34" charset="0"/>
        <a:ea typeface="+mn-ea"/>
        <a:cs typeface="+mn-cs"/>
      </a:defRPr>
    </a:lvl7pPr>
    <a:lvl8pPr marL="3200400" algn="l" defTabSz="914400" rtl="0" eaLnBrk="1" latinLnBrk="0" hangingPunct="1">
      <a:defRPr kumimoji="1" sz="2000" kern="1200">
        <a:solidFill>
          <a:schemeClr val="tx1"/>
        </a:solidFill>
        <a:latin typeface="Tahoma" panose="020B0604030504040204" pitchFamily="34" charset="0"/>
        <a:ea typeface="+mn-ea"/>
        <a:cs typeface="+mn-cs"/>
      </a:defRPr>
    </a:lvl8pPr>
    <a:lvl9pPr marL="3657600" algn="l" defTabSz="914400" rtl="0" eaLnBrk="1" latinLnBrk="0" hangingPunct="1">
      <a:defRPr kumimoji="1" sz="20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432">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33CC33"/>
    <a:srgbClr val="FF7C80"/>
    <a:srgbClr val="FF3399"/>
    <a:srgbClr val="FF0000"/>
    <a:srgbClr val="66FF33"/>
    <a:srgbClr val="00FF00"/>
    <a:srgbClr val="000000"/>
    <a:srgbClr val="66003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69D0CC-6CE5-4727-B2E0-F12A56B7AF9B}" v="1065" dt="2024-11-22T01:16:11.3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77514" autoAdjust="0"/>
  </p:normalViewPr>
  <p:slideViewPr>
    <p:cSldViewPr>
      <p:cViewPr varScale="1">
        <p:scale>
          <a:sx n="74" d="100"/>
          <a:sy n="74" d="100"/>
        </p:scale>
        <p:origin x="1646" y="62"/>
      </p:cViewPr>
      <p:guideLst>
        <p:guide orient="horz" pos="2432"/>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50" d="100"/>
        <a:sy n="150" d="100"/>
      </p:scale>
      <p:origin x="0" y="-5558"/>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tableStyles" Target="tableStyles.xml"/><Relationship Id="rId5" Type="http://schemas.openxmlformats.org/officeDocument/2006/relationships/slide" Target="slides/slide2.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slide" Target="slides/slide131.xml"/><Relationship Id="rId139" Type="http://schemas.openxmlformats.org/officeDocument/2006/relationships/slide" Target="slides/slide136.xml"/><Relationship Id="rId80" Type="http://schemas.openxmlformats.org/officeDocument/2006/relationships/slide" Target="slides/slide77.xml"/><Relationship Id="rId85" Type="http://schemas.openxmlformats.org/officeDocument/2006/relationships/slide" Target="slides/slide82.xml"/><Relationship Id="rId150" Type="http://schemas.microsoft.com/office/2016/11/relationships/changesInfo" Target="changesInfos/changesInfo1.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40" Type="http://schemas.openxmlformats.org/officeDocument/2006/relationships/slide" Target="slides/slide137.xml"/><Relationship Id="rId14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51" Type="http://schemas.microsoft.com/office/2015/10/relationships/revisionInfo" Target="revisionInfo.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notesMaster" Target="notesMasters/notesMaster1.xml"/><Relationship Id="rId90" Type="http://schemas.openxmlformats.org/officeDocument/2006/relationships/slide" Target="slides/slide8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sakirah Ab Rahman Muton" userId="f84698cea26ccaf4" providerId="LiveId" clId="{19A50F89-BFF2-4F20-A84B-75C75649FBFC}"/>
    <pc:docChg chg="custSel modSld">
      <pc:chgData name="Nursakirah Ab Rahman Muton" userId="f84698cea26ccaf4" providerId="LiveId" clId="{19A50F89-BFF2-4F20-A84B-75C75649FBFC}" dt="2024-10-08T15:44:44.728" v="41" actId="478"/>
      <pc:docMkLst>
        <pc:docMk/>
      </pc:docMkLst>
      <pc:sldChg chg="delSp mod">
        <pc:chgData name="Nursakirah Ab Rahman Muton" userId="f84698cea26ccaf4" providerId="LiveId" clId="{19A50F89-BFF2-4F20-A84B-75C75649FBFC}" dt="2024-10-08T15:42:51.262" v="14" actId="478"/>
        <pc:sldMkLst>
          <pc:docMk/>
          <pc:sldMk cId="0" sldId="505"/>
        </pc:sldMkLst>
        <pc:inkChg chg="del">
          <ac:chgData name="Nursakirah Ab Rahman Muton" userId="f84698cea26ccaf4" providerId="LiveId" clId="{19A50F89-BFF2-4F20-A84B-75C75649FBFC}" dt="2024-10-08T15:42:51.262" v="14" actId="478"/>
          <ac:inkMkLst>
            <pc:docMk/>
            <pc:sldMk cId="0" sldId="505"/>
            <ac:inkMk id="5" creationId="{E6B35F9C-D656-37C5-4A80-31253128E4FE}"/>
          </ac:inkMkLst>
        </pc:inkChg>
      </pc:sldChg>
      <pc:sldChg chg="delSp mod">
        <pc:chgData name="Nursakirah Ab Rahman Muton" userId="f84698cea26ccaf4" providerId="LiveId" clId="{19A50F89-BFF2-4F20-A84B-75C75649FBFC}" dt="2024-10-08T15:43:00.868" v="17" actId="478"/>
        <pc:sldMkLst>
          <pc:docMk/>
          <pc:sldMk cId="0" sldId="506"/>
        </pc:sldMkLst>
        <pc:inkChg chg="del">
          <ac:chgData name="Nursakirah Ab Rahman Muton" userId="f84698cea26ccaf4" providerId="LiveId" clId="{19A50F89-BFF2-4F20-A84B-75C75649FBFC}" dt="2024-10-08T15:43:00.868" v="17" actId="478"/>
          <ac:inkMkLst>
            <pc:docMk/>
            <pc:sldMk cId="0" sldId="506"/>
            <ac:inkMk id="4" creationId="{33B5D2CE-56D0-ED20-2A7F-972EBB6A57F3}"/>
          </ac:inkMkLst>
        </pc:inkChg>
      </pc:sldChg>
      <pc:sldChg chg="delSp mod">
        <pc:chgData name="Nursakirah Ab Rahman Muton" userId="f84698cea26ccaf4" providerId="LiveId" clId="{19A50F89-BFF2-4F20-A84B-75C75649FBFC}" dt="2024-10-08T15:43:17.295" v="21" actId="478"/>
        <pc:sldMkLst>
          <pc:docMk/>
          <pc:sldMk cId="0" sldId="512"/>
        </pc:sldMkLst>
        <pc:inkChg chg="del">
          <ac:chgData name="Nursakirah Ab Rahman Muton" userId="f84698cea26ccaf4" providerId="LiveId" clId="{19A50F89-BFF2-4F20-A84B-75C75649FBFC}" dt="2024-10-08T15:43:17.295" v="21" actId="478"/>
          <ac:inkMkLst>
            <pc:docMk/>
            <pc:sldMk cId="0" sldId="512"/>
            <ac:inkMk id="2" creationId="{DE44E049-5C4E-C8FB-EC53-E83F9A62EA12}"/>
          </ac:inkMkLst>
        </pc:inkChg>
      </pc:sldChg>
      <pc:sldChg chg="delSp mod">
        <pc:chgData name="Nursakirah Ab Rahman Muton" userId="f84698cea26ccaf4" providerId="LiveId" clId="{19A50F89-BFF2-4F20-A84B-75C75649FBFC}" dt="2024-10-08T15:43:41.414" v="24" actId="478"/>
        <pc:sldMkLst>
          <pc:docMk/>
          <pc:sldMk cId="0" sldId="515"/>
        </pc:sldMkLst>
        <pc:inkChg chg="del">
          <ac:chgData name="Nursakirah Ab Rahman Muton" userId="f84698cea26ccaf4" providerId="LiveId" clId="{19A50F89-BFF2-4F20-A84B-75C75649FBFC}" dt="2024-10-08T15:43:41.414" v="24" actId="478"/>
          <ac:inkMkLst>
            <pc:docMk/>
            <pc:sldMk cId="0" sldId="515"/>
            <ac:inkMk id="2" creationId="{7521D910-7FB9-EAAA-6674-41C549A3E1B7}"/>
          </ac:inkMkLst>
        </pc:inkChg>
      </pc:sldChg>
      <pc:sldChg chg="delSp mod">
        <pc:chgData name="Nursakirah Ab Rahman Muton" userId="f84698cea26ccaf4" providerId="LiveId" clId="{19A50F89-BFF2-4F20-A84B-75C75649FBFC}" dt="2024-10-08T15:43:55.470" v="29" actId="478"/>
        <pc:sldMkLst>
          <pc:docMk/>
          <pc:sldMk cId="0" sldId="517"/>
        </pc:sldMkLst>
        <pc:inkChg chg="del">
          <ac:chgData name="Nursakirah Ab Rahman Muton" userId="f84698cea26ccaf4" providerId="LiveId" clId="{19A50F89-BFF2-4F20-A84B-75C75649FBFC}" dt="2024-10-08T15:43:55.470" v="29" actId="478"/>
          <ac:inkMkLst>
            <pc:docMk/>
            <pc:sldMk cId="0" sldId="517"/>
            <ac:inkMk id="2" creationId="{890F9D94-1995-EC7A-E7CE-E05CFB2FF03E}"/>
          </ac:inkMkLst>
        </pc:inkChg>
      </pc:sldChg>
      <pc:sldChg chg="delSp mod">
        <pc:chgData name="Nursakirah Ab Rahman Muton" userId="f84698cea26ccaf4" providerId="LiveId" clId="{19A50F89-BFF2-4F20-A84B-75C75649FBFC}" dt="2024-10-08T15:44:00.125" v="30" actId="478"/>
        <pc:sldMkLst>
          <pc:docMk/>
          <pc:sldMk cId="0" sldId="518"/>
        </pc:sldMkLst>
        <pc:inkChg chg="del">
          <ac:chgData name="Nursakirah Ab Rahman Muton" userId="f84698cea26ccaf4" providerId="LiveId" clId="{19A50F89-BFF2-4F20-A84B-75C75649FBFC}" dt="2024-10-08T15:44:00.125" v="30" actId="478"/>
          <ac:inkMkLst>
            <pc:docMk/>
            <pc:sldMk cId="0" sldId="518"/>
            <ac:inkMk id="2" creationId="{7F02B115-AFDC-D4B8-5508-0E70C8D70533}"/>
          </ac:inkMkLst>
        </pc:inkChg>
      </pc:sldChg>
      <pc:sldChg chg="delSp mod">
        <pc:chgData name="Nursakirah Ab Rahman Muton" userId="f84698cea26ccaf4" providerId="LiveId" clId="{19A50F89-BFF2-4F20-A84B-75C75649FBFC}" dt="2024-10-08T15:44:09.184" v="33" actId="478"/>
        <pc:sldMkLst>
          <pc:docMk/>
          <pc:sldMk cId="0" sldId="519"/>
        </pc:sldMkLst>
        <pc:inkChg chg="del">
          <ac:chgData name="Nursakirah Ab Rahman Muton" userId="f84698cea26ccaf4" providerId="LiveId" clId="{19A50F89-BFF2-4F20-A84B-75C75649FBFC}" dt="2024-10-08T15:44:09.184" v="33" actId="478"/>
          <ac:inkMkLst>
            <pc:docMk/>
            <pc:sldMk cId="0" sldId="519"/>
            <ac:inkMk id="4" creationId="{2983A94A-18D4-CEF4-5E58-A5D461CAAD66}"/>
          </ac:inkMkLst>
        </pc:inkChg>
      </pc:sldChg>
      <pc:sldChg chg="delSp mod">
        <pc:chgData name="Nursakirah Ab Rahman Muton" userId="f84698cea26ccaf4" providerId="LiveId" clId="{19A50F89-BFF2-4F20-A84B-75C75649FBFC}" dt="2024-10-08T15:42:06.883" v="2" actId="478"/>
        <pc:sldMkLst>
          <pc:docMk/>
          <pc:sldMk cId="0" sldId="534"/>
        </pc:sldMkLst>
        <pc:inkChg chg="del">
          <ac:chgData name="Nursakirah Ab Rahman Muton" userId="f84698cea26ccaf4" providerId="LiveId" clId="{19A50F89-BFF2-4F20-A84B-75C75649FBFC}" dt="2024-10-08T15:42:06.883" v="2" actId="478"/>
          <ac:inkMkLst>
            <pc:docMk/>
            <pc:sldMk cId="0" sldId="534"/>
            <ac:inkMk id="4" creationId="{E2748EA0-0397-9FF0-66E1-E48A08AEED90}"/>
          </ac:inkMkLst>
        </pc:inkChg>
      </pc:sldChg>
      <pc:sldChg chg="delSp mod">
        <pc:chgData name="Nursakirah Ab Rahman Muton" userId="f84698cea26ccaf4" providerId="LiveId" clId="{19A50F89-BFF2-4F20-A84B-75C75649FBFC}" dt="2024-10-08T15:42:22.428" v="7" actId="478"/>
        <pc:sldMkLst>
          <pc:docMk/>
          <pc:sldMk cId="0" sldId="537"/>
        </pc:sldMkLst>
        <pc:inkChg chg="del">
          <ac:chgData name="Nursakirah Ab Rahman Muton" userId="f84698cea26ccaf4" providerId="LiveId" clId="{19A50F89-BFF2-4F20-A84B-75C75649FBFC}" dt="2024-10-08T15:42:22.428" v="7" actId="478"/>
          <ac:inkMkLst>
            <pc:docMk/>
            <pc:sldMk cId="0" sldId="537"/>
            <ac:inkMk id="2" creationId="{57305395-519C-45AA-7576-C9CE0A1B541D}"/>
          </ac:inkMkLst>
        </pc:inkChg>
      </pc:sldChg>
      <pc:sldChg chg="delSp mod">
        <pc:chgData name="Nursakirah Ab Rahman Muton" userId="f84698cea26ccaf4" providerId="LiveId" clId="{19A50F89-BFF2-4F20-A84B-75C75649FBFC}" dt="2024-10-08T15:42:53.960" v="15" actId="478"/>
        <pc:sldMkLst>
          <pc:docMk/>
          <pc:sldMk cId="0" sldId="544"/>
        </pc:sldMkLst>
        <pc:inkChg chg="del">
          <ac:chgData name="Nursakirah Ab Rahman Muton" userId="f84698cea26ccaf4" providerId="LiveId" clId="{19A50F89-BFF2-4F20-A84B-75C75649FBFC}" dt="2024-10-08T15:42:53.960" v="15" actId="478"/>
          <ac:inkMkLst>
            <pc:docMk/>
            <pc:sldMk cId="0" sldId="544"/>
            <ac:inkMk id="26" creationId="{C5F51985-035B-0E3F-BCD3-4B6E23458D57}"/>
          </ac:inkMkLst>
        </pc:inkChg>
      </pc:sldChg>
      <pc:sldChg chg="delSp mod">
        <pc:chgData name="Nursakirah Ab Rahman Muton" userId="f84698cea26ccaf4" providerId="LiveId" clId="{19A50F89-BFF2-4F20-A84B-75C75649FBFC}" dt="2024-10-08T15:42:56.383" v="16" actId="478"/>
        <pc:sldMkLst>
          <pc:docMk/>
          <pc:sldMk cId="0" sldId="545"/>
        </pc:sldMkLst>
        <pc:inkChg chg="del">
          <ac:chgData name="Nursakirah Ab Rahman Muton" userId="f84698cea26ccaf4" providerId="LiveId" clId="{19A50F89-BFF2-4F20-A84B-75C75649FBFC}" dt="2024-10-08T15:42:56.383" v="16" actId="478"/>
          <ac:inkMkLst>
            <pc:docMk/>
            <pc:sldMk cId="0" sldId="545"/>
            <ac:inkMk id="22" creationId="{1DE93848-A657-5BBD-C5DA-E42C6B72A4C1}"/>
          </ac:inkMkLst>
        </pc:inkChg>
      </pc:sldChg>
      <pc:sldChg chg="delSp mod">
        <pc:chgData name="Nursakirah Ab Rahman Muton" userId="f84698cea26ccaf4" providerId="LiveId" clId="{19A50F89-BFF2-4F20-A84B-75C75649FBFC}" dt="2024-10-08T15:43:04.259" v="18" actId="478"/>
        <pc:sldMkLst>
          <pc:docMk/>
          <pc:sldMk cId="0" sldId="546"/>
        </pc:sldMkLst>
        <pc:inkChg chg="del">
          <ac:chgData name="Nursakirah Ab Rahman Muton" userId="f84698cea26ccaf4" providerId="LiveId" clId="{19A50F89-BFF2-4F20-A84B-75C75649FBFC}" dt="2024-10-08T15:43:04.259" v="18" actId="478"/>
          <ac:inkMkLst>
            <pc:docMk/>
            <pc:sldMk cId="0" sldId="546"/>
            <ac:inkMk id="19" creationId="{6D96FE28-5B2B-56E9-FE94-95907E6FB334}"/>
          </ac:inkMkLst>
        </pc:inkChg>
      </pc:sldChg>
      <pc:sldChg chg="delSp mod">
        <pc:chgData name="Nursakirah Ab Rahman Muton" userId="f84698cea26ccaf4" providerId="LiveId" clId="{19A50F89-BFF2-4F20-A84B-75C75649FBFC}" dt="2024-10-08T15:43:07.972" v="19" actId="478"/>
        <pc:sldMkLst>
          <pc:docMk/>
          <pc:sldMk cId="0" sldId="547"/>
        </pc:sldMkLst>
        <pc:inkChg chg="del">
          <ac:chgData name="Nursakirah Ab Rahman Muton" userId="f84698cea26ccaf4" providerId="LiveId" clId="{19A50F89-BFF2-4F20-A84B-75C75649FBFC}" dt="2024-10-08T15:43:07.972" v="19" actId="478"/>
          <ac:inkMkLst>
            <pc:docMk/>
            <pc:sldMk cId="0" sldId="547"/>
            <ac:inkMk id="2" creationId="{31064955-82AC-0841-9872-EF0DDA8B2C1C}"/>
          </ac:inkMkLst>
        </pc:inkChg>
      </pc:sldChg>
      <pc:sldChg chg="delSp mod">
        <pc:chgData name="Nursakirah Ab Rahman Muton" userId="f84698cea26ccaf4" providerId="LiveId" clId="{19A50F89-BFF2-4F20-A84B-75C75649FBFC}" dt="2024-10-08T15:43:13.062" v="20" actId="478"/>
        <pc:sldMkLst>
          <pc:docMk/>
          <pc:sldMk cId="0" sldId="550"/>
        </pc:sldMkLst>
        <pc:inkChg chg="del">
          <ac:chgData name="Nursakirah Ab Rahman Muton" userId="f84698cea26ccaf4" providerId="LiveId" clId="{19A50F89-BFF2-4F20-A84B-75C75649FBFC}" dt="2024-10-08T15:43:13.062" v="20" actId="478"/>
          <ac:inkMkLst>
            <pc:docMk/>
            <pc:sldMk cId="0" sldId="550"/>
            <ac:inkMk id="5" creationId="{4CD5DF7A-02B9-8488-CBA7-F17D18B593E4}"/>
          </ac:inkMkLst>
        </pc:inkChg>
      </pc:sldChg>
      <pc:sldChg chg="delSp mod">
        <pc:chgData name="Nursakirah Ab Rahman Muton" userId="f84698cea26ccaf4" providerId="LiveId" clId="{19A50F89-BFF2-4F20-A84B-75C75649FBFC}" dt="2024-10-08T15:44:02.973" v="31" actId="478"/>
        <pc:sldMkLst>
          <pc:docMk/>
          <pc:sldMk cId="0" sldId="559"/>
        </pc:sldMkLst>
        <pc:inkChg chg="del">
          <ac:chgData name="Nursakirah Ab Rahman Muton" userId="f84698cea26ccaf4" providerId="LiveId" clId="{19A50F89-BFF2-4F20-A84B-75C75649FBFC}" dt="2024-10-08T15:44:02.973" v="31" actId="478"/>
          <ac:inkMkLst>
            <pc:docMk/>
            <pc:sldMk cId="0" sldId="559"/>
            <ac:inkMk id="3" creationId="{A516022D-6644-FE4E-B4F3-85A46927A27F}"/>
          </ac:inkMkLst>
        </pc:inkChg>
      </pc:sldChg>
      <pc:sldChg chg="delSp mod">
        <pc:chgData name="Nursakirah Ab Rahman Muton" userId="f84698cea26ccaf4" providerId="LiveId" clId="{19A50F89-BFF2-4F20-A84B-75C75649FBFC}" dt="2024-10-08T15:44:05.939" v="32" actId="478"/>
        <pc:sldMkLst>
          <pc:docMk/>
          <pc:sldMk cId="0" sldId="560"/>
        </pc:sldMkLst>
        <pc:inkChg chg="del">
          <ac:chgData name="Nursakirah Ab Rahman Muton" userId="f84698cea26ccaf4" providerId="LiveId" clId="{19A50F89-BFF2-4F20-A84B-75C75649FBFC}" dt="2024-10-08T15:44:05.939" v="32" actId="478"/>
          <ac:inkMkLst>
            <pc:docMk/>
            <pc:sldMk cId="0" sldId="560"/>
            <ac:inkMk id="2" creationId="{D8022F3C-CA3D-4475-7E4E-7DDBF97B0762}"/>
          </ac:inkMkLst>
        </pc:inkChg>
      </pc:sldChg>
      <pc:sldChg chg="delSp mod">
        <pc:chgData name="Nursakirah Ab Rahman Muton" userId="f84698cea26ccaf4" providerId="LiveId" clId="{19A50F89-BFF2-4F20-A84B-75C75649FBFC}" dt="2024-10-08T15:44:11.784" v="34" actId="478"/>
        <pc:sldMkLst>
          <pc:docMk/>
          <pc:sldMk cId="0" sldId="561"/>
        </pc:sldMkLst>
        <pc:inkChg chg="del">
          <ac:chgData name="Nursakirah Ab Rahman Muton" userId="f84698cea26ccaf4" providerId="LiveId" clId="{19A50F89-BFF2-4F20-A84B-75C75649FBFC}" dt="2024-10-08T15:44:11.784" v="34" actId="478"/>
          <ac:inkMkLst>
            <pc:docMk/>
            <pc:sldMk cId="0" sldId="561"/>
            <ac:inkMk id="2" creationId="{BD16317B-7892-BB1D-0D24-FF9B309CD30F}"/>
          </ac:inkMkLst>
        </pc:inkChg>
      </pc:sldChg>
      <pc:sldChg chg="delSp mod">
        <pc:chgData name="Nursakirah Ab Rahman Muton" userId="f84698cea26ccaf4" providerId="LiveId" clId="{19A50F89-BFF2-4F20-A84B-75C75649FBFC}" dt="2024-10-08T15:44:15.965" v="35" actId="478"/>
        <pc:sldMkLst>
          <pc:docMk/>
          <pc:sldMk cId="0" sldId="562"/>
        </pc:sldMkLst>
        <pc:inkChg chg="del">
          <ac:chgData name="Nursakirah Ab Rahman Muton" userId="f84698cea26ccaf4" providerId="LiveId" clId="{19A50F89-BFF2-4F20-A84B-75C75649FBFC}" dt="2024-10-08T15:44:15.965" v="35" actId="478"/>
          <ac:inkMkLst>
            <pc:docMk/>
            <pc:sldMk cId="0" sldId="562"/>
            <ac:inkMk id="2" creationId="{09E1ECEB-189C-C9FE-00E8-FD3870626B43}"/>
          </ac:inkMkLst>
        </pc:inkChg>
      </pc:sldChg>
      <pc:sldChg chg="delSp mod">
        <pc:chgData name="Nursakirah Ab Rahman Muton" userId="f84698cea26ccaf4" providerId="LiveId" clId="{19A50F89-BFF2-4F20-A84B-75C75649FBFC}" dt="2024-10-08T15:44:19.675" v="36" actId="478"/>
        <pc:sldMkLst>
          <pc:docMk/>
          <pc:sldMk cId="0" sldId="563"/>
        </pc:sldMkLst>
        <pc:inkChg chg="del">
          <ac:chgData name="Nursakirah Ab Rahman Muton" userId="f84698cea26ccaf4" providerId="LiveId" clId="{19A50F89-BFF2-4F20-A84B-75C75649FBFC}" dt="2024-10-08T15:44:19.675" v="36" actId="478"/>
          <ac:inkMkLst>
            <pc:docMk/>
            <pc:sldMk cId="0" sldId="563"/>
            <ac:inkMk id="2" creationId="{C4EDC6E4-F74E-CFE7-4626-272164D50AD0}"/>
          </ac:inkMkLst>
        </pc:inkChg>
      </pc:sldChg>
      <pc:sldChg chg="delSp mod">
        <pc:chgData name="Nursakirah Ab Rahman Muton" userId="f84698cea26ccaf4" providerId="LiveId" clId="{19A50F89-BFF2-4F20-A84B-75C75649FBFC}" dt="2024-10-08T15:44:33.335" v="37" actId="478"/>
        <pc:sldMkLst>
          <pc:docMk/>
          <pc:sldMk cId="0" sldId="564"/>
        </pc:sldMkLst>
        <pc:inkChg chg="del">
          <ac:chgData name="Nursakirah Ab Rahman Muton" userId="f84698cea26ccaf4" providerId="LiveId" clId="{19A50F89-BFF2-4F20-A84B-75C75649FBFC}" dt="2024-10-08T15:44:33.335" v="37" actId="478"/>
          <ac:inkMkLst>
            <pc:docMk/>
            <pc:sldMk cId="0" sldId="564"/>
            <ac:inkMk id="2" creationId="{FECCF3B4-988D-9EF0-9408-9E8AE0D7BED0}"/>
          </ac:inkMkLst>
        </pc:inkChg>
      </pc:sldChg>
      <pc:sldChg chg="delSp mod">
        <pc:chgData name="Nursakirah Ab Rahman Muton" userId="f84698cea26ccaf4" providerId="LiveId" clId="{19A50F89-BFF2-4F20-A84B-75C75649FBFC}" dt="2024-10-08T15:44:36.355" v="38" actId="478"/>
        <pc:sldMkLst>
          <pc:docMk/>
          <pc:sldMk cId="0" sldId="565"/>
        </pc:sldMkLst>
        <pc:inkChg chg="del">
          <ac:chgData name="Nursakirah Ab Rahman Muton" userId="f84698cea26ccaf4" providerId="LiveId" clId="{19A50F89-BFF2-4F20-A84B-75C75649FBFC}" dt="2024-10-08T15:44:36.355" v="38" actId="478"/>
          <ac:inkMkLst>
            <pc:docMk/>
            <pc:sldMk cId="0" sldId="565"/>
            <ac:inkMk id="19" creationId="{A7654EC9-E347-71E4-DC3C-65486C047134}"/>
          </ac:inkMkLst>
        </pc:inkChg>
      </pc:sldChg>
      <pc:sldChg chg="delSp mod">
        <pc:chgData name="Nursakirah Ab Rahman Muton" userId="f84698cea26ccaf4" providerId="LiveId" clId="{19A50F89-BFF2-4F20-A84B-75C75649FBFC}" dt="2024-10-08T15:44:39.045" v="39" actId="478"/>
        <pc:sldMkLst>
          <pc:docMk/>
          <pc:sldMk cId="0" sldId="566"/>
        </pc:sldMkLst>
        <pc:inkChg chg="del">
          <ac:chgData name="Nursakirah Ab Rahman Muton" userId="f84698cea26ccaf4" providerId="LiveId" clId="{19A50F89-BFF2-4F20-A84B-75C75649FBFC}" dt="2024-10-08T15:44:39.045" v="39" actId="478"/>
          <ac:inkMkLst>
            <pc:docMk/>
            <pc:sldMk cId="0" sldId="566"/>
            <ac:inkMk id="3" creationId="{78134B5B-7A0B-DD5E-181F-0874AA6DDB3C}"/>
          </ac:inkMkLst>
        </pc:inkChg>
      </pc:sldChg>
      <pc:sldChg chg="delSp mod">
        <pc:chgData name="Nursakirah Ab Rahman Muton" userId="f84698cea26ccaf4" providerId="LiveId" clId="{19A50F89-BFF2-4F20-A84B-75C75649FBFC}" dt="2024-10-08T15:44:41.965" v="40" actId="478"/>
        <pc:sldMkLst>
          <pc:docMk/>
          <pc:sldMk cId="0" sldId="567"/>
        </pc:sldMkLst>
        <pc:inkChg chg="del">
          <ac:chgData name="Nursakirah Ab Rahman Muton" userId="f84698cea26ccaf4" providerId="LiveId" clId="{19A50F89-BFF2-4F20-A84B-75C75649FBFC}" dt="2024-10-08T15:44:41.965" v="40" actId="478"/>
          <ac:inkMkLst>
            <pc:docMk/>
            <pc:sldMk cId="0" sldId="567"/>
            <ac:inkMk id="2" creationId="{A4BAD067-1D2C-AFB8-7F77-41AF8FCAC3FC}"/>
          </ac:inkMkLst>
        </pc:inkChg>
      </pc:sldChg>
      <pc:sldChg chg="delSp mod">
        <pc:chgData name="Nursakirah Ab Rahman Muton" userId="f84698cea26ccaf4" providerId="LiveId" clId="{19A50F89-BFF2-4F20-A84B-75C75649FBFC}" dt="2024-10-08T15:44:44.728" v="41" actId="478"/>
        <pc:sldMkLst>
          <pc:docMk/>
          <pc:sldMk cId="0" sldId="568"/>
        </pc:sldMkLst>
        <pc:inkChg chg="del">
          <ac:chgData name="Nursakirah Ab Rahman Muton" userId="f84698cea26ccaf4" providerId="LiveId" clId="{19A50F89-BFF2-4F20-A84B-75C75649FBFC}" dt="2024-10-08T15:44:44.728" v="41" actId="478"/>
          <ac:inkMkLst>
            <pc:docMk/>
            <pc:sldMk cId="0" sldId="568"/>
            <ac:inkMk id="5" creationId="{3A025BD4-3B8A-5035-88F6-CF66C72FAF32}"/>
          </ac:inkMkLst>
        </pc:inkChg>
      </pc:sldChg>
      <pc:sldChg chg="delSp mod">
        <pc:chgData name="Nursakirah Ab Rahman Muton" userId="f84698cea26ccaf4" providerId="LiveId" clId="{19A50F89-BFF2-4F20-A84B-75C75649FBFC}" dt="2024-10-08T15:43:46.933" v="26" actId="478"/>
        <pc:sldMkLst>
          <pc:docMk/>
          <pc:sldMk cId="0" sldId="572"/>
        </pc:sldMkLst>
        <pc:inkChg chg="del">
          <ac:chgData name="Nursakirah Ab Rahman Muton" userId="f84698cea26ccaf4" providerId="LiveId" clId="{19A50F89-BFF2-4F20-A84B-75C75649FBFC}" dt="2024-10-08T15:43:46.933" v="26" actId="478"/>
          <ac:inkMkLst>
            <pc:docMk/>
            <pc:sldMk cId="0" sldId="572"/>
            <ac:inkMk id="4" creationId="{BBF1096E-9970-16A6-9570-30EB3DB7BD3D}"/>
          </ac:inkMkLst>
        </pc:inkChg>
      </pc:sldChg>
      <pc:sldChg chg="delSp mod">
        <pc:chgData name="Nursakirah Ab Rahman Muton" userId="f84698cea26ccaf4" providerId="LiveId" clId="{19A50F89-BFF2-4F20-A84B-75C75649FBFC}" dt="2024-10-08T15:43:50.106" v="27" actId="478"/>
        <pc:sldMkLst>
          <pc:docMk/>
          <pc:sldMk cId="0" sldId="573"/>
        </pc:sldMkLst>
        <pc:inkChg chg="del">
          <ac:chgData name="Nursakirah Ab Rahman Muton" userId="f84698cea26ccaf4" providerId="LiveId" clId="{19A50F89-BFF2-4F20-A84B-75C75649FBFC}" dt="2024-10-08T15:43:50.106" v="27" actId="478"/>
          <ac:inkMkLst>
            <pc:docMk/>
            <pc:sldMk cId="0" sldId="573"/>
            <ac:inkMk id="4" creationId="{982ECDB2-0072-147A-7B89-DC213E109878}"/>
          </ac:inkMkLst>
        </pc:inkChg>
      </pc:sldChg>
      <pc:sldChg chg="delSp mod">
        <pc:chgData name="Nursakirah Ab Rahman Muton" userId="f84698cea26ccaf4" providerId="LiveId" clId="{19A50F89-BFF2-4F20-A84B-75C75649FBFC}" dt="2024-10-08T15:43:52.714" v="28" actId="478"/>
        <pc:sldMkLst>
          <pc:docMk/>
          <pc:sldMk cId="0" sldId="574"/>
        </pc:sldMkLst>
        <pc:inkChg chg="del">
          <ac:chgData name="Nursakirah Ab Rahman Muton" userId="f84698cea26ccaf4" providerId="LiveId" clId="{19A50F89-BFF2-4F20-A84B-75C75649FBFC}" dt="2024-10-08T15:43:52.714" v="28" actId="478"/>
          <ac:inkMkLst>
            <pc:docMk/>
            <pc:sldMk cId="0" sldId="574"/>
            <ac:inkMk id="4" creationId="{04C13A9C-CF9E-4282-9BFC-02E0EEAF59A7}"/>
          </ac:inkMkLst>
        </pc:inkChg>
      </pc:sldChg>
      <pc:sldChg chg="delSp mod">
        <pc:chgData name="Nursakirah Ab Rahman Muton" userId="f84698cea26ccaf4" providerId="LiveId" clId="{19A50F89-BFF2-4F20-A84B-75C75649FBFC}" dt="2024-10-08T15:43:44.134" v="25" actId="478"/>
        <pc:sldMkLst>
          <pc:docMk/>
          <pc:sldMk cId="0" sldId="575"/>
        </pc:sldMkLst>
        <pc:inkChg chg="del">
          <ac:chgData name="Nursakirah Ab Rahman Muton" userId="f84698cea26ccaf4" providerId="LiveId" clId="{19A50F89-BFF2-4F20-A84B-75C75649FBFC}" dt="2024-10-08T15:43:44.134" v="25" actId="478"/>
          <ac:inkMkLst>
            <pc:docMk/>
            <pc:sldMk cId="0" sldId="575"/>
            <ac:inkMk id="3" creationId="{D69C287C-EE30-6CE7-52A0-090A1D889979}"/>
          </ac:inkMkLst>
        </pc:inkChg>
      </pc:sldChg>
      <pc:sldChg chg="delSp mod">
        <pc:chgData name="Nursakirah Ab Rahman Muton" userId="f84698cea26ccaf4" providerId="LiveId" clId="{19A50F89-BFF2-4F20-A84B-75C75649FBFC}" dt="2024-10-08T15:42:09.142" v="3" actId="478"/>
        <pc:sldMkLst>
          <pc:docMk/>
          <pc:sldMk cId="914273507" sldId="623"/>
        </pc:sldMkLst>
        <pc:inkChg chg="del">
          <ac:chgData name="Nursakirah Ab Rahman Muton" userId="f84698cea26ccaf4" providerId="LiveId" clId="{19A50F89-BFF2-4F20-A84B-75C75649FBFC}" dt="2024-10-08T15:42:09.142" v="3" actId="478"/>
          <ac:inkMkLst>
            <pc:docMk/>
            <pc:sldMk cId="914273507" sldId="623"/>
            <ac:inkMk id="2" creationId="{EF1B470C-DB0A-8568-E9D3-83ABD35E9A5F}"/>
          </ac:inkMkLst>
        </pc:inkChg>
      </pc:sldChg>
      <pc:sldChg chg="delSp mod">
        <pc:chgData name="Nursakirah Ab Rahman Muton" userId="f84698cea26ccaf4" providerId="LiveId" clId="{19A50F89-BFF2-4F20-A84B-75C75649FBFC}" dt="2024-10-08T15:42:11.978" v="4" actId="478"/>
        <pc:sldMkLst>
          <pc:docMk/>
          <pc:sldMk cId="2708658373" sldId="626"/>
        </pc:sldMkLst>
        <pc:inkChg chg="del">
          <ac:chgData name="Nursakirah Ab Rahman Muton" userId="f84698cea26ccaf4" providerId="LiveId" clId="{19A50F89-BFF2-4F20-A84B-75C75649FBFC}" dt="2024-10-08T15:42:11.978" v="4" actId="478"/>
          <ac:inkMkLst>
            <pc:docMk/>
            <pc:sldMk cId="2708658373" sldId="626"/>
            <ac:inkMk id="4" creationId="{6B5FA739-E575-EBA6-EEFA-EB1F94D839AA}"/>
          </ac:inkMkLst>
        </pc:inkChg>
      </pc:sldChg>
      <pc:sldChg chg="delSp mod">
        <pc:chgData name="Nursakirah Ab Rahman Muton" userId="f84698cea26ccaf4" providerId="LiveId" clId="{19A50F89-BFF2-4F20-A84B-75C75649FBFC}" dt="2024-10-08T15:42:19.368" v="6" actId="478"/>
        <pc:sldMkLst>
          <pc:docMk/>
          <pc:sldMk cId="2377268244" sldId="627"/>
        </pc:sldMkLst>
        <pc:inkChg chg="del">
          <ac:chgData name="Nursakirah Ab Rahman Muton" userId="f84698cea26ccaf4" providerId="LiveId" clId="{19A50F89-BFF2-4F20-A84B-75C75649FBFC}" dt="2024-10-08T15:42:19.368" v="6" actId="478"/>
          <ac:inkMkLst>
            <pc:docMk/>
            <pc:sldMk cId="2377268244" sldId="627"/>
            <ac:inkMk id="3" creationId="{6C79625F-3C40-668A-E7AE-A4C4AB4901E7}"/>
          </ac:inkMkLst>
        </pc:inkChg>
      </pc:sldChg>
      <pc:sldChg chg="delSp mod">
        <pc:chgData name="Nursakirah Ab Rahman Muton" userId="f84698cea26ccaf4" providerId="LiveId" clId="{19A50F89-BFF2-4F20-A84B-75C75649FBFC}" dt="2024-10-08T15:42:14.725" v="5" actId="478"/>
        <pc:sldMkLst>
          <pc:docMk/>
          <pc:sldMk cId="2728040476" sldId="633"/>
        </pc:sldMkLst>
        <pc:inkChg chg="del">
          <ac:chgData name="Nursakirah Ab Rahman Muton" userId="f84698cea26ccaf4" providerId="LiveId" clId="{19A50F89-BFF2-4F20-A84B-75C75649FBFC}" dt="2024-10-08T15:42:14.725" v="5" actId="478"/>
          <ac:inkMkLst>
            <pc:docMk/>
            <pc:sldMk cId="2728040476" sldId="633"/>
            <ac:inkMk id="3" creationId="{BDA0AA7D-6249-B3DC-87DA-7EB179A2FE2C}"/>
          </ac:inkMkLst>
        </pc:inkChg>
      </pc:sldChg>
      <pc:sldChg chg="delSp mod">
        <pc:chgData name="Nursakirah Ab Rahman Muton" userId="f84698cea26ccaf4" providerId="LiveId" clId="{19A50F89-BFF2-4F20-A84B-75C75649FBFC}" dt="2024-10-08T15:42:29.880" v="8" actId="478"/>
        <pc:sldMkLst>
          <pc:docMk/>
          <pc:sldMk cId="3098049587" sldId="634"/>
        </pc:sldMkLst>
        <pc:inkChg chg="del">
          <ac:chgData name="Nursakirah Ab Rahman Muton" userId="f84698cea26ccaf4" providerId="LiveId" clId="{19A50F89-BFF2-4F20-A84B-75C75649FBFC}" dt="2024-10-08T15:42:29.880" v="8" actId="478"/>
          <ac:inkMkLst>
            <pc:docMk/>
            <pc:sldMk cId="3098049587" sldId="634"/>
            <ac:inkMk id="3" creationId="{60041755-1D45-47EF-4CCB-3355B5B99391}"/>
          </ac:inkMkLst>
        </pc:inkChg>
      </pc:sldChg>
      <pc:sldChg chg="delSp mod">
        <pc:chgData name="Nursakirah Ab Rahman Muton" userId="f84698cea26ccaf4" providerId="LiveId" clId="{19A50F89-BFF2-4F20-A84B-75C75649FBFC}" dt="2024-10-08T15:42:35.490" v="9" actId="478"/>
        <pc:sldMkLst>
          <pc:docMk/>
          <pc:sldMk cId="670992597" sldId="636"/>
        </pc:sldMkLst>
        <pc:inkChg chg="del">
          <ac:chgData name="Nursakirah Ab Rahman Muton" userId="f84698cea26ccaf4" providerId="LiveId" clId="{19A50F89-BFF2-4F20-A84B-75C75649FBFC}" dt="2024-10-08T15:42:35.490" v="9" actId="478"/>
          <ac:inkMkLst>
            <pc:docMk/>
            <pc:sldMk cId="670992597" sldId="636"/>
            <ac:inkMk id="9" creationId="{FCE2D443-4B06-7946-A571-1D9548946D26}"/>
          </ac:inkMkLst>
        </pc:inkChg>
      </pc:sldChg>
      <pc:sldChg chg="delSp mod">
        <pc:chgData name="Nursakirah Ab Rahman Muton" userId="f84698cea26ccaf4" providerId="LiveId" clId="{19A50F89-BFF2-4F20-A84B-75C75649FBFC}" dt="2024-10-08T15:42:40.971" v="11" actId="478"/>
        <pc:sldMkLst>
          <pc:docMk/>
          <pc:sldMk cId="782917239" sldId="637"/>
        </pc:sldMkLst>
        <pc:inkChg chg="del">
          <ac:chgData name="Nursakirah Ab Rahman Muton" userId="f84698cea26ccaf4" providerId="LiveId" clId="{19A50F89-BFF2-4F20-A84B-75C75649FBFC}" dt="2024-10-08T15:42:40.971" v="11" actId="478"/>
          <ac:inkMkLst>
            <pc:docMk/>
            <pc:sldMk cId="782917239" sldId="637"/>
            <ac:inkMk id="9" creationId="{054D228D-26FE-3155-8800-BB636A3FA885}"/>
          </ac:inkMkLst>
        </pc:inkChg>
      </pc:sldChg>
      <pc:sldChg chg="delSp mod">
        <pc:chgData name="Nursakirah Ab Rahman Muton" userId="f84698cea26ccaf4" providerId="LiveId" clId="{19A50F89-BFF2-4F20-A84B-75C75649FBFC}" dt="2024-10-08T15:42:43.404" v="12" actId="478"/>
        <pc:sldMkLst>
          <pc:docMk/>
          <pc:sldMk cId="2749132652" sldId="639"/>
        </pc:sldMkLst>
        <pc:inkChg chg="del">
          <ac:chgData name="Nursakirah Ab Rahman Muton" userId="f84698cea26ccaf4" providerId="LiveId" clId="{19A50F89-BFF2-4F20-A84B-75C75649FBFC}" dt="2024-10-08T15:42:43.404" v="12" actId="478"/>
          <ac:inkMkLst>
            <pc:docMk/>
            <pc:sldMk cId="2749132652" sldId="639"/>
            <ac:inkMk id="4" creationId="{E74A1BEB-3EA8-0B7D-8A5F-F8078334482D}"/>
          </ac:inkMkLst>
        </pc:inkChg>
      </pc:sldChg>
      <pc:sldChg chg="delSp mod">
        <pc:chgData name="Nursakirah Ab Rahman Muton" userId="f84698cea26ccaf4" providerId="LiveId" clId="{19A50F89-BFF2-4F20-A84B-75C75649FBFC}" dt="2024-10-08T15:42:45.677" v="13" actId="478"/>
        <pc:sldMkLst>
          <pc:docMk/>
          <pc:sldMk cId="1867736607" sldId="640"/>
        </pc:sldMkLst>
        <pc:inkChg chg="del">
          <ac:chgData name="Nursakirah Ab Rahman Muton" userId="f84698cea26ccaf4" providerId="LiveId" clId="{19A50F89-BFF2-4F20-A84B-75C75649FBFC}" dt="2024-10-08T15:42:45.677" v="13" actId="478"/>
          <ac:inkMkLst>
            <pc:docMk/>
            <pc:sldMk cId="1867736607" sldId="640"/>
            <ac:inkMk id="3" creationId="{F7C70E7E-74E5-A979-9B89-F6868F15D797}"/>
          </ac:inkMkLst>
        </pc:inkChg>
      </pc:sldChg>
      <pc:sldChg chg="delSp mod">
        <pc:chgData name="Nursakirah Ab Rahman Muton" userId="f84698cea26ccaf4" providerId="LiveId" clId="{19A50F89-BFF2-4F20-A84B-75C75649FBFC}" dt="2024-10-08T15:43:35.472" v="22" actId="478"/>
        <pc:sldMkLst>
          <pc:docMk/>
          <pc:sldMk cId="1292326086" sldId="650"/>
        </pc:sldMkLst>
        <pc:inkChg chg="del">
          <ac:chgData name="Nursakirah Ab Rahman Muton" userId="f84698cea26ccaf4" providerId="LiveId" clId="{19A50F89-BFF2-4F20-A84B-75C75649FBFC}" dt="2024-10-08T15:43:35.472" v="22" actId="478"/>
          <ac:inkMkLst>
            <pc:docMk/>
            <pc:sldMk cId="1292326086" sldId="650"/>
            <ac:inkMk id="2" creationId="{8645B989-A7EA-49E2-5720-736667871619}"/>
          </ac:inkMkLst>
        </pc:inkChg>
      </pc:sldChg>
      <pc:sldChg chg="delSp mod">
        <pc:chgData name="Nursakirah Ab Rahman Muton" userId="f84698cea26ccaf4" providerId="LiveId" clId="{19A50F89-BFF2-4F20-A84B-75C75649FBFC}" dt="2024-10-08T15:43:38.629" v="23" actId="478"/>
        <pc:sldMkLst>
          <pc:docMk/>
          <pc:sldMk cId="2052598403" sldId="651"/>
        </pc:sldMkLst>
        <pc:inkChg chg="del">
          <ac:chgData name="Nursakirah Ab Rahman Muton" userId="f84698cea26ccaf4" providerId="LiveId" clId="{19A50F89-BFF2-4F20-A84B-75C75649FBFC}" dt="2024-10-08T15:43:38.629" v="23" actId="478"/>
          <ac:inkMkLst>
            <pc:docMk/>
            <pc:sldMk cId="2052598403" sldId="651"/>
            <ac:inkMk id="3" creationId="{1A804EEA-5750-8B4B-975D-4DC13D8D19EC}"/>
          </ac:inkMkLst>
        </pc:inkChg>
      </pc:sldChg>
      <pc:sldChg chg="delSp mod">
        <pc:chgData name="Nursakirah Ab Rahman Muton" userId="f84698cea26ccaf4" providerId="LiveId" clId="{19A50F89-BFF2-4F20-A84B-75C75649FBFC}" dt="2024-10-08T15:42:38.187" v="10" actId="478"/>
        <pc:sldMkLst>
          <pc:docMk/>
          <pc:sldMk cId="221743275" sldId="659"/>
        </pc:sldMkLst>
        <pc:inkChg chg="del">
          <ac:chgData name="Nursakirah Ab Rahman Muton" userId="f84698cea26ccaf4" providerId="LiveId" clId="{19A50F89-BFF2-4F20-A84B-75C75649FBFC}" dt="2024-10-08T15:42:38.187" v="10" actId="478"/>
          <ac:inkMkLst>
            <pc:docMk/>
            <pc:sldMk cId="221743275" sldId="659"/>
            <ac:inkMk id="9" creationId="{E5F3F9E9-2C09-0CBE-D404-30FD15906FBC}"/>
          </ac:inkMkLst>
        </pc:inkChg>
      </pc:sldChg>
      <pc:sldChg chg="delSp mod">
        <pc:chgData name="Nursakirah Ab Rahman Muton" userId="f84698cea26ccaf4" providerId="LiveId" clId="{19A50F89-BFF2-4F20-A84B-75C75649FBFC}" dt="2024-10-08T15:42:00.008" v="0" actId="478"/>
        <pc:sldMkLst>
          <pc:docMk/>
          <pc:sldMk cId="1477017787" sldId="664"/>
        </pc:sldMkLst>
        <pc:inkChg chg="del">
          <ac:chgData name="Nursakirah Ab Rahman Muton" userId="f84698cea26ccaf4" providerId="LiveId" clId="{19A50F89-BFF2-4F20-A84B-75C75649FBFC}" dt="2024-10-08T15:42:00.008" v="0" actId="478"/>
          <ac:inkMkLst>
            <pc:docMk/>
            <pc:sldMk cId="1477017787" sldId="664"/>
            <ac:inkMk id="2" creationId="{856F2EFA-2A91-794D-96A4-AF41F16CD2BB}"/>
          </ac:inkMkLst>
        </pc:inkChg>
      </pc:sldChg>
      <pc:sldChg chg="delSp mod">
        <pc:chgData name="Nursakirah Ab Rahman Muton" userId="f84698cea26ccaf4" providerId="LiveId" clId="{19A50F89-BFF2-4F20-A84B-75C75649FBFC}" dt="2024-10-08T15:42:03.188" v="1" actId="478"/>
        <pc:sldMkLst>
          <pc:docMk/>
          <pc:sldMk cId="596464860" sldId="665"/>
        </pc:sldMkLst>
        <pc:inkChg chg="del">
          <ac:chgData name="Nursakirah Ab Rahman Muton" userId="f84698cea26ccaf4" providerId="LiveId" clId="{19A50F89-BFF2-4F20-A84B-75C75649FBFC}" dt="2024-10-08T15:42:03.188" v="1" actId="478"/>
          <ac:inkMkLst>
            <pc:docMk/>
            <pc:sldMk cId="596464860" sldId="665"/>
            <ac:inkMk id="4" creationId="{F417C3B6-16DC-1638-44AA-91014EA94105}"/>
          </ac:inkMkLst>
        </pc:inkChg>
      </pc:sldChg>
    </pc:docChg>
  </pc:docChgLst>
  <pc:docChgLst>
    <pc:chgData name="Nursakirah Ab Rahman Muton" userId="423efa6d-ee54-4a96-bb69-a7d6dc1d7e38" providerId="ADAL" clId="{E5418EA3-ED04-44D7-B695-8570AC1018F6}"/>
    <pc:docChg chg="undo redo custSel addSld delSld modSld sldOrd delMainMaster">
      <pc:chgData name="Nursakirah Ab Rahman Muton" userId="423efa6d-ee54-4a96-bb69-a7d6dc1d7e38" providerId="ADAL" clId="{E5418EA3-ED04-44D7-B695-8570AC1018F6}" dt="2024-01-30T05:19:06.157" v="29056" actId="1076"/>
      <pc:docMkLst>
        <pc:docMk/>
      </pc:docMkLst>
      <pc:sldChg chg="modNotesTx">
        <pc:chgData name="Nursakirah Ab Rahman Muton" userId="423efa6d-ee54-4a96-bb69-a7d6dc1d7e38" providerId="ADAL" clId="{E5418EA3-ED04-44D7-B695-8570AC1018F6}" dt="2023-11-13T07:29:18.433" v="13348" actId="20577"/>
        <pc:sldMkLst>
          <pc:docMk/>
          <pc:sldMk cId="0" sldId="302"/>
        </pc:sldMkLst>
      </pc:sldChg>
      <pc:sldChg chg="modSp mod modNotesTx">
        <pc:chgData name="Nursakirah Ab Rahman Muton" userId="423efa6d-ee54-4a96-bb69-a7d6dc1d7e38" providerId="ADAL" clId="{E5418EA3-ED04-44D7-B695-8570AC1018F6}" dt="2023-11-13T07:35:18.280" v="13846" actId="20577"/>
        <pc:sldMkLst>
          <pc:docMk/>
          <pc:sldMk cId="0" sldId="481"/>
        </pc:sldMkLst>
        <pc:spChg chg="mod">
          <ac:chgData name="Nursakirah Ab Rahman Muton" userId="423efa6d-ee54-4a96-bb69-a7d6dc1d7e38" providerId="ADAL" clId="{E5418EA3-ED04-44D7-B695-8570AC1018F6}" dt="2023-10-31T01:13:33.723" v="21" actId="403"/>
          <ac:spMkLst>
            <pc:docMk/>
            <pc:sldMk cId="0" sldId="481"/>
            <ac:spMk id="17411" creationId="{52BCF272-7E91-F89C-D162-96FE76A96396}"/>
          </ac:spMkLst>
        </pc:spChg>
      </pc:sldChg>
      <pc:sldChg chg="addSp delSp modSp mod">
        <pc:chgData name="Nursakirah Ab Rahman Muton" userId="423efa6d-ee54-4a96-bb69-a7d6dc1d7e38" providerId="ADAL" clId="{E5418EA3-ED04-44D7-B695-8570AC1018F6}" dt="2023-10-31T01:17:09.910" v="120" actId="1076"/>
        <pc:sldMkLst>
          <pc:docMk/>
          <pc:sldMk cId="0" sldId="482"/>
        </pc:sldMkLst>
        <pc:graphicFrameChg chg="add del mod">
          <ac:chgData name="Nursakirah Ab Rahman Muton" userId="423efa6d-ee54-4a96-bb69-a7d6dc1d7e38" providerId="ADAL" clId="{E5418EA3-ED04-44D7-B695-8570AC1018F6}" dt="2023-10-31T01:15:46.680" v="53" actId="3680"/>
          <ac:graphicFrameMkLst>
            <pc:docMk/>
            <pc:sldMk cId="0" sldId="482"/>
            <ac:graphicFrameMk id="2" creationId="{276CDC8B-AE3F-43E6-B7D3-B97CFDB74C5A}"/>
          </ac:graphicFrameMkLst>
        </pc:graphicFrameChg>
        <pc:graphicFrameChg chg="add mod modGraphic">
          <ac:chgData name="Nursakirah Ab Rahman Muton" userId="423efa6d-ee54-4a96-bb69-a7d6dc1d7e38" providerId="ADAL" clId="{E5418EA3-ED04-44D7-B695-8570AC1018F6}" dt="2023-10-31T01:17:09.910" v="120" actId="1076"/>
          <ac:graphicFrameMkLst>
            <pc:docMk/>
            <pc:sldMk cId="0" sldId="482"/>
            <ac:graphicFrameMk id="3" creationId="{30E4C5B1-401B-F7FB-6EB0-42238AE9B37F}"/>
          </ac:graphicFrameMkLst>
        </pc:graphicFrameChg>
      </pc:sldChg>
      <pc:sldChg chg="addSp delSp modSp mod">
        <pc:chgData name="Nursakirah Ab Rahman Muton" userId="423efa6d-ee54-4a96-bb69-a7d6dc1d7e38" providerId="ADAL" clId="{E5418EA3-ED04-44D7-B695-8570AC1018F6}" dt="2023-10-31T01:32:12.291" v="554" actId="1076"/>
        <pc:sldMkLst>
          <pc:docMk/>
          <pc:sldMk cId="0" sldId="484"/>
        </pc:sldMkLst>
        <pc:spChg chg="mod">
          <ac:chgData name="Nursakirah Ab Rahman Muton" userId="423efa6d-ee54-4a96-bb69-a7d6dc1d7e38" providerId="ADAL" clId="{E5418EA3-ED04-44D7-B695-8570AC1018F6}" dt="2023-10-31T01:30:31.013" v="540" actId="14100"/>
          <ac:spMkLst>
            <pc:docMk/>
            <pc:sldMk cId="0" sldId="484"/>
            <ac:spMk id="23555" creationId="{24843540-7CC7-C847-8AB8-587C6A377A46}"/>
          </ac:spMkLst>
        </pc:spChg>
        <pc:picChg chg="add mod modCrop">
          <ac:chgData name="Nursakirah Ab Rahman Muton" userId="423efa6d-ee54-4a96-bb69-a7d6dc1d7e38" providerId="ADAL" clId="{E5418EA3-ED04-44D7-B695-8570AC1018F6}" dt="2023-10-31T01:31:46.798" v="550" actId="1076"/>
          <ac:picMkLst>
            <pc:docMk/>
            <pc:sldMk cId="0" sldId="484"/>
            <ac:picMk id="3" creationId="{B09E435C-7ED8-BBCA-93E9-E1FA45A09C14}"/>
          </ac:picMkLst>
        </pc:picChg>
        <pc:picChg chg="add mod modCrop">
          <ac:chgData name="Nursakirah Ab Rahman Muton" userId="423efa6d-ee54-4a96-bb69-a7d6dc1d7e38" providerId="ADAL" clId="{E5418EA3-ED04-44D7-B695-8570AC1018F6}" dt="2023-10-31T01:32:12.291" v="554" actId="1076"/>
          <ac:picMkLst>
            <pc:docMk/>
            <pc:sldMk cId="0" sldId="484"/>
            <ac:picMk id="5" creationId="{7A4F62B6-65DC-30FA-A291-4E21F0855A32}"/>
          </ac:picMkLst>
        </pc:picChg>
        <pc:picChg chg="del">
          <ac:chgData name="Nursakirah Ab Rahman Muton" userId="423efa6d-ee54-4a96-bb69-a7d6dc1d7e38" providerId="ADAL" clId="{E5418EA3-ED04-44D7-B695-8570AC1018F6}" dt="2023-10-31T01:30:39.932" v="541" actId="478"/>
          <ac:picMkLst>
            <pc:docMk/>
            <pc:sldMk cId="0" sldId="484"/>
            <ac:picMk id="23556" creationId="{DBFED2A1-AC50-4E81-7A49-43B3DB567DCF}"/>
          </ac:picMkLst>
        </pc:picChg>
      </pc:sldChg>
      <pc:sldChg chg="addSp delSp modSp mod modNotesTx">
        <pc:chgData name="Nursakirah Ab Rahman Muton" userId="423efa6d-ee54-4a96-bb69-a7d6dc1d7e38" providerId="ADAL" clId="{E5418EA3-ED04-44D7-B695-8570AC1018F6}" dt="2023-11-16T12:11:28.147" v="26556" actId="14734"/>
        <pc:sldMkLst>
          <pc:docMk/>
          <pc:sldMk cId="0" sldId="485"/>
        </pc:sldMkLst>
        <pc:graphicFrameChg chg="add mod modGraphic">
          <ac:chgData name="Nursakirah Ab Rahman Muton" userId="423efa6d-ee54-4a96-bb69-a7d6dc1d7e38" providerId="ADAL" clId="{E5418EA3-ED04-44D7-B695-8570AC1018F6}" dt="2023-11-16T12:11:28.147" v="26556" actId="14734"/>
          <ac:graphicFrameMkLst>
            <pc:docMk/>
            <pc:sldMk cId="0" sldId="485"/>
            <ac:graphicFrameMk id="2" creationId="{E9993C0F-AE46-2674-88EA-98EE68F56671}"/>
          </ac:graphicFrameMkLst>
        </pc:graphicFrameChg>
        <pc:picChg chg="add del mod modCrop">
          <ac:chgData name="Nursakirah Ab Rahman Muton" userId="423efa6d-ee54-4a96-bb69-a7d6dc1d7e38" providerId="ADAL" clId="{E5418EA3-ED04-44D7-B695-8570AC1018F6}" dt="2023-11-01T01:58:38.519" v="2861" actId="478"/>
          <ac:picMkLst>
            <pc:docMk/>
            <pc:sldMk cId="0" sldId="485"/>
            <ac:picMk id="3" creationId="{FC074BCA-80BB-4834-C8AB-7E6A7BE1BD1F}"/>
          </ac:picMkLst>
        </pc:picChg>
        <pc:picChg chg="del">
          <ac:chgData name="Nursakirah Ab Rahman Muton" userId="423efa6d-ee54-4a96-bb69-a7d6dc1d7e38" providerId="ADAL" clId="{E5418EA3-ED04-44D7-B695-8570AC1018F6}" dt="2023-10-31T01:34:53.835" v="600" actId="478"/>
          <ac:picMkLst>
            <pc:docMk/>
            <pc:sldMk cId="0" sldId="485"/>
            <ac:picMk id="24579" creationId="{04AEF4E9-DC3B-1B2B-D8A8-4D77C6A27161}"/>
          </ac:picMkLst>
        </pc:picChg>
        <pc:cxnChg chg="add mod">
          <ac:chgData name="Nursakirah Ab Rahman Muton" userId="423efa6d-ee54-4a96-bb69-a7d6dc1d7e38" providerId="ADAL" clId="{E5418EA3-ED04-44D7-B695-8570AC1018F6}" dt="2023-11-01T03:58:31.248" v="4008" actId="1076"/>
          <ac:cxnSpMkLst>
            <pc:docMk/>
            <pc:sldMk cId="0" sldId="485"/>
            <ac:cxnSpMk id="5" creationId="{C83AA93F-0E42-9983-2A49-3D248B581DC4}"/>
          </ac:cxnSpMkLst>
        </pc:cxnChg>
        <pc:cxnChg chg="add mod">
          <ac:chgData name="Nursakirah Ab Rahman Muton" userId="423efa6d-ee54-4a96-bb69-a7d6dc1d7e38" providerId="ADAL" clId="{E5418EA3-ED04-44D7-B695-8570AC1018F6}" dt="2023-11-01T03:58:33.805" v="4009" actId="1076"/>
          <ac:cxnSpMkLst>
            <pc:docMk/>
            <pc:sldMk cId="0" sldId="485"/>
            <ac:cxnSpMk id="8" creationId="{E11AED35-630F-5079-5E8F-EEC82A85559F}"/>
          </ac:cxnSpMkLst>
        </pc:cxnChg>
        <pc:cxnChg chg="add mod">
          <ac:chgData name="Nursakirah Ab Rahman Muton" userId="423efa6d-ee54-4a96-bb69-a7d6dc1d7e38" providerId="ADAL" clId="{E5418EA3-ED04-44D7-B695-8570AC1018F6}" dt="2023-11-01T03:58:11.539" v="4002" actId="1076"/>
          <ac:cxnSpMkLst>
            <pc:docMk/>
            <pc:sldMk cId="0" sldId="485"/>
            <ac:cxnSpMk id="9" creationId="{70B9BAE6-F79A-C8B8-6E0E-F3E53B888425}"/>
          </ac:cxnSpMkLst>
        </pc:cxnChg>
        <pc:cxnChg chg="add mod">
          <ac:chgData name="Nursakirah Ab Rahman Muton" userId="423efa6d-ee54-4a96-bb69-a7d6dc1d7e38" providerId="ADAL" clId="{E5418EA3-ED04-44D7-B695-8570AC1018F6}" dt="2023-11-01T03:58:13.895" v="4003" actId="1076"/>
          <ac:cxnSpMkLst>
            <pc:docMk/>
            <pc:sldMk cId="0" sldId="485"/>
            <ac:cxnSpMk id="11" creationId="{CC2CA6E2-8411-A23C-D56A-DFFBDC7F89EE}"/>
          </ac:cxnSpMkLst>
        </pc:cxnChg>
        <pc:cxnChg chg="add mod">
          <ac:chgData name="Nursakirah Ab Rahman Muton" userId="423efa6d-ee54-4a96-bb69-a7d6dc1d7e38" providerId="ADAL" clId="{E5418EA3-ED04-44D7-B695-8570AC1018F6}" dt="2023-11-01T03:58:15.690" v="4004" actId="1076"/>
          <ac:cxnSpMkLst>
            <pc:docMk/>
            <pc:sldMk cId="0" sldId="485"/>
            <ac:cxnSpMk id="12" creationId="{41F98148-85C2-6E2F-A4B1-4A07F9C89321}"/>
          </ac:cxnSpMkLst>
        </pc:cxnChg>
        <pc:cxnChg chg="add mod">
          <ac:chgData name="Nursakirah Ab Rahman Muton" userId="423efa6d-ee54-4a96-bb69-a7d6dc1d7e38" providerId="ADAL" clId="{E5418EA3-ED04-44D7-B695-8570AC1018F6}" dt="2023-11-01T03:58:20.412" v="4006" actId="1076"/>
          <ac:cxnSpMkLst>
            <pc:docMk/>
            <pc:sldMk cId="0" sldId="485"/>
            <ac:cxnSpMk id="13" creationId="{57CBC615-4482-19AF-8076-C4B297948D66}"/>
          </ac:cxnSpMkLst>
        </pc:cxnChg>
        <pc:cxnChg chg="add mod">
          <ac:chgData name="Nursakirah Ab Rahman Muton" userId="423efa6d-ee54-4a96-bb69-a7d6dc1d7e38" providerId="ADAL" clId="{E5418EA3-ED04-44D7-B695-8570AC1018F6}" dt="2023-11-01T03:58:22.435" v="4007" actId="1076"/>
          <ac:cxnSpMkLst>
            <pc:docMk/>
            <pc:sldMk cId="0" sldId="485"/>
            <ac:cxnSpMk id="14" creationId="{0C2E8C5E-1210-984D-B4C7-9C70E2E679E6}"/>
          </ac:cxnSpMkLst>
        </pc:cxnChg>
        <pc:cxnChg chg="add del mod">
          <ac:chgData name="Nursakirah Ab Rahman Muton" userId="423efa6d-ee54-4a96-bb69-a7d6dc1d7e38" providerId="ADAL" clId="{E5418EA3-ED04-44D7-B695-8570AC1018F6}" dt="2023-11-01T02:05:04.406" v="3300" actId="478"/>
          <ac:cxnSpMkLst>
            <pc:docMk/>
            <pc:sldMk cId="0" sldId="485"/>
            <ac:cxnSpMk id="15" creationId="{756FCD4A-368A-2A67-60FB-A3E1AE8DBB80}"/>
          </ac:cxnSpMkLst>
        </pc:cxnChg>
        <pc:cxnChg chg="add mod">
          <ac:chgData name="Nursakirah Ab Rahman Muton" userId="423efa6d-ee54-4a96-bb69-a7d6dc1d7e38" providerId="ADAL" clId="{E5418EA3-ED04-44D7-B695-8570AC1018F6}" dt="2023-11-01T03:58:18.246" v="4005" actId="1076"/>
          <ac:cxnSpMkLst>
            <pc:docMk/>
            <pc:sldMk cId="0" sldId="485"/>
            <ac:cxnSpMk id="18" creationId="{2EF4F2B7-3678-A603-B371-FE1AC9DA9DF3}"/>
          </ac:cxnSpMkLst>
        </pc:cxnChg>
      </pc:sldChg>
      <pc:sldChg chg="modSp mod modNotesTx">
        <pc:chgData name="Nursakirah Ab Rahman Muton" userId="423efa6d-ee54-4a96-bb69-a7d6dc1d7e38" providerId="ADAL" clId="{E5418EA3-ED04-44D7-B695-8570AC1018F6}" dt="2023-11-13T08:08:36.316" v="14275" actId="20577"/>
        <pc:sldMkLst>
          <pc:docMk/>
          <pc:sldMk cId="0" sldId="486"/>
        </pc:sldMkLst>
        <pc:spChg chg="mod">
          <ac:chgData name="Nursakirah Ab Rahman Muton" userId="423efa6d-ee54-4a96-bb69-a7d6dc1d7e38" providerId="ADAL" clId="{E5418EA3-ED04-44D7-B695-8570AC1018F6}" dt="2023-11-13T08:08:36.316" v="14275" actId="20577"/>
          <ac:spMkLst>
            <pc:docMk/>
            <pc:sldMk cId="0" sldId="486"/>
            <ac:spMk id="30722" creationId="{3079BFC0-CD74-66DE-4DF4-EB627D5526B6}"/>
          </ac:spMkLst>
        </pc:spChg>
      </pc:sldChg>
      <pc:sldChg chg="addSp delSp modSp mod">
        <pc:chgData name="Nursakirah Ab Rahman Muton" userId="423efa6d-ee54-4a96-bb69-a7d6dc1d7e38" providerId="ADAL" clId="{E5418EA3-ED04-44D7-B695-8570AC1018F6}" dt="2023-10-31T03:15:22.058" v="1797" actId="1076"/>
        <pc:sldMkLst>
          <pc:docMk/>
          <pc:sldMk cId="0" sldId="487"/>
        </pc:sldMkLst>
        <pc:spChg chg="mod">
          <ac:chgData name="Nursakirah Ab Rahman Muton" userId="423efa6d-ee54-4a96-bb69-a7d6dc1d7e38" providerId="ADAL" clId="{E5418EA3-ED04-44D7-B695-8570AC1018F6}" dt="2023-10-31T03:15:16.332" v="1794" actId="1076"/>
          <ac:spMkLst>
            <pc:docMk/>
            <pc:sldMk cId="0" sldId="487"/>
            <ac:spMk id="32770" creationId="{8BCE372C-2A6D-436A-8BBD-E86AB5FA1FA7}"/>
          </ac:spMkLst>
        </pc:spChg>
        <pc:spChg chg="del">
          <ac:chgData name="Nursakirah Ab Rahman Muton" userId="423efa6d-ee54-4a96-bb69-a7d6dc1d7e38" providerId="ADAL" clId="{E5418EA3-ED04-44D7-B695-8570AC1018F6}" dt="2023-10-31T03:14:53.378" v="1789" actId="478"/>
          <ac:spMkLst>
            <pc:docMk/>
            <pc:sldMk cId="0" sldId="487"/>
            <ac:spMk id="32773" creationId="{4226D920-D05C-9EFB-D0AA-666244913222}"/>
          </ac:spMkLst>
        </pc:spChg>
        <pc:spChg chg="del">
          <ac:chgData name="Nursakirah Ab Rahman Muton" userId="423efa6d-ee54-4a96-bb69-a7d6dc1d7e38" providerId="ADAL" clId="{E5418EA3-ED04-44D7-B695-8570AC1018F6}" dt="2023-10-31T03:14:53.378" v="1789" actId="478"/>
          <ac:spMkLst>
            <pc:docMk/>
            <pc:sldMk cId="0" sldId="487"/>
            <ac:spMk id="32774" creationId="{3B4F5CCA-8118-A492-0988-9599FB336F42}"/>
          </ac:spMkLst>
        </pc:spChg>
        <pc:spChg chg="del">
          <ac:chgData name="Nursakirah Ab Rahman Muton" userId="423efa6d-ee54-4a96-bb69-a7d6dc1d7e38" providerId="ADAL" clId="{E5418EA3-ED04-44D7-B695-8570AC1018F6}" dt="2023-10-31T03:14:53.378" v="1789" actId="478"/>
          <ac:spMkLst>
            <pc:docMk/>
            <pc:sldMk cId="0" sldId="487"/>
            <ac:spMk id="32775" creationId="{56B7FF56-E310-390D-D34D-144917A415A8}"/>
          </ac:spMkLst>
        </pc:spChg>
        <pc:spChg chg="del">
          <ac:chgData name="Nursakirah Ab Rahman Muton" userId="423efa6d-ee54-4a96-bb69-a7d6dc1d7e38" providerId="ADAL" clId="{E5418EA3-ED04-44D7-B695-8570AC1018F6}" dt="2023-10-31T03:14:53.378" v="1789" actId="478"/>
          <ac:spMkLst>
            <pc:docMk/>
            <pc:sldMk cId="0" sldId="487"/>
            <ac:spMk id="32776" creationId="{801A6395-9235-9059-7939-C05E2661F9D6}"/>
          </ac:spMkLst>
        </pc:spChg>
        <pc:spChg chg="del">
          <ac:chgData name="Nursakirah Ab Rahman Muton" userId="423efa6d-ee54-4a96-bb69-a7d6dc1d7e38" providerId="ADAL" clId="{E5418EA3-ED04-44D7-B695-8570AC1018F6}" dt="2023-10-31T03:14:53.378" v="1789" actId="478"/>
          <ac:spMkLst>
            <pc:docMk/>
            <pc:sldMk cId="0" sldId="487"/>
            <ac:spMk id="32777" creationId="{98F04E35-8845-465B-2314-0E37BF6A6F51}"/>
          </ac:spMkLst>
        </pc:spChg>
        <pc:spChg chg="del">
          <ac:chgData name="Nursakirah Ab Rahman Muton" userId="423efa6d-ee54-4a96-bb69-a7d6dc1d7e38" providerId="ADAL" clId="{E5418EA3-ED04-44D7-B695-8570AC1018F6}" dt="2023-10-31T03:14:53.378" v="1789" actId="478"/>
          <ac:spMkLst>
            <pc:docMk/>
            <pc:sldMk cId="0" sldId="487"/>
            <ac:spMk id="32778" creationId="{24B2E73B-E3D2-ADC8-7842-BF55316DA7E3}"/>
          </ac:spMkLst>
        </pc:spChg>
        <pc:spChg chg="del">
          <ac:chgData name="Nursakirah Ab Rahman Muton" userId="423efa6d-ee54-4a96-bb69-a7d6dc1d7e38" providerId="ADAL" clId="{E5418EA3-ED04-44D7-B695-8570AC1018F6}" dt="2023-10-31T03:14:53.378" v="1789" actId="478"/>
          <ac:spMkLst>
            <pc:docMk/>
            <pc:sldMk cId="0" sldId="487"/>
            <ac:spMk id="32779" creationId="{62B1AACA-9A80-9E76-2B57-0042D38F3B36}"/>
          </ac:spMkLst>
        </pc:spChg>
        <pc:spChg chg="del">
          <ac:chgData name="Nursakirah Ab Rahman Muton" userId="423efa6d-ee54-4a96-bb69-a7d6dc1d7e38" providerId="ADAL" clId="{E5418EA3-ED04-44D7-B695-8570AC1018F6}" dt="2023-10-31T03:14:53.378" v="1789" actId="478"/>
          <ac:spMkLst>
            <pc:docMk/>
            <pc:sldMk cId="0" sldId="487"/>
            <ac:spMk id="32780" creationId="{05D164C4-CF5A-8902-11D7-3F6E305695B6}"/>
          </ac:spMkLst>
        </pc:spChg>
        <pc:spChg chg="del">
          <ac:chgData name="Nursakirah Ab Rahman Muton" userId="423efa6d-ee54-4a96-bb69-a7d6dc1d7e38" providerId="ADAL" clId="{E5418EA3-ED04-44D7-B695-8570AC1018F6}" dt="2023-10-31T03:14:53.378" v="1789" actId="478"/>
          <ac:spMkLst>
            <pc:docMk/>
            <pc:sldMk cId="0" sldId="487"/>
            <ac:spMk id="32781" creationId="{918D9C52-D0C5-4B51-8FDB-EA4A9D087292}"/>
          </ac:spMkLst>
        </pc:spChg>
        <pc:spChg chg="del">
          <ac:chgData name="Nursakirah Ab Rahman Muton" userId="423efa6d-ee54-4a96-bb69-a7d6dc1d7e38" providerId="ADAL" clId="{E5418EA3-ED04-44D7-B695-8570AC1018F6}" dt="2023-10-31T03:14:53.378" v="1789" actId="478"/>
          <ac:spMkLst>
            <pc:docMk/>
            <pc:sldMk cId="0" sldId="487"/>
            <ac:spMk id="32782" creationId="{83635F4A-40DA-F950-BCD9-A528FF49A541}"/>
          </ac:spMkLst>
        </pc:spChg>
        <pc:spChg chg="del">
          <ac:chgData name="Nursakirah Ab Rahman Muton" userId="423efa6d-ee54-4a96-bb69-a7d6dc1d7e38" providerId="ADAL" clId="{E5418EA3-ED04-44D7-B695-8570AC1018F6}" dt="2023-10-31T03:14:53.378" v="1789" actId="478"/>
          <ac:spMkLst>
            <pc:docMk/>
            <pc:sldMk cId="0" sldId="487"/>
            <ac:spMk id="32783" creationId="{AE32ABB8-5D8E-E235-0088-7739848DC3AC}"/>
          </ac:spMkLst>
        </pc:spChg>
        <pc:spChg chg="del">
          <ac:chgData name="Nursakirah Ab Rahman Muton" userId="423efa6d-ee54-4a96-bb69-a7d6dc1d7e38" providerId="ADAL" clId="{E5418EA3-ED04-44D7-B695-8570AC1018F6}" dt="2023-10-31T03:14:53.378" v="1789" actId="478"/>
          <ac:spMkLst>
            <pc:docMk/>
            <pc:sldMk cId="0" sldId="487"/>
            <ac:spMk id="32784" creationId="{A45E8516-7D84-0D36-FB02-DF1D30F064FC}"/>
          </ac:spMkLst>
        </pc:spChg>
        <pc:picChg chg="add mod">
          <ac:chgData name="Nursakirah Ab Rahman Muton" userId="423efa6d-ee54-4a96-bb69-a7d6dc1d7e38" providerId="ADAL" clId="{E5418EA3-ED04-44D7-B695-8570AC1018F6}" dt="2023-10-31T03:15:22.058" v="1797" actId="1076"/>
          <ac:picMkLst>
            <pc:docMk/>
            <pc:sldMk cId="0" sldId="487"/>
            <ac:picMk id="3" creationId="{EA80EEDD-DC91-0680-BD42-E2AD59194AEC}"/>
          </ac:picMkLst>
        </pc:picChg>
        <pc:picChg chg="del">
          <ac:chgData name="Nursakirah Ab Rahman Muton" userId="423efa6d-ee54-4a96-bb69-a7d6dc1d7e38" providerId="ADAL" clId="{E5418EA3-ED04-44D7-B695-8570AC1018F6}" dt="2023-10-31T03:14:50.325" v="1788" actId="478"/>
          <ac:picMkLst>
            <pc:docMk/>
            <pc:sldMk cId="0" sldId="487"/>
            <ac:picMk id="32772" creationId="{8B83AB71-2E13-FF84-CFCD-C718F3956459}"/>
          </ac:picMkLst>
        </pc:picChg>
      </pc:sldChg>
      <pc:sldChg chg="del">
        <pc:chgData name="Nursakirah Ab Rahman Muton" userId="423efa6d-ee54-4a96-bb69-a7d6dc1d7e38" providerId="ADAL" clId="{E5418EA3-ED04-44D7-B695-8570AC1018F6}" dt="2023-10-31T03:22:11.763" v="1871" actId="47"/>
        <pc:sldMkLst>
          <pc:docMk/>
          <pc:sldMk cId="0" sldId="488"/>
        </pc:sldMkLst>
      </pc:sldChg>
      <pc:sldChg chg="addSp delSp modSp mod modNotesTx">
        <pc:chgData name="Nursakirah Ab Rahman Muton" userId="423efa6d-ee54-4a96-bb69-a7d6dc1d7e38" providerId="ADAL" clId="{E5418EA3-ED04-44D7-B695-8570AC1018F6}" dt="2023-11-13T08:26:31.830" v="15264" actId="20577"/>
        <pc:sldMkLst>
          <pc:docMk/>
          <pc:sldMk cId="0" sldId="491"/>
        </pc:sldMkLst>
        <pc:spChg chg="del">
          <ac:chgData name="Nursakirah Ab Rahman Muton" userId="423efa6d-ee54-4a96-bb69-a7d6dc1d7e38" providerId="ADAL" clId="{E5418EA3-ED04-44D7-B695-8570AC1018F6}" dt="2023-10-31T03:31:45.785" v="2024" actId="478"/>
          <ac:spMkLst>
            <pc:docMk/>
            <pc:sldMk cId="0" sldId="491"/>
            <ac:spMk id="38916" creationId="{CCC16D35-60EC-0DBD-1F42-110D80559206}"/>
          </ac:spMkLst>
        </pc:spChg>
        <pc:picChg chg="add mod">
          <ac:chgData name="Nursakirah Ab Rahman Muton" userId="423efa6d-ee54-4a96-bb69-a7d6dc1d7e38" providerId="ADAL" clId="{E5418EA3-ED04-44D7-B695-8570AC1018F6}" dt="2023-10-31T03:32:01.973" v="2027" actId="1076"/>
          <ac:picMkLst>
            <pc:docMk/>
            <pc:sldMk cId="0" sldId="491"/>
            <ac:picMk id="3" creationId="{E3B9D7CB-F8EA-B8FE-00FC-783DFD872E09}"/>
          </ac:picMkLst>
        </pc:picChg>
        <pc:picChg chg="del">
          <ac:chgData name="Nursakirah Ab Rahman Muton" userId="423efa6d-ee54-4a96-bb69-a7d6dc1d7e38" providerId="ADAL" clId="{E5418EA3-ED04-44D7-B695-8570AC1018F6}" dt="2023-10-31T03:31:44.674" v="2023" actId="478"/>
          <ac:picMkLst>
            <pc:docMk/>
            <pc:sldMk cId="0" sldId="491"/>
            <ac:picMk id="38914" creationId="{16B286E7-C38D-5CFF-E33F-F69F946443F0}"/>
          </ac:picMkLst>
        </pc:picChg>
      </pc:sldChg>
      <pc:sldChg chg="addSp delSp modSp mod modNotesTx">
        <pc:chgData name="Nursakirah Ab Rahman Muton" userId="423efa6d-ee54-4a96-bb69-a7d6dc1d7e38" providerId="ADAL" clId="{E5418EA3-ED04-44D7-B695-8570AC1018F6}" dt="2023-11-16T07:59:20.988" v="26555" actId="20577"/>
        <pc:sldMkLst>
          <pc:docMk/>
          <pc:sldMk cId="0" sldId="494"/>
        </pc:sldMkLst>
        <pc:spChg chg="add mod">
          <ac:chgData name="Nursakirah Ab Rahman Muton" userId="423efa6d-ee54-4a96-bb69-a7d6dc1d7e38" providerId="ADAL" clId="{E5418EA3-ED04-44D7-B695-8570AC1018F6}" dt="2023-10-31T03:36:44.294" v="2405" actId="207"/>
          <ac:spMkLst>
            <pc:docMk/>
            <pc:sldMk cId="0" sldId="494"/>
            <ac:spMk id="2" creationId="{372A7B67-B23F-71FE-81C5-9F9BD07561C1}"/>
          </ac:spMkLst>
        </pc:spChg>
        <pc:spChg chg="add del mod">
          <ac:chgData name="Nursakirah Ab Rahman Muton" userId="423efa6d-ee54-4a96-bb69-a7d6dc1d7e38" providerId="ADAL" clId="{E5418EA3-ED04-44D7-B695-8570AC1018F6}" dt="2023-10-31T03:34:36.576" v="2073" actId="478"/>
          <ac:spMkLst>
            <pc:docMk/>
            <pc:sldMk cId="0" sldId="494"/>
            <ac:spMk id="3" creationId="{B7C3AD1D-2C02-88C2-7A3E-8FAFC322778C}"/>
          </ac:spMkLst>
        </pc:spChg>
        <pc:spChg chg="add mod">
          <ac:chgData name="Nursakirah Ab Rahman Muton" userId="423efa6d-ee54-4a96-bb69-a7d6dc1d7e38" providerId="ADAL" clId="{E5418EA3-ED04-44D7-B695-8570AC1018F6}" dt="2023-10-31T03:36:44.294" v="2405" actId="207"/>
          <ac:spMkLst>
            <pc:docMk/>
            <pc:sldMk cId="0" sldId="494"/>
            <ac:spMk id="4" creationId="{475DCD84-9BB7-C9A7-E8EB-05DD71E91C3F}"/>
          </ac:spMkLst>
        </pc:spChg>
        <pc:spChg chg="add mod">
          <ac:chgData name="Nursakirah Ab Rahman Muton" userId="423efa6d-ee54-4a96-bb69-a7d6dc1d7e38" providerId="ADAL" clId="{E5418EA3-ED04-44D7-B695-8570AC1018F6}" dt="2023-10-31T03:36:44.294" v="2405" actId="207"/>
          <ac:spMkLst>
            <pc:docMk/>
            <pc:sldMk cId="0" sldId="494"/>
            <ac:spMk id="5" creationId="{F60FA307-9DAD-03A6-425C-1A7602073BD6}"/>
          </ac:spMkLst>
        </pc:spChg>
        <pc:spChg chg="mod">
          <ac:chgData name="Nursakirah Ab Rahman Muton" userId="423efa6d-ee54-4a96-bb69-a7d6dc1d7e38" providerId="ADAL" clId="{E5418EA3-ED04-44D7-B695-8570AC1018F6}" dt="2023-11-01T06:55:47.057" v="5113" actId="403"/>
          <ac:spMkLst>
            <pc:docMk/>
            <pc:sldMk cId="0" sldId="494"/>
            <ac:spMk id="41986" creationId="{13C26224-E47A-3A33-2BDB-E3309D57DBDC}"/>
          </ac:spMkLst>
        </pc:spChg>
      </pc:sldChg>
      <pc:sldChg chg="del">
        <pc:chgData name="Nursakirah Ab Rahman Muton" userId="423efa6d-ee54-4a96-bb69-a7d6dc1d7e38" providerId="ADAL" clId="{E5418EA3-ED04-44D7-B695-8570AC1018F6}" dt="2023-11-01T08:41:48.685" v="5376" actId="47"/>
        <pc:sldMkLst>
          <pc:docMk/>
          <pc:sldMk cId="0" sldId="499"/>
        </pc:sldMkLst>
      </pc:sldChg>
      <pc:sldChg chg="addSp delSp modSp mod modNotesTx">
        <pc:chgData name="Nursakirah Ab Rahman Muton" userId="423efa6d-ee54-4a96-bb69-a7d6dc1d7e38" providerId="ADAL" clId="{E5418EA3-ED04-44D7-B695-8570AC1018F6}" dt="2023-11-16T13:28:23.296" v="26891" actId="947"/>
        <pc:sldMkLst>
          <pc:docMk/>
          <pc:sldMk cId="0" sldId="503"/>
        </pc:sldMkLst>
        <pc:spChg chg="mod">
          <ac:chgData name="Nursakirah Ab Rahman Muton" userId="423efa6d-ee54-4a96-bb69-a7d6dc1d7e38" providerId="ADAL" clId="{E5418EA3-ED04-44D7-B695-8570AC1018F6}" dt="2023-11-16T13:28:23.296" v="26891" actId="947"/>
          <ac:spMkLst>
            <pc:docMk/>
            <pc:sldMk cId="0" sldId="503"/>
            <ac:spMk id="61442" creationId="{2DFA10D9-123D-3682-213F-76808C7D76FF}"/>
          </ac:spMkLst>
        </pc:spChg>
        <pc:picChg chg="add del mod">
          <ac:chgData name="Nursakirah Ab Rahman Muton" userId="423efa6d-ee54-4a96-bb69-a7d6dc1d7e38" providerId="ADAL" clId="{E5418EA3-ED04-44D7-B695-8570AC1018F6}" dt="2023-11-01T08:51:30.736" v="5439" actId="21"/>
          <ac:picMkLst>
            <pc:docMk/>
            <pc:sldMk cId="0" sldId="503"/>
            <ac:picMk id="3" creationId="{B78ADC3E-8059-00F4-A8C3-C44BC43B8FD1}"/>
          </ac:picMkLst>
        </pc:picChg>
      </pc:sldChg>
      <pc:sldChg chg="addSp modSp mod">
        <pc:chgData name="Nursakirah Ab Rahman Muton" userId="423efa6d-ee54-4a96-bb69-a7d6dc1d7e38" providerId="ADAL" clId="{E5418EA3-ED04-44D7-B695-8570AC1018F6}" dt="2023-11-01T09:35:07.944" v="5496" actId="20577"/>
        <pc:sldMkLst>
          <pc:docMk/>
          <pc:sldMk cId="0" sldId="504"/>
        </pc:sldMkLst>
        <pc:spChg chg="add mod">
          <ac:chgData name="Nursakirah Ab Rahman Muton" userId="423efa6d-ee54-4a96-bb69-a7d6dc1d7e38" providerId="ADAL" clId="{E5418EA3-ED04-44D7-B695-8570AC1018F6}" dt="2023-11-01T09:35:03.353" v="5494" actId="1076"/>
          <ac:spMkLst>
            <pc:docMk/>
            <pc:sldMk cId="0" sldId="504"/>
            <ac:spMk id="2" creationId="{97D31608-93AB-A718-02AD-3D546AE81887}"/>
          </ac:spMkLst>
        </pc:spChg>
        <pc:spChg chg="add mod">
          <ac:chgData name="Nursakirah Ab Rahman Muton" userId="423efa6d-ee54-4a96-bb69-a7d6dc1d7e38" providerId="ADAL" clId="{E5418EA3-ED04-44D7-B695-8570AC1018F6}" dt="2023-11-01T09:29:26.627" v="5490" actId="1076"/>
          <ac:spMkLst>
            <pc:docMk/>
            <pc:sldMk cId="0" sldId="504"/>
            <ac:spMk id="3" creationId="{ABF38725-2FA4-1B65-074F-6BE703C82346}"/>
          </ac:spMkLst>
        </pc:spChg>
        <pc:spChg chg="add mod">
          <ac:chgData name="Nursakirah Ab Rahman Muton" userId="423efa6d-ee54-4a96-bb69-a7d6dc1d7e38" providerId="ADAL" clId="{E5418EA3-ED04-44D7-B695-8570AC1018F6}" dt="2023-11-01T09:35:07.944" v="5496" actId="20577"/>
          <ac:spMkLst>
            <pc:docMk/>
            <pc:sldMk cId="0" sldId="504"/>
            <ac:spMk id="4" creationId="{54E07354-349D-AF06-B175-4B6BD7E87FFD}"/>
          </ac:spMkLst>
        </pc:spChg>
      </pc:sldChg>
      <pc:sldChg chg="addSp modSp mod modAnim modNotesTx">
        <pc:chgData name="Nursakirah Ab Rahman Muton" userId="423efa6d-ee54-4a96-bb69-a7d6dc1d7e38" providerId="ADAL" clId="{E5418EA3-ED04-44D7-B695-8570AC1018F6}" dt="2023-11-17T01:55:05.548" v="26991"/>
        <pc:sldMkLst>
          <pc:docMk/>
          <pc:sldMk cId="0" sldId="505"/>
        </pc:sldMkLst>
        <pc:spChg chg="add mod">
          <ac:chgData name="Nursakirah Ab Rahman Muton" userId="423efa6d-ee54-4a96-bb69-a7d6dc1d7e38" providerId="ADAL" clId="{E5418EA3-ED04-44D7-B695-8570AC1018F6}" dt="2023-11-01T10:58:44.575" v="6168" actId="208"/>
          <ac:spMkLst>
            <pc:docMk/>
            <pc:sldMk cId="0" sldId="505"/>
            <ac:spMk id="3" creationId="{F011362D-B7AA-C33D-12A2-442E471D2F62}"/>
          </ac:spMkLst>
        </pc:spChg>
        <pc:spChg chg="add mod">
          <ac:chgData name="Nursakirah Ab Rahman Muton" userId="423efa6d-ee54-4a96-bb69-a7d6dc1d7e38" providerId="ADAL" clId="{E5418EA3-ED04-44D7-B695-8570AC1018F6}" dt="2023-11-01T10:58:52.821" v="6171" actId="1076"/>
          <ac:spMkLst>
            <pc:docMk/>
            <pc:sldMk cId="0" sldId="505"/>
            <ac:spMk id="4" creationId="{FB0B081D-CFE3-992D-8EFF-ACE5AE67F288}"/>
          </ac:spMkLst>
        </pc:spChg>
        <pc:spChg chg="mod">
          <ac:chgData name="Nursakirah Ab Rahman Muton" userId="423efa6d-ee54-4a96-bb69-a7d6dc1d7e38" providerId="ADAL" clId="{E5418EA3-ED04-44D7-B695-8570AC1018F6}" dt="2023-11-01T10:27:51.271" v="6029" actId="14100"/>
          <ac:spMkLst>
            <pc:docMk/>
            <pc:sldMk cId="0" sldId="505"/>
            <ac:spMk id="66562" creationId="{904DB802-36E1-C819-7EFF-2EDA3C1370FC}"/>
          </ac:spMkLst>
        </pc:spChg>
        <pc:picChg chg="add mod">
          <ac:chgData name="Nursakirah Ab Rahman Muton" userId="423efa6d-ee54-4a96-bb69-a7d6dc1d7e38" providerId="ADAL" clId="{E5418EA3-ED04-44D7-B695-8570AC1018F6}" dt="2023-11-13T10:42:09.850" v="17207" actId="1076"/>
          <ac:picMkLst>
            <pc:docMk/>
            <pc:sldMk cId="0" sldId="505"/>
            <ac:picMk id="2" creationId="{DD3AAADF-4F44-FD18-D1E5-73DDF7C46610}"/>
          </ac:picMkLst>
        </pc:picChg>
        <pc:inkChg chg="add">
          <ac:chgData name="Nursakirah Ab Rahman Muton" userId="423efa6d-ee54-4a96-bb69-a7d6dc1d7e38" providerId="ADAL" clId="{E5418EA3-ED04-44D7-B695-8570AC1018F6}" dt="2023-11-17T01:55:05.548" v="26991"/>
          <ac:inkMkLst>
            <pc:docMk/>
            <pc:sldMk cId="0" sldId="505"/>
            <ac:inkMk id="5" creationId="{E6B35F9C-D656-37C5-4A80-31253128E4FE}"/>
          </ac:inkMkLst>
        </pc:inkChg>
      </pc:sldChg>
      <pc:sldChg chg="addSp delSp modSp add del mod modNotesTx">
        <pc:chgData name="Nursakirah Ab Rahman Muton" userId="423efa6d-ee54-4a96-bb69-a7d6dc1d7e38" providerId="ADAL" clId="{E5418EA3-ED04-44D7-B695-8570AC1018F6}" dt="2023-11-17T01:55:05.548" v="26991"/>
        <pc:sldMkLst>
          <pc:docMk/>
          <pc:sldMk cId="0" sldId="506"/>
        </pc:sldMkLst>
        <pc:spChg chg="del mod">
          <ac:chgData name="Nursakirah Ab Rahman Muton" userId="423efa6d-ee54-4a96-bb69-a7d6dc1d7e38" providerId="ADAL" clId="{E5418EA3-ED04-44D7-B695-8570AC1018F6}" dt="2023-11-01T11:16:12.391" v="6325" actId="478"/>
          <ac:spMkLst>
            <pc:docMk/>
            <pc:sldMk cId="0" sldId="506"/>
            <ac:spMk id="4" creationId="{AD4E6801-2F79-62C9-6D99-D284A2CE1118}"/>
          </ac:spMkLst>
        </pc:spChg>
        <pc:spChg chg="add mod">
          <ac:chgData name="Nursakirah Ab Rahman Muton" userId="423efa6d-ee54-4a96-bb69-a7d6dc1d7e38" providerId="ADAL" clId="{E5418EA3-ED04-44D7-B695-8570AC1018F6}" dt="2023-11-13T11:03:27.030" v="18289" actId="1037"/>
          <ac:spMkLst>
            <pc:docMk/>
            <pc:sldMk cId="0" sldId="506"/>
            <ac:spMk id="5" creationId="{319339EC-307A-2FE9-B159-0861C6E413CC}"/>
          </ac:spMkLst>
        </pc:spChg>
        <pc:spChg chg="del mod">
          <ac:chgData name="Nursakirah Ab Rahman Muton" userId="423efa6d-ee54-4a96-bb69-a7d6dc1d7e38" providerId="ADAL" clId="{E5418EA3-ED04-44D7-B695-8570AC1018F6}" dt="2023-11-01T11:16:14.014" v="6326" actId="478"/>
          <ac:spMkLst>
            <pc:docMk/>
            <pc:sldMk cId="0" sldId="506"/>
            <ac:spMk id="5" creationId="{61445E90-2829-A3DA-9448-84A02F657A26}"/>
          </ac:spMkLst>
        </pc:spChg>
        <pc:spChg chg="mod">
          <ac:chgData name="Nursakirah Ab Rahman Muton" userId="423efa6d-ee54-4a96-bb69-a7d6dc1d7e38" providerId="ADAL" clId="{E5418EA3-ED04-44D7-B695-8570AC1018F6}" dt="2023-11-01T11:16:14.014" v="6326" actId="478"/>
          <ac:spMkLst>
            <pc:docMk/>
            <pc:sldMk cId="0" sldId="506"/>
            <ac:spMk id="6" creationId="{AC56622A-8020-CFE1-B082-D31D384A18F4}"/>
          </ac:spMkLst>
        </pc:spChg>
        <pc:spChg chg="mod">
          <ac:chgData name="Nursakirah Ab Rahman Muton" userId="423efa6d-ee54-4a96-bb69-a7d6dc1d7e38" providerId="ADAL" clId="{E5418EA3-ED04-44D7-B695-8570AC1018F6}" dt="2023-11-01T11:16:14.014" v="6326" actId="478"/>
          <ac:spMkLst>
            <pc:docMk/>
            <pc:sldMk cId="0" sldId="506"/>
            <ac:spMk id="7" creationId="{600017DF-5278-BD68-65FD-4D8691B9EC04}"/>
          </ac:spMkLst>
        </pc:spChg>
        <pc:spChg chg="mod">
          <ac:chgData name="Nursakirah Ab Rahman Muton" userId="423efa6d-ee54-4a96-bb69-a7d6dc1d7e38" providerId="ADAL" clId="{E5418EA3-ED04-44D7-B695-8570AC1018F6}" dt="2023-11-01T11:16:14.014" v="6326" actId="478"/>
          <ac:spMkLst>
            <pc:docMk/>
            <pc:sldMk cId="0" sldId="506"/>
            <ac:spMk id="9" creationId="{DF1EF25C-4F10-FB3F-EC71-093E541E7C7F}"/>
          </ac:spMkLst>
        </pc:spChg>
        <pc:spChg chg="mod">
          <ac:chgData name="Nursakirah Ab Rahman Muton" userId="423efa6d-ee54-4a96-bb69-a7d6dc1d7e38" providerId="ADAL" clId="{E5418EA3-ED04-44D7-B695-8570AC1018F6}" dt="2023-11-01T11:16:14.014" v="6326" actId="478"/>
          <ac:spMkLst>
            <pc:docMk/>
            <pc:sldMk cId="0" sldId="506"/>
            <ac:spMk id="11" creationId="{234FE92F-6E0B-D391-2A65-36D089FBE870}"/>
          </ac:spMkLst>
        </pc:spChg>
        <pc:spChg chg="mod">
          <ac:chgData name="Nursakirah Ab Rahman Muton" userId="423efa6d-ee54-4a96-bb69-a7d6dc1d7e38" providerId="ADAL" clId="{E5418EA3-ED04-44D7-B695-8570AC1018F6}" dt="2023-11-01T11:16:14.014" v="6326" actId="478"/>
          <ac:spMkLst>
            <pc:docMk/>
            <pc:sldMk cId="0" sldId="506"/>
            <ac:spMk id="13" creationId="{35F97F8A-CF92-C1A6-02DF-6F77C92AFFC5}"/>
          </ac:spMkLst>
        </pc:spChg>
        <pc:spChg chg="mod">
          <ac:chgData name="Nursakirah Ab Rahman Muton" userId="423efa6d-ee54-4a96-bb69-a7d6dc1d7e38" providerId="ADAL" clId="{E5418EA3-ED04-44D7-B695-8570AC1018F6}" dt="2023-11-01T11:16:14.014" v="6326" actId="478"/>
          <ac:spMkLst>
            <pc:docMk/>
            <pc:sldMk cId="0" sldId="506"/>
            <ac:spMk id="15" creationId="{4F3DFA2D-4C98-EA29-3B19-AE7F5B362961}"/>
          </ac:spMkLst>
        </pc:spChg>
        <pc:spChg chg="mod">
          <ac:chgData name="Nursakirah Ab Rahman Muton" userId="423efa6d-ee54-4a96-bb69-a7d6dc1d7e38" providerId="ADAL" clId="{E5418EA3-ED04-44D7-B695-8570AC1018F6}" dt="2023-11-01T11:16:14.014" v="6326" actId="478"/>
          <ac:spMkLst>
            <pc:docMk/>
            <pc:sldMk cId="0" sldId="506"/>
            <ac:spMk id="17" creationId="{58D9859B-060D-6E12-A7BD-49488F75C86F}"/>
          </ac:spMkLst>
        </pc:spChg>
        <pc:spChg chg="mod">
          <ac:chgData name="Nursakirah Ab Rahman Muton" userId="423efa6d-ee54-4a96-bb69-a7d6dc1d7e38" providerId="ADAL" clId="{E5418EA3-ED04-44D7-B695-8570AC1018F6}" dt="2023-11-01T11:16:14.014" v="6326" actId="478"/>
          <ac:spMkLst>
            <pc:docMk/>
            <pc:sldMk cId="0" sldId="506"/>
            <ac:spMk id="18" creationId="{61ED830E-33EE-CEB9-4534-407845E74FAA}"/>
          </ac:spMkLst>
        </pc:spChg>
        <pc:spChg chg="mod">
          <ac:chgData name="Nursakirah Ab Rahman Muton" userId="423efa6d-ee54-4a96-bb69-a7d6dc1d7e38" providerId="ADAL" clId="{E5418EA3-ED04-44D7-B695-8570AC1018F6}" dt="2023-11-01T11:16:09.431" v="6324" actId="14100"/>
          <ac:spMkLst>
            <pc:docMk/>
            <pc:sldMk cId="0" sldId="506"/>
            <ac:spMk id="69634" creationId="{29DB18C4-3D18-CE39-D7B8-38CAE698A2C6}"/>
          </ac:spMkLst>
        </pc:spChg>
        <pc:grpChg chg="add mod">
          <ac:chgData name="Nursakirah Ab Rahman Muton" userId="423efa6d-ee54-4a96-bb69-a7d6dc1d7e38" providerId="ADAL" clId="{E5418EA3-ED04-44D7-B695-8570AC1018F6}" dt="2023-11-01T11:16:14.014" v="6326" actId="478"/>
          <ac:grpSpMkLst>
            <pc:docMk/>
            <pc:sldMk cId="0" sldId="506"/>
            <ac:grpSpMk id="2" creationId="{6EA5ACB6-D06B-E942-1847-329DB8FA109D}"/>
          </ac:grpSpMkLst>
        </pc:grpChg>
        <pc:picChg chg="mod">
          <ac:chgData name="Nursakirah Ab Rahman Muton" userId="423efa6d-ee54-4a96-bb69-a7d6dc1d7e38" providerId="ADAL" clId="{E5418EA3-ED04-44D7-B695-8570AC1018F6}" dt="2023-11-01T11:16:14.014" v="6326" actId="478"/>
          <ac:picMkLst>
            <pc:docMk/>
            <pc:sldMk cId="0" sldId="506"/>
            <ac:picMk id="3" creationId="{B6696397-2C51-FF69-F8FD-F256B43EA680}"/>
          </ac:picMkLst>
        </pc:picChg>
        <pc:picChg chg="mod">
          <ac:chgData name="Nursakirah Ab Rahman Muton" userId="423efa6d-ee54-4a96-bb69-a7d6dc1d7e38" providerId="ADAL" clId="{E5418EA3-ED04-44D7-B695-8570AC1018F6}" dt="2023-11-01T11:16:21.087" v="6327" actId="1076"/>
          <ac:picMkLst>
            <pc:docMk/>
            <pc:sldMk cId="0" sldId="506"/>
            <ac:picMk id="69636" creationId="{857B108D-6C8A-4183-5283-0402BAD6F90D}"/>
          </ac:picMkLst>
        </pc:picChg>
        <pc:picChg chg="del">
          <ac:chgData name="Nursakirah Ab Rahman Muton" userId="423efa6d-ee54-4a96-bb69-a7d6dc1d7e38" providerId="ADAL" clId="{E5418EA3-ED04-44D7-B695-8570AC1018F6}" dt="2023-11-01T11:15:58.827" v="6321" actId="478"/>
          <ac:picMkLst>
            <pc:docMk/>
            <pc:sldMk cId="0" sldId="506"/>
            <ac:picMk id="69637" creationId="{232DF2C3-F4A1-99B0-C82D-F7E2FBDFB40D}"/>
          </ac:picMkLst>
        </pc:picChg>
        <pc:inkChg chg="add">
          <ac:chgData name="Nursakirah Ab Rahman Muton" userId="423efa6d-ee54-4a96-bb69-a7d6dc1d7e38" providerId="ADAL" clId="{E5418EA3-ED04-44D7-B695-8570AC1018F6}" dt="2023-11-17T01:55:05.548" v="26991"/>
          <ac:inkMkLst>
            <pc:docMk/>
            <pc:sldMk cId="0" sldId="506"/>
            <ac:inkMk id="4" creationId="{33B5D2CE-56D0-ED20-2A7F-972EBB6A57F3}"/>
          </ac:inkMkLst>
        </pc:inkChg>
        <pc:cxnChg chg="mod">
          <ac:chgData name="Nursakirah Ab Rahman Muton" userId="423efa6d-ee54-4a96-bb69-a7d6dc1d7e38" providerId="ADAL" clId="{E5418EA3-ED04-44D7-B695-8570AC1018F6}" dt="2023-11-01T11:16:14.014" v="6326" actId="478"/>
          <ac:cxnSpMkLst>
            <pc:docMk/>
            <pc:sldMk cId="0" sldId="506"/>
            <ac:cxnSpMk id="8" creationId="{70B33E17-EB90-7072-C2AD-91293471C07B}"/>
          </ac:cxnSpMkLst>
        </pc:cxnChg>
        <pc:cxnChg chg="mod">
          <ac:chgData name="Nursakirah Ab Rahman Muton" userId="423efa6d-ee54-4a96-bb69-a7d6dc1d7e38" providerId="ADAL" clId="{E5418EA3-ED04-44D7-B695-8570AC1018F6}" dt="2023-11-01T11:16:14.014" v="6326" actId="478"/>
          <ac:cxnSpMkLst>
            <pc:docMk/>
            <pc:sldMk cId="0" sldId="506"/>
            <ac:cxnSpMk id="10" creationId="{003C2136-573B-1224-7B80-27723490AAD5}"/>
          </ac:cxnSpMkLst>
        </pc:cxnChg>
        <pc:cxnChg chg="mod">
          <ac:chgData name="Nursakirah Ab Rahman Muton" userId="423efa6d-ee54-4a96-bb69-a7d6dc1d7e38" providerId="ADAL" clId="{E5418EA3-ED04-44D7-B695-8570AC1018F6}" dt="2023-11-01T11:16:14.014" v="6326" actId="478"/>
          <ac:cxnSpMkLst>
            <pc:docMk/>
            <pc:sldMk cId="0" sldId="506"/>
            <ac:cxnSpMk id="12" creationId="{A0F5D937-3661-DB7E-F909-DE0C6C08A70A}"/>
          </ac:cxnSpMkLst>
        </pc:cxnChg>
        <pc:cxnChg chg="mod">
          <ac:chgData name="Nursakirah Ab Rahman Muton" userId="423efa6d-ee54-4a96-bb69-a7d6dc1d7e38" providerId="ADAL" clId="{E5418EA3-ED04-44D7-B695-8570AC1018F6}" dt="2023-11-01T11:16:14.014" v="6326" actId="478"/>
          <ac:cxnSpMkLst>
            <pc:docMk/>
            <pc:sldMk cId="0" sldId="506"/>
            <ac:cxnSpMk id="14" creationId="{547DE27A-E3DE-6069-2362-9FB469FF84DD}"/>
          </ac:cxnSpMkLst>
        </pc:cxnChg>
        <pc:cxnChg chg="mod">
          <ac:chgData name="Nursakirah Ab Rahman Muton" userId="423efa6d-ee54-4a96-bb69-a7d6dc1d7e38" providerId="ADAL" clId="{E5418EA3-ED04-44D7-B695-8570AC1018F6}" dt="2023-11-01T11:16:14.014" v="6326" actId="478"/>
          <ac:cxnSpMkLst>
            <pc:docMk/>
            <pc:sldMk cId="0" sldId="506"/>
            <ac:cxnSpMk id="16" creationId="{7AB1E31F-8698-248F-AB1F-12E4DA59C2A7}"/>
          </ac:cxnSpMkLst>
        </pc:cxnChg>
        <pc:cxnChg chg="mod">
          <ac:chgData name="Nursakirah Ab Rahman Muton" userId="423efa6d-ee54-4a96-bb69-a7d6dc1d7e38" providerId="ADAL" clId="{E5418EA3-ED04-44D7-B695-8570AC1018F6}" dt="2023-11-01T11:16:14.014" v="6326" actId="478"/>
          <ac:cxnSpMkLst>
            <pc:docMk/>
            <pc:sldMk cId="0" sldId="506"/>
            <ac:cxnSpMk id="19" creationId="{806ACC7C-4047-4ADA-5F79-54CE8A20C6FA}"/>
          </ac:cxnSpMkLst>
        </pc:cxnChg>
      </pc:sldChg>
      <pc:sldChg chg="ord">
        <pc:chgData name="Nursakirah Ab Rahman Muton" userId="423efa6d-ee54-4a96-bb69-a7d6dc1d7e38" providerId="ADAL" clId="{E5418EA3-ED04-44D7-B695-8570AC1018F6}" dt="2023-11-02T01:43:32.843" v="6625"/>
        <pc:sldMkLst>
          <pc:docMk/>
          <pc:sldMk cId="0" sldId="507"/>
        </pc:sldMkLst>
      </pc:sldChg>
      <pc:sldChg chg="del">
        <pc:chgData name="Nursakirah Ab Rahman Muton" userId="423efa6d-ee54-4a96-bb69-a7d6dc1d7e38" providerId="ADAL" clId="{E5418EA3-ED04-44D7-B695-8570AC1018F6}" dt="2023-11-02T07:04:12.686" v="13231" actId="47"/>
        <pc:sldMkLst>
          <pc:docMk/>
          <pc:sldMk cId="0" sldId="508"/>
        </pc:sldMkLst>
      </pc:sldChg>
      <pc:sldChg chg="addSp modSp mod">
        <pc:chgData name="Nursakirah Ab Rahman Muton" userId="423efa6d-ee54-4a96-bb69-a7d6dc1d7e38" providerId="ADAL" clId="{E5418EA3-ED04-44D7-B695-8570AC1018F6}" dt="2023-11-17T01:55:05.548" v="26991"/>
        <pc:sldMkLst>
          <pc:docMk/>
          <pc:sldMk cId="0" sldId="512"/>
        </pc:sldMkLst>
        <pc:spChg chg="mod">
          <ac:chgData name="Nursakirah Ab Rahman Muton" userId="423efa6d-ee54-4a96-bb69-a7d6dc1d7e38" providerId="ADAL" clId="{E5418EA3-ED04-44D7-B695-8570AC1018F6}" dt="2023-11-02T03:04:45.554" v="8276" actId="403"/>
          <ac:spMkLst>
            <pc:docMk/>
            <pc:sldMk cId="0" sldId="512"/>
            <ac:spMk id="78850" creationId="{0762C3FA-3E35-6815-A7E6-B6FBCFA90654}"/>
          </ac:spMkLst>
        </pc:spChg>
        <pc:inkChg chg="add">
          <ac:chgData name="Nursakirah Ab Rahman Muton" userId="423efa6d-ee54-4a96-bb69-a7d6dc1d7e38" providerId="ADAL" clId="{E5418EA3-ED04-44D7-B695-8570AC1018F6}" dt="2023-11-17T01:55:05.548" v="26991"/>
          <ac:inkMkLst>
            <pc:docMk/>
            <pc:sldMk cId="0" sldId="512"/>
            <ac:inkMk id="2" creationId="{DE44E049-5C4E-C8FB-EC53-E83F9A62EA12}"/>
          </ac:inkMkLst>
        </pc:inkChg>
      </pc:sldChg>
      <pc:sldChg chg="addSp delSp modSp mod modNotesTx">
        <pc:chgData name="Nursakirah Ab Rahman Muton" userId="423efa6d-ee54-4a96-bb69-a7d6dc1d7e38" providerId="ADAL" clId="{E5418EA3-ED04-44D7-B695-8570AC1018F6}" dt="2023-11-13T14:14:28.844" v="19399" actId="20577"/>
        <pc:sldMkLst>
          <pc:docMk/>
          <pc:sldMk cId="0" sldId="513"/>
        </pc:sldMkLst>
        <pc:spChg chg="mod">
          <ac:chgData name="Nursakirah Ab Rahman Muton" userId="423efa6d-ee54-4a96-bb69-a7d6dc1d7e38" providerId="ADAL" clId="{E5418EA3-ED04-44D7-B695-8570AC1018F6}" dt="2023-11-02T05:30:40.384" v="11372" actId="113"/>
          <ac:spMkLst>
            <pc:docMk/>
            <pc:sldMk cId="0" sldId="513"/>
            <ac:spMk id="97282" creationId="{A2A84B12-72A3-7665-542A-68AC982A7F5D}"/>
          </ac:spMkLst>
        </pc:spChg>
        <pc:picChg chg="add mod modCrop">
          <ac:chgData name="Nursakirah Ab Rahman Muton" userId="423efa6d-ee54-4a96-bb69-a7d6dc1d7e38" providerId="ADAL" clId="{E5418EA3-ED04-44D7-B695-8570AC1018F6}" dt="2023-11-02T05:31:14.307" v="11379" actId="1076"/>
          <ac:picMkLst>
            <pc:docMk/>
            <pc:sldMk cId="0" sldId="513"/>
            <ac:picMk id="3" creationId="{2B4D03C1-B8A9-840D-C46C-C4EF8B460347}"/>
          </ac:picMkLst>
        </pc:picChg>
        <pc:picChg chg="add mod modCrop">
          <ac:chgData name="Nursakirah Ab Rahman Muton" userId="423efa6d-ee54-4a96-bb69-a7d6dc1d7e38" providerId="ADAL" clId="{E5418EA3-ED04-44D7-B695-8570AC1018F6}" dt="2023-11-02T05:31:35.311" v="11387" actId="1076"/>
          <ac:picMkLst>
            <pc:docMk/>
            <pc:sldMk cId="0" sldId="513"/>
            <ac:picMk id="5" creationId="{14681C36-FF6F-C7DA-2CE9-E591FCF182C4}"/>
          </ac:picMkLst>
        </pc:picChg>
        <pc:picChg chg="del">
          <ac:chgData name="Nursakirah Ab Rahman Muton" userId="423efa6d-ee54-4a96-bb69-a7d6dc1d7e38" providerId="ADAL" clId="{E5418EA3-ED04-44D7-B695-8570AC1018F6}" dt="2023-11-02T05:30:59.813" v="11373" actId="478"/>
          <ac:picMkLst>
            <pc:docMk/>
            <pc:sldMk cId="0" sldId="513"/>
            <ac:picMk id="97284" creationId="{DCBABA17-8E07-B3D5-F165-7FFA3370F9BE}"/>
          </ac:picMkLst>
        </pc:picChg>
        <pc:picChg chg="del">
          <ac:chgData name="Nursakirah Ab Rahman Muton" userId="423efa6d-ee54-4a96-bb69-a7d6dc1d7e38" providerId="ADAL" clId="{E5418EA3-ED04-44D7-B695-8570AC1018F6}" dt="2023-11-02T05:31:20.887" v="11380" actId="478"/>
          <ac:picMkLst>
            <pc:docMk/>
            <pc:sldMk cId="0" sldId="513"/>
            <ac:picMk id="97285" creationId="{2E5E94BD-73E5-35F8-D897-16CEC34EF34D}"/>
          </ac:picMkLst>
        </pc:picChg>
      </pc:sldChg>
      <pc:sldChg chg="addSp delSp modSp mod modNotesTx">
        <pc:chgData name="Nursakirah Ab Rahman Muton" userId="423efa6d-ee54-4a96-bb69-a7d6dc1d7e38" providerId="ADAL" clId="{E5418EA3-ED04-44D7-B695-8570AC1018F6}" dt="2023-11-13T14:15:47.495" v="19407" actId="20577"/>
        <pc:sldMkLst>
          <pc:docMk/>
          <pc:sldMk cId="0" sldId="514"/>
        </pc:sldMkLst>
        <pc:spChg chg="mod">
          <ac:chgData name="Nursakirah Ab Rahman Muton" userId="423efa6d-ee54-4a96-bb69-a7d6dc1d7e38" providerId="ADAL" clId="{E5418EA3-ED04-44D7-B695-8570AC1018F6}" dt="2023-11-02T05:36:59.516" v="11855" actId="1076"/>
          <ac:spMkLst>
            <pc:docMk/>
            <pc:sldMk cId="0" sldId="514"/>
            <ac:spMk id="98306" creationId="{64BB699D-BA8D-47FB-21BD-90B749403613}"/>
          </ac:spMkLst>
        </pc:spChg>
        <pc:spChg chg="mod">
          <ac:chgData name="Nursakirah Ab Rahman Muton" userId="423efa6d-ee54-4a96-bb69-a7d6dc1d7e38" providerId="ADAL" clId="{E5418EA3-ED04-44D7-B695-8570AC1018F6}" dt="2023-11-02T05:37:03.189" v="11856" actId="1076"/>
          <ac:spMkLst>
            <pc:docMk/>
            <pc:sldMk cId="0" sldId="514"/>
            <ac:spMk id="98308" creationId="{606363BC-B4F9-CE13-7C1F-102F48F33074}"/>
          </ac:spMkLst>
        </pc:spChg>
        <pc:picChg chg="add mod">
          <ac:chgData name="Nursakirah Ab Rahman Muton" userId="423efa6d-ee54-4a96-bb69-a7d6dc1d7e38" providerId="ADAL" clId="{E5418EA3-ED04-44D7-B695-8570AC1018F6}" dt="2023-11-02T05:36:51.287" v="11852" actId="1076"/>
          <ac:picMkLst>
            <pc:docMk/>
            <pc:sldMk cId="0" sldId="514"/>
            <ac:picMk id="3" creationId="{F1D87940-FF90-557E-1006-2CE9B851E4EE}"/>
          </ac:picMkLst>
        </pc:picChg>
        <pc:picChg chg="del">
          <ac:chgData name="Nursakirah Ab Rahman Muton" userId="423efa6d-ee54-4a96-bb69-a7d6dc1d7e38" providerId="ADAL" clId="{E5418EA3-ED04-44D7-B695-8570AC1018F6}" dt="2023-11-02T05:36:32.042" v="11849" actId="478"/>
          <ac:picMkLst>
            <pc:docMk/>
            <pc:sldMk cId="0" sldId="514"/>
            <ac:picMk id="98309" creationId="{C10DC3E3-04E6-4BAC-747F-79B1D9BDB095}"/>
          </ac:picMkLst>
        </pc:picChg>
      </pc:sldChg>
      <pc:sldChg chg="addSp delSp modSp mod modNotesTx">
        <pc:chgData name="Nursakirah Ab Rahman Muton" userId="423efa6d-ee54-4a96-bb69-a7d6dc1d7e38" providerId="ADAL" clId="{E5418EA3-ED04-44D7-B695-8570AC1018F6}" dt="2023-11-21T07:04:28.769" v="28864"/>
        <pc:sldMkLst>
          <pc:docMk/>
          <pc:sldMk cId="0" sldId="515"/>
        </pc:sldMkLst>
        <pc:spChg chg="mod">
          <ac:chgData name="Nursakirah Ab Rahman Muton" userId="423efa6d-ee54-4a96-bb69-a7d6dc1d7e38" providerId="ADAL" clId="{E5418EA3-ED04-44D7-B695-8570AC1018F6}" dt="2023-11-02T05:54:16.566" v="12283" actId="20577"/>
          <ac:spMkLst>
            <pc:docMk/>
            <pc:sldMk cId="0" sldId="515"/>
            <ac:spMk id="99330" creationId="{8DE0DE23-8F1C-38F9-DCBE-BFB0FE0831E1}"/>
          </ac:spMkLst>
        </pc:spChg>
        <pc:picChg chg="add mod">
          <ac:chgData name="Nursakirah Ab Rahman Muton" userId="423efa6d-ee54-4a96-bb69-a7d6dc1d7e38" providerId="ADAL" clId="{E5418EA3-ED04-44D7-B695-8570AC1018F6}" dt="2023-11-13T14:23:25.498" v="19692" actId="1076"/>
          <ac:picMkLst>
            <pc:docMk/>
            <pc:sldMk cId="0" sldId="515"/>
            <ac:picMk id="3" creationId="{ACBED786-2F6C-A39F-9DFE-57015F9D1430}"/>
          </ac:picMkLst>
        </pc:picChg>
        <pc:picChg chg="del">
          <ac:chgData name="Nursakirah Ab Rahman Muton" userId="423efa6d-ee54-4a96-bb69-a7d6dc1d7e38" providerId="ADAL" clId="{E5418EA3-ED04-44D7-B695-8570AC1018F6}" dt="2023-11-02T05:52:44.329" v="12239" actId="478"/>
          <ac:picMkLst>
            <pc:docMk/>
            <pc:sldMk cId="0" sldId="515"/>
            <ac:picMk id="99332" creationId="{EA52C775-F195-E1C9-97E3-0B9E8E6B7650}"/>
          </ac:picMkLst>
        </pc:picChg>
        <pc:inkChg chg="add">
          <ac:chgData name="Nursakirah Ab Rahman Muton" userId="423efa6d-ee54-4a96-bb69-a7d6dc1d7e38" providerId="ADAL" clId="{E5418EA3-ED04-44D7-B695-8570AC1018F6}" dt="2023-11-21T07:04:28.769" v="28864"/>
          <ac:inkMkLst>
            <pc:docMk/>
            <pc:sldMk cId="0" sldId="515"/>
            <ac:inkMk id="2" creationId="{7521D910-7FB9-EAAA-6674-41C549A3E1B7}"/>
          </ac:inkMkLst>
        </pc:inkChg>
      </pc:sldChg>
      <pc:sldChg chg="addSp delSp modSp mod modNotesTx">
        <pc:chgData name="Nursakirah Ab Rahman Muton" userId="423efa6d-ee54-4a96-bb69-a7d6dc1d7e38" providerId="ADAL" clId="{E5418EA3-ED04-44D7-B695-8570AC1018F6}" dt="2023-11-21T07:04:28.769" v="28864"/>
        <pc:sldMkLst>
          <pc:docMk/>
          <pc:sldMk cId="0" sldId="517"/>
        </pc:sldMkLst>
        <pc:spChg chg="mod">
          <ac:chgData name="Nursakirah Ab Rahman Muton" userId="423efa6d-ee54-4a96-bb69-a7d6dc1d7e38" providerId="ADAL" clId="{E5418EA3-ED04-44D7-B695-8570AC1018F6}" dt="2023-11-02T06:27:16.033" v="12620" actId="27636"/>
          <ac:spMkLst>
            <pc:docMk/>
            <pc:sldMk cId="0" sldId="517"/>
            <ac:spMk id="105474" creationId="{B9A74F57-7A1F-1BDD-9FD7-56AD18A2AA64}"/>
          </ac:spMkLst>
        </pc:spChg>
        <pc:picChg chg="add mod">
          <ac:chgData name="Nursakirah Ab Rahman Muton" userId="423efa6d-ee54-4a96-bb69-a7d6dc1d7e38" providerId="ADAL" clId="{E5418EA3-ED04-44D7-B695-8570AC1018F6}" dt="2023-11-02T06:20:34.205" v="12614" actId="1076"/>
          <ac:picMkLst>
            <pc:docMk/>
            <pc:sldMk cId="0" sldId="517"/>
            <ac:picMk id="3" creationId="{B9ED9F72-057E-7646-6E53-C896F13AB4E7}"/>
          </ac:picMkLst>
        </pc:picChg>
        <pc:picChg chg="del">
          <ac:chgData name="Nursakirah Ab Rahman Muton" userId="423efa6d-ee54-4a96-bb69-a7d6dc1d7e38" providerId="ADAL" clId="{E5418EA3-ED04-44D7-B695-8570AC1018F6}" dt="2023-11-02T06:20:17.684" v="12607" actId="478"/>
          <ac:picMkLst>
            <pc:docMk/>
            <pc:sldMk cId="0" sldId="517"/>
            <ac:picMk id="105476" creationId="{0213D202-FADA-2ED9-6BEC-40B05AE39B9C}"/>
          </ac:picMkLst>
        </pc:picChg>
        <pc:inkChg chg="add">
          <ac:chgData name="Nursakirah Ab Rahman Muton" userId="423efa6d-ee54-4a96-bb69-a7d6dc1d7e38" providerId="ADAL" clId="{E5418EA3-ED04-44D7-B695-8570AC1018F6}" dt="2023-11-21T07:04:28.769" v="28864"/>
          <ac:inkMkLst>
            <pc:docMk/>
            <pc:sldMk cId="0" sldId="517"/>
            <ac:inkMk id="2" creationId="{890F9D94-1995-EC7A-E7CE-E05CFB2FF03E}"/>
          </ac:inkMkLst>
        </pc:inkChg>
      </pc:sldChg>
      <pc:sldChg chg="addSp delSp modSp mod modNotesTx">
        <pc:chgData name="Nursakirah Ab Rahman Muton" userId="423efa6d-ee54-4a96-bb69-a7d6dc1d7e38" providerId="ADAL" clId="{E5418EA3-ED04-44D7-B695-8570AC1018F6}" dt="2023-11-21T07:04:28.769" v="28864"/>
        <pc:sldMkLst>
          <pc:docMk/>
          <pc:sldMk cId="0" sldId="518"/>
        </pc:sldMkLst>
        <pc:spChg chg="add mod">
          <ac:chgData name="Nursakirah Ab Rahman Muton" userId="423efa6d-ee54-4a96-bb69-a7d6dc1d7e38" providerId="ADAL" clId="{E5418EA3-ED04-44D7-B695-8570AC1018F6}" dt="2023-11-02T06:41:26.112" v="13117" actId="1076"/>
          <ac:spMkLst>
            <pc:docMk/>
            <pc:sldMk cId="0" sldId="518"/>
            <ac:spMk id="4" creationId="{0706171F-6AD6-7551-B334-F1288983382C}"/>
          </ac:spMkLst>
        </pc:spChg>
        <pc:spChg chg="add mod">
          <ac:chgData name="Nursakirah Ab Rahman Muton" userId="423efa6d-ee54-4a96-bb69-a7d6dc1d7e38" providerId="ADAL" clId="{E5418EA3-ED04-44D7-B695-8570AC1018F6}" dt="2023-11-02T06:41:26.112" v="13117" actId="1076"/>
          <ac:spMkLst>
            <pc:docMk/>
            <pc:sldMk cId="0" sldId="518"/>
            <ac:spMk id="16" creationId="{C723E44A-9304-3BD0-3838-7C1D499927ED}"/>
          </ac:spMkLst>
        </pc:spChg>
        <pc:spChg chg="add mod">
          <ac:chgData name="Nursakirah Ab Rahman Muton" userId="423efa6d-ee54-4a96-bb69-a7d6dc1d7e38" providerId="ADAL" clId="{E5418EA3-ED04-44D7-B695-8570AC1018F6}" dt="2023-11-02T06:41:26.112" v="13117" actId="1076"/>
          <ac:spMkLst>
            <pc:docMk/>
            <pc:sldMk cId="0" sldId="518"/>
            <ac:spMk id="17" creationId="{B3FC02C7-AD54-DED3-20CF-5951194364B1}"/>
          </ac:spMkLst>
        </pc:spChg>
        <pc:spChg chg="add mod">
          <ac:chgData name="Nursakirah Ab Rahman Muton" userId="423efa6d-ee54-4a96-bb69-a7d6dc1d7e38" providerId="ADAL" clId="{E5418EA3-ED04-44D7-B695-8570AC1018F6}" dt="2023-11-02T06:41:26.112" v="13117" actId="1076"/>
          <ac:spMkLst>
            <pc:docMk/>
            <pc:sldMk cId="0" sldId="518"/>
            <ac:spMk id="22" creationId="{04E4B972-A62B-D3A4-83B1-69CC6FB43E65}"/>
          </ac:spMkLst>
        </pc:spChg>
        <pc:spChg chg="add mod">
          <ac:chgData name="Nursakirah Ab Rahman Muton" userId="423efa6d-ee54-4a96-bb69-a7d6dc1d7e38" providerId="ADAL" clId="{E5418EA3-ED04-44D7-B695-8570AC1018F6}" dt="2023-11-02T06:41:26.112" v="13117" actId="1076"/>
          <ac:spMkLst>
            <pc:docMk/>
            <pc:sldMk cId="0" sldId="518"/>
            <ac:spMk id="23" creationId="{E4F884CA-30EC-C9FB-740C-1E6831F6A68A}"/>
          </ac:spMkLst>
        </pc:spChg>
        <pc:spChg chg="add mod">
          <ac:chgData name="Nursakirah Ab Rahman Muton" userId="423efa6d-ee54-4a96-bb69-a7d6dc1d7e38" providerId="ADAL" clId="{E5418EA3-ED04-44D7-B695-8570AC1018F6}" dt="2023-11-02T06:41:26.112" v="13117" actId="1076"/>
          <ac:spMkLst>
            <pc:docMk/>
            <pc:sldMk cId="0" sldId="518"/>
            <ac:spMk id="24" creationId="{CCD5FA64-C678-768C-7263-DC09BCAFDC3E}"/>
          </ac:spMkLst>
        </pc:spChg>
        <pc:spChg chg="add mod">
          <ac:chgData name="Nursakirah Ab Rahman Muton" userId="423efa6d-ee54-4a96-bb69-a7d6dc1d7e38" providerId="ADAL" clId="{E5418EA3-ED04-44D7-B695-8570AC1018F6}" dt="2023-11-02T06:41:26.112" v="13117" actId="1076"/>
          <ac:spMkLst>
            <pc:docMk/>
            <pc:sldMk cId="0" sldId="518"/>
            <ac:spMk id="25" creationId="{75090CDC-7F55-CD0A-D0E5-91600E4CFE0A}"/>
          </ac:spMkLst>
        </pc:spChg>
        <pc:spChg chg="add mod">
          <ac:chgData name="Nursakirah Ab Rahman Muton" userId="423efa6d-ee54-4a96-bb69-a7d6dc1d7e38" providerId="ADAL" clId="{E5418EA3-ED04-44D7-B695-8570AC1018F6}" dt="2023-11-02T06:42:34.104" v="13162" actId="404"/>
          <ac:spMkLst>
            <pc:docMk/>
            <pc:sldMk cId="0" sldId="518"/>
            <ac:spMk id="26" creationId="{CB99D3DC-AA59-7B7A-45A8-A725844EE03A}"/>
          </ac:spMkLst>
        </pc:spChg>
        <pc:spChg chg="add mod">
          <ac:chgData name="Nursakirah Ab Rahman Muton" userId="423efa6d-ee54-4a96-bb69-a7d6dc1d7e38" providerId="ADAL" clId="{E5418EA3-ED04-44D7-B695-8570AC1018F6}" dt="2023-11-02T06:42:34.104" v="13162" actId="404"/>
          <ac:spMkLst>
            <pc:docMk/>
            <pc:sldMk cId="0" sldId="518"/>
            <ac:spMk id="27" creationId="{BE1F1814-1D44-512A-1DB0-32E121FCC7F7}"/>
          </ac:spMkLst>
        </pc:spChg>
        <pc:spChg chg="add mod">
          <ac:chgData name="Nursakirah Ab Rahman Muton" userId="423efa6d-ee54-4a96-bb69-a7d6dc1d7e38" providerId="ADAL" clId="{E5418EA3-ED04-44D7-B695-8570AC1018F6}" dt="2023-11-02T06:42:34.104" v="13162" actId="404"/>
          <ac:spMkLst>
            <pc:docMk/>
            <pc:sldMk cId="0" sldId="518"/>
            <ac:spMk id="28" creationId="{FFA81162-50DA-AEE0-A47C-E13B0B61CA72}"/>
          </ac:spMkLst>
        </pc:spChg>
        <pc:spChg chg="add mod">
          <ac:chgData name="Nursakirah Ab Rahman Muton" userId="423efa6d-ee54-4a96-bb69-a7d6dc1d7e38" providerId="ADAL" clId="{E5418EA3-ED04-44D7-B695-8570AC1018F6}" dt="2023-11-02T06:42:34.104" v="13162" actId="404"/>
          <ac:spMkLst>
            <pc:docMk/>
            <pc:sldMk cId="0" sldId="518"/>
            <ac:spMk id="29" creationId="{6F5F241C-2476-4F26-4022-928DD60B842C}"/>
          </ac:spMkLst>
        </pc:spChg>
        <pc:spChg chg="mod">
          <ac:chgData name="Nursakirah Ab Rahman Muton" userId="423efa6d-ee54-4a96-bb69-a7d6dc1d7e38" providerId="ADAL" clId="{E5418EA3-ED04-44D7-B695-8570AC1018F6}" dt="2023-11-14T01:47:00.415" v="20314" actId="207"/>
          <ac:spMkLst>
            <pc:docMk/>
            <pc:sldMk cId="0" sldId="518"/>
            <ac:spMk id="106498" creationId="{B08317AB-D612-4E8F-0248-BF5A8F93EDA4}"/>
          </ac:spMkLst>
        </pc:spChg>
        <pc:picChg chg="add mod">
          <ac:chgData name="Nursakirah Ab Rahman Muton" userId="423efa6d-ee54-4a96-bb69-a7d6dc1d7e38" providerId="ADAL" clId="{E5418EA3-ED04-44D7-B695-8570AC1018F6}" dt="2023-11-02T06:41:27.802" v="13118" actId="1076"/>
          <ac:picMkLst>
            <pc:docMk/>
            <pc:sldMk cId="0" sldId="518"/>
            <ac:picMk id="3" creationId="{7A26BB7A-CBBA-5FD1-D381-BC8EB1D702FE}"/>
          </ac:picMkLst>
        </pc:picChg>
        <pc:picChg chg="del">
          <ac:chgData name="Nursakirah Ab Rahman Muton" userId="423efa6d-ee54-4a96-bb69-a7d6dc1d7e38" providerId="ADAL" clId="{E5418EA3-ED04-44D7-B695-8570AC1018F6}" dt="2023-11-02T06:30:33.602" v="12623" actId="478"/>
          <ac:picMkLst>
            <pc:docMk/>
            <pc:sldMk cId="0" sldId="518"/>
            <ac:picMk id="106500" creationId="{88AB80E0-3725-AF19-9C84-0BD9B0FC53F0}"/>
          </ac:picMkLst>
        </pc:picChg>
        <pc:inkChg chg="add">
          <ac:chgData name="Nursakirah Ab Rahman Muton" userId="423efa6d-ee54-4a96-bb69-a7d6dc1d7e38" providerId="ADAL" clId="{E5418EA3-ED04-44D7-B695-8570AC1018F6}" dt="2023-11-21T07:04:28.769" v="28864"/>
          <ac:inkMkLst>
            <pc:docMk/>
            <pc:sldMk cId="0" sldId="518"/>
            <ac:inkMk id="2" creationId="{7F02B115-AFDC-D4B8-5508-0E70C8D70533}"/>
          </ac:inkMkLst>
        </pc:inkChg>
        <pc:cxnChg chg="add mod ord">
          <ac:chgData name="Nursakirah Ab Rahman Muton" userId="423efa6d-ee54-4a96-bb69-a7d6dc1d7e38" providerId="ADAL" clId="{E5418EA3-ED04-44D7-B695-8570AC1018F6}" dt="2023-11-02T06:41:26.112" v="13117" actId="1076"/>
          <ac:cxnSpMkLst>
            <pc:docMk/>
            <pc:sldMk cId="0" sldId="518"/>
            <ac:cxnSpMk id="6" creationId="{3026571A-FABB-CB92-AC4C-DC1954DB1CBF}"/>
          </ac:cxnSpMkLst>
        </pc:cxnChg>
        <pc:cxnChg chg="add mod">
          <ac:chgData name="Nursakirah Ab Rahman Muton" userId="423efa6d-ee54-4a96-bb69-a7d6dc1d7e38" providerId="ADAL" clId="{E5418EA3-ED04-44D7-B695-8570AC1018F6}" dt="2023-11-02T06:41:26.112" v="13117" actId="1076"/>
          <ac:cxnSpMkLst>
            <pc:docMk/>
            <pc:sldMk cId="0" sldId="518"/>
            <ac:cxnSpMk id="7" creationId="{727C4D54-5D6C-20AA-9F7A-23E7EA06F8A4}"/>
          </ac:cxnSpMkLst>
        </pc:cxnChg>
        <pc:cxnChg chg="add mod">
          <ac:chgData name="Nursakirah Ab Rahman Muton" userId="423efa6d-ee54-4a96-bb69-a7d6dc1d7e38" providerId="ADAL" clId="{E5418EA3-ED04-44D7-B695-8570AC1018F6}" dt="2023-11-02T06:41:26.112" v="13117" actId="1076"/>
          <ac:cxnSpMkLst>
            <pc:docMk/>
            <pc:sldMk cId="0" sldId="518"/>
            <ac:cxnSpMk id="8" creationId="{82F91F47-B4A6-49D5-07E6-2CC7F2D3B4A4}"/>
          </ac:cxnSpMkLst>
        </pc:cxnChg>
        <pc:cxnChg chg="add mod">
          <ac:chgData name="Nursakirah Ab Rahman Muton" userId="423efa6d-ee54-4a96-bb69-a7d6dc1d7e38" providerId="ADAL" clId="{E5418EA3-ED04-44D7-B695-8570AC1018F6}" dt="2023-11-02T06:41:26.112" v="13117" actId="1076"/>
          <ac:cxnSpMkLst>
            <pc:docMk/>
            <pc:sldMk cId="0" sldId="518"/>
            <ac:cxnSpMk id="9" creationId="{6944D206-852C-A3F0-5587-04CC8AED2A95}"/>
          </ac:cxnSpMkLst>
        </pc:cxnChg>
        <pc:cxnChg chg="add mod">
          <ac:chgData name="Nursakirah Ab Rahman Muton" userId="423efa6d-ee54-4a96-bb69-a7d6dc1d7e38" providerId="ADAL" clId="{E5418EA3-ED04-44D7-B695-8570AC1018F6}" dt="2023-11-02T06:41:26.112" v="13117" actId="1076"/>
          <ac:cxnSpMkLst>
            <pc:docMk/>
            <pc:sldMk cId="0" sldId="518"/>
            <ac:cxnSpMk id="10" creationId="{043D9053-E9CF-C92E-9B67-9297082C93D2}"/>
          </ac:cxnSpMkLst>
        </pc:cxnChg>
        <pc:cxnChg chg="add mod">
          <ac:chgData name="Nursakirah Ab Rahman Muton" userId="423efa6d-ee54-4a96-bb69-a7d6dc1d7e38" providerId="ADAL" clId="{E5418EA3-ED04-44D7-B695-8570AC1018F6}" dt="2023-11-02T06:41:26.112" v="13117" actId="1076"/>
          <ac:cxnSpMkLst>
            <pc:docMk/>
            <pc:sldMk cId="0" sldId="518"/>
            <ac:cxnSpMk id="11" creationId="{063B3542-4E98-01CD-A9D1-D9D7E4B032D9}"/>
          </ac:cxnSpMkLst>
        </pc:cxnChg>
        <pc:cxnChg chg="add mod">
          <ac:chgData name="Nursakirah Ab Rahman Muton" userId="423efa6d-ee54-4a96-bb69-a7d6dc1d7e38" providerId="ADAL" clId="{E5418EA3-ED04-44D7-B695-8570AC1018F6}" dt="2023-11-02T06:41:26.112" v="13117" actId="1076"/>
          <ac:cxnSpMkLst>
            <pc:docMk/>
            <pc:sldMk cId="0" sldId="518"/>
            <ac:cxnSpMk id="12" creationId="{854D1032-255B-8E9C-EDB4-4C194C88B775}"/>
          </ac:cxnSpMkLst>
        </pc:cxnChg>
        <pc:cxnChg chg="add mod">
          <ac:chgData name="Nursakirah Ab Rahman Muton" userId="423efa6d-ee54-4a96-bb69-a7d6dc1d7e38" providerId="ADAL" clId="{E5418EA3-ED04-44D7-B695-8570AC1018F6}" dt="2023-11-02T06:41:26.112" v="13117" actId="1076"/>
          <ac:cxnSpMkLst>
            <pc:docMk/>
            <pc:sldMk cId="0" sldId="518"/>
            <ac:cxnSpMk id="13" creationId="{8BEC844C-E1DF-A7B4-1719-BC34FBBD270B}"/>
          </ac:cxnSpMkLst>
        </pc:cxnChg>
        <pc:cxnChg chg="add mod">
          <ac:chgData name="Nursakirah Ab Rahman Muton" userId="423efa6d-ee54-4a96-bb69-a7d6dc1d7e38" providerId="ADAL" clId="{E5418EA3-ED04-44D7-B695-8570AC1018F6}" dt="2023-11-02T06:41:26.112" v="13117" actId="1076"/>
          <ac:cxnSpMkLst>
            <pc:docMk/>
            <pc:sldMk cId="0" sldId="518"/>
            <ac:cxnSpMk id="14" creationId="{0EBC5528-30F9-0E78-24EE-604F6FCB6958}"/>
          </ac:cxnSpMkLst>
        </pc:cxnChg>
        <pc:cxnChg chg="add mod">
          <ac:chgData name="Nursakirah Ab Rahman Muton" userId="423efa6d-ee54-4a96-bb69-a7d6dc1d7e38" providerId="ADAL" clId="{E5418EA3-ED04-44D7-B695-8570AC1018F6}" dt="2023-11-02T06:41:26.112" v="13117" actId="1076"/>
          <ac:cxnSpMkLst>
            <pc:docMk/>
            <pc:sldMk cId="0" sldId="518"/>
            <ac:cxnSpMk id="15" creationId="{65F3B6F4-4F60-F9E3-A23D-1D5336407F9F}"/>
          </ac:cxnSpMkLst>
        </pc:cxnChg>
        <pc:cxnChg chg="add mod">
          <ac:chgData name="Nursakirah Ab Rahman Muton" userId="423efa6d-ee54-4a96-bb69-a7d6dc1d7e38" providerId="ADAL" clId="{E5418EA3-ED04-44D7-B695-8570AC1018F6}" dt="2023-11-02T06:41:26.112" v="13117" actId="1076"/>
          <ac:cxnSpMkLst>
            <pc:docMk/>
            <pc:sldMk cId="0" sldId="518"/>
            <ac:cxnSpMk id="19" creationId="{19298038-64A4-4A47-31CE-78C5386C0121}"/>
          </ac:cxnSpMkLst>
        </pc:cxnChg>
        <pc:cxnChg chg="add mod">
          <ac:chgData name="Nursakirah Ab Rahman Muton" userId="423efa6d-ee54-4a96-bb69-a7d6dc1d7e38" providerId="ADAL" clId="{E5418EA3-ED04-44D7-B695-8570AC1018F6}" dt="2023-11-02T06:41:26.112" v="13117" actId="1076"/>
          <ac:cxnSpMkLst>
            <pc:docMk/>
            <pc:sldMk cId="0" sldId="518"/>
            <ac:cxnSpMk id="20" creationId="{9D8AADAC-8646-203F-4A8A-EB89396A0D1A}"/>
          </ac:cxnSpMkLst>
        </pc:cxnChg>
        <pc:cxnChg chg="add mod">
          <ac:chgData name="Nursakirah Ab Rahman Muton" userId="423efa6d-ee54-4a96-bb69-a7d6dc1d7e38" providerId="ADAL" clId="{E5418EA3-ED04-44D7-B695-8570AC1018F6}" dt="2023-11-02T06:41:26.112" v="13117" actId="1076"/>
          <ac:cxnSpMkLst>
            <pc:docMk/>
            <pc:sldMk cId="0" sldId="518"/>
            <ac:cxnSpMk id="21" creationId="{95B15340-8A76-96B8-C088-6A545ECD8AAB}"/>
          </ac:cxnSpMkLst>
        </pc:cxnChg>
      </pc:sldChg>
      <pc:sldChg chg="addSp modSp mod modNotesTx">
        <pc:chgData name="Nursakirah Ab Rahman Muton" userId="423efa6d-ee54-4a96-bb69-a7d6dc1d7e38" providerId="ADAL" clId="{E5418EA3-ED04-44D7-B695-8570AC1018F6}" dt="2024-01-30T05:19:06.157" v="29056" actId="1076"/>
        <pc:sldMkLst>
          <pc:docMk/>
          <pc:sldMk cId="0" sldId="519"/>
        </pc:sldMkLst>
        <pc:spChg chg="add mod">
          <ac:chgData name="Nursakirah Ab Rahman Muton" userId="423efa6d-ee54-4a96-bb69-a7d6dc1d7e38" providerId="ADAL" clId="{E5418EA3-ED04-44D7-B695-8570AC1018F6}" dt="2023-11-14T02:31:19.394" v="23151" actId="1076"/>
          <ac:spMkLst>
            <pc:docMk/>
            <pc:sldMk cId="0" sldId="519"/>
            <ac:spMk id="2" creationId="{5173CA7D-5D10-E047-8602-A5F3989E6BDF}"/>
          </ac:spMkLst>
        </pc:spChg>
        <pc:spChg chg="mod">
          <ac:chgData name="Nursakirah Ab Rahman Muton" userId="423efa6d-ee54-4a96-bb69-a7d6dc1d7e38" providerId="ADAL" clId="{E5418EA3-ED04-44D7-B695-8570AC1018F6}" dt="2023-11-14T02:34:33.217" v="23157" actId="115"/>
          <ac:spMkLst>
            <pc:docMk/>
            <pc:sldMk cId="0" sldId="519"/>
            <ac:spMk id="109570" creationId="{747DA0CF-DFA9-F8D4-7A45-2A50FB72B92A}"/>
          </ac:spMkLst>
        </pc:spChg>
        <pc:picChg chg="add mod">
          <ac:chgData name="Nursakirah Ab Rahman Muton" userId="423efa6d-ee54-4a96-bb69-a7d6dc1d7e38" providerId="ADAL" clId="{E5418EA3-ED04-44D7-B695-8570AC1018F6}" dt="2024-01-30T05:19:06.157" v="29056" actId="1076"/>
          <ac:picMkLst>
            <pc:docMk/>
            <pc:sldMk cId="0" sldId="519"/>
            <ac:picMk id="3" creationId="{7B15E1B2-1F4C-BF52-C07B-04FCC0BDADD8}"/>
          </ac:picMkLst>
        </pc:picChg>
        <pc:inkChg chg="add">
          <ac:chgData name="Nursakirah Ab Rahman Muton" userId="423efa6d-ee54-4a96-bb69-a7d6dc1d7e38" providerId="ADAL" clId="{E5418EA3-ED04-44D7-B695-8570AC1018F6}" dt="2023-11-21T07:04:28.769" v="28864"/>
          <ac:inkMkLst>
            <pc:docMk/>
            <pc:sldMk cId="0" sldId="519"/>
            <ac:inkMk id="4" creationId="{2983A94A-18D4-CEF4-5E58-A5D461CAAD66}"/>
          </ac:inkMkLst>
        </pc:inkChg>
      </pc:sldChg>
      <pc:sldChg chg="modSp mod modNotesTx">
        <pc:chgData name="Nursakirah Ab Rahman Muton" userId="423efa6d-ee54-4a96-bb69-a7d6dc1d7e38" providerId="ADAL" clId="{E5418EA3-ED04-44D7-B695-8570AC1018F6}" dt="2023-11-14T03:06:53.464" v="23910" actId="20577"/>
        <pc:sldMkLst>
          <pc:docMk/>
          <pc:sldMk cId="0" sldId="523"/>
        </pc:sldMkLst>
        <pc:spChg chg="mod">
          <ac:chgData name="Nursakirah Ab Rahman Muton" userId="423efa6d-ee54-4a96-bb69-a7d6dc1d7e38" providerId="ADAL" clId="{E5418EA3-ED04-44D7-B695-8570AC1018F6}" dt="2023-11-14T03:04:15.129" v="23644" actId="20577"/>
          <ac:spMkLst>
            <pc:docMk/>
            <pc:sldMk cId="0" sldId="523"/>
            <ac:spMk id="111620" creationId="{81300FE3-F9CE-291B-3CF7-F968DA7683B2}"/>
          </ac:spMkLst>
        </pc:spChg>
      </pc:sldChg>
      <pc:sldChg chg="addSp delSp modSp mod">
        <pc:chgData name="Nursakirah Ab Rahman Muton" userId="423efa6d-ee54-4a96-bb69-a7d6dc1d7e38" providerId="ADAL" clId="{E5418EA3-ED04-44D7-B695-8570AC1018F6}" dt="2023-11-14T03:07:43.862" v="23914" actId="1076"/>
        <pc:sldMkLst>
          <pc:docMk/>
          <pc:sldMk cId="0" sldId="524"/>
        </pc:sldMkLst>
        <pc:picChg chg="add mod">
          <ac:chgData name="Nursakirah Ab Rahman Muton" userId="423efa6d-ee54-4a96-bb69-a7d6dc1d7e38" providerId="ADAL" clId="{E5418EA3-ED04-44D7-B695-8570AC1018F6}" dt="2023-11-14T03:07:43.862" v="23914" actId="1076"/>
          <ac:picMkLst>
            <pc:docMk/>
            <pc:sldMk cId="0" sldId="524"/>
            <ac:picMk id="3" creationId="{F12FD0B3-44B0-550C-7031-7E440CD3C256}"/>
          </ac:picMkLst>
        </pc:picChg>
        <pc:picChg chg="del mod">
          <ac:chgData name="Nursakirah Ab Rahman Muton" userId="423efa6d-ee54-4a96-bb69-a7d6dc1d7e38" providerId="ADAL" clId="{E5418EA3-ED04-44D7-B695-8570AC1018F6}" dt="2023-11-14T03:07:35.894" v="23911" actId="478"/>
          <ac:picMkLst>
            <pc:docMk/>
            <pc:sldMk cId="0" sldId="524"/>
            <ac:picMk id="113668" creationId="{84D7C409-4C02-B4C1-46E7-93EB1D98AF3F}"/>
          </ac:picMkLst>
        </pc:picChg>
      </pc:sldChg>
      <pc:sldChg chg="addSp delSp modSp mod modNotesTx">
        <pc:chgData name="Nursakirah Ab Rahman Muton" userId="423efa6d-ee54-4a96-bb69-a7d6dc1d7e38" providerId="ADAL" clId="{E5418EA3-ED04-44D7-B695-8570AC1018F6}" dt="2023-11-14T03:15:22.015" v="24129" actId="478"/>
        <pc:sldMkLst>
          <pc:docMk/>
          <pc:sldMk cId="0" sldId="525"/>
        </pc:sldMkLst>
        <pc:spChg chg="mod">
          <ac:chgData name="Nursakirah Ab Rahman Muton" userId="423efa6d-ee54-4a96-bb69-a7d6dc1d7e38" providerId="ADAL" clId="{E5418EA3-ED04-44D7-B695-8570AC1018F6}" dt="2023-11-02T07:03:04.225" v="13218" actId="1076"/>
          <ac:spMkLst>
            <pc:docMk/>
            <pc:sldMk cId="0" sldId="525"/>
            <ac:spMk id="115714" creationId="{9418011A-F9A7-C1C4-71CF-3B7B8C459A97}"/>
          </ac:spMkLst>
        </pc:spChg>
        <pc:picChg chg="add del mod">
          <ac:chgData name="Nursakirah Ab Rahman Muton" userId="423efa6d-ee54-4a96-bb69-a7d6dc1d7e38" providerId="ADAL" clId="{E5418EA3-ED04-44D7-B695-8570AC1018F6}" dt="2023-11-14T03:15:21.665" v="24128" actId="22"/>
          <ac:picMkLst>
            <pc:docMk/>
            <pc:sldMk cId="0" sldId="525"/>
            <ac:picMk id="3" creationId="{9BB813A8-90C1-3C1F-C138-5F196D302183}"/>
          </ac:picMkLst>
        </pc:picChg>
        <pc:picChg chg="add del mod">
          <ac:chgData name="Nursakirah Ab Rahman Muton" userId="423efa6d-ee54-4a96-bb69-a7d6dc1d7e38" providerId="ADAL" clId="{E5418EA3-ED04-44D7-B695-8570AC1018F6}" dt="2023-11-14T03:15:22.015" v="24129" actId="478"/>
          <ac:picMkLst>
            <pc:docMk/>
            <pc:sldMk cId="0" sldId="525"/>
            <ac:picMk id="115716" creationId="{4576C2AB-7547-EDEE-A120-DBC3969B5E1E}"/>
          </ac:picMkLst>
        </pc:picChg>
        <pc:cxnChg chg="add del mod">
          <ac:chgData name="Nursakirah Ab Rahman Muton" userId="423efa6d-ee54-4a96-bb69-a7d6dc1d7e38" providerId="ADAL" clId="{E5418EA3-ED04-44D7-B695-8570AC1018F6}" dt="2023-11-14T03:15:22.015" v="24129" actId="478"/>
          <ac:cxnSpMkLst>
            <pc:docMk/>
            <pc:sldMk cId="0" sldId="525"/>
            <ac:cxnSpMk id="6" creationId="{18DEEC89-BC97-BF58-C652-2A4682758D37}"/>
          </ac:cxnSpMkLst>
        </pc:cxnChg>
        <pc:cxnChg chg="add del mod">
          <ac:chgData name="Nursakirah Ab Rahman Muton" userId="423efa6d-ee54-4a96-bb69-a7d6dc1d7e38" providerId="ADAL" clId="{E5418EA3-ED04-44D7-B695-8570AC1018F6}" dt="2023-11-14T03:15:22.015" v="24129" actId="478"/>
          <ac:cxnSpMkLst>
            <pc:docMk/>
            <pc:sldMk cId="0" sldId="525"/>
            <ac:cxnSpMk id="8" creationId="{5790311B-8D1E-67F7-B874-180DB1B63EEB}"/>
          </ac:cxnSpMkLst>
        </pc:cxnChg>
        <pc:cxnChg chg="add del mod">
          <ac:chgData name="Nursakirah Ab Rahman Muton" userId="423efa6d-ee54-4a96-bb69-a7d6dc1d7e38" providerId="ADAL" clId="{E5418EA3-ED04-44D7-B695-8570AC1018F6}" dt="2023-11-14T03:15:22.015" v="24129" actId="478"/>
          <ac:cxnSpMkLst>
            <pc:docMk/>
            <pc:sldMk cId="0" sldId="525"/>
            <ac:cxnSpMk id="9" creationId="{4613674A-F162-FFE8-F4F4-FE8E1EEEDBE7}"/>
          </ac:cxnSpMkLst>
        </pc:cxnChg>
        <pc:cxnChg chg="add del mod">
          <ac:chgData name="Nursakirah Ab Rahman Muton" userId="423efa6d-ee54-4a96-bb69-a7d6dc1d7e38" providerId="ADAL" clId="{E5418EA3-ED04-44D7-B695-8570AC1018F6}" dt="2023-11-14T03:15:22.015" v="24129" actId="478"/>
          <ac:cxnSpMkLst>
            <pc:docMk/>
            <pc:sldMk cId="0" sldId="525"/>
            <ac:cxnSpMk id="10" creationId="{308BB8B8-CC8C-3357-B362-4930B51F7163}"/>
          </ac:cxnSpMkLst>
        </pc:cxnChg>
      </pc:sldChg>
      <pc:sldChg chg="addSp delSp modSp mod">
        <pc:chgData name="Nursakirah Ab Rahman Muton" userId="423efa6d-ee54-4a96-bb69-a7d6dc1d7e38" providerId="ADAL" clId="{E5418EA3-ED04-44D7-B695-8570AC1018F6}" dt="2023-10-31T01:30:00.044" v="537" actId="1036"/>
        <pc:sldMkLst>
          <pc:docMk/>
          <pc:sldMk cId="0" sldId="529"/>
        </pc:sldMkLst>
        <pc:spChg chg="add mod">
          <ac:chgData name="Nursakirah Ab Rahman Muton" userId="423efa6d-ee54-4a96-bb69-a7d6dc1d7e38" providerId="ADAL" clId="{E5418EA3-ED04-44D7-B695-8570AC1018F6}" dt="2023-10-31T01:18:40.614" v="170" actId="164"/>
          <ac:spMkLst>
            <pc:docMk/>
            <pc:sldMk cId="0" sldId="529"/>
            <ac:spMk id="2" creationId="{45B5AE7F-BEC8-56E7-BE09-DCF961986352}"/>
          </ac:spMkLst>
        </pc:spChg>
        <pc:spChg chg="add mod">
          <ac:chgData name="Nursakirah Ab Rahman Muton" userId="423efa6d-ee54-4a96-bb69-a7d6dc1d7e38" providerId="ADAL" clId="{E5418EA3-ED04-44D7-B695-8570AC1018F6}" dt="2023-10-31T01:18:40.614" v="170" actId="164"/>
          <ac:spMkLst>
            <pc:docMk/>
            <pc:sldMk cId="0" sldId="529"/>
            <ac:spMk id="3" creationId="{F384D83C-FD19-474E-C89A-04EAFA724C7A}"/>
          </ac:spMkLst>
        </pc:spChg>
        <pc:spChg chg="mod">
          <ac:chgData name="Nursakirah Ab Rahman Muton" userId="423efa6d-ee54-4a96-bb69-a7d6dc1d7e38" providerId="ADAL" clId="{E5418EA3-ED04-44D7-B695-8570AC1018F6}" dt="2023-10-31T01:20:56.337" v="212" actId="20577"/>
          <ac:spMkLst>
            <pc:docMk/>
            <pc:sldMk cId="0" sldId="529"/>
            <ac:spMk id="6" creationId="{167D63A6-5761-808E-B5BB-84B75B484B41}"/>
          </ac:spMkLst>
        </pc:spChg>
        <pc:spChg chg="mod">
          <ac:chgData name="Nursakirah Ab Rahman Muton" userId="423efa6d-ee54-4a96-bb69-a7d6dc1d7e38" providerId="ADAL" clId="{E5418EA3-ED04-44D7-B695-8570AC1018F6}" dt="2023-10-31T01:20:44.291" v="174" actId="20577"/>
          <ac:spMkLst>
            <pc:docMk/>
            <pc:sldMk cId="0" sldId="529"/>
            <ac:spMk id="7" creationId="{B5B08879-4C17-CEF3-220B-14F0D768B934}"/>
          </ac:spMkLst>
        </pc:spChg>
        <pc:spChg chg="mod">
          <ac:chgData name="Nursakirah Ab Rahman Muton" userId="423efa6d-ee54-4a96-bb69-a7d6dc1d7e38" providerId="ADAL" clId="{E5418EA3-ED04-44D7-B695-8570AC1018F6}" dt="2023-10-31T01:21:16.852" v="238" actId="20577"/>
          <ac:spMkLst>
            <pc:docMk/>
            <pc:sldMk cId="0" sldId="529"/>
            <ac:spMk id="9" creationId="{53AB59CB-222E-46A0-0BF7-898108D54F84}"/>
          </ac:spMkLst>
        </pc:spChg>
        <pc:spChg chg="mod">
          <ac:chgData name="Nursakirah Ab Rahman Muton" userId="423efa6d-ee54-4a96-bb69-a7d6dc1d7e38" providerId="ADAL" clId="{E5418EA3-ED04-44D7-B695-8570AC1018F6}" dt="2023-10-31T01:21:09.272" v="218" actId="20577"/>
          <ac:spMkLst>
            <pc:docMk/>
            <pc:sldMk cId="0" sldId="529"/>
            <ac:spMk id="10" creationId="{A090031B-3231-7E82-7B39-FDC7A06AE8B1}"/>
          </ac:spMkLst>
        </pc:spChg>
        <pc:spChg chg="add del mod">
          <ac:chgData name="Nursakirah Ab Rahman Muton" userId="423efa6d-ee54-4a96-bb69-a7d6dc1d7e38" providerId="ADAL" clId="{E5418EA3-ED04-44D7-B695-8570AC1018F6}" dt="2023-10-31T01:21:23.410" v="240" actId="478"/>
          <ac:spMkLst>
            <pc:docMk/>
            <pc:sldMk cId="0" sldId="529"/>
            <ac:spMk id="12" creationId="{AE2E15B0-358F-90AA-4976-7B1E5071D285}"/>
          </ac:spMkLst>
        </pc:spChg>
        <pc:spChg chg="add mod">
          <ac:chgData name="Nursakirah Ab Rahman Muton" userId="423efa6d-ee54-4a96-bb69-a7d6dc1d7e38" providerId="ADAL" clId="{E5418EA3-ED04-44D7-B695-8570AC1018F6}" dt="2023-10-31T01:25:13.985" v="336" actId="1076"/>
          <ac:spMkLst>
            <pc:docMk/>
            <pc:sldMk cId="0" sldId="529"/>
            <ac:spMk id="15" creationId="{CCE57669-8E12-4C71-6DB3-C55C6D0FEC82}"/>
          </ac:spMkLst>
        </pc:spChg>
        <pc:spChg chg="add del mod">
          <ac:chgData name="Nursakirah Ab Rahman Muton" userId="423efa6d-ee54-4a96-bb69-a7d6dc1d7e38" providerId="ADAL" clId="{E5418EA3-ED04-44D7-B695-8570AC1018F6}" dt="2023-10-31T01:25:06.305" v="334" actId="478"/>
          <ac:spMkLst>
            <pc:docMk/>
            <pc:sldMk cId="0" sldId="529"/>
            <ac:spMk id="16" creationId="{A1173DDC-B167-F503-FB54-32F618C6186B}"/>
          </ac:spMkLst>
        </pc:spChg>
        <pc:spChg chg="add del mod">
          <ac:chgData name="Nursakirah Ab Rahman Muton" userId="423efa6d-ee54-4a96-bb69-a7d6dc1d7e38" providerId="ADAL" clId="{E5418EA3-ED04-44D7-B695-8570AC1018F6}" dt="2023-10-31T01:25:06.305" v="334" actId="478"/>
          <ac:spMkLst>
            <pc:docMk/>
            <pc:sldMk cId="0" sldId="529"/>
            <ac:spMk id="17" creationId="{6DD69CF1-3CE4-9BB9-B322-50D70C0DB7CE}"/>
          </ac:spMkLst>
        </pc:spChg>
        <pc:spChg chg="add del mod">
          <ac:chgData name="Nursakirah Ab Rahman Muton" userId="423efa6d-ee54-4a96-bb69-a7d6dc1d7e38" providerId="ADAL" clId="{E5418EA3-ED04-44D7-B695-8570AC1018F6}" dt="2023-10-31T01:27:57.107" v="495" actId="478"/>
          <ac:spMkLst>
            <pc:docMk/>
            <pc:sldMk cId="0" sldId="529"/>
            <ac:spMk id="18" creationId="{089D0EFB-519A-06AE-6DFD-BEBEBFCBCBCB}"/>
          </ac:spMkLst>
        </pc:spChg>
        <pc:spChg chg="add mod ord">
          <ac:chgData name="Nursakirah Ab Rahman Muton" userId="423efa6d-ee54-4a96-bb69-a7d6dc1d7e38" providerId="ADAL" clId="{E5418EA3-ED04-44D7-B695-8570AC1018F6}" dt="2023-10-31T01:29:02.292" v="520" actId="164"/>
          <ac:spMkLst>
            <pc:docMk/>
            <pc:sldMk cId="0" sldId="529"/>
            <ac:spMk id="19" creationId="{D08370DE-F03B-9854-7191-ACB369D38121}"/>
          </ac:spMkLst>
        </pc:spChg>
        <pc:spChg chg="add mod">
          <ac:chgData name="Nursakirah Ab Rahman Muton" userId="423efa6d-ee54-4a96-bb69-a7d6dc1d7e38" providerId="ADAL" clId="{E5418EA3-ED04-44D7-B695-8570AC1018F6}" dt="2023-10-31T01:29:09.181" v="521" actId="2085"/>
          <ac:spMkLst>
            <pc:docMk/>
            <pc:sldMk cId="0" sldId="529"/>
            <ac:spMk id="20" creationId="{33901393-7C27-6856-36C4-B5864E41E835}"/>
          </ac:spMkLst>
        </pc:spChg>
        <pc:spChg chg="mod">
          <ac:chgData name="Nursakirah Ab Rahman Muton" userId="423efa6d-ee54-4a96-bb69-a7d6dc1d7e38" providerId="ADAL" clId="{E5418EA3-ED04-44D7-B695-8570AC1018F6}" dt="2023-10-31T01:29:15.864" v="523"/>
          <ac:spMkLst>
            <pc:docMk/>
            <pc:sldMk cId="0" sldId="529"/>
            <ac:spMk id="23" creationId="{90599C2E-9718-3AE9-91CE-E8FDD831E1D2}"/>
          </ac:spMkLst>
        </pc:spChg>
        <pc:spChg chg="mod">
          <ac:chgData name="Nursakirah Ab Rahman Muton" userId="423efa6d-ee54-4a96-bb69-a7d6dc1d7e38" providerId="ADAL" clId="{E5418EA3-ED04-44D7-B695-8570AC1018F6}" dt="2023-10-31T01:29:33.603" v="531" actId="1076"/>
          <ac:spMkLst>
            <pc:docMk/>
            <pc:sldMk cId="0" sldId="529"/>
            <ac:spMk id="24" creationId="{2CADC04F-4C91-5AC0-3EC8-EBC3B02A0D2A}"/>
          </ac:spMkLst>
        </pc:spChg>
        <pc:spChg chg="mod">
          <ac:chgData name="Nursakirah Ab Rahman Muton" userId="423efa6d-ee54-4a96-bb69-a7d6dc1d7e38" providerId="ADAL" clId="{E5418EA3-ED04-44D7-B695-8570AC1018F6}" dt="2023-10-31T01:29:39.501" v="532"/>
          <ac:spMkLst>
            <pc:docMk/>
            <pc:sldMk cId="0" sldId="529"/>
            <ac:spMk id="26" creationId="{DB72370C-0FCE-26DC-3FC2-F021304121D5}"/>
          </ac:spMkLst>
        </pc:spChg>
        <pc:spChg chg="mod">
          <ac:chgData name="Nursakirah Ab Rahman Muton" userId="423efa6d-ee54-4a96-bb69-a7d6dc1d7e38" providerId="ADAL" clId="{E5418EA3-ED04-44D7-B695-8570AC1018F6}" dt="2023-10-31T01:30:00.044" v="537" actId="1036"/>
          <ac:spMkLst>
            <pc:docMk/>
            <pc:sldMk cId="0" sldId="529"/>
            <ac:spMk id="27" creationId="{4DE4D213-61A0-3AC0-30C4-6904DED7DC23}"/>
          </ac:spMkLst>
        </pc:spChg>
        <pc:spChg chg="del mod">
          <ac:chgData name="Nursakirah Ab Rahman Muton" userId="423efa6d-ee54-4a96-bb69-a7d6dc1d7e38" providerId="ADAL" clId="{E5418EA3-ED04-44D7-B695-8570AC1018F6}" dt="2023-10-31T01:21:20.542" v="239" actId="478"/>
          <ac:spMkLst>
            <pc:docMk/>
            <pc:sldMk cId="0" sldId="529"/>
            <ac:spMk id="21507" creationId="{6404B4DB-C7AF-3819-BC76-BF51DDE466E4}"/>
          </ac:spMkLst>
        </pc:spChg>
        <pc:spChg chg="del">
          <ac:chgData name="Nursakirah Ab Rahman Muton" userId="423efa6d-ee54-4a96-bb69-a7d6dc1d7e38" providerId="ADAL" clId="{E5418EA3-ED04-44D7-B695-8570AC1018F6}" dt="2023-10-31T01:17:57.210" v="127" actId="478"/>
          <ac:spMkLst>
            <pc:docMk/>
            <pc:sldMk cId="0" sldId="529"/>
            <ac:spMk id="21508" creationId="{73729650-BF3D-097E-E36C-FF47A6EDB44A}"/>
          </ac:spMkLst>
        </pc:spChg>
        <pc:grpChg chg="add mod">
          <ac:chgData name="Nursakirah Ab Rahman Muton" userId="423efa6d-ee54-4a96-bb69-a7d6dc1d7e38" providerId="ADAL" clId="{E5418EA3-ED04-44D7-B695-8570AC1018F6}" dt="2023-10-31T01:18:40.614" v="170" actId="164"/>
          <ac:grpSpMkLst>
            <pc:docMk/>
            <pc:sldMk cId="0" sldId="529"/>
            <ac:grpSpMk id="4" creationId="{EBE05013-85AB-7519-1817-4F2B5D625CF0}"/>
          </ac:grpSpMkLst>
        </pc:grpChg>
        <pc:grpChg chg="add mod">
          <ac:chgData name="Nursakirah Ab Rahman Muton" userId="423efa6d-ee54-4a96-bb69-a7d6dc1d7e38" providerId="ADAL" clId="{E5418EA3-ED04-44D7-B695-8570AC1018F6}" dt="2023-10-31T01:21:06.665" v="215" actId="1076"/>
          <ac:grpSpMkLst>
            <pc:docMk/>
            <pc:sldMk cId="0" sldId="529"/>
            <ac:grpSpMk id="5" creationId="{8F5A4753-9EDD-4CBA-9068-C5A612D3DA9D}"/>
          </ac:grpSpMkLst>
        </pc:grpChg>
        <pc:grpChg chg="add mod">
          <ac:chgData name="Nursakirah Ab Rahman Muton" userId="423efa6d-ee54-4a96-bb69-a7d6dc1d7e38" providerId="ADAL" clId="{E5418EA3-ED04-44D7-B695-8570AC1018F6}" dt="2023-10-31T01:21:03.834" v="214" actId="1076"/>
          <ac:grpSpMkLst>
            <pc:docMk/>
            <pc:sldMk cId="0" sldId="529"/>
            <ac:grpSpMk id="8" creationId="{2D8E981C-D58A-13A1-6BA5-474C300A14A2}"/>
          </ac:grpSpMkLst>
        </pc:grpChg>
        <pc:grpChg chg="add mod">
          <ac:chgData name="Nursakirah Ab Rahman Muton" userId="423efa6d-ee54-4a96-bb69-a7d6dc1d7e38" providerId="ADAL" clId="{E5418EA3-ED04-44D7-B695-8570AC1018F6}" dt="2023-10-31T01:29:13.145" v="522" actId="1076"/>
          <ac:grpSpMkLst>
            <pc:docMk/>
            <pc:sldMk cId="0" sldId="529"/>
            <ac:grpSpMk id="21" creationId="{1D167DDC-DC8C-29C4-5473-CC37541E1978}"/>
          </ac:grpSpMkLst>
        </pc:grpChg>
        <pc:grpChg chg="add mod">
          <ac:chgData name="Nursakirah Ab Rahman Muton" userId="423efa6d-ee54-4a96-bb69-a7d6dc1d7e38" providerId="ADAL" clId="{E5418EA3-ED04-44D7-B695-8570AC1018F6}" dt="2023-10-31T01:29:49.923" v="534" actId="1076"/>
          <ac:grpSpMkLst>
            <pc:docMk/>
            <pc:sldMk cId="0" sldId="529"/>
            <ac:grpSpMk id="22" creationId="{B2F32AAC-8D14-4C3B-4AEC-9B8B7BC59511}"/>
          </ac:grpSpMkLst>
        </pc:grpChg>
        <pc:grpChg chg="add mod">
          <ac:chgData name="Nursakirah Ab Rahman Muton" userId="423efa6d-ee54-4a96-bb69-a7d6dc1d7e38" providerId="ADAL" clId="{E5418EA3-ED04-44D7-B695-8570AC1018F6}" dt="2023-10-31T01:29:47.865" v="533" actId="1076"/>
          <ac:grpSpMkLst>
            <pc:docMk/>
            <pc:sldMk cId="0" sldId="529"/>
            <ac:grpSpMk id="25" creationId="{E583ED41-700B-65EA-7BD4-60DAC7B7B08F}"/>
          </ac:grpSpMkLst>
        </pc:grpChg>
        <pc:picChg chg="add mod modCrop">
          <ac:chgData name="Nursakirah Ab Rahman Muton" userId="423efa6d-ee54-4a96-bb69-a7d6dc1d7e38" providerId="ADAL" clId="{E5418EA3-ED04-44D7-B695-8570AC1018F6}" dt="2023-10-31T01:25:10.018" v="335" actId="1076"/>
          <ac:picMkLst>
            <pc:docMk/>
            <pc:sldMk cId="0" sldId="529"/>
            <ac:picMk id="14" creationId="{E6EFBE45-31C9-23D5-CD00-C619EFDB6885}"/>
          </ac:picMkLst>
        </pc:picChg>
        <pc:cxnChg chg="del">
          <ac:chgData name="Nursakirah Ab Rahman Muton" userId="423efa6d-ee54-4a96-bb69-a7d6dc1d7e38" providerId="ADAL" clId="{E5418EA3-ED04-44D7-B695-8570AC1018F6}" dt="2023-10-31T01:17:58.621" v="128" actId="478"/>
          <ac:cxnSpMkLst>
            <pc:docMk/>
            <pc:sldMk cId="0" sldId="529"/>
            <ac:cxnSpMk id="21509" creationId="{DF7ED580-D531-DA91-5F3B-85406CBFCCDC}"/>
          </ac:cxnSpMkLst>
        </pc:cxnChg>
      </pc:sldChg>
      <pc:sldChg chg="addSp delSp modSp mod">
        <pc:chgData name="Nursakirah Ab Rahman Muton" userId="423efa6d-ee54-4a96-bb69-a7d6dc1d7e38" providerId="ADAL" clId="{E5418EA3-ED04-44D7-B695-8570AC1018F6}" dt="2023-10-31T01:30:22.289" v="539" actId="478"/>
        <pc:sldMkLst>
          <pc:docMk/>
          <pc:sldMk cId="0" sldId="530"/>
        </pc:sldMkLst>
        <pc:spChg chg="mod">
          <ac:chgData name="Nursakirah Ab Rahman Muton" userId="423efa6d-ee54-4a96-bb69-a7d6dc1d7e38" providerId="ADAL" clId="{E5418EA3-ED04-44D7-B695-8570AC1018F6}" dt="2023-10-31T01:26:00.821" v="392" actId="20577"/>
          <ac:spMkLst>
            <pc:docMk/>
            <pc:sldMk cId="0" sldId="530"/>
            <ac:spMk id="3" creationId="{29A42EC3-9878-528E-A38E-7B342CE4B0D2}"/>
          </ac:spMkLst>
        </pc:spChg>
        <pc:spChg chg="mod">
          <ac:chgData name="Nursakirah Ab Rahman Muton" userId="423efa6d-ee54-4a96-bb69-a7d6dc1d7e38" providerId="ADAL" clId="{E5418EA3-ED04-44D7-B695-8570AC1018F6}" dt="2023-10-31T01:25:43.054" v="342" actId="20577"/>
          <ac:spMkLst>
            <pc:docMk/>
            <pc:sldMk cId="0" sldId="530"/>
            <ac:spMk id="4" creationId="{295FA961-FC3F-2DDB-EE47-523D0CD46A63}"/>
          </ac:spMkLst>
        </pc:spChg>
        <pc:spChg chg="mod">
          <ac:chgData name="Nursakirah Ab Rahman Muton" userId="423efa6d-ee54-4a96-bb69-a7d6dc1d7e38" providerId="ADAL" clId="{E5418EA3-ED04-44D7-B695-8570AC1018F6}" dt="2023-10-31T01:26:18.580" v="438" actId="20577"/>
          <ac:spMkLst>
            <pc:docMk/>
            <pc:sldMk cId="0" sldId="530"/>
            <ac:spMk id="6" creationId="{B85109EE-2FE2-CD46-1BAA-0767FC9FCC2E}"/>
          </ac:spMkLst>
        </pc:spChg>
        <pc:spChg chg="mod">
          <ac:chgData name="Nursakirah Ab Rahman Muton" userId="423efa6d-ee54-4a96-bb69-a7d6dc1d7e38" providerId="ADAL" clId="{E5418EA3-ED04-44D7-B695-8570AC1018F6}" dt="2023-10-31T01:26:05.054" v="398" actId="20577"/>
          <ac:spMkLst>
            <pc:docMk/>
            <pc:sldMk cId="0" sldId="530"/>
            <ac:spMk id="7" creationId="{F62B2E03-78C5-F2C9-81D8-1AEAC84F2E74}"/>
          </ac:spMkLst>
        </pc:spChg>
        <pc:spChg chg="mod">
          <ac:chgData name="Nursakirah Ab Rahman Muton" userId="423efa6d-ee54-4a96-bb69-a7d6dc1d7e38" providerId="ADAL" clId="{E5418EA3-ED04-44D7-B695-8570AC1018F6}" dt="2023-10-31T01:26:31.712" v="476" actId="20577"/>
          <ac:spMkLst>
            <pc:docMk/>
            <pc:sldMk cId="0" sldId="530"/>
            <ac:spMk id="9" creationId="{FB0ABCF6-F324-5815-549E-999DC62270CA}"/>
          </ac:spMkLst>
        </pc:spChg>
        <pc:spChg chg="mod">
          <ac:chgData name="Nursakirah Ab Rahman Muton" userId="423efa6d-ee54-4a96-bb69-a7d6dc1d7e38" providerId="ADAL" clId="{E5418EA3-ED04-44D7-B695-8570AC1018F6}" dt="2023-10-31T01:26:21.844" v="441" actId="20577"/>
          <ac:spMkLst>
            <pc:docMk/>
            <pc:sldMk cId="0" sldId="530"/>
            <ac:spMk id="10" creationId="{6A91929B-CE37-BC92-4185-89F0F4E7AA46}"/>
          </ac:spMkLst>
        </pc:spChg>
        <pc:spChg chg="add del mod">
          <ac:chgData name="Nursakirah Ab Rahman Muton" userId="423efa6d-ee54-4a96-bb69-a7d6dc1d7e38" providerId="ADAL" clId="{E5418EA3-ED04-44D7-B695-8570AC1018F6}" dt="2023-10-31T01:26:37.558" v="478" actId="478"/>
          <ac:spMkLst>
            <pc:docMk/>
            <pc:sldMk cId="0" sldId="530"/>
            <ac:spMk id="12" creationId="{B44193BA-79A2-73A3-B4ED-8B95E2F71708}"/>
          </ac:spMkLst>
        </pc:spChg>
        <pc:spChg chg="mod">
          <ac:chgData name="Nursakirah Ab Rahman Muton" userId="423efa6d-ee54-4a96-bb69-a7d6dc1d7e38" providerId="ADAL" clId="{E5418EA3-ED04-44D7-B695-8570AC1018F6}" dt="2023-10-31T01:30:13.394" v="538"/>
          <ac:spMkLst>
            <pc:docMk/>
            <pc:sldMk cId="0" sldId="530"/>
            <ac:spMk id="16" creationId="{BA398C2A-BE59-C760-F1C4-00ABF25D12EB}"/>
          </ac:spMkLst>
        </pc:spChg>
        <pc:spChg chg="mod">
          <ac:chgData name="Nursakirah Ab Rahman Muton" userId="423efa6d-ee54-4a96-bb69-a7d6dc1d7e38" providerId="ADAL" clId="{E5418EA3-ED04-44D7-B695-8570AC1018F6}" dt="2023-10-31T01:30:13.394" v="538"/>
          <ac:spMkLst>
            <pc:docMk/>
            <pc:sldMk cId="0" sldId="530"/>
            <ac:spMk id="17" creationId="{9E8EEF49-970A-0C23-5367-329FE35D4664}"/>
          </ac:spMkLst>
        </pc:spChg>
        <pc:spChg chg="del mod">
          <ac:chgData name="Nursakirah Ab Rahman Muton" userId="423efa6d-ee54-4a96-bb69-a7d6dc1d7e38" providerId="ADAL" clId="{E5418EA3-ED04-44D7-B695-8570AC1018F6}" dt="2023-10-31T01:26:35.176" v="477" actId="478"/>
          <ac:spMkLst>
            <pc:docMk/>
            <pc:sldMk cId="0" sldId="530"/>
            <ac:spMk id="22531" creationId="{DCE49770-1655-A776-579B-5308D5C62AC7}"/>
          </ac:spMkLst>
        </pc:spChg>
        <pc:spChg chg="del">
          <ac:chgData name="Nursakirah Ab Rahman Muton" userId="423efa6d-ee54-4a96-bb69-a7d6dc1d7e38" providerId="ADAL" clId="{E5418EA3-ED04-44D7-B695-8570AC1018F6}" dt="2023-10-31T01:25:29.109" v="337" actId="478"/>
          <ac:spMkLst>
            <pc:docMk/>
            <pc:sldMk cId="0" sldId="530"/>
            <ac:spMk id="22532" creationId="{2BE40B4B-C4EA-0304-A44D-528A534196F0}"/>
          </ac:spMkLst>
        </pc:spChg>
        <pc:grpChg chg="add mod">
          <ac:chgData name="Nursakirah Ab Rahman Muton" userId="423efa6d-ee54-4a96-bb69-a7d6dc1d7e38" providerId="ADAL" clId="{E5418EA3-ED04-44D7-B695-8570AC1018F6}" dt="2023-10-31T01:25:38.469" v="339"/>
          <ac:grpSpMkLst>
            <pc:docMk/>
            <pc:sldMk cId="0" sldId="530"/>
            <ac:grpSpMk id="2" creationId="{0F353BE3-98EB-6F93-4771-EDC558AA080A}"/>
          </ac:grpSpMkLst>
        </pc:grpChg>
        <pc:grpChg chg="add mod">
          <ac:chgData name="Nursakirah Ab Rahman Muton" userId="423efa6d-ee54-4a96-bb69-a7d6dc1d7e38" providerId="ADAL" clId="{E5418EA3-ED04-44D7-B695-8570AC1018F6}" dt="2023-10-31T01:25:38.469" v="339"/>
          <ac:grpSpMkLst>
            <pc:docMk/>
            <pc:sldMk cId="0" sldId="530"/>
            <ac:grpSpMk id="5" creationId="{F8570AD7-CA2D-EA19-7766-F2CF4D758731}"/>
          </ac:grpSpMkLst>
        </pc:grpChg>
        <pc:grpChg chg="add mod">
          <ac:chgData name="Nursakirah Ab Rahman Muton" userId="423efa6d-ee54-4a96-bb69-a7d6dc1d7e38" providerId="ADAL" clId="{E5418EA3-ED04-44D7-B695-8570AC1018F6}" dt="2023-10-31T01:25:38.469" v="339"/>
          <ac:grpSpMkLst>
            <pc:docMk/>
            <pc:sldMk cId="0" sldId="530"/>
            <ac:grpSpMk id="8" creationId="{BFB360D6-D8B7-9A0B-941C-165A3EDDB08C}"/>
          </ac:grpSpMkLst>
        </pc:grpChg>
        <pc:grpChg chg="add del mod">
          <ac:chgData name="Nursakirah Ab Rahman Muton" userId="423efa6d-ee54-4a96-bb69-a7d6dc1d7e38" providerId="ADAL" clId="{E5418EA3-ED04-44D7-B695-8570AC1018F6}" dt="2023-10-31T01:30:22.289" v="539" actId="478"/>
          <ac:grpSpMkLst>
            <pc:docMk/>
            <pc:sldMk cId="0" sldId="530"/>
            <ac:grpSpMk id="15" creationId="{CE15D28F-A37D-4F78-7546-7D44D838B0DE}"/>
          </ac:grpSpMkLst>
        </pc:grpChg>
        <pc:picChg chg="add mod">
          <ac:chgData name="Nursakirah Ab Rahman Muton" userId="423efa6d-ee54-4a96-bb69-a7d6dc1d7e38" providerId="ADAL" clId="{E5418EA3-ED04-44D7-B695-8570AC1018F6}" dt="2023-10-31T01:26:53.264" v="482" actId="1076"/>
          <ac:picMkLst>
            <pc:docMk/>
            <pc:sldMk cId="0" sldId="530"/>
            <ac:picMk id="14" creationId="{462FA91C-4FB3-78A3-6410-FBB0E6C7E149}"/>
          </ac:picMkLst>
        </pc:picChg>
        <pc:cxnChg chg="del">
          <ac:chgData name="Nursakirah Ab Rahman Muton" userId="423efa6d-ee54-4a96-bb69-a7d6dc1d7e38" providerId="ADAL" clId="{E5418EA3-ED04-44D7-B695-8570AC1018F6}" dt="2023-10-31T01:25:29.109" v="337" actId="478"/>
          <ac:cxnSpMkLst>
            <pc:docMk/>
            <pc:sldMk cId="0" sldId="530"/>
            <ac:cxnSpMk id="22533" creationId="{E67BF46F-CE0F-8EC6-3E6B-1D91260D01A8}"/>
          </ac:cxnSpMkLst>
        </pc:cxnChg>
        <pc:cxnChg chg="del">
          <ac:chgData name="Nursakirah Ab Rahman Muton" userId="423efa6d-ee54-4a96-bb69-a7d6dc1d7e38" providerId="ADAL" clId="{E5418EA3-ED04-44D7-B695-8570AC1018F6}" dt="2023-10-31T01:25:29.109" v="337" actId="478"/>
          <ac:cxnSpMkLst>
            <pc:docMk/>
            <pc:sldMk cId="0" sldId="530"/>
            <ac:cxnSpMk id="22534" creationId="{E5171593-BCA1-5554-6C04-BCC873C2AB79}"/>
          </ac:cxnSpMkLst>
        </pc:cxnChg>
      </pc:sldChg>
      <pc:sldChg chg="addSp modSp mod modNotesTx">
        <pc:chgData name="Nursakirah Ab Rahman Muton" userId="423efa6d-ee54-4a96-bb69-a7d6dc1d7e38" providerId="ADAL" clId="{E5418EA3-ED04-44D7-B695-8570AC1018F6}" dt="2023-11-13T08:20:24.265" v="14994" actId="20577"/>
        <pc:sldMkLst>
          <pc:docMk/>
          <pc:sldMk cId="0" sldId="531"/>
        </pc:sldMkLst>
        <pc:spChg chg="add mod">
          <ac:chgData name="Nursakirah Ab Rahman Muton" userId="423efa6d-ee54-4a96-bb69-a7d6dc1d7e38" providerId="ADAL" clId="{E5418EA3-ED04-44D7-B695-8570AC1018F6}" dt="2023-10-31T03:20:32.818" v="1845" actId="113"/>
          <ac:spMkLst>
            <pc:docMk/>
            <pc:sldMk cId="0" sldId="531"/>
            <ac:spMk id="2" creationId="{F36D93A9-FB8B-288B-87C0-DD97BB31246B}"/>
          </ac:spMkLst>
        </pc:spChg>
        <pc:spChg chg="add mod">
          <ac:chgData name="Nursakirah Ab Rahman Muton" userId="423efa6d-ee54-4a96-bb69-a7d6dc1d7e38" providerId="ADAL" clId="{E5418EA3-ED04-44D7-B695-8570AC1018F6}" dt="2023-10-31T03:20:40.194" v="1849" actId="20577"/>
          <ac:spMkLst>
            <pc:docMk/>
            <pc:sldMk cId="0" sldId="531"/>
            <ac:spMk id="3" creationId="{A503DC46-6339-16F0-A2A4-32473C4B0C32}"/>
          </ac:spMkLst>
        </pc:spChg>
        <pc:spChg chg="add mod">
          <ac:chgData name="Nursakirah Ab Rahman Muton" userId="423efa6d-ee54-4a96-bb69-a7d6dc1d7e38" providerId="ADAL" clId="{E5418EA3-ED04-44D7-B695-8570AC1018F6}" dt="2023-10-31T03:20:48.305" v="1854" actId="6549"/>
          <ac:spMkLst>
            <pc:docMk/>
            <pc:sldMk cId="0" sldId="531"/>
            <ac:spMk id="4" creationId="{04F1E6DA-4B54-C117-2810-88292F9647BE}"/>
          </ac:spMkLst>
        </pc:spChg>
        <pc:spChg chg="add mod">
          <ac:chgData name="Nursakirah Ab Rahman Muton" userId="423efa6d-ee54-4a96-bb69-a7d6dc1d7e38" providerId="ADAL" clId="{E5418EA3-ED04-44D7-B695-8570AC1018F6}" dt="2023-10-31T03:20:56.510" v="1858" actId="20577"/>
          <ac:spMkLst>
            <pc:docMk/>
            <pc:sldMk cId="0" sldId="531"/>
            <ac:spMk id="5" creationId="{05C7D6EB-2100-BB1C-F0AD-70B27C2582DB}"/>
          </ac:spMkLst>
        </pc:spChg>
        <pc:spChg chg="add mod">
          <ac:chgData name="Nursakirah Ab Rahman Muton" userId="423efa6d-ee54-4a96-bb69-a7d6dc1d7e38" providerId="ADAL" clId="{E5418EA3-ED04-44D7-B695-8570AC1018F6}" dt="2023-10-31T03:21:06.639" v="1862" actId="6549"/>
          <ac:spMkLst>
            <pc:docMk/>
            <pc:sldMk cId="0" sldId="531"/>
            <ac:spMk id="6" creationId="{9FDCA6C0-C90B-6379-A748-44D9C20A1777}"/>
          </ac:spMkLst>
        </pc:spChg>
        <pc:spChg chg="mod">
          <ac:chgData name="Nursakirah Ab Rahman Muton" userId="423efa6d-ee54-4a96-bb69-a7d6dc1d7e38" providerId="ADAL" clId="{E5418EA3-ED04-44D7-B695-8570AC1018F6}" dt="2023-11-01T06:44:56.826" v="5111" actId="403"/>
          <ac:spMkLst>
            <pc:docMk/>
            <pc:sldMk cId="0" sldId="531"/>
            <ac:spMk id="34819" creationId="{B8B044A0-F13A-8AED-6DD7-B45AFCEA5928}"/>
          </ac:spMkLst>
        </pc:spChg>
      </pc:sldChg>
      <pc:sldChg chg="addSp delSp modSp mod">
        <pc:chgData name="Nursakirah Ab Rahman Muton" userId="423efa6d-ee54-4a96-bb69-a7d6dc1d7e38" providerId="ADAL" clId="{E5418EA3-ED04-44D7-B695-8570AC1018F6}" dt="2023-10-31T03:32:16.968" v="2031" actId="1076"/>
        <pc:sldMkLst>
          <pc:docMk/>
          <pc:sldMk cId="0" sldId="532"/>
        </pc:sldMkLst>
        <pc:spChg chg="del">
          <ac:chgData name="Nursakirah Ab Rahman Muton" userId="423efa6d-ee54-4a96-bb69-a7d6dc1d7e38" providerId="ADAL" clId="{E5418EA3-ED04-44D7-B695-8570AC1018F6}" dt="2023-10-31T03:32:08.486" v="2029" actId="478"/>
          <ac:spMkLst>
            <pc:docMk/>
            <pc:sldMk cId="0" sldId="532"/>
            <ac:spMk id="39940" creationId="{862F2EFD-E33B-90FE-84F9-37CBD282E21D}"/>
          </ac:spMkLst>
        </pc:spChg>
        <pc:spChg chg="del">
          <ac:chgData name="Nursakirah Ab Rahman Muton" userId="423efa6d-ee54-4a96-bb69-a7d6dc1d7e38" providerId="ADAL" clId="{E5418EA3-ED04-44D7-B695-8570AC1018F6}" dt="2023-10-31T03:32:08.486" v="2029" actId="478"/>
          <ac:spMkLst>
            <pc:docMk/>
            <pc:sldMk cId="0" sldId="532"/>
            <ac:spMk id="39941" creationId="{776522B9-B2D8-83CE-4B6C-58A845DE8B5A}"/>
          </ac:spMkLst>
        </pc:spChg>
        <pc:picChg chg="add mod">
          <ac:chgData name="Nursakirah Ab Rahman Muton" userId="423efa6d-ee54-4a96-bb69-a7d6dc1d7e38" providerId="ADAL" clId="{E5418EA3-ED04-44D7-B695-8570AC1018F6}" dt="2023-10-31T03:32:16.968" v="2031" actId="1076"/>
          <ac:picMkLst>
            <pc:docMk/>
            <pc:sldMk cId="0" sldId="532"/>
            <ac:picMk id="3" creationId="{37DA634A-6E14-66F9-6008-88306B2C5E57}"/>
          </ac:picMkLst>
        </pc:picChg>
        <pc:picChg chg="del">
          <ac:chgData name="Nursakirah Ab Rahman Muton" userId="423efa6d-ee54-4a96-bb69-a7d6dc1d7e38" providerId="ADAL" clId="{E5418EA3-ED04-44D7-B695-8570AC1018F6}" dt="2023-10-31T03:32:06.896" v="2028" actId="478"/>
          <ac:picMkLst>
            <pc:docMk/>
            <pc:sldMk cId="0" sldId="532"/>
            <ac:picMk id="39939" creationId="{975286B4-5017-33EA-0C2A-A97199C5D8AC}"/>
          </ac:picMkLst>
        </pc:picChg>
      </pc:sldChg>
      <pc:sldChg chg="del">
        <pc:chgData name="Nursakirah Ab Rahman Muton" userId="423efa6d-ee54-4a96-bb69-a7d6dc1d7e38" providerId="ADAL" clId="{E5418EA3-ED04-44D7-B695-8570AC1018F6}" dt="2023-10-31T03:54:18.560" v="2719" actId="47"/>
        <pc:sldMkLst>
          <pc:docMk/>
          <pc:sldMk cId="0" sldId="533"/>
        </pc:sldMkLst>
      </pc:sldChg>
      <pc:sldChg chg="addSp delSp modSp mod modNotesTx">
        <pc:chgData name="Nursakirah Ab Rahman Muton" userId="423efa6d-ee54-4a96-bb69-a7d6dc1d7e38" providerId="ADAL" clId="{E5418EA3-ED04-44D7-B695-8570AC1018F6}" dt="2023-11-17T00:47:04.601" v="26990"/>
        <pc:sldMkLst>
          <pc:docMk/>
          <pc:sldMk cId="0" sldId="534"/>
        </pc:sldMkLst>
        <pc:spChg chg="add mod">
          <ac:chgData name="Nursakirah Ab Rahman Muton" userId="423efa6d-ee54-4a96-bb69-a7d6dc1d7e38" providerId="ADAL" clId="{E5418EA3-ED04-44D7-B695-8570AC1018F6}" dt="2023-11-16T13:13:23.660" v="26883" actId="1076"/>
          <ac:spMkLst>
            <pc:docMk/>
            <pc:sldMk cId="0" sldId="534"/>
            <ac:spMk id="2" creationId="{A5331BBF-CF4E-2AB8-A55D-C13EA25F6FB6}"/>
          </ac:spMkLst>
        </pc:spChg>
        <pc:spChg chg="add del">
          <ac:chgData name="Nursakirah Ab Rahman Muton" userId="423efa6d-ee54-4a96-bb69-a7d6dc1d7e38" providerId="ADAL" clId="{E5418EA3-ED04-44D7-B695-8570AC1018F6}" dt="2023-10-31T03:38:24.888" v="2419" actId="22"/>
          <ac:spMkLst>
            <pc:docMk/>
            <pc:sldMk cId="0" sldId="534"/>
            <ac:spMk id="3" creationId="{394B44EA-343D-8160-C1C8-264C9B534661}"/>
          </ac:spMkLst>
        </pc:spChg>
        <pc:spChg chg="add mod">
          <ac:chgData name="Nursakirah Ab Rahman Muton" userId="423efa6d-ee54-4a96-bb69-a7d6dc1d7e38" providerId="ADAL" clId="{E5418EA3-ED04-44D7-B695-8570AC1018F6}" dt="2023-11-16T13:13:30.432" v="26886" actId="113"/>
          <ac:spMkLst>
            <pc:docMk/>
            <pc:sldMk cId="0" sldId="534"/>
            <ac:spMk id="3" creationId="{D3084E48-F2EF-03BC-0FCB-A4BEA14B2F15}"/>
          </ac:spMkLst>
        </pc:spChg>
        <pc:spChg chg="mod">
          <ac:chgData name="Nursakirah Ab Rahman Muton" userId="423efa6d-ee54-4a96-bb69-a7d6dc1d7e38" providerId="ADAL" clId="{E5418EA3-ED04-44D7-B695-8570AC1018F6}" dt="2023-11-01T06:57:20.105" v="5216" actId="20577"/>
          <ac:spMkLst>
            <pc:docMk/>
            <pc:sldMk cId="0" sldId="534"/>
            <ac:spMk id="44035" creationId="{13CB9958-E588-2DA2-253D-ACE4AC2AD4E3}"/>
          </ac:spMkLst>
        </pc:spChg>
        <pc:inkChg chg="add">
          <ac:chgData name="Nursakirah Ab Rahman Muton" userId="423efa6d-ee54-4a96-bb69-a7d6dc1d7e38" providerId="ADAL" clId="{E5418EA3-ED04-44D7-B695-8570AC1018F6}" dt="2023-11-17T00:47:04.601" v="26990"/>
          <ac:inkMkLst>
            <pc:docMk/>
            <pc:sldMk cId="0" sldId="534"/>
            <ac:inkMk id="4" creationId="{E2748EA0-0397-9FF0-66E1-E48A08AEED90}"/>
          </ac:inkMkLst>
        </pc:inkChg>
      </pc:sldChg>
      <pc:sldChg chg="del">
        <pc:chgData name="Nursakirah Ab Rahman Muton" userId="423efa6d-ee54-4a96-bb69-a7d6dc1d7e38" providerId="ADAL" clId="{E5418EA3-ED04-44D7-B695-8570AC1018F6}" dt="2023-10-31T03:56:19.767" v="2763" actId="47"/>
        <pc:sldMkLst>
          <pc:docMk/>
          <pc:sldMk cId="0" sldId="535"/>
        </pc:sldMkLst>
      </pc:sldChg>
      <pc:sldChg chg="delSp del">
        <pc:chgData name="Nursakirah Ab Rahman Muton" userId="423efa6d-ee54-4a96-bb69-a7d6dc1d7e38" providerId="ADAL" clId="{E5418EA3-ED04-44D7-B695-8570AC1018F6}" dt="2023-10-31T03:57:58.478" v="2786" actId="47"/>
        <pc:sldMkLst>
          <pc:docMk/>
          <pc:sldMk cId="0" sldId="536"/>
        </pc:sldMkLst>
        <pc:grpChg chg="del">
          <ac:chgData name="Nursakirah Ab Rahman Muton" userId="423efa6d-ee54-4a96-bb69-a7d6dc1d7e38" providerId="ADAL" clId="{E5418EA3-ED04-44D7-B695-8570AC1018F6}" dt="2023-10-31T03:57:48.149" v="2785" actId="478"/>
          <ac:grpSpMkLst>
            <pc:docMk/>
            <pc:sldMk cId="0" sldId="536"/>
            <ac:grpSpMk id="48138" creationId="{B065A3B3-4D97-B23E-EC33-AC146B9B7FD1}"/>
          </ac:grpSpMkLst>
        </pc:grpChg>
      </pc:sldChg>
      <pc:sldChg chg="addSp">
        <pc:chgData name="Nursakirah Ab Rahman Muton" userId="423efa6d-ee54-4a96-bb69-a7d6dc1d7e38" providerId="ADAL" clId="{E5418EA3-ED04-44D7-B695-8570AC1018F6}" dt="2023-11-17T00:47:04.601" v="26990"/>
        <pc:sldMkLst>
          <pc:docMk/>
          <pc:sldMk cId="0" sldId="537"/>
        </pc:sldMkLst>
        <pc:inkChg chg="add">
          <ac:chgData name="Nursakirah Ab Rahman Muton" userId="423efa6d-ee54-4a96-bb69-a7d6dc1d7e38" providerId="ADAL" clId="{E5418EA3-ED04-44D7-B695-8570AC1018F6}" dt="2023-11-17T00:47:04.601" v="26990"/>
          <ac:inkMkLst>
            <pc:docMk/>
            <pc:sldMk cId="0" sldId="537"/>
            <ac:inkMk id="2" creationId="{57305395-519C-45AA-7576-C9CE0A1B541D}"/>
          </ac:inkMkLst>
        </pc:inkChg>
      </pc:sldChg>
      <pc:sldChg chg="addSp delSp modSp mod">
        <pc:chgData name="Nursakirah Ab Rahman Muton" userId="423efa6d-ee54-4a96-bb69-a7d6dc1d7e38" providerId="ADAL" clId="{E5418EA3-ED04-44D7-B695-8570AC1018F6}" dt="2023-11-01T07:00:19.490" v="5234" actId="1035"/>
        <pc:sldMkLst>
          <pc:docMk/>
          <pc:sldMk cId="0" sldId="538"/>
        </pc:sldMkLst>
        <pc:spChg chg="mod">
          <ac:chgData name="Nursakirah Ab Rahman Muton" userId="423efa6d-ee54-4a96-bb69-a7d6dc1d7e38" providerId="ADAL" clId="{E5418EA3-ED04-44D7-B695-8570AC1018F6}" dt="2023-11-01T07:00:12.066" v="5230" actId="1076"/>
          <ac:spMkLst>
            <pc:docMk/>
            <pc:sldMk cId="0" sldId="538"/>
            <ac:spMk id="50178" creationId="{F5508DB5-0C73-1A12-B716-0FA5904F1388}"/>
          </ac:spMkLst>
        </pc:spChg>
        <pc:spChg chg="mod">
          <ac:chgData name="Nursakirah Ab Rahman Muton" userId="423efa6d-ee54-4a96-bb69-a7d6dc1d7e38" providerId="ADAL" clId="{E5418EA3-ED04-44D7-B695-8570AC1018F6}" dt="2023-11-01T07:00:19.490" v="5234" actId="1035"/>
          <ac:spMkLst>
            <pc:docMk/>
            <pc:sldMk cId="0" sldId="538"/>
            <ac:spMk id="50181" creationId="{89F5F610-4991-DDB2-9E30-559E5FFF2611}"/>
          </ac:spMkLst>
        </pc:spChg>
        <pc:grpChg chg="mod">
          <ac:chgData name="Nursakirah Ab Rahman Muton" userId="423efa6d-ee54-4a96-bb69-a7d6dc1d7e38" providerId="ADAL" clId="{E5418EA3-ED04-44D7-B695-8570AC1018F6}" dt="2023-11-01T07:00:19.490" v="5234" actId="1035"/>
          <ac:grpSpMkLst>
            <pc:docMk/>
            <pc:sldMk cId="0" sldId="538"/>
            <ac:grpSpMk id="50180" creationId="{05130F4A-8BAD-D0CA-EA38-7AD3B1506B2E}"/>
          </ac:grpSpMkLst>
        </pc:grpChg>
        <pc:picChg chg="add mod">
          <ac:chgData name="Nursakirah Ab Rahman Muton" userId="423efa6d-ee54-4a96-bb69-a7d6dc1d7e38" providerId="ADAL" clId="{E5418EA3-ED04-44D7-B695-8570AC1018F6}" dt="2023-11-01T07:00:15.395" v="5231" actId="1076"/>
          <ac:picMkLst>
            <pc:docMk/>
            <pc:sldMk cId="0" sldId="538"/>
            <ac:picMk id="3" creationId="{B1B77EA5-8CB7-49D4-86E7-BCAFB33F0DED}"/>
          </ac:picMkLst>
        </pc:picChg>
        <pc:picChg chg="del">
          <ac:chgData name="Nursakirah Ab Rahman Muton" userId="423efa6d-ee54-4a96-bb69-a7d6dc1d7e38" providerId="ADAL" clId="{E5418EA3-ED04-44D7-B695-8570AC1018F6}" dt="2023-11-01T07:00:04.634" v="5226" actId="478"/>
          <ac:picMkLst>
            <pc:docMk/>
            <pc:sldMk cId="0" sldId="538"/>
            <ac:picMk id="50179" creationId="{E313A41F-0F53-507F-597E-7BB95D3C3D36}"/>
          </ac:picMkLst>
        </pc:picChg>
        <pc:cxnChg chg="mod">
          <ac:chgData name="Nursakirah Ab Rahman Muton" userId="423efa6d-ee54-4a96-bb69-a7d6dc1d7e38" providerId="ADAL" clId="{E5418EA3-ED04-44D7-B695-8570AC1018F6}" dt="2023-11-01T07:00:19.490" v="5234" actId="1035"/>
          <ac:cxnSpMkLst>
            <pc:docMk/>
            <pc:sldMk cId="0" sldId="538"/>
            <ac:cxnSpMk id="50182" creationId="{4E73AF3D-6DFA-470F-55CB-8DE8B7E0831C}"/>
          </ac:cxnSpMkLst>
        </pc:cxnChg>
        <pc:cxnChg chg="mod">
          <ac:chgData name="Nursakirah Ab Rahman Muton" userId="423efa6d-ee54-4a96-bb69-a7d6dc1d7e38" providerId="ADAL" clId="{E5418EA3-ED04-44D7-B695-8570AC1018F6}" dt="2023-11-01T07:00:19.490" v="5234" actId="1035"/>
          <ac:cxnSpMkLst>
            <pc:docMk/>
            <pc:sldMk cId="0" sldId="538"/>
            <ac:cxnSpMk id="50183" creationId="{3CC25101-5CAA-6339-5791-C4603606BE18}"/>
          </ac:cxnSpMkLst>
        </pc:cxnChg>
        <pc:cxnChg chg="mod">
          <ac:chgData name="Nursakirah Ab Rahman Muton" userId="423efa6d-ee54-4a96-bb69-a7d6dc1d7e38" providerId="ADAL" clId="{E5418EA3-ED04-44D7-B695-8570AC1018F6}" dt="2023-11-01T07:00:19.490" v="5234" actId="1035"/>
          <ac:cxnSpMkLst>
            <pc:docMk/>
            <pc:sldMk cId="0" sldId="538"/>
            <ac:cxnSpMk id="50184" creationId="{55538006-5C18-DC61-5624-6A9E28AB5F27}"/>
          </ac:cxnSpMkLst>
        </pc:cxnChg>
        <pc:cxnChg chg="mod">
          <ac:chgData name="Nursakirah Ab Rahman Muton" userId="423efa6d-ee54-4a96-bb69-a7d6dc1d7e38" providerId="ADAL" clId="{E5418EA3-ED04-44D7-B695-8570AC1018F6}" dt="2023-11-01T07:00:19.490" v="5234" actId="1035"/>
          <ac:cxnSpMkLst>
            <pc:docMk/>
            <pc:sldMk cId="0" sldId="538"/>
            <ac:cxnSpMk id="50185" creationId="{0A4EC968-605C-8B83-5C43-8B541F5A3430}"/>
          </ac:cxnSpMkLst>
        </pc:cxnChg>
        <pc:cxnChg chg="mod">
          <ac:chgData name="Nursakirah Ab Rahman Muton" userId="423efa6d-ee54-4a96-bb69-a7d6dc1d7e38" providerId="ADAL" clId="{E5418EA3-ED04-44D7-B695-8570AC1018F6}" dt="2023-11-01T07:00:19.490" v="5234" actId="1035"/>
          <ac:cxnSpMkLst>
            <pc:docMk/>
            <pc:sldMk cId="0" sldId="538"/>
            <ac:cxnSpMk id="50186" creationId="{CA84F3BB-2514-D358-A3AC-330ED0B90932}"/>
          </ac:cxnSpMkLst>
        </pc:cxnChg>
        <pc:cxnChg chg="mod">
          <ac:chgData name="Nursakirah Ab Rahman Muton" userId="423efa6d-ee54-4a96-bb69-a7d6dc1d7e38" providerId="ADAL" clId="{E5418EA3-ED04-44D7-B695-8570AC1018F6}" dt="2023-11-01T07:00:19.490" v="5234" actId="1035"/>
          <ac:cxnSpMkLst>
            <pc:docMk/>
            <pc:sldMk cId="0" sldId="538"/>
            <ac:cxnSpMk id="50187" creationId="{A9D79D75-34BB-2725-A046-8BFE19C120FF}"/>
          </ac:cxnSpMkLst>
        </pc:cxnChg>
        <pc:cxnChg chg="mod">
          <ac:chgData name="Nursakirah Ab Rahman Muton" userId="423efa6d-ee54-4a96-bb69-a7d6dc1d7e38" providerId="ADAL" clId="{E5418EA3-ED04-44D7-B695-8570AC1018F6}" dt="2023-11-01T07:00:19.490" v="5234" actId="1035"/>
          <ac:cxnSpMkLst>
            <pc:docMk/>
            <pc:sldMk cId="0" sldId="538"/>
            <ac:cxnSpMk id="50188" creationId="{7E2EF800-7971-F6B2-C945-F5EC0AFF17F5}"/>
          </ac:cxnSpMkLst>
        </pc:cxnChg>
      </pc:sldChg>
      <pc:sldChg chg="modSp mod">
        <pc:chgData name="Nursakirah Ab Rahman Muton" userId="423efa6d-ee54-4a96-bb69-a7d6dc1d7e38" providerId="ADAL" clId="{E5418EA3-ED04-44D7-B695-8570AC1018F6}" dt="2023-11-01T08:40:16.769" v="5298" actId="27636"/>
        <pc:sldMkLst>
          <pc:docMk/>
          <pc:sldMk cId="0" sldId="539"/>
        </pc:sldMkLst>
        <pc:spChg chg="mod">
          <ac:chgData name="Nursakirah Ab Rahman Muton" userId="423efa6d-ee54-4a96-bb69-a7d6dc1d7e38" providerId="ADAL" clId="{E5418EA3-ED04-44D7-B695-8570AC1018F6}" dt="2023-11-01T08:40:16.769" v="5298" actId="27636"/>
          <ac:spMkLst>
            <pc:docMk/>
            <pc:sldMk cId="0" sldId="539"/>
            <ac:spMk id="51203" creationId="{9135AAE1-00AC-71B0-B0F5-23430A0B0A1E}"/>
          </ac:spMkLst>
        </pc:spChg>
      </pc:sldChg>
      <pc:sldChg chg="del">
        <pc:chgData name="Nursakirah Ab Rahman Muton" userId="423efa6d-ee54-4a96-bb69-a7d6dc1d7e38" providerId="ADAL" clId="{E5418EA3-ED04-44D7-B695-8570AC1018F6}" dt="2023-11-01T08:41:52.508" v="5377" actId="47"/>
        <pc:sldMkLst>
          <pc:docMk/>
          <pc:sldMk cId="0" sldId="541"/>
        </pc:sldMkLst>
      </pc:sldChg>
      <pc:sldChg chg="del">
        <pc:chgData name="Nursakirah Ab Rahman Muton" userId="423efa6d-ee54-4a96-bb69-a7d6dc1d7e38" providerId="ADAL" clId="{E5418EA3-ED04-44D7-B695-8570AC1018F6}" dt="2023-11-01T08:42:16.567" v="5382" actId="47"/>
        <pc:sldMkLst>
          <pc:docMk/>
          <pc:sldMk cId="0" sldId="542"/>
        </pc:sldMkLst>
      </pc:sldChg>
      <pc:sldChg chg="addSp delSp modSp add del mod">
        <pc:chgData name="Nursakirah Ab Rahman Muton" userId="423efa6d-ee54-4a96-bb69-a7d6dc1d7e38" providerId="ADAL" clId="{E5418EA3-ED04-44D7-B695-8570AC1018F6}" dt="2023-11-01T10:27:45.884" v="6028" actId="47"/>
        <pc:sldMkLst>
          <pc:docMk/>
          <pc:sldMk cId="0" sldId="543"/>
        </pc:sldMkLst>
        <pc:graphicFrameChg chg="add del">
          <ac:chgData name="Nursakirah Ab Rahman Muton" userId="423efa6d-ee54-4a96-bb69-a7d6dc1d7e38" providerId="ADAL" clId="{E5418EA3-ED04-44D7-B695-8570AC1018F6}" dt="2023-11-01T09:56:52.868" v="5654" actId="21"/>
          <ac:graphicFrameMkLst>
            <pc:docMk/>
            <pc:sldMk cId="0" sldId="543"/>
            <ac:graphicFrameMk id="2" creationId="{28688565-584A-B83D-8C70-6F0D03E39820}"/>
          </ac:graphicFrameMkLst>
        </pc:graphicFrameChg>
        <pc:picChg chg="mod">
          <ac:chgData name="Nursakirah Ab Rahman Muton" userId="423efa6d-ee54-4a96-bb69-a7d6dc1d7e38" providerId="ADAL" clId="{E5418EA3-ED04-44D7-B695-8570AC1018F6}" dt="2023-11-01T09:38:20.980" v="5497" actId="1076"/>
          <ac:picMkLst>
            <pc:docMk/>
            <pc:sldMk cId="0" sldId="543"/>
            <ac:picMk id="65540" creationId="{3FE1C724-A6D2-2E1C-2255-D5CA1944E9F9}"/>
          </ac:picMkLst>
        </pc:picChg>
      </pc:sldChg>
      <pc:sldChg chg="addSp modSp mod modAnim modNotesTx">
        <pc:chgData name="Nursakirah Ab Rahman Muton" userId="423efa6d-ee54-4a96-bb69-a7d6dc1d7e38" providerId="ADAL" clId="{E5418EA3-ED04-44D7-B695-8570AC1018F6}" dt="2023-11-17T01:55:05.548" v="26991"/>
        <pc:sldMkLst>
          <pc:docMk/>
          <pc:sldMk cId="0" sldId="544"/>
        </pc:sldMkLst>
        <pc:spChg chg="add mod">
          <ac:chgData name="Nursakirah Ab Rahman Muton" userId="423efa6d-ee54-4a96-bb69-a7d6dc1d7e38" providerId="ADAL" clId="{E5418EA3-ED04-44D7-B695-8570AC1018F6}" dt="2023-11-01T11:00:15.693" v="6180" actId="1076"/>
          <ac:spMkLst>
            <pc:docMk/>
            <pc:sldMk cId="0" sldId="544"/>
            <ac:spMk id="2" creationId="{8CAAF29E-978C-82DA-AA86-6A71B2D0C91D}"/>
          </ac:spMkLst>
        </pc:spChg>
        <pc:spChg chg="add mod">
          <ac:chgData name="Nursakirah Ab Rahman Muton" userId="423efa6d-ee54-4a96-bb69-a7d6dc1d7e38" providerId="ADAL" clId="{E5418EA3-ED04-44D7-B695-8570AC1018F6}" dt="2023-11-01T11:00:24.549" v="6187" actId="1076"/>
          <ac:spMkLst>
            <pc:docMk/>
            <pc:sldMk cId="0" sldId="544"/>
            <ac:spMk id="3" creationId="{FE5F9B34-B48C-69CE-617A-50B072B4DCAE}"/>
          </ac:spMkLst>
        </pc:spChg>
        <pc:spChg chg="add mod">
          <ac:chgData name="Nursakirah Ab Rahman Muton" userId="423efa6d-ee54-4a96-bb69-a7d6dc1d7e38" providerId="ADAL" clId="{E5418EA3-ED04-44D7-B695-8570AC1018F6}" dt="2023-11-01T11:01:48.543" v="6211" actId="20577"/>
          <ac:spMkLst>
            <pc:docMk/>
            <pc:sldMk cId="0" sldId="544"/>
            <ac:spMk id="4" creationId="{146B2137-C723-ABE7-8340-EFDEA8A88825}"/>
          </ac:spMkLst>
        </pc:spChg>
        <pc:spChg chg="add mod">
          <ac:chgData name="Nursakirah Ab Rahman Muton" userId="423efa6d-ee54-4a96-bb69-a7d6dc1d7e38" providerId="ADAL" clId="{E5418EA3-ED04-44D7-B695-8570AC1018F6}" dt="2023-11-01T11:02:08.302" v="6218" actId="20577"/>
          <ac:spMkLst>
            <pc:docMk/>
            <pc:sldMk cId="0" sldId="544"/>
            <ac:spMk id="7" creationId="{90BF5EF1-113E-60E1-6DF4-6A6624D32251}"/>
          </ac:spMkLst>
        </pc:spChg>
        <pc:spChg chg="add mod">
          <ac:chgData name="Nursakirah Ab Rahman Muton" userId="423efa6d-ee54-4a96-bb69-a7d6dc1d7e38" providerId="ADAL" clId="{E5418EA3-ED04-44D7-B695-8570AC1018F6}" dt="2023-11-01T11:02:15.813" v="6221" actId="20577"/>
          <ac:spMkLst>
            <pc:docMk/>
            <pc:sldMk cId="0" sldId="544"/>
            <ac:spMk id="9" creationId="{6E9AB836-0F68-6934-D53E-644459BF665C}"/>
          </ac:spMkLst>
        </pc:spChg>
        <pc:spChg chg="add mod">
          <ac:chgData name="Nursakirah Ab Rahman Muton" userId="423efa6d-ee54-4a96-bb69-a7d6dc1d7e38" providerId="ADAL" clId="{E5418EA3-ED04-44D7-B695-8570AC1018F6}" dt="2023-11-01T11:12:12.384" v="6292" actId="164"/>
          <ac:spMkLst>
            <pc:docMk/>
            <pc:sldMk cId="0" sldId="544"/>
            <ac:spMk id="11" creationId="{91BC945C-8D61-78A8-835B-C4CC1503FD6B}"/>
          </ac:spMkLst>
        </pc:spChg>
        <pc:spChg chg="add mod">
          <ac:chgData name="Nursakirah Ab Rahman Muton" userId="423efa6d-ee54-4a96-bb69-a7d6dc1d7e38" providerId="ADAL" clId="{E5418EA3-ED04-44D7-B695-8570AC1018F6}" dt="2023-11-01T11:12:12.384" v="6292" actId="164"/>
          <ac:spMkLst>
            <pc:docMk/>
            <pc:sldMk cId="0" sldId="544"/>
            <ac:spMk id="12" creationId="{F41345FD-EF3C-C081-38FD-6AB71074E617}"/>
          </ac:spMkLst>
        </pc:spChg>
        <pc:spChg chg="add mod">
          <ac:chgData name="Nursakirah Ab Rahman Muton" userId="423efa6d-ee54-4a96-bb69-a7d6dc1d7e38" providerId="ADAL" clId="{E5418EA3-ED04-44D7-B695-8570AC1018F6}" dt="2023-11-01T11:12:12.384" v="6292" actId="164"/>
          <ac:spMkLst>
            <pc:docMk/>
            <pc:sldMk cId="0" sldId="544"/>
            <ac:spMk id="14" creationId="{FC28AC9C-FEC7-468C-1709-F49BD43F6770}"/>
          </ac:spMkLst>
        </pc:spChg>
        <pc:spChg chg="add mod">
          <ac:chgData name="Nursakirah Ab Rahman Muton" userId="423efa6d-ee54-4a96-bb69-a7d6dc1d7e38" providerId="ADAL" clId="{E5418EA3-ED04-44D7-B695-8570AC1018F6}" dt="2023-11-01T11:12:12.384" v="6292" actId="164"/>
          <ac:spMkLst>
            <pc:docMk/>
            <pc:sldMk cId="0" sldId="544"/>
            <ac:spMk id="16" creationId="{FE3DD0AC-40D7-DF5B-7647-564C5AC68013}"/>
          </ac:spMkLst>
        </pc:spChg>
        <pc:spChg chg="add mod">
          <ac:chgData name="Nursakirah Ab Rahman Muton" userId="423efa6d-ee54-4a96-bb69-a7d6dc1d7e38" providerId="ADAL" clId="{E5418EA3-ED04-44D7-B695-8570AC1018F6}" dt="2023-11-01T11:12:12.384" v="6292" actId="164"/>
          <ac:spMkLst>
            <pc:docMk/>
            <pc:sldMk cId="0" sldId="544"/>
            <ac:spMk id="18" creationId="{38310E6B-C61D-33BF-40C1-8BD0608BC820}"/>
          </ac:spMkLst>
        </pc:spChg>
        <pc:spChg chg="add mod">
          <ac:chgData name="Nursakirah Ab Rahman Muton" userId="423efa6d-ee54-4a96-bb69-a7d6dc1d7e38" providerId="ADAL" clId="{E5418EA3-ED04-44D7-B695-8570AC1018F6}" dt="2023-11-01T11:12:12.384" v="6292" actId="164"/>
          <ac:spMkLst>
            <pc:docMk/>
            <pc:sldMk cId="0" sldId="544"/>
            <ac:spMk id="20" creationId="{1BC40AB1-308C-1E99-DD29-19FA444BD1C3}"/>
          </ac:spMkLst>
        </pc:spChg>
        <pc:spChg chg="add mod">
          <ac:chgData name="Nursakirah Ab Rahman Muton" userId="423efa6d-ee54-4a96-bb69-a7d6dc1d7e38" providerId="ADAL" clId="{E5418EA3-ED04-44D7-B695-8570AC1018F6}" dt="2023-11-01T11:12:12.384" v="6292" actId="164"/>
          <ac:spMkLst>
            <pc:docMk/>
            <pc:sldMk cId="0" sldId="544"/>
            <ac:spMk id="22" creationId="{0CB982F0-22E1-7F22-6496-F35E4F590600}"/>
          </ac:spMkLst>
        </pc:spChg>
        <pc:spChg chg="add mod">
          <ac:chgData name="Nursakirah Ab Rahman Muton" userId="423efa6d-ee54-4a96-bb69-a7d6dc1d7e38" providerId="ADAL" clId="{E5418EA3-ED04-44D7-B695-8570AC1018F6}" dt="2023-11-01T11:12:12.384" v="6292" actId="164"/>
          <ac:spMkLst>
            <pc:docMk/>
            <pc:sldMk cId="0" sldId="544"/>
            <ac:spMk id="23" creationId="{F775BB17-B6B7-7D31-B078-9665BBE145F5}"/>
          </ac:spMkLst>
        </pc:spChg>
        <pc:spChg chg="mod">
          <ac:chgData name="Nursakirah Ab Rahman Muton" userId="423efa6d-ee54-4a96-bb69-a7d6dc1d7e38" providerId="ADAL" clId="{E5418EA3-ED04-44D7-B695-8570AC1018F6}" dt="2023-11-01T11:00:05.569" v="6174" actId="1076"/>
          <ac:spMkLst>
            <pc:docMk/>
            <pc:sldMk cId="0" sldId="544"/>
            <ac:spMk id="67586" creationId="{BD2EEE29-E3DB-552E-4B12-59549E0A59C3}"/>
          </ac:spMkLst>
        </pc:spChg>
        <pc:spChg chg="mod">
          <ac:chgData name="Nursakirah Ab Rahman Muton" userId="423efa6d-ee54-4a96-bb69-a7d6dc1d7e38" providerId="ADAL" clId="{E5418EA3-ED04-44D7-B695-8570AC1018F6}" dt="2023-11-01T11:00:02.818" v="6173" actId="1076"/>
          <ac:spMkLst>
            <pc:docMk/>
            <pc:sldMk cId="0" sldId="544"/>
            <ac:spMk id="67588" creationId="{D75AE40D-0EE8-6388-4F72-79862268C556}"/>
          </ac:spMkLst>
        </pc:spChg>
        <pc:spChg chg="mod">
          <ac:chgData name="Nursakirah Ab Rahman Muton" userId="423efa6d-ee54-4a96-bb69-a7d6dc1d7e38" providerId="ADAL" clId="{E5418EA3-ED04-44D7-B695-8570AC1018F6}" dt="2023-11-01T11:00:02.818" v="6173" actId="1076"/>
          <ac:spMkLst>
            <pc:docMk/>
            <pc:sldMk cId="0" sldId="544"/>
            <ac:spMk id="67593" creationId="{0FBD3897-90EE-746A-A08B-763FE4C6E304}"/>
          </ac:spMkLst>
        </pc:spChg>
        <pc:spChg chg="mod">
          <ac:chgData name="Nursakirah Ab Rahman Muton" userId="423efa6d-ee54-4a96-bb69-a7d6dc1d7e38" providerId="ADAL" clId="{E5418EA3-ED04-44D7-B695-8570AC1018F6}" dt="2023-11-01T11:00:02.818" v="6173" actId="1076"/>
          <ac:spMkLst>
            <pc:docMk/>
            <pc:sldMk cId="0" sldId="544"/>
            <ac:spMk id="67594" creationId="{5E8683A6-2B99-EF2F-E559-121A80199326}"/>
          </ac:spMkLst>
        </pc:spChg>
        <pc:spChg chg="mod">
          <ac:chgData name="Nursakirah Ab Rahman Muton" userId="423efa6d-ee54-4a96-bb69-a7d6dc1d7e38" providerId="ADAL" clId="{E5418EA3-ED04-44D7-B695-8570AC1018F6}" dt="2023-11-01T11:00:02.818" v="6173" actId="1076"/>
          <ac:spMkLst>
            <pc:docMk/>
            <pc:sldMk cId="0" sldId="544"/>
            <ac:spMk id="67595" creationId="{48FC2072-5061-3EF4-5625-710F190BC5BE}"/>
          </ac:spMkLst>
        </pc:spChg>
        <pc:spChg chg="mod">
          <ac:chgData name="Nursakirah Ab Rahman Muton" userId="423efa6d-ee54-4a96-bb69-a7d6dc1d7e38" providerId="ADAL" clId="{E5418EA3-ED04-44D7-B695-8570AC1018F6}" dt="2023-11-01T11:00:02.818" v="6173" actId="1076"/>
          <ac:spMkLst>
            <pc:docMk/>
            <pc:sldMk cId="0" sldId="544"/>
            <ac:spMk id="67596" creationId="{E4FF6FC5-AF51-639B-904A-C11B50A02D75}"/>
          </ac:spMkLst>
        </pc:spChg>
        <pc:spChg chg="mod">
          <ac:chgData name="Nursakirah Ab Rahman Muton" userId="423efa6d-ee54-4a96-bb69-a7d6dc1d7e38" providerId="ADAL" clId="{E5418EA3-ED04-44D7-B695-8570AC1018F6}" dt="2023-11-01T11:12:12.384" v="6292" actId="164"/>
          <ac:spMkLst>
            <pc:docMk/>
            <pc:sldMk cId="0" sldId="544"/>
            <ac:spMk id="67598" creationId="{EA3DD2E5-AD17-7065-2601-973234B7FA1C}"/>
          </ac:spMkLst>
        </pc:spChg>
        <pc:spChg chg="mod">
          <ac:chgData name="Nursakirah Ab Rahman Muton" userId="423efa6d-ee54-4a96-bb69-a7d6dc1d7e38" providerId="ADAL" clId="{E5418EA3-ED04-44D7-B695-8570AC1018F6}" dt="2023-11-01T11:12:12.384" v="6292" actId="164"/>
          <ac:spMkLst>
            <pc:docMk/>
            <pc:sldMk cId="0" sldId="544"/>
            <ac:spMk id="67599" creationId="{7E829DD8-83FA-176F-4282-EDA8A01A9257}"/>
          </ac:spMkLst>
        </pc:spChg>
        <pc:grpChg chg="add mod">
          <ac:chgData name="Nursakirah Ab Rahman Muton" userId="423efa6d-ee54-4a96-bb69-a7d6dc1d7e38" providerId="ADAL" clId="{E5418EA3-ED04-44D7-B695-8570AC1018F6}" dt="2023-11-01T11:12:12.384" v="6292" actId="164"/>
          <ac:grpSpMkLst>
            <pc:docMk/>
            <pc:sldMk cId="0" sldId="544"/>
            <ac:grpSpMk id="25" creationId="{A5DC2F2D-D548-00C2-2F28-BA2556FFAB42}"/>
          </ac:grpSpMkLst>
        </pc:grpChg>
        <pc:picChg chg="mod">
          <ac:chgData name="Nursakirah Ab Rahman Muton" userId="423efa6d-ee54-4a96-bb69-a7d6dc1d7e38" providerId="ADAL" clId="{E5418EA3-ED04-44D7-B695-8570AC1018F6}" dt="2023-11-01T11:00:02.818" v="6173" actId="1076"/>
          <ac:picMkLst>
            <pc:docMk/>
            <pc:sldMk cId="0" sldId="544"/>
            <ac:picMk id="67587" creationId="{88BB0F02-F07F-3AD8-1997-F49F1297F577}"/>
          </ac:picMkLst>
        </pc:picChg>
        <pc:picChg chg="mod">
          <ac:chgData name="Nursakirah Ab Rahman Muton" userId="423efa6d-ee54-4a96-bb69-a7d6dc1d7e38" providerId="ADAL" clId="{E5418EA3-ED04-44D7-B695-8570AC1018F6}" dt="2023-11-01T11:12:12.384" v="6292" actId="164"/>
          <ac:picMkLst>
            <pc:docMk/>
            <pc:sldMk cId="0" sldId="544"/>
            <ac:picMk id="67597" creationId="{178BA841-E880-5211-3723-F19A361026CD}"/>
          </ac:picMkLst>
        </pc:picChg>
        <pc:inkChg chg="add">
          <ac:chgData name="Nursakirah Ab Rahman Muton" userId="423efa6d-ee54-4a96-bb69-a7d6dc1d7e38" providerId="ADAL" clId="{E5418EA3-ED04-44D7-B695-8570AC1018F6}" dt="2023-11-17T01:55:05.548" v="26991"/>
          <ac:inkMkLst>
            <pc:docMk/>
            <pc:sldMk cId="0" sldId="544"/>
            <ac:inkMk id="26" creationId="{C5F51985-035B-0E3F-BCD3-4B6E23458D57}"/>
          </ac:inkMkLst>
        </pc:inkChg>
        <pc:cxnChg chg="add mod">
          <ac:chgData name="Nursakirah Ab Rahman Muton" userId="423efa6d-ee54-4a96-bb69-a7d6dc1d7e38" providerId="ADAL" clId="{E5418EA3-ED04-44D7-B695-8570AC1018F6}" dt="2023-11-01T11:01:55.353" v="6213" actId="1076"/>
          <ac:cxnSpMkLst>
            <pc:docMk/>
            <pc:sldMk cId="0" sldId="544"/>
            <ac:cxnSpMk id="5" creationId="{BB6905E3-6E9A-D05F-1CB8-CF5E4E52CC49}"/>
          </ac:cxnSpMkLst>
        </pc:cxnChg>
        <pc:cxnChg chg="add mod">
          <ac:chgData name="Nursakirah Ab Rahman Muton" userId="423efa6d-ee54-4a96-bb69-a7d6dc1d7e38" providerId="ADAL" clId="{E5418EA3-ED04-44D7-B695-8570AC1018F6}" dt="2023-11-01T11:01:53.268" v="6212" actId="1076"/>
          <ac:cxnSpMkLst>
            <pc:docMk/>
            <pc:sldMk cId="0" sldId="544"/>
            <ac:cxnSpMk id="6" creationId="{D606551D-D778-BDBA-A751-E64C7EF875E5}"/>
          </ac:cxnSpMkLst>
        </pc:cxnChg>
        <pc:cxnChg chg="add mod">
          <ac:chgData name="Nursakirah Ab Rahman Muton" userId="423efa6d-ee54-4a96-bb69-a7d6dc1d7e38" providerId="ADAL" clId="{E5418EA3-ED04-44D7-B695-8570AC1018F6}" dt="2023-11-01T11:02:06.101" v="6217" actId="1076"/>
          <ac:cxnSpMkLst>
            <pc:docMk/>
            <pc:sldMk cId="0" sldId="544"/>
            <ac:cxnSpMk id="8" creationId="{09FD0BC8-0098-427A-49D0-51BD6722F96A}"/>
          </ac:cxnSpMkLst>
        </pc:cxnChg>
        <pc:cxnChg chg="add mod">
          <ac:chgData name="Nursakirah Ab Rahman Muton" userId="423efa6d-ee54-4a96-bb69-a7d6dc1d7e38" providerId="ADAL" clId="{E5418EA3-ED04-44D7-B695-8570AC1018F6}" dt="2023-11-01T11:02:20.514" v="6223" actId="1076"/>
          <ac:cxnSpMkLst>
            <pc:docMk/>
            <pc:sldMk cId="0" sldId="544"/>
            <ac:cxnSpMk id="10" creationId="{F02F764A-11B5-5BCE-8914-A56AF9F39950}"/>
          </ac:cxnSpMkLst>
        </pc:cxnChg>
        <pc:cxnChg chg="add mod">
          <ac:chgData name="Nursakirah Ab Rahman Muton" userId="423efa6d-ee54-4a96-bb69-a7d6dc1d7e38" providerId="ADAL" clId="{E5418EA3-ED04-44D7-B695-8570AC1018F6}" dt="2023-11-01T11:12:12.384" v="6292" actId="164"/>
          <ac:cxnSpMkLst>
            <pc:docMk/>
            <pc:sldMk cId="0" sldId="544"/>
            <ac:cxnSpMk id="13" creationId="{A50FA69E-C2D4-8B15-50BB-91398325352C}"/>
          </ac:cxnSpMkLst>
        </pc:cxnChg>
        <pc:cxnChg chg="add mod">
          <ac:chgData name="Nursakirah Ab Rahman Muton" userId="423efa6d-ee54-4a96-bb69-a7d6dc1d7e38" providerId="ADAL" clId="{E5418EA3-ED04-44D7-B695-8570AC1018F6}" dt="2023-11-01T11:12:12.384" v="6292" actId="164"/>
          <ac:cxnSpMkLst>
            <pc:docMk/>
            <pc:sldMk cId="0" sldId="544"/>
            <ac:cxnSpMk id="15" creationId="{94245F9F-342C-5D89-321E-E69A001F0C8E}"/>
          </ac:cxnSpMkLst>
        </pc:cxnChg>
        <pc:cxnChg chg="add mod">
          <ac:chgData name="Nursakirah Ab Rahman Muton" userId="423efa6d-ee54-4a96-bb69-a7d6dc1d7e38" providerId="ADAL" clId="{E5418EA3-ED04-44D7-B695-8570AC1018F6}" dt="2023-11-01T11:12:12.384" v="6292" actId="164"/>
          <ac:cxnSpMkLst>
            <pc:docMk/>
            <pc:sldMk cId="0" sldId="544"/>
            <ac:cxnSpMk id="17" creationId="{DF6A2B0A-17F5-6643-1D0B-0556E4A786A9}"/>
          </ac:cxnSpMkLst>
        </pc:cxnChg>
        <pc:cxnChg chg="add mod">
          <ac:chgData name="Nursakirah Ab Rahman Muton" userId="423efa6d-ee54-4a96-bb69-a7d6dc1d7e38" providerId="ADAL" clId="{E5418EA3-ED04-44D7-B695-8570AC1018F6}" dt="2023-11-01T11:12:12.384" v="6292" actId="164"/>
          <ac:cxnSpMkLst>
            <pc:docMk/>
            <pc:sldMk cId="0" sldId="544"/>
            <ac:cxnSpMk id="19" creationId="{6EE93A42-2EDD-FE1D-88C6-D0134F6543F9}"/>
          </ac:cxnSpMkLst>
        </pc:cxnChg>
        <pc:cxnChg chg="add mod">
          <ac:chgData name="Nursakirah Ab Rahman Muton" userId="423efa6d-ee54-4a96-bb69-a7d6dc1d7e38" providerId="ADAL" clId="{E5418EA3-ED04-44D7-B695-8570AC1018F6}" dt="2023-11-01T11:12:12.384" v="6292" actId="164"/>
          <ac:cxnSpMkLst>
            <pc:docMk/>
            <pc:sldMk cId="0" sldId="544"/>
            <ac:cxnSpMk id="21" creationId="{809C2BFF-1DB8-F0E4-FFFD-79285721E681}"/>
          </ac:cxnSpMkLst>
        </pc:cxnChg>
        <pc:cxnChg chg="add mod">
          <ac:chgData name="Nursakirah Ab Rahman Muton" userId="423efa6d-ee54-4a96-bb69-a7d6dc1d7e38" providerId="ADAL" clId="{E5418EA3-ED04-44D7-B695-8570AC1018F6}" dt="2023-11-01T11:12:12.384" v="6292" actId="164"/>
          <ac:cxnSpMkLst>
            <pc:docMk/>
            <pc:sldMk cId="0" sldId="544"/>
            <ac:cxnSpMk id="24" creationId="{482E4BD2-A983-0C80-9CBA-5D7BF15C813E}"/>
          </ac:cxnSpMkLst>
        </pc:cxnChg>
        <pc:cxnChg chg="mod">
          <ac:chgData name="Nursakirah Ab Rahman Muton" userId="423efa6d-ee54-4a96-bb69-a7d6dc1d7e38" providerId="ADAL" clId="{E5418EA3-ED04-44D7-B695-8570AC1018F6}" dt="2023-11-01T11:00:02.818" v="6173" actId="1076"/>
          <ac:cxnSpMkLst>
            <pc:docMk/>
            <pc:sldMk cId="0" sldId="544"/>
            <ac:cxnSpMk id="67589" creationId="{38E6DE29-E106-5AC4-683E-2FE72B1493F2}"/>
          </ac:cxnSpMkLst>
        </pc:cxnChg>
        <pc:cxnChg chg="mod">
          <ac:chgData name="Nursakirah Ab Rahman Muton" userId="423efa6d-ee54-4a96-bb69-a7d6dc1d7e38" providerId="ADAL" clId="{E5418EA3-ED04-44D7-B695-8570AC1018F6}" dt="2023-11-01T11:00:02.818" v="6173" actId="1076"/>
          <ac:cxnSpMkLst>
            <pc:docMk/>
            <pc:sldMk cId="0" sldId="544"/>
            <ac:cxnSpMk id="67590" creationId="{7D52DA57-C7F7-CE4F-6C19-31A8853F0B6A}"/>
          </ac:cxnSpMkLst>
        </pc:cxnChg>
        <pc:cxnChg chg="mod">
          <ac:chgData name="Nursakirah Ab Rahman Muton" userId="423efa6d-ee54-4a96-bb69-a7d6dc1d7e38" providerId="ADAL" clId="{E5418EA3-ED04-44D7-B695-8570AC1018F6}" dt="2023-11-01T11:00:02.818" v="6173" actId="1076"/>
          <ac:cxnSpMkLst>
            <pc:docMk/>
            <pc:sldMk cId="0" sldId="544"/>
            <ac:cxnSpMk id="67591" creationId="{EB3553EC-EAF1-0827-4A5B-01B6E65D7098}"/>
          </ac:cxnSpMkLst>
        </pc:cxnChg>
        <pc:cxnChg chg="mod">
          <ac:chgData name="Nursakirah Ab Rahman Muton" userId="423efa6d-ee54-4a96-bb69-a7d6dc1d7e38" providerId="ADAL" clId="{E5418EA3-ED04-44D7-B695-8570AC1018F6}" dt="2023-11-01T11:00:02.818" v="6173" actId="1076"/>
          <ac:cxnSpMkLst>
            <pc:docMk/>
            <pc:sldMk cId="0" sldId="544"/>
            <ac:cxnSpMk id="67592" creationId="{AB40F47D-9CDF-0D7B-A0A1-94584F860A54}"/>
          </ac:cxnSpMkLst>
        </pc:cxnChg>
      </pc:sldChg>
      <pc:sldChg chg="addSp delSp modSp mod modNotesTx">
        <pc:chgData name="Nursakirah Ab Rahman Muton" userId="423efa6d-ee54-4a96-bb69-a7d6dc1d7e38" providerId="ADAL" clId="{E5418EA3-ED04-44D7-B695-8570AC1018F6}" dt="2023-11-17T01:55:05.548" v="26991"/>
        <pc:sldMkLst>
          <pc:docMk/>
          <pc:sldMk cId="0" sldId="545"/>
        </pc:sldMkLst>
        <pc:spChg chg="add mod">
          <ac:chgData name="Nursakirah Ab Rahman Muton" userId="423efa6d-ee54-4a96-bb69-a7d6dc1d7e38" providerId="ADAL" clId="{E5418EA3-ED04-44D7-B695-8570AC1018F6}" dt="2023-11-01T11:11:36.194" v="6286" actId="1076"/>
          <ac:spMkLst>
            <pc:docMk/>
            <pc:sldMk cId="0" sldId="545"/>
            <ac:spMk id="2" creationId="{0F63618B-EB8E-72AF-A7D9-A37FA8793EF6}"/>
          </ac:spMkLst>
        </pc:spChg>
        <pc:spChg chg="add mod">
          <ac:chgData name="Nursakirah Ab Rahman Muton" userId="423efa6d-ee54-4a96-bb69-a7d6dc1d7e38" providerId="ADAL" clId="{E5418EA3-ED04-44D7-B695-8570AC1018F6}" dt="2023-11-01T11:11:36.194" v="6286" actId="1076"/>
          <ac:spMkLst>
            <pc:docMk/>
            <pc:sldMk cId="0" sldId="545"/>
            <ac:spMk id="3" creationId="{E189F94F-A2D6-D060-372B-089AC4FC463F}"/>
          </ac:spMkLst>
        </pc:spChg>
        <pc:spChg chg="mod">
          <ac:chgData name="Nursakirah Ab Rahman Muton" userId="423efa6d-ee54-4a96-bb69-a7d6dc1d7e38" providerId="ADAL" clId="{E5418EA3-ED04-44D7-B695-8570AC1018F6}" dt="2023-11-01T11:12:30.635" v="6299" actId="1076"/>
          <ac:spMkLst>
            <pc:docMk/>
            <pc:sldMk cId="0" sldId="545"/>
            <ac:spMk id="6" creationId="{1EC308D1-C30F-04CA-5353-865CF495C836}"/>
          </ac:spMkLst>
        </pc:spChg>
        <pc:spChg chg="mod">
          <ac:chgData name="Nursakirah Ab Rahman Muton" userId="423efa6d-ee54-4a96-bb69-a7d6dc1d7e38" providerId="ADAL" clId="{E5418EA3-ED04-44D7-B695-8570AC1018F6}" dt="2023-11-01T11:12:34.170" v="6300" actId="207"/>
          <ac:spMkLst>
            <pc:docMk/>
            <pc:sldMk cId="0" sldId="545"/>
            <ac:spMk id="7" creationId="{B3417B61-3C51-D47B-95F2-1CAE6494AD99}"/>
          </ac:spMkLst>
        </pc:spChg>
        <pc:spChg chg="mod">
          <ac:chgData name="Nursakirah Ab Rahman Muton" userId="423efa6d-ee54-4a96-bb69-a7d6dc1d7e38" providerId="ADAL" clId="{E5418EA3-ED04-44D7-B695-8570AC1018F6}" dt="2023-11-01T11:12:30.635" v="6299" actId="1076"/>
          <ac:spMkLst>
            <pc:docMk/>
            <pc:sldMk cId="0" sldId="545"/>
            <ac:spMk id="8" creationId="{CEC9179D-F476-31F7-3AB0-2F32BC3D9B27}"/>
          </ac:spMkLst>
        </pc:spChg>
        <pc:spChg chg="mod">
          <ac:chgData name="Nursakirah Ab Rahman Muton" userId="423efa6d-ee54-4a96-bb69-a7d6dc1d7e38" providerId="ADAL" clId="{E5418EA3-ED04-44D7-B695-8570AC1018F6}" dt="2023-11-01T11:12:30.635" v="6299" actId="1076"/>
          <ac:spMkLst>
            <pc:docMk/>
            <pc:sldMk cId="0" sldId="545"/>
            <ac:spMk id="9" creationId="{8939AFB2-65DB-3EA1-AA4C-91F707171D6D}"/>
          </ac:spMkLst>
        </pc:spChg>
        <pc:spChg chg="mod">
          <ac:chgData name="Nursakirah Ab Rahman Muton" userId="423efa6d-ee54-4a96-bb69-a7d6dc1d7e38" providerId="ADAL" clId="{E5418EA3-ED04-44D7-B695-8570AC1018F6}" dt="2023-11-01T11:12:30.635" v="6299" actId="1076"/>
          <ac:spMkLst>
            <pc:docMk/>
            <pc:sldMk cId="0" sldId="545"/>
            <ac:spMk id="11" creationId="{F0B73EFC-C7D2-DBCE-99CC-F3BD49FBD66F}"/>
          </ac:spMkLst>
        </pc:spChg>
        <pc:spChg chg="mod">
          <ac:chgData name="Nursakirah Ab Rahman Muton" userId="423efa6d-ee54-4a96-bb69-a7d6dc1d7e38" providerId="ADAL" clId="{E5418EA3-ED04-44D7-B695-8570AC1018F6}" dt="2023-11-01T11:12:30.635" v="6299" actId="1076"/>
          <ac:spMkLst>
            <pc:docMk/>
            <pc:sldMk cId="0" sldId="545"/>
            <ac:spMk id="13" creationId="{65E63596-1C33-65C4-5ED1-6467755C1483}"/>
          </ac:spMkLst>
        </pc:spChg>
        <pc:spChg chg="mod">
          <ac:chgData name="Nursakirah Ab Rahman Muton" userId="423efa6d-ee54-4a96-bb69-a7d6dc1d7e38" providerId="ADAL" clId="{E5418EA3-ED04-44D7-B695-8570AC1018F6}" dt="2023-11-01T11:12:30.635" v="6299" actId="1076"/>
          <ac:spMkLst>
            <pc:docMk/>
            <pc:sldMk cId="0" sldId="545"/>
            <ac:spMk id="15" creationId="{5DDF823A-42EF-EDCD-D1DB-9EABF103F01F}"/>
          </ac:spMkLst>
        </pc:spChg>
        <pc:spChg chg="mod">
          <ac:chgData name="Nursakirah Ab Rahman Muton" userId="423efa6d-ee54-4a96-bb69-a7d6dc1d7e38" providerId="ADAL" clId="{E5418EA3-ED04-44D7-B695-8570AC1018F6}" dt="2023-11-01T11:12:30.635" v="6299" actId="1076"/>
          <ac:spMkLst>
            <pc:docMk/>
            <pc:sldMk cId="0" sldId="545"/>
            <ac:spMk id="17" creationId="{865B17F0-5781-3DF3-C8BD-7550AD8F1330}"/>
          </ac:spMkLst>
        </pc:spChg>
        <pc:spChg chg="mod">
          <ac:chgData name="Nursakirah Ab Rahman Muton" userId="423efa6d-ee54-4a96-bb69-a7d6dc1d7e38" providerId="ADAL" clId="{E5418EA3-ED04-44D7-B695-8570AC1018F6}" dt="2023-11-01T11:12:30.635" v="6299" actId="1076"/>
          <ac:spMkLst>
            <pc:docMk/>
            <pc:sldMk cId="0" sldId="545"/>
            <ac:spMk id="19" creationId="{F6ED6502-2371-7DB8-6EB4-3317FB5453CB}"/>
          </ac:spMkLst>
        </pc:spChg>
        <pc:spChg chg="mod">
          <ac:chgData name="Nursakirah Ab Rahman Muton" userId="423efa6d-ee54-4a96-bb69-a7d6dc1d7e38" providerId="ADAL" clId="{E5418EA3-ED04-44D7-B695-8570AC1018F6}" dt="2023-11-01T11:12:30.635" v="6299" actId="1076"/>
          <ac:spMkLst>
            <pc:docMk/>
            <pc:sldMk cId="0" sldId="545"/>
            <ac:spMk id="20" creationId="{92B8E8F0-D0F4-A0AB-FBDA-C651B348D8DC}"/>
          </ac:spMkLst>
        </pc:spChg>
        <pc:spChg chg="mod">
          <ac:chgData name="Nursakirah Ab Rahman Muton" userId="423efa6d-ee54-4a96-bb69-a7d6dc1d7e38" providerId="ADAL" clId="{E5418EA3-ED04-44D7-B695-8570AC1018F6}" dt="2023-11-01T11:11:36.194" v="6286" actId="1076"/>
          <ac:spMkLst>
            <pc:docMk/>
            <pc:sldMk cId="0" sldId="545"/>
            <ac:spMk id="68613" creationId="{63D3389C-8EFA-3B72-DFC9-F6D614C91B8B}"/>
          </ac:spMkLst>
        </pc:spChg>
        <pc:spChg chg="mod">
          <ac:chgData name="Nursakirah Ab Rahman Muton" userId="423efa6d-ee54-4a96-bb69-a7d6dc1d7e38" providerId="ADAL" clId="{E5418EA3-ED04-44D7-B695-8570AC1018F6}" dt="2023-11-01T11:11:36.194" v="6286" actId="1076"/>
          <ac:spMkLst>
            <pc:docMk/>
            <pc:sldMk cId="0" sldId="545"/>
            <ac:spMk id="68618" creationId="{4B443042-949D-64E7-AEF4-3530F1C332C6}"/>
          </ac:spMkLst>
        </pc:spChg>
        <pc:spChg chg="mod">
          <ac:chgData name="Nursakirah Ab Rahman Muton" userId="423efa6d-ee54-4a96-bb69-a7d6dc1d7e38" providerId="ADAL" clId="{E5418EA3-ED04-44D7-B695-8570AC1018F6}" dt="2023-11-01T11:11:36.194" v="6286" actId="1076"/>
          <ac:spMkLst>
            <pc:docMk/>
            <pc:sldMk cId="0" sldId="545"/>
            <ac:spMk id="68619" creationId="{9049925F-60D0-E6A8-36E0-B0394C1F27E3}"/>
          </ac:spMkLst>
        </pc:spChg>
        <pc:spChg chg="mod">
          <ac:chgData name="Nursakirah Ab Rahman Muton" userId="423efa6d-ee54-4a96-bb69-a7d6dc1d7e38" providerId="ADAL" clId="{E5418EA3-ED04-44D7-B695-8570AC1018F6}" dt="2023-11-01T11:11:36.194" v="6286" actId="1076"/>
          <ac:spMkLst>
            <pc:docMk/>
            <pc:sldMk cId="0" sldId="545"/>
            <ac:spMk id="68620" creationId="{16D23124-F533-D72A-FB2A-F456537E8ED3}"/>
          </ac:spMkLst>
        </pc:spChg>
        <pc:spChg chg="mod">
          <ac:chgData name="Nursakirah Ab Rahman Muton" userId="423efa6d-ee54-4a96-bb69-a7d6dc1d7e38" providerId="ADAL" clId="{E5418EA3-ED04-44D7-B695-8570AC1018F6}" dt="2023-11-01T11:11:36.194" v="6286" actId="1076"/>
          <ac:spMkLst>
            <pc:docMk/>
            <pc:sldMk cId="0" sldId="545"/>
            <ac:spMk id="68621" creationId="{1F1F4441-108B-1027-BD8D-BD175C79C571}"/>
          </ac:spMkLst>
        </pc:spChg>
        <pc:spChg chg="del">
          <ac:chgData name="Nursakirah Ab Rahman Muton" userId="423efa6d-ee54-4a96-bb69-a7d6dc1d7e38" providerId="ADAL" clId="{E5418EA3-ED04-44D7-B695-8570AC1018F6}" dt="2023-11-01T11:11:19.527" v="6283" actId="478"/>
          <ac:spMkLst>
            <pc:docMk/>
            <pc:sldMk cId="0" sldId="545"/>
            <ac:spMk id="68625" creationId="{D65D98C9-E069-45B3-2957-411D4ED7F543}"/>
          </ac:spMkLst>
        </pc:spChg>
        <pc:spChg chg="del">
          <ac:chgData name="Nursakirah Ab Rahman Muton" userId="423efa6d-ee54-4a96-bb69-a7d6dc1d7e38" providerId="ADAL" clId="{E5418EA3-ED04-44D7-B695-8570AC1018F6}" dt="2023-11-01T11:11:19.527" v="6283" actId="478"/>
          <ac:spMkLst>
            <pc:docMk/>
            <pc:sldMk cId="0" sldId="545"/>
            <ac:spMk id="68629" creationId="{5E581568-9B05-5A22-8BA3-D8F9D6E0F0B8}"/>
          </ac:spMkLst>
        </pc:spChg>
        <pc:spChg chg="del">
          <ac:chgData name="Nursakirah Ab Rahman Muton" userId="423efa6d-ee54-4a96-bb69-a7d6dc1d7e38" providerId="ADAL" clId="{E5418EA3-ED04-44D7-B695-8570AC1018F6}" dt="2023-11-01T11:11:19.527" v="6283" actId="478"/>
          <ac:spMkLst>
            <pc:docMk/>
            <pc:sldMk cId="0" sldId="545"/>
            <ac:spMk id="68630" creationId="{57FE55F0-CE86-FECD-1C71-D0813A6C1FF8}"/>
          </ac:spMkLst>
        </pc:spChg>
        <pc:spChg chg="del">
          <ac:chgData name="Nursakirah Ab Rahman Muton" userId="423efa6d-ee54-4a96-bb69-a7d6dc1d7e38" providerId="ADAL" clId="{E5418EA3-ED04-44D7-B695-8570AC1018F6}" dt="2023-11-01T11:11:30.753" v="6285" actId="478"/>
          <ac:spMkLst>
            <pc:docMk/>
            <pc:sldMk cId="0" sldId="545"/>
            <ac:spMk id="68631" creationId="{11A6E107-3317-90B9-68EF-F887FC35DF14}"/>
          </ac:spMkLst>
        </pc:spChg>
        <pc:spChg chg="del">
          <ac:chgData name="Nursakirah Ab Rahman Muton" userId="423efa6d-ee54-4a96-bb69-a7d6dc1d7e38" providerId="ADAL" clId="{E5418EA3-ED04-44D7-B695-8570AC1018F6}" dt="2023-11-01T11:11:19.527" v="6283" actId="478"/>
          <ac:spMkLst>
            <pc:docMk/>
            <pc:sldMk cId="0" sldId="545"/>
            <ac:spMk id="68632" creationId="{ADCC14BA-962A-CA89-AE20-A604483AB0A8}"/>
          </ac:spMkLst>
        </pc:spChg>
        <pc:grpChg chg="add mod">
          <ac:chgData name="Nursakirah Ab Rahman Muton" userId="423efa6d-ee54-4a96-bb69-a7d6dc1d7e38" providerId="ADAL" clId="{E5418EA3-ED04-44D7-B695-8570AC1018F6}" dt="2023-11-01T11:12:30.635" v="6299" actId="1076"/>
          <ac:grpSpMkLst>
            <pc:docMk/>
            <pc:sldMk cId="0" sldId="545"/>
            <ac:grpSpMk id="4" creationId="{D10C62C9-2792-16ED-93FC-FEF07D57D432}"/>
          </ac:grpSpMkLst>
        </pc:grpChg>
        <pc:picChg chg="mod">
          <ac:chgData name="Nursakirah Ab Rahman Muton" userId="423efa6d-ee54-4a96-bb69-a7d6dc1d7e38" providerId="ADAL" clId="{E5418EA3-ED04-44D7-B695-8570AC1018F6}" dt="2023-11-01T11:12:30.635" v="6299" actId="1076"/>
          <ac:picMkLst>
            <pc:docMk/>
            <pc:sldMk cId="0" sldId="545"/>
            <ac:picMk id="5" creationId="{FEA347F2-A9CF-21DF-F006-EE1C37B317DC}"/>
          </ac:picMkLst>
        </pc:picChg>
        <pc:picChg chg="mod">
          <ac:chgData name="Nursakirah Ab Rahman Muton" userId="423efa6d-ee54-4a96-bb69-a7d6dc1d7e38" providerId="ADAL" clId="{E5418EA3-ED04-44D7-B695-8570AC1018F6}" dt="2023-11-01T11:11:36.194" v="6286" actId="1076"/>
          <ac:picMkLst>
            <pc:docMk/>
            <pc:sldMk cId="0" sldId="545"/>
            <ac:picMk id="68612" creationId="{4C6E2D04-F5FF-63ED-0E78-E9F8D97ACC28}"/>
          </ac:picMkLst>
        </pc:picChg>
        <pc:picChg chg="del mod">
          <ac:chgData name="Nursakirah Ab Rahman Muton" userId="423efa6d-ee54-4a96-bb69-a7d6dc1d7e38" providerId="ADAL" clId="{E5418EA3-ED04-44D7-B695-8570AC1018F6}" dt="2023-11-01T11:12:16.504" v="6293" actId="478"/>
          <ac:picMkLst>
            <pc:docMk/>
            <pc:sldMk cId="0" sldId="545"/>
            <ac:picMk id="68637" creationId="{1BCA579C-FC88-B40A-9A08-09C470245364}"/>
          </ac:picMkLst>
        </pc:picChg>
        <pc:inkChg chg="add">
          <ac:chgData name="Nursakirah Ab Rahman Muton" userId="423efa6d-ee54-4a96-bb69-a7d6dc1d7e38" providerId="ADAL" clId="{E5418EA3-ED04-44D7-B695-8570AC1018F6}" dt="2023-11-17T01:55:05.548" v="26991"/>
          <ac:inkMkLst>
            <pc:docMk/>
            <pc:sldMk cId="0" sldId="545"/>
            <ac:inkMk id="22" creationId="{1DE93848-A657-5BBD-C5DA-E42C6B72A4C1}"/>
          </ac:inkMkLst>
        </pc:inkChg>
        <pc:cxnChg chg="mod">
          <ac:chgData name="Nursakirah Ab Rahman Muton" userId="423efa6d-ee54-4a96-bb69-a7d6dc1d7e38" providerId="ADAL" clId="{E5418EA3-ED04-44D7-B695-8570AC1018F6}" dt="2023-11-01T11:12:30.635" v="6299" actId="1076"/>
          <ac:cxnSpMkLst>
            <pc:docMk/>
            <pc:sldMk cId="0" sldId="545"/>
            <ac:cxnSpMk id="10" creationId="{28C5A7EC-DE14-FA08-257A-0A8815471737}"/>
          </ac:cxnSpMkLst>
        </pc:cxnChg>
        <pc:cxnChg chg="mod">
          <ac:chgData name="Nursakirah Ab Rahman Muton" userId="423efa6d-ee54-4a96-bb69-a7d6dc1d7e38" providerId="ADAL" clId="{E5418EA3-ED04-44D7-B695-8570AC1018F6}" dt="2023-11-01T11:12:30.635" v="6299" actId="1076"/>
          <ac:cxnSpMkLst>
            <pc:docMk/>
            <pc:sldMk cId="0" sldId="545"/>
            <ac:cxnSpMk id="12" creationId="{2AE1A58C-4C9E-762C-8F81-723DD3C939C7}"/>
          </ac:cxnSpMkLst>
        </pc:cxnChg>
        <pc:cxnChg chg="mod">
          <ac:chgData name="Nursakirah Ab Rahman Muton" userId="423efa6d-ee54-4a96-bb69-a7d6dc1d7e38" providerId="ADAL" clId="{E5418EA3-ED04-44D7-B695-8570AC1018F6}" dt="2023-11-01T11:12:30.635" v="6299" actId="1076"/>
          <ac:cxnSpMkLst>
            <pc:docMk/>
            <pc:sldMk cId="0" sldId="545"/>
            <ac:cxnSpMk id="14" creationId="{56F3777A-1EB2-C7B3-A5C5-637472DD6529}"/>
          </ac:cxnSpMkLst>
        </pc:cxnChg>
        <pc:cxnChg chg="mod">
          <ac:chgData name="Nursakirah Ab Rahman Muton" userId="423efa6d-ee54-4a96-bb69-a7d6dc1d7e38" providerId="ADAL" clId="{E5418EA3-ED04-44D7-B695-8570AC1018F6}" dt="2023-11-01T11:12:30.635" v="6299" actId="1076"/>
          <ac:cxnSpMkLst>
            <pc:docMk/>
            <pc:sldMk cId="0" sldId="545"/>
            <ac:cxnSpMk id="16" creationId="{72384E39-E6A6-FF2B-248F-4CF72C9C0F37}"/>
          </ac:cxnSpMkLst>
        </pc:cxnChg>
        <pc:cxnChg chg="mod">
          <ac:chgData name="Nursakirah Ab Rahman Muton" userId="423efa6d-ee54-4a96-bb69-a7d6dc1d7e38" providerId="ADAL" clId="{E5418EA3-ED04-44D7-B695-8570AC1018F6}" dt="2023-11-01T11:12:30.635" v="6299" actId="1076"/>
          <ac:cxnSpMkLst>
            <pc:docMk/>
            <pc:sldMk cId="0" sldId="545"/>
            <ac:cxnSpMk id="18" creationId="{EFA6E350-F6A8-CB34-C067-38C2D410FCCA}"/>
          </ac:cxnSpMkLst>
        </pc:cxnChg>
        <pc:cxnChg chg="mod">
          <ac:chgData name="Nursakirah Ab Rahman Muton" userId="423efa6d-ee54-4a96-bb69-a7d6dc1d7e38" providerId="ADAL" clId="{E5418EA3-ED04-44D7-B695-8570AC1018F6}" dt="2023-11-01T11:12:30.635" v="6299" actId="1076"/>
          <ac:cxnSpMkLst>
            <pc:docMk/>
            <pc:sldMk cId="0" sldId="545"/>
            <ac:cxnSpMk id="21" creationId="{9E6EC74C-B177-E87F-4E25-A18D2BC9C061}"/>
          </ac:cxnSpMkLst>
        </pc:cxnChg>
        <pc:cxnChg chg="mod">
          <ac:chgData name="Nursakirah Ab Rahman Muton" userId="423efa6d-ee54-4a96-bb69-a7d6dc1d7e38" providerId="ADAL" clId="{E5418EA3-ED04-44D7-B695-8570AC1018F6}" dt="2023-11-01T11:11:36.194" v="6286" actId="1076"/>
          <ac:cxnSpMkLst>
            <pc:docMk/>
            <pc:sldMk cId="0" sldId="545"/>
            <ac:cxnSpMk id="68614" creationId="{3B23B8D6-BC73-719E-BD12-13D354959A0B}"/>
          </ac:cxnSpMkLst>
        </pc:cxnChg>
        <pc:cxnChg chg="mod">
          <ac:chgData name="Nursakirah Ab Rahman Muton" userId="423efa6d-ee54-4a96-bb69-a7d6dc1d7e38" providerId="ADAL" clId="{E5418EA3-ED04-44D7-B695-8570AC1018F6}" dt="2023-11-01T11:11:36.194" v="6286" actId="1076"/>
          <ac:cxnSpMkLst>
            <pc:docMk/>
            <pc:sldMk cId="0" sldId="545"/>
            <ac:cxnSpMk id="68615" creationId="{5BC1A480-550B-8067-80EC-830ED9BEB01B}"/>
          </ac:cxnSpMkLst>
        </pc:cxnChg>
        <pc:cxnChg chg="mod">
          <ac:chgData name="Nursakirah Ab Rahman Muton" userId="423efa6d-ee54-4a96-bb69-a7d6dc1d7e38" providerId="ADAL" clId="{E5418EA3-ED04-44D7-B695-8570AC1018F6}" dt="2023-11-01T11:11:36.194" v="6286" actId="1076"/>
          <ac:cxnSpMkLst>
            <pc:docMk/>
            <pc:sldMk cId="0" sldId="545"/>
            <ac:cxnSpMk id="68616" creationId="{63C90DB3-D023-A489-FF1D-436ADA0E7DEF}"/>
          </ac:cxnSpMkLst>
        </pc:cxnChg>
        <pc:cxnChg chg="mod">
          <ac:chgData name="Nursakirah Ab Rahman Muton" userId="423efa6d-ee54-4a96-bb69-a7d6dc1d7e38" providerId="ADAL" clId="{E5418EA3-ED04-44D7-B695-8570AC1018F6}" dt="2023-11-01T11:11:36.194" v="6286" actId="1076"/>
          <ac:cxnSpMkLst>
            <pc:docMk/>
            <pc:sldMk cId="0" sldId="545"/>
            <ac:cxnSpMk id="68617" creationId="{6D6EC275-D65E-56AE-1C05-0212CFE51F11}"/>
          </ac:cxnSpMkLst>
        </pc:cxnChg>
        <pc:cxnChg chg="mod">
          <ac:chgData name="Nursakirah Ab Rahman Muton" userId="423efa6d-ee54-4a96-bb69-a7d6dc1d7e38" providerId="ADAL" clId="{E5418EA3-ED04-44D7-B695-8570AC1018F6}" dt="2023-11-01T11:11:36.194" v="6286" actId="1076"/>
          <ac:cxnSpMkLst>
            <pc:docMk/>
            <pc:sldMk cId="0" sldId="545"/>
            <ac:cxnSpMk id="68622" creationId="{3C7960E3-2C86-D840-A5EF-72C83FB4A141}"/>
          </ac:cxnSpMkLst>
        </pc:cxnChg>
        <pc:cxnChg chg="mod">
          <ac:chgData name="Nursakirah Ab Rahman Muton" userId="423efa6d-ee54-4a96-bb69-a7d6dc1d7e38" providerId="ADAL" clId="{E5418EA3-ED04-44D7-B695-8570AC1018F6}" dt="2023-11-01T11:11:36.194" v="6286" actId="1076"/>
          <ac:cxnSpMkLst>
            <pc:docMk/>
            <pc:sldMk cId="0" sldId="545"/>
            <ac:cxnSpMk id="68623" creationId="{8290C04E-423C-0699-D442-21F2D84CE5B4}"/>
          </ac:cxnSpMkLst>
        </pc:cxnChg>
        <pc:cxnChg chg="mod">
          <ac:chgData name="Nursakirah Ab Rahman Muton" userId="423efa6d-ee54-4a96-bb69-a7d6dc1d7e38" providerId="ADAL" clId="{E5418EA3-ED04-44D7-B695-8570AC1018F6}" dt="2023-11-01T11:11:36.194" v="6286" actId="1076"/>
          <ac:cxnSpMkLst>
            <pc:docMk/>
            <pc:sldMk cId="0" sldId="545"/>
            <ac:cxnSpMk id="68624" creationId="{CE0B35AD-3AD1-5073-19A1-323B641FC726}"/>
          </ac:cxnSpMkLst>
        </pc:cxnChg>
        <pc:cxnChg chg="del">
          <ac:chgData name="Nursakirah Ab Rahman Muton" userId="423efa6d-ee54-4a96-bb69-a7d6dc1d7e38" providerId="ADAL" clId="{E5418EA3-ED04-44D7-B695-8570AC1018F6}" dt="2023-11-01T11:11:19.527" v="6283" actId="478"/>
          <ac:cxnSpMkLst>
            <pc:docMk/>
            <pc:sldMk cId="0" sldId="545"/>
            <ac:cxnSpMk id="68626" creationId="{46231DB1-7698-4946-6A34-58E5C559C36A}"/>
          </ac:cxnSpMkLst>
        </pc:cxnChg>
        <pc:cxnChg chg="del">
          <ac:chgData name="Nursakirah Ab Rahman Muton" userId="423efa6d-ee54-4a96-bb69-a7d6dc1d7e38" providerId="ADAL" clId="{E5418EA3-ED04-44D7-B695-8570AC1018F6}" dt="2023-11-01T11:11:19.527" v="6283" actId="478"/>
          <ac:cxnSpMkLst>
            <pc:docMk/>
            <pc:sldMk cId="0" sldId="545"/>
            <ac:cxnSpMk id="68627" creationId="{D69DBF00-5F7C-B227-6FB0-609977BDE9AF}"/>
          </ac:cxnSpMkLst>
        </pc:cxnChg>
        <pc:cxnChg chg="del">
          <ac:chgData name="Nursakirah Ab Rahman Muton" userId="423efa6d-ee54-4a96-bb69-a7d6dc1d7e38" providerId="ADAL" clId="{E5418EA3-ED04-44D7-B695-8570AC1018F6}" dt="2023-11-01T11:11:19.527" v="6283" actId="478"/>
          <ac:cxnSpMkLst>
            <pc:docMk/>
            <pc:sldMk cId="0" sldId="545"/>
            <ac:cxnSpMk id="68628" creationId="{EB52B6A5-41AF-A9CF-F787-04B31417F421}"/>
          </ac:cxnSpMkLst>
        </pc:cxnChg>
        <pc:cxnChg chg="del">
          <ac:chgData name="Nursakirah Ab Rahman Muton" userId="423efa6d-ee54-4a96-bb69-a7d6dc1d7e38" providerId="ADAL" clId="{E5418EA3-ED04-44D7-B695-8570AC1018F6}" dt="2023-11-01T11:11:19.527" v="6283" actId="478"/>
          <ac:cxnSpMkLst>
            <pc:docMk/>
            <pc:sldMk cId="0" sldId="545"/>
            <ac:cxnSpMk id="68633" creationId="{BA84DE41-8755-AF7B-2B60-7CECFD6D2334}"/>
          </ac:cxnSpMkLst>
        </pc:cxnChg>
        <pc:cxnChg chg="del">
          <ac:chgData name="Nursakirah Ab Rahman Muton" userId="423efa6d-ee54-4a96-bb69-a7d6dc1d7e38" providerId="ADAL" clId="{E5418EA3-ED04-44D7-B695-8570AC1018F6}" dt="2023-11-01T11:11:19.527" v="6283" actId="478"/>
          <ac:cxnSpMkLst>
            <pc:docMk/>
            <pc:sldMk cId="0" sldId="545"/>
            <ac:cxnSpMk id="68634" creationId="{DF27CFAF-8828-BE1E-2FF9-C20F462BBEC3}"/>
          </ac:cxnSpMkLst>
        </pc:cxnChg>
        <pc:cxnChg chg="del">
          <ac:chgData name="Nursakirah Ab Rahman Muton" userId="423efa6d-ee54-4a96-bb69-a7d6dc1d7e38" providerId="ADAL" clId="{E5418EA3-ED04-44D7-B695-8570AC1018F6}" dt="2023-11-01T11:11:19.527" v="6283" actId="478"/>
          <ac:cxnSpMkLst>
            <pc:docMk/>
            <pc:sldMk cId="0" sldId="545"/>
            <ac:cxnSpMk id="68635" creationId="{625D392E-D9B9-3462-7FB6-0FBDFAB3130B}"/>
          </ac:cxnSpMkLst>
        </pc:cxnChg>
        <pc:cxnChg chg="del">
          <ac:chgData name="Nursakirah Ab Rahman Muton" userId="423efa6d-ee54-4a96-bb69-a7d6dc1d7e38" providerId="ADAL" clId="{E5418EA3-ED04-44D7-B695-8570AC1018F6}" dt="2023-11-01T11:11:19.527" v="6283" actId="478"/>
          <ac:cxnSpMkLst>
            <pc:docMk/>
            <pc:sldMk cId="0" sldId="545"/>
            <ac:cxnSpMk id="68636" creationId="{B0B01475-5C60-ED75-332B-FA8EA2BA9650}"/>
          </ac:cxnSpMkLst>
        </pc:cxnChg>
      </pc:sldChg>
      <pc:sldChg chg="addSp delSp modSp">
        <pc:chgData name="Nursakirah Ab Rahman Muton" userId="423efa6d-ee54-4a96-bb69-a7d6dc1d7e38" providerId="ADAL" clId="{E5418EA3-ED04-44D7-B695-8570AC1018F6}" dt="2023-11-17T01:55:05.548" v="26991"/>
        <pc:sldMkLst>
          <pc:docMk/>
          <pc:sldMk cId="0" sldId="546"/>
        </pc:sldMkLst>
        <pc:spChg chg="mod">
          <ac:chgData name="Nursakirah Ab Rahman Muton" userId="423efa6d-ee54-4a96-bb69-a7d6dc1d7e38" providerId="ADAL" clId="{E5418EA3-ED04-44D7-B695-8570AC1018F6}" dt="2023-11-02T01:32:40.743" v="6333" actId="1076"/>
          <ac:spMkLst>
            <pc:docMk/>
            <pc:sldMk cId="0" sldId="546"/>
            <ac:spMk id="4" creationId="{0352C1EA-EDC7-F43A-CF14-92766E013184}"/>
          </ac:spMkLst>
        </pc:spChg>
        <pc:spChg chg="mod">
          <ac:chgData name="Nursakirah Ab Rahman Muton" userId="423efa6d-ee54-4a96-bb69-a7d6dc1d7e38" providerId="ADAL" clId="{E5418EA3-ED04-44D7-B695-8570AC1018F6}" dt="2023-11-02T01:32:40.743" v="6333" actId="1076"/>
          <ac:spMkLst>
            <pc:docMk/>
            <pc:sldMk cId="0" sldId="546"/>
            <ac:spMk id="5" creationId="{4383798C-EC25-4740-3B24-2EA0B0A04D5F}"/>
          </ac:spMkLst>
        </pc:spChg>
        <pc:spChg chg="mod">
          <ac:chgData name="Nursakirah Ab Rahman Muton" userId="423efa6d-ee54-4a96-bb69-a7d6dc1d7e38" providerId="ADAL" clId="{E5418EA3-ED04-44D7-B695-8570AC1018F6}" dt="2023-11-02T01:32:40.743" v="6333" actId="1076"/>
          <ac:spMkLst>
            <pc:docMk/>
            <pc:sldMk cId="0" sldId="546"/>
            <ac:spMk id="7" creationId="{910B3264-5AA5-D9EC-AEA0-D9845F9D59B5}"/>
          </ac:spMkLst>
        </pc:spChg>
        <pc:spChg chg="mod">
          <ac:chgData name="Nursakirah Ab Rahman Muton" userId="423efa6d-ee54-4a96-bb69-a7d6dc1d7e38" providerId="ADAL" clId="{E5418EA3-ED04-44D7-B695-8570AC1018F6}" dt="2023-11-02T01:32:40.743" v="6333" actId="1076"/>
          <ac:spMkLst>
            <pc:docMk/>
            <pc:sldMk cId="0" sldId="546"/>
            <ac:spMk id="9" creationId="{7C506AB9-EB6D-1C3A-189F-3F18793A3462}"/>
          </ac:spMkLst>
        </pc:spChg>
        <pc:spChg chg="mod">
          <ac:chgData name="Nursakirah Ab Rahman Muton" userId="423efa6d-ee54-4a96-bb69-a7d6dc1d7e38" providerId="ADAL" clId="{E5418EA3-ED04-44D7-B695-8570AC1018F6}" dt="2023-11-02T01:32:40.743" v="6333" actId="1076"/>
          <ac:spMkLst>
            <pc:docMk/>
            <pc:sldMk cId="0" sldId="546"/>
            <ac:spMk id="11" creationId="{184E3344-8983-52F1-58BA-D1306E37F1C0}"/>
          </ac:spMkLst>
        </pc:spChg>
        <pc:spChg chg="mod">
          <ac:chgData name="Nursakirah Ab Rahman Muton" userId="423efa6d-ee54-4a96-bb69-a7d6dc1d7e38" providerId="ADAL" clId="{E5418EA3-ED04-44D7-B695-8570AC1018F6}" dt="2023-11-02T01:32:40.743" v="6333" actId="1076"/>
          <ac:spMkLst>
            <pc:docMk/>
            <pc:sldMk cId="0" sldId="546"/>
            <ac:spMk id="13" creationId="{C68E66D4-842B-9516-C76A-CD0FBB45CD56}"/>
          </ac:spMkLst>
        </pc:spChg>
        <pc:spChg chg="mod">
          <ac:chgData name="Nursakirah Ab Rahman Muton" userId="423efa6d-ee54-4a96-bb69-a7d6dc1d7e38" providerId="ADAL" clId="{E5418EA3-ED04-44D7-B695-8570AC1018F6}" dt="2023-11-02T01:32:40.743" v="6333" actId="1076"/>
          <ac:spMkLst>
            <pc:docMk/>
            <pc:sldMk cId="0" sldId="546"/>
            <ac:spMk id="15" creationId="{9C07E0E3-917A-2223-F4A4-24991AD29752}"/>
          </ac:spMkLst>
        </pc:spChg>
        <pc:spChg chg="mod">
          <ac:chgData name="Nursakirah Ab Rahman Muton" userId="423efa6d-ee54-4a96-bb69-a7d6dc1d7e38" providerId="ADAL" clId="{E5418EA3-ED04-44D7-B695-8570AC1018F6}" dt="2023-11-02T01:32:40.743" v="6333" actId="1076"/>
          <ac:spMkLst>
            <pc:docMk/>
            <pc:sldMk cId="0" sldId="546"/>
            <ac:spMk id="16" creationId="{D4B2F61D-C0C6-AE10-68B4-5730C12D5472}"/>
          </ac:spMkLst>
        </pc:spChg>
        <pc:spChg chg="add mod">
          <ac:chgData name="Nursakirah Ab Rahman Muton" userId="423efa6d-ee54-4a96-bb69-a7d6dc1d7e38" providerId="ADAL" clId="{E5418EA3-ED04-44D7-B695-8570AC1018F6}" dt="2023-11-13T11:03:32.773" v="18290"/>
          <ac:spMkLst>
            <pc:docMk/>
            <pc:sldMk cId="0" sldId="546"/>
            <ac:spMk id="18" creationId="{BFC0FC0D-414A-468E-1F5D-DCDEB0751698}"/>
          </ac:spMkLst>
        </pc:spChg>
        <pc:grpChg chg="add mod">
          <ac:chgData name="Nursakirah Ab Rahman Muton" userId="423efa6d-ee54-4a96-bb69-a7d6dc1d7e38" providerId="ADAL" clId="{E5418EA3-ED04-44D7-B695-8570AC1018F6}" dt="2023-11-02T01:32:40.743" v="6333" actId="1076"/>
          <ac:grpSpMkLst>
            <pc:docMk/>
            <pc:sldMk cId="0" sldId="546"/>
            <ac:grpSpMk id="2" creationId="{E95324DB-7A8A-5F76-6DF6-DBBDB9E5F92E}"/>
          </ac:grpSpMkLst>
        </pc:grpChg>
        <pc:picChg chg="mod">
          <ac:chgData name="Nursakirah Ab Rahman Muton" userId="423efa6d-ee54-4a96-bb69-a7d6dc1d7e38" providerId="ADAL" clId="{E5418EA3-ED04-44D7-B695-8570AC1018F6}" dt="2023-11-02T01:32:40.743" v="6333" actId="1076"/>
          <ac:picMkLst>
            <pc:docMk/>
            <pc:sldMk cId="0" sldId="546"/>
            <ac:picMk id="3" creationId="{1EDF1F3A-AFB2-1292-FFA8-ED288327CA63}"/>
          </ac:picMkLst>
        </pc:picChg>
        <pc:picChg chg="mod">
          <ac:chgData name="Nursakirah Ab Rahman Muton" userId="423efa6d-ee54-4a96-bb69-a7d6dc1d7e38" providerId="ADAL" clId="{E5418EA3-ED04-44D7-B695-8570AC1018F6}" dt="2023-11-13T11:03:36.289" v="18291" actId="1076"/>
          <ac:picMkLst>
            <pc:docMk/>
            <pc:sldMk cId="0" sldId="546"/>
            <ac:picMk id="70659" creationId="{7C1A1F36-1FF7-CCD1-C257-0FB119ED8E73}"/>
          </ac:picMkLst>
        </pc:picChg>
        <pc:picChg chg="del">
          <ac:chgData name="Nursakirah Ab Rahman Muton" userId="423efa6d-ee54-4a96-bb69-a7d6dc1d7e38" providerId="ADAL" clId="{E5418EA3-ED04-44D7-B695-8570AC1018F6}" dt="2023-11-02T01:32:34.191" v="6330" actId="478"/>
          <ac:picMkLst>
            <pc:docMk/>
            <pc:sldMk cId="0" sldId="546"/>
            <ac:picMk id="70660" creationId="{846EF36E-9F11-749B-26E1-27D4268025AA}"/>
          </ac:picMkLst>
        </pc:picChg>
        <pc:inkChg chg="add">
          <ac:chgData name="Nursakirah Ab Rahman Muton" userId="423efa6d-ee54-4a96-bb69-a7d6dc1d7e38" providerId="ADAL" clId="{E5418EA3-ED04-44D7-B695-8570AC1018F6}" dt="2023-11-17T01:55:05.548" v="26991"/>
          <ac:inkMkLst>
            <pc:docMk/>
            <pc:sldMk cId="0" sldId="546"/>
            <ac:inkMk id="19" creationId="{6D96FE28-5B2B-56E9-FE94-95907E6FB334}"/>
          </ac:inkMkLst>
        </pc:inkChg>
        <pc:cxnChg chg="mod">
          <ac:chgData name="Nursakirah Ab Rahman Muton" userId="423efa6d-ee54-4a96-bb69-a7d6dc1d7e38" providerId="ADAL" clId="{E5418EA3-ED04-44D7-B695-8570AC1018F6}" dt="2023-11-02T01:32:40.743" v="6333" actId="1076"/>
          <ac:cxnSpMkLst>
            <pc:docMk/>
            <pc:sldMk cId="0" sldId="546"/>
            <ac:cxnSpMk id="6" creationId="{26D017EE-BE32-4EC0-F1B1-63CAB929513B}"/>
          </ac:cxnSpMkLst>
        </pc:cxnChg>
        <pc:cxnChg chg="mod">
          <ac:chgData name="Nursakirah Ab Rahman Muton" userId="423efa6d-ee54-4a96-bb69-a7d6dc1d7e38" providerId="ADAL" clId="{E5418EA3-ED04-44D7-B695-8570AC1018F6}" dt="2023-11-02T01:32:40.743" v="6333" actId="1076"/>
          <ac:cxnSpMkLst>
            <pc:docMk/>
            <pc:sldMk cId="0" sldId="546"/>
            <ac:cxnSpMk id="8" creationId="{3E1916F3-0304-5D3E-D930-61673F8DE13E}"/>
          </ac:cxnSpMkLst>
        </pc:cxnChg>
        <pc:cxnChg chg="mod">
          <ac:chgData name="Nursakirah Ab Rahman Muton" userId="423efa6d-ee54-4a96-bb69-a7d6dc1d7e38" providerId="ADAL" clId="{E5418EA3-ED04-44D7-B695-8570AC1018F6}" dt="2023-11-02T01:32:40.743" v="6333" actId="1076"/>
          <ac:cxnSpMkLst>
            <pc:docMk/>
            <pc:sldMk cId="0" sldId="546"/>
            <ac:cxnSpMk id="10" creationId="{9874E454-A958-23C5-B622-39A588B4486F}"/>
          </ac:cxnSpMkLst>
        </pc:cxnChg>
        <pc:cxnChg chg="mod">
          <ac:chgData name="Nursakirah Ab Rahman Muton" userId="423efa6d-ee54-4a96-bb69-a7d6dc1d7e38" providerId="ADAL" clId="{E5418EA3-ED04-44D7-B695-8570AC1018F6}" dt="2023-11-02T01:32:40.743" v="6333" actId="1076"/>
          <ac:cxnSpMkLst>
            <pc:docMk/>
            <pc:sldMk cId="0" sldId="546"/>
            <ac:cxnSpMk id="12" creationId="{08081FA8-6D08-6E6E-5338-DA6E4246D181}"/>
          </ac:cxnSpMkLst>
        </pc:cxnChg>
        <pc:cxnChg chg="mod">
          <ac:chgData name="Nursakirah Ab Rahman Muton" userId="423efa6d-ee54-4a96-bb69-a7d6dc1d7e38" providerId="ADAL" clId="{E5418EA3-ED04-44D7-B695-8570AC1018F6}" dt="2023-11-02T01:32:40.743" v="6333" actId="1076"/>
          <ac:cxnSpMkLst>
            <pc:docMk/>
            <pc:sldMk cId="0" sldId="546"/>
            <ac:cxnSpMk id="14" creationId="{A18F160C-D682-976C-180D-998A1A6A1188}"/>
          </ac:cxnSpMkLst>
        </pc:cxnChg>
        <pc:cxnChg chg="mod">
          <ac:chgData name="Nursakirah Ab Rahman Muton" userId="423efa6d-ee54-4a96-bb69-a7d6dc1d7e38" providerId="ADAL" clId="{E5418EA3-ED04-44D7-B695-8570AC1018F6}" dt="2023-11-02T01:32:40.743" v="6333" actId="1076"/>
          <ac:cxnSpMkLst>
            <pc:docMk/>
            <pc:sldMk cId="0" sldId="546"/>
            <ac:cxnSpMk id="17" creationId="{D0D0834F-CBB7-7F33-A6C2-A3CF5D6A9E75}"/>
          </ac:cxnSpMkLst>
        </pc:cxnChg>
      </pc:sldChg>
      <pc:sldChg chg="addSp delSp modSp mod modNotesTx">
        <pc:chgData name="Nursakirah Ab Rahman Muton" userId="423efa6d-ee54-4a96-bb69-a7d6dc1d7e38" providerId="ADAL" clId="{E5418EA3-ED04-44D7-B695-8570AC1018F6}" dt="2023-11-17T01:55:05.548" v="26991"/>
        <pc:sldMkLst>
          <pc:docMk/>
          <pc:sldMk cId="0" sldId="547"/>
        </pc:sldMkLst>
        <pc:spChg chg="add del mod">
          <ac:chgData name="Nursakirah Ab Rahman Muton" userId="423efa6d-ee54-4a96-bb69-a7d6dc1d7e38" providerId="ADAL" clId="{E5418EA3-ED04-44D7-B695-8570AC1018F6}" dt="2023-11-02T01:46:26.583" v="6650" actId="478"/>
          <ac:spMkLst>
            <pc:docMk/>
            <pc:sldMk cId="0" sldId="547"/>
            <ac:spMk id="4" creationId="{3AF2097C-D005-1E80-8B94-DCA6571AB7AC}"/>
          </ac:spMkLst>
        </pc:spChg>
        <pc:spChg chg="add mod">
          <ac:chgData name="Nursakirah Ab Rahman Muton" userId="423efa6d-ee54-4a96-bb69-a7d6dc1d7e38" providerId="ADAL" clId="{E5418EA3-ED04-44D7-B695-8570AC1018F6}" dt="2023-11-02T01:46:25.093" v="6649" actId="1076"/>
          <ac:spMkLst>
            <pc:docMk/>
            <pc:sldMk cId="0" sldId="547"/>
            <ac:spMk id="5" creationId="{46F90056-EF86-B487-CE33-7AA52E75D067}"/>
          </ac:spMkLst>
        </pc:spChg>
        <pc:spChg chg="add mod">
          <ac:chgData name="Nursakirah Ab Rahman Muton" userId="423efa6d-ee54-4a96-bb69-a7d6dc1d7e38" providerId="ADAL" clId="{E5418EA3-ED04-44D7-B695-8570AC1018F6}" dt="2023-11-02T01:46:46.075" v="6690" actId="1076"/>
          <ac:spMkLst>
            <pc:docMk/>
            <pc:sldMk cId="0" sldId="547"/>
            <ac:spMk id="6" creationId="{AA66B88A-59DB-F524-AEE3-B3D59C0D5BFC}"/>
          </ac:spMkLst>
        </pc:spChg>
        <pc:spChg chg="mod">
          <ac:chgData name="Nursakirah Ab Rahman Muton" userId="423efa6d-ee54-4a96-bb69-a7d6dc1d7e38" providerId="ADAL" clId="{E5418EA3-ED04-44D7-B695-8570AC1018F6}" dt="2023-11-02T01:53:28.372" v="7075" actId="1076"/>
          <ac:spMkLst>
            <pc:docMk/>
            <pc:sldMk cId="0" sldId="547"/>
            <ac:spMk id="9" creationId="{D13637C9-9507-16B7-6F7A-DD944BD2EBD5}"/>
          </ac:spMkLst>
        </pc:spChg>
        <pc:spChg chg="mod">
          <ac:chgData name="Nursakirah Ab Rahman Muton" userId="423efa6d-ee54-4a96-bb69-a7d6dc1d7e38" providerId="ADAL" clId="{E5418EA3-ED04-44D7-B695-8570AC1018F6}" dt="2023-11-02T01:53:28.372" v="7075" actId="1076"/>
          <ac:spMkLst>
            <pc:docMk/>
            <pc:sldMk cId="0" sldId="547"/>
            <ac:spMk id="10" creationId="{EEE17FEF-4AF1-8E81-A0F5-465B71A8AC21}"/>
          </ac:spMkLst>
        </pc:spChg>
        <pc:spChg chg="mod">
          <ac:chgData name="Nursakirah Ab Rahman Muton" userId="423efa6d-ee54-4a96-bb69-a7d6dc1d7e38" providerId="ADAL" clId="{E5418EA3-ED04-44D7-B695-8570AC1018F6}" dt="2023-11-02T01:53:28.372" v="7075" actId="1076"/>
          <ac:spMkLst>
            <pc:docMk/>
            <pc:sldMk cId="0" sldId="547"/>
            <ac:spMk id="12" creationId="{0DB7BD2E-C84C-7AA8-7E69-D1555BC69E75}"/>
          </ac:spMkLst>
        </pc:spChg>
        <pc:spChg chg="mod">
          <ac:chgData name="Nursakirah Ab Rahman Muton" userId="423efa6d-ee54-4a96-bb69-a7d6dc1d7e38" providerId="ADAL" clId="{E5418EA3-ED04-44D7-B695-8570AC1018F6}" dt="2023-11-02T01:53:28.372" v="7075" actId="1076"/>
          <ac:spMkLst>
            <pc:docMk/>
            <pc:sldMk cId="0" sldId="547"/>
            <ac:spMk id="14" creationId="{326FB710-E18F-F742-7F93-723ED1CDB1CC}"/>
          </ac:spMkLst>
        </pc:spChg>
        <pc:spChg chg="mod">
          <ac:chgData name="Nursakirah Ab Rahman Muton" userId="423efa6d-ee54-4a96-bb69-a7d6dc1d7e38" providerId="ADAL" clId="{E5418EA3-ED04-44D7-B695-8570AC1018F6}" dt="2023-11-02T01:53:28.372" v="7075" actId="1076"/>
          <ac:spMkLst>
            <pc:docMk/>
            <pc:sldMk cId="0" sldId="547"/>
            <ac:spMk id="16" creationId="{D6954C7E-62DD-68D5-1B25-18CA0F95F83B}"/>
          </ac:spMkLst>
        </pc:spChg>
        <pc:spChg chg="mod">
          <ac:chgData name="Nursakirah Ab Rahman Muton" userId="423efa6d-ee54-4a96-bb69-a7d6dc1d7e38" providerId="ADAL" clId="{E5418EA3-ED04-44D7-B695-8570AC1018F6}" dt="2023-11-02T01:53:28.372" v="7075" actId="1076"/>
          <ac:spMkLst>
            <pc:docMk/>
            <pc:sldMk cId="0" sldId="547"/>
            <ac:spMk id="18" creationId="{5EF9B71F-352A-519A-7321-9E7087BABC7F}"/>
          </ac:spMkLst>
        </pc:spChg>
        <pc:spChg chg="mod">
          <ac:chgData name="Nursakirah Ab Rahman Muton" userId="423efa6d-ee54-4a96-bb69-a7d6dc1d7e38" providerId="ADAL" clId="{E5418EA3-ED04-44D7-B695-8570AC1018F6}" dt="2023-11-02T01:53:28.372" v="7075" actId="1076"/>
          <ac:spMkLst>
            <pc:docMk/>
            <pc:sldMk cId="0" sldId="547"/>
            <ac:spMk id="20" creationId="{E808BA3B-529B-C7F8-FA79-50824444C8F6}"/>
          </ac:spMkLst>
        </pc:spChg>
        <pc:spChg chg="mod">
          <ac:chgData name="Nursakirah Ab Rahman Muton" userId="423efa6d-ee54-4a96-bb69-a7d6dc1d7e38" providerId="ADAL" clId="{E5418EA3-ED04-44D7-B695-8570AC1018F6}" dt="2023-11-02T01:53:28.372" v="7075" actId="1076"/>
          <ac:spMkLst>
            <pc:docMk/>
            <pc:sldMk cId="0" sldId="547"/>
            <ac:spMk id="21" creationId="{A33F1C59-7CDC-09A1-5308-E0E4FDDA83BE}"/>
          </ac:spMkLst>
        </pc:spChg>
        <pc:spChg chg="mod">
          <ac:chgData name="Nursakirah Ab Rahman Muton" userId="423efa6d-ee54-4a96-bb69-a7d6dc1d7e38" providerId="ADAL" clId="{E5418EA3-ED04-44D7-B695-8570AC1018F6}" dt="2023-11-02T01:46:15.343" v="6646" actId="1076"/>
          <ac:spMkLst>
            <pc:docMk/>
            <pc:sldMk cId="0" sldId="547"/>
            <ac:spMk id="73733" creationId="{22B01A5C-B063-D1A1-89BC-B0B9935BA905}"/>
          </ac:spMkLst>
        </pc:spChg>
        <pc:spChg chg="add del mod ord">
          <ac:chgData name="Nursakirah Ab Rahman Muton" userId="423efa6d-ee54-4a96-bb69-a7d6dc1d7e38" providerId="ADAL" clId="{E5418EA3-ED04-44D7-B695-8570AC1018F6}" dt="2023-11-02T01:46:10.497" v="6645" actId="1076"/>
          <ac:spMkLst>
            <pc:docMk/>
            <pc:sldMk cId="0" sldId="547"/>
            <ac:spMk id="73734" creationId="{DBECBE71-1FDA-C947-247F-8895D147C42B}"/>
          </ac:spMkLst>
        </pc:spChg>
        <pc:spChg chg="add del">
          <ac:chgData name="Nursakirah Ab Rahman Muton" userId="423efa6d-ee54-4a96-bb69-a7d6dc1d7e38" providerId="ADAL" clId="{E5418EA3-ED04-44D7-B695-8570AC1018F6}" dt="2023-11-02T01:45:31.450" v="6630" actId="478"/>
          <ac:spMkLst>
            <pc:docMk/>
            <pc:sldMk cId="0" sldId="547"/>
            <ac:spMk id="73735" creationId="{1B223FBF-A178-FBEC-1DDE-1606351B09E3}"/>
          </ac:spMkLst>
        </pc:spChg>
        <pc:spChg chg="add del">
          <ac:chgData name="Nursakirah Ab Rahman Muton" userId="423efa6d-ee54-4a96-bb69-a7d6dc1d7e38" providerId="ADAL" clId="{E5418EA3-ED04-44D7-B695-8570AC1018F6}" dt="2023-11-02T01:45:31.450" v="6630" actId="478"/>
          <ac:spMkLst>
            <pc:docMk/>
            <pc:sldMk cId="0" sldId="547"/>
            <ac:spMk id="73736" creationId="{0A91290E-E747-2976-05F3-E96460EE9E2C}"/>
          </ac:spMkLst>
        </pc:spChg>
        <pc:spChg chg="add del">
          <ac:chgData name="Nursakirah Ab Rahman Muton" userId="423efa6d-ee54-4a96-bb69-a7d6dc1d7e38" providerId="ADAL" clId="{E5418EA3-ED04-44D7-B695-8570AC1018F6}" dt="2023-11-02T01:45:31.450" v="6630" actId="478"/>
          <ac:spMkLst>
            <pc:docMk/>
            <pc:sldMk cId="0" sldId="547"/>
            <ac:spMk id="73737" creationId="{F0AEAD90-3003-1CA0-F7A0-77210AEA66AC}"/>
          </ac:spMkLst>
        </pc:spChg>
        <pc:spChg chg="add del">
          <ac:chgData name="Nursakirah Ab Rahman Muton" userId="423efa6d-ee54-4a96-bb69-a7d6dc1d7e38" providerId="ADAL" clId="{E5418EA3-ED04-44D7-B695-8570AC1018F6}" dt="2023-11-02T01:45:31.450" v="6630" actId="478"/>
          <ac:spMkLst>
            <pc:docMk/>
            <pc:sldMk cId="0" sldId="547"/>
            <ac:spMk id="73738" creationId="{EB6333A1-222B-D883-79BF-AB7E86F44DF2}"/>
          </ac:spMkLst>
        </pc:spChg>
        <pc:grpChg chg="add mod">
          <ac:chgData name="Nursakirah Ab Rahman Muton" userId="423efa6d-ee54-4a96-bb69-a7d6dc1d7e38" providerId="ADAL" clId="{E5418EA3-ED04-44D7-B695-8570AC1018F6}" dt="2023-11-02T01:53:28.372" v="7075" actId="1076"/>
          <ac:grpSpMkLst>
            <pc:docMk/>
            <pc:sldMk cId="0" sldId="547"/>
            <ac:grpSpMk id="7" creationId="{486433BF-DDEE-CCCD-2C43-6ADC94DFC302}"/>
          </ac:grpSpMkLst>
        </pc:grpChg>
        <pc:picChg chg="add mod modCrop">
          <ac:chgData name="Nursakirah Ab Rahman Muton" userId="423efa6d-ee54-4a96-bb69-a7d6dc1d7e38" providerId="ADAL" clId="{E5418EA3-ED04-44D7-B695-8570AC1018F6}" dt="2023-11-02T01:46:06.854" v="6644" actId="1076"/>
          <ac:picMkLst>
            <pc:docMk/>
            <pc:sldMk cId="0" sldId="547"/>
            <ac:picMk id="3" creationId="{84106767-944C-0218-64B4-8408FD7F0E0C}"/>
          </ac:picMkLst>
        </pc:picChg>
        <pc:picChg chg="mod">
          <ac:chgData name="Nursakirah Ab Rahman Muton" userId="423efa6d-ee54-4a96-bb69-a7d6dc1d7e38" providerId="ADAL" clId="{E5418EA3-ED04-44D7-B695-8570AC1018F6}" dt="2023-11-02T01:53:28.372" v="7075" actId="1076"/>
          <ac:picMkLst>
            <pc:docMk/>
            <pc:sldMk cId="0" sldId="547"/>
            <ac:picMk id="8" creationId="{27F03909-AE15-ECD0-2201-98C07A0A9E1B}"/>
          </ac:picMkLst>
        </pc:picChg>
        <pc:picChg chg="add del">
          <ac:chgData name="Nursakirah Ab Rahman Muton" userId="423efa6d-ee54-4a96-bb69-a7d6dc1d7e38" providerId="ADAL" clId="{E5418EA3-ED04-44D7-B695-8570AC1018F6}" dt="2023-11-02T01:45:31.450" v="6630" actId="478"/>
          <ac:picMkLst>
            <pc:docMk/>
            <pc:sldMk cId="0" sldId="547"/>
            <ac:picMk id="73731" creationId="{4C54277E-1753-2218-40B2-97C233D36483}"/>
          </ac:picMkLst>
        </pc:picChg>
        <pc:inkChg chg="add">
          <ac:chgData name="Nursakirah Ab Rahman Muton" userId="423efa6d-ee54-4a96-bb69-a7d6dc1d7e38" providerId="ADAL" clId="{E5418EA3-ED04-44D7-B695-8570AC1018F6}" dt="2023-11-17T01:55:05.548" v="26991"/>
          <ac:inkMkLst>
            <pc:docMk/>
            <pc:sldMk cId="0" sldId="547"/>
            <ac:inkMk id="2" creationId="{31064955-82AC-0841-9872-EF0DDA8B2C1C}"/>
          </ac:inkMkLst>
        </pc:inkChg>
        <pc:cxnChg chg="mod">
          <ac:chgData name="Nursakirah Ab Rahman Muton" userId="423efa6d-ee54-4a96-bb69-a7d6dc1d7e38" providerId="ADAL" clId="{E5418EA3-ED04-44D7-B695-8570AC1018F6}" dt="2023-11-02T01:53:28.372" v="7075" actId="1076"/>
          <ac:cxnSpMkLst>
            <pc:docMk/>
            <pc:sldMk cId="0" sldId="547"/>
            <ac:cxnSpMk id="11" creationId="{C539E03D-5098-8647-090C-7FD25C8FF790}"/>
          </ac:cxnSpMkLst>
        </pc:cxnChg>
        <pc:cxnChg chg="mod">
          <ac:chgData name="Nursakirah Ab Rahman Muton" userId="423efa6d-ee54-4a96-bb69-a7d6dc1d7e38" providerId="ADAL" clId="{E5418EA3-ED04-44D7-B695-8570AC1018F6}" dt="2023-11-02T01:53:28.372" v="7075" actId="1076"/>
          <ac:cxnSpMkLst>
            <pc:docMk/>
            <pc:sldMk cId="0" sldId="547"/>
            <ac:cxnSpMk id="13" creationId="{1D16A9B6-8841-DA30-9F9D-975D1F39AFEA}"/>
          </ac:cxnSpMkLst>
        </pc:cxnChg>
        <pc:cxnChg chg="mod">
          <ac:chgData name="Nursakirah Ab Rahman Muton" userId="423efa6d-ee54-4a96-bb69-a7d6dc1d7e38" providerId="ADAL" clId="{E5418EA3-ED04-44D7-B695-8570AC1018F6}" dt="2023-11-02T01:53:28.372" v="7075" actId="1076"/>
          <ac:cxnSpMkLst>
            <pc:docMk/>
            <pc:sldMk cId="0" sldId="547"/>
            <ac:cxnSpMk id="15" creationId="{3C08C13C-E37D-E586-0FEB-C87E0F6A9970}"/>
          </ac:cxnSpMkLst>
        </pc:cxnChg>
        <pc:cxnChg chg="mod">
          <ac:chgData name="Nursakirah Ab Rahman Muton" userId="423efa6d-ee54-4a96-bb69-a7d6dc1d7e38" providerId="ADAL" clId="{E5418EA3-ED04-44D7-B695-8570AC1018F6}" dt="2023-11-02T01:53:28.372" v="7075" actId="1076"/>
          <ac:cxnSpMkLst>
            <pc:docMk/>
            <pc:sldMk cId="0" sldId="547"/>
            <ac:cxnSpMk id="17" creationId="{6944B020-BC0F-58BE-2C19-B2B36F923B23}"/>
          </ac:cxnSpMkLst>
        </pc:cxnChg>
        <pc:cxnChg chg="mod">
          <ac:chgData name="Nursakirah Ab Rahman Muton" userId="423efa6d-ee54-4a96-bb69-a7d6dc1d7e38" providerId="ADAL" clId="{E5418EA3-ED04-44D7-B695-8570AC1018F6}" dt="2023-11-02T01:53:28.372" v="7075" actId="1076"/>
          <ac:cxnSpMkLst>
            <pc:docMk/>
            <pc:sldMk cId="0" sldId="547"/>
            <ac:cxnSpMk id="19" creationId="{6108E617-B900-DA6F-5559-78A829D5F69B}"/>
          </ac:cxnSpMkLst>
        </pc:cxnChg>
        <pc:cxnChg chg="mod">
          <ac:chgData name="Nursakirah Ab Rahman Muton" userId="423efa6d-ee54-4a96-bb69-a7d6dc1d7e38" providerId="ADAL" clId="{E5418EA3-ED04-44D7-B695-8570AC1018F6}" dt="2023-11-02T01:53:28.372" v="7075" actId="1076"/>
          <ac:cxnSpMkLst>
            <pc:docMk/>
            <pc:sldMk cId="0" sldId="547"/>
            <ac:cxnSpMk id="22" creationId="{754C31F4-6DD7-5BEF-B11F-1BBF8C7DB3B1}"/>
          </ac:cxnSpMkLst>
        </pc:cxnChg>
      </pc:sldChg>
      <pc:sldChg chg="addSp delSp modSp mod modNotesTx">
        <pc:chgData name="Nursakirah Ab Rahman Muton" userId="423efa6d-ee54-4a96-bb69-a7d6dc1d7e38" providerId="ADAL" clId="{E5418EA3-ED04-44D7-B695-8570AC1018F6}" dt="2023-11-02T02:19:47.204" v="7974" actId="164"/>
        <pc:sldMkLst>
          <pc:docMk/>
          <pc:sldMk cId="0" sldId="548"/>
        </pc:sldMkLst>
        <pc:spChg chg="add mod">
          <ac:chgData name="Nursakirah Ab Rahman Muton" userId="423efa6d-ee54-4a96-bb69-a7d6dc1d7e38" providerId="ADAL" clId="{E5418EA3-ED04-44D7-B695-8570AC1018F6}" dt="2023-11-02T02:17:30.364" v="7839" actId="1076"/>
          <ac:spMkLst>
            <pc:docMk/>
            <pc:sldMk cId="0" sldId="548"/>
            <ac:spMk id="4" creationId="{646034ED-A973-DA1B-8BA7-BE1D7455B387}"/>
          </ac:spMkLst>
        </pc:spChg>
        <pc:spChg chg="mod">
          <ac:chgData name="Nursakirah Ab Rahman Muton" userId="423efa6d-ee54-4a96-bb69-a7d6dc1d7e38" providerId="ADAL" clId="{E5418EA3-ED04-44D7-B695-8570AC1018F6}" dt="2023-11-02T02:09:08.407" v="7077" actId="1076"/>
          <ac:spMkLst>
            <pc:docMk/>
            <pc:sldMk cId="0" sldId="548"/>
            <ac:spMk id="74757" creationId="{D1CE4A56-62F0-675A-FAFA-3BC3F8A2D49E}"/>
          </ac:spMkLst>
        </pc:spChg>
        <pc:spChg chg="mod ord">
          <ac:chgData name="Nursakirah Ab Rahman Muton" userId="423efa6d-ee54-4a96-bb69-a7d6dc1d7e38" providerId="ADAL" clId="{E5418EA3-ED04-44D7-B695-8570AC1018F6}" dt="2023-11-02T02:19:47.204" v="7974" actId="164"/>
          <ac:spMkLst>
            <pc:docMk/>
            <pc:sldMk cId="0" sldId="548"/>
            <ac:spMk id="74758" creationId="{12914A47-2D12-8E07-B11D-0804FB0ECD26}"/>
          </ac:spMkLst>
        </pc:spChg>
        <pc:grpChg chg="add mod">
          <ac:chgData name="Nursakirah Ab Rahman Muton" userId="423efa6d-ee54-4a96-bb69-a7d6dc1d7e38" providerId="ADAL" clId="{E5418EA3-ED04-44D7-B695-8570AC1018F6}" dt="2023-11-02T02:19:47.204" v="7974" actId="164"/>
          <ac:grpSpMkLst>
            <pc:docMk/>
            <pc:sldMk cId="0" sldId="548"/>
            <ac:grpSpMk id="5" creationId="{87FD3657-C33F-D7D9-CEF1-11FB6D44DB28}"/>
          </ac:grpSpMkLst>
        </pc:grpChg>
        <pc:picChg chg="add mod">
          <ac:chgData name="Nursakirah Ab Rahman Muton" userId="423efa6d-ee54-4a96-bb69-a7d6dc1d7e38" providerId="ADAL" clId="{E5418EA3-ED04-44D7-B695-8570AC1018F6}" dt="2023-11-02T02:19:47.204" v="7974" actId="164"/>
          <ac:picMkLst>
            <pc:docMk/>
            <pc:sldMk cId="0" sldId="548"/>
            <ac:picMk id="3" creationId="{1B6FEF04-A4C0-7A51-5E72-4AEFCDD172BD}"/>
          </ac:picMkLst>
        </pc:picChg>
        <pc:picChg chg="del">
          <ac:chgData name="Nursakirah Ab Rahman Muton" userId="423efa6d-ee54-4a96-bb69-a7d6dc1d7e38" providerId="ADAL" clId="{E5418EA3-ED04-44D7-B695-8570AC1018F6}" dt="2023-11-02T02:09:03.144" v="7076" actId="478"/>
          <ac:picMkLst>
            <pc:docMk/>
            <pc:sldMk cId="0" sldId="548"/>
            <ac:picMk id="74756" creationId="{980974D7-1C38-39B2-AB37-232218291D92}"/>
          </ac:picMkLst>
        </pc:picChg>
      </pc:sldChg>
      <pc:sldChg chg="addSp delSp modSp mod">
        <pc:chgData name="Nursakirah Ab Rahman Muton" userId="423efa6d-ee54-4a96-bb69-a7d6dc1d7e38" providerId="ADAL" clId="{E5418EA3-ED04-44D7-B695-8570AC1018F6}" dt="2023-11-17T01:55:05.548" v="26991"/>
        <pc:sldMkLst>
          <pc:docMk/>
          <pc:sldMk cId="0" sldId="550"/>
        </pc:sldMkLst>
        <pc:spChg chg="mod">
          <ac:chgData name="Nursakirah Ab Rahman Muton" userId="423efa6d-ee54-4a96-bb69-a7d6dc1d7e38" providerId="ADAL" clId="{E5418EA3-ED04-44D7-B695-8570AC1018F6}" dt="2023-11-02T02:19:50.481" v="7975"/>
          <ac:spMkLst>
            <pc:docMk/>
            <pc:sldMk cId="0" sldId="550"/>
            <ac:spMk id="4" creationId="{71ED8B87-A871-0310-A65D-E67A66168C6A}"/>
          </ac:spMkLst>
        </pc:spChg>
        <pc:spChg chg="mod">
          <ac:chgData name="Nursakirah Ab Rahman Muton" userId="423efa6d-ee54-4a96-bb69-a7d6dc1d7e38" providerId="ADAL" clId="{E5418EA3-ED04-44D7-B695-8570AC1018F6}" dt="2023-11-02T02:19:40.267" v="7971" actId="1076"/>
          <ac:spMkLst>
            <pc:docMk/>
            <pc:sldMk cId="0" sldId="550"/>
            <ac:spMk id="75778" creationId="{CC74B476-2C6E-3D96-290D-6227930C75A1}"/>
          </ac:spMkLst>
        </pc:spChg>
        <pc:spChg chg="del">
          <ac:chgData name="Nursakirah Ab Rahman Muton" userId="423efa6d-ee54-4a96-bb69-a7d6dc1d7e38" providerId="ADAL" clId="{E5418EA3-ED04-44D7-B695-8570AC1018F6}" dt="2023-11-02T02:19:43.319" v="7973" actId="478"/>
          <ac:spMkLst>
            <pc:docMk/>
            <pc:sldMk cId="0" sldId="550"/>
            <ac:spMk id="75782" creationId="{893ED261-5274-C4AD-7E55-85D6B5548F5A}"/>
          </ac:spMkLst>
        </pc:spChg>
        <pc:spChg chg="del">
          <ac:chgData name="Nursakirah Ab Rahman Muton" userId="423efa6d-ee54-4a96-bb69-a7d6dc1d7e38" providerId="ADAL" clId="{E5418EA3-ED04-44D7-B695-8570AC1018F6}" dt="2023-11-02T02:20:08.782" v="7979" actId="478"/>
          <ac:spMkLst>
            <pc:docMk/>
            <pc:sldMk cId="0" sldId="550"/>
            <ac:spMk id="75784" creationId="{E928FFC2-8D06-3087-BAEC-01A1DF923F6B}"/>
          </ac:spMkLst>
        </pc:spChg>
        <pc:spChg chg="del">
          <ac:chgData name="Nursakirah Ab Rahman Muton" userId="423efa6d-ee54-4a96-bb69-a7d6dc1d7e38" providerId="ADAL" clId="{E5418EA3-ED04-44D7-B695-8570AC1018F6}" dt="2023-11-02T02:20:08.782" v="7979" actId="478"/>
          <ac:spMkLst>
            <pc:docMk/>
            <pc:sldMk cId="0" sldId="550"/>
            <ac:spMk id="75785" creationId="{E5F0B3FA-6728-9C2D-7384-9DF9FA89D03C}"/>
          </ac:spMkLst>
        </pc:spChg>
        <pc:spChg chg="del">
          <ac:chgData name="Nursakirah Ab Rahman Muton" userId="423efa6d-ee54-4a96-bb69-a7d6dc1d7e38" providerId="ADAL" clId="{E5418EA3-ED04-44D7-B695-8570AC1018F6}" dt="2023-11-02T02:20:08.782" v="7979" actId="478"/>
          <ac:spMkLst>
            <pc:docMk/>
            <pc:sldMk cId="0" sldId="550"/>
            <ac:spMk id="75786" creationId="{343ECFA9-4C73-125B-DC77-E0941144D497}"/>
          </ac:spMkLst>
        </pc:spChg>
        <pc:spChg chg="del">
          <ac:chgData name="Nursakirah Ab Rahman Muton" userId="423efa6d-ee54-4a96-bb69-a7d6dc1d7e38" providerId="ADAL" clId="{E5418EA3-ED04-44D7-B695-8570AC1018F6}" dt="2023-11-02T02:20:08.782" v="7979" actId="478"/>
          <ac:spMkLst>
            <pc:docMk/>
            <pc:sldMk cId="0" sldId="550"/>
            <ac:spMk id="75787" creationId="{B2C0DD9D-3016-A50D-EBA7-97B29D652BDF}"/>
          </ac:spMkLst>
        </pc:spChg>
        <pc:spChg chg="del">
          <ac:chgData name="Nursakirah Ab Rahman Muton" userId="423efa6d-ee54-4a96-bb69-a7d6dc1d7e38" providerId="ADAL" clId="{E5418EA3-ED04-44D7-B695-8570AC1018F6}" dt="2023-11-02T02:20:08.782" v="7979" actId="478"/>
          <ac:spMkLst>
            <pc:docMk/>
            <pc:sldMk cId="0" sldId="550"/>
            <ac:spMk id="75788" creationId="{B1AE2F58-81BD-9870-3981-8B3A66536D48}"/>
          </ac:spMkLst>
        </pc:spChg>
        <pc:spChg chg="del">
          <ac:chgData name="Nursakirah Ab Rahman Muton" userId="423efa6d-ee54-4a96-bb69-a7d6dc1d7e38" providerId="ADAL" clId="{E5418EA3-ED04-44D7-B695-8570AC1018F6}" dt="2023-11-02T02:20:08.782" v="7979" actId="478"/>
          <ac:spMkLst>
            <pc:docMk/>
            <pc:sldMk cId="0" sldId="550"/>
            <ac:spMk id="75789" creationId="{ED00744E-079C-49DE-3DA0-36F3121C4DD2}"/>
          </ac:spMkLst>
        </pc:spChg>
        <pc:spChg chg="del">
          <ac:chgData name="Nursakirah Ab Rahman Muton" userId="423efa6d-ee54-4a96-bb69-a7d6dc1d7e38" providerId="ADAL" clId="{E5418EA3-ED04-44D7-B695-8570AC1018F6}" dt="2023-11-02T02:20:08.782" v="7979" actId="478"/>
          <ac:spMkLst>
            <pc:docMk/>
            <pc:sldMk cId="0" sldId="550"/>
            <ac:spMk id="75790" creationId="{EAF928DD-56C1-0B59-2CE7-5885DA5636F2}"/>
          </ac:spMkLst>
        </pc:spChg>
        <pc:spChg chg="del">
          <ac:chgData name="Nursakirah Ab Rahman Muton" userId="423efa6d-ee54-4a96-bb69-a7d6dc1d7e38" providerId="ADAL" clId="{E5418EA3-ED04-44D7-B695-8570AC1018F6}" dt="2023-11-02T02:20:08.782" v="7979" actId="478"/>
          <ac:spMkLst>
            <pc:docMk/>
            <pc:sldMk cId="0" sldId="550"/>
            <ac:spMk id="75791" creationId="{24BE05CF-2A17-B67B-420B-EABB1E3E224B}"/>
          </ac:spMkLst>
        </pc:spChg>
        <pc:spChg chg="del">
          <ac:chgData name="Nursakirah Ab Rahman Muton" userId="423efa6d-ee54-4a96-bb69-a7d6dc1d7e38" providerId="ADAL" clId="{E5418EA3-ED04-44D7-B695-8570AC1018F6}" dt="2023-11-02T02:20:08.782" v="7979" actId="478"/>
          <ac:spMkLst>
            <pc:docMk/>
            <pc:sldMk cId="0" sldId="550"/>
            <ac:spMk id="75792" creationId="{D026529D-5581-74D5-9B06-D34072E3E541}"/>
          </ac:spMkLst>
        </pc:spChg>
        <pc:grpChg chg="add mod">
          <ac:chgData name="Nursakirah Ab Rahman Muton" userId="423efa6d-ee54-4a96-bb69-a7d6dc1d7e38" providerId="ADAL" clId="{E5418EA3-ED04-44D7-B695-8570AC1018F6}" dt="2023-11-02T02:19:53.305" v="7976" actId="1076"/>
          <ac:grpSpMkLst>
            <pc:docMk/>
            <pc:sldMk cId="0" sldId="550"/>
            <ac:grpSpMk id="2" creationId="{6F619F71-75EE-2810-09CC-64423025F317}"/>
          </ac:grpSpMkLst>
        </pc:grpChg>
        <pc:grpChg chg="add mod">
          <ac:chgData name="Nursakirah Ab Rahman Muton" userId="423efa6d-ee54-4a96-bb69-a7d6dc1d7e38" providerId="ADAL" clId="{E5418EA3-ED04-44D7-B695-8570AC1018F6}" dt="2023-11-02T02:38:47.942" v="8026" actId="1076"/>
          <ac:grpSpMkLst>
            <pc:docMk/>
            <pc:sldMk cId="0" sldId="550"/>
            <ac:grpSpMk id="21" creationId="{0F9ED47A-5071-8E4D-11ED-60AFCF5AE0A8}"/>
          </ac:grpSpMkLst>
        </pc:grpChg>
        <pc:grpChg chg="add mod">
          <ac:chgData name="Nursakirah Ab Rahman Muton" userId="423efa6d-ee54-4a96-bb69-a7d6dc1d7e38" providerId="ADAL" clId="{E5418EA3-ED04-44D7-B695-8570AC1018F6}" dt="2023-11-02T02:39:06.480" v="8034" actId="1076"/>
          <ac:grpSpMkLst>
            <pc:docMk/>
            <pc:sldMk cId="0" sldId="550"/>
            <ac:grpSpMk id="24" creationId="{729C2938-23D4-D0F4-D364-8BF5CC34C615}"/>
          </ac:grpSpMkLst>
        </pc:grpChg>
        <pc:grpChg chg="add mod">
          <ac:chgData name="Nursakirah Ab Rahman Muton" userId="423efa6d-ee54-4a96-bb69-a7d6dc1d7e38" providerId="ADAL" clId="{E5418EA3-ED04-44D7-B695-8570AC1018F6}" dt="2023-11-02T02:44:35.585" v="8049" actId="164"/>
          <ac:grpSpMkLst>
            <pc:docMk/>
            <pc:sldMk cId="0" sldId="550"/>
            <ac:grpSpMk id="35" creationId="{79981BC5-CF0C-E523-4F2B-D6B6241A5420}"/>
          </ac:grpSpMkLst>
        </pc:grpChg>
        <pc:picChg chg="mod">
          <ac:chgData name="Nursakirah Ab Rahman Muton" userId="423efa6d-ee54-4a96-bb69-a7d6dc1d7e38" providerId="ADAL" clId="{E5418EA3-ED04-44D7-B695-8570AC1018F6}" dt="2023-11-02T02:19:50.481" v="7975"/>
          <ac:picMkLst>
            <pc:docMk/>
            <pc:sldMk cId="0" sldId="550"/>
            <ac:picMk id="3" creationId="{495D68DB-12B4-E745-31D3-66A17C3058CB}"/>
          </ac:picMkLst>
        </pc:picChg>
        <pc:picChg chg="add mod modCrop">
          <ac:chgData name="Nursakirah Ab Rahman Muton" userId="423efa6d-ee54-4a96-bb69-a7d6dc1d7e38" providerId="ADAL" clId="{E5418EA3-ED04-44D7-B695-8570AC1018F6}" dt="2023-11-02T02:39:04.933" v="8033" actId="164"/>
          <ac:picMkLst>
            <pc:docMk/>
            <pc:sldMk cId="0" sldId="550"/>
            <ac:picMk id="6" creationId="{E0251D52-D770-CD7E-44B4-64F9D9F3E289}"/>
          </ac:picMkLst>
        </pc:picChg>
        <pc:picChg chg="add del mod">
          <ac:chgData name="Nursakirah Ab Rahman Muton" userId="423efa6d-ee54-4a96-bb69-a7d6dc1d7e38" providerId="ADAL" clId="{E5418EA3-ED04-44D7-B695-8570AC1018F6}" dt="2023-11-02T02:37:46.835" v="8016" actId="478"/>
          <ac:picMkLst>
            <pc:docMk/>
            <pc:sldMk cId="0" sldId="550"/>
            <ac:picMk id="7" creationId="{61BDE17C-729B-13C5-2F16-8F9863BC70CB}"/>
          </ac:picMkLst>
        </pc:picChg>
        <pc:picChg chg="add mod modCrop">
          <ac:chgData name="Nursakirah Ab Rahman Muton" userId="423efa6d-ee54-4a96-bb69-a7d6dc1d7e38" providerId="ADAL" clId="{E5418EA3-ED04-44D7-B695-8570AC1018F6}" dt="2023-11-02T02:38:44.611" v="8025" actId="164"/>
          <ac:picMkLst>
            <pc:docMk/>
            <pc:sldMk cId="0" sldId="550"/>
            <ac:picMk id="9" creationId="{4F454E8F-655B-3347-7C11-2ADA22921991}"/>
          </ac:picMkLst>
        </pc:picChg>
        <pc:picChg chg="add mod modCrop">
          <ac:chgData name="Nursakirah Ab Rahman Muton" userId="423efa6d-ee54-4a96-bb69-a7d6dc1d7e38" providerId="ADAL" clId="{E5418EA3-ED04-44D7-B695-8570AC1018F6}" dt="2023-11-02T02:44:35.585" v="8049" actId="164"/>
          <ac:picMkLst>
            <pc:docMk/>
            <pc:sldMk cId="0" sldId="550"/>
            <ac:picMk id="23" creationId="{4D500B69-E89B-F6B3-8598-4C03DE5406F1}"/>
          </ac:picMkLst>
        </pc:picChg>
        <pc:picChg chg="del">
          <ac:chgData name="Nursakirah Ab Rahman Muton" userId="423efa6d-ee54-4a96-bb69-a7d6dc1d7e38" providerId="ADAL" clId="{E5418EA3-ED04-44D7-B695-8570AC1018F6}" dt="2023-11-02T02:19:41.556" v="7972" actId="478"/>
          <ac:picMkLst>
            <pc:docMk/>
            <pc:sldMk cId="0" sldId="550"/>
            <ac:picMk id="75779" creationId="{11BCF0AC-8330-F081-E822-967BA3254DEF}"/>
          </ac:picMkLst>
        </pc:picChg>
        <pc:picChg chg="del">
          <ac:chgData name="Nursakirah Ab Rahman Muton" userId="423efa6d-ee54-4a96-bb69-a7d6dc1d7e38" providerId="ADAL" clId="{E5418EA3-ED04-44D7-B695-8570AC1018F6}" dt="2023-11-02T02:20:06.212" v="7977" actId="478"/>
          <ac:picMkLst>
            <pc:docMk/>
            <pc:sldMk cId="0" sldId="550"/>
            <ac:picMk id="75780" creationId="{8BD0AE7B-EB29-DD79-9AE6-B71586ACBE0C}"/>
          </ac:picMkLst>
        </pc:picChg>
        <pc:picChg chg="del">
          <ac:chgData name="Nursakirah Ab Rahman Muton" userId="423efa6d-ee54-4a96-bb69-a7d6dc1d7e38" providerId="ADAL" clId="{E5418EA3-ED04-44D7-B695-8570AC1018F6}" dt="2023-11-02T02:20:06.990" v="7978" actId="478"/>
          <ac:picMkLst>
            <pc:docMk/>
            <pc:sldMk cId="0" sldId="550"/>
            <ac:picMk id="75781" creationId="{3561157C-4C7B-6E5E-73CA-DE6388304D54}"/>
          </ac:picMkLst>
        </pc:picChg>
        <pc:inkChg chg="add">
          <ac:chgData name="Nursakirah Ab Rahman Muton" userId="423efa6d-ee54-4a96-bb69-a7d6dc1d7e38" providerId="ADAL" clId="{E5418EA3-ED04-44D7-B695-8570AC1018F6}" dt="2023-11-17T01:55:05.548" v="26991"/>
          <ac:inkMkLst>
            <pc:docMk/>
            <pc:sldMk cId="0" sldId="550"/>
            <ac:inkMk id="5" creationId="{4CD5DF7A-02B9-8488-CBA7-F17D18B593E4}"/>
          </ac:inkMkLst>
        </pc:inkChg>
        <pc:cxnChg chg="add mod">
          <ac:chgData name="Nursakirah Ab Rahman Muton" userId="423efa6d-ee54-4a96-bb69-a7d6dc1d7e38" providerId="ADAL" clId="{E5418EA3-ED04-44D7-B695-8570AC1018F6}" dt="2023-11-02T02:39:04.933" v="8033" actId="164"/>
          <ac:cxnSpMkLst>
            <pc:docMk/>
            <pc:sldMk cId="0" sldId="550"/>
            <ac:cxnSpMk id="11" creationId="{847FDF45-98E3-96FE-245B-015D440554F5}"/>
          </ac:cxnSpMkLst>
        </pc:cxnChg>
        <pc:cxnChg chg="add mod">
          <ac:chgData name="Nursakirah Ab Rahman Muton" userId="423efa6d-ee54-4a96-bb69-a7d6dc1d7e38" providerId="ADAL" clId="{E5418EA3-ED04-44D7-B695-8570AC1018F6}" dt="2023-11-02T02:39:04.933" v="8033" actId="164"/>
          <ac:cxnSpMkLst>
            <pc:docMk/>
            <pc:sldMk cId="0" sldId="550"/>
            <ac:cxnSpMk id="12" creationId="{92E48BAD-9740-9EA9-4C1F-5D32ECF03C03}"/>
          </ac:cxnSpMkLst>
        </pc:cxnChg>
        <pc:cxnChg chg="add mod">
          <ac:chgData name="Nursakirah Ab Rahman Muton" userId="423efa6d-ee54-4a96-bb69-a7d6dc1d7e38" providerId="ADAL" clId="{E5418EA3-ED04-44D7-B695-8570AC1018F6}" dt="2023-11-02T02:38:44.611" v="8025" actId="164"/>
          <ac:cxnSpMkLst>
            <pc:docMk/>
            <pc:sldMk cId="0" sldId="550"/>
            <ac:cxnSpMk id="15" creationId="{7DD54EBD-B0BE-F191-65EA-48D15890A889}"/>
          </ac:cxnSpMkLst>
        </pc:cxnChg>
        <pc:cxnChg chg="add mod">
          <ac:chgData name="Nursakirah Ab Rahman Muton" userId="423efa6d-ee54-4a96-bb69-a7d6dc1d7e38" providerId="ADAL" clId="{E5418EA3-ED04-44D7-B695-8570AC1018F6}" dt="2023-11-02T02:38:44.611" v="8025" actId="164"/>
          <ac:cxnSpMkLst>
            <pc:docMk/>
            <pc:sldMk cId="0" sldId="550"/>
            <ac:cxnSpMk id="17" creationId="{9EAFEB90-71F3-D651-CE72-F5B2D8D82094}"/>
          </ac:cxnSpMkLst>
        </pc:cxnChg>
        <pc:cxnChg chg="add mod">
          <ac:chgData name="Nursakirah Ab Rahman Muton" userId="423efa6d-ee54-4a96-bb69-a7d6dc1d7e38" providerId="ADAL" clId="{E5418EA3-ED04-44D7-B695-8570AC1018F6}" dt="2023-11-02T02:44:35.585" v="8049" actId="164"/>
          <ac:cxnSpMkLst>
            <pc:docMk/>
            <pc:sldMk cId="0" sldId="550"/>
            <ac:cxnSpMk id="25" creationId="{0ABD410F-9C1E-3D9F-E31B-77BDD17C2C27}"/>
          </ac:cxnSpMkLst>
        </pc:cxnChg>
        <pc:cxnChg chg="add mod">
          <ac:chgData name="Nursakirah Ab Rahman Muton" userId="423efa6d-ee54-4a96-bb69-a7d6dc1d7e38" providerId="ADAL" clId="{E5418EA3-ED04-44D7-B695-8570AC1018F6}" dt="2023-11-02T02:44:35.585" v="8049" actId="164"/>
          <ac:cxnSpMkLst>
            <pc:docMk/>
            <pc:sldMk cId="0" sldId="550"/>
            <ac:cxnSpMk id="27" creationId="{A45B107C-F3DE-69A0-0F13-E1BC92325068}"/>
          </ac:cxnSpMkLst>
        </pc:cxnChg>
        <pc:cxnChg chg="add mod">
          <ac:chgData name="Nursakirah Ab Rahman Muton" userId="423efa6d-ee54-4a96-bb69-a7d6dc1d7e38" providerId="ADAL" clId="{E5418EA3-ED04-44D7-B695-8570AC1018F6}" dt="2023-11-02T02:44:35.585" v="8049" actId="164"/>
          <ac:cxnSpMkLst>
            <pc:docMk/>
            <pc:sldMk cId="0" sldId="550"/>
            <ac:cxnSpMk id="30" creationId="{8257A7A2-A0CC-9DCB-301A-430D863472A3}"/>
          </ac:cxnSpMkLst>
        </pc:cxnChg>
        <pc:cxnChg chg="add mod">
          <ac:chgData name="Nursakirah Ab Rahman Muton" userId="423efa6d-ee54-4a96-bb69-a7d6dc1d7e38" providerId="ADAL" clId="{E5418EA3-ED04-44D7-B695-8570AC1018F6}" dt="2023-11-02T02:44:35.585" v="8049" actId="164"/>
          <ac:cxnSpMkLst>
            <pc:docMk/>
            <pc:sldMk cId="0" sldId="550"/>
            <ac:cxnSpMk id="32" creationId="{C40F8493-30E3-7F1A-99A0-74B6D79A5B96}"/>
          </ac:cxnSpMkLst>
        </pc:cxnChg>
        <pc:cxnChg chg="del">
          <ac:chgData name="Nursakirah Ab Rahman Muton" userId="423efa6d-ee54-4a96-bb69-a7d6dc1d7e38" providerId="ADAL" clId="{E5418EA3-ED04-44D7-B695-8570AC1018F6}" dt="2023-11-02T02:20:08.782" v="7979" actId="478"/>
          <ac:cxnSpMkLst>
            <pc:docMk/>
            <pc:sldMk cId="0" sldId="550"/>
            <ac:cxnSpMk id="75783" creationId="{76D4D246-877D-A798-79BE-D24BFACC2675}"/>
          </ac:cxnSpMkLst>
        </pc:cxnChg>
      </pc:sldChg>
      <pc:sldChg chg="addSp delSp modSp mod modAnim modNotesTx">
        <pc:chgData name="Nursakirah Ab Rahman Muton" userId="423efa6d-ee54-4a96-bb69-a7d6dc1d7e38" providerId="ADAL" clId="{E5418EA3-ED04-44D7-B695-8570AC1018F6}" dt="2023-11-17T02:47:07.040" v="27083" actId="20577"/>
        <pc:sldMkLst>
          <pc:docMk/>
          <pc:sldMk cId="0" sldId="551"/>
        </pc:sldMkLst>
        <pc:spChg chg="add mod">
          <ac:chgData name="Nursakirah Ab Rahman Muton" userId="423efa6d-ee54-4a96-bb69-a7d6dc1d7e38" providerId="ADAL" clId="{E5418EA3-ED04-44D7-B695-8570AC1018F6}" dt="2023-11-17T02:46:46.667" v="27074" actId="1076"/>
          <ac:spMkLst>
            <pc:docMk/>
            <pc:sldMk cId="0" sldId="551"/>
            <ac:spMk id="4" creationId="{4769F978-B078-FC17-CBB6-68CA70D264EB}"/>
          </ac:spMkLst>
        </pc:spChg>
        <pc:spChg chg="add mod">
          <ac:chgData name="Nursakirah Ab Rahman Muton" userId="423efa6d-ee54-4a96-bb69-a7d6dc1d7e38" providerId="ADAL" clId="{E5418EA3-ED04-44D7-B695-8570AC1018F6}" dt="2023-11-02T03:15:01.179" v="8587" actId="1076"/>
          <ac:spMkLst>
            <pc:docMk/>
            <pc:sldMk cId="0" sldId="551"/>
            <ac:spMk id="6" creationId="{DC4FB82D-E18A-E419-79C4-EC324DD13D01}"/>
          </ac:spMkLst>
        </pc:spChg>
        <pc:spChg chg="add mod">
          <ac:chgData name="Nursakirah Ab Rahman Muton" userId="423efa6d-ee54-4a96-bb69-a7d6dc1d7e38" providerId="ADAL" clId="{E5418EA3-ED04-44D7-B695-8570AC1018F6}" dt="2023-11-17T02:46:52.100" v="27077" actId="20577"/>
          <ac:spMkLst>
            <pc:docMk/>
            <pc:sldMk cId="0" sldId="551"/>
            <ac:spMk id="7" creationId="{C1606867-3F1D-8B08-34DD-A69B915D66CC}"/>
          </ac:spMkLst>
        </pc:spChg>
        <pc:spChg chg="add mod">
          <ac:chgData name="Nursakirah Ab Rahman Muton" userId="423efa6d-ee54-4a96-bb69-a7d6dc1d7e38" providerId="ADAL" clId="{E5418EA3-ED04-44D7-B695-8570AC1018F6}" dt="2023-11-17T02:46:57.584" v="27080" actId="20577"/>
          <ac:spMkLst>
            <pc:docMk/>
            <pc:sldMk cId="0" sldId="551"/>
            <ac:spMk id="11" creationId="{E5138ADE-0973-3015-F9BF-2D3A7ADE5404}"/>
          </ac:spMkLst>
        </pc:spChg>
        <pc:spChg chg="add mod">
          <ac:chgData name="Nursakirah Ab Rahman Muton" userId="423efa6d-ee54-4a96-bb69-a7d6dc1d7e38" providerId="ADAL" clId="{E5418EA3-ED04-44D7-B695-8570AC1018F6}" dt="2023-11-17T02:47:07.040" v="27083" actId="20577"/>
          <ac:spMkLst>
            <pc:docMk/>
            <pc:sldMk cId="0" sldId="551"/>
            <ac:spMk id="12" creationId="{7C19EACB-D89E-AE01-29D4-756ED7D2ABC0}"/>
          </ac:spMkLst>
        </pc:spChg>
        <pc:spChg chg="mod">
          <ac:chgData name="Nursakirah Ab Rahman Muton" userId="423efa6d-ee54-4a96-bb69-a7d6dc1d7e38" providerId="ADAL" clId="{E5418EA3-ED04-44D7-B695-8570AC1018F6}" dt="2023-11-02T03:10:09.117" v="8494" actId="14100"/>
          <ac:spMkLst>
            <pc:docMk/>
            <pc:sldMk cId="0" sldId="551"/>
            <ac:spMk id="80899" creationId="{AD21EB7B-E656-4927-5901-F97C676E67B4}"/>
          </ac:spMkLst>
        </pc:spChg>
        <pc:spChg chg="del">
          <ac:chgData name="Nursakirah Ab Rahman Muton" userId="423efa6d-ee54-4a96-bb69-a7d6dc1d7e38" providerId="ADAL" clId="{E5418EA3-ED04-44D7-B695-8570AC1018F6}" dt="2023-11-02T03:10:31.911" v="8496" actId="478"/>
          <ac:spMkLst>
            <pc:docMk/>
            <pc:sldMk cId="0" sldId="551"/>
            <ac:spMk id="80903" creationId="{D19BCBA2-EDCC-0F4F-DAC3-1DE5BDAF7569}"/>
          </ac:spMkLst>
        </pc:spChg>
        <pc:spChg chg="del">
          <ac:chgData name="Nursakirah Ab Rahman Muton" userId="423efa6d-ee54-4a96-bb69-a7d6dc1d7e38" providerId="ADAL" clId="{E5418EA3-ED04-44D7-B695-8570AC1018F6}" dt="2023-11-02T03:10:31.911" v="8496" actId="478"/>
          <ac:spMkLst>
            <pc:docMk/>
            <pc:sldMk cId="0" sldId="551"/>
            <ac:spMk id="80904" creationId="{EA731441-971E-0B4A-A556-DE212A6F0EAA}"/>
          </ac:spMkLst>
        </pc:spChg>
        <pc:spChg chg="del">
          <ac:chgData name="Nursakirah Ab Rahman Muton" userId="423efa6d-ee54-4a96-bb69-a7d6dc1d7e38" providerId="ADAL" clId="{E5418EA3-ED04-44D7-B695-8570AC1018F6}" dt="2023-11-02T03:10:31.911" v="8496" actId="478"/>
          <ac:spMkLst>
            <pc:docMk/>
            <pc:sldMk cId="0" sldId="551"/>
            <ac:spMk id="80905" creationId="{136351DC-F216-B330-606B-919FB6ACC5B4}"/>
          </ac:spMkLst>
        </pc:spChg>
        <pc:grpChg chg="del">
          <ac:chgData name="Nursakirah Ab Rahman Muton" userId="423efa6d-ee54-4a96-bb69-a7d6dc1d7e38" providerId="ADAL" clId="{E5418EA3-ED04-44D7-B695-8570AC1018F6}" dt="2023-11-02T03:09:39.978" v="8486" actId="478"/>
          <ac:grpSpMkLst>
            <pc:docMk/>
            <pc:sldMk cId="0" sldId="551"/>
            <ac:grpSpMk id="80900" creationId="{57CDBF9C-7DBA-2B7A-DEAB-68DF2FC8FC93}"/>
          </ac:grpSpMkLst>
        </pc:grpChg>
        <pc:picChg chg="add mod">
          <ac:chgData name="Nursakirah Ab Rahman Muton" userId="423efa6d-ee54-4a96-bb69-a7d6dc1d7e38" providerId="ADAL" clId="{E5418EA3-ED04-44D7-B695-8570AC1018F6}" dt="2023-11-02T03:12:36.335" v="8503" actId="1076"/>
          <ac:picMkLst>
            <pc:docMk/>
            <pc:sldMk cId="0" sldId="551"/>
            <ac:picMk id="3" creationId="{99769792-7054-6BB0-5CAA-21D59EB9E400}"/>
          </ac:picMkLst>
        </pc:picChg>
        <pc:picChg chg="add mod modCrop">
          <ac:chgData name="Nursakirah Ab Rahman Muton" userId="423efa6d-ee54-4a96-bb69-a7d6dc1d7e38" providerId="ADAL" clId="{E5418EA3-ED04-44D7-B695-8570AC1018F6}" dt="2023-11-02T03:12:37.204" v="8504" actId="1076"/>
          <ac:picMkLst>
            <pc:docMk/>
            <pc:sldMk cId="0" sldId="551"/>
            <ac:picMk id="5" creationId="{77A9BEE8-AD67-7F07-58E3-78ACE00C39A9}"/>
          </ac:picMkLst>
        </pc:picChg>
        <pc:picChg chg="del">
          <ac:chgData name="Nursakirah Ab Rahman Muton" userId="423efa6d-ee54-4a96-bb69-a7d6dc1d7e38" providerId="ADAL" clId="{E5418EA3-ED04-44D7-B695-8570AC1018F6}" dt="2023-11-02T03:10:28.325" v="8495" actId="478"/>
          <ac:picMkLst>
            <pc:docMk/>
            <pc:sldMk cId="0" sldId="551"/>
            <ac:picMk id="80901" creationId="{1CAE45A0-BAD5-216B-5658-876EAC9EECFF}"/>
          </ac:picMkLst>
        </pc:picChg>
        <pc:picChg chg="del">
          <ac:chgData name="Nursakirah Ab Rahman Muton" userId="423efa6d-ee54-4a96-bb69-a7d6dc1d7e38" providerId="ADAL" clId="{E5418EA3-ED04-44D7-B695-8570AC1018F6}" dt="2023-11-02T03:10:31.911" v="8496" actId="478"/>
          <ac:picMkLst>
            <pc:docMk/>
            <pc:sldMk cId="0" sldId="551"/>
            <ac:picMk id="80902" creationId="{1DE57448-0ED2-4B9F-57EA-5322FF99E49E}"/>
          </ac:picMkLst>
        </pc:picChg>
        <pc:inkChg chg="add del">
          <ac:chgData name="Nursakirah Ab Rahman Muton" userId="423efa6d-ee54-4a96-bb69-a7d6dc1d7e38" providerId="ADAL" clId="{E5418EA3-ED04-44D7-B695-8570AC1018F6}" dt="2023-11-17T02:46:17.315" v="27063" actId="478"/>
          <ac:inkMkLst>
            <pc:docMk/>
            <pc:sldMk cId="0" sldId="551"/>
            <ac:inkMk id="2" creationId="{05712D5D-C074-A559-EC77-A288F8EE8FB9}"/>
          </ac:inkMkLst>
        </pc:inkChg>
        <pc:cxnChg chg="add mod">
          <ac:chgData name="Nursakirah Ab Rahman Muton" userId="423efa6d-ee54-4a96-bb69-a7d6dc1d7e38" providerId="ADAL" clId="{E5418EA3-ED04-44D7-B695-8570AC1018F6}" dt="2023-11-02T03:14:12.926" v="8582" actId="693"/>
          <ac:cxnSpMkLst>
            <pc:docMk/>
            <pc:sldMk cId="0" sldId="551"/>
            <ac:cxnSpMk id="8" creationId="{860CB931-08BF-D9B6-D1C6-10F1586A6834}"/>
          </ac:cxnSpMkLst>
        </pc:cxnChg>
        <pc:cxnChg chg="add mod">
          <ac:chgData name="Nursakirah Ab Rahman Muton" userId="423efa6d-ee54-4a96-bb69-a7d6dc1d7e38" providerId="ADAL" clId="{E5418EA3-ED04-44D7-B695-8570AC1018F6}" dt="2023-11-02T03:14:22.338" v="8584" actId="1076"/>
          <ac:cxnSpMkLst>
            <pc:docMk/>
            <pc:sldMk cId="0" sldId="551"/>
            <ac:cxnSpMk id="9" creationId="{8187D705-36AA-BB1D-EE1B-13253BBE39CB}"/>
          </ac:cxnSpMkLst>
        </pc:cxnChg>
        <pc:cxnChg chg="add mod">
          <ac:chgData name="Nursakirah Ab Rahman Muton" userId="423efa6d-ee54-4a96-bb69-a7d6dc1d7e38" providerId="ADAL" clId="{E5418EA3-ED04-44D7-B695-8570AC1018F6}" dt="2023-11-02T03:14:30.201" v="8586" actId="1076"/>
          <ac:cxnSpMkLst>
            <pc:docMk/>
            <pc:sldMk cId="0" sldId="551"/>
            <ac:cxnSpMk id="10" creationId="{20731E6C-C62C-0108-2B50-F928BCCD87A7}"/>
          </ac:cxnSpMkLst>
        </pc:cxnChg>
      </pc:sldChg>
      <pc:sldChg chg="del">
        <pc:chgData name="Nursakirah Ab Rahman Muton" userId="423efa6d-ee54-4a96-bb69-a7d6dc1d7e38" providerId="ADAL" clId="{E5418EA3-ED04-44D7-B695-8570AC1018F6}" dt="2023-11-02T03:33:51.873" v="9681" actId="47"/>
        <pc:sldMkLst>
          <pc:docMk/>
          <pc:sldMk cId="0" sldId="552"/>
        </pc:sldMkLst>
      </pc:sldChg>
      <pc:sldChg chg="modSp del mod">
        <pc:chgData name="Nursakirah Ab Rahman Muton" userId="423efa6d-ee54-4a96-bb69-a7d6dc1d7e38" providerId="ADAL" clId="{E5418EA3-ED04-44D7-B695-8570AC1018F6}" dt="2023-11-02T03:56:01.215" v="9845" actId="47"/>
        <pc:sldMkLst>
          <pc:docMk/>
          <pc:sldMk cId="0" sldId="553"/>
        </pc:sldMkLst>
        <pc:spChg chg="mod">
          <ac:chgData name="Nursakirah Ab Rahman Muton" userId="423efa6d-ee54-4a96-bb69-a7d6dc1d7e38" providerId="ADAL" clId="{E5418EA3-ED04-44D7-B695-8570AC1018F6}" dt="2023-11-02T03:33:58.134" v="9685" actId="403"/>
          <ac:spMkLst>
            <pc:docMk/>
            <pc:sldMk cId="0" sldId="553"/>
            <ac:spMk id="82950" creationId="{09EE0681-E448-9A02-52AB-D61A7014AE57}"/>
          </ac:spMkLst>
        </pc:spChg>
      </pc:sldChg>
      <pc:sldChg chg="addSp delSp modSp mod modNotesTx">
        <pc:chgData name="Nursakirah Ab Rahman Muton" userId="423efa6d-ee54-4a96-bb69-a7d6dc1d7e38" providerId="ADAL" clId="{E5418EA3-ED04-44D7-B695-8570AC1018F6}" dt="2023-11-17T02:54:09.636" v="27134" actId="478"/>
        <pc:sldMkLst>
          <pc:docMk/>
          <pc:sldMk cId="0" sldId="554"/>
        </pc:sldMkLst>
        <pc:spChg chg="add del mod">
          <ac:chgData name="Nursakirah Ab Rahman Muton" userId="423efa6d-ee54-4a96-bb69-a7d6dc1d7e38" providerId="ADAL" clId="{E5418EA3-ED04-44D7-B695-8570AC1018F6}" dt="2023-11-02T04:01:20.003" v="9857" actId="478"/>
          <ac:spMkLst>
            <pc:docMk/>
            <pc:sldMk cId="0" sldId="554"/>
            <ac:spMk id="2" creationId="{A95E6F28-7585-6348-F3FE-F1A3E5357FE0}"/>
          </ac:spMkLst>
        </pc:spChg>
        <pc:spChg chg="add del mod">
          <ac:chgData name="Nursakirah Ab Rahman Muton" userId="423efa6d-ee54-4a96-bb69-a7d6dc1d7e38" providerId="ADAL" clId="{E5418EA3-ED04-44D7-B695-8570AC1018F6}" dt="2023-11-17T02:54:09.636" v="27134" actId="478"/>
          <ac:spMkLst>
            <pc:docMk/>
            <pc:sldMk cId="0" sldId="554"/>
            <ac:spMk id="3" creationId="{31C2145D-F550-6B91-0EA3-834833951ACD}"/>
          </ac:spMkLst>
        </pc:spChg>
        <pc:spChg chg="mod">
          <ac:chgData name="Nursakirah Ab Rahman Muton" userId="423efa6d-ee54-4a96-bb69-a7d6dc1d7e38" providerId="ADAL" clId="{E5418EA3-ED04-44D7-B695-8570AC1018F6}" dt="2023-11-02T03:56:22.707" v="9849"/>
          <ac:spMkLst>
            <pc:docMk/>
            <pc:sldMk cId="0" sldId="554"/>
            <ac:spMk id="4" creationId="{A3CEE31C-F3F1-FCDF-3C25-50DFEE9D42BD}"/>
          </ac:spMkLst>
        </pc:spChg>
        <pc:spChg chg="add del mod">
          <ac:chgData name="Nursakirah Ab Rahman Muton" userId="423efa6d-ee54-4a96-bb69-a7d6dc1d7e38" providerId="ADAL" clId="{E5418EA3-ED04-44D7-B695-8570AC1018F6}" dt="2023-11-17T02:54:09.636" v="27134" actId="478"/>
          <ac:spMkLst>
            <pc:docMk/>
            <pc:sldMk cId="0" sldId="554"/>
            <ac:spMk id="4" creationId="{B801A79A-4866-858B-05F0-377A9BDF43F2}"/>
          </ac:spMkLst>
        </pc:spChg>
        <pc:spChg chg="add del mod">
          <ac:chgData name="Nursakirah Ab Rahman Muton" userId="423efa6d-ee54-4a96-bb69-a7d6dc1d7e38" providerId="ADAL" clId="{E5418EA3-ED04-44D7-B695-8570AC1018F6}" dt="2023-11-17T02:54:09.636" v="27134" actId="478"/>
          <ac:spMkLst>
            <pc:docMk/>
            <pc:sldMk cId="0" sldId="554"/>
            <ac:spMk id="5" creationId="{80DD53C9-200D-3360-C8C0-47CAE36E5B19}"/>
          </ac:spMkLst>
        </pc:spChg>
        <pc:spChg chg="add del mod">
          <ac:chgData name="Nursakirah Ab Rahman Muton" userId="423efa6d-ee54-4a96-bb69-a7d6dc1d7e38" providerId="ADAL" clId="{E5418EA3-ED04-44D7-B695-8570AC1018F6}" dt="2023-11-17T02:54:09.636" v="27134" actId="478"/>
          <ac:spMkLst>
            <pc:docMk/>
            <pc:sldMk cId="0" sldId="554"/>
            <ac:spMk id="6" creationId="{B52C59A4-3A4F-3DA8-CC17-6400D800BDB8}"/>
          </ac:spMkLst>
        </pc:spChg>
        <pc:spChg chg="add del mod">
          <ac:chgData name="Nursakirah Ab Rahman Muton" userId="423efa6d-ee54-4a96-bb69-a7d6dc1d7e38" providerId="ADAL" clId="{E5418EA3-ED04-44D7-B695-8570AC1018F6}" dt="2023-11-02T04:01:20.003" v="9857" actId="478"/>
          <ac:spMkLst>
            <pc:docMk/>
            <pc:sldMk cId="0" sldId="554"/>
            <ac:spMk id="7" creationId="{AFFFCE99-590B-C29F-E3C3-42D407000E21}"/>
          </ac:spMkLst>
        </pc:spChg>
        <pc:spChg chg="mod">
          <ac:chgData name="Nursakirah Ab Rahman Muton" userId="423efa6d-ee54-4a96-bb69-a7d6dc1d7e38" providerId="ADAL" clId="{E5418EA3-ED04-44D7-B695-8570AC1018F6}" dt="2023-11-02T03:56:22.707" v="9849"/>
          <ac:spMkLst>
            <pc:docMk/>
            <pc:sldMk cId="0" sldId="554"/>
            <ac:spMk id="9" creationId="{3E650658-206F-5A4F-CF7D-212700FD6286}"/>
          </ac:spMkLst>
        </pc:spChg>
        <pc:spChg chg="mod">
          <ac:chgData name="Nursakirah Ab Rahman Muton" userId="423efa6d-ee54-4a96-bb69-a7d6dc1d7e38" providerId="ADAL" clId="{E5418EA3-ED04-44D7-B695-8570AC1018F6}" dt="2023-11-02T03:56:22.707" v="9849"/>
          <ac:spMkLst>
            <pc:docMk/>
            <pc:sldMk cId="0" sldId="554"/>
            <ac:spMk id="14" creationId="{ED4C4975-E84C-4633-BE89-BF0A0D2C6CDB}"/>
          </ac:spMkLst>
        </pc:spChg>
        <pc:spChg chg="mod">
          <ac:chgData name="Nursakirah Ab Rahman Muton" userId="423efa6d-ee54-4a96-bb69-a7d6dc1d7e38" providerId="ADAL" clId="{E5418EA3-ED04-44D7-B695-8570AC1018F6}" dt="2023-11-02T03:56:22.707" v="9849"/>
          <ac:spMkLst>
            <pc:docMk/>
            <pc:sldMk cId="0" sldId="554"/>
            <ac:spMk id="18" creationId="{FB769350-A872-8E97-CF67-0069E85F83BB}"/>
          </ac:spMkLst>
        </pc:spChg>
        <pc:spChg chg="mod">
          <ac:chgData name="Nursakirah Ab Rahman Muton" userId="423efa6d-ee54-4a96-bb69-a7d6dc1d7e38" providerId="ADAL" clId="{E5418EA3-ED04-44D7-B695-8570AC1018F6}" dt="2023-11-02T03:56:22.707" v="9849"/>
          <ac:spMkLst>
            <pc:docMk/>
            <pc:sldMk cId="0" sldId="554"/>
            <ac:spMk id="21" creationId="{6214FD5D-8E61-2AAA-960E-252BB9D12509}"/>
          </ac:spMkLst>
        </pc:spChg>
        <pc:spChg chg="mod">
          <ac:chgData name="Nursakirah Ab Rahman Muton" userId="423efa6d-ee54-4a96-bb69-a7d6dc1d7e38" providerId="ADAL" clId="{E5418EA3-ED04-44D7-B695-8570AC1018F6}" dt="2023-11-02T03:56:22.707" v="9849"/>
          <ac:spMkLst>
            <pc:docMk/>
            <pc:sldMk cId="0" sldId="554"/>
            <ac:spMk id="24" creationId="{BBA56671-42F4-A6F6-548C-CA8305C49552}"/>
          </ac:spMkLst>
        </pc:spChg>
        <pc:spChg chg="add del mod">
          <ac:chgData name="Nursakirah Ab Rahman Muton" userId="423efa6d-ee54-4a96-bb69-a7d6dc1d7e38" providerId="ADAL" clId="{E5418EA3-ED04-44D7-B695-8570AC1018F6}" dt="2023-11-02T04:01:20.003" v="9857" actId="478"/>
          <ac:spMkLst>
            <pc:docMk/>
            <pc:sldMk cId="0" sldId="554"/>
            <ac:spMk id="25" creationId="{F462F17C-70EC-2965-95C1-C10379C6C592}"/>
          </ac:spMkLst>
        </pc:spChg>
        <pc:spChg chg="add del mod">
          <ac:chgData name="Nursakirah Ab Rahman Muton" userId="423efa6d-ee54-4a96-bb69-a7d6dc1d7e38" providerId="ADAL" clId="{E5418EA3-ED04-44D7-B695-8570AC1018F6}" dt="2023-11-02T04:01:20.003" v="9857" actId="478"/>
          <ac:spMkLst>
            <pc:docMk/>
            <pc:sldMk cId="0" sldId="554"/>
            <ac:spMk id="26" creationId="{28041D38-E7A9-91F6-63DA-640A633E50AA}"/>
          </ac:spMkLst>
        </pc:spChg>
        <pc:spChg chg="add del mod">
          <ac:chgData name="Nursakirah Ab Rahman Muton" userId="423efa6d-ee54-4a96-bb69-a7d6dc1d7e38" providerId="ADAL" clId="{E5418EA3-ED04-44D7-B695-8570AC1018F6}" dt="2023-11-02T04:01:20.003" v="9857" actId="478"/>
          <ac:spMkLst>
            <pc:docMk/>
            <pc:sldMk cId="0" sldId="554"/>
            <ac:spMk id="27" creationId="{7281D31D-AEE6-2FD2-A7C5-746423C0168C}"/>
          </ac:spMkLst>
        </pc:spChg>
        <pc:spChg chg="add del mod">
          <ac:chgData name="Nursakirah Ab Rahman Muton" userId="423efa6d-ee54-4a96-bb69-a7d6dc1d7e38" providerId="ADAL" clId="{E5418EA3-ED04-44D7-B695-8570AC1018F6}" dt="2023-11-02T04:01:20.003" v="9857" actId="478"/>
          <ac:spMkLst>
            <pc:docMk/>
            <pc:sldMk cId="0" sldId="554"/>
            <ac:spMk id="28" creationId="{59092213-2C07-7D14-3DE2-C20AC62E6EDD}"/>
          </ac:spMkLst>
        </pc:spChg>
        <pc:spChg chg="add mod">
          <ac:chgData name="Nursakirah Ab Rahman Muton" userId="423efa6d-ee54-4a96-bb69-a7d6dc1d7e38" providerId="ADAL" clId="{E5418EA3-ED04-44D7-B695-8570AC1018F6}" dt="2023-11-02T04:11:21.776" v="10172" actId="1076"/>
          <ac:spMkLst>
            <pc:docMk/>
            <pc:sldMk cId="0" sldId="554"/>
            <ac:spMk id="29" creationId="{0EA18E82-00C2-2C52-72AA-33BD7E11FD2E}"/>
          </ac:spMkLst>
        </pc:spChg>
        <pc:spChg chg="mod">
          <ac:chgData name="Nursakirah Ab Rahman Muton" userId="423efa6d-ee54-4a96-bb69-a7d6dc1d7e38" providerId="ADAL" clId="{E5418EA3-ED04-44D7-B695-8570AC1018F6}" dt="2023-11-02T04:01:20.515" v="9858"/>
          <ac:spMkLst>
            <pc:docMk/>
            <pc:sldMk cId="0" sldId="554"/>
            <ac:spMk id="31" creationId="{0CEB0C61-8ED7-B70A-4D44-8EA274638997}"/>
          </ac:spMkLst>
        </pc:spChg>
        <pc:spChg chg="add mod">
          <ac:chgData name="Nursakirah Ab Rahman Muton" userId="423efa6d-ee54-4a96-bb69-a7d6dc1d7e38" providerId="ADAL" clId="{E5418EA3-ED04-44D7-B695-8570AC1018F6}" dt="2023-11-02T04:11:21.776" v="10172" actId="1076"/>
          <ac:spMkLst>
            <pc:docMk/>
            <pc:sldMk cId="0" sldId="554"/>
            <ac:spMk id="34" creationId="{513ECB2C-20A2-CBBB-48F1-77962F4CA2B3}"/>
          </ac:spMkLst>
        </pc:spChg>
        <pc:spChg chg="mod">
          <ac:chgData name="Nursakirah Ab Rahman Muton" userId="423efa6d-ee54-4a96-bb69-a7d6dc1d7e38" providerId="ADAL" clId="{E5418EA3-ED04-44D7-B695-8570AC1018F6}" dt="2023-11-02T04:01:20.515" v="9858"/>
          <ac:spMkLst>
            <pc:docMk/>
            <pc:sldMk cId="0" sldId="554"/>
            <ac:spMk id="36" creationId="{A37CD89C-BE87-770D-9DA3-8F1AE4876DA9}"/>
          </ac:spMkLst>
        </pc:spChg>
        <pc:spChg chg="mod">
          <ac:chgData name="Nursakirah Ab Rahman Muton" userId="423efa6d-ee54-4a96-bb69-a7d6dc1d7e38" providerId="ADAL" clId="{E5418EA3-ED04-44D7-B695-8570AC1018F6}" dt="2023-11-02T04:01:20.515" v="9858"/>
          <ac:spMkLst>
            <pc:docMk/>
            <pc:sldMk cId="0" sldId="554"/>
            <ac:spMk id="40" creationId="{8174EE9C-8B49-C108-4BDF-60A4A83929AE}"/>
          </ac:spMkLst>
        </pc:spChg>
        <pc:spChg chg="mod">
          <ac:chgData name="Nursakirah Ab Rahman Muton" userId="423efa6d-ee54-4a96-bb69-a7d6dc1d7e38" providerId="ADAL" clId="{E5418EA3-ED04-44D7-B695-8570AC1018F6}" dt="2023-11-02T04:01:20.515" v="9858"/>
          <ac:spMkLst>
            <pc:docMk/>
            <pc:sldMk cId="0" sldId="554"/>
            <ac:spMk id="43" creationId="{E7CD4111-3357-8F63-2244-1C93D7DEA961}"/>
          </ac:spMkLst>
        </pc:spChg>
        <pc:spChg chg="mod">
          <ac:chgData name="Nursakirah Ab Rahman Muton" userId="423efa6d-ee54-4a96-bb69-a7d6dc1d7e38" providerId="ADAL" clId="{E5418EA3-ED04-44D7-B695-8570AC1018F6}" dt="2023-11-02T04:01:20.515" v="9858"/>
          <ac:spMkLst>
            <pc:docMk/>
            <pc:sldMk cId="0" sldId="554"/>
            <ac:spMk id="46" creationId="{2422D73D-D529-BB87-1E71-C2D0BF8D9715}"/>
          </ac:spMkLst>
        </pc:spChg>
        <pc:spChg chg="add mod">
          <ac:chgData name="Nursakirah Ab Rahman Muton" userId="423efa6d-ee54-4a96-bb69-a7d6dc1d7e38" providerId="ADAL" clId="{E5418EA3-ED04-44D7-B695-8570AC1018F6}" dt="2023-11-02T04:11:21.776" v="10172" actId="1076"/>
          <ac:spMkLst>
            <pc:docMk/>
            <pc:sldMk cId="0" sldId="554"/>
            <ac:spMk id="47" creationId="{E1AFFDC5-EB61-4C7E-8225-6DFD615E3D66}"/>
          </ac:spMkLst>
        </pc:spChg>
        <pc:spChg chg="add mod">
          <ac:chgData name="Nursakirah Ab Rahman Muton" userId="423efa6d-ee54-4a96-bb69-a7d6dc1d7e38" providerId="ADAL" clId="{E5418EA3-ED04-44D7-B695-8570AC1018F6}" dt="2023-11-02T04:11:21.776" v="10172" actId="1076"/>
          <ac:spMkLst>
            <pc:docMk/>
            <pc:sldMk cId="0" sldId="554"/>
            <ac:spMk id="48" creationId="{26C4A510-13FB-D8CA-03B0-2CD57FA880BD}"/>
          </ac:spMkLst>
        </pc:spChg>
        <pc:spChg chg="add mod">
          <ac:chgData name="Nursakirah Ab Rahman Muton" userId="423efa6d-ee54-4a96-bb69-a7d6dc1d7e38" providerId="ADAL" clId="{E5418EA3-ED04-44D7-B695-8570AC1018F6}" dt="2023-11-02T04:11:21.776" v="10172" actId="1076"/>
          <ac:spMkLst>
            <pc:docMk/>
            <pc:sldMk cId="0" sldId="554"/>
            <ac:spMk id="49" creationId="{9CABB1EE-24B4-4CA4-89C9-383903B208D9}"/>
          </ac:spMkLst>
        </pc:spChg>
        <pc:spChg chg="add mod">
          <ac:chgData name="Nursakirah Ab Rahman Muton" userId="423efa6d-ee54-4a96-bb69-a7d6dc1d7e38" providerId="ADAL" clId="{E5418EA3-ED04-44D7-B695-8570AC1018F6}" dt="2023-11-02T04:11:21.776" v="10172" actId="1076"/>
          <ac:spMkLst>
            <pc:docMk/>
            <pc:sldMk cId="0" sldId="554"/>
            <ac:spMk id="50" creationId="{00B9ABE0-BB2E-AC53-E932-FDEC3E15A6B8}"/>
          </ac:spMkLst>
        </pc:spChg>
        <pc:spChg chg="add del">
          <ac:chgData name="Nursakirah Ab Rahman Muton" userId="423efa6d-ee54-4a96-bb69-a7d6dc1d7e38" providerId="ADAL" clId="{E5418EA3-ED04-44D7-B695-8570AC1018F6}" dt="2023-11-02T04:09:22.791" v="10146" actId="478"/>
          <ac:spMkLst>
            <pc:docMk/>
            <pc:sldMk cId="0" sldId="554"/>
            <ac:spMk id="51" creationId="{387C68A2-600D-8DE5-8E5A-076436B80614}"/>
          </ac:spMkLst>
        </pc:spChg>
        <pc:spChg chg="add mod">
          <ac:chgData name="Nursakirah Ab Rahman Muton" userId="423efa6d-ee54-4a96-bb69-a7d6dc1d7e38" providerId="ADAL" clId="{E5418EA3-ED04-44D7-B695-8570AC1018F6}" dt="2023-11-02T04:11:21.776" v="10172" actId="1076"/>
          <ac:spMkLst>
            <pc:docMk/>
            <pc:sldMk cId="0" sldId="554"/>
            <ac:spMk id="59" creationId="{BB7529D3-13A2-ACDC-9B1D-6D62E9DDE9FD}"/>
          </ac:spMkLst>
        </pc:spChg>
        <pc:spChg chg="add mod">
          <ac:chgData name="Nursakirah Ab Rahman Muton" userId="423efa6d-ee54-4a96-bb69-a7d6dc1d7e38" providerId="ADAL" clId="{E5418EA3-ED04-44D7-B695-8570AC1018F6}" dt="2023-11-02T04:11:21.776" v="10172" actId="1076"/>
          <ac:spMkLst>
            <pc:docMk/>
            <pc:sldMk cId="0" sldId="554"/>
            <ac:spMk id="60" creationId="{FAAC74C2-5A7A-EA6E-7F4E-40FB7E9F25FD}"/>
          </ac:spMkLst>
        </pc:spChg>
        <pc:spChg chg="mod">
          <ac:chgData name="Nursakirah Ab Rahman Muton" userId="423efa6d-ee54-4a96-bb69-a7d6dc1d7e38" providerId="ADAL" clId="{E5418EA3-ED04-44D7-B695-8570AC1018F6}" dt="2023-11-02T04:05:23.924" v="10044" actId="20577"/>
          <ac:spMkLst>
            <pc:docMk/>
            <pc:sldMk cId="0" sldId="554"/>
            <ac:spMk id="83971" creationId="{E1238F53-699F-B1A8-1650-8E342F5DC684}"/>
          </ac:spMkLst>
        </pc:spChg>
        <pc:spChg chg="del">
          <ac:chgData name="Nursakirah Ab Rahman Muton" userId="423efa6d-ee54-4a96-bb69-a7d6dc1d7e38" providerId="ADAL" clId="{E5418EA3-ED04-44D7-B695-8570AC1018F6}" dt="2023-11-02T03:56:14.474" v="9847" actId="478"/>
          <ac:spMkLst>
            <pc:docMk/>
            <pc:sldMk cId="0" sldId="554"/>
            <ac:spMk id="83973" creationId="{06924C31-5D44-4F3B-B7F5-25CF5E427000}"/>
          </ac:spMkLst>
        </pc:spChg>
        <pc:spChg chg="del">
          <ac:chgData name="Nursakirah Ab Rahman Muton" userId="423efa6d-ee54-4a96-bb69-a7d6dc1d7e38" providerId="ADAL" clId="{E5418EA3-ED04-44D7-B695-8570AC1018F6}" dt="2023-11-02T03:56:14.474" v="9847" actId="478"/>
          <ac:spMkLst>
            <pc:docMk/>
            <pc:sldMk cId="0" sldId="554"/>
            <ac:spMk id="83975" creationId="{48F766EE-96AD-8B9C-F80D-A67B610744A9}"/>
          </ac:spMkLst>
        </pc:spChg>
        <pc:spChg chg="del">
          <ac:chgData name="Nursakirah Ab Rahman Muton" userId="423efa6d-ee54-4a96-bb69-a7d6dc1d7e38" providerId="ADAL" clId="{E5418EA3-ED04-44D7-B695-8570AC1018F6}" dt="2023-11-02T03:56:14.474" v="9847" actId="478"/>
          <ac:spMkLst>
            <pc:docMk/>
            <pc:sldMk cId="0" sldId="554"/>
            <ac:spMk id="83976" creationId="{CDF335E9-AF92-83AC-FE68-60B17820712D}"/>
          </ac:spMkLst>
        </pc:spChg>
        <pc:spChg chg="del">
          <ac:chgData name="Nursakirah Ab Rahman Muton" userId="423efa6d-ee54-4a96-bb69-a7d6dc1d7e38" providerId="ADAL" clId="{E5418EA3-ED04-44D7-B695-8570AC1018F6}" dt="2023-11-02T03:56:14.474" v="9847" actId="478"/>
          <ac:spMkLst>
            <pc:docMk/>
            <pc:sldMk cId="0" sldId="554"/>
            <ac:spMk id="83977" creationId="{D6438239-C644-0D69-72A9-2A2C29CDA4B3}"/>
          </ac:spMkLst>
        </pc:spChg>
        <pc:spChg chg="del">
          <ac:chgData name="Nursakirah Ab Rahman Muton" userId="423efa6d-ee54-4a96-bb69-a7d6dc1d7e38" providerId="ADAL" clId="{E5418EA3-ED04-44D7-B695-8570AC1018F6}" dt="2023-11-02T03:56:14.474" v="9847" actId="478"/>
          <ac:spMkLst>
            <pc:docMk/>
            <pc:sldMk cId="0" sldId="554"/>
            <ac:spMk id="83978" creationId="{36644C02-391F-DD68-3FF8-442EAF48D55D}"/>
          </ac:spMkLst>
        </pc:spChg>
        <pc:spChg chg="mod">
          <ac:chgData name="Nursakirah Ab Rahman Muton" userId="423efa6d-ee54-4a96-bb69-a7d6dc1d7e38" providerId="ADAL" clId="{E5418EA3-ED04-44D7-B695-8570AC1018F6}" dt="2023-11-02T04:11:25.382" v="10173" actId="14100"/>
          <ac:spMkLst>
            <pc:docMk/>
            <pc:sldMk cId="0" sldId="554"/>
            <ac:spMk id="83979" creationId="{81BDC398-8785-DEB3-EEFD-C87B62FF33D4}"/>
          </ac:spMkLst>
        </pc:spChg>
        <pc:spChg chg="del">
          <ac:chgData name="Nursakirah Ab Rahman Muton" userId="423efa6d-ee54-4a96-bb69-a7d6dc1d7e38" providerId="ADAL" clId="{E5418EA3-ED04-44D7-B695-8570AC1018F6}" dt="2023-11-02T03:56:14.474" v="9847" actId="478"/>
          <ac:spMkLst>
            <pc:docMk/>
            <pc:sldMk cId="0" sldId="554"/>
            <ac:spMk id="83980" creationId="{9F99B94B-704A-1DF7-84CB-65594B2E1FA3}"/>
          </ac:spMkLst>
        </pc:spChg>
        <pc:spChg chg="del">
          <ac:chgData name="Nursakirah Ab Rahman Muton" userId="423efa6d-ee54-4a96-bb69-a7d6dc1d7e38" providerId="ADAL" clId="{E5418EA3-ED04-44D7-B695-8570AC1018F6}" dt="2023-11-02T03:56:14.474" v="9847" actId="478"/>
          <ac:spMkLst>
            <pc:docMk/>
            <pc:sldMk cId="0" sldId="554"/>
            <ac:spMk id="83981" creationId="{D86CF681-A9BC-3FBA-B21C-F03B16DFF804}"/>
          </ac:spMkLst>
        </pc:spChg>
        <pc:grpChg chg="add del mod">
          <ac:chgData name="Nursakirah Ab Rahman Muton" userId="423efa6d-ee54-4a96-bb69-a7d6dc1d7e38" providerId="ADAL" clId="{E5418EA3-ED04-44D7-B695-8570AC1018F6}" dt="2023-11-02T04:01:20.003" v="9857" actId="478"/>
          <ac:grpSpMkLst>
            <pc:docMk/>
            <pc:sldMk cId="0" sldId="554"/>
            <ac:grpSpMk id="3" creationId="{E572B842-4CF0-D8E6-840B-55809658E1F1}"/>
          </ac:grpSpMkLst>
        </pc:grpChg>
        <pc:grpChg chg="add del mod">
          <ac:chgData name="Nursakirah Ab Rahman Muton" userId="423efa6d-ee54-4a96-bb69-a7d6dc1d7e38" providerId="ADAL" clId="{E5418EA3-ED04-44D7-B695-8570AC1018F6}" dt="2023-11-02T04:01:20.003" v="9857" actId="478"/>
          <ac:grpSpMkLst>
            <pc:docMk/>
            <pc:sldMk cId="0" sldId="554"/>
            <ac:grpSpMk id="8" creationId="{9F82D7CF-39D8-B5C5-0FD3-4B2CD948FC6A}"/>
          </ac:grpSpMkLst>
        </pc:grpChg>
        <pc:grpChg chg="add del mod">
          <ac:chgData name="Nursakirah Ab Rahman Muton" userId="423efa6d-ee54-4a96-bb69-a7d6dc1d7e38" providerId="ADAL" clId="{E5418EA3-ED04-44D7-B695-8570AC1018F6}" dt="2023-11-02T04:01:20.003" v="9857" actId="478"/>
          <ac:grpSpMkLst>
            <pc:docMk/>
            <pc:sldMk cId="0" sldId="554"/>
            <ac:grpSpMk id="11" creationId="{60A017A1-37C2-8433-A60D-D30CCE977407}"/>
          </ac:grpSpMkLst>
        </pc:grpChg>
        <pc:grpChg chg="mod">
          <ac:chgData name="Nursakirah Ab Rahman Muton" userId="423efa6d-ee54-4a96-bb69-a7d6dc1d7e38" providerId="ADAL" clId="{E5418EA3-ED04-44D7-B695-8570AC1018F6}" dt="2023-11-02T03:56:22.707" v="9849"/>
          <ac:grpSpMkLst>
            <pc:docMk/>
            <pc:sldMk cId="0" sldId="554"/>
            <ac:grpSpMk id="13" creationId="{DFDFE345-16B3-E68F-A68E-19A1E357AF8F}"/>
          </ac:grpSpMkLst>
        </pc:grpChg>
        <pc:grpChg chg="add del mod">
          <ac:chgData name="Nursakirah Ab Rahman Muton" userId="423efa6d-ee54-4a96-bb69-a7d6dc1d7e38" providerId="ADAL" clId="{E5418EA3-ED04-44D7-B695-8570AC1018F6}" dt="2023-11-02T04:01:20.003" v="9857" actId="478"/>
          <ac:grpSpMkLst>
            <pc:docMk/>
            <pc:sldMk cId="0" sldId="554"/>
            <ac:grpSpMk id="16" creationId="{E07F470C-2633-3069-13E7-5E25CF380CA4}"/>
          </ac:grpSpMkLst>
        </pc:grpChg>
        <pc:grpChg chg="add del mod">
          <ac:chgData name="Nursakirah Ab Rahman Muton" userId="423efa6d-ee54-4a96-bb69-a7d6dc1d7e38" providerId="ADAL" clId="{E5418EA3-ED04-44D7-B695-8570AC1018F6}" dt="2023-11-02T04:01:20.003" v="9857" actId="478"/>
          <ac:grpSpMkLst>
            <pc:docMk/>
            <pc:sldMk cId="0" sldId="554"/>
            <ac:grpSpMk id="19" creationId="{B6816DF7-D2BC-9246-DCE3-A7F971C64884}"/>
          </ac:grpSpMkLst>
        </pc:grpChg>
        <pc:grpChg chg="add del mod">
          <ac:chgData name="Nursakirah Ab Rahman Muton" userId="423efa6d-ee54-4a96-bb69-a7d6dc1d7e38" providerId="ADAL" clId="{E5418EA3-ED04-44D7-B695-8570AC1018F6}" dt="2023-11-02T04:01:20.003" v="9857" actId="478"/>
          <ac:grpSpMkLst>
            <pc:docMk/>
            <pc:sldMk cId="0" sldId="554"/>
            <ac:grpSpMk id="22" creationId="{7D996815-B7C7-4EBC-1553-1AC5D38AB22E}"/>
          </ac:grpSpMkLst>
        </pc:grpChg>
        <pc:grpChg chg="add mod">
          <ac:chgData name="Nursakirah Ab Rahman Muton" userId="423efa6d-ee54-4a96-bb69-a7d6dc1d7e38" providerId="ADAL" clId="{E5418EA3-ED04-44D7-B695-8570AC1018F6}" dt="2023-11-02T04:11:21.776" v="10172" actId="1076"/>
          <ac:grpSpMkLst>
            <pc:docMk/>
            <pc:sldMk cId="0" sldId="554"/>
            <ac:grpSpMk id="30" creationId="{08E8CDE1-CA6F-521C-049F-BE744BF33469}"/>
          </ac:grpSpMkLst>
        </pc:grpChg>
        <pc:grpChg chg="add mod">
          <ac:chgData name="Nursakirah Ab Rahman Muton" userId="423efa6d-ee54-4a96-bb69-a7d6dc1d7e38" providerId="ADAL" clId="{E5418EA3-ED04-44D7-B695-8570AC1018F6}" dt="2023-11-02T04:11:21.776" v="10172" actId="1076"/>
          <ac:grpSpMkLst>
            <pc:docMk/>
            <pc:sldMk cId="0" sldId="554"/>
            <ac:grpSpMk id="35" creationId="{4E859BF0-1614-63E5-7BD9-EAB658F532E9}"/>
          </ac:grpSpMkLst>
        </pc:grpChg>
        <pc:grpChg chg="add mod">
          <ac:chgData name="Nursakirah Ab Rahman Muton" userId="423efa6d-ee54-4a96-bb69-a7d6dc1d7e38" providerId="ADAL" clId="{E5418EA3-ED04-44D7-B695-8570AC1018F6}" dt="2023-11-02T04:11:21.776" v="10172" actId="1076"/>
          <ac:grpSpMkLst>
            <pc:docMk/>
            <pc:sldMk cId="0" sldId="554"/>
            <ac:grpSpMk id="38" creationId="{79F2C302-20C1-BE65-7F0E-EE0A7BAAEE75}"/>
          </ac:grpSpMkLst>
        </pc:grpChg>
        <pc:grpChg chg="add mod">
          <ac:chgData name="Nursakirah Ab Rahman Muton" userId="423efa6d-ee54-4a96-bb69-a7d6dc1d7e38" providerId="ADAL" clId="{E5418EA3-ED04-44D7-B695-8570AC1018F6}" dt="2023-11-02T04:11:21.776" v="10172" actId="1076"/>
          <ac:grpSpMkLst>
            <pc:docMk/>
            <pc:sldMk cId="0" sldId="554"/>
            <ac:grpSpMk id="41" creationId="{D4847C92-8F78-40E8-59F3-8D2041E9F973}"/>
          </ac:grpSpMkLst>
        </pc:grpChg>
        <pc:grpChg chg="add mod">
          <ac:chgData name="Nursakirah Ab Rahman Muton" userId="423efa6d-ee54-4a96-bb69-a7d6dc1d7e38" providerId="ADAL" clId="{E5418EA3-ED04-44D7-B695-8570AC1018F6}" dt="2023-11-02T04:11:21.776" v="10172" actId="1076"/>
          <ac:grpSpMkLst>
            <pc:docMk/>
            <pc:sldMk cId="0" sldId="554"/>
            <ac:grpSpMk id="44" creationId="{964B3FFA-2F6D-56DC-FE0B-11C9F6774C59}"/>
          </ac:grpSpMkLst>
        </pc:grpChg>
        <pc:grpChg chg="del">
          <ac:chgData name="Nursakirah Ab Rahman Muton" userId="423efa6d-ee54-4a96-bb69-a7d6dc1d7e38" providerId="ADAL" clId="{E5418EA3-ED04-44D7-B695-8570AC1018F6}" dt="2023-11-02T03:56:14.474" v="9847" actId="478"/>
          <ac:grpSpMkLst>
            <pc:docMk/>
            <pc:sldMk cId="0" sldId="554"/>
            <ac:grpSpMk id="83972" creationId="{5E0BC86B-4341-BA1D-E147-5301B82D9C30}"/>
          </ac:grpSpMkLst>
        </pc:grpChg>
        <pc:grpChg chg="del">
          <ac:chgData name="Nursakirah Ab Rahman Muton" userId="423efa6d-ee54-4a96-bb69-a7d6dc1d7e38" providerId="ADAL" clId="{E5418EA3-ED04-44D7-B695-8570AC1018F6}" dt="2023-11-02T03:56:14.474" v="9847" actId="478"/>
          <ac:grpSpMkLst>
            <pc:docMk/>
            <pc:sldMk cId="0" sldId="554"/>
            <ac:grpSpMk id="83974" creationId="{70FC4597-A892-DAD5-EBF5-3E7041AFFFB7}"/>
          </ac:grpSpMkLst>
        </pc:grpChg>
        <pc:inkChg chg="add del">
          <ac:chgData name="Nursakirah Ab Rahman Muton" userId="423efa6d-ee54-4a96-bb69-a7d6dc1d7e38" providerId="ADAL" clId="{E5418EA3-ED04-44D7-B695-8570AC1018F6}" dt="2023-11-17T02:53:21.480" v="27120" actId="478"/>
          <ac:inkMkLst>
            <pc:docMk/>
            <pc:sldMk cId="0" sldId="554"/>
            <ac:inkMk id="2" creationId="{3AD0B604-A71F-68B6-E5BD-76391B33E712}"/>
          </ac:inkMkLst>
        </pc:inkChg>
        <pc:cxnChg chg="mod">
          <ac:chgData name="Nursakirah Ab Rahman Muton" userId="423efa6d-ee54-4a96-bb69-a7d6dc1d7e38" providerId="ADAL" clId="{E5418EA3-ED04-44D7-B695-8570AC1018F6}" dt="2023-11-02T03:56:22.707" v="9849"/>
          <ac:cxnSpMkLst>
            <pc:docMk/>
            <pc:sldMk cId="0" sldId="554"/>
            <ac:cxnSpMk id="5" creationId="{3165FE80-EC4E-26EC-2A8B-798510389C92}"/>
          </ac:cxnSpMkLst>
        </pc:cxnChg>
        <pc:cxnChg chg="mod">
          <ac:chgData name="Nursakirah Ab Rahman Muton" userId="423efa6d-ee54-4a96-bb69-a7d6dc1d7e38" providerId="ADAL" clId="{E5418EA3-ED04-44D7-B695-8570AC1018F6}" dt="2023-11-02T03:56:22.707" v="9849"/>
          <ac:cxnSpMkLst>
            <pc:docMk/>
            <pc:sldMk cId="0" sldId="554"/>
            <ac:cxnSpMk id="6" creationId="{CD7DC024-8F19-ED05-CF8F-82B17D59848B}"/>
          </ac:cxnSpMkLst>
        </pc:cxnChg>
        <pc:cxnChg chg="mod">
          <ac:chgData name="Nursakirah Ab Rahman Muton" userId="423efa6d-ee54-4a96-bb69-a7d6dc1d7e38" providerId="ADAL" clId="{E5418EA3-ED04-44D7-B695-8570AC1018F6}" dt="2023-11-02T03:56:22.707" v="9849"/>
          <ac:cxnSpMkLst>
            <pc:docMk/>
            <pc:sldMk cId="0" sldId="554"/>
            <ac:cxnSpMk id="10" creationId="{B921357F-E42C-3981-B76A-4BE2FCC3B362}"/>
          </ac:cxnSpMkLst>
        </pc:cxnChg>
        <pc:cxnChg chg="mod">
          <ac:chgData name="Nursakirah Ab Rahman Muton" userId="423efa6d-ee54-4a96-bb69-a7d6dc1d7e38" providerId="ADAL" clId="{E5418EA3-ED04-44D7-B695-8570AC1018F6}" dt="2023-11-02T03:56:22.707" v="9849"/>
          <ac:cxnSpMkLst>
            <pc:docMk/>
            <pc:sldMk cId="0" sldId="554"/>
            <ac:cxnSpMk id="12" creationId="{DC97B677-5D9E-D2A6-0871-C828520A5AE7}"/>
          </ac:cxnSpMkLst>
        </pc:cxnChg>
        <pc:cxnChg chg="mod">
          <ac:chgData name="Nursakirah Ab Rahman Muton" userId="423efa6d-ee54-4a96-bb69-a7d6dc1d7e38" providerId="ADAL" clId="{E5418EA3-ED04-44D7-B695-8570AC1018F6}" dt="2023-11-02T03:56:22.707" v="9849"/>
          <ac:cxnSpMkLst>
            <pc:docMk/>
            <pc:sldMk cId="0" sldId="554"/>
            <ac:cxnSpMk id="15" creationId="{DD04F3F6-3DCD-F266-3A75-CB827CCBF8D4}"/>
          </ac:cxnSpMkLst>
        </pc:cxnChg>
        <pc:cxnChg chg="mod">
          <ac:chgData name="Nursakirah Ab Rahman Muton" userId="423efa6d-ee54-4a96-bb69-a7d6dc1d7e38" providerId="ADAL" clId="{E5418EA3-ED04-44D7-B695-8570AC1018F6}" dt="2023-11-02T03:56:22.707" v="9849"/>
          <ac:cxnSpMkLst>
            <pc:docMk/>
            <pc:sldMk cId="0" sldId="554"/>
            <ac:cxnSpMk id="17" creationId="{6095C9BA-5120-E472-6814-36EAB552A7D7}"/>
          </ac:cxnSpMkLst>
        </pc:cxnChg>
        <pc:cxnChg chg="mod">
          <ac:chgData name="Nursakirah Ab Rahman Muton" userId="423efa6d-ee54-4a96-bb69-a7d6dc1d7e38" providerId="ADAL" clId="{E5418EA3-ED04-44D7-B695-8570AC1018F6}" dt="2023-11-02T03:56:22.707" v="9849"/>
          <ac:cxnSpMkLst>
            <pc:docMk/>
            <pc:sldMk cId="0" sldId="554"/>
            <ac:cxnSpMk id="20" creationId="{239A01A3-29AD-FE0E-524E-BFD5C7C5CD17}"/>
          </ac:cxnSpMkLst>
        </pc:cxnChg>
        <pc:cxnChg chg="mod">
          <ac:chgData name="Nursakirah Ab Rahman Muton" userId="423efa6d-ee54-4a96-bb69-a7d6dc1d7e38" providerId="ADAL" clId="{E5418EA3-ED04-44D7-B695-8570AC1018F6}" dt="2023-11-02T03:56:22.707" v="9849"/>
          <ac:cxnSpMkLst>
            <pc:docMk/>
            <pc:sldMk cId="0" sldId="554"/>
            <ac:cxnSpMk id="23" creationId="{B66F114D-064E-6A6B-1AC9-D70AF3B313C9}"/>
          </ac:cxnSpMkLst>
        </pc:cxnChg>
        <pc:cxnChg chg="mod">
          <ac:chgData name="Nursakirah Ab Rahman Muton" userId="423efa6d-ee54-4a96-bb69-a7d6dc1d7e38" providerId="ADAL" clId="{E5418EA3-ED04-44D7-B695-8570AC1018F6}" dt="2023-11-02T04:15:33.697" v="10183" actId="1076"/>
          <ac:cxnSpMkLst>
            <pc:docMk/>
            <pc:sldMk cId="0" sldId="554"/>
            <ac:cxnSpMk id="32" creationId="{B235DE8F-2B4A-DC82-8F3E-8D7414647DE9}"/>
          </ac:cxnSpMkLst>
        </pc:cxnChg>
        <pc:cxnChg chg="mod">
          <ac:chgData name="Nursakirah Ab Rahman Muton" userId="423efa6d-ee54-4a96-bb69-a7d6dc1d7e38" providerId="ADAL" clId="{E5418EA3-ED04-44D7-B695-8570AC1018F6}" dt="2023-11-02T04:15:36.163" v="10184" actId="1076"/>
          <ac:cxnSpMkLst>
            <pc:docMk/>
            <pc:sldMk cId="0" sldId="554"/>
            <ac:cxnSpMk id="33" creationId="{53CA596D-F3E1-47A8-CCB0-07A63B5C878A}"/>
          </ac:cxnSpMkLst>
        </pc:cxnChg>
        <pc:cxnChg chg="mod">
          <ac:chgData name="Nursakirah Ab Rahman Muton" userId="423efa6d-ee54-4a96-bb69-a7d6dc1d7e38" providerId="ADAL" clId="{E5418EA3-ED04-44D7-B695-8570AC1018F6}" dt="2023-11-02T04:01:20.515" v="9858"/>
          <ac:cxnSpMkLst>
            <pc:docMk/>
            <pc:sldMk cId="0" sldId="554"/>
            <ac:cxnSpMk id="37" creationId="{AFB9E778-7361-163D-5C8C-ECC3AC1B0362}"/>
          </ac:cxnSpMkLst>
        </pc:cxnChg>
        <pc:cxnChg chg="mod">
          <ac:chgData name="Nursakirah Ab Rahman Muton" userId="423efa6d-ee54-4a96-bb69-a7d6dc1d7e38" providerId="ADAL" clId="{E5418EA3-ED04-44D7-B695-8570AC1018F6}" dt="2023-11-02T04:01:20.515" v="9858"/>
          <ac:cxnSpMkLst>
            <pc:docMk/>
            <pc:sldMk cId="0" sldId="554"/>
            <ac:cxnSpMk id="39" creationId="{C0025AF9-5CAC-91A0-2724-36E0F92B81DF}"/>
          </ac:cxnSpMkLst>
        </pc:cxnChg>
        <pc:cxnChg chg="mod">
          <ac:chgData name="Nursakirah Ab Rahman Muton" userId="423efa6d-ee54-4a96-bb69-a7d6dc1d7e38" providerId="ADAL" clId="{E5418EA3-ED04-44D7-B695-8570AC1018F6}" dt="2023-11-02T04:01:20.515" v="9858"/>
          <ac:cxnSpMkLst>
            <pc:docMk/>
            <pc:sldMk cId="0" sldId="554"/>
            <ac:cxnSpMk id="42" creationId="{90A32DF7-96C9-E10F-E42C-E2C9FD104A3D}"/>
          </ac:cxnSpMkLst>
        </pc:cxnChg>
        <pc:cxnChg chg="mod">
          <ac:chgData name="Nursakirah Ab Rahman Muton" userId="423efa6d-ee54-4a96-bb69-a7d6dc1d7e38" providerId="ADAL" clId="{E5418EA3-ED04-44D7-B695-8570AC1018F6}" dt="2023-11-02T04:01:20.515" v="9858"/>
          <ac:cxnSpMkLst>
            <pc:docMk/>
            <pc:sldMk cId="0" sldId="554"/>
            <ac:cxnSpMk id="45" creationId="{B52D64AB-8263-B56C-C187-DF67CAA5E8B2}"/>
          </ac:cxnSpMkLst>
        </pc:cxnChg>
        <pc:cxnChg chg="add mod">
          <ac:chgData name="Nursakirah Ab Rahman Muton" userId="423efa6d-ee54-4a96-bb69-a7d6dc1d7e38" providerId="ADAL" clId="{E5418EA3-ED04-44D7-B695-8570AC1018F6}" dt="2023-11-02T04:11:21.776" v="10172" actId="1076"/>
          <ac:cxnSpMkLst>
            <pc:docMk/>
            <pc:sldMk cId="0" sldId="554"/>
            <ac:cxnSpMk id="53" creationId="{1AA95A0F-B106-01FA-F222-14974A427D28}"/>
          </ac:cxnSpMkLst>
        </pc:cxnChg>
        <pc:cxnChg chg="add mod">
          <ac:chgData name="Nursakirah Ab Rahman Muton" userId="423efa6d-ee54-4a96-bb69-a7d6dc1d7e38" providerId="ADAL" clId="{E5418EA3-ED04-44D7-B695-8570AC1018F6}" dt="2023-11-02T04:11:21.776" v="10172" actId="1076"/>
          <ac:cxnSpMkLst>
            <pc:docMk/>
            <pc:sldMk cId="0" sldId="554"/>
            <ac:cxnSpMk id="56" creationId="{31A20A0F-9831-C563-CED2-E2C46A3562BE}"/>
          </ac:cxnSpMkLst>
        </pc:cxnChg>
        <pc:cxnChg chg="add mod">
          <ac:chgData name="Nursakirah Ab Rahman Muton" userId="423efa6d-ee54-4a96-bb69-a7d6dc1d7e38" providerId="ADAL" clId="{E5418EA3-ED04-44D7-B695-8570AC1018F6}" dt="2023-11-02T04:11:21.776" v="10172" actId="1076"/>
          <ac:cxnSpMkLst>
            <pc:docMk/>
            <pc:sldMk cId="0" sldId="554"/>
            <ac:cxnSpMk id="61" creationId="{E4F5BDF9-9731-FA0A-0430-33C58F318AD6}"/>
          </ac:cxnSpMkLst>
        </pc:cxnChg>
        <pc:cxnChg chg="add mod">
          <ac:chgData name="Nursakirah Ab Rahman Muton" userId="423efa6d-ee54-4a96-bb69-a7d6dc1d7e38" providerId="ADAL" clId="{E5418EA3-ED04-44D7-B695-8570AC1018F6}" dt="2023-11-02T04:11:21.776" v="10172" actId="1076"/>
          <ac:cxnSpMkLst>
            <pc:docMk/>
            <pc:sldMk cId="0" sldId="554"/>
            <ac:cxnSpMk id="83968" creationId="{2B11BF77-3279-E363-468C-66487585FFD3}"/>
          </ac:cxnSpMkLst>
        </pc:cxnChg>
      </pc:sldChg>
      <pc:sldChg chg="addSp delSp modSp">
        <pc:chgData name="Nursakirah Ab Rahman Muton" userId="423efa6d-ee54-4a96-bb69-a7d6dc1d7e38" providerId="ADAL" clId="{E5418EA3-ED04-44D7-B695-8570AC1018F6}" dt="2023-11-02T04:20:23.870" v="10242" actId="1076"/>
        <pc:sldMkLst>
          <pc:docMk/>
          <pc:sldMk cId="0" sldId="555"/>
        </pc:sldMkLst>
        <pc:spChg chg="add mod">
          <ac:chgData name="Nursakirah Ab Rahman Muton" userId="423efa6d-ee54-4a96-bb69-a7d6dc1d7e38" providerId="ADAL" clId="{E5418EA3-ED04-44D7-B695-8570AC1018F6}" dt="2023-11-02T04:20:05.644" v="10238" actId="1076"/>
          <ac:spMkLst>
            <pc:docMk/>
            <pc:sldMk cId="0" sldId="555"/>
            <ac:spMk id="2" creationId="{896329AB-7733-1159-E695-3D6969711C44}"/>
          </ac:spMkLst>
        </pc:spChg>
        <pc:spChg chg="add mod">
          <ac:chgData name="Nursakirah Ab Rahman Muton" userId="423efa6d-ee54-4a96-bb69-a7d6dc1d7e38" providerId="ADAL" clId="{E5418EA3-ED04-44D7-B695-8570AC1018F6}" dt="2023-11-02T04:20:15.816" v="10240" actId="1076"/>
          <ac:spMkLst>
            <pc:docMk/>
            <pc:sldMk cId="0" sldId="555"/>
            <ac:spMk id="3" creationId="{C048A68F-815F-000E-B0F5-EFBD6B8C699E}"/>
          </ac:spMkLst>
        </pc:spChg>
        <pc:spChg chg="add mod">
          <ac:chgData name="Nursakirah Ab Rahman Muton" userId="423efa6d-ee54-4a96-bb69-a7d6dc1d7e38" providerId="ADAL" clId="{E5418EA3-ED04-44D7-B695-8570AC1018F6}" dt="2023-11-02T04:20:23.870" v="10242" actId="1076"/>
          <ac:spMkLst>
            <pc:docMk/>
            <pc:sldMk cId="0" sldId="555"/>
            <ac:spMk id="4" creationId="{2E900BBC-568D-893C-6E15-A6516B32E300}"/>
          </ac:spMkLst>
        </pc:spChg>
        <pc:spChg chg="mod">
          <ac:chgData name="Nursakirah Ab Rahman Muton" userId="423efa6d-ee54-4a96-bb69-a7d6dc1d7e38" providerId="ADAL" clId="{E5418EA3-ED04-44D7-B695-8570AC1018F6}" dt="2023-11-02T04:19:38.489" v="10233" actId="1076"/>
          <ac:spMkLst>
            <pc:docMk/>
            <pc:sldMk cId="0" sldId="555"/>
            <ac:spMk id="84996" creationId="{9C236768-EF8E-9FC7-AE76-E959C975CA07}"/>
          </ac:spMkLst>
        </pc:spChg>
        <pc:spChg chg="del mod">
          <ac:chgData name="Nursakirah Ab Rahman Muton" userId="423efa6d-ee54-4a96-bb69-a7d6dc1d7e38" providerId="ADAL" clId="{E5418EA3-ED04-44D7-B695-8570AC1018F6}" dt="2023-11-02T04:19:53.631" v="10236" actId="478"/>
          <ac:spMkLst>
            <pc:docMk/>
            <pc:sldMk cId="0" sldId="555"/>
            <ac:spMk id="84997" creationId="{25DE7352-3375-9FA7-B09E-D4656A0543A2}"/>
          </ac:spMkLst>
        </pc:spChg>
        <pc:spChg chg="mod">
          <ac:chgData name="Nursakirah Ab Rahman Muton" userId="423efa6d-ee54-4a96-bb69-a7d6dc1d7e38" providerId="ADAL" clId="{E5418EA3-ED04-44D7-B695-8570AC1018F6}" dt="2023-11-02T04:19:44.340" v="10235" actId="14100"/>
          <ac:spMkLst>
            <pc:docMk/>
            <pc:sldMk cId="0" sldId="555"/>
            <ac:spMk id="84998" creationId="{217D5A76-1747-24B6-6B9E-C5F98BAA6DE9}"/>
          </ac:spMkLst>
        </pc:spChg>
        <pc:spChg chg="del mod">
          <ac:chgData name="Nursakirah Ab Rahman Muton" userId="423efa6d-ee54-4a96-bb69-a7d6dc1d7e38" providerId="ADAL" clId="{E5418EA3-ED04-44D7-B695-8570AC1018F6}" dt="2023-11-02T04:19:53.631" v="10236" actId="478"/>
          <ac:spMkLst>
            <pc:docMk/>
            <pc:sldMk cId="0" sldId="555"/>
            <ac:spMk id="84999" creationId="{3AF6E06D-7E69-3A47-D5EA-DF2B8938A712}"/>
          </ac:spMkLst>
        </pc:spChg>
        <pc:spChg chg="del mod">
          <ac:chgData name="Nursakirah Ab Rahman Muton" userId="423efa6d-ee54-4a96-bb69-a7d6dc1d7e38" providerId="ADAL" clId="{E5418EA3-ED04-44D7-B695-8570AC1018F6}" dt="2023-11-02T04:19:53.631" v="10236" actId="478"/>
          <ac:spMkLst>
            <pc:docMk/>
            <pc:sldMk cId="0" sldId="555"/>
            <ac:spMk id="85000" creationId="{1F02F3BA-C422-BA64-417F-8A7CB358AA9F}"/>
          </ac:spMkLst>
        </pc:spChg>
      </pc:sldChg>
      <pc:sldChg chg="del">
        <pc:chgData name="Nursakirah Ab Rahman Muton" userId="423efa6d-ee54-4a96-bb69-a7d6dc1d7e38" providerId="ADAL" clId="{E5418EA3-ED04-44D7-B695-8570AC1018F6}" dt="2023-11-02T04:21:15.994" v="10243" actId="47"/>
        <pc:sldMkLst>
          <pc:docMk/>
          <pc:sldMk cId="0" sldId="556"/>
        </pc:sldMkLst>
      </pc:sldChg>
      <pc:sldChg chg="modSp mod modNotesTx">
        <pc:chgData name="Nursakirah Ab Rahman Muton" userId="423efa6d-ee54-4a96-bb69-a7d6dc1d7e38" providerId="ADAL" clId="{E5418EA3-ED04-44D7-B695-8570AC1018F6}" dt="2023-11-02T05:09:38.380" v="10787" actId="20577"/>
        <pc:sldMkLst>
          <pc:docMk/>
          <pc:sldMk cId="0" sldId="557"/>
        </pc:sldMkLst>
        <pc:spChg chg="mod">
          <ac:chgData name="Nursakirah Ab Rahman Muton" userId="423efa6d-ee54-4a96-bb69-a7d6dc1d7e38" providerId="ADAL" clId="{E5418EA3-ED04-44D7-B695-8570AC1018F6}" dt="2023-11-02T04:58:23.670" v="10571" actId="14100"/>
          <ac:spMkLst>
            <pc:docMk/>
            <pc:sldMk cId="0" sldId="557"/>
            <ac:spMk id="93186" creationId="{6B8B3035-8C2E-4288-A8B6-EFA5312A6AD4}"/>
          </ac:spMkLst>
        </pc:spChg>
        <pc:spChg chg="mod">
          <ac:chgData name="Nursakirah Ab Rahman Muton" userId="423efa6d-ee54-4a96-bb69-a7d6dc1d7e38" providerId="ADAL" clId="{E5418EA3-ED04-44D7-B695-8570AC1018F6}" dt="2023-11-02T05:09:38.380" v="10787" actId="20577"/>
          <ac:spMkLst>
            <pc:docMk/>
            <pc:sldMk cId="0" sldId="557"/>
            <ac:spMk id="93187" creationId="{36D6DC4D-9C77-E8E5-1026-E8F0FCB9D357}"/>
          </ac:spMkLst>
        </pc:spChg>
      </pc:sldChg>
      <pc:sldChg chg="addSp delSp modSp mod modAnim modNotesTx">
        <pc:chgData name="Nursakirah Ab Rahman Muton" userId="423efa6d-ee54-4a96-bb69-a7d6dc1d7e38" providerId="ADAL" clId="{E5418EA3-ED04-44D7-B695-8570AC1018F6}" dt="2023-11-02T05:16:46.644" v="10929" actId="20577"/>
        <pc:sldMkLst>
          <pc:docMk/>
          <pc:sldMk cId="0" sldId="558"/>
        </pc:sldMkLst>
        <pc:spChg chg="mod">
          <ac:chgData name="Nursakirah Ab Rahman Muton" userId="423efa6d-ee54-4a96-bb69-a7d6dc1d7e38" providerId="ADAL" clId="{E5418EA3-ED04-44D7-B695-8570AC1018F6}" dt="2023-11-02T05:10:42.124" v="10794" actId="1036"/>
          <ac:spMkLst>
            <pc:docMk/>
            <pc:sldMk cId="0" sldId="558"/>
            <ac:spMk id="95234" creationId="{1869B055-1ABC-2E41-DC2A-A39DCED2DC5E}"/>
          </ac:spMkLst>
        </pc:spChg>
        <pc:spChg chg="mod">
          <ac:chgData name="Nursakirah Ab Rahman Muton" userId="423efa6d-ee54-4a96-bb69-a7d6dc1d7e38" providerId="ADAL" clId="{E5418EA3-ED04-44D7-B695-8570AC1018F6}" dt="2023-11-02T05:11:00.913" v="10799" actId="14100"/>
          <ac:spMkLst>
            <pc:docMk/>
            <pc:sldMk cId="0" sldId="558"/>
            <ac:spMk id="95235" creationId="{8570B50D-100A-11CE-A964-B64B8FB3585F}"/>
          </ac:spMkLst>
        </pc:spChg>
        <pc:spChg chg="del">
          <ac:chgData name="Nursakirah Ab Rahman Muton" userId="423efa6d-ee54-4a96-bb69-a7d6dc1d7e38" providerId="ADAL" clId="{E5418EA3-ED04-44D7-B695-8570AC1018F6}" dt="2023-11-02T05:10:35.469" v="10789" actId="478"/>
          <ac:spMkLst>
            <pc:docMk/>
            <pc:sldMk cId="0" sldId="558"/>
            <ac:spMk id="95237" creationId="{A92D50C0-F2C1-7C9C-6C51-FA92355088FD}"/>
          </ac:spMkLst>
        </pc:spChg>
        <pc:spChg chg="del">
          <ac:chgData name="Nursakirah Ab Rahman Muton" userId="423efa6d-ee54-4a96-bb69-a7d6dc1d7e38" providerId="ADAL" clId="{E5418EA3-ED04-44D7-B695-8570AC1018F6}" dt="2023-11-02T05:11:03.214" v="10800" actId="478"/>
          <ac:spMkLst>
            <pc:docMk/>
            <pc:sldMk cId="0" sldId="558"/>
            <ac:spMk id="95244" creationId="{5F1EBE14-3749-7A65-1BF9-49034DA47865}"/>
          </ac:spMkLst>
        </pc:spChg>
        <pc:grpChg chg="del">
          <ac:chgData name="Nursakirah Ab Rahman Muton" userId="423efa6d-ee54-4a96-bb69-a7d6dc1d7e38" providerId="ADAL" clId="{E5418EA3-ED04-44D7-B695-8570AC1018F6}" dt="2023-11-02T05:10:35.469" v="10789" actId="478"/>
          <ac:grpSpMkLst>
            <pc:docMk/>
            <pc:sldMk cId="0" sldId="558"/>
            <ac:grpSpMk id="95236" creationId="{CBC5F67A-E018-3E1E-CE25-E785B53EA7D6}"/>
          </ac:grpSpMkLst>
        </pc:grpChg>
        <pc:picChg chg="add mod">
          <ac:chgData name="Nursakirah Ab Rahman Muton" userId="423efa6d-ee54-4a96-bb69-a7d6dc1d7e38" providerId="ADAL" clId="{E5418EA3-ED04-44D7-B695-8570AC1018F6}" dt="2023-11-02T05:10:45.085" v="10795" actId="1076"/>
          <ac:picMkLst>
            <pc:docMk/>
            <pc:sldMk cId="0" sldId="558"/>
            <ac:picMk id="3" creationId="{61A34F9A-F98B-2F6A-36A1-E8C5A45A44FF}"/>
          </ac:picMkLst>
        </pc:picChg>
        <pc:picChg chg="add mod">
          <ac:chgData name="Nursakirah Ab Rahman Muton" userId="423efa6d-ee54-4a96-bb69-a7d6dc1d7e38" providerId="ADAL" clId="{E5418EA3-ED04-44D7-B695-8570AC1018F6}" dt="2023-11-02T05:10:56.109" v="10797" actId="1076"/>
          <ac:picMkLst>
            <pc:docMk/>
            <pc:sldMk cId="0" sldId="558"/>
            <ac:picMk id="5" creationId="{BE8D2A4A-29A4-567E-50F3-CE01D57E1FB3}"/>
          </ac:picMkLst>
        </pc:picChg>
        <pc:picChg chg="add mod">
          <ac:chgData name="Nursakirah Ab Rahman Muton" userId="423efa6d-ee54-4a96-bb69-a7d6dc1d7e38" providerId="ADAL" clId="{E5418EA3-ED04-44D7-B695-8570AC1018F6}" dt="2023-11-02T05:11:11.773" v="10802" actId="1076"/>
          <ac:picMkLst>
            <pc:docMk/>
            <pc:sldMk cId="0" sldId="558"/>
            <ac:picMk id="7" creationId="{CC0A4A1B-BA41-C42C-B687-B28B8C5248F6}"/>
          </ac:picMkLst>
        </pc:picChg>
        <pc:picChg chg="add mod">
          <ac:chgData name="Nursakirah Ab Rahman Muton" userId="423efa6d-ee54-4a96-bb69-a7d6dc1d7e38" providerId="ADAL" clId="{E5418EA3-ED04-44D7-B695-8570AC1018F6}" dt="2023-11-02T05:11:27.329" v="10806" actId="1076"/>
          <ac:picMkLst>
            <pc:docMk/>
            <pc:sldMk cId="0" sldId="558"/>
            <ac:picMk id="9" creationId="{ED8F5241-00C7-8108-0ABD-0839585C0B24}"/>
          </ac:picMkLst>
        </pc:picChg>
        <pc:picChg chg="add mod modCrop">
          <ac:chgData name="Nursakirah Ab Rahman Muton" userId="423efa6d-ee54-4a96-bb69-a7d6dc1d7e38" providerId="ADAL" clId="{E5418EA3-ED04-44D7-B695-8570AC1018F6}" dt="2023-11-02T05:13:07.679" v="10814" actId="732"/>
          <ac:picMkLst>
            <pc:docMk/>
            <pc:sldMk cId="0" sldId="558"/>
            <ac:picMk id="11" creationId="{BF67B664-C490-ED55-DE53-673E7B419C01}"/>
          </ac:picMkLst>
        </pc:picChg>
        <pc:picChg chg="del">
          <ac:chgData name="Nursakirah Ab Rahman Muton" userId="423efa6d-ee54-4a96-bb69-a7d6dc1d7e38" providerId="ADAL" clId="{E5418EA3-ED04-44D7-B695-8570AC1018F6}" dt="2023-11-02T05:11:21.724" v="10803" actId="478"/>
          <ac:picMkLst>
            <pc:docMk/>
            <pc:sldMk cId="0" sldId="558"/>
            <ac:picMk id="95254" creationId="{B951343F-4583-A93A-AAE3-5D53D62EA171}"/>
          </ac:picMkLst>
        </pc:picChg>
        <pc:cxnChg chg="del">
          <ac:chgData name="Nursakirah Ab Rahman Muton" userId="423efa6d-ee54-4a96-bb69-a7d6dc1d7e38" providerId="ADAL" clId="{E5418EA3-ED04-44D7-B695-8570AC1018F6}" dt="2023-11-02T05:10:35.469" v="10789" actId="478"/>
          <ac:cxnSpMkLst>
            <pc:docMk/>
            <pc:sldMk cId="0" sldId="558"/>
            <ac:cxnSpMk id="95238" creationId="{05C3CD79-8FF8-B73F-A67F-0B434DE8EF6B}"/>
          </ac:cxnSpMkLst>
        </pc:cxnChg>
        <pc:cxnChg chg="del">
          <ac:chgData name="Nursakirah Ab Rahman Muton" userId="423efa6d-ee54-4a96-bb69-a7d6dc1d7e38" providerId="ADAL" clId="{E5418EA3-ED04-44D7-B695-8570AC1018F6}" dt="2023-11-02T05:10:35.469" v="10789" actId="478"/>
          <ac:cxnSpMkLst>
            <pc:docMk/>
            <pc:sldMk cId="0" sldId="558"/>
            <ac:cxnSpMk id="95239" creationId="{0F1A6435-5B07-9498-9B7F-87897B1CEBFB}"/>
          </ac:cxnSpMkLst>
        </pc:cxnChg>
        <pc:cxnChg chg="del">
          <ac:chgData name="Nursakirah Ab Rahman Muton" userId="423efa6d-ee54-4a96-bb69-a7d6dc1d7e38" providerId="ADAL" clId="{E5418EA3-ED04-44D7-B695-8570AC1018F6}" dt="2023-11-02T05:10:35.469" v="10789" actId="478"/>
          <ac:cxnSpMkLst>
            <pc:docMk/>
            <pc:sldMk cId="0" sldId="558"/>
            <ac:cxnSpMk id="95240" creationId="{62735560-2818-3785-F79A-619D27A69195}"/>
          </ac:cxnSpMkLst>
        </pc:cxnChg>
        <pc:cxnChg chg="del">
          <ac:chgData name="Nursakirah Ab Rahman Muton" userId="423efa6d-ee54-4a96-bb69-a7d6dc1d7e38" providerId="ADAL" clId="{E5418EA3-ED04-44D7-B695-8570AC1018F6}" dt="2023-11-02T05:10:35.469" v="10789" actId="478"/>
          <ac:cxnSpMkLst>
            <pc:docMk/>
            <pc:sldMk cId="0" sldId="558"/>
            <ac:cxnSpMk id="95241" creationId="{7BB2269B-7CAD-7D66-250D-58F7245F444D}"/>
          </ac:cxnSpMkLst>
        </pc:cxnChg>
        <pc:cxnChg chg="del">
          <ac:chgData name="Nursakirah Ab Rahman Muton" userId="423efa6d-ee54-4a96-bb69-a7d6dc1d7e38" providerId="ADAL" clId="{E5418EA3-ED04-44D7-B695-8570AC1018F6}" dt="2023-11-02T05:10:35.469" v="10789" actId="478"/>
          <ac:cxnSpMkLst>
            <pc:docMk/>
            <pc:sldMk cId="0" sldId="558"/>
            <ac:cxnSpMk id="95242" creationId="{7C64DDBC-D7F1-17D9-B589-D00ECC6FFE86}"/>
          </ac:cxnSpMkLst>
        </pc:cxnChg>
        <pc:cxnChg chg="del">
          <ac:chgData name="Nursakirah Ab Rahman Muton" userId="423efa6d-ee54-4a96-bb69-a7d6dc1d7e38" providerId="ADAL" clId="{E5418EA3-ED04-44D7-B695-8570AC1018F6}" dt="2023-11-02T05:10:35.469" v="10789" actId="478"/>
          <ac:cxnSpMkLst>
            <pc:docMk/>
            <pc:sldMk cId="0" sldId="558"/>
            <ac:cxnSpMk id="95243" creationId="{DC220BDB-8DEB-5D8E-8EB3-6D6B1DA640BA}"/>
          </ac:cxnSpMkLst>
        </pc:cxnChg>
        <pc:cxnChg chg="del">
          <ac:chgData name="Nursakirah Ab Rahman Muton" userId="423efa6d-ee54-4a96-bb69-a7d6dc1d7e38" providerId="ADAL" clId="{E5418EA3-ED04-44D7-B695-8570AC1018F6}" dt="2023-11-02T05:11:03.214" v="10800" actId="478"/>
          <ac:cxnSpMkLst>
            <pc:docMk/>
            <pc:sldMk cId="0" sldId="558"/>
            <ac:cxnSpMk id="95245" creationId="{6E7B6A78-0E00-531E-8F46-F9EBAA094110}"/>
          </ac:cxnSpMkLst>
        </pc:cxnChg>
        <pc:cxnChg chg="del">
          <ac:chgData name="Nursakirah Ab Rahman Muton" userId="423efa6d-ee54-4a96-bb69-a7d6dc1d7e38" providerId="ADAL" clId="{E5418EA3-ED04-44D7-B695-8570AC1018F6}" dt="2023-11-02T05:11:03.214" v="10800" actId="478"/>
          <ac:cxnSpMkLst>
            <pc:docMk/>
            <pc:sldMk cId="0" sldId="558"/>
            <ac:cxnSpMk id="95246" creationId="{5B400F2E-37BF-CBEA-7E31-DC5E5ED73637}"/>
          </ac:cxnSpMkLst>
        </pc:cxnChg>
        <pc:cxnChg chg="del">
          <ac:chgData name="Nursakirah Ab Rahman Muton" userId="423efa6d-ee54-4a96-bb69-a7d6dc1d7e38" providerId="ADAL" clId="{E5418EA3-ED04-44D7-B695-8570AC1018F6}" dt="2023-11-02T05:11:03.214" v="10800" actId="478"/>
          <ac:cxnSpMkLst>
            <pc:docMk/>
            <pc:sldMk cId="0" sldId="558"/>
            <ac:cxnSpMk id="95247" creationId="{8C2E72AB-7BEA-E6E9-7677-633E64C5E538}"/>
          </ac:cxnSpMkLst>
        </pc:cxnChg>
        <pc:cxnChg chg="del">
          <ac:chgData name="Nursakirah Ab Rahman Muton" userId="423efa6d-ee54-4a96-bb69-a7d6dc1d7e38" providerId="ADAL" clId="{E5418EA3-ED04-44D7-B695-8570AC1018F6}" dt="2023-11-02T05:11:03.214" v="10800" actId="478"/>
          <ac:cxnSpMkLst>
            <pc:docMk/>
            <pc:sldMk cId="0" sldId="558"/>
            <ac:cxnSpMk id="95248" creationId="{8753F8AB-2C62-80C6-4D2A-DCAEA252276D}"/>
          </ac:cxnSpMkLst>
        </pc:cxnChg>
        <pc:cxnChg chg="del">
          <ac:chgData name="Nursakirah Ab Rahman Muton" userId="423efa6d-ee54-4a96-bb69-a7d6dc1d7e38" providerId="ADAL" clId="{E5418EA3-ED04-44D7-B695-8570AC1018F6}" dt="2023-11-02T05:11:03.214" v="10800" actId="478"/>
          <ac:cxnSpMkLst>
            <pc:docMk/>
            <pc:sldMk cId="0" sldId="558"/>
            <ac:cxnSpMk id="95249" creationId="{11A62B30-6995-1239-6D47-83E2268810E9}"/>
          </ac:cxnSpMkLst>
        </pc:cxnChg>
        <pc:cxnChg chg="del">
          <ac:chgData name="Nursakirah Ab Rahman Muton" userId="423efa6d-ee54-4a96-bb69-a7d6dc1d7e38" providerId="ADAL" clId="{E5418EA3-ED04-44D7-B695-8570AC1018F6}" dt="2023-11-02T05:11:03.214" v="10800" actId="478"/>
          <ac:cxnSpMkLst>
            <pc:docMk/>
            <pc:sldMk cId="0" sldId="558"/>
            <ac:cxnSpMk id="95250" creationId="{8CFFAF92-E57D-7FF1-C58C-AE178D00855A}"/>
          </ac:cxnSpMkLst>
        </pc:cxnChg>
        <pc:cxnChg chg="del">
          <ac:chgData name="Nursakirah Ab Rahman Muton" userId="423efa6d-ee54-4a96-bb69-a7d6dc1d7e38" providerId="ADAL" clId="{E5418EA3-ED04-44D7-B695-8570AC1018F6}" dt="2023-11-02T05:11:03.214" v="10800" actId="478"/>
          <ac:cxnSpMkLst>
            <pc:docMk/>
            <pc:sldMk cId="0" sldId="558"/>
            <ac:cxnSpMk id="95251" creationId="{2C633D27-4264-2219-5C80-8FB060011D80}"/>
          </ac:cxnSpMkLst>
        </pc:cxnChg>
        <pc:cxnChg chg="del">
          <ac:chgData name="Nursakirah Ab Rahman Muton" userId="423efa6d-ee54-4a96-bb69-a7d6dc1d7e38" providerId="ADAL" clId="{E5418EA3-ED04-44D7-B695-8570AC1018F6}" dt="2023-11-02T05:11:03.214" v="10800" actId="478"/>
          <ac:cxnSpMkLst>
            <pc:docMk/>
            <pc:sldMk cId="0" sldId="558"/>
            <ac:cxnSpMk id="95252" creationId="{3E0B695C-0421-DF91-1357-052F08756E5A}"/>
          </ac:cxnSpMkLst>
        </pc:cxnChg>
        <pc:cxnChg chg="del">
          <ac:chgData name="Nursakirah Ab Rahman Muton" userId="423efa6d-ee54-4a96-bb69-a7d6dc1d7e38" providerId="ADAL" clId="{E5418EA3-ED04-44D7-B695-8570AC1018F6}" dt="2023-11-02T05:11:03.214" v="10800" actId="478"/>
          <ac:cxnSpMkLst>
            <pc:docMk/>
            <pc:sldMk cId="0" sldId="558"/>
            <ac:cxnSpMk id="95253" creationId="{0535D580-45AB-AB9B-719B-612DF7EEDB6E}"/>
          </ac:cxnSpMkLst>
        </pc:cxnChg>
      </pc:sldChg>
      <pc:sldChg chg="addSp modSp mod modAnim modNotesTx">
        <pc:chgData name="Nursakirah Ab Rahman Muton" userId="423efa6d-ee54-4a96-bb69-a7d6dc1d7e38" providerId="ADAL" clId="{E5418EA3-ED04-44D7-B695-8570AC1018F6}" dt="2023-11-21T07:04:28.769" v="28864"/>
        <pc:sldMkLst>
          <pc:docMk/>
          <pc:sldMk cId="0" sldId="559"/>
        </pc:sldMkLst>
        <pc:spChg chg="add mod">
          <ac:chgData name="Nursakirah Ab Rahman Muton" userId="423efa6d-ee54-4a96-bb69-a7d6dc1d7e38" providerId="ADAL" clId="{E5418EA3-ED04-44D7-B695-8570AC1018F6}" dt="2023-11-14T02:07:00.612" v="21563" actId="207"/>
          <ac:spMkLst>
            <pc:docMk/>
            <pc:sldMk cId="0" sldId="559"/>
            <ac:spMk id="2" creationId="{B9DD1C26-6505-8D97-B533-864B9C6E6E55}"/>
          </ac:spMkLst>
        </pc:spChg>
        <pc:spChg chg="mod">
          <ac:chgData name="Nursakirah Ab Rahman Muton" userId="423efa6d-ee54-4a96-bb69-a7d6dc1d7e38" providerId="ADAL" clId="{E5418EA3-ED04-44D7-B695-8570AC1018F6}" dt="2023-11-02T06:44:03.713" v="13204" actId="403"/>
          <ac:spMkLst>
            <pc:docMk/>
            <pc:sldMk cId="0" sldId="559"/>
            <ac:spMk id="107523" creationId="{866A6360-FC05-95F0-45B3-B21E2724B682}"/>
          </ac:spMkLst>
        </pc:spChg>
        <pc:inkChg chg="add">
          <ac:chgData name="Nursakirah Ab Rahman Muton" userId="423efa6d-ee54-4a96-bb69-a7d6dc1d7e38" providerId="ADAL" clId="{E5418EA3-ED04-44D7-B695-8570AC1018F6}" dt="2023-11-21T07:04:28.769" v="28864"/>
          <ac:inkMkLst>
            <pc:docMk/>
            <pc:sldMk cId="0" sldId="559"/>
            <ac:inkMk id="3" creationId="{A516022D-6644-FE4E-B4F3-85A46927A27F}"/>
          </ac:inkMkLst>
        </pc:inkChg>
      </pc:sldChg>
      <pc:sldChg chg="addSp delSp modSp mod modNotesTx">
        <pc:chgData name="Nursakirah Ab Rahman Muton" userId="423efa6d-ee54-4a96-bb69-a7d6dc1d7e38" providerId="ADAL" clId="{E5418EA3-ED04-44D7-B695-8570AC1018F6}" dt="2023-11-21T07:04:28.769" v="28864"/>
        <pc:sldMkLst>
          <pc:docMk/>
          <pc:sldMk cId="0" sldId="560"/>
        </pc:sldMkLst>
        <pc:spChg chg="add del">
          <ac:chgData name="Nursakirah Ab Rahman Muton" userId="423efa6d-ee54-4a96-bb69-a7d6dc1d7e38" providerId="ADAL" clId="{E5418EA3-ED04-44D7-B695-8570AC1018F6}" dt="2023-11-14T02:09:14.037" v="21580" actId="478"/>
          <ac:spMkLst>
            <pc:docMk/>
            <pc:sldMk cId="0" sldId="560"/>
            <ac:spMk id="4" creationId="{F3EF6A9C-1528-D207-8BB9-9CB282120E78}"/>
          </ac:spMkLst>
        </pc:spChg>
        <pc:spChg chg="add mod">
          <ac:chgData name="Nursakirah Ab Rahman Muton" userId="423efa6d-ee54-4a96-bb69-a7d6dc1d7e38" providerId="ADAL" clId="{E5418EA3-ED04-44D7-B695-8570AC1018F6}" dt="2023-11-14T02:19:01.898" v="22622" actId="1076"/>
          <ac:spMkLst>
            <pc:docMk/>
            <pc:sldMk cId="0" sldId="560"/>
            <ac:spMk id="5" creationId="{1834B90A-00A0-337E-A33F-5B17B92DE34B}"/>
          </ac:spMkLst>
        </pc:spChg>
        <pc:spChg chg="add mod">
          <ac:chgData name="Nursakirah Ab Rahman Muton" userId="423efa6d-ee54-4a96-bb69-a7d6dc1d7e38" providerId="ADAL" clId="{E5418EA3-ED04-44D7-B695-8570AC1018F6}" dt="2023-11-14T02:19:10.354" v="22625" actId="1076"/>
          <ac:spMkLst>
            <pc:docMk/>
            <pc:sldMk cId="0" sldId="560"/>
            <ac:spMk id="6" creationId="{058B373F-3FE6-5E08-3A4F-56C0ED3628FE}"/>
          </ac:spMkLst>
        </pc:spChg>
        <pc:spChg chg="add mod">
          <ac:chgData name="Nursakirah Ab Rahman Muton" userId="423efa6d-ee54-4a96-bb69-a7d6dc1d7e38" providerId="ADAL" clId="{E5418EA3-ED04-44D7-B695-8570AC1018F6}" dt="2023-11-14T02:18:55.123" v="22620"/>
          <ac:spMkLst>
            <pc:docMk/>
            <pc:sldMk cId="0" sldId="560"/>
            <ac:spMk id="7" creationId="{887EA4D5-189A-FEB2-6E5A-BC0149173179}"/>
          </ac:spMkLst>
        </pc:spChg>
        <pc:spChg chg="add mod">
          <ac:chgData name="Nursakirah Ab Rahman Muton" userId="423efa6d-ee54-4a96-bb69-a7d6dc1d7e38" providerId="ADAL" clId="{E5418EA3-ED04-44D7-B695-8570AC1018F6}" dt="2023-11-14T02:19:07.446" v="22624" actId="20577"/>
          <ac:spMkLst>
            <pc:docMk/>
            <pc:sldMk cId="0" sldId="560"/>
            <ac:spMk id="8" creationId="{F6C4F2F6-BE8D-1982-53FC-36C8EE615A2F}"/>
          </ac:spMkLst>
        </pc:spChg>
        <pc:picChg chg="add mod modCrop">
          <ac:chgData name="Nursakirah Ab Rahman Muton" userId="423efa6d-ee54-4a96-bb69-a7d6dc1d7e38" providerId="ADAL" clId="{E5418EA3-ED04-44D7-B695-8570AC1018F6}" dt="2023-11-14T02:18:57.226" v="22621" actId="1076"/>
          <ac:picMkLst>
            <pc:docMk/>
            <pc:sldMk cId="0" sldId="560"/>
            <ac:picMk id="3" creationId="{70EE371B-5043-6870-31CA-D3B451FB9902}"/>
          </ac:picMkLst>
        </pc:picChg>
        <pc:picChg chg="del">
          <ac:chgData name="Nursakirah Ab Rahman Muton" userId="423efa6d-ee54-4a96-bb69-a7d6dc1d7e38" providerId="ADAL" clId="{E5418EA3-ED04-44D7-B695-8570AC1018F6}" dt="2023-11-14T02:07:37.533" v="21564" actId="478"/>
          <ac:picMkLst>
            <pc:docMk/>
            <pc:sldMk cId="0" sldId="560"/>
            <ac:picMk id="108547" creationId="{FE4573EF-E0E8-87E8-F863-587D3FAB2CF5}"/>
          </ac:picMkLst>
        </pc:picChg>
        <pc:inkChg chg="add">
          <ac:chgData name="Nursakirah Ab Rahman Muton" userId="423efa6d-ee54-4a96-bb69-a7d6dc1d7e38" providerId="ADAL" clId="{E5418EA3-ED04-44D7-B695-8570AC1018F6}" dt="2023-11-21T07:04:28.769" v="28864"/>
          <ac:inkMkLst>
            <pc:docMk/>
            <pc:sldMk cId="0" sldId="560"/>
            <ac:inkMk id="2" creationId="{D8022F3C-CA3D-4475-7E4E-7DDBF97B0762}"/>
          </ac:inkMkLst>
        </pc:inkChg>
      </pc:sldChg>
      <pc:sldChg chg="addSp delSp modSp mod modAnim modNotesTx">
        <pc:chgData name="Nursakirah Ab Rahman Muton" userId="423efa6d-ee54-4a96-bb69-a7d6dc1d7e38" providerId="ADAL" clId="{E5418EA3-ED04-44D7-B695-8570AC1018F6}" dt="2023-11-21T07:04:28.769" v="28864"/>
        <pc:sldMkLst>
          <pc:docMk/>
          <pc:sldMk cId="0" sldId="561"/>
        </pc:sldMkLst>
        <pc:spChg chg="add mod">
          <ac:chgData name="Nursakirah Ab Rahman Muton" userId="423efa6d-ee54-4a96-bb69-a7d6dc1d7e38" providerId="ADAL" clId="{E5418EA3-ED04-44D7-B695-8570AC1018F6}" dt="2023-11-14T02:48:06.902" v="23346" actId="14100"/>
          <ac:spMkLst>
            <pc:docMk/>
            <pc:sldMk cId="0" sldId="561"/>
            <ac:spMk id="4" creationId="{406E2486-3963-0B73-B2EE-DA0CB49B712E}"/>
          </ac:spMkLst>
        </pc:spChg>
        <pc:spChg chg="add mod">
          <ac:chgData name="Nursakirah Ab Rahman Muton" userId="423efa6d-ee54-4a96-bb69-a7d6dc1d7e38" providerId="ADAL" clId="{E5418EA3-ED04-44D7-B695-8570AC1018F6}" dt="2023-11-14T03:01:34.372" v="23445" actId="164"/>
          <ac:spMkLst>
            <pc:docMk/>
            <pc:sldMk cId="0" sldId="561"/>
            <ac:spMk id="9" creationId="{B9CE2A53-F355-97C5-2B74-2D953345BD63}"/>
          </ac:spMkLst>
        </pc:spChg>
        <pc:spChg chg="add mod">
          <ac:chgData name="Nursakirah Ab Rahman Muton" userId="423efa6d-ee54-4a96-bb69-a7d6dc1d7e38" providerId="ADAL" clId="{E5418EA3-ED04-44D7-B695-8570AC1018F6}" dt="2023-11-14T03:01:34.372" v="23445" actId="164"/>
          <ac:spMkLst>
            <pc:docMk/>
            <pc:sldMk cId="0" sldId="561"/>
            <ac:spMk id="10" creationId="{ACFB7B12-5160-3FAC-C0EE-238C8645FAA4}"/>
          </ac:spMkLst>
        </pc:spChg>
        <pc:grpChg chg="add mod">
          <ac:chgData name="Nursakirah Ab Rahman Muton" userId="423efa6d-ee54-4a96-bb69-a7d6dc1d7e38" providerId="ADAL" clId="{E5418EA3-ED04-44D7-B695-8570AC1018F6}" dt="2023-11-14T03:01:34.372" v="23445" actId="164"/>
          <ac:grpSpMkLst>
            <pc:docMk/>
            <pc:sldMk cId="0" sldId="561"/>
            <ac:grpSpMk id="11" creationId="{15265E32-AAAC-2114-C327-7A8C28E52BA9}"/>
          </ac:grpSpMkLst>
        </pc:grpChg>
        <pc:picChg chg="add mod modCrop">
          <ac:chgData name="Nursakirah Ab Rahman Muton" userId="423efa6d-ee54-4a96-bb69-a7d6dc1d7e38" providerId="ADAL" clId="{E5418EA3-ED04-44D7-B695-8570AC1018F6}" dt="2023-11-14T02:08:32.722" v="21575" actId="1076"/>
          <ac:picMkLst>
            <pc:docMk/>
            <pc:sldMk cId="0" sldId="561"/>
            <ac:picMk id="3" creationId="{C90CAC20-3017-D368-2DED-41AB847144BB}"/>
          </ac:picMkLst>
        </pc:picChg>
        <pc:picChg chg="add mod">
          <ac:chgData name="Nursakirah Ab Rahman Muton" userId="423efa6d-ee54-4a96-bb69-a7d6dc1d7e38" providerId="ADAL" clId="{E5418EA3-ED04-44D7-B695-8570AC1018F6}" dt="2023-11-14T03:01:34.372" v="23445" actId="164"/>
          <ac:picMkLst>
            <pc:docMk/>
            <pc:sldMk cId="0" sldId="561"/>
            <ac:picMk id="5" creationId="{D38C6996-07F5-42C6-4CB7-F11DB2537B5D}"/>
          </ac:picMkLst>
        </pc:picChg>
        <pc:picChg chg="del mod">
          <ac:chgData name="Nursakirah Ab Rahman Muton" userId="423efa6d-ee54-4a96-bb69-a7d6dc1d7e38" providerId="ADAL" clId="{E5418EA3-ED04-44D7-B695-8570AC1018F6}" dt="2023-11-14T02:08:09.510" v="21570" actId="478"/>
          <ac:picMkLst>
            <pc:docMk/>
            <pc:sldMk cId="0" sldId="561"/>
            <ac:picMk id="110595" creationId="{BA943AD0-32EF-BB15-0748-9BFAF8394928}"/>
          </ac:picMkLst>
        </pc:picChg>
        <pc:picChg chg="mod">
          <ac:chgData name="Nursakirah Ab Rahman Muton" userId="423efa6d-ee54-4a96-bb69-a7d6dc1d7e38" providerId="ADAL" clId="{E5418EA3-ED04-44D7-B695-8570AC1018F6}" dt="2023-11-14T03:01:31.177" v="23444" actId="1076"/>
          <ac:picMkLst>
            <pc:docMk/>
            <pc:sldMk cId="0" sldId="561"/>
            <ac:picMk id="110596" creationId="{B96A0E9E-4CF8-D955-E4A2-121A81D46624}"/>
          </ac:picMkLst>
        </pc:picChg>
        <pc:inkChg chg="add">
          <ac:chgData name="Nursakirah Ab Rahman Muton" userId="423efa6d-ee54-4a96-bb69-a7d6dc1d7e38" providerId="ADAL" clId="{E5418EA3-ED04-44D7-B695-8570AC1018F6}" dt="2023-11-21T07:04:28.769" v="28864"/>
          <ac:inkMkLst>
            <pc:docMk/>
            <pc:sldMk cId="0" sldId="561"/>
            <ac:inkMk id="2" creationId="{BD16317B-7892-BB1D-0D24-FF9B309CD30F}"/>
          </ac:inkMkLst>
        </pc:inkChg>
        <pc:cxnChg chg="add mod">
          <ac:chgData name="Nursakirah Ab Rahman Muton" userId="423efa6d-ee54-4a96-bb69-a7d6dc1d7e38" providerId="ADAL" clId="{E5418EA3-ED04-44D7-B695-8570AC1018F6}" dt="2023-11-14T03:01:34.372" v="23445" actId="164"/>
          <ac:cxnSpMkLst>
            <pc:docMk/>
            <pc:sldMk cId="0" sldId="561"/>
            <ac:cxnSpMk id="7" creationId="{BF17CEFD-DD0B-7E33-385C-8B52C368386C}"/>
          </ac:cxnSpMkLst>
        </pc:cxnChg>
      </pc:sldChg>
      <pc:sldChg chg="addSp delSp modSp mod modNotesTx">
        <pc:chgData name="Nursakirah Ab Rahman Muton" userId="423efa6d-ee54-4a96-bb69-a7d6dc1d7e38" providerId="ADAL" clId="{E5418EA3-ED04-44D7-B695-8570AC1018F6}" dt="2023-11-21T07:04:28.769" v="28864"/>
        <pc:sldMkLst>
          <pc:docMk/>
          <pc:sldMk cId="0" sldId="562"/>
        </pc:sldMkLst>
        <pc:picChg chg="add mod modCrop">
          <ac:chgData name="Nursakirah Ab Rahman Muton" userId="423efa6d-ee54-4a96-bb69-a7d6dc1d7e38" providerId="ADAL" clId="{E5418EA3-ED04-44D7-B695-8570AC1018F6}" dt="2023-11-14T03:09:30.745" v="23922" actId="1076"/>
          <ac:picMkLst>
            <pc:docMk/>
            <pc:sldMk cId="0" sldId="562"/>
            <ac:picMk id="3" creationId="{2FAEFA33-A3E9-18C7-F65B-F3271EF094BF}"/>
          </ac:picMkLst>
        </pc:picChg>
        <pc:picChg chg="del">
          <ac:chgData name="Nursakirah Ab Rahman Muton" userId="423efa6d-ee54-4a96-bb69-a7d6dc1d7e38" providerId="ADAL" clId="{E5418EA3-ED04-44D7-B695-8570AC1018F6}" dt="2023-11-14T03:09:14.517" v="23915" actId="478"/>
          <ac:picMkLst>
            <pc:docMk/>
            <pc:sldMk cId="0" sldId="562"/>
            <ac:picMk id="114692" creationId="{7E221791-AF1C-7D70-B988-AAC55D92A749}"/>
          </ac:picMkLst>
        </pc:picChg>
        <pc:inkChg chg="add">
          <ac:chgData name="Nursakirah Ab Rahman Muton" userId="423efa6d-ee54-4a96-bb69-a7d6dc1d7e38" providerId="ADAL" clId="{E5418EA3-ED04-44D7-B695-8570AC1018F6}" dt="2023-11-21T07:04:28.769" v="28864"/>
          <ac:inkMkLst>
            <pc:docMk/>
            <pc:sldMk cId="0" sldId="562"/>
            <ac:inkMk id="2" creationId="{09E1ECEB-189C-C9FE-00E8-FD3870626B43}"/>
          </ac:inkMkLst>
        </pc:inkChg>
      </pc:sldChg>
      <pc:sldChg chg="addSp delSp modSp mod modNotesTx">
        <pc:chgData name="Nursakirah Ab Rahman Muton" userId="423efa6d-ee54-4a96-bb69-a7d6dc1d7e38" providerId="ADAL" clId="{E5418EA3-ED04-44D7-B695-8570AC1018F6}" dt="2023-11-21T07:04:28.769" v="28864"/>
        <pc:sldMkLst>
          <pc:docMk/>
          <pc:sldMk cId="0" sldId="563"/>
        </pc:sldMkLst>
        <pc:spChg chg="mod">
          <ac:chgData name="Nursakirah Ab Rahman Muton" userId="423efa6d-ee54-4a96-bb69-a7d6dc1d7e38" providerId="ADAL" clId="{E5418EA3-ED04-44D7-B695-8570AC1018F6}" dt="2023-11-14T03:15:39.110" v="24133" actId="1076"/>
          <ac:spMkLst>
            <pc:docMk/>
            <pc:sldMk cId="0" sldId="563"/>
            <ac:spMk id="6" creationId="{E11577B8-374C-B684-AACE-746F6862AFBF}"/>
          </ac:spMkLst>
        </pc:spChg>
        <pc:spChg chg="mod">
          <ac:chgData name="Nursakirah Ab Rahman Muton" userId="423efa6d-ee54-4a96-bb69-a7d6dc1d7e38" providerId="ADAL" clId="{E5418EA3-ED04-44D7-B695-8570AC1018F6}" dt="2023-11-14T03:15:39.110" v="24133" actId="1076"/>
          <ac:spMkLst>
            <pc:docMk/>
            <pc:sldMk cId="0" sldId="563"/>
            <ac:spMk id="7" creationId="{DB82A2AA-957F-A620-A683-8B248A8C6973}"/>
          </ac:spMkLst>
        </pc:spChg>
        <pc:spChg chg="mod">
          <ac:chgData name="Nursakirah Ab Rahman Muton" userId="423efa6d-ee54-4a96-bb69-a7d6dc1d7e38" providerId="ADAL" clId="{E5418EA3-ED04-44D7-B695-8570AC1018F6}" dt="2023-11-14T03:15:39.110" v="24133" actId="1076"/>
          <ac:spMkLst>
            <pc:docMk/>
            <pc:sldMk cId="0" sldId="563"/>
            <ac:spMk id="8" creationId="{800A990F-50C8-75A1-2A22-ADF7920D5C37}"/>
          </ac:spMkLst>
        </pc:spChg>
        <pc:spChg chg="mod">
          <ac:chgData name="Nursakirah Ab Rahman Muton" userId="423efa6d-ee54-4a96-bb69-a7d6dc1d7e38" providerId="ADAL" clId="{E5418EA3-ED04-44D7-B695-8570AC1018F6}" dt="2023-11-14T03:15:39.110" v="24133" actId="1076"/>
          <ac:spMkLst>
            <pc:docMk/>
            <pc:sldMk cId="0" sldId="563"/>
            <ac:spMk id="9" creationId="{ACA0AEE0-BB18-9D32-96E2-17414E32DC64}"/>
          </ac:spMkLst>
        </pc:spChg>
        <pc:spChg chg="mod">
          <ac:chgData name="Nursakirah Ab Rahman Muton" userId="423efa6d-ee54-4a96-bb69-a7d6dc1d7e38" providerId="ADAL" clId="{E5418EA3-ED04-44D7-B695-8570AC1018F6}" dt="2023-11-14T03:15:39.110" v="24133" actId="1076"/>
          <ac:spMkLst>
            <pc:docMk/>
            <pc:sldMk cId="0" sldId="563"/>
            <ac:spMk id="13" creationId="{DA9045E2-4214-6D83-ADBA-907EC63D2427}"/>
          </ac:spMkLst>
        </pc:spChg>
        <pc:spChg chg="mod">
          <ac:chgData name="Nursakirah Ab Rahman Muton" userId="423efa6d-ee54-4a96-bb69-a7d6dc1d7e38" providerId="ADAL" clId="{E5418EA3-ED04-44D7-B695-8570AC1018F6}" dt="2023-11-14T03:15:39.110" v="24133" actId="1076"/>
          <ac:spMkLst>
            <pc:docMk/>
            <pc:sldMk cId="0" sldId="563"/>
            <ac:spMk id="14" creationId="{1C943AC5-C023-1581-4FA0-CE4748328E02}"/>
          </ac:spMkLst>
        </pc:spChg>
        <pc:spChg chg="mod">
          <ac:chgData name="Nursakirah Ab Rahman Muton" userId="423efa6d-ee54-4a96-bb69-a7d6dc1d7e38" providerId="ADAL" clId="{E5418EA3-ED04-44D7-B695-8570AC1018F6}" dt="2023-11-14T03:15:39.110" v="24133" actId="1076"/>
          <ac:spMkLst>
            <pc:docMk/>
            <pc:sldMk cId="0" sldId="563"/>
            <ac:spMk id="15" creationId="{A1879FA0-9A8C-83F9-DA54-92EF284D219E}"/>
          </ac:spMkLst>
        </pc:spChg>
        <pc:spChg chg="mod">
          <ac:chgData name="Nursakirah Ab Rahman Muton" userId="423efa6d-ee54-4a96-bb69-a7d6dc1d7e38" providerId="ADAL" clId="{E5418EA3-ED04-44D7-B695-8570AC1018F6}" dt="2023-11-14T03:15:39.110" v="24133" actId="1076"/>
          <ac:spMkLst>
            <pc:docMk/>
            <pc:sldMk cId="0" sldId="563"/>
            <ac:spMk id="16" creationId="{14929FF4-2CA2-9F6E-B614-04584F832559}"/>
          </ac:spMkLst>
        </pc:spChg>
        <pc:spChg chg="mod">
          <ac:chgData name="Nursakirah Ab Rahman Muton" userId="423efa6d-ee54-4a96-bb69-a7d6dc1d7e38" providerId="ADAL" clId="{E5418EA3-ED04-44D7-B695-8570AC1018F6}" dt="2023-11-14T03:15:39.110" v="24133" actId="1076"/>
          <ac:spMkLst>
            <pc:docMk/>
            <pc:sldMk cId="0" sldId="563"/>
            <ac:spMk id="17" creationId="{C01C8783-95F0-B273-C675-27AC03BEE5C0}"/>
          </ac:spMkLst>
        </pc:spChg>
        <pc:spChg chg="mod">
          <ac:chgData name="Nursakirah Ab Rahman Muton" userId="423efa6d-ee54-4a96-bb69-a7d6dc1d7e38" providerId="ADAL" clId="{E5418EA3-ED04-44D7-B695-8570AC1018F6}" dt="2023-11-14T03:15:39.110" v="24133" actId="1076"/>
          <ac:spMkLst>
            <pc:docMk/>
            <pc:sldMk cId="0" sldId="563"/>
            <ac:spMk id="18" creationId="{3E83639F-029A-C618-FC32-807AA976A606}"/>
          </ac:spMkLst>
        </pc:spChg>
        <pc:spChg chg="mod">
          <ac:chgData name="Nursakirah Ab Rahman Muton" userId="423efa6d-ee54-4a96-bb69-a7d6dc1d7e38" providerId="ADAL" clId="{E5418EA3-ED04-44D7-B695-8570AC1018F6}" dt="2023-11-14T03:15:39.110" v="24133" actId="1076"/>
          <ac:spMkLst>
            <pc:docMk/>
            <pc:sldMk cId="0" sldId="563"/>
            <ac:spMk id="19" creationId="{BBBF7CDD-DD6A-A1EB-496B-323369AAA5F2}"/>
          </ac:spMkLst>
        </pc:spChg>
        <pc:spChg chg="mod">
          <ac:chgData name="Nursakirah Ab Rahman Muton" userId="423efa6d-ee54-4a96-bb69-a7d6dc1d7e38" providerId="ADAL" clId="{E5418EA3-ED04-44D7-B695-8570AC1018F6}" dt="2023-11-14T03:15:39.110" v="24133" actId="1076"/>
          <ac:spMkLst>
            <pc:docMk/>
            <pc:sldMk cId="0" sldId="563"/>
            <ac:spMk id="20" creationId="{D2E4E90C-0F1F-A2CD-C19D-F9CBA3121596}"/>
          </ac:spMkLst>
        </pc:spChg>
        <pc:spChg chg="mod">
          <ac:chgData name="Nursakirah Ab Rahman Muton" userId="423efa6d-ee54-4a96-bb69-a7d6dc1d7e38" providerId="ADAL" clId="{E5418EA3-ED04-44D7-B695-8570AC1018F6}" dt="2023-11-14T03:15:39.110" v="24133" actId="1076"/>
          <ac:spMkLst>
            <pc:docMk/>
            <pc:sldMk cId="0" sldId="563"/>
            <ac:spMk id="21" creationId="{896B8535-A556-6228-70B9-61048246F439}"/>
          </ac:spMkLst>
        </pc:spChg>
        <pc:spChg chg="mod">
          <ac:chgData name="Nursakirah Ab Rahman Muton" userId="423efa6d-ee54-4a96-bb69-a7d6dc1d7e38" providerId="ADAL" clId="{E5418EA3-ED04-44D7-B695-8570AC1018F6}" dt="2023-11-14T03:15:39.110" v="24133" actId="1076"/>
          <ac:spMkLst>
            <pc:docMk/>
            <pc:sldMk cId="0" sldId="563"/>
            <ac:spMk id="22" creationId="{0D319DF9-8D84-6584-099C-5FEFFC531F36}"/>
          </ac:spMkLst>
        </pc:spChg>
        <pc:spChg chg="mod">
          <ac:chgData name="Nursakirah Ab Rahman Muton" userId="423efa6d-ee54-4a96-bb69-a7d6dc1d7e38" providerId="ADAL" clId="{E5418EA3-ED04-44D7-B695-8570AC1018F6}" dt="2023-11-14T03:15:39.110" v="24133" actId="1076"/>
          <ac:spMkLst>
            <pc:docMk/>
            <pc:sldMk cId="0" sldId="563"/>
            <ac:spMk id="23" creationId="{E2C5F566-AAB5-7E71-3447-FB4847EF5A49}"/>
          </ac:spMkLst>
        </pc:spChg>
        <pc:spChg chg="mod">
          <ac:chgData name="Nursakirah Ab Rahman Muton" userId="423efa6d-ee54-4a96-bb69-a7d6dc1d7e38" providerId="ADAL" clId="{E5418EA3-ED04-44D7-B695-8570AC1018F6}" dt="2023-11-14T03:15:39.110" v="24133" actId="1076"/>
          <ac:spMkLst>
            <pc:docMk/>
            <pc:sldMk cId="0" sldId="563"/>
            <ac:spMk id="24" creationId="{B433D99F-5A56-614E-DE15-52B9672F7F42}"/>
          </ac:spMkLst>
        </pc:spChg>
        <pc:grpChg chg="mod">
          <ac:chgData name="Nursakirah Ab Rahman Muton" userId="423efa6d-ee54-4a96-bb69-a7d6dc1d7e38" providerId="ADAL" clId="{E5418EA3-ED04-44D7-B695-8570AC1018F6}" dt="2023-11-14T03:15:39.110" v="24133" actId="1076"/>
          <ac:grpSpMkLst>
            <pc:docMk/>
            <pc:sldMk cId="0" sldId="563"/>
            <ac:grpSpMk id="4" creationId="{3A9E12E0-1A8C-1F43-9BFF-70D781EAC185}"/>
          </ac:grpSpMkLst>
        </pc:grpChg>
        <pc:grpChg chg="mod">
          <ac:chgData name="Nursakirah Ab Rahman Muton" userId="423efa6d-ee54-4a96-bb69-a7d6dc1d7e38" providerId="ADAL" clId="{E5418EA3-ED04-44D7-B695-8570AC1018F6}" dt="2023-11-14T03:15:39.110" v="24133" actId="1076"/>
          <ac:grpSpMkLst>
            <pc:docMk/>
            <pc:sldMk cId="0" sldId="563"/>
            <ac:grpSpMk id="116742" creationId="{8F0C96F0-35D3-1B17-AC89-C11487F62F07}"/>
          </ac:grpSpMkLst>
        </pc:grpChg>
        <pc:grpChg chg="mod">
          <ac:chgData name="Nursakirah Ab Rahman Muton" userId="423efa6d-ee54-4a96-bb69-a7d6dc1d7e38" providerId="ADAL" clId="{E5418EA3-ED04-44D7-B695-8570AC1018F6}" dt="2023-11-14T03:15:39.110" v="24133" actId="1076"/>
          <ac:grpSpMkLst>
            <pc:docMk/>
            <pc:sldMk cId="0" sldId="563"/>
            <ac:grpSpMk id="116743" creationId="{C888A768-B1FA-B8FC-E8FF-745E8B5C36B0}"/>
          </ac:grpSpMkLst>
        </pc:grpChg>
        <pc:picChg chg="add mod">
          <ac:chgData name="Nursakirah Ab Rahman Muton" userId="423efa6d-ee54-4a96-bb69-a7d6dc1d7e38" providerId="ADAL" clId="{E5418EA3-ED04-44D7-B695-8570AC1018F6}" dt="2023-11-14T03:15:29.205" v="24132" actId="1076"/>
          <ac:picMkLst>
            <pc:docMk/>
            <pc:sldMk cId="0" sldId="563"/>
            <ac:picMk id="3" creationId="{7BE44F12-36D4-2B09-BAAF-542BE75B04FF}"/>
          </ac:picMkLst>
        </pc:picChg>
        <pc:picChg chg="del mod">
          <ac:chgData name="Nursakirah Ab Rahman Muton" userId="423efa6d-ee54-4a96-bb69-a7d6dc1d7e38" providerId="ADAL" clId="{E5418EA3-ED04-44D7-B695-8570AC1018F6}" dt="2023-11-14T03:15:25.764" v="24130" actId="478"/>
          <ac:picMkLst>
            <pc:docMk/>
            <pc:sldMk cId="0" sldId="563"/>
            <ac:picMk id="116740" creationId="{FC362CC1-DFD2-4E43-D6F0-16B449D5D339}"/>
          </ac:picMkLst>
        </pc:picChg>
        <pc:picChg chg="mod">
          <ac:chgData name="Nursakirah Ab Rahman Muton" userId="423efa6d-ee54-4a96-bb69-a7d6dc1d7e38" providerId="ADAL" clId="{E5418EA3-ED04-44D7-B695-8570AC1018F6}" dt="2023-11-14T03:15:39.110" v="24133" actId="1076"/>
          <ac:picMkLst>
            <pc:docMk/>
            <pc:sldMk cId="0" sldId="563"/>
            <ac:picMk id="116748" creationId="{5E448732-3C58-283F-0FA4-31F4EF04A56A}"/>
          </ac:picMkLst>
        </pc:picChg>
        <pc:inkChg chg="add">
          <ac:chgData name="Nursakirah Ab Rahman Muton" userId="423efa6d-ee54-4a96-bb69-a7d6dc1d7e38" providerId="ADAL" clId="{E5418EA3-ED04-44D7-B695-8570AC1018F6}" dt="2023-11-21T07:04:28.769" v="28864"/>
          <ac:inkMkLst>
            <pc:docMk/>
            <pc:sldMk cId="0" sldId="563"/>
            <ac:inkMk id="2" creationId="{C4EDC6E4-F74E-CFE7-4626-272164D50AD0}"/>
          </ac:inkMkLst>
        </pc:inkChg>
        <pc:cxnChg chg="mod">
          <ac:chgData name="Nursakirah Ab Rahman Muton" userId="423efa6d-ee54-4a96-bb69-a7d6dc1d7e38" providerId="ADAL" clId="{E5418EA3-ED04-44D7-B695-8570AC1018F6}" dt="2023-11-14T03:15:39.110" v="24133" actId="1076"/>
          <ac:cxnSpMkLst>
            <pc:docMk/>
            <pc:sldMk cId="0" sldId="563"/>
            <ac:cxnSpMk id="25" creationId="{DF070245-AEA9-00FD-A056-2B752F73A178}"/>
          </ac:cxnSpMkLst>
        </pc:cxnChg>
        <pc:cxnChg chg="mod">
          <ac:chgData name="Nursakirah Ab Rahman Muton" userId="423efa6d-ee54-4a96-bb69-a7d6dc1d7e38" providerId="ADAL" clId="{E5418EA3-ED04-44D7-B695-8570AC1018F6}" dt="2023-11-14T03:15:39.110" v="24133" actId="1076"/>
          <ac:cxnSpMkLst>
            <pc:docMk/>
            <pc:sldMk cId="0" sldId="563"/>
            <ac:cxnSpMk id="26" creationId="{D77EF752-8A33-6F76-F007-4D0E1D3CD6C4}"/>
          </ac:cxnSpMkLst>
        </pc:cxnChg>
        <pc:cxnChg chg="mod">
          <ac:chgData name="Nursakirah Ab Rahman Muton" userId="423efa6d-ee54-4a96-bb69-a7d6dc1d7e38" providerId="ADAL" clId="{E5418EA3-ED04-44D7-B695-8570AC1018F6}" dt="2023-11-14T03:15:39.110" v="24133" actId="1076"/>
          <ac:cxnSpMkLst>
            <pc:docMk/>
            <pc:sldMk cId="0" sldId="563"/>
            <ac:cxnSpMk id="27" creationId="{5E241B98-5191-D91B-2C92-8E113F454F30}"/>
          </ac:cxnSpMkLst>
        </pc:cxnChg>
        <pc:cxnChg chg="mod">
          <ac:chgData name="Nursakirah Ab Rahman Muton" userId="423efa6d-ee54-4a96-bb69-a7d6dc1d7e38" providerId="ADAL" clId="{E5418EA3-ED04-44D7-B695-8570AC1018F6}" dt="2023-11-14T03:15:39.110" v="24133" actId="1076"/>
          <ac:cxnSpMkLst>
            <pc:docMk/>
            <pc:sldMk cId="0" sldId="563"/>
            <ac:cxnSpMk id="28" creationId="{EF7FD833-DA4A-F6DA-F6C2-95C15086518F}"/>
          </ac:cxnSpMkLst>
        </pc:cxnChg>
      </pc:sldChg>
      <pc:sldChg chg="addSp delSp modSp mod modNotesTx">
        <pc:chgData name="Nursakirah Ab Rahman Muton" userId="423efa6d-ee54-4a96-bb69-a7d6dc1d7e38" providerId="ADAL" clId="{E5418EA3-ED04-44D7-B695-8570AC1018F6}" dt="2023-11-21T07:04:28.769" v="28864"/>
        <pc:sldMkLst>
          <pc:docMk/>
          <pc:sldMk cId="0" sldId="564"/>
        </pc:sldMkLst>
        <pc:spChg chg="mod">
          <ac:chgData name="Nursakirah Ab Rahman Muton" userId="423efa6d-ee54-4a96-bb69-a7d6dc1d7e38" providerId="ADAL" clId="{E5418EA3-ED04-44D7-B695-8570AC1018F6}" dt="2023-11-14T03:28:01.689" v="24544" actId="403"/>
          <ac:spMkLst>
            <pc:docMk/>
            <pc:sldMk cId="0" sldId="564"/>
            <ac:spMk id="117763" creationId="{0FE6FCB7-0E1A-A34C-13C2-1629C05801C3}"/>
          </ac:spMkLst>
        </pc:spChg>
        <pc:picChg chg="add mod modCrop">
          <ac:chgData name="Nursakirah Ab Rahman Muton" userId="423efa6d-ee54-4a96-bb69-a7d6dc1d7e38" providerId="ADAL" clId="{E5418EA3-ED04-44D7-B695-8570AC1018F6}" dt="2023-11-14T03:27:56.655" v="24543" actId="1076"/>
          <ac:picMkLst>
            <pc:docMk/>
            <pc:sldMk cId="0" sldId="564"/>
            <ac:picMk id="3" creationId="{FC31D441-F1C4-C7D7-FD9D-07180DD5A67D}"/>
          </ac:picMkLst>
        </pc:picChg>
        <pc:picChg chg="del mod">
          <ac:chgData name="Nursakirah Ab Rahman Muton" userId="423efa6d-ee54-4a96-bb69-a7d6dc1d7e38" providerId="ADAL" clId="{E5418EA3-ED04-44D7-B695-8570AC1018F6}" dt="2023-11-14T03:27:37.900" v="24538" actId="478"/>
          <ac:picMkLst>
            <pc:docMk/>
            <pc:sldMk cId="0" sldId="564"/>
            <ac:picMk id="117764" creationId="{8C086ED6-086E-AD98-1A81-B07AE597DBB8}"/>
          </ac:picMkLst>
        </pc:picChg>
        <pc:inkChg chg="add">
          <ac:chgData name="Nursakirah Ab Rahman Muton" userId="423efa6d-ee54-4a96-bb69-a7d6dc1d7e38" providerId="ADAL" clId="{E5418EA3-ED04-44D7-B695-8570AC1018F6}" dt="2023-11-21T07:04:28.769" v="28864"/>
          <ac:inkMkLst>
            <pc:docMk/>
            <pc:sldMk cId="0" sldId="564"/>
            <ac:inkMk id="2" creationId="{FECCF3B4-988D-9EF0-9408-9E8AE0D7BED0}"/>
          </ac:inkMkLst>
        </pc:inkChg>
      </pc:sldChg>
      <pc:sldChg chg="addSp delSp modSp mod addAnim delAnim modAnim modNotesTx">
        <pc:chgData name="Nursakirah Ab Rahman Muton" userId="423efa6d-ee54-4a96-bb69-a7d6dc1d7e38" providerId="ADAL" clId="{E5418EA3-ED04-44D7-B695-8570AC1018F6}" dt="2023-11-21T07:04:28.769" v="28864"/>
        <pc:sldMkLst>
          <pc:docMk/>
          <pc:sldMk cId="0" sldId="565"/>
        </pc:sldMkLst>
        <pc:spChg chg="mod topLvl">
          <ac:chgData name="Nursakirah Ab Rahman Muton" userId="423efa6d-ee54-4a96-bb69-a7d6dc1d7e38" providerId="ADAL" clId="{E5418EA3-ED04-44D7-B695-8570AC1018F6}" dt="2023-11-21T05:18:22.510" v="28056" actId="164"/>
          <ac:spMkLst>
            <pc:docMk/>
            <pc:sldMk cId="0" sldId="565"/>
            <ac:spMk id="3" creationId="{ABC5BEF1-5DD4-6AD1-74A4-B096B67BF250}"/>
          </ac:spMkLst>
        </pc:spChg>
        <pc:spChg chg="add mod">
          <ac:chgData name="Nursakirah Ab Rahman Muton" userId="423efa6d-ee54-4a96-bb69-a7d6dc1d7e38" providerId="ADAL" clId="{E5418EA3-ED04-44D7-B695-8570AC1018F6}" dt="2023-11-14T03:33:37.345" v="25140" actId="164"/>
          <ac:spMkLst>
            <pc:docMk/>
            <pc:sldMk cId="0" sldId="565"/>
            <ac:spMk id="8" creationId="{77A9F274-E97A-C6ED-83B0-B526F74341A4}"/>
          </ac:spMkLst>
        </pc:spChg>
        <pc:spChg chg="add mod">
          <ac:chgData name="Nursakirah Ab Rahman Muton" userId="423efa6d-ee54-4a96-bb69-a7d6dc1d7e38" providerId="ADAL" clId="{E5418EA3-ED04-44D7-B695-8570AC1018F6}" dt="2023-11-14T03:33:37.345" v="25140" actId="164"/>
          <ac:spMkLst>
            <pc:docMk/>
            <pc:sldMk cId="0" sldId="565"/>
            <ac:spMk id="9" creationId="{B0605B30-ADE7-3065-9A68-64DC3C7ACD0C}"/>
          </ac:spMkLst>
        </pc:spChg>
        <pc:spChg chg="add mod">
          <ac:chgData name="Nursakirah Ab Rahman Muton" userId="423efa6d-ee54-4a96-bb69-a7d6dc1d7e38" providerId="ADAL" clId="{E5418EA3-ED04-44D7-B695-8570AC1018F6}" dt="2023-11-14T03:33:37.345" v="25140" actId="164"/>
          <ac:spMkLst>
            <pc:docMk/>
            <pc:sldMk cId="0" sldId="565"/>
            <ac:spMk id="10" creationId="{7EE84104-91C0-1A0B-A0B6-9593F79ECCFF}"/>
          </ac:spMkLst>
        </pc:spChg>
        <pc:spChg chg="add mod">
          <ac:chgData name="Nursakirah Ab Rahman Muton" userId="423efa6d-ee54-4a96-bb69-a7d6dc1d7e38" providerId="ADAL" clId="{E5418EA3-ED04-44D7-B695-8570AC1018F6}" dt="2023-11-14T03:33:37.345" v="25140" actId="164"/>
          <ac:spMkLst>
            <pc:docMk/>
            <pc:sldMk cId="0" sldId="565"/>
            <ac:spMk id="11" creationId="{52E47527-B7A7-33A3-1304-BEE7CCC387EA}"/>
          </ac:spMkLst>
        </pc:spChg>
        <pc:spChg chg="mod">
          <ac:chgData name="Nursakirah Ab Rahman Muton" userId="423efa6d-ee54-4a96-bb69-a7d6dc1d7e38" providerId="ADAL" clId="{E5418EA3-ED04-44D7-B695-8570AC1018F6}" dt="2023-11-14T03:32:37.830" v="25107" actId="1076"/>
          <ac:spMkLst>
            <pc:docMk/>
            <pc:sldMk cId="0" sldId="565"/>
            <ac:spMk id="12" creationId="{CFA6CBE5-5592-8CAC-ADE2-5ED8F63E6B9D}"/>
          </ac:spMkLst>
        </pc:spChg>
        <pc:spChg chg="mod">
          <ac:chgData name="Nursakirah Ab Rahman Muton" userId="423efa6d-ee54-4a96-bb69-a7d6dc1d7e38" providerId="ADAL" clId="{E5418EA3-ED04-44D7-B695-8570AC1018F6}" dt="2023-11-14T03:32:37.830" v="25107" actId="1076"/>
          <ac:spMkLst>
            <pc:docMk/>
            <pc:sldMk cId="0" sldId="565"/>
            <ac:spMk id="13" creationId="{528BBCFE-C512-3BC3-64E5-E447820585A5}"/>
          </ac:spMkLst>
        </pc:spChg>
        <pc:spChg chg="mod">
          <ac:chgData name="Nursakirah Ab Rahman Muton" userId="423efa6d-ee54-4a96-bb69-a7d6dc1d7e38" providerId="ADAL" clId="{E5418EA3-ED04-44D7-B695-8570AC1018F6}" dt="2023-11-14T03:32:37.830" v="25107" actId="1076"/>
          <ac:spMkLst>
            <pc:docMk/>
            <pc:sldMk cId="0" sldId="565"/>
            <ac:spMk id="15" creationId="{AD8EB1C9-DDA6-171C-4AA1-280361F53959}"/>
          </ac:spMkLst>
        </pc:spChg>
        <pc:spChg chg="add mod">
          <ac:chgData name="Nursakirah Ab Rahman Muton" userId="423efa6d-ee54-4a96-bb69-a7d6dc1d7e38" providerId="ADAL" clId="{E5418EA3-ED04-44D7-B695-8570AC1018F6}" dt="2023-11-21T05:20:40.441" v="28072" actId="552"/>
          <ac:spMkLst>
            <pc:docMk/>
            <pc:sldMk cId="0" sldId="565"/>
            <ac:spMk id="15" creationId="{D2C1F21C-1F65-4B79-9055-1F3176D26C31}"/>
          </ac:spMkLst>
        </pc:spChg>
        <pc:spChg chg="mod">
          <ac:chgData name="Nursakirah Ab Rahman Muton" userId="423efa6d-ee54-4a96-bb69-a7d6dc1d7e38" providerId="ADAL" clId="{E5418EA3-ED04-44D7-B695-8570AC1018F6}" dt="2023-11-14T03:32:37.830" v="25107" actId="1076"/>
          <ac:spMkLst>
            <pc:docMk/>
            <pc:sldMk cId="0" sldId="565"/>
            <ac:spMk id="16" creationId="{5BA91A05-4C2B-ACE5-2B4F-65203D261009}"/>
          </ac:spMkLst>
        </pc:spChg>
        <pc:spChg chg="add mod">
          <ac:chgData name="Nursakirah Ab Rahman Muton" userId="423efa6d-ee54-4a96-bb69-a7d6dc1d7e38" providerId="ADAL" clId="{E5418EA3-ED04-44D7-B695-8570AC1018F6}" dt="2023-11-21T05:20:40.441" v="28072" actId="552"/>
          <ac:spMkLst>
            <pc:docMk/>
            <pc:sldMk cId="0" sldId="565"/>
            <ac:spMk id="16" creationId="{BC9F1F99-F7F6-E7E3-9486-8BA413AFF938}"/>
          </ac:spMkLst>
        </pc:spChg>
        <pc:spChg chg="add mod">
          <ac:chgData name="Nursakirah Ab Rahman Muton" userId="423efa6d-ee54-4a96-bb69-a7d6dc1d7e38" providerId="ADAL" clId="{E5418EA3-ED04-44D7-B695-8570AC1018F6}" dt="2023-11-21T05:20:40.441" v="28072" actId="552"/>
          <ac:spMkLst>
            <pc:docMk/>
            <pc:sldMk cId="0" sldId="565"/>
            <ac:spMk id="17" creationId="{012A2F0B-26C9-5274-1A88-16F2C6564E55}"/>
          </ac:spMkLst>
        </pc:spChg>
        <pc:spChg chg="mod topLvl">
          <ac:chgData name="Nursakirah Ab Rahman Muton" userId="423efa6d-ee54-4a96-bb69-a7d6dc1d7e38" providerId="ADAL" clId="{E5418EA3-ED04-44D7-B695-8570AC1018F6}" dt="2023-11-14T03:34:36.202" v="25183" actId="164"/>
          <ac:spMkLst>
            <pc:docMk/>
            <pc:sldMk cId="0" sldId="565"/>
            <ac:spMk id="18" creationId="{37227756-DA9E-8E21-9A23-ED364C6B2D91}"/>
          </ac:spMkLst>
        </pc:spChg>
        <pc:spChg chg="del mod topLvl">
          <ac:chgData name="Nursakirah Ab Rahman Muton" userId="423efa6d-ee54-4a96-bb69-a7d6dc1d7e38" providerId="ADAL" clId="{E5418EA3-ED04-44D7-B695-8570AC1018F6}" dt="2023-11-14T03:34:12.810" v="25176" actId="478"/>
          <ac:spMkLst>
            <pc:docMk/>
            <pc:sldMk cId="0" sldId="565"/>
            <ac:spMk id="19" creationId="{A77EA2CD-BF6F-FF7C-CEDB-A71C1CF1432A}"/>
          </ac:spMkLst>
        </pc:spChg>
        <pc:spChg chg="del mod topLvl">
          <ac:chgData name="Nursakirah Ab Rahman Muton" userId="423efa6d-ee54-4a96-bb69-a7d6dc1d7e38" providerId="ADAL" clId="{E5418EA3-ED04-44D7-B695-8570AC1018F6}" dt="2023-11-14T03:34:12.810" v="25176" actId="478"/>
          <ac:spMkLst>
            <pc:docMk/>
            <pc:sldMk cId="0" sldId="565"/>
            <ac:spMk id="20" creationId="{CD21F561-F0CE-AAA1-A13E-DCC86229BC6E}"/>
          </ac:spMkLst>
        </pc:spChg>
        <pc:spChg chg="del mod topLvl">
          <ac:chgData name="Nursakirah Ab Rahman Muton" userId="423efa6d-ee54-4a96-bb69-a7d6dc1d7e38" providerId="ADAL" clId="{E5418EA3-ED04-44D7-B695-8570AC1018F6}" dt="2023-11-14T03:34:12.810" v="25176" actId="478"/>
          <ac:spMkLst>
            <pc:docMk/>
            <pc:sldMk cId="0" sldId="565"/>
            <ac:spMk id="21" creationId="{D39694D9-8EAD-6A99-C71B-5D8B3718B50D}"/>
          </ac:spMkLst>
        </pc:spChg>
        <pc:spChg chg="add mod">
          <ac:chgData name="Nursakirah Ab Rahman Muton" userId="423efa6d-ee54-4a96-bb69-a7d6dc1d7e38" providerId="ADAL" clId="{E5418EA3-ED04-44D7-B695-8570AC1018F6}" dt="2023-11-14T03:34:36.202" v="25183" actId="164"/>
          <ac:spMkLst>
            <pc:docMk/>
            <pc:sldMk cId="0" sldId="565"/>
            <ac:spMk id="22" creationId="{950BAB91-570A-3AE4-62EF-98CF2748E38B}"/>
          </ac:spMkLst>
        </pc:spChg>
        <pc:spChg chg="add mod">
          <ac:chgData name="Nursakirah Ab Rahman Muton" userId="423efa6d-ee54-4a96-bb69-a7d6dc1d7e38" providerId="ADAL" clId="{E5418EA3-ED04-44D7-B695-8570AC1018F6}" dt="2023-11-14T03:34:36.202" v="25183" actId="164"/>
          <ac:spMkLst>
            <pc:docMk/>
            <pc:sldMk cId="0" sldId="565"/>
            <ac:spMk id="23" creationId="{E279515B-3370-7BF6-6681-C8D7ED23FB2D}"/>
          </ac:spMkLst>
        </pc:spChg>
        <pc:spChg chg="add mod">
          <ac:chgData name="Nursakirah Ab Rahman Muton" userId="423efa6d-ee54-4a96-bb69-a7d6dc1d7e38" providerId="ADAL" clId="{E5418EA3-ED04-44D7-B695-8570AC1018F6}" dt="2023-11-14T03:34:36.202" v="25183" actId="164"/>
          <ac:spMkLst>
            <pc:docMk/>
            <pc:sldMk cId="0" sldId="565"/>
            <ac:spMk id="24" creationId="{67D106C2-437C-96BA-B5A7-2E372CF5113D}"/>
          </ac:spMkLst>
        </pc:spChg>
        <pc:spChg chg="add del mod">
          <ac:chgData name="Nursakirah Ab Rahman Muton" userId="423efa6d-ee54-4a96-bb69-a7d6dc1d7e38" providerId="ADAL" clId="{E5418EA3-ED04-44D7-B695-8570AC1018F6}" dt="2023-11-14T04:00:29.154" v="25945" actId="478"/>
          <ac:spMkLst>
            <pc:docMk/>
            <pc:sldMk cId="0" sldId="565"/>
            <ac:spMk id="28" creationId="{6EB8E579-754A-6332-CFF5-FDF442D00F46}"/>
          </ac:spMkLst>
        </pc:spChg>
        <pc:spChg chg="add del mod">
          <ac:chgData name="Nursakirah Ab Rahman Muton" userId="423efa6d-ee54-4a96-bb69-a7d6dc1d7e38" providerId="ADAL" clId="{E5418EA3-ED04-44D7-B695-8570AC1018F6}" dt="2023-11-14T04:00:29.705" v="25946" actId="478"/>
          <ac:spMkLst>
            <pc:docMk/>
            <pc:sldMk cId="0" sldId="565"/>
            <ac:spMk id="29" creationId="{332511D5-6D3E-99F8-EE90-5B0448B18576}"/>
          </ac:spMkLst>
        </pc:spChg>
        <pc:spChg chg="mod topLvl">
          <ac:chgData name="Nursakirah Ab Rahman Muton" userId="423efa6d-ee54-4a96-bb69-a7d6dc1d7e38" providerId="ADAL" clId="{E5418EA3-ED04-44D7-B695-8570AC1018F6}" dt="2023-11-21T05:16:48.577" v="28002" actId="1076"/>
          <ac:spMkLst>
            <pc:docMk/>
            <pc:sldMk cId="0" sldId="565"/>
            <ac:spMk id="31" creationId="{4C9467CD-306A-D656-DD38-96B21B49A43C}"/>
          </ac:spMkLst>
        </pc:spChg>
        <pc:spChg chg="mod">
          <ac:chgData name="Nursakirah Ab Rahman Muton" userId="423efa6d-ee54-4a96-bb69-a7d6dc1d7e38" providerId="ADAL" clId="{E5418EA3-ED04-44D7-B695-8570AC1018F6}" dt="2023-11-14T03:32:37.830" v="25107" actId="1076"/>
          <ac:spMkLst>
            <pc:docMk/>
            <pc:sldMk cId="0" sldId="565"/>
            <ac:spMk id="35" creationId="{016E5AAE-657E-00F3-025E-591C963435F4}"/>
          </ac:spMkLst>
        </pc:spChg>
        <pc:spChg chg="mod">
          <ac:chgData name="Nursakirah Ab Rahman Muton" userId="423efa6d-ee54-4a96-bb69-a7d6dc1d7e38" providerId="ADAL" clId="{E5418EA3-ED04-44D7-B695-8570AC1018F6}" dt="2023-11-14T03:32:37.830" v="25107" actId="1076"/>
          <ac:spMkLst>
            <pc:docMk/>
            <pc:sldMk cId="0" sldId="565"/>
            <ac:spMk id="36" creationId="{06A5E111-B6E7-DB70-0973-8879F53FC9A1}"/>
          </ac:spMkLst>
        </pc:spChg>
        <pc:spChg chg="mod">
          <ac:chgData name="Nursakirah Ab Rahman Muton" userId="423efa6d-ee54-4a96-bb69-a7d6dc1d7e38" providerId="ADAL" clId="{E5418EA3-ED04-44D7-B695-8570AC1018F6}" dt="2023-11-14T03:32:37.830" v="25107" actId="1076"/>
          <ac:spMkLst>
            <pc:docMk/>
            <pc:sldMk cId="0" sldId="565"/>
            <ac:spMk id="37" creationId="{D90D5E4A-602A-8415-52C2-F14C61ACC3E8}"/>
          </ac:spMkLst>
        </pc:spChg>
        <pc:spChg chg="mod">
          <ac:chgData name="Nursakirah Ab Rahman Muton" userId="423efa6d-ee54-4a96-bb69-a7d6dc1d7e38" providerId="ADAL" clId="{E5418EA3-ED04-44D7-B695-8570AC1018F6}" dt="2023-11-14T03:32:37.830" v="25107" actId="1076"/>
          <ac:spMkLst>
            <pc:docMk/>
            <pc:sldMk cId="0" sldId="565"/>
            <ac:spMk id="38" creationId="{D1AAFD36-E942-97BD-4B35-7735412E47F5}"/>
          </ac:spMkLst>
        </pc:spChg>
        <pc:spChg chg="mod topLvl">
          <ac:chgData name="Nursakirah Ab Rahman Muton" userId="423efa6d-ee54-4a96-bb69-a7d6dc1d7e38" providerId="ADAL" clId="{E5418EA3-ED04-44D7-B695-8570AC1018F6}" dt="2023-11-21T05:18:53.147" v="28060" actId="207"/>
          <ac:spMkLst>
            <pc:docMk/>
            <pc:sldMk cId="0" sldId="565"/>
            <ac:spMk id="41" creationId="{886A8A78-4F07-F12C-9430-D16439844FBA}"/>
          </ac:spMkLst>
        </pc:spChg>
        <pc:spChg chg="add mod">
          <ac:chgData name="Nursakirah Ab Rahman Muton" userId="423efa6d-ee54-4a96-bb69-a7d6dc1d7e38" providerId="ADAL" clId="{E5418EA3-ED04-44D7-B695-8570AC1018F6}" dt="2023-11-21T05:18:14.272" v="28055" actId="1076"/>
          <ac:spMkLst>
            <pc:docMk/>
            <pc:sldMk cId="0" sldId="565"/>
            <ac:spMk id="45" creationId="{0E13EAE7-3068-A2B9-1B3F-D148FA9274D4}"/>
          </ac:spMkLst>
        </pc:spChg>
        <pc:spChg chg="del mod">
          <ac:chgData name="Nursakirah Ab Rahman Muton" userId="423efa6d-ee54-4a96-bb69-a7d6dc1d7e38" providerId="ADAL" clId="{E5418EA3-ED04-44D7-B695-8570AC1018F6}" dt="2023-11-14T04:00:23.129" v="25942" actId="478"/>
          <ac:spMkLst>
            <pc:docMk/>
            <pc:sldMk cId="0" sldId="565"/>
            <ac:spMk id="49" creationId="{26FFEB6C-276C-4556-C31A-0ECC44F076F1}"/>
          </ac:spMkLst>
        </pc:spChg>
        <pc:spChg chg="add del mod">
          <ac:chgData name="Nursakirah Ab Rahman Muton" userId="423efa6d-ee54-4a96-bb69-a7d6dc1d7e38" providerId="ADAL" clId="{E5418EA3-ED04-44D7-B695-8570AC1018F6}" dt="2023-11-14T04:00:28.574" v="25944" actId="478"/>
          <ac:spMkLst>
            <pc:docMk/>
            <pc:sldMk cId="0" sldId="565"/>
            <ac:spMk id="54" creationId="{CD2DCC84-3CD8-5047-357B-8D861FE3CC3B}"/>
          </ac:spMkLst>
        </pc:spChg>
        <pc:spChg chg="add del mod">
          <ac:chgData name="Nursakirah Ab Rahman Muton" userId="423efa6d-ee54-4a96-bb69-a7d6dc1d7e38" providerId="ADAL" clId="{E5418EA3-ED04-44D7-B695-8570AC1018F6}" dt="2023-11-14T03:53:55.443" v="25720" actId="478"/>
          <ac:spMkLst>
            <pc:docMk/>
            <pc:sldMk cId="0" sldId="565"/>
            <ac:spMk id="55" creationId="{E2DC18C3-CF4A-E0F3-48E5-16E111A7B7A9}"/>
          </ac:spMkLst>
        </pc:spChg>
        <pc:spChg chg="add del mod">
          <ac:chgData name="Nursakirah Ab Rahman Muton" userId="423efa6d-ee54-4a96-bb69-a7d6dc1d7e38" providerId="ADAL" clId="{E5418EA3-ED04-44D7-B695-8570AC1018F6}" dt="2023-11-14T03:53:55.945" v="25721" actId="478"/>
          <ac:spMkLst>
            <pc:docMk/>
            <pc:sldMk cId="0" sldId="565"/>
            <ac:spMk id="56" creationId="{94E88A1B-05C6-8C5D-2BE5-F6B4D1EFCDA5}"/>
          </ac:spMkLst>
        </pc:spChg>
        <pc:spChg chg="mod">
          <ac:chgData name="Nursakirah Ab Rahman Muton" userId="423efa6d-ee54-4a96-bb69-a7d6dc1d7e38" providerId="ADAL" clId="{E5418EA3-ED04-44D7-B695-8570AC1018F6}" dt="2023-11-21T05:16:43.347" v="28001" actId="1076"/>
          <ac:spMkLst>
            <pc:docMk/>
            <pc:sldMk cId="0" sldId="565"/>
            <ac:spMk id="118788" creationId="{18F3C80B-1669-55D0-7230-2D4865C0B0EE}"/>
          </ac:spMkLst>
        </pc:spChg>
        <pc:spChg chg="del">
          <ac:chgData name="Nursakirah Ab Rahman Muton" userId="423efa6d-ee54-4a96-bb69-a7d6dc1d7e38" providerId="ADAL" clId="{E5418EA3-ED04-44D7-B695-8570AC1018F6}" dt="2023-11-14T04:00:27.775" v="25943" actId="478"/>
          <ac:spMkLst>
            <pc:docMk/>
            <pc:sldMk cId="0" sldId="565"/>
            <ac:spMk id="118803" creationId="{D6F11142-14F8-7104-1678-FF3782E0D95A}"/>
          </ac:spMkLst>
        </pc:spChg>
        <pc:spChg chg="mod">
          <ac:chgData name="Nursakirah Ab Rahman Muton" userId="423efa6d-ee54-4a96-bb69-a7d6dc1d7e38" providerId="ADAL" clId="{E5418EA3-ED04-44D7-B695-8570AC1018F6}" dt="2023-11-14T04:00:27.775" v="25943" actId="478"/>
          <ac:spMkLst>
            <pc:docMk/>
            <pc:sldMk cId="0" sldId="565"/>
            <ac:spMk id="118804" creationId="{6D79A953-72A0-4400-F0B9-CB9CCC0B8DC6}"/>
          </ac:spMkLst>
        </pc:spChg>
        <pc:spChg chg="mod">
          <ac:chgData name="Nursakirah Ab Rahman Muton" userId="423efa6d-ee54-4a96-bb69-a7d6dc1d7e38" providerId="ADAL" clId="{E5418EA3-ED04-44D7-B695-8570AC1018F6}" dt="2023-11-21T05:16:43.347" v="28001" actId="1076"/>
          <ac:spMkLst>
            <pc:docMk/>
            <pc:sldMk cId="0" sldId="565"/>
            <ac:spMk id="118808" creationId="{D4E81D30-BD17-304A-A863-C64DB41B4150}"/>
          </ac:spMkLst>
        </pc:spChg>
        <pc:grpChg chg="del mod">
          <ac:chgData name="Nursakirah Ab Rahman Muton" userId="423efa6d-ee54-4a96-bb69-a7d6dc1d7e38" providerId="ADAL" clId="{E5418EA3-ED04-44D7-B695-8570AC1018F6}" dt="2023-11-14T03:36:29.462" v="25199" actId="478"/>
          <ac:grpSpMkLst>
            <pc:docMk/>
            <pc:sldMk cId="0" sldId="565"/>
            <ac:grpSpMk id="2" creationId="{A5628E0D-9288-5B9A-5748-385B02FBC922}"/>
          </ac:grpSpMkLst>
        </pc:grpChg>
        <pc:grpChg chg="add del mod">
          <ac:chgData name="Nursakirah Ab Rahman Muton" userId="423efa6d-ee54-4a96-bb69-a7d6dc1d7e38" providerId="ADAL" clId="{E5418EA3-ED04-44D7-B695-8570AC1018F6}" dt="2023-11-21T05:17:09.543" v="28006" actId="165"/>
          <ac:grpSpMkLst>
            <pc:docMk/>
            <pc:sldMk cId="0" sldId="565"/>
            <ac:grpSpMk id="2" creationId="{E64C67F5-3479-DE72-7EFE-A33096ECA58C}"/>
          </ac:grpSpMkLst>
        </pc:grpChg>
        <pc:grpChg chg="del mod">
          <ac:chgData name="Nursakirah Ab Rahman Muton" userId="423efa6d-ee54-4a96-bb69-a7d6dc1d7e38" providerId="ADAL" clId="{E5418EA3-ED04-44D7-B695-8570AC1018F6}" dt="2023-11-14T03:36:29.462" v="25199" actId="478"/>
          <ac:grpSpMkLst>
            <pc:docMk/>
            <pc:sldMk cId="0" sldId="565"/>
            <ac:grpSpMk id="3" creationId="{2DC121FE-7E5B-911D-988D-75B70BDFE012}"/>
          </ac:grpSpMkLst>
        </pc:grpChg>
        <pc:grpChg chg="mod">
          <ac:chgData name="Nursakirah Ab Rahman Muton" userId="423efa6d-ee54-4a96-bb69-a7d6dc1d7e38" providerId="ADAL" clId="{E5418EA3-ED04-44D7-B695-8570AC1018F6}" dt="2023-11-21T05:16:43.347" v="28001" actId="1076"/>
          <ac:grpSpMkLst>
            <pc:docMk/>
            <pc:sldMk cId="0" sldId="565"/>
            <ac:grpSpMk id="4" creationId="{DBE5913F-41A1-801F-347E-6F0170838137}"/>
          </ac:grpSpMkLst>
        </pc:grpChg>
        <pc:grpChg chg="del mod">
          <ac:chgData name="Nursakirah Ab Rahman Muton" userId="423efa6d-ee54-4a96-bb69-a7d6dc1d7e38" providerId="ADAL" clId="{E5418EA3-ED04-44D7-B695-8570AC1018F6}" dt="2023-11-14T04:00:30.769" v="25947" actId="478"/>
          <ac:grpSpMkLst>
            <pc:docMk/>
            <pc:sldMk cId="0" sldId="565"/>
            <ac:grpSpMk id="5" creationId="{5299BDE2-8F12-58DA-C0F0-373616F6B18B}"/>
          </ac:grpSpMkLst>
        </pc:grpChg>
        <pc:grpChg chg="add mod">
          <ac:chgData name="Nursakirah Ab Rahman Muton" userId="423efa6d-ee54-4a96-bb69-a7d6dc1d7e38" providerId="ADAL" clId="{E5418EA3-ED04-44D7-B695-8570AC1018F6}" dt="2023-11-21T05:18:22.510" v="28056" actId="164"/>
          <ac:grpSpMkLst>
            <pc:docMk/>
            <pc:sldMk cId="0" sldId="565"/>
            <ac:grpSpMk id="13" creationId="{1D31010B-D1AF-FE78-CB06-D24DCDF55A52}"/>
          </ac:grpSpMkLst>
        </pc:grpChg>
        <pc:grpChg chg="add mod">
          <ac:chgData name="Nursakirah Ab Rahman Muton" userId="423efa6d-ee54-4a96-bb69-a7d6dc1d7e38" providerId="ADAL" clId="{E5418EA3-ED04-44D7-B695-8570AC1018F6}" dt="2023-11-14T03:36:38.745" v="25200" actId="1076"/>
          <ac:grpSpMkLst>
            <pc:docMk/>
            <pc:sldMk cId="0" sldId="565"/>
            <ac:grpSpMk id="14" creationId="{25B5F418-EECA-BF2B-674C-851593BDD965}"/>
          </ac:grpSpMkLst>
        </pc:grpChg>
        <pc:grpChg chg="add del mod">
          <ac:chgData name="Nursakirah Ab Rahman Muton" userId="423efa6d-ee54-4a96-bb69-a7d6dc1d7e38" providerId="ADAL" clId="{E5418EA3-ED04-44D7-B695-8570AC1018F6}" dt="2023-11-14T03:34:00.870" v="25173" actId="165"/>
          <ac:grpSpMkLst>
            <pc:docMk/>
            <pc:sldMk cId="0" sldId="565"/>
            <ac:grpSpMk id="17" creationId="{3A9723D4-FD18-FD1F-31E8-C03206F61A6F}"/>
          </ac:grpSpMkLst>
        </pc:grpChg>
        <pc:grpChg chg="add mod">
          <ac:chgData name="Nursakirah Ab Rahman Muton" userId="423efa6d-ee54-4a96-bb69-a7d6dc1d7e38" providerId="ADAL" clId="{E5418EA3-ED04-44D7-B695-8570AC1018F6}" dt="2023-11-14T03:36:38.745" v="25200" actId="1076"/>
          <ac:grpSpMkLst>
            <pc:docMk/>
            <pc:sldMk cId="0" sldId="565"/>
            <ac:grpSpMk id="25" creationId="{0D941AE1-B91B-2591-3003-616AD5A0BD9C}"/>
          </ac:grpSpMkLst>
        </pc:grpChg>
        <pc:grpChg chg="add mod">
          <ac:chgData name="Nursakirah Ab Rahman Muton" userId="423efa6d-ee54-4a96-bb69-a7d6dc1d7e38" providerId="ADAL" clId="{E5418EA3-ED04-44D7-B695-8570AC1018F6}" dt="2023-11-14T03:35:20.360" v="25192" actId="164"/>
          <ac:grpSpMkLst>
            <pc:docMk/>
            <pc:sldMk cId="0" sldId="565"/>
            <ac:grpSpMk id="26" creationId="{5D8B8C99-044D-F305-FAD2-CA1BA16F90D9}"/>
          </ac:grpSpMkLst>
        </pc:grpChg>
        <pc:grpChg chg="add mod">
          <ac:chgData name="Nursakirah Ab Rahman Muton" userId="423efa6d-ee54-4a96-bb69-a7d6dc1d7e38" providerId="ADAL" clId="{E5418EA3-ED04-44D7-B695-8570AC1018F6}" dt="2023-11-21T05:16:43.347" v="28001" actId="1076"/>
          <ac:grpSpMkLst>
            <pc:docMk/>
            <pc:sldMk cId="0" sldId="565"/>
            <ac:grpSpMk id="27" creationId="{64E5502D-35BA-0C30-03E1-2A577B942CA8}"/>
          </ac:grpSpMkLst>
        </pc:grpChg>
        <pc:grpChg chg="add del mod">
          <ac:chgData name="Nursakirah Ab Rahman Muton" userId="423efa6d-ee54-4a96-bb69-a7d6dc1d7e38" providerId="ADAL" clId="{E5418EA3-ED04-44D7-B695-8570AC1018F6}" dt="2023-11-21T05:16:48.577" v="28002" actId="1076"/>
          <ac:grpSpMkLst>
            <pc:docMk/>
            <pc:sldMk cId="0" sldId="565"/>
            <ac:grpSpMk id="30" creationId="{B8111D55-4F78-BE4D-C0BC-FFCBDCD0993F}"/>
          </ac:grpSpMkLst>
        </pc:grpChg>
        <pc:grpChg chg="add mod">
          <ac:chgData name="Nursakirah Ab Rahman Muton" userId="423efa6d-ee54-4a96-bb69-a7d6dc1d7e38" providerId="ADAL" clId="{E5418EA3-ED04-44D7-B695-8570AC1018F6}" dt="2023-11-14T04:06:06.607" v="25970" actId="164"/>
          <ac:grpSpMkLst>
            <pc:docMk/>
            <pc:sldMk cId="0" sldId="565"/>
            <ac:grpSpMk id="39" creationId="{28C71C81-7B87-727A-A491-E964FB9DB65A}"/>
          </ac:grpSpMkLst>
        </pc:grpChg>
        <pc:grpChg chg="add del mod">
          <ac:chgData name="Nursakirah Ab Rahman Muton" userId="423efa6d-ee54-4a96-bb69-a7d6dc1d7e38" providerId="ADAL" clId="{E5418EA3-ED04-44D7-B695-8570AC1018F6}" dt="2023-11-14T04:06:24.202" v="25978" actId="165"/>
          <ac:grpSpMkLst>
            <pc:docMk/>
            <pc:sldMk cId="0" sldId="565"/>
            <ac:grpSpMk id="40" creationId="{EF4B0131-D62F-0E3C-B8B6-F6F0F01CC134}"/>
          </ac:grpSpMkLst>
        </pc:grpChg>
        <pc:picChg chg="add mod">
          <ac:chgData name="Nursakirah Ab Rahman Muton" userId="423efa6d-ee54-4a96-bb69-a7d6dc1d7e38" providerId="ADAL" clId="{E5418EA3-ED04-44D7-B695-8570AC1018F6}" dt="2023-11-14T03:36:38.745" v="25200" actId="1076"/>
          <ac:picMkLst>
            <pc:docMk/>
            <pc:sldMk cId="0" sldId="565"/>
            <ac:picMk id="7" creationId="{E50AEB1C-2EA4-DA76-4A84-D87876B3B76C}"/>
          </ac:picMkLst>
        </pc:picChg>
        <pc:picChg chg="add del mod">
          <ac:chgData name="Nursakirah Ab Rahman Muton" userId="423efa6d-ee54-4a96-bb69-a7d6dc1d7e38" providerId="ADAL" clId="{E5418EA3-ED04-44D7-B695-8570AC1018F6}" dt="2023-11-14T03:36:29.462" v="25199" actId="478"/>
          <ac:picMkLst>
            <pc:docMk/>
            <pc:sldMk cId="0" sldId="565"/>
            <ac:picMk id="118787" creationId="{F9A613FD-E1EF-E207-C790-FB9C23DB266E}"/>
          </ac:picMkLst>
        </pc:picChg>
        <pc:inkChg chg="add">
          <ac:chgData name="Nursakirah Ab Rahman Muton" userId="423efa6d-ee54-4a96-bb69-a7d6dc1d7e38" providerId="ADAL" clId="{E5418EA3-ED04-44D7-B695-8570AC1018F6}" dt="2023-11-21T07:04:28.769" v="28864"/>
          <ac:inkMkLst>
            <pc:docMk/>
            <pc:sldMk cId="0" sldId="565"/>
            <ac:inkMk id="19" creationId="{A7654EC9-E347-71E4-DC3C-65486C047134}"/>
          </ac:inkMkLst>
        </pc:inkChg>
        <pc:cxnChg chg="mod topLvl">
          <ac:chgData name="Nursakirah Ab Rahman Muton" userId="423efa6d-ee54-4a96-bb69-a7d6dc1d7e38" providerId="ADAL" clId="{E5418EA3-ED04-44D7-B695-8570AC1018F6}" dt="2023-11-21T05:18:22.510" v="28056" actId="164"/>
          <ac:cxnSpMkLst>
            <pc:docMk/>
            <pc:sldMk cId="0" sldId="565"/>
            <ac:cxnSpMk id="5" creationId="{30D1A389-D4F0-F2A5-F304-91672F9D268E}"/>
          </ac:cxnSpMkLst>
        </pc:cxnChg>
        <pc:cxnChg chg="mod topLvl">
          <ac:chgData name="Nursakirah Ab Rahman Muton" userId="423efa6d-ee54-4a96-bb69-a7d6dc1d7e38" providerId="ADAL" clId="{E5418EA3-ED04-44D7-B695-8570AC1018F6}" dt="2023-11-21T05:18:22.510" v="28056" actId="164"/>
          <ac:cxnSpMkLst>
            <pc:docMk/>
            <pc:sldMk cId="0" sldId="565"/>
            <ac:cxnSpMk id="6" creationId="{06C9443D-A882-6EA2-A5C5-F7B44D0D82D1}"/>
          </ac:cxnSpMkLst>
        </pc:cxnChg>
        <pc:cxnChg chg="mod topLvl">
          <ac:chgData name="Nursakirah Ab Rahman Muton" userId="423efa6d-ee54-4a96-bb69-a7d6dc1d7e38" providerId="ADAL" clId="{E5418EA3-ED04-44D7-B695-8570AC1018F6}" dt="2023-11-21T05:18:22.510" v="28056" actId="164"/>
          <ac:cxnSpMkLst>
            <pc:docMk/>
            <pc:sldMk cId="0" sldId="565"/>
            <ac:cxnSpMk id="12" creationId="{3F3B4BD5-6C39-49AC-148E-FBC1AD7FD153}"/>
          </ac:cxnSpMkLst>
        </pc:cxnChg>
        <pc:cxnChg chg="mod topLvl">
          <ac:chgData name="Nursakirah Ab Rahman Muton" userId="423efa6d-ee54-4a96-bb69-a7d6dc1d7e38" providerId="ADAL" clId="{E5418EA3-ED04-44D7-B695-8570AC1018F6}" dt="2023-11-21T05:16:48.577" v="28002" actId="1076"/>
          <ac:cxnSpMkLst>
            <pc:docMk/>
            <pc:sldMk cId="0" sldId="565"/>
            <ac:cxnSpMk id="32" creationId="{E949DD17-9F8E-4F33-F524-DF223C39D362}"/>
          </ac:cxnSpMkLst>
        </pc:cxnChg>
        <pc:cxnChg chg="mod topLvl">
          <ac:chgData name="Nursakirah Ab Rahman Muton" userId="423efa6d-ee54-4a96-bb69-a7d6dc1d7e38" providerId="ADAL" clId="{E5418EA3-ED04-44D7-B695-8570AC1018F6}" dt="2023-11-21T05:16:48.577" v="28002" actId="1076"/>
          <ac:cxnSpMkLst>
            <pc:docMk/>
            <pc:sldMk cId="0" sldId="565"/>
            <ac:cxnSpMk id="33" creationId="{95813FFD-E523-D673-09CE-B679565BF6FB}"/>
          </ac:cxnSpMkLst>
        </pc:cxnChg>
        <pc:cxnChg chg="mod topLvl">
          <ac:chgData name="Nursakirah Ab Rahman Muton" userId="423efa6d-ee54-4a96-bb69-a7d6dc1d7e38" providerId="ADAL" clId="{E5418EA3-ED04-44D7-B695-8570AC1018F6}" dt="2023-11-21T05:16:48.577" v="28002" actId="1076"/>
          <ac:cxnSpMkLst>
            <pc:docMk/>
            <pc:sldMk cId="0" sldId="565"/>
            <ac:cxnSpMk id="34" creationId="{7B9FB1D0-6D91-62F9-02C2-EA4E40AE5672}"/>
          </ac:cxnSpMkLst>
        </pc:cxnChg>
        <pc:cxnChg chg="del mod topLvl">
          <ac:chgData name="Nursakirah Ab Rahman Muton" userId="423efa6d-ee54-4a96-bb69-a7d6dc1d7e38" providerId="ADAL" clId="{E5418EA3-ED04-44D7-B695-8570AC1018F6}" dt="2023-11-14T04:06:31.469" v="25981" actId="478"/>
          <ac:cxnSpMkLst>
            <pc:docMk/>
            <pc:sldMk cId="0" sldId="565"/>
            <ac:cxnSpMk id="42" creationId="{23122D50-BF7F-D521-5600-EFDA452F521E}"/>
          </ac:cxnSpMkLst>
        </pc:cxnChg>
        <pc:cxnChg chg="del mod topLvl">
          <ac:chgData name="Nursakirah Ab Rahman Muton" userId="423efa6d-ee54-4a96-bb69-a7d6dc1d7e38" providerId="ADAL" clId="{E5418EA3-ED04-44D7-B695-8570AC1018F6}" dt="2023-11-14T04:06:28.806" v="25979" actId="478"/>
          <ac:cxnSpMkLst>
            <pc:docMk/>
            <pc:sldMk cId="0" sldId="565"/>
            <ac:cxnSpMk id="43" creationId="{2C6915C6-2316-0E01-7652-66F855FC5FAD}"/>
          </ac:cxnSpMkLst>
        </pc:cxnChg>
        <pc:cxnChg chg="del mod topLvl">
          <ac:chgData name="Nursakirah Ab Rahman Muton" userId="423efa6d-ee54-4a96-bb69-a7d6dc1d7e38" providerId="ADAL" clId="{E5418EA3-ED04-44D7-B695-8570AC1018F6}" dt="2023-11-14T04:06:30.614" v="25980" actId="478"/>
          <ac:cxnSpMkLst>
            <pc:docMk/>
            <pc:sldMk cId="0" sldId="565"/>
            <ac:cxnSpMk id="44" creationId="{C8BD5B1D-31A0-6317-009C-407D4EFC7646}"/>
          </ac:cxnSpMkLst>
        </pc:cxnChg>
        <pc:cxnChg chg="mod">
          <ac:chgData name="Nursakirah Ab Rahman Muton" userId="423efa6d-ee54-4a96-bb69-a7d6dc1d7e38" providerId="ADAL" clId="{E5418EA3-ED04-44D7-B695-8570AC1018F6}" dt="2023-11-21T05:16:43.347" v="28001" actId="1076"/>
          <ac:cxnSpMkLst>
            <pc:docMk/>
            <pc:sldMk cId="0" sldId="565"/>
            <ac:cxnSpMk id="118789" creationId="{9AE0CBBC-B982-2887-108C-DFB8D6B39A2F}"/>
          </ac:cxnSpMkLst>
        </pc:cxnChg>
        <pc:cxnChg chg="mod">
          <ac:chgData name="Nursakirah Ab Rahman Muton" userId="423efa6d-ee54-4a96-bb69-a7d6dc1d7e38" providerId="ADAL" clId="{E5418EA3-ED04-44D7-B695-8570AC1018F6}" dt="2023-11-21T05:16:43.347" v="28001" actId="1076"/>
          <ac:cxnSpMkLst>
            <pc:docMk/>
            <pc:sldMk cId="0" sldId="565"/>
            <ac:cxnSpMk id="118790" creationId="{749028EF-7A60-D74F-D266-A5E18F017D6E}"/>
          </ac:cxnSpMkLst>
        </pc:cxnChg>
        <pc:cxnChg chg="mod">
          <ac:chgData name="Nursakirah Ab Rahman Muton" userId="423efa6d-ee54-4a96-bb69-a7d6dc1d7e38" providerId="ADAL" clId="{E5418EA3-ED04-44D7-B695-8570AC1018F6}" dt="2023-11-21T05:16:43.347" v="28001" actId="1076"/>
          <ac:cxnSpMkLst>
            <pc:docMk/>
            <pc:sldMk cId="0" sldId="565"/>
            <ac:cxnSpMk id="118791" creationId="{0602A829-7168-9F6A-E7AE-B8A2C487E4B2}"/>
          </ac:cxnSpMkLst>
        </pc:cxnChg>
        <pc:cxnChg chg="mod">
          <ac:chgData name="Nursakirah Ab Rahman Muton" userId="423efa6d-ee54-4a96-bb69-a7d6dc1d7e38" providerId="ADAL" clId="{E5418EA3-ED04-44D7-B695-8570AC1018F6}" dt="2023-11-21T05:16:43.347" v="28001" actId="1076"/>
          <ac:cxnSpMkLst>
            <pc:docMk/>
            <pc:sldMk cId="0" sldId="565"/>
            <ac:cxnSpMk id="118792" creationId="{59580E57-5CD8-00EF-A7B4-1B3C51E1EFF0}"/>
          </ac:cxnSpMkLst>
        </pc:cxnChg>
        <pc:cxnChg chg="mod">
          <ac:chgData name="Nursakirah Ab Rahman Muton" userId="423efa6d-ee54-4a96-bb69-a7d6dc1d7e38" providerId="ADAL" clId="{E5418EA3-ED04-44D7-B695-8570AC1018F6}" dt="2023-11-21T05:16:43.347" v="28001" actId="1076"/>
          <ac:cxnSpMkLst>
            <pc:docMk/>
            <pc:sldMk cId="0" sldId="565"/>
            <ac:cxnSpMk id="118793" creationId="{8692B9E4-99E4-A152-7F47-E536F65D1C7B}"/>
          </ac:cxnSpMkLst>
        </pc:cxnChg>
        <pc:cxnChg chg="mod">
          <ac:chgData name="Nursakirah Ab Rahman Muton" userId="423efa6d-ee54-4a96-bb69-a7d6dc1d7e38" providerId="ADAL" clId="{E5418EA3-ED04-44D7-B695-8570AC1018F6}" dt="2023-11-21T05:16:43.347" v="28001" actId="1076"/>
          <ac:cxnSpMkLst>
            <pc:docMk/>
            <pc:sldMk cId="0" sldId="565"/>
            <ac:cxnSpMk id="118794" creationId="{95312944-282F-FFF0-B907-B8053AF110DE}"/>
          </ac:cxnSpMkLst>
        </pc:cxnChg>
        <pc:cxnChg chg="mod">
          <ac:chgData name="Nursakirah Ab Rahman Muton" userId="423efa6d-ee54-4a96-bb69-a7d6dc1d7e38" providerId="ADAL" clId="{E5418EA3-ED04-44D7-B695-8570AC1018F6}" dt="2023-11-14T04:00:27.775" v="25943" actId="478"/>
          <ac:cxnSpMkLst>
            <pc:docMk/>
            <pc:sldMk cId="0" sldId="565"/>
            <ac:cxnSpMk id="118805" creationId="{82076146-BA5A-570B-283F-746ACD068D9A}"/>
          </ac:cxnSpMkLst>
        </pc:cxnChg>
        <pc:cxnChg chg="mod">
          <ac:chgData name="Nursakirah Ab Rahman Muton" userId="423efa6d-ee54-4a96-bb69-a7d6dc1d7e38" providerId="ADAL" clId="{E5418EA3-ED04-44D7-B695-8570AC1018F6}" dt="2023-11-14T04:00:27.775" v="25943" actId="478"/>
          <ac:cxnSpMkLst>
            <pc:docMk/>
            <pc:sldMk cId="0" sldId="565"/>
            <ac:cxnSpMk id="118806" creationId="{0E85B82E-29C7-0000-A941-9FF3AA4C6702}"/>
          </ac:cxnSpMkLst>
        </pc:cxnChg>
        <pc:cxnChg chg="mod">
          <ac:chgData name="Nursakirah Ab Rahman Muton" userId="423efa6d-ee54-4a96-bb69-a7d6dc1d7e38" providerId="ADAL" clId="{E5418EA3-ED04-44D7-B695-8570AC1018F6}" dt="2023-11-14T04:00:27.775" v="25943" actId="478"/>
          <ac:cxnSpMkLst>
            <pc:docMk/>
            <pc:sldMk cId="0" sldId="565"/>
            <ac:cxnSpMk id="118807" creationId="{5199BC71-2E2B-95E9-6455-02CA64A9AA5D}"/>
          </ac:cxnSpMkLst>
        </pc:cxnChg>
        <pc:cxnChg chg="mod">
          <ac:chgData name="Nursakirah Ab Rahman Muton" userId="423efa6d-ee54-4a96-bb69-a7d6dc1d7e38" providerId="ADAL" clId="{E5418EA3-ED04-44D7-B695-8570AC1018F6}" dt="2023-11-21T05:16:43.347" v="28001" actId="1076"/>
          <ac:cxnSpMkLst>
            <pc:docMk/>
            <pc:sldMk cId="0" sldId="565"/>
            <ac:cxnSpMk id="118809" creationId="{021560EB-8BAE-5826-E029-D042C85A0DB8}"/>
          </ac:cxnSpMkLst>
        </pc:cxnChg>
        <pc:cxnChg chg="mod">
          <ac:chgData name="Nursakirah Ab Rahman Muton" userId="423efa6d-ee54-4a96-bb69-a7d6dc1d7e38" providerId="ADAL" clId="{E5418EA3-ED04-44D7-B695-8570AC1018F6}" dt="2023-11-21T05:16:43.347" v="28001" actId="1076"/>
          <ac:cxnSpMkLst>
            <pc:docMk/>
            <pc:sldMk cId="0" sldId="565"/>
            <ac:cxnSpMk id="118810" creationId="{94DCC336-451F-96B5-21BE-40B6CD90D0D8}"/>
          </ac:cxnSpMkLst>
        </pc:cxnChg>
        <pc:cxnChg chg="mod">
          <ac:chgData name="Nursakirah Ab Rahman Muton" userId="423efa6d-ee54-4a96-bb69-a7d6dc1d7e38" providerId="ADAL" clId="{E5418EA3-ED04-44D7-B695-8570AC1018F6}" dt="2023-11-21T05:16:43.347" v="28001" actId="1076"/>
          <ac:cxnSpMkLst>
            <pc:docMk/>
            <pc:sldMk cId="0" sldId="565"/>
            <ac:cxnSpMk id="118811" creationId="{26988404-179C-91CE-0714-6C75710A1997}"/>
          </ac:cxnSpMkLst>
        </pc:cxnChg>
      </pc:sldChg>
      <pc:sldChg chg="addSp modSp modNotesTx">
        <pc:chgData name="Nursakirah Ab Rahman Muton" userId="423efa6d-ee54-4a96-bb69-a7d6dc1d7e38" providerId="ADAL" clId="{E5418EA3-ED04-44D7-B695-8570AC1018F6}" dt="2023-11-21T07:04:28.769" v="28864"/>
        <pc:sldMkLst>
          <pc:docMk/>
          <pc:sldMk cId="0" sldId="566"/>
        </pc:sldMkLst>
        <pc:spChg chg="mod">
          <ac:chgData name="Nursakirah Ab Rahman Muton" userId="423efa6d-ee54-4a96-bb69-a7d6dc1d7e38" providerId="ADAL" clId="{E5418EA3-ED04-44D7-B695-8570AC1018F6}" dt="2023-11-14T03:53:03.541" v="25711" actId="1076"/>
          <ac:spMkLst>
            <pc:docMk/>
            <pc:sldMk cId="0" sldId="566"/>
            <ac:spMk id="119812" creationId="{F3F6001B-86AF-7672-F5D0-D6F2295D654E}"/>
          </ac:spMkLst>
        </pc:spChg>
        <pc:spChg chg="mod">
          <ac:chgData name="Nursakirah Ab Rahman Muton" userId="423efa6d-ee54-4a96-bb69-a7d6dc1d7e38" providerId="ADAL" clId="{E5418EA3-ED04-44D7-B695-8570AC1018F6}" dt="2023-11-14T03:53:08.775" v="25712" actId="1076"/>
          <ac:spMkLst>
            <pc:docMk/>
            <pc:sldMk cId="0" sldId="566"/>
            <ac:spMk id="119819" creationId="{A3356566-471E-52B2-2EF9-35B235115210}"/>
          </ac:spMkLst>
        </pc:spChg>
        <pc:grpChg chg="add mod">
          <ac:chgData name="Nursakirah Ab Rahman Muton" userId="423efa6d-ee54-4a96-bb69-a7d6dc1d7e38" providerId="ADAL" clId="{E5418EA3-ED04-44D7-B695-8570AC1018F6}" dt="2023-11-14T03:53:03.541" v="25711" actId="1076"/>
          <ac:grpSpMkLst>
            <pc:docMk/>
            <pc:sldMk cId="0" sldId="566"/>
            <ac:grpSpMk id="2" creationId="{C18307F5-6320-49CA-564C-84974AB8898F}"/>
          </ac:grpSpMkLst>
        </pc:grpChg>
        <pc:picChg chg="mod">
          <ac:chgData name="Nursakirah Ab Rahman Muton" userId="423efa6d-ee54-4a96-bb69-a7d6dc1d7e38" providerId="ADAL" clId="{E5418EA3-ED04-44D7-B695-8570AC1018F6}" dt="2023-11-02T07:03:50.692" v="13227" actId="1076"/>
          <ac:picMkLst>
            <pc:docMk/>
            <pc:sldMk cId="0" sldId="566"/>
            <ac:picMk id="119811" creationId="{E6EEF86A-9838-6BF3-12EA-49B9340D3DCE}"/>
          </ac:picMkLst>
        </pc:picChg>
        <pc:inkChg chg="add">
          <ac:chgData name="Nursakirah Ab Rahman Muton" userId="423efa6d-ee54-4a96-bb69-a7d6dc1d7e38" providerId="ADAL" clId="{E5418EA3-ED04-44D7-B695-8570AC1018F6}" dt="2023-11-21T07:04:28.769" v="28864"/>
          <ac:inkMkLst>
            <pc:docMk/>
            <pc:sldMk cId="0" sldId="566"/>
            <ac:inkMk id="3" creationId="{78134B5B-7A0B-DD5E-181F-0874AA6DDB3C}"/>
          </ac:inkMkLst>
        </pc:inkChg>
        <pc:cxnChg chg="mod">
          <ac:chgData name="Nursakirah Ab Rahman Muton" userId="423efa6d-ee54-4a96-bb69-a7d6dc1d7e38" providerId="ADAL" clId="{E5418EA3-ED04-44D7-B695-8570AC1018F6}" dt="2023-11-14T03:53:03.541" v="25711" actId="1076"/>
          <ac:cxnSpMkLst>
            <pc:docMk/>
            <pc:sldMk cId="0" sldId="566"/>
            <ac:cxnSpMk id="119813" creationId="{ADD515C8-346B-C5C9-3D9B-96E2A09116FA}"/>
          </ac:cxnSpMkLst>
        </pc:cxnChg>
        <pc:cxnChg chg="mod">
          <ac:chgData name="Nursakirah Ab Rahman Muton" userId="423efa6d-ee54-4a96-bb69-a7d6dc1d7e38" providerId="ADAL" clId="{E5418EA3-ED04-44D7-B695-8570AC1018F6}" dt="2023-11-14T03:53:03.541" v="25711" actId="1076"/>
          <ac:cxnSpMkLst>
            <pc:docMk/>
            <pc:sldMk cId="0" sldId="566"/>
            <ac:cxnSpMk id="119814" creationId="{1708439F-0702-ECCA-3ED9-CC04A423E35E}"/>
          </ac:cxnSpMkLst>
        </pc:cxnChg>
        <pc:cxnChg chg="mod">
          <ac:chgData name="Nursakirah Ab Rahman Muton" userId="423efa6d-ee54-4a96-bb69-a7d6dc1d7e38" providerId="ADAL" clId="{E5418EA3-ED04-44D7-B695-8570AC1018F6}" dt="2023-11-14T03:53:03.541" v="25711" actId="1076"/>
          <ac:cxnSpMkLst>
            <pc:docMk/>
            <pc:sldMk cId="0" sldId="566"/>
            <ac:cxnSpMk id="119815" creationId="{1B998C35-09EB-DFEC-621C-0E03214EFDB5}"/>
          </ac:cxnSpMkLst>
        </pc:cxnChg>
        <pc:cxnChg chg="mod">
          <ac:chgData name="Nursakirah Ab Rahman Muton" userId="423efa6d-ee54-4a96-bb69-a7d6dc1d7e38" providerId="ADAL" clId="{E5418EA3-ED04-44D7-B695-8570AC1018F6}" dt="2023-11-14T03:53:03.541" v="25711" actId="1076"/>
          <ac:cxnSpMkLst>
            <pc:docMk/>
            <pc:sldMk cId="0" sldId="566"/>
            <ac:cxnSpMk id="119816" creationId="{9885D8B6-D922-0F31-2862-A499B14B7AE1}"/>
          </ac:cxnSpMkLst>
        </pc:cxnChg>
        <pc:cxnChg chg="mod">
          <ac:chgData name="Nursakirah Ab Rahman Muton" userId="423efa6d-ee54-4a96-bb69-a7d6dc1d7e38" providerId="ADAL" clId="{E5418EA3-ED04-44D7-B695-8570AC1018F6}" dt="2023-11-14T03:53:03.541" v="25711" actId="1076"/>
          <ac:cxnSpMkLst>
            <pc:docMk/>
            <pc:sldMk cId="0" sldId="566"/>
            <ac:cxnSpMk id="119817" creationId="{9E44E829-D81E-8407-D4E8-CDA5737A1602}"/>
          </ac:cxnSpMkLst>
        </pc:cxnChg>
        <pc:cxnChg chg="mod">
          <ac:chgData name="Nursakirah Ab Rahman Muton" userId="423efa6d-ee54-4a96-bb69-a7d6dc1d7e38" providerId="ADAL" clId="{E5418EA3-ED04-44D7-B695-8570AC1018F6}" dt="2023-11-14T03:53:03.541" v="25711" actId="1076"/>
          <ac:cxnSpMkLst>
            <pc:docMk/>
            <pc:sldMk cId="0" sldId="566"/>
            <ac:cxnSpMk id="119818" creationId="{50EDAD80-8665-F32D-E030-F4DDDF33D5B2}"/>
          </ac:cxnSpMkLst>
        </pc:cxnChg>
      </pc:sldChg>
      <pc:sldChg chg="addSp delSp modSp mod modNotesTx">
        <pc:chgData name="Nursakirah Ab Rahman Muton" userId="423efa6d-ee54-4a96-bb69-a7d6dc1d7e38" providerId="ADAL" clId="{E5418EA3-ED04-44D7-B695-8570AC1018F6}" dt="2023-11-21T07:04:28.769" v="28864"/>
        <pc:sldMkLst>
          <pc:docMk/>
          <pc:sldMk cId="0" sldId="567"/>
        </pc:sldMkLst>
        <pc:spChg chg="mod">
          <ac:chgData name="Nursakirah Ab Rahman Muton" userId="423efa6d-ee54-4a96-bb69-a7d6dc1d7e38" providerId="ADAL" clId="{E5418EA3-ED04-44D7-B695-8570AC1018F6}" dt="2023-11-14T04:09:47.736" v="26004" actId="403"/>
          <ac:spMkLst>
            <pc:docMk/>
            <pc:sldMk cId="0" sldId="567"/>
            <ac:spMk id="120835" creationId="{D708E634-32BE-E476-986C-7F74997267CE}"/>
          </ac:spMkLst>
        </pc:spChg>
        <pc:picChg chg="add mod">
          <ac:chgData name="Nursakirah Ab Rahman Muton" userId="423efa6d-ee54-4a96-bb69-a7d6dc1d7e38" providerId="ADAL" clId="{E5418EA3-ED04-44D7-B695-8570AC1018F6}" dt="2023-11-14T03:59:48.867" v="25941" actId="1076"/>
          <ac:picMkLst>
            <pc:docMk/>
            <pc:sldMk cId="0" sldId="567"/>
            <ac:picMk id="3" creationId="{18DB380C-8D66-EED8-983E-C21EE218E9D6}"/>
          </ac:picMkLst>
        </pc:picChg>
        <pc:picChg chg="del mod">
          <ac:chgData name="Nursakirah Ab Rahman Muton" userId="423efa6d-ee54-4a96-bb69-a7d6dc1d7e38" providerId="ADAL" clId="{E5418EA3-ED04-44D7-B695-8570AC1018F6}" dt="2023-11-14T03:59:39.754" v="25937" actId="478"/>
          <ac:picMkLst>
            <pc:docMk/>
            <pc:sldMk cId="0" sldId="567"/>
            <ac:picMk id="120836" creationId="{B0DF6A81-B6FE-8E2B-D017-73ABF3BD770D}"/>
          </ac:picMkLst>
        </pc:picChg>
        <pc:inkChg chg="add">
          <ac:chgData name="Nursakirah Ab Rahman Muton" userId="423efa6d-ee54-4a96-bb69-a7d6dc1d7e38" providerId="ADAL" clId="{E5418EA3-ED04-44D7-B695-8570AC1018F6}" dt="2023-11-21T07:04:28.769" v="28864"/>
          <ac:inkMkLst>
            <pc:docMk/>
            <pc:sldMk cId="0" sldId="567"/>
            <ac:inkMk id="2" creationId="{A4BAD067-1D2C-AFB8-7F77-41AF8FCAC3FC}"/>
          </ac:inkMkLst>
        </pc:inkChg>
      </pc:sldChg>
      <pc:sldChg chg="addSp modSp modNotesTx">
        <pc:chgData name="Nursakirah Ab Rahman Muton" userId="423efa6d-ee54-4a96-bb69-a7d6dc1d7e38" providerId="ADAL" clId="{E5418EA3-ED04-44D7-B695-8570AC1018F6}" dt="2023-11-21T07:04:28.769" v="28864"/>
        <pc:sldMkLst>
          <pc:docMk/>
          <pc:sldMk cId="0" sldId="568"/>
        </pc:sldMkLst>
        <pc:spChg chg="mod">
          <ac:chgData name="Nursakirah Ab Rahman Muton" userId="423efa6d-ee54-4a96-bb69-a7d6dc1d7e38" providerId="ADAL" clId="{E5418EA3-ED04-44D7-B695-8570AC1018F6}" dt="2023-11-02T07:04:08.571" v="13230" actId="1076"/>
          <ac:spMkLst>
            <pc:docMk/>
            <pc:sldMk cId="0" sldId="568"/>
            <ac:spMk id="17" creationId="{74D8585C-79CF-51A1-46E2-437B7DAADB12}"/>
          </ac:spMkLst>
        </pc:spChg>
        <pc:spChg chg="mod">
          <ac:chgData name="Nursakirah Ab Rahman Muton" userId="423efa6d-ee54-4a96-bb69-a7d6dc1d7e38" providerId="ADAL" clId="{E5418EA3-ED04-44D7-B695-8570AC1018F6}" dt="2023-11-02T07:04:08.571" v="13230" actId="1076"/>
          <ac:spMkLst>
            <pc:docMk/>
            <pc:sldMk cId="0" sldId="568"/>
            <ac:spMk id="18" creationId="{C050939C-CE11-EDBC-D9E6-BC491446E295}"/>
          </ac:spMkLst>
        </pc:spChg>
        <pc:spChg chg="mod">
          <ac:chgData name="Nursakirah Ab Rahman Muton" userId="423efa6d-ee54-4a96-bb69-a7d6dc1d7e38" providerId="ADAL" clId="{E5418EA3-ED04-44D7-B695-8570AC1018F6}" dt="2023-11-02T07:04:08.571" v="13230" actId="1076"/>
          <ac:spMkLst>
            <pc:docMk/>
            <pc:sldMk cId="0" sldId="568"/>
            <ac:spMk id="19" creationId="{AC837005-0C7C-964A-8E66-7017BEA26045}"/>
          </ac:spMkLst>
        </pc:spChg>
        <pc:spChg chg="mod">
          <ac:chgData name="Nursakirah Ab Rahman Muton" userId="423efa6d-ee54-4a96-bb69-a7d6dc1d7e38" providerId="ADAL" clId="{E5418EA3-ED04-44D7-B695-8570AC1018F6}" dt="2023-11-02T07:04:08.571" v="13230" actId="1076"/>
          <ac:spMkLst>
            <pc:docMk/>
            <pc:sldMk cId="0" sldId="568"/>
            <ac:spMk id="20" creationId="{D8AA7756-20A1-FEC1-64F2-80F5DAE5D37D}"/>
          </ac:spMkLst>
        </pc:spChg>
        <pc:spChg chg="mod">
          <ac:chgData name="Nursakirah Ab Rahman Muton" userId="423efa6d-ee54-4a96-bb69-a7d6dc1d7e38" providerId="ADAL" clId="{E5418EA3-ED04-44D7-B695-8570AC1018F6}" dt="2023-11-02T07:04:08.571" v="13230" actId="1076"/>
          <ac:spMkLst>
            <pc:docMk/>
            <pc:sldMk cId="0" sldId="568"/>
            <ac:spMk id="21" creationId="{C01FBFDA-C20D-4820-4E85-CE4C32A47984}"/>
          </ac:spMkLst>
        </pc:spChg>
        <pc:spChg chg="mod">
          <ac:chgData name="Nursakirah Ab Rahman Muton" userId="423efa6d-ee54-4a96-bb69-a7d6dc1d7e38" providerId="ADAL" clId="{E5418EA3-ED04-44D7-B695-8570AC1018F6}" dt="2023-11-02T07:04:08.571" v="13230" actId="1076"/>
          <ac:spMkLst>
            <pc:docMk/>
            <pc:sldMk cId="0" sldId="568"/>
            <ac:spMk id="22" creationId="{8491650D-0C8F-117B-79B7-9449C0524E80}"/>
          </ac:spMkLst>
        </pc:spChg>
        <pc:spChg chg="mod">
          <ac:chgData name="Nursakirah Ab Rahman Muton" userId="423efa6d-ee54-4a96-bb69-a7d6dc1d7e38" providerId="ADAL" clId="{E5418EA3-ED04-44D7-B695-8570AC1018F6}" dt="2023-11-02T07:04:08.571" v="13230" actId="1076"/>
          <ac:spMkLst>
            <pc:docMk/>
            <pc:sldMk cId="0" sldId="568"/>
            <ac:spMk id="23" creationId="{80370C17-E3CA-75AA-CD02-EB92198DC7F0}"/>
          </ac:spMkLst>
        </pc:spChg>
        <pc:spChg chg="mod">
          <ac:chgData name="Nursakirah Ab Rahman Muton" userId="423efa6d-ee54-4a96-bb69-a7d6dc1d7e38" providerId="ADAL" clId="{E5418EA3-ED04-44D7-B695-8570AC1018F6}" dt="2023-11-02T07:04:08.571" v="13230" actId="1076"/>
          <ac:spMkLst>
            <pc:docMk/>
            <pc:sldMk cId="0" sldId="568"/>
            <ac:spMk id="24" creationId="{D31A98BD-5766-123A-F0F5-F8DC10A7863A}"/>
          </ac:spMkLst>
        </pc:spChg>
        <pc:spChg chg="mod">
          <ac:chgData name="Nursakirah Ab Rahman Muton" userId="423efa6d-ee54-4a96-bb69-a7d6dc1d7e38" providerId="ADAL" clId="{E5418EA3-ED04-44D7-B695-8570AC1018F6}" dt="2023-11-02T07:04:08.571" v="13230" actId="1076"/>
          <ac:spMkLst>
            <pc:docMk/>
            <pc:sldMk cId="0" sldId="568"/>
            <ac:spMk id="75781" creationId="{D0BC970E-786A-59FB-5D10-8FAE3CB3165A}"/>
          </ac:spMkLst>
        </pc:spChg>
        <pc:spChg chg="mod">
          <ac:chgData name="Nursakirah Ab Rahman Muton" userId="423efa6d-ee54-4a96-bb69-a7d6dc1d7e38" providerId="ADAL" clId="{E5418EA3-ED04-44D7-B695-8570AC1018F6}" dt="2023-11-02T07:04:08.571" v="13230" actId="1076"/>
          <ac:spMkLst>
            <pc:docMk/>
            <pc:sldMk cId="0" sldId="568"/>
            <ac:spMk id="75782" creationId="{8FBE0E75-049B-D164-E6F5-424954A0C3AE}"/>
          </ac:spMkLst>
        </pc:spChg>
        <pc:spChg chg="mod">
          <ac:chgData name="Nursakirah Ab Rahman Muton" userId="423efa6d-ee54-4a96-bb69-a7d6dc1d7e38" providerId="ADAL" clId="{E5418EA3-ED04-44D7-B695-8570AC1018F6}" dt="2023-11-02T07:04:08.571" v="13230" actId="1076"/>
          <ac:spMkLst>
            <pc:docMk/>
            <pc:sldMk cId="0" sldId="568"/>
            <ac:spMk id="120836" creationId="{782F13A8-49B6-2E7F-1462-CD77C562752A}"/>
          </ac:spMkLst>
        </pc:spChg>
        <pc:spChg chg="mod">
          <ac:chgData name="Nursakirah Ab Rahman Muton" userId="423efa6d-ee54-4a96-bb69-a7d6dc1d7e38" providerId="ADAL" clId="{E5418EA3-ED04-44D7-B695-8570AC1018F6}" dt="2023-11-02T07:04:08.571" v="13230" actId="1076"/>
          <ac:spMkLst>
            <pc:docMk/>
            <pc:sldMk cId="0" sldId="568"/>
            <ac:spMk id="121874" creationId="{51A0F741-12AB-D84A-68B0-F2BB77D34952}"/>
          </ac:spMkLst>
        </pc:spChg>
        <pc:spChg chg="mod">
          <ac:chgData name="Nursakirah Ab Rahman Muton" userId="423efa6d-ee54-4a96-bb69-a7d6dc1d7e38" providerId="ADAL" clId="{E5418EA3-ED04-44D7-B695-8570AC1018F6}" dt="2023-11-02T07:04:08.571" v="13230" actId="1076"/>
          <ac:spMkLst>
            <pc:docMk/>
            <pc:sldMk cId="0" sldId="568"/>
            <ac:spMk id="121875" creationId="{2EDBB963-DE14-211E-AA24-14899C52C18B}"/>
          </ac:spMkLst>
        </pc:spChg>
        <pc:spChg chg="mod">
          <ac:chgData name="Nursakirah Ab Rahman Muton" userId="423efa6d-ee54-4a96-bb69-a7d6dc1d7e38" providerId="ADAL" clId="{E5418EA3-ED04-44D7-B695-8570AC1018F6}" dt="2023-11-02T07:04:08.571" v="13230" actId="1076"/>
          <ac:spMkLst>
            <pc:docMk/>
            <pc:sldMk cId="0" sldId="568"/>
            <ac:spMk id="121876" creationId="{92EA093E-D038-778A-6903-57B263EF5F2C}"/>
          </ac:spMkLst>
        </pc:spChg>
        <pc:spChg chg="mod">
          <ac:chgData name="Nursakirah Ab Rahman Muton" userId="423efa6d-ee54-4a96-bb69-a7d6dc1d7e38" providerId="ADAL" clId="{E5418EA3-ED04-44D7-B695-8570AC1018F6}" dt="2023-11-02T07:04:08.571" v="13230" actId="1076"/>
          <ac:spMkLst>
            <pc:docMk/>
            <pc:sldMk cId="0" sldId="568"/>
            <ac:spMk id="121877" creationId="{724814A6-1F86-78D0-53B2-BC93497DF4CD}"/>
          </ac:spMkLst>
        </pc:spChg>
        <pc:spChg chg="mod">
          <ac:chgData name="Nursakirah Ab Rahman Muton" userId="423efa6d-ee54-4a96-bb69-a7d6dc1d7e38" providerId="ADAL" clId="{E5418EA3-ED04-44D7-B695-8570AC1018F6}" dt="2023-11-02T07:04:08.571" v="13230" actId="1076"/>
          <ac:spMkLst>
            <pc:docMk/>
            <pc:sldMk cId="0" sldId="568"/>
            <ac:spMk id="121878" creationId="{1F75ABBC-0DC0-CED1-E097-B7FC725C3902}"/>
          </ac:spMkLst>
        </pc:spChg>
        <pc:spChg chg="mod">
          <ac:chgData name="Nursakirah Ab Rahman Muton" userId="423efa6d-ee54-4a96-bb69-a7d6dc1d7e38" providerId="ADAL" clId="{E5418EA3-ED04-44D7-B695-8570AC1018F6}" dt="2023-11-02T07:04:08.571" v="13230" actId="1076"/>
          <ac:spMkLst>
            <pc:docMk/>
            <pc:sldMk cId="0" sldId="568"/>
            <ac:spMk id="121879" creationId="{FB709E90-C960-14C5-A567-6C6F3A993763}"/>
          </ac:spMkLst>
        </pc:spChg>
        <pc:spChg chg="mod">
          <ac:chgData name="Nursakirah Ab Rahman Muton" userId="423efa6d-ee54-4a96-bb69-a7d6dc1d7e38" providerId="ADAL" clId="{E5418EA3-ED04-44D7-B695-8570AC1018F6}" dt="2023-11-02T07:04:08.571" v="13230" actId="1076"/>
          <ac:spMkLst>
            <pc:docMk/>
            <pc:sldMk cId="0" sldId="568"/>
            <ac:spMk id="121880" creationId="{09C8D1DB-D9BB-91B6-63AC-C7BBC2084FCE}"/>
          </ac:spMkLst>
        </pc:spChg>
        <pc:spChg chg="mod">
          <ac:chgData name="Nursakirah Ab Rahman Muton" userId="423efa6d-ee54-4a96-bb69-a7d6dc1d7e38" providerId="ADAL" clId="{E5418EA3-ED04-44D7-B695-8570AC1018F6}" dt="2023-11-02T07:04:08.571" v="13230" actId="1076"/>
          <ac:spMkLst>
            <pc:docMk/>
            <pc:sldMk cId="0" sldId="568"/>
            <ac:spMk id="121881" creationId="{595D0F97-7CE3-86ED-7E05-8B676659792D}"/>
          </ac:spMkLst>
        </pc:spChg>
        <pc:spChg chg="mod">
          <ac:chgData name="Nursakirah Ab Rahman Muton" userId="423efa6d-ee54-4a96-bb69-a7d6dc1d7e38" providerId="ADAL" clId="{E5418EA3-ED04-44D7-B695-8570AC1018F6}" dt="2023-11-02T07:04:08.571" v="13230" actId="1076"/>
          <ac:spMkLst>
            <pc:docMk/>
            <pc:sldMk cId="0" sldId="568"/>
            <ac:spMk id="121882" creationId="{B6FCF304-6420-5BCB-59FE-C150BC863AD4}"/>
          </ac:spMkLst>
        </pc:spChg>
        <pc:spChg chg="mod">
          <ac:chgData name="Nursakirah Ab Rahman Muton" userId="423efa6d-ee54-4a96-bb69-a7d6dc1d7e38" providerId="ADAL" clId="{E5418EA3-ED04-44D7-B695-8570AC1018F6}" dt="2023-11-02T07:04:08.571" v="13230" actId="1076"/>
          <ac:spMkLst>
            <pc:docMk/>
            <pc:sldMk cId="0" sldId="568"/>
            <ac:spMk id="121883" creationId="{FE290F7F-4A84-A230-87A9-A5BD08F0203A}"/>
          </ac:spMkLst>
        </pc:spChg>
        <pc:spChg chg="mod">
          <ac:chgData name="Nursakirah Ab Rahman Muton" userId="423efa6d-ee54-4a96-bb69-a7d6dc1d7e38" providerId="ADAL" clId="{E5418EA3-ED04-44D7-B695-8570AC1018F6}" dt="2023-11-02T07:04:08.571" v="13230" actId="1076"/>
          <ac:spMkLst>
            <pc:docMk/>
            <pc:sldMk cId="0" sldId="568"/>
            <ac:spMk id="121884" creationId="{48A754E3-E09D-8FC5-DDB1-070B822949A2}"/>
          </ac:spMkLst>
        </pc:spChg>
        <pc:spChg chg="mod">
          <ac:chgData name="Nursakirah Ab Rahman Muton" userId="423efa6d-ee54-4a96-bb69-a7d6dc1d7e38" providerId="ADAL" clId="{E5418EA3-ED04-44D7-B695-8570AC1018F6}" dt="2023-11-02T07:04:08.571" v="13230" actId="1076"/>
          <ac:spMkLst>
            <pc:docMk/>
            <pc:sldMk cId="0" sldId="568"/>
            <ac:spMk id="121885" creationId="{BA4BD311-9DBE-0822-3008-69AD4F8DD251}"/>
          </ac:spMkLst>
        </pc:spChg>
        <pc:spChg chg="mod">
          <ac:chgData name="Nursakirah Ab Rahman Muton" userId="423efa6d-ee54-4a96-bb69-a7d6dc1d7e38" providerId="ADAL" clId="{E5418EA3-ED04-44D7-B695-8570AC1018F6}" dt="2023-11-02T07:04:08.571" v="13230" actId="1076"/>
          <ac:spMkLst>
            <pc:docMk/>
            <pc:sldMk cId="0" sldId="568"/>
            <ac:spMk id="121886" creationId="{237602D7-5040-0A0E-CA81-E4DF3BB019F7}"/>
          </ac:spMkLst>
        </pc:spChg>
        <pc:spChg chg="mod">
          <ac:chgData name="Nursakirah Ab Rahman Muton" userId="423efa6d-ee54-4a96-bb69-a7d6dc1d7e38" providerId="ADAL" clId="{E5418EA3-ED04-44D7-B695-8570AC1018F6}" dt="2023-11-02T07:04:08.571" v="13230" actId="1076"/>
          <ac:spMkLst>
            <pc:docMk/>
            <pc:sldMk cId="0" sldId="568"/>
            <ac:spMk id="121887" creationId="{613657F9-95E8-1CBD-4F11-EB2A5D179133}"/>
          </ac:spMkLst>
        </pc:spChg>
        <pc:spChg chg="mod">
          <ac:chgData name="Nursakirah Ab Rahman Muton" userId="423efa6d-ee54-4a96-bb69-a7d6dc1d7e38" providerId="ADAL" clId="{E5418EA3-ED04-44D7-B695-8570AC1018F6}" dt="2023-11-02T07:04:08.571" v="13230" actId="1076"/>
          <ac:spMkLst>
            <pc:docMk/>
            <pc:sldMk cId="0" sldId="568"/>
            <ac:spMk id="121888" creationId="{C800C927-6F18-4642-E620-C5214BA8F402}"/>
          </ac:spMkLst>
        </pc:spChg>
        <pc:grpChg chg="mod">
          <ac:chgData name="Nursakirah Ab Rahman Muton" userId="423efa6d-ee54-4a96-bb69-a7d6dc1d7e38" providerId="ADAL" clId="{E5418EA3-ED04-44D7-B695-8570AC1018F6}" dt="2023-11-02T07:04:08.571" v="13230" actId="1076"/>
          <ac:grpSpMkLst>
            <pc:docMk/>
            <pc:sldMk cId="0" sldId="568"/>
            <ac:grpSpMk id="2" creationId="{6FC68B02-0C49-BC98-DE7A-BBD4EA9D27CC}"/>
          </ac:grpSpMkLst>
        </pc:grpChg>
        <pc:grpChg chg="mod">
          <ac:chgData name="Nursakirah Ab Rahman Muton" userId="423efa6d-ee54-4a96-bb69-a7d6dc1d7e38" providerId="ADAL" clId="{E5418EA3-ED04-44D7-B695-8570AC1018F6}" dt="2023-11-02T07:04:08.571" v="13230" actId="1076"/>
          <ac:grpSpMkLst>
            <pc:docMk/>
            <pc:sldMk cId="0" sldId="568"/>
            <ac:grpSpMk id="3" creationId="{D0AF0082-CE8D-2762-2095-09FAEBFDD9A2}"/>
          </ac:grpSpMkLst>
        </pc:grpChg>
        <pc:grpChg chg="mod">
          <ac:chgData name="Nursakirah Ab Rahman Muton" userId="423efa6d-ee54-4a96-bb69-a7d6dc1d7e38" providerId="ADAL" clId="{E5418EA3-ED04-44D7-B695-8570AC1018F6}" dt="2023-11-02T07:04:08.571" v="13230" actId="1076"/>
          <ac:grpSpMkLst>
            <pc:docMk/>
            <pc:sldMk cId="0" sldId="568"/>
            <ac:grpSpMk id="4" creationId="{49323A12-CB56-6167-1167-2C1E7DED26EA}"/>
          </ac:grpSpMkLst>
        </pc:grpChg>
        <pc:inkChg chg="add">
          <ac:chgData name="Nursakirah Ab Rahman Muton" userId="423efa6d-ee54-4a96-bb69-a7d6dc1d7e38" providerId="ADAL" clId="{E5418EA3-ED04-44D7-B695-8570AC1018F6}" dt="2023-11-21T07:04:28.769" v="28864"/>
          <ac:inkMkLst>
            <pc:docMk/>
            <pc:sldMk cId="0" sldId="568"/>
            <ac:inkMk id="5" creationId="{3A025BD4-3B8A-5035-88F6-CF66C72FAF32}"/>
          </ac:inkMkLst>
        </pc:inkChg>
      </pc:sldChg>
      <pc:sldChg chg="modSp mod setBg modNotesTx">
        <pc:chgData name="Nursakirah Ab Rahman Muton" userId="423efa6d-ee54-4a96-bb69-a7d6dc1d7e38" providerId="ADAL" clId="{E5418EA3-ED04-44D7-B695-8570AC1018F6}" dt="2023-11-13T08:00:06.682" v="13966" actId="20577"/>
        <pc:sldMkLst>
          <pc:docMk/>
          <pc:sldMk cId="0" sldId="569"/>
        </pc:sldMkLst>
        <pc:spChg chg="mod">
          <ac:chgData name="Nursakirah Ab Rahman Muton" userId="423efa6d-ee54-4a96-bb69-a7d6dc1d7e38" providerId="ADAL" clId="{E5418EA3-ED04-44D7-B695-8570AC1018F6}" dt="2023-10-31T03:06:15.120" v="1749" actId="255"/>
          <ac:spMkLst>
            <pc:docMk/>
            <pc:sldMk cId="0" sldId="569"/>
            <ac:spMk id="29699" creationId="{430BF956-A52B-56EA-D882-45A5E766DDD9}"/>
          </ac:spMkLst>
        </pc:spChg>
      </pc:sldChg>
      <pc:sldChg chg="modSp mod setBg">
        <pc:chgData name="Nursakirah Ab Rahman Muton" userId="423efa6d-ee54-4a96-bb69-a7d6dc1d7e38" providerId="ADAL" clId="{E5418EA3-ED04-44D7-B695-8570AC1018F6}" dt="2023-10-31T03:33:04.507" v="2033" actId="255"/>
        <pc:sldMkLst>
          <pc:docMk/>
          <pc:sldMk cId="0" sldId="570"/>
        </pc:sldMkLst>
        <pc:spChg chg="mod">
          <ac:chgData name="Nursakirah Ab Rahman Muton" userId="423efa6d-ee54-4a96-bb69-a7d6dc1d7e38" providerId="ADAL" clId="{E5418EA3-ED04-44D7-B695-8570AC1018F6}" dt="2023-10-31T03:33:04.507" v="2033" actId="255"/>
          <ac:spMkLst>
            <pc:docMk/>
            <pc:sldMk cId="0" sldId="570"/>
            <ac:spMk id="40963" creationId="{B1DDA31F-6D23-64F8-B599-7BD7EE3697F3}"/>
          </ac:spMkLst>
        </pc:spChg>
      </pc:sldChg>
      <pc:sldChg chg="modSp mod setBg modNotesTx">
        <pc:chgData name="Nursakirah Ab Rahman Muton" userId="423efa6d-ee54-4a96-bb69-a7d6dc1d7e38" providerId="ADAL" clId="{E5418EA3-ED04-44D7-B695-8570AC1018F6}" dt="2023-11-02T05:28:46.506" v="11361" actId="20577"/>
        <pc:sldMkLst>
          <pc:docMk/>
          <pc:sldMk cId="0" sldId="571"/>
        </pc:sldMkLst>
        <pc:spChg chg="mod">
          <ac:chgData name="Nursakirah Ab Rahman Muton" userId="423efa6d-ee54-4a96-bb69-a7d6dc1d7e38" providerId="ADAL" clId="{E5418EA3-ED04-44D7-B695-8570AC1018F6}" dt="2023-11-02T05:25:42.003" v="10934" actId="403"/>
          <ac:spMkLst>
            <pc:docMk/>
            <pc:sldMk cId="0" sldId="571"/>
            <ac:spMk id="96259" creationId="{3BF171C7-3534-5E8F-7368-FEA285995DBF}"/>
          </ac:spMkLst>
        </pc:spChg>
      </pc:sldChg>
      <pc:sldChg chg="addSp delSp modSp mod modNotesTx">
        <pc:chgData name="Nursakirah Ab Rahman Muton" userId="423efa6d-ee54-4a96-bb69-a7d6dc1d7e38" providerId="ADAL" clId="{E5418EA3-ED04-44D7-B695-8570AC1018F6}" dt="2023-11-21T07:04:28.769" v="28864"/>
        <pc:sldMkLst>
          <pc:docMk/>
          <pc:sldMk cId="0" sldId="572"/>
        </pc:sldMkLst>
        <pc:spChg chg="add mod">
          <ac:chgData name="Nursakirah Ab Rahman Muton" userId="423efa6d-ee54-4a96-bb69-a7d6dc1d7e38" providerId="ADAL" clId="{E5418EA3-ED04-44D7-B695-8570AC1018F6}" dt="2023-11-21T04:23:02.322" v="27180" actId="207"/>
          <ac:spMkLst>
            <pc:docMk/>
            <pc:sldMk cId="0" sldId="572"/>
            <ac:spMk id="3" creationId="{A890F0CC-C9EC-F3C4-FD96-72614AC450D2}"/>
          </ac:spMkLst>
        </pc:spChg>
        <pc:spChg chg="del">
          <ac:chgData name="Nursakirah Ab Rahman Muton" userId="423efa6d-ee54-4a96-bb69-a7d6dc1d7e38" providerId="ADAL" clId="{E5418EA3-ED04-44D7-B695-8570AC1018F6}" dt="2023-11-02T05:57:36.635" v="12602" actId="478"/>
          <ac:spMkLst>
            <pc:docMk/>
            <pc:sldMk cId="0" sldId="572"/>
            <ac:spMk id="101378" creationId="{9ABF6CB7-160A-780E-8258-3368E6ACB362}"/>
          </ac:spMkLst>
        </pc:spChg>
        <pc:picChg chg="add mod">
          <ac:chgData name="Nursakirah Ab Rahman Muton" userId="423efa6d-ee54-4a96-bb69-a7d6dc1d7e38" providerId="ADAL" clId="{E5418EA3-ED04-44D7-B695-8570AC1018F6}" dt="2023-11-21T04:21:36.168" v="27140"/>
          <ac:picMkLst>
            <pc:docMk/>
            <pc:sldMk cId="0" sldId="572"/>
            <ac:picMk id="2" creationId="{D195491C-8776-A88F-3B68-9B00A0581F20}"/>
          </ac:picMkLst>
        </pc:picChg>
        <pc:inkChg chg="add">
          <ac:chgData name="Nursakirah Ab Rahman Muton" userId="423efa6d-ee54-4a96-bb69-a7d6dc1d7e38" providerId="ADAL" clId="{E5418EA3-ED04-44D7-B695-8570AC1018F6}" dt="2023-11-21T07:04:28.769" v="28864"/>
          <ac:inkMkLst>
            <pc:docMk/>
            <pc:sldMk cId="0" sldId="572"/>
            <ac:inkMk id="4" creationId="{BBF1096E-9970-16A6-9570-30EB3DB7BD3D}"/>
          </ac:inkMkLst>
        </pc:inkChg>
      </pc:sldChg>
      <pc:sldChg chg="addSp delSp modSp mod">
        <pc:chgData name="Nursakirah Ab Rahman Muton" userId="423efa6d-ee54-4a96-bb69-a7d6dc1d7e38" providerId="ADAL" clId="{E5418EA3-ED04-44D7-B695-8570AC1018F6}" dt="2023-11-21T07:04:28.769" v="28864"/>
        <pc:sldMkLst>
          <pc:docMk/>
          <pc:sldMk cId="0" sldId="573"/>
        </pc:sldMkLst>
        <pc:spChg chg="add mod">
          <ac:chgData name="Nursakirah Ab Rahman Muton" userId="423efa6d-ee54-4a96-bb69-a7d6dc1d7e38" providerId="ADAL" clId="{E5418EA3-ED04-44D7-B695-8570AC1018F6}" dt="2023-11-21T04:23:13.021" v="27182" actId="1076"/>
          <ac:spMkLst>
            <pc:docMk/>
            <pc:sldMk cId="0" sldId="573"/>
            <ac:spMk id="3" creationId="{C6A30A7D-3271-5CAF-3611-34111926B603}"/>
          </ac:spMkLst>
        </pc:spChg>
        <pc:spChg chg="del">
          <ac:chgData name="Nursakirah Ab Rahman Muton" userId="423efa6d-ee54-4a96-bb69-a7d6dc1d7e38" providerId="ADAL" clId="{E5418EA3-ED04-44D7-B695-8570AC1018F6}" dt="2023-11-02T05:59:56.424" v="12603" actId="478"/>
          <ac:spMkLst>
            <pc:docMk/>
            <pc:sldMk cId="0" sldId="573"/>
            <ac:spMk id="102402" creationId="{FFE052DC-DC63-6173-290D-48368160D433}"/>
          </ac:spMkLst>
        </pc:spChg>
        <pc:picChg chg="add mod">
          <ac:chgData name="Nursakirah Ab Rahman Muton" userId="423efa6d-ee54-4a96-bb69-a7d6dc1d7e38" providerId="ADAL" clId="{E5418EA3-ED04-44D7-B695-8570AC1018F6}" dt="2023-11-21T04:21:39.044" v="27141"/>
          <ac:picMkLst>
            <pc:docMk/>
            <pc:sldMk cId="0" sldId="573"/>
            <ac:picMk id="2" creationId="{27AF276A-6590-0B63-CBA2-7747DF1DDCE9}"/>
          </ac:picMkLst>
        </pc:picChg>
        <pc:inkChg chg="add">
          <ac:chgData name="Nursakirah Ab Rahman Muton" userId="423efa6d-ee54-4a96-bb69-a7d6dc1d7e38" providerId="ADAL" clId="{E5418EA3-ED04-44D7-B695-8570AC1018F6}" dt="2023-11-21T07:04:28.769" v="28864"/>
          <ac:inkMkLst>
            <pc:docMk/>
            <pc:sldMk cId="0" sldId="573"/>
            <ac:inkMk id="4" creationId="{982ECDB2-0072-147A-7B89-DC213E109878}"/>
          </ac:inkMkLst>
        </pc:inkChg>
      </pc:sldChg>
      <pc:sldChg chg="addSp delSp modSp mod">
        <pc:chgData name="Nursakirah Ab Rahman Muton" userId="423efa6d-ee54-4a96-bb69-a7d6dc1d7e38" providerId="ADAL" clId="{E5418EA3-ED04-44D7-B695-8570AC1018F6}" dt="2023-11-21T07:04:28.769" v="28864"/>
        <pc:sldMkLst>
          <pc:docMk/>
          <pc:sldMk cId="0" sldId="574"/>
        </pc:sldMkLst>
        <pc:spChg chg="add mod">
          <ac:chgData name="Nursakirah Ab Rahman Muton" userId="423efa6d-ee54-4a96-bb69-a7d6dc1d7e38" providerId="ADAL" clId="{E5418EA3-ED04-44D7-B695-8570AC1018F6}" dt="2023-11-21T04:23:17.104" v="27184" actId="1076"/>
          <ac:spMkLst>
            <pc:docMk/>
            <pc:sldMk cId="0" sldId="574"/>
            <ac:spMk id="3" creationId="{697FD0C1-8CDF-E992-CF2E-3789D76AA7D9}"/>
          </ac:spMkLst>
        </pc:spChg>
        <pc:spChg chg="del">
          <ac:chgData name="Nursakirah Ab Rahman Muton" userId="423efa6d-ee54-4a96-bb69-a7d6dc1d7e38" providerId="ADAL" clId="{E5418EA3-ED04-44D7-B695-8570AC1018F6}" dt="2023-11-02T06:00:03.470" v="12604" actId="478"/>
          <ac:spMkLst>
            <pc:docMk/>
            <pc:sldMk cId="0" sldId="574"/>
            <ac:spMk id="103426" creationId="{D92F6B7D-E603-7EA8-7679-75ADBB4B98E2}"/>
          </ac:spMkLst>
        </pc:spChg>
        <pc:picChg chg="add mod">
          <ac:chgData name="Nursakirah Ab Rahman Muton" userId="423efa6d-ee54-4a96-bb69-a7d6dc1d7e38" providerId="ADAL" clId="{E5418EA3-ED04-44D7-B695-8570AC1018F6}" dt="2023-11-21T04:21:42.779" v="27142"/>
          <ac:picMkLst>
            <pc:docMk/>
            <pc:sldMk cId="0" sldId="574"/>
            <ac:picMk id="2" creationId="{BF394F0F-BAB8-F742-D1F4-EF7754F5859E}"/>
          </ac:picMkLst>
        </pc:picChg>
        <pc:inkChg chg="add">
          <ac:chgData name="Nursakirah Ab Rahman Muton" userId="423efa6d-ee54-4a96-bb69-a7d6dc1d7e38" providerId="ADAL" clId="{E5418EA3-ED04-44D7-B695-8570AC1018F6}" dt="2023-11-21T07:04:28.769" v="28864"/>
          <ac:inkMkLst>
            <pc:docMk/>
            <pc:sldMk cId="0" sldId="574"/>
            <ac:inkMk id="4" creationId="{04C13A9C-CF9E-4282-9BFC-02E0EEAF59A7}"/>
          </ac:inkMkLst>
        </pc:inkChg>
      </pc:sldChg>
      <pc:sldChg chg="addSp delSp modSp mod setBg modNotesTx">
        <pc:chgData name="Nursakirah Ab Rahman Muton" userId="423efa6d-ee54-4a96-bb69-a7d6dc1d7e38" providerId="ADAL" clId="{E5418EA3-ED04-44D7-B695-8570AC1018F6}" dt="2023-11-21T07:04:28.769" v="28864"/>
        <pc:sldMkLst>
          <pc:docMk/>
          <pc:sldMk cId="0" sldId="575"/>
        </pc:sldMkLst>
        <pc:spChg chg="del">
          <ac:chgData name="Nursakirah Ab Rahman Muton" userId="423efa6d-ee54-4a96-bb69-a7d6dc1d7e38" providerId="ADAL" clId="{E5418EA3-ED04-44D7-B695-8570AC1018F6}" dt="2023-11-02T05:56:07.620" v="12594" actId="478"/>
          <ac:spMkLst>
            <pc:docMk/>
            <pc:sldMk cId="0" sldId="575"/>
            <ac:spMk id="100354" creationId="{78C77286-C5D1-6072-E36E-792641C80987}"/>
          </ac:spMkLst>
        </pc:spChg>
        <pc:spChg chg="mod">
          <ac:chgData name="Nursakirah Ab Rahman Muton" userId="423efa6d-ee54-4a96-bb69-a7d6dc1d7e38" providerId="ADAL" clId="{E5418EA3-ED04-44D7-B695-8570AC1018F6}" dt="2023-11-02T05:56:13.360" v="12601" actId="1036"/>
          <ac:spMkLst>
            <pc:docMk/>
            <pc:sldMk cId="0" sldId="575"/>
            <ac:spMk id="100359" creationId="{B03BA72A-D60E-E093-ACC9-B510577C85AE}"/>
          </ac:spMkLst>
        </pc:spChg>
        <pc:spChg chg="mod">
          <ac:chgData name="Nursakirah Ab Rahman Muton" userId="423efa6d-ee54-4a96-bb69-a7d6dc1d7e38" providerId="ADAL" clId="{E5418EA3-ED04-44D7-B695-8570AC1018F6}" dt="2023-11-02T05:56:13.360" v="12601" actId="1036"/>
          <ac:spMkLst>
            <pc:docMk/>
            <pc:sldMk cId="0" sldId="575"/>
            <ac:spMk id="100360" creationId="{1F024144-4EEE-C4AF-6A1B-5B9B740A9DB8}"/>
          </ac:spMkLst>
        </pc:spChg>
        <pc:spChg chg="mod">
          <ac:chgData name="Nursakirah Ab Rahman Muton" userId="423efa6d-ee54-4a96-bb69-a7d6dc1d7e38" providerId="ADAL" clId="{E5418EA3-ED04-44D7-B695-8570AC1018F6}" dt="2023-11-02T05:56:13.360" v="12601" actId="1036"/>
          <ac:spMkLst>
            <pc:docMk/>
            <pc:sldMk cId="0" sldId="575"/>
            <ac:spMk id="100361" creationId="{B49C56E9-5EFD-0FFF-29CF-32F2D5457AC7}"/>
          </ac:spMkLst>
        </pc:spChg>
        <pc:spChg chg="mod">
          <ac:chgData name="Nursakirah Ab Rahman Muton" userId="423efa6d-ee54-4a96-bb69-a7d6dc1d7e38" providerId="ADAL" clId="{E5418EA3-ED04-44D7-B695-8570AC1018F6}" dt="2023-11-02T05:56:13.360" v="12601" actId="1036"/>
          <ac:spMkLst>
            <pc:docMk/>
            <pc:sldMk cId="0" sldId="575"/>
            <ac:spMk id="100362" creationId="{93F74932-AAEF-8693-6B03-C0CB252928BA}"/>
          </ac:spMkLst>
        </pc:spChg>
        <pc:spChg chg="mod">
          <ac:chgData name="Nursakirah Ab Rahman Muton" userId="423efa6d-ee54-4a96-bb69-a7d6dc1d7e38" providerId="ADAL" clId="{E5418EA3-ED04-44D7-B695-8570AC1018F6}" dt="2023-11-02T05:56:13.360" v="12601" actId="1036"/>
          <ac:spMkLst>
            <pc:docMk/>
            <pc:sldMk cId="0" sldId="575"/>
            <ac:spMk id="100363" creationId="{875D5B5C-6AE5-5080-8994-ACE181D31764}"/>
          </ac:spMkLst>
        </pc:spChg>
        <pc:spChg chg="mod">
          <ac:chgData name="Nursakirah Ab Rahman Muton" userId="423efa6d-ee54-4a96-bb69-a7d6dc1d7e38" providerId="ADAL" clId="{E5418EA3-ED04-44D7-B695-8570AC1018F6}" dt="2023-11-02T05:56:13.360" v="12601" actId="1036"/>
          <ac:spMkLst>
            <pc:docMk/>
            <pc:sldMk cId="0" sldId="575"/>
            <ac:spMk id="100364" creationId="{8BF4D2D8-E282-6701-45E8-357E9F53FE1D}"/>
          </ac:spMkLst>
        </pc:spChg>
        <pc:spChg chg="mod">
          <ac:chgData name="Nursakirah Ab Rahman Muton" userId="423efa6d-ee54-4a96-bb69-a7d6dc1d7e38" providerId="ADAL" clId="{E5418EA3-ED04-44D7-B695-8570AC1018F6}" dt="2023-11-02T05:56:13.360" v="12601" actId="1036"/>
          <ac:spMkLst>
            <pc:docMk/>
            <pc:sldMk cId="0" sldId="575"/>
            <ac:spMk id="100365" creationId="{C2FBEB6A-4C2B-469E-BA2F-7713FDC07050}"/>
          </ac:spMkLst>
        </pc:spChg>
        <pc:spChg chg="mod">
          <ac:chgData name="Nursakirah Ab Rahman Muton" userId="423efa6d-ee54-4a96-bb69-a7d6dc1d7e38" providerId="ADAL" clId="{E5418EA3-ED04-44D7-B695-8570AC1018F6}" dt="2023-11-02T05:56:13.360" v="12601" actId="1036"/>
          <ac:spMkLst>
            <pc:docMk/>
            <pc:sldMk cId="0" sldId="575"/>
            <ac:spMk id="100366" creationId="{DC6A7323-407C-220D-1110-8C7F38B8B6CC}"/>
          </ac:spMkLst>
        </pc:spChg>
        <pc:spChg chg="mod">
          <ac:chgData name="Nursakirah Ab Rahman Muton" userId="423efa6d-ee54-4a96-bb69-a7d6dc1d7e38" providerId="ADAL" clId="{E5418EA3-ED04-44D7-B695-8570AC1018F6}" dt="2023-11-02T05:56:13.360" v="12601" actId="1036"/>
          <ac:spMkLst>
            <pc:docMk/>
            <pc:sldMk cId="0" sldId="575"/>
            <ac:spMk id="100367" creationId="{166B7751-A819-231D-636B-C0A54F97E2DC}"/>
          </ac:spMkLst>
        </pc:spChg>
        <pc:spChg chg="mod">
          <ac:chgData name="Nursakirah Ab Rahman Muton" userId="423efa6d-ee54-4a96-bb69-a7d6dc1d7e38" providerId="ADAL" clId="{E5418EA3-ED04-44D7-B695-8570AC1018F6}" dt="2023-11-02T05:56:13.360" v="12601" actId="1036"/>
          <ac:spMkLst>
            <pc:docMk/>
            <pc:sldMk cId="0" sldId="575"/>
            <ac:spMk id="100368" creationId="{61D28746-E141-E93A-3322-423191188B77}"/>
          </ac:spMkLst>
        </pc:spChg>
        <pc:spChg chg="mod">
          <ac:chgData name="Nursakirah Ab Rahman Muton" userId="423efa6d-ee54-4a96-bb69-a7d6dc1d7e38" providerId="ADAL" clId="{E5418EA3-ED04-44D7-B695-8570AC1018F6}" dt="2023-11-02T05:56:13.360" v="12601" actId="1036"/>
          <ac:spMkLst>
            <pc:docMk/>
            <pc:sldMk cId="0" sldId="575"/>
            <ac:spMk id="100369" creationId="{E75074B3-A45F-41A3-F86F-ABCA43FCD11E}"/>
          </ac:spMkLst>
        </pc:spChg>
        <pc:spChg chg="mod">
          <ac:chgData name="Nursakirah Ab Rahman Muton" userId="423efa6d-ee54-4a96-bb69-a7d6dc1d7e38" providerId="ADAL" clId="{E5418EA3-ED04-44D7-B695-8570AC1018F6}" dt="2023-11-02T05:56:13.360" v="12601" actId="1036"/>
          <ac:spMkLst>
            <pc:docMk/>
            <pc:sldMk cId="0" sldId="575"/>
            <ac:spMk id="100370" creationId="{EAC0DBB2-CAC7-F800-7114-4DB34F9AD54F}"/>
          </ac:spMkLst>
        </pc:spChg>
        <pc:spChg chg="mod">
          <ac:chgData name="Nursakirah Ab Rahman Muton" userId="423efa6d-ee54-4a96-bb69-a7d6dc1d7e38" providerId="ADAL" clId="{E5418EA3-ED04-44D7-B695-8570AC1018F6}" dt="2023-11-02T05:56:13.360" v="12601" actId="1036"/>
          <ac:spMkLst>
            <pc:docMk/>
            <pc:sldMk cId="0" sldId="575"/>
            <ac:spMk id="100371" creationId="{BA1F6089-9189-5D6B-E6BD-4A3E4B0E76AB}"/>
          </ac:spMkLst>
        </pc:spChg>
        <pc:spChg chg="mod">
          <ac:chgData name="Nursakirah Ab Rahman Muton" userId="423efa6d-ee54-4a96-bb69-a7d6dc1d7e38" providerId="ADAL" clId="{E5418EA3-ED04-44D7-B695-8570AC1018F6}" dt="2023-11-02T05:56:13.360" v="12601" actId="1036"/>
          <ac:spMkLst>
            <pc:docMk/>
            <pc:sldMk cId="0" sldId="575"/>
            <ac:spMk id="100372" creationId="{AF9CD0A7-B928-613B-E47A-DD9539878B9B}"/>
          </ac:spMkLst>
        </pc:spChg>
        <pc:spChg chg="mod">
          <ac:chgData name="Nursakirah Ab Rahman Muton" userId="423efa6d-ee54-4a96-bb69-a7d6dc1d7e38" providerId="ADAL" clId="{E5418EA3-ED04-44D7-B695-8570AC1018F6}" dt="2023-11-02T05:56:13.360" v="12601" actId="1036"/>
          <ac:spMkLst>
            <pc:docMk/>
            <pc:sldMk cId="0" sldId="575"/>
            <ac:spMk id="100373" creationId="{F4B2082F-4F97-3AA9-5AB6-49C0ED2F044D}"/>
          </ac:spMkLst>
        </pc:spChg>
        <pc:spChg chg="mod">
          <ac:chgData name="Nursakirah Ab Rahman Muton" userId="423efa6d-ee54-4a96-bb69-a7d6dc1d7e38" providerId="ADAL" clId="{E5418EA3-ED04-44D7-B695-8570AC1018F6}" dt="2023-11-02T05:56:13.360" v="12601" actId="1036"/>
          <ac:spMkLst>
            <pc:docMk/>
            <pc:sldMk cId="0" sldId="575"/>
            <ac:spMk id="100374" creationId="{DEF1BFE2-78DC-DC98-5AC5-2E4BDE059F80}"/>
          </ac:spMkLst>
        </pc:spChg>
        <pc:spChg chg="mod">
          <ac:chgData name="Nursakirah Ab Rahman Muton" userId="423efa6d-ee54-4a96-bb69-a7d6dc1d7e38" providerId="ADAL" clId="{E5418EA3-ED04-44D7-B695-8570AC1018F6}" dt="2023-11-02T05:56:13.360" v="12601" actId="1036"/>
          <ac:spMkLst>
            <pc:docMk/>
            <pc:sldMk cId="0" sldId="575"/>
            <ac:spMk id="100375" creationId="{3C4CC1D4-4C0B-9DE2-85CD-DEF7868FD62B}"/>
          </ac:spMkLst>
        </pc:spChg>
        <pc:spChg chg="mod">
          <ac:chgData name="Nursakirah Ab Rahman Muton" userId="423efa6d-ee54-4a96-bb69-a7d6dc1d7e38" providerId="ADAL" clId="{E5418EA3-ED04-44D7-B695-8570AC1018F6}" dt="2023-11-02T05:56:13.360" v="12601" actId="1036"/>
          <ac:spMkLst>
            <pc:docMk/>
            <pc:sldMk cId="0" sldId="575"/>
            <ac:spMk id="100376" creationId="{CFF2FFC2-4900-ECF1-3E8A-D509B4096021}"/>
          </ac:spMkLst>
        </pc:spChg>
        <pc:spChg chg="mod">
          <ac:chgData name="Nursakirah Ab Rahman Muton" userId="423efa6d-ee54-4a96-bb69-a7d6dc1d7e38" providerId="ADAL" clId="{E5418EA3-ED04-44D7-B695-8570AC1018F6}" dt="2023-11-02T05:56:13.360" v="12601" actId="1036"/>
          <ac:spMkLst>
            <pc:docMk/>
            <pc:sldMk cId="0" sldId="575"/>
            <ac:spMk id="100377" creationId="{C62AE9D7-778F-9F09-D0C4-6C83A9CB7427}"/>
          </ac:spMkLst>
        </pc:spChg>
        <pc:spChg chg="mod">
          <ac:chgData name="Nursakirah Ab Rahman Muton" userId="423efa6d-ee54-4a96-bb69-a7d6dc1d7e38" providerId="ADAL" clId="{E5418EA3-ED04-44D7-B695-8570AC1018F6}" dt="2023-11-02T05:56:13.360" v="12601" actId="1036"/>
          <ac:spMkLst>
            <pc:docMk/>
            <pc:sldMk cId="0" sldId="575"/>
            <ac:spMk id="100378" creationId="{D5B0AE7F-B62C-F8BB-B814-920AD85CF140}"/>
          </ac:spMkLst>
        </pc:spChg>
        <pc:spChg chg="mod">
          <ac:chgData name="Nursakirah Ab Rahman Muton" userId="423efa6d-ee54-4a96-bb69-a7d6dc1d7e38" providerId="ADAL" clId="{E5418EA3-ED04-44D7-B695-8570AC1018F6}" dt="2023-11-02T05:56:13.360" v="12601" actId="1036"/>
          <ac:spMkLst>
            <pc:docMk/>
            <pc:sldMk cId="0" sldId="575"/>
            <ac:spMk id="100379" creationId="{A045D1BD-7E31-F30C-4CE5-73DB61A284E8}"/>
          </ac:spMkLst>
        </pc:spChg>
        <pc:spChg chg="mod">
          <ac:chgData name="Nursakirah Ab Rahman Muton" userId="423efa6d-ee54-4a96-bb69-a7d6dc1d7e38" providerId="ADAL" clId="{E5418EA3-ED04-44D7-B695-8570AC1018F6}" dt="2023-11-02T05:56:13.360" v="12601" actId="1036"/>
          <ac:spMkLst>
            <pc:docMk/>
            <pc:sldMk cId="0" sldId="575"/>
            <ac:spMk id="100380" creationId="{D5703DB4-0803-79DC-9607-A4061B04CE17}"/>
          </ac:spMkLst>
        </pc:spChg>
        <pc:spChg chg="mod">
          <ac:chgData name="Nursakirah Ab Rahman Muton" userId="423efa6d-ee54-4a96-bb69-a7d6dc1d7e38" providerId="ADAL" clId="{E5418EA3-ED04-44D7-B695-8570AC1018F6}" dt="2023-11-02T05:56:13.360" v="12601" actId="1036"/>
          <ac:spMkLst>
            <pc:docMk/>
            <pc:sldMk cId="0" sldId="575"/>
            <ac:spMk id="100381" creationId="{96D22730-CBCE-B3AF-E5EF-D01DD6DA5BF7}"/>
          </ac:spMkLst>
        </pc:spChg>
        <pc:spChg chg="mod">
          <ac:chgData name="Nursakirah Ab Rahman Muton" userId="423efa6d-ee54-4a96-bb69-a7d6dc1d7e38" providerId="ADAL" clId="{E5418EA3-ED04-44D7-B695-8570AC1018F6}" dt="2023-11-02T05:56:13.360" v="12601" actId="1036"/>
          <ac:spMkLst>
            <pc:docMk/>
            <pc:sldMk cId="0" sldId="575"/>
            <ac:spMk id="100382" creationId="{AF63BB23-DC6B-374B-29FE-FB071EF19518}"/>
          </ac:spMkLst>
        </pc:spChg>
        <pc:spChg chg="mod">
          <ac:chgData name="Nursakirah Ab Rahman Muton" userId="423efa6d-ee54-4a96-bb69-a7d6dc1d7e38" providerId="ADAL" clId="{E5418EA3-ED04-44D7-B695-8570AC1018F6}" dt="2023-11-02T05:56:13.360" v="12601" actId="1036"/>
          <ac:spMkLst>
            <pc:docMk/>
            <pc:sldMk cId="0" sldId="575"/>
            <ac:spMk id="100383" creationId="{D2D1A863-784B-CA2E-BD6C-60B52D560372}"/>
          </ac:spMkLst>
        </pc:spChg>
        <pc:spChg chg="mod">
          <ac:chgData name="Nursakirah Ab Rahman Muton" userId="423efa6d-ee54-4a96-bb69-a7d6dc1d7e38" providerId="ADAL" clId="{E5418EA3-ED04-44D7-B695-8570AC1018F6}" dt="2023-11-02T05:56:13.360" v="12601" actId="1036"/>
          <ac:spMkLst>
            <pc:docMk/>
            <pc:sldMk cId="0" sldId="575"/>
            <ac:spMk id="100384" creationId="{B683B676-3DE6-C360-3F95-1E7F71335049}"/>
          </ac:spMkLst>
        </pc:spChg>
        <pc:spChg chg="mod">
          <ac:chgData name="Nursakirah Ab Rahman Muton" userId="423efa6d-ee54-4a96-bb69-a7d6dc1d7e38" providerId="ADAL" clId="{E5418EA3-ED04-44D7-B695-8570AC1018F6}" dt="2023-11-02T05:56:13.360" v="12601" actId="1036"/>
          <ac:spMkLst>
            <pc:docMk/>
            <pc:sldMk cId="0" sldId="575"/>
            <ac:spMk id="100385" creationId="{EB603B4B-E1BE-419C-F261-FE0CB20C0256}"/>
          </ac:spMkLst>
        </pc:spChg>
        <pc:spChg chg="mod">
          <ac:chgData name="Nursakirah Ab Rahman Muton" userId="423efa6d-ee54-4a96-bb69-a7d6dc1d7e38" providerId="ADAL" clId="{E5418EA3-ED04-44D7-B695-8570AC1018F6}" dt="2023-11-02T05:56:13.360" v="12601" actId="1036"/>
          <ac:spMkLst>
            <pc:docMk/>
            <pc:sldMk cId="0" sldId="575"/>
            <ac:spMk id="100386" creationId="{73F4D6BB-166E-2F6A-7E06-4EAED78BCE0C}"/>
          </ac:spMkLst>
        </pc:spChg>
        <pc:spChg chg="mod">
          <ac:chgData name="Nursakirah Ab Rahman Muton" userId="423efa6d-ee54-4a96-bb69-a7d6dc1d7e38" providerId="ADAL" clId="{E5418EA3-ED04-44D7-B695-8570AC1018F6}" dt="2023-11-02T05:56:13.360" v="12601" actId="1036"/>
          <ac:spMkLst>
            <pc:docMk/>
            <pc:sldMk cId="0" sldId="575"/>
            <ac:spMk id="100387" creationId="{254BB08F-8415-3805-5868-2280A4682711}"/>
          </ac:spMkLst>
        </pc:spChg>
        <pc:spChg chg="mod">
          <ac:chgData name="Nursakirah Ab Rahman Muton" userId="423efa6d-ee54-4a96-bb69-a7d6dc1d7e38" providerId="ADAL" clId="{E5418EA3-ED04-44D7-B695-8570AC1018F6}" dt="2023-11-02T05:56:13.360" v="12601" actId="1036"/>
          <ac:spMkLst>
            <pc:docMk/>
            <pc:sldMk cId="0" sldId="575"/>
            <ac:spMk id="100388" creationId="{FC3C9844-893F-BF8D-6C05-F0BBD85111A3}"/>
          </ac:spMkLst>
        </pc:spChg>
        <pc:spChg chg="mod">
          <ac:chgData name="Nursakirah Ab Rahman Muton" userId="423efa6d-ee54-4a96-bb69-a7d6dc1d7e38" providerId="ADAL" clId="{E5418EA3-ED04-44D7-B695-8570AC1018F6}" dt="2023-11-02T05:56:13.360" v="12601" actId="1036"/>
          <ac:spMkLst>
            <pc:docMk/>
            <pc:sldMk cId="0" sldId="575"/>
            <ac:spMk id="100389" creationId="{03473B0D-BDFA-9B52-12A8-2516C7EFAB9C}"/>
          </ac:spMkLst>
        </pc:spChg>
        <pc:spChg chg="mod">
          <ac:chgData name="Nursakirah Ab Rahman Muton" userId="423efa6d-ee54-4a96-bb69-a7d6dc1d7e38" providerId="ADAL" clId="{E5418EA3-ED04-44D7-B695-8570AC1018F6}" dt="2023-11-02T05:56:13.360" v="12601" actId="1036"/>
          <ac:spMkLst>
            <pc:docMk/>
            <pc:sldMk cId="0" sldId="575"/>
            <ac:spMk id="100390" creationId="{2113EB86-DF7B-FCFC-2B7D-0EB94FB6B64E}"/>
          </ac:spMkLst>
        </pc:spChg>
        <pc:spChg chg="mod">
          <ac:chgData name="Nursakirah Ab Rahman Muton" userId="423efa6d-ee54-4a96-bb69-a7d6dc1d7e38" providerId="ADAL" clId="{E5418EA3-ED04-44D7-B695-8570AC1018F6}" dt="2023-11-02T05:56:13.360" v="12601" actId="1036"/>
          <ac:spMkLst>
            <pc:docMk/>
            <pc:sldMk cId="0" sldId="575"/>
            <ac:spMk id="100391" creationId="{1A1EE94D-90CC-F1DE-A8DD-C0F86DA22502}"/>
          </ac:spMkLst>
        </pc:spChg>
        <pc:spChg chg="mod">
          <ac:chgData name="Nursakirah Ab Rahman Muton" userId="423efa6d-ee54-4a96-bb69-a7d6dc1d7e38" providerId="ADAL" clId="{E5418EA3-ED04-44D7-B695-8570AC1018F6}" dt="2023-11-02T05:56:13.360" v="12601" actId="1036"/>
          <ac:spMkLst>
            <pc:docMk/>
            <pc:sldMk cId="0" sldId="575"/>
            <ac:spMk id="100392" creationId="{E3B15793-4396-C32C-1FE4-0A0E8355C206}"/>
          </ac:spMkLst>
        </pc:spChg>
        <pc:spChg chg="mod">
          <ac:chgData name="Nursakirah Ab Rahman Muton" userId="423efa6d-ee54-4a96-bb69-a7d6dc1d7e38" providerId="ADAL" clId="{E5418EA3-ED04-44D7-B695-8570AC1018F6}" dt="2023-11-02T05:56:13.360" v="12601" actId="1036"/>
          <ac:spMkLst>
            <pc:docMk/>
            <pc:sldMk cId="0" sldId="575"/>
            <ac:spMk id="100393" creationId="{2B6A1D7C-7A92-94DD-7597-1A366036EEAF}"/>
          </ac:spMkLst>
        </pc:spChg>
        <pc:spChg chg="mod">
          <ac:chgData name="Nursakirah Ab Rahman Muton" userId="423efa6d-ee54-4a96-bb69-a7d6dc1d7e38" providerId="ADAL" clId="{E5418EA3-ED04-44D7-B695-8570AC1018F6}" dt="2023-11-02T05:56:13.360" v="12601" actId="1036"/>
          <ac:spMkLst>
            <pc:docMk/>
            <pc:sldMk cId="0" sldId="575"/>
            <ac:spMk id="100394" creationId="{D0CF176D-F15A-F874-509D-F0B8F88B7D8A}"/>
          </ac:spMkLst>
        </pc:spChg>
        <pc:spChg chg="mod">
          <ac:chgData name="Nursakirah Ab Rahman Muton" userId="423efa6d-ee54-4a96-bb69-a7d6dc1d7e38" providerId="ADAL" clId="{E5418EA3-ED04-44D7-B695-8570AC1018F6}" dt="2023-11-02T05:56:13.360" v="12601" actId="1036"/>
          <ac:spMkLst>
            <pc:docMk/>
            <pc:sldMk cId="0" sldId="575"/>
            <ac:spMk id="100395" creationId="{BF01C876-7756-8545-E652-9A8AB0F19916}"/>
          </ac:spMkLst>
        </pc:spChg>
        <pc:spChg chg="mod">
          <ac:chgData name="Nursakirah Ab Rahman Muton" userId="423efa6d-ee54-4a96-bb69-a7d6dc1d7e38" providerId="ADAL" clId="{E5418EA3-ED04-44D7-B695-8570AC1018F6}" dt="2023-11-02T05:56:13.360" v="12601" actId="1036"/>
          <ac:spMkLst>
            <pc:docMk/>
            <pc:sldMk cId="0" sldId="575"/>
            <ac:spMk id="100396" creationId="{6A90107A-AA3D-BCA3-AA60-99F027A3AC42}"/>
          </ac:spMkLst>
        </pc:spChg>
        <pc:spChg chg="mod">
          <ac:chgData name="Nursakirah Ab Rahman Muton" userId="423efa6d-ee54-4a96-bb69-a7d6dc1d7e38" providerId="ADAL" clId="{E5418EA3-ED04-44D7-B695-8570AC1018F6}" dt="2023-11-02T05:56:13.360" v="12601" actId="1036"/>
          <ac:spMkLst>
            <pc:docMk/>
            <pc:sldMk cId="0" sldId="575"/>
            <ac:spMk id="100397" creationId="{2A8186A7-A3CD-232A-2A44-3B9F69D01AD5}"/>
          </ac:spMkLst>
        </pc:spChg>
        <pc:spChg chg="mod">
          <ac:chgData name="Nursakirah Ab Rahman Muton" userId="423efa6d-ee54-4a96-bb69-a7d6dc1d7e38" providerId="ADAL" clId="{E5418EA3-ED04-44D7-B695-8570AC1018F6}" dt="2023-11-02T05:56:13.360" v="12601" actId="1036"/>
          <ac:spMkLst>
            <pc:docMk/>
            <pc:sldMk cId="0" sldId="575"/>
            <ac:spMk id="100398" creationId="{7A7FA0DC-EE1A-4B83-1D5F-80AB24DDA362}"/>
          </ac:spMkLst>
        </pc:spChg>
        <pc:spChg chg="mod">
          <ac:chgData name="Nursakirah Ab Rahman Muton" userId="423efa6d-ee54-4a96-bb69-a7d6dc1d7e38" providerId="ADAL" clId="{E5418EA3-ED04-44D7-B695-8570AC1018F6}" dt="2023-11-02T05:56:13.360" v="12601" actId="1036"/>
          <ac:spMkLst>
            <pc:docMk/>
            <pc:sldMk cId="0" sldId="575"/>
            <ac:spMk id="100399" creationId="{3F82498B-D192-BAEA-FB44-86CF2E2F2BCF}"/>
          </ac:spMkLst>
        </pc:spChg>
        <pc:spChg chg="mod">
          <ac:chgData name="Nursakirah Ab Rahman Muton" userId="423efa6d-ee54-4a96-bb69-a7d6dc1d7e38" providerId="ADAL" clId="{E5418EA3-ED04-44D7-B695-8570AC1018F6}" dt="2023-11-02T05:56:13.360" v="12601" actId="1036"/>
          <ac:spMkLst>
            <pc:docMk/>
            <pc:sldMk cId="0" sldId="575"/>
            <ac:spMk id="100400" creationId="{2A118CC6-8D5C-2C1D-911C-8894775BB36A}"/>
          </ac:spMkLst>
        </pc:spChg>
        <pc:spChg chg="mod">
          <ac:chgData name="Nursakirah Ab Rahman Muton" userId="423efa6d-ee54-4a96-bb69-a7d6dc1d7e38" providerId="ADAL" clId="{E5418EA3-ED04-44D7-B695-8570AC1018F6}" dt="2023-11-02T05:56:13.360" v="12601" actId="1036"/>
          <ac:spMkLst>
            <pc:docMk/>
            <pc:sldMk cId="0" sldId="575"/>
            <ac:spMk id="100401" creationId="{CA60DC6D-42B9-34E4-15C5-CEB21228B81E}"/>
          </ac:spMkLst>
        </pc:spChg>
        <pc:spChg chg="mod">
          <ac:chgData name="Nursakirah Ab Rahman Muton" userId="423efa6d-ee54-4a96-bb69-a7d6dc1d7e38" providerId="ADAL" clId="{E5418EA3-ED04-44D7-B695-8570AC1018F6}" dt="2023-11-02T05:56:13.360" v="12601" actId="1036"/>
          <ac:spMkLst>
            <pc:docMk/>
            <pc:sldMk cId="0" sldId="575"/>
            <ac:spMk id="100402" creationId="{AF67D037-4F59-8B2E-89DE-0A02A1566A8C}"/>
          </ac:spMkLst>
        </pc:spChg>
        <pc:grpChg chg="mod">
          <ac:chgData name="Nursakirah Ab Rahman Muton" userId="423efa6d-ee54-4a96-bb69-a7d6dc1d7e38" providerId="ADAL" clId="{E5418EA3-ED04-44D7-B695-8570AC1018F6}" dt="2023-11-02T05:56:13.360" v="12601" actId="1036"/>
          <ac:grpSpMkLst>
            <pc:docMk/>
            <pc:sldMk cId="0" sldId="575"/>
            <ac:grpSpMk id="100357" creationId="{B3B7FBD0-D12D-7D1B-246D-FF40D58D6828}"/>
          </ac:grpSpMkLst>
        </pc:grpChg>
        <pc:grpChg chg="mod">
          <ac:chgData name="Nursakirah Ab Rahman Muton" userId="423efa6d-ee54-4a96-bb69-a7d6dc1d7e38" providerId="ADAL" clId="{E5418EA3-ED04-44D7-B695-8570AC1018F6}" dt="2023-11-02T05:56:13.360" v="12601" actId="1036"/>
          <ac:grpSpMkLst>
            <pc:docMk/>
            <pc:sldMk cId="0" sldId="575"/>
            <ac:grpSpMk id="100358" creationId="{4A8277CB-B481-E693-86D0-853345368D62}"/>
          </ac:grpSpMkLst>
        </pc:grpChg>
        <pc:picChg chg="add del mod">
          <ac:chgData name="Nursakirah Ab Rahman Muton" userId="423efa6d-ee54-4a96-bb69-a7d6dc1d7e38" providerId="ADAL" clId="{E5418EA3-ED04-44D7-B695-8570AC1018F6}" dt="2023-11-21T04:21:35.054" v="27139" actId="21"/>
          <ac:picMkLst>
            <pc:docMk/>
            <pc:sldMk cId="0" sldId="575"/>
            <ac:picMk id="2" creationId="{57528CB4-F23D-5D29-B311-67DCC8A7FBC0}"/>
          </ac:picMkLst>
        </pc:picChg>
        <pc:picChg chg="mod">
          <ac:chgData name="Nursakirah Ab Rahman Muton" userId="423efa6d-ee54-4a96-bb69-a7d6dc1d7e38" providerId="ADAL" clId="{E5418EA3-ED04-44D7-B695-8570AC1018F6}" dt="2023-11-02T05:56:13.360" v="12601" actId="1036"/>
          <ac:picMkLst>
            <pc:docMk/>
            <pc:sldMk cId="0" sldId="575"/>
            <ac:picMk id="100356" creationId="{C7D59A66-1CAC-1354-BA6F-8BA11EE0D72C}"/>
          </ac:picMkLst>
        </pc:picChg>
        <pc:inkChg chg="add">
          <ac:chgData name="Nursakirah Ab Rahman Muton" userId="423efa6d-ee54-4a96-bb69-a7d6dc1d7e38" providerId="ADAL" clId="{E5418EA3-ED04-44D7-B695-8570AC1018F6}" dt="2023-11-21T07:04:28.769" v="28864"/>
          <ac:inkMkLst>
            <pc:docMk/>
            <pc:sldMk cId="0" sldId="575"/>
            <ac:inkMk id="3" creationId="{D69C287C-EE30-6CE7-52A0-090A1D889979}"/>
          </ac:inkMkLst>
        </pc:inkChg>
      </pc:sldChg>
      <pc:sldChg chg="delSp modNotesTx">
        <pc:chgData name="Nursakirah Ab Rahman Muton" userId="423efa6d-ee54-4a96-bb69-a7d6dc1d7e38" providerId="ADAL" clId="{E5418EA3-ED04-44D7-B695-8570AC1018F6}" dt="2023-11-13T08:13:22.200" v="14487" actId="20577"/>
        <pc:sldMkLst>
          <pc:docMk/>
          <pc:sldMk cId="0" sldId="576"/>
        </pc:sldMkLst>
        <pc:spChg chg="del">
          <ac:chgData name="Nursakirah Ab Rahman Muton" userId="423efa6d-ee54-4a96-bb69-a7d6dc1d7e38" providerId="ADAL" clId="{E5418EA3-ED04-44D7-B695-8570AC1018F6}" dt="2023-10-31T03:16:10.484" v="1800" actId="478"/>
          <ac:spMkLst>
            <pc:docMk/>
            <pc:sldMk cId="0" sldId="576"/>
            <ac:spMk id="33794" creationId="{0DDC40E8-E59D-1F82-C9EA-1FE988BE13E5}"/>
          </ac:spMkLst>
        </pc:spChg>
        <pc:spChg chg="del">
          <ac:chgData name="Nursakirah Ab Rahman Muton" userId="423efa6d-ee54-4a96-bb69-a7d6dc1d7e38" providerId="ADAL" clId="{E5418EA3-ED04-44D7-B695-8570AC1018F6}" dt="2023-10-31T03:16:08.626" v="1799" actId="478"/>
          <ac:spMkLst>
            <pc:docMk/>
            <pc:sldMk cId="0" sldId="576"/>
            <ac:spMk id="33795" creationId="{3B90E1F4-F35F-8226-9D13-80EDAA4C3A85}"/>
          </ac:spMkLst>
        </pc:spChg>
        <pc:spChg chg="del">
          <ac:chgData name="Nursakirah Ab Rahman Muton" userId="423efa6d-ee54-4a96-bb69-a7d6dc1d7e38" providerId="ADAL" clId="{E5418EA3-ED04-44D7-B695-8570AC1018F6}" dt="2023-10-31T03:16:07.290" v="1798" actId="478"/>
          <ac:spMkLst>
            <pc:docMk/>
            <pc:sldMk cId="0" sldId="576"/>
            <ac:spMk id="33796" creationId="{23B609E4-27BC-3172-C604-DBCE540A8794}"/>
          </ac:spMkLst>
        </pc:spChg>
      </pc:sldChg>
      <pc:sldChg chg="del">
        <pc:chgData name="Nursakirah Ab Rahman Muton" userId="423efa6d-ee54-4a96-bb69-a7d6dc1d7e38" providerId="ADAL" clId="{E5418EA3-ED04-44D7-B695-8570AC1018F6}" dt="2023-10-31T03:05:36.066" v="1743" actId="47"/>
        <pc:sldMkLst>
          <pc:docMk/>
          <pc:sldMk cId="0" sldId="577"/>
        </pc:sldMkLst>
      </pc:sldChg>
      <pc:sldChg chg="del">
        <pc:chgData name="Nursakirah Ab Rahman Muton" userId="423efa6d-ee54-4a96-bb69-a7d6dc1d7e38" providerId="ADAL" clId="{E5418EA3-ED04-44D7-B695-8570AC1018F6}" dt="2023-11-01T08:42:12.987" v="5381" actId="47"/>
        <pc:sldMkLst>
          <pc:docMk/>
          <pc:sldMk cId="0" sldId="580"/>
        </pc:sldMkLst>
      </pc:sldChg>
      <pc:sldChg chg="addSp delSp modSp mod setBg modAnim">
        <pc:chgData name="Nursakirah Ab Rahman Muton" userId="423efa6d-ee54-4a96-bb69-a7d6dc1d7e38" providerId="ADAL" clId="{E5418EA3-ED04-44D7-B695-8570AC1018F6}" dt="2023-11-02T02:57:13.068" v="8253"/>
        <pc:sldMkLst>
          <pc:docMk/>
          <pc:sldMk cId="0" sldId="581"/>
        </pc:sldMkLst>
        <pc:spChg chg="add mod">
          <ac:chgData name="Nursakirah Ab Rahman Muton" userId="423efa6d-ee54-4a96-bb69-a7d6dc1d7e38" providerId="ADAL" clId="{E5418EA3-ED04-44D7-B695-8570AC1018F6}" dt="2023-11-02T02:54:34.583" v="8219" actId="1035"/>
          <ac:spMkLst>
            <pc:docMk/>
            <pc:sldMk cId="0" sldId="581"/>
            <ac:spMk id="7" creationId="{C20B729D-14CB-CCC5-33CD-712D81449406}"/>
          </ac:spMkLst>
        </pc:spChg>
        <pc:spChg chg="add mod">
          <ac:chgData name="Nursakirah Ab Rahman Muton" userId="423efa6d-ee54-4a96-bb69-a7d6dc1d7e38" providerId="ADAL" clId="{E5418EA3-ED04-44D7-B695-8570AC1018F6}" dt="2023-11-02T02:54:34.583" v="8219" actId="1035"/>
          <ac:spMkLst>
            <pc:docMk/>
            <pc:sldMk cId="0" sldId="581"/>
            <ac:spMk id="8" creationId="{FCB41645-C3D7-0240-A7E2-B44A4859B9FC}"/>
          </ac:spMkLst>
        </pc:spChg>
        <pc:spChg chg="mod">
          <ac:chgData name="Nursakirah Ab Rahman Muton" userId="423efa6d-ee54-4a96-bb69-a7d6dc1d7e38" providerId="ADAL" clId="{E5418EA3-ED04-44D7-B695-8570AC1018F6}" dt="2023-11-02T02:56:52.945" v="8242" actId="1076"/>
          <ac:spMkLst>
            <pc:docMk/>
            <pc:sldMk cId="0" sldId="581"/>
            <ac:spMk id="10" creationId="{F16920F2-8DC9-13CA-92F4-B107A24DC971}"/>
          </ac:spMkLst>
        </pc:spChg>
        <pc:spChg chg="add mod">
          <ac:chgData name="Nursakirah Ab Rahman Muton" userId="423efa6d-ee54-4a96-bb69-a7d6dc1d7e38" providerId="ADAL" clId="{E5418EA3-ED04-44D7-B695-8570AC1018F6}" dt="2023-11-02T02:54:34.583" v="8219" actId="1035"/>
          <ac:spMkLst>
            <pc:docMk/>
            <pc:sldMk cId="0" sldId="581"/>
            <ac:spMk id="11" creationId="{30D461D6-CA12-ACBA-0143-CD043A208D90}"/>
          </ac:spMkLst>
        </pc:spChg>
        <pc:spChg chg="add mod">
          <ac:chgData name="Nursakirah Ab Rahman Muton" userId="423efa6d-ee54-4a96-bb69-a7d6dc1d7e38" providerId="ADAL" clId="{E5418EA3-ED04-44D7-B695-8570AC1018F6}" dt="2023-11-02T02:54:34.583" v="8219" actId="1035"/>
          <ac:spMkLst>
            <pc:docMk/>
            <pc:sldMk cId="0" sldId="581"/>
            <ac:spMk id="12" creationId="{C57FCFA5-B799-730E-441B-40C0B8092C16}"/>
          </ac:spMkLst>
        </pc:spChg>
        <pc:spChg chg="add mod">
          <ac:chgData name="Nursakirah Ab Rahman Muton" userId="423efa6d-ee54-4a96-bb69-a7d6dc1d7e38" providerId="ADAL" clId="{E5418EA3-ED04-44D7-B695-8570AC1018F6}" dt="2023-11-02T02:54:34.583" v="8219" actId="1035"/>
          <ac:spMkLst>
            <pc:docMk/>
            <pc:sldMk cId="0" sldId="581"/>
            <ac:spMk id="13" creationId="{F4964CC5-71B7-C5E9-12EF-DF19E5999638}"/>
          </ac:spMkLst>
        </pc:spChg>
        <pc:spChg chg="add mod">
          <ac:chgData name="Nursakirah Ab Rahman Muton" userId="423efa6d-ee54-4a96-bb69-a7d6dc1d7e38" providerId="ADAL" clId="{E5418EA3-ED04-44D7-B695-8570AC1018F6}" dt="2023-11-02T02:54:34.583" v="8219" actId="1035"/>
          <ac:spMkLst>
            <pc:docMk/>
            <pc:sldMk cId="0" sldId="581"/>
            <ac:spMk id="14" creationId="{F8164660-B807-EDD6-3B09-793FBDFB5619}"/>
          </ac:spMkLst>
        </pc:spChg>
        <pc:spChg chg="add mod">
          <ac:chgData name="Nursakirah Ab Rahman Muton" userId="423efa6d-ee54-4a96-bb69-a7d6dc1d7e38" providerId="ADAL" clId="{E5418EA3-ED04-44D7-B695-8570AC1018F6}" dt="2023-11-02T02:54:34.583" v="8219" actId="1035"/>
          <ac:spMkLst>
            <pc:docMk/>
            <pc:sldMk cId="0" sldId="581"/>
            <ac:spMk id="15" creationId="{A3583D4E-6FB8-FB0C-E54D-46DFC74FC18A}"/>
          </ac:spMkLst>
        </pc:spChg>
        <pc:spChg chg="add mod topLvl">
          <ac:chgData name="Nursakirah Ab Rahman Muton" userId="423efa6d-ee54-4a96-bb69-a7d6dc1d7e38" providerId="ADAL" clId="{E5418EA3-ED04-44D7-B695-8570AC1018F6}" dt="2023-11-02T02:54:39.131" v="8220" actId="165"/>
          <ac:spMkLst>
            <pc:docMk/>
            <pc:sldMk cId="0" sldId="581"/>
            <ac:spMk id="16" creationId="{4A54E54E-081A-3F3B-440F-B56F87A37758}"/>
          </ac:spMkLst>
        </pc:spChg>
        <pc:spChg chg="mod topLvl">
          <ac:chgData name="Nursakirah Ab Rahman Muton" userId="423efa6d-ee54-4a96-bb69-a7d6dc1d7e38" providerId="ADAL" clId="{E5418EA3-ED04-44D7-B695-8570AC1018F6}" dt="2023-11-02T02:54:39.131" v="8220" actId="165"/>
          <ac:spMkLst>
            <pc:docMk/>
            <pc:sldMk cId="0" sldId="581"/>
            <ac:spMk id="20" creationId="{3ABFB5B3-6ADC-B55A-41D3-59400EC7AF40}"/>
          </ac:spMkLst>
        </pc:spChg>
        <pc:spChg chg="mod topLvl">
          <ac:chgData name="Nursakirah Ab Rahman Muton" userId="423efa6d-ee54-4a96-bb69-a7d6dc1d7e38" providerId="ADAL" clId="{E5418EA3-ED04-44D7-B695-8570AC1018F6}" dt="2023-11-02T02:54:39.131" v="8220" actId="165"/>
          <ac:spMkLst>
            <pc:docMk/>
            <pc:sldMk cId="0" sldId="581"/>
            <ac:spMk id="23" creationId="{66FB4BDC-92D6-ACED-561B-E9BF16DB73BB}"/>
          </ac:spMkLst>
        </pc:spChg>
        <pc:spChg chg="mod topLvl">
          <ac:chgData name="Nursakirah Ab Rahman Muton" userId="423efa6d-ee54-4a96-bb69-a7d6dc1d7e38" providerId="ADAL" clId="{E5418EA3-ED04-44D7-B695-8570AC1018F6}" dt="2023-11-02T02:54:39.131" v="8220" actId="165"/>
          <ac:spMkLst>
            <pc:docMk/>
            <pc:sldMk cId="0" sldId="581"/>
            <ac:spMk id="26" creationId="{97F7FA75-28B0-F121-AD8A-B31925315CC6}"/>
          </ac:spMkLst>
        </pc:spChg>
        <pc:spChg chg="mod topLvl">
          <ac:chgData name="Nursakirah Ab Rahman Muton" userId="423efa6d-ee54-4a96-bb69-a7d6dc1d7e38" providerId="ADAL" clId="{E5418EA3-ED04-44D7-B695-8570AC1018F6}" dt="2023-11-02T02:54:39.131" v="8220" actId="165"/>
          <ac:spMkLst>
            <pc:docMk/>
            <pc:sldMk cId="0" sldId="581"/>
            <ac:spMk id="29" creationId="{691316B3-7290-B401-B395-F934F3588297}"/>
          </ac:spMkLst>
        </pc:spChg>
        <pc:spChg chg="mod topLvl">
          <ac:chgData name="Nursakirah Ab Rahman Muton" userId="423efa6d-ee54-4a96-bb69-a7d6dc1d7e38" providerId="ADAL" clId="{E5418EA3-ED04-44D7-B695-8570AC1018F6}" dt="2023-11-02T02:54:39.131" v="8220" actId="165"/>
          <ac:spMkLst>
            <pc:docMk/>
            <pc:sldMk cId="0" sldId="581"/>
            <ac:spMk id="32" creationId="{F3149B4C-2CB9-A516-FAF3-4864840A8B1F}"/>
          </ac:spMkLst>
        </pc:spChg>
        <pc:spChg chg="add mod">
          <ac:chgData name="Nursakirah Ab Rahman Muton" userId="423efa6d-ee54-4a96-bb69-a7d6dc1d7e38" providerId="ADAL" clId="{E5418EA3-ED04-44D7-B695-8570AC1018F6}" dt="2023-11-02T02:54:34.583" v="8219" actId="1035"/>
          <ac:spMkLst>
            <pc:docMk/>
            <pc:sldMk cId="0" sldId="581"/>
            <ac:spMk id="34" creationId="{56C094CF-1495-B29E-EBB6-B6954458D77A}"/>
          </ac:spMkLst>
        </pc:spChg>
        <pc:spChg chg="add mod">
          <ac:chgData name="Nursakirah Ab Rahman Muton" userId="423efa6d-ee54-4a96-bb69-a7d6dc1d7e38" providerId="ADAL" clId="{E5418EA3-ED04-44D7-B695-8570AC1018F6}" dt="2023-11-02T02:54:34.583" v="8219" actId="1035"/>
          <ac:spMkLst>
            <pc:docMk/>
            <pc:sldMk cId="0" sldId="581"/>
            <ac:spMk id="35" creationId="{83FD86A6-F056-C577-44DE-674ACBBB5C50}"/>
          </ac:spMkLst>
        </pc:spChg>
        <pc:spChg chg="mod">
          <ac:chgData name="Nursakirah Ab Rahman Muton" userId="423efa6d-ee54-4a96-bb69-a7d6dc1d7e38" providerId="ADAL" clId="{E5418EA3-ED04-44D7-B695-8570AC1018F6}" dt="2023-11-02T02:57:07.495" v="8251" actId="1076"/>
          <ac:spMkLst>
            <pc:docMk/>
            <pc:sldMk cId="0" sldId="581"/>
            <ac:spMk id="41" creationId="{653E334D-CDE9-001E-BDB1-6D444CDF9798}"/>
          </ac:spMkLst>
        </pc:spChg>
        <pc:spChg chg="add mod">
          <ac:chgData name="Nursakirah Ab Rahman Muton" userId="423efa6d-ee54-4a96-bb69-a7d6dc1d7e38" providerId="ADAL" clId="{E5418EA3-ED04-44D7-B695-8570AC1018F6}" dt="2023-11-02T02:53:10.916" v="8175" actId="1076"/>
          <ac:spMkLst>
            <pc:docMk/>
            <pc:sldMk cId="0" sldId="581"/>
            <ac:spMk id="44" creationId="{77A952F7-BA91-1CA6-E441-D63B49C70BB9}"/>
          </ac:spMkLst>
        </pc:spChg>
        <pc:spChg chg="add mod">
          <ac:chgData name="Nursakirah Ab Rahman Muton" userId="423efa6d-ee54-4a96-bb69-a7d6dc1d7e38" providerId="ADAL" clId="{E5418EA3-ED04-44D7-B695-8570AC1018F6}" dt="2023-11-02T02:53:17.821" v="8181" actId="20577"/>
          <ac:spMkLst>
            <pc:docMk/>
            <pc:sldMk cId="0" sldId="581"/>
            <ac:spMk id="45" creationId="{9BD4CC1F-0EE6-DB4D-0D69-D86FC2B45E68}"/>
          </ac:spMkLst>
        </pc:spChg>
        <pc:spChg chg="add mod">
          <ac:chgData name="Nursakirah Ab Rahman Muton" userId="423efa6d-ee54-4a96-bb69-a7d6dc1d7e38" providerId="ADAL" clId="{E5418EA3-ED04-44D7-B695-8570AC1018F6}" dt="2023-11-02T02:53:27.461" v="8188" actId="20577"/>
          <ac:spMkLst>
            <pc:docMk/>
            <pc:sldMk cId="0" sldId="581"/>
            <ac:spMk id="46" creationId="{257D4111-0343-715E-BE9F-6D348BA202D6}"/>
          </ac:spMkLst>
        </pc:spChg>
        <pc:spChg chg="add mod">
          <ac:chgData name="Nursakirah Ab Rahman Muton" userId="423efa6d-ee54-4a96-bb69-a7d6dc1d7e38" providerId="ADAL" clId="{E5418EA3-ED04-44D7-B695-8570AC1018F6}" dt="2023-11-02T02:53:34.303" v="8194" actId="20577"/>
          <ac:spMkLst>
            <pc:docMk/>
            <pc:sldMk cId="0" sldId="581"/>
            <ac:spMk id="47" creationId="{ABD5EB7B-EBBB-240D-7EBF-8CA1E482720D}"/>
          </ac:spMkLst>
        </pc:spChg>
        <pc:spChg chg="add mod">
          <ac:chgData name="Nursakirah Ab Rahman Muton" userId="423efa6d-ee54-4a96-bb69-a7d6dc1d7e38" providerId="ADAL" clId="{E5418EA3-ED04-44D7-B695-8570AC1018F6}" dt="2023-11-02T02:54:34.583" v="8219" actId="1035"/>
          <ac:spMkLst>
            <pc:docMk/>
            <pc:sldMk cId="0" sldId="581"/>
            <ac:spMk id="48" creationId="{78B60DEB-1D1F-45BC-52BA-FE754B8B1DE2}"/>
          </ac:spMkLst>
        </pc:spChg>
        <pc:spChg chg="add mod">
          <ac:chgData name="Nursakirah Ab Rahman Muton" userId="423efa6d-ee54-4a96-bb69-a7d6dc1d7e38" providerId="ADAL" clId="{E5418EA3-ED04-44D7-B695-8570AC1018F6}" dt="2023-11-02T02:56:00.892" v="8232" actId="1076"/>
          <ac:spMkLst>
            <pc:docMk/>
            <pc:sldMk cId="0" sldId="581"/>
            <ac:spMk id="50" creationId="{7AFD7B43-09AE-774E-E887-82D567464A0F}"/>
          </ac:spMkLst>
        </pc:spChg>
        <pc:spChg chg="add mod">
          <ac:chgData name="Nursakirah Ab Rahman Muton" userId="423efa6d-ee54-4a96-bb69-a7d6dc1d7e38" providerId="ADAL" clId="{E5418EA3-ED04-44D7-B695-8570AC1018F6}" dt="2023-11-02T02:55:56.767" v="8231" actId="1076"/>
          <ac:spMkLst>
            <pc:docMk/>
            <pc:sldMk cId="0" sldId="581"/>
            <ac:spMk id="51" creationId="{5133FFB5-6246-828B-1DD9-77413CDC3E52}"/>
          </ac:spMkLst>
        </pc:spChg>
        <pc:spChg chg="add mod">
          <ac:chgData name="Nursakirah Ab Rahman Muton" userId="423efa6d-ee54-4a96-bb69-a7d6dc1d7e38" providerId="ADAL" clId="{E5418EA3-ED04-44D7-B695-8570AC1018F6}" dt="2023-11-02T02:56:04.993" v="8234" actId="1076"/>
          <ac:spMkLst>
            <pc:docMk/>
            <pc:sldMk cId="0" sldId="581"/>
            <ac:spMk id="52" creationId="{C00B6C50-7CEA-FAA5-2A5C-6901418C05CC}"/>
          </ac:spMkLst>
        </pc:spChg>
        <pc:spChg chg="add mod">
          <ac:chgData name="Nursakirah Ab Rahman Muton" userId="423efa6d-ee54-4a96-bb69-a7d6dc1d7e38" providerId="ADAL" clId="{E5418EA3-ED04-44D7-B695-8570AC1018F6}" dt="2023-11-02T02:56:09.924" v="8236" actId="1076"/>
          <ac:spMkLst>
            <pc:docMk/>
            <pc:sldMk cId="0" sldId="581"/>
            <ac:spMk id="53" creationId="{F012F04C-614D-AE04-3A77-299EB17C917D}"/>
          </ac:spMkLst>
        </pc:spChg>
        <pc:spChg chg="mod">
          <ac:chgData name="Nursakirah Ab Rahman Muton" userId="423efa6d-ee54-4a96-bb69-a7d6dc1d7e38" providerId="ADAL" clId="{E5418EA3-ED04-44D7-B695-8570AC1018F6}" dt="2023-11-02T02:51:34.078" v="8145" actId="14100"/>
          <ac:spMkLst>
            <pc:docMk/>
            <pc:sldMk cId="0" sldId="581"/>
            <ac:spMk id="76802" creationId="{930BCA9C-3954-EA36-8714-A1713C5D3D4E}"/>
          </ac:spMkLst>
        </pc:spChg>
        <pc:spChg chg="mod">
          <ac:chgData name="Nursakirah Ab Rahman Muton" userId="423efa6d-ee54-4a96-bb69-a7d6dc1d7e38" providerId="ADAL" clId="{E5418EA3-ED04-44D7-B695-8570AC1018F6}" dt="2023-11-02T02:47:54.250" v="8081" actId="1076"/>
          <ac:spMkLst>
            <pc:docMk/>
            <pc:sldMk cId="0" sldId="581"/>
            <ac:spMk id="76844" creationId="{54EF10AA-A52E-B5F8-43FA-8C2D10CFCE0F}"/>
          </ac:spMkLst>
        </pc:spChg>
        <pc:spChg chg="mod">
          <ac:chgData name="Nursakirah Ab Rahman Muton" userId="423efa6d-ee54-4a96-bb69-a7d6dc1d7e38" providerId="ADAL" clId="{E5418EA3-ED04-44D7-B695-8570AC1018F6}" dt="2023-11-02T02:47:54.250" v="8081" actId="1076"/>
          <ac:spMkLst>
            <pc:docMk/>
            <pc:sldMk cId="0" sldId="581"/>
            <ac:spMk id="76845" creationId="{57F71C23-D7AD-0E29-7943-000DD8231A66}"/>
          </ac:spMkLst>
        </pc:spChg>
        <pc:spChg chg="mod">
          <ac:chgData name="Nursakirah Ab Rahman Muton" userId="423efa6d-ee54-4a96-bb69-a7d6dc1d7e38" providerId="ADAL" clId="{E5418EA3-ED04-44D7-B695-8570AC1018F6}" dt="2023-11-02T02:47:44.412" v="8079" actId="1076"/>
          <ac:spMkLst>
            <pc:docMk/>
            <pc:sldMk cId="0" sldId="581"/>
            <ac:spMk id="76846" creationId="{619F1EB8-C2F3-92A2-D92F-6C0167D6B733}"/>
          </ac:spMkLst>
        </pc:spChg>
        <pc:grpChg chg="del mod">
          <ac:chgData name="Nursakirah Ab Rahman Muton" userId="423efa6d-ee54-4a96-bb69-a7d6dc1d7e38" providerId="ADAL" clId="{E5418EA3-ED04-44D7-B695-8570AC1018F6}" dt="2023-11-02T02:47:58.273" v="8082" actId="478"/>
          <ac:grpSpMkLst>
            <pc:docMk/>
            <pc:sldMk cId="0" sldId="581"/>
            <ac:grpSpMk id="9" creationId="{F23F2FD3-6B1B-836F-2597-677004FFAD4E}"/>
          </ac:grpSpMkLst>
        </pc:grpChg>
        <pc:grpChg chg="add del mod">
          <ac:chgData name="Nursakirah Ab Rahman Muton" userId="423efa6d-ee54-4a96-bb69-a7d6dc1d7e38" providerId="ADAL" clId="{E5418EA3-ED04-44D7-B695-8570AC1018F6}" dt="2023-11-02T02:52:29.810" v="8165" actId="165"/>
          <ac:grpSpMkLst>
            <pc:docMk/>
            <pc:sldMk cId="0" sldId="581"/>
            <ac:grpSpMk id="18" creationId="{556FA1B3-9769-A2C6-0027-A33E8E501CC9}"/>
          </ac:grpSpMkLst>
        </pc:grpChg>
        <pc:grpChg chg="add del mod">
          <ac:chgData name="Nursakirah Ab Rahman Muton" userId="423efa6d-ee54-4a96-bb69-a7d6dc1d7e38" providerId="ADAL" clId="{E5418EA3-ED04-44D7-B695-8570AC1018F6}" dt="2023-11-02T02:52:29.810" v="8165" actId="165"/>
          <ac:grpSpMkLst>
            <pc:docMk/>
            <pc:sldMk cId="0" sldId="581"/>
            <ac:grpSpMk id="19" creationId="{A04197E2-11B8-1C7C-93B2-45D4FA1B3DE9}"/>
          </ac:grpSpMkLst>
        </pc:grpChg>
        <pc:grpChg chg="add del mod">
          <ac:chgData name="Nursakirah Ab Rahman Muton" userId="423efa6d-ee54-4a96-bb69-a7d6dc1d7e38" providerId="ADAL" clId="{E5418EA3-ED04-44D7-B695-8570AC1018F6}" dt="2023-11-02T02:52:29.810" v="8165" actId="165"/>
          <ac:grpSpMkLst>
            <pc:docMk/>
            <pc:sldMk cId="0" sldId="581"/>
            <ac:grpSpMk id="22" creationId="{86865E31-9D8E-A723-589A-D4F721F836BA}"/>
          </ac:grpSpMkLst>
        </pc:grpChg>
        <pc:grpChg chg="add del mod">
          <ac:chgData name="Nursakirah Ab Rahman Muton" userId="423efa6d-ee54-4a96-bb69-a7d6dc1d7e38" providerId="ADAL" clId="{E5418EA3-ED04-44D7-B695-8570AC1018F6}" dt="2023-11-02T02:52:29.810" v="8165" actId="165"/>
          <ac:grpSpMkLst>
            <pc:docMk/>
            <pc:sldMk cId="0" sldId="581"/>
            <ac:grpSpMk id="25" creationId="{0DF6EC6A-4102-3127-777F-174240333C11}"/>
          </ac:grpSpMkLst>
        </pc:grpChg>
        <pc:grpChg chg="add del mod">
          <ac:chgData name="Nursakirah Ab Rahman Muton" userId="423efa6d-ee54-4a96-bb69-a7d6dc1d7e38" providerId="ADAL" clId="{E5418EA3-ED04-44D7-B695-8570AC1018F6}" dt="2023-11-02T02:52:29.810" v="8165" actId="165"/>
          <ac:grpSpMkLst>
            <pc:docMk/>
            <pc:sldMk cId="0" sldId="581"/>
            <ac:grpSpMk id="28" creationId="{44C5D165-98D6-E471-BAD3-A337AED88BD5}"/>
          </ac:grpSpMkLst>
        </pc:grpChg>
        <pc:grpChg chg="add del mod">
          <ac:chgData name="Nursakirah Ab Rahman Muton" userId="423efa6d-ee54-4a96-bb69-a7d6dc1d7e38" providerId="ADAL" clId="{E5418EA3-ED04-44D7-B695-8570AC1018F6}" dt="2023-11-02T02:52:29.810" v="8165" actId="165"/>
          <ac:grpSpMkLst>
            <pc:docMk/>
            <pc:sldMk cId="0" sldId="581"/>
            <ac:grpSpMk id="31" creationId="{BB3578F4-F7CE-F649-2E30-202372EEA7A8}"/>
          </ac:grpSpMkLst>
        </pc:grpChg>
        <pc:grpChg chg="add mod topLvl">
          <ac:chgData name="Nursakirah Ab Rahman Muton" userId="423efa6d-ee54-4a96-bb69-a7d6dc1d7e38" providerId="ADAL" clId="{E5418EA3-ED04-44D7-B695-8570AC1018F6}" dt="2023-11-02T02:54:46.600" v="8221" actId="338"/>
          <ac:grpSpMkLst>
            <pc:docMk/>
            <pc:sldMk cId="0" sldId="581"/>
            <ac:grpSpMk id="36" creationId="{023140F3-B66E-C22C-8DE6-21ED05268575}"/>
          </ac:grpSpMkLst>
        </pc:grpChg>
        <pc:grpChg chg="add mod topLvl">
          <ac:chgData name="Nursakirah Ab Rahman Muton" userId="423efa6d-ee54-4a96-bb69-a7d6dc1d7e38" providerId="ADAL" clId="{E5418EA3-ED04-44D7-B695-8570AC1018F6}" dt="2023-11-02T02:54:46.600" v="8221" actId="338"/>
          <ac:grpSpMkLst>
            <pc:docMk/>
            <pc:sldMk cId="0" sldId="581"/>
            <ac:grpSpMk id="37" creationId="{534E3D9B-FB05-F580-E201-78AAB08FC1BD}"/>
          </ac:grpSpMkLst>
        </pc:grpChg>
        <pc:grpChg chg="add mod topLvl">
          <ac:chgData name="Nursakirah Ab Rahman Muton" userId="423efa6d-ee54-4a96-bb69-a7d6dc1d7e38" providerId="ADAL" clId="{E5418EA3-ED04-44D7-B695-8570AC1018F6}" dt="2023-11-02T02:54:46.600" v="8221" actId="338"/>
          <ac:grpSpMkLst>
            <pc:docMk/>
            <pc:sldMk cId="0" sldId="581"/>
            <ac:grpSpMk id="38" creationId="{B7ED2577-D26E-BD69-57C2-03D602B84E26}"/>
          </ac:grpSpMkLst>
        </pc:grpChg>
        <pc:grpChg chg="add mod topLvl">
          <ac:chgData name="Nursakirah Ab Rahman Muton" userId="423efa6d-ee54-4a96-bb69-a7d6dc1d7e38" providerId="ADAL" clId="{E5418EA3-ED04-44D7-B695-8570AC1018F6}" dt="2023-11-02T02:54:46.600" v="8221" actId="338"/>
          <ac:grpSpMkLst>
            <pc:docMk/>
            <pc:sldMk cId="0" sldId="581"/>
            <ac:grpSpMk id="39" creationId="{59396E86-669D-F5E4-575C-A7A6AAE5167A}"/>
          </ac:grpSpMkLst>
        </pc:grpChg>
        <pc:grpChg chg="add mod topLvl">
          <ac:chgData name="Nursakirah Ab Rahman Muton" userId="423efa6d-ee54-4a96-bb69-a7d6dc1d7e38" providerId="ADAL" clId="{E5418EA3-ED04-44D7-B695-8570AC1018F6}" dt="2023-11-02T02:54:46.600" v="8221" actId="338"/>
          <ac:grpSpMkLst>
            <pc:docMk/>
            <pc:sldMk cId="0" sldId="581"/>
            <ac:grpSpMk id="40" creationId="{181A391A-5725-9F93-8CC0-16AD232889F3}"/>
          </ac:grpSpMkLst>
        </pc:grpChg>
        <pc:grpChg chg="add mod topLvl">
          <ac:chgData name="Nursakirah Ab Rahman Muton" userId="423efa6d-ee54-4a96-bb69-a7d6dc1d7e38" providerId="ADAL" clId="{E5418EA3-ED04-44D7-B695-8570AC1018F6}" dt="2023-11-02T02:54:46.600" v="8221" actId="338"/>
          <ac:grpSpMkLst>
            <pc:docMk/>
            <pc:sldMk cId="0" sldId="581"/>
            <ac:grpSpMk id="42" creationId="{7DF735D0-36D1-E18B-695C-5C7A862995FC}"/>
          </ac:grpSpMkLst>
        </pc:grpChg>
        <pc:grpChg chg="add del mod">
          <ac:chgData name="Nursakirah Ab Rahman Muton" userId="423efa6d-ee54-4a96-bb69-a7d6dc1d7e38" providerId="ADAL" clId="{E5418EA3-ED04-44D7-B695-8570AC1018F6}" dt="2023-11-02T02:54:39.131" v="8220" actId="165"/>
          <ac:grpSpMkLst>
            <pc:docMk/>
            <pc:sldMk cId="0" sldId="581"/>
            <ac:grpSpMk id="43" creationId="{8E30F177-B34E-7137-24EF-7D6F3E00459F}"/>
          </ac:grpSpMkLst>
        </pc:grpChg>
        <pc:grpChg chg="add mod">
          <ac:chgData name="Nursakirah Ab Rahman Muton" userId="423efa6d-ee54-4a96-bb69-a7d6dc1d7e38" providerId="ADAL" clId="{E5418EA3-ED04-44D7-B695-8570AC1018F6}" dt="2023-11-02T02:54:46.600" v="8221" actId="338"/>
          <ac:grpSpMkLst>
            <pc:docMk/>
            <pc:sldMk cId="0" sldId="581"/>
            <ac:grpSpMk id="49" creationId="{791CDC47-9968-1BFC-F1BD-9AA1E14C2CC6}"/>
          </ac:grpSpMkLst>
        </pc:grpChg>
        <pc:grpChg chg="mod">
          <ac:chgData name="Nursakirah Ab Rahman Muton" userId="423efa6d-ee54-4a96-bb69-a7d6dc1d7e38" providerId="ADAL" clId="{E5418EA3-ED04-44D7-B695-8570AC1018F6}" dt="2023-11-02T02:47:44.412" v="8079" actId="1076"/>
          <ac:grpSpMkLst>
            <pc:docMk/>
            <pc:sldMk cId="0" sldId="581"/>
            <ac:grpSpMk id="76803" creationId="{8AD9F3FA-4985-0746-5506-EA0C918E54A3}"/>
          </ac:grpSpMkLst>
        </pc:grpChg>
        <pc:graphicFrameChg chg="mod modGraphic">
          <ac:chgData name="Nursakirah Ab Rahman Muton" userId="423efa6d-ee54-4a96-bb69-a7d6dc1d7e38" providerId="ADAL" clId="{E5418EA3-ED04-44D7-B695-8570AC1018F6}" dt="2023-11-02T02:55:42.478" v="8227" actId="6549"/>
          <ac:graphicFrameMkLst>
            <pc:docMk/>
            <pc:sldMk cId="0" sldId="581"/>
            <ac:graphicFrameMk id="2" creationId="{AEE989BB-21BC-3156-D721-FA6BCAE6B5E7}"/>
          </ac:graphicFrameMkLst>
        </pc:graphicFrameChg>
        <pc:picChg chg="del">
          <ac:chgData name="Nursakirah Ab Rahman Muton" userId="423efa6d-ee54-4a96-bb69-a7d6dc1d7e38" providerId="ADAL" clId="{E5418EA3-ED04-44D7-B695-8570AC1018F6}" dt="2023-11-02T02:47:35.883" v="8076" actId="478"/>
          <ac:picMkLst>
            <pc:docMk/>
            <pc:sldMk cId="0" sldId="581"/>
            <ac:picMk id="76804" creationId="{B31D209F-8558-D7CA-0286-31FFFA0BD7D9}"/>
          </ac:picMkLst>
        </pc:picChg>
        <pc:cxnChg chg="add del mod">
          <ac:chgData name="Nursakirah Ab Rahman Muton" userId="423efa6d-ee54-4a96-bb69-a7d6dc1d7e38" providerId="ADAL" clId="{E5418EA3-ED04-44D7-B695-8570AC1018F6}" dt="2023-11-02T02:47:10.098" v="8064" actId="478"/>
          <ac:cxnSpMkLst>
            <pc:docMk/>
            <pc:sldMk cId="0" sldId="581"/>
            <ac:cxnSpMk id="2" creationId="{EE213AEA-6389-FD37-4555-85D31211920C}"/>
          </ac:cxnSpMkLst>
        </pc:cxnChg>
        <pc:cxnChg chg="add mod topLvl">
          <ac:chgData name="Nursakirah Ab Rahman Muton" userId="423efa6d-ee54-4a96-bb69-a7d6dc1d7e38" providerId="ADAL" clId="{E5418EA3-ED04-44D7-B695-8570AC1018F6}" dt="2023-11-02T02:54:39.131" v="8220" actId="165"/>
          <ac:cxnSpMkLst>
            <pc:docMk/>
            <pc:sldMk cId="0" sldId="581"/>
            <ac:cxnSpMk id="17" creationId="{8EE5E9E0-A716-F147-5072-14BF6DAF9931}"/>
          </ac:cxnSpMkLst>
        </pc:cxnChg>
        <pc:cxnChg chg="mod topLvl">
          <ac:chgData name="Nursakirah Ab Rahman Muton" userId="423efa6d-ee54-4a96-bb69-a7d6dc1d7e38" providerId="ADAL" clId="{E5418EA3-ED04-44D7-B695-8570AC1018F6}" dt="2023-11-02T02:54:39.131" v="8220" actId="165"/>
          <ac:cxnSpMkLst>
            <pc:docMk/>
            <pc:sldMk cId="0" sldId="581"/>
            <ac:cxnSpMk id="21" creationId="{D043509C-E2C9-B16B-26D8-54400372826B}"/>
          </ac:cxnSpMkLst>
        </pc:cxnChg>
        <pc:cxnChg chg="mod topLvl">
          <ac:chgData name="Nursakirah Ab Rahman Muton" userId="423efa6d-ee54-4a96-bb69-a7d6dc1d7e38" providerId="ADAL" clId="{E5418EA3-ED04-44D7-B695-8570AC1018F6}" dt="2023-11-02T02:54:39.131" v="8220" actId="165"/>
          <ac:cxnSpMkLst>
            <pc:docMk/>
            <pc:sldMk cId="0" sldId="581"/>
            <ac:cxnSpMk id="24" creationId="{AB226CCC-8969-B79E-24D6-E6031B6A9B30}"/>
          </ac:cxnSpMkLst>
        </pc:cxnChg>
        <pc:cxnChg chg="mod topLvl">
          <ac:chgData name="Nursakirah Ab Rahman Muton" userId="423efa6d-ee54-4a96-bb69-a7d6dc1d7e38" providerId="ADAL" clId="{E5418EA3-ED04-44D7-B695-8570AC1018F6}" dt="2023-11-02T02:54:39.131" v="8220" actId="165"/>
          <ac:cxnSpMkLst>
            <pc:docMk/>
            <pc:sldMk cId="0" sldId="581"/>
            <ac:cxnSpMk id="27" creationId="{E991C3A0-256F-3C11-4838-D09F78D56430}"/>
          </ac:cxnSpMkLst>
        </pc:cxnChg>
        <pc:cxnChg chg="mod topLvl">
          <ac:chgData name="Nursakirah Ab Rahman Muton" userId="423efa6d-ee54-4a96-bb69-a7d6dc1d7e38" providerId="ADAL" clId="{E5418EA3-ED04-44D7-B695-8570AC1018F6}" dt="2023-11-02T02:54:39.131" v="8220" actId="165"/>
          <ac:cxnSpMkLst>
            <pc:docMk/>
            <pc:sldMk cId="0" sldId="581"/>
            <ac:cxnSpMk id="30" creationId="{6B38C71B-71D1-052B-22A9-BAC06F18EF23}"/>
          </ac:cxnSpMkLst>
        </pc:cxnChg>
        <pc:cxnChg chg="mod topLvl">
          <ac:chgData name="Nursakirah Ab Rahman Muton" userId="423efa6d-ee54-4a96-bb69-a7d6dc1d7e38" providerId="ADAL" clId="{E5418EA3-ED04-44D7-B695-8570AC1018F6}" dt="2023-11-02T02:54:39.131" v="8220" actId="165"/>
          <ac:cxnSpMkLst>
            <pc:docMk/>
            <pc:sldMk cId="0" sldId="581"/>
            <ac:cxnSpMk id="33" creationId="{D4AA22C3-9D36-B771-8B44-4BD5A8942908}"/>
          </ac:cxnSpMkLst>
        </pc:cxnChg>
        <pc:cxnChg chg="mod">
          <ac:chgData name="Nursakirah Ab Rahman Muton" userId="423efa6d-ee54-4a96-bb69-a7d6dc1d7e38" providerId="ADAL" clId="{E5418EA3-ED04-44D7-B695-8570AC1018F6}" dt="2023-11-02T02:47:44.412" v="8079" actId="1076"/>
          <ac:cxnSpMkLst>
            <pc:docMk/>
            <pc:sldMk cId="0" sldId="581"/>
            <ac:cxnSpMk id="76847" creationId="{5DAE9ED7-CB78-D7B5-067B-0C3678365669}"/>
          </ac:cxnSpMkLst>
        </pc:cxnChg>
        <pc:cxnChg chg="mod">
          <ac:chgData name="Nursakirah Ab Rahman Muton" userId="423efa6d-ee54-4a96-bb69-a7d6dc1d7e38" providerId="ADAL" clId="{E5418EA3-ED04-44D7-B695-8570AC1018F6}" dt="2023-11-02T02:47:44.412" v="8079" actId="1076"/>
          <ac:cxnSpMkLst>
            <pc:docMk/>
            <pc:sldMk cId="0" sldId="581"/>
            <ac:cxnSpMk id="76848" creationId="{899DFA6C-DBF7-4832-9A59-EACBA6537CA5}"/>
          </ac:cxnSpMkLst>
        </pc:cxnChg>
        <pc:cxnChg chg="mod">
          <ac:chgData name="Nursakirah Ab Rahman Muton" userId="423efa6d-ee54-4a96-bb69-a7d6dc1d7e38" providerId="ADAL" clId="{E5418EA3-ED04-44D7-B695-8570AC1018F6}" dt="2023-11-02T02:47:44.412" v="8079" actId="1076"/>
          <ac:cxnSpMkLst>
            <pc:docMk/>
            <pc:sldMk cId="0" sldId="581"/>
            <ac:cxnSpMk id="76849" creationId="{FC80930F-C637-3CB7-C525-B17DAFD22D7E}"/>
          </ac:cxnSpMkLst>
        </pc:cxnChg>
        <pc:cxnChg chg="mod">
          <ac:chgData name="Nursakirah Ab Rahman Muton" userId="423efa6d-ee54-4a96-bb69-a7d6dc1d7e38" providerId="ADAL" clId="{E5418EA3-ED04-44D7-B695-8570AC1018F6}" dt="2023-11-02T02:47:44.412" v="8079" actId="1076"/>
          <ac:cxnSpMkLst>
            <pc:docMk/>
            <pc:sldMk cId="0" sldId="581"/>
            <ac:cxnSpMk id="76850" creationId="{80E4FF9F-E422-A5E8-EC5E-6E4EBA934CA2}"/>
          </ac:cxnSpMkLst>
        </pc:cxnChg>
      </pc:sldChg>
      <pc:sldChg chg="addSp delSp modSp mod setBg modAnim">
        <pc:chgData name="Nursakirah Ab Rahman Muton" userId="423efa6d-ee54-4a96-bb69-a7d6dc1d7e38" providerId="ADAL" clId="{E5418EA3-ED04-44D7-B695-8570AC1018F6}" dt="2023-11-02T04:49:54.054" v="10493" actId="1076"/>
        <pc:sldMkLst>
          <pc:docMk/>
          <pc:sldMk cId="0" sldId="582"/>
        </pc:sldMkLst>
        <pc:spChg chg="add mod">
          <ac:chgData name="Nursakirah Ab Rahman Muton" userId="423efa6d-ee54-4a96-bb69-a7d6dc1d7e38" providerId="ADAL" clId="{E5418EA3-ED04-44D7-B695-8570AC1018F6}" dt="2023-11-02T04:34:19.044" v="10331" actId="404"/>
          <ac:spMkLst>
            <pc:docMk/>
            <pc:sldMk cId="0" sldId="582"/>
            <ac:spMk id="4" creationId="{0E6BF8AF-85FA-D43B-C836-7FDF32788461}"/>
          </ac:spMkLst>
        </pc:spChg>
        <pc:spChg chg="mod">
          <ac:chgData name="Nursakirah Ab Rahman Muton" userId="423efa6d-ee54-4a96-bb69-a7d6dc1d7e38" providerId="ADAL" clId="{E5418EA3-ED04-44D7-B695-8570AC1018F6}" dt="2023-11-02T04:34:46.870" v="10337"/>
          <ac:spMkLst>
            <pc:docMk/>
            <pc:sldMk cId="0" sldId="582"/>
            <ac:spMk id="11" creationId="{685A47F9-3E1A-62AC-88E4-550A8B94FE0B}"/>
          </ac:spMkLst>
        </pc:spChg>
        <pc:spChg chg="mod">
          <ac:chgData name="Nursakirah Ab Rahman Muton" userId="423efa6d-ee54-4a96-bb69-a7d6dc1d7e38" providerId="ADAL" clId="{E5418EA3-ED04-44D7-B695-8570AC1018F6}" dt="2023-11-02T04:35:07.300" v="10343" actId="1076"/>
          <ac:spMkLst>
            <pc:docMk/>
            <pc:sldMk cId="0" sldId="582"/>
            <ac:spMk id="18" creationId="{647695BA-DEFB-49FB-BB2F-D79F18858583}"/>
          </ac:spMkLst>
        </pc:spChg>
        <pc:spChg chg="del">
          <ac:chgData name="Nursakirah Ab Rahman Muton" userId="423efa6d-ee54-4a96-bb69-a7d6dc1d7e38" providerId="ADAL" clId="{E5418EA3-ED04-44D7-B695-8570AC1018F6}" dt="2023-11-02T04:32:17.569" v="10265" actId="478"/>
          <ac:spMkLst>
            <pc:docMk/>
            <pc:sldMk cId="0" sldId="582"/>
            <ac:spMk id="21" creationId="{9D8213FC-AAAE-800E-98EC-33044B3E8740}"/>
          </ac:spMkLst>
        </pc:spChg>
        <pc:spChg chg="del">
          <ac:chgData name="Nursakirah Ab Rahman Muton" userId="423efa6d-ee54-4a96-bb69-a7d6dc1d7e38" providerId="ADAL" clId="{E5418EA3-ED04-44D7-B695-8570AC1018F6}" dt="2023-11-02T04:32:17.569" v="10265" actId="478"/>
          <ac:spMkLst>
            <pc:docMk/>
            <pc:sldMk cId="0" sldId="582"/>
            <ac:spMk id="22" creationId="{05A3E4E8-D616-1A88-7FB6-F9076BAE0067}"/>
          </ac:spMkLst>
        </pc:spChg>
        <pc:spChg chg="del">
          <ac:chgData name="Nursakirah Ab Rahman Muton" userId="423efa6d-ee54-4a96-bb69-a7d6dc1d7e38" providerId="ADAL" clId="{E5418EA3-ED04-44D7-B695-8570AC1018F6}" dt="2023-11-02T04:32:17.569" v="10265" actId="478"/>
          <ac:spMkLst>
            <pc:docMk/>
            <pc:sldMk cId="0" sldId="582"/>
            <ac:spMk id="24" creationId="{A5144CE9-B57A-5B61-7A2F-ED2C4EFFD87F}"/>
          </ac:spMkLst>
        </pc:spChg>
        <pc:spChg chg="mod">
          <ac:chgData name="Nursakirah Ab Rahman Muton" userId="423efa6d-ee54-4a96-bb69-a7d6dc1d7e38" providerId="ADAL" clId="{E5418EA3-ED04-44D7-B695-8570AC1018F6}" dt="2023-11-02T04:35:14.628" v="10345"/>
          <ac:spMkLst>
            <pc:docMk/>
            <pc:sldMk cId="0" sldId="582"/>
            <ac:spMk id="26" creationId="{273CA0F7-3D84-98E6-9ED4-DA78FC999192}"/>
          </ac:spMkLst>
        </pc:spChg>
        <pc:spChg chg="del">
          <ac:chgData name="Nursakirah Ab Rahman Muton" userId="423efa6d-ee54-4a96-bb69-a7d6dc1d7e38" providerId="ADAL" clId="{E5418EA3-ED04-44D7-B695-8570AC1018F6}" dt="2023-11-02T04:32:17.569" v="10265" actId="478"/>
          <ac:spMkLst>
            <pc:docMk/>
            <pc:sldMk cId="0" sldId="582"/>
            <ac:spMk id="29" creationId="{3B104D8C-32D3-A5B8-F7DF-EA9C276F95E1}"/>
          </ac:spMkLst>
        </pc:spChg>
        <pc:spChg chg="mod topLvl">
          <ac:chgData name="Nursakirah Ab Rahman Muton" userId="423efa6d-ee54-4a96-bb69-a7d6dc1d7e38" providerId="ADAL" clId="{E5418EA3-ED04-44D7-B695-8570AC1018F6}" dt="2023-11-02T04:35:38.781" v="10352" actId="1076"/>
          <ac:spMkLst>
            <pc:docMk/>
            <pc:sldMk cId="0" sldId="582"/>
            <ac:spMk id="30" creationId="{7355997A-65E5-2947-A82B-32F3F5F02FD5}"/>
          </ac:spMkLst>
        </pc:spChg>
        <pc:spChg chg="del">
          <ac:chgData name="Nursakirah Ab Rahman Muton" userId="423efa6d-ee54-4a96-bb69-a7d6dc1d7e38" providerId="ADAL" clId="{E5418EA3-ED04-44D7-B695-8570AC1018F6}" dt="2023-11-02T04:32:17.569" v="10265" actId="478"/>
          <ac:spMkLst>
            <pc:docMk/>
            <pc:sldMk cId="0" sldId="582"/>
            <ac:spMk id="31" creationId="{83EC9CC9-6ED7-55C1-37B6-0C23B522D520}"/>
          </ac:spMkLst>
        </pc:spChg>
        <pc:spChg chg="add mod">
          <ac:chgData name="Nursakirah Ab Rahman Muton" userId="423efa6d-ee54-4a96-bb69-a7d6dc1d7e38" providerId="ADAL" clId="{E5418EA3-ED04-44D7-B695-8570AC1018F6}" dt="2023-11-02T04:36:40.042" v="10368" actId="164"/>
          <ac:spMkLst>
            <pc:docMk/>
            <pc:sldMk cId="0" sldId="582"/>
            <ac:spMk id="33" creationId="{EFBAF0B8-230D-2EEC-2738-BE3ED9FB208C}"/>
          </ac:spMkLst>
        </pc:spChg>
        <pc:spChg chg="add mod">
          <ac:chgData name="Nursakirah Ab Rahman Muton" userId="423efa6d-ee54-4a96-bb69-a7d6dc1d7e38" providerId="ADAL" clId="{E5418EA3-ED04-44D7-B695-8570AC1018F6}" dt="2023-11-02T04:36:40.042" v="10368" actId="164"/>
          <ac:spMkLst>
            <pc:docMk/>
            <pc:sldMk cId="0" sldId="582"/>
            <ac:spMk id="34" creationId="{1A77FC4C-BCCC-714B-8C52-CCBF219E222C}"/>
          </ac:spMkLst>
        </pc:spChg>
        <pc:spChg chg="add mod">
          <ac:chgData name="Nursakirah Ab Rahman Muton" userId="423efa6d-ee54-4a96-bb69-a7d6dc1d7e38" providerId="ADAL" clId="{E5418EA3-ED04-44D7-B695-8570AC1018F6}" dt="2023-11-02T04:36:40.042" v="10368" actId="164"/>
          <ac:spMkLst>
            <pc:docMk/>
            <pc:sldMk cId="0" sldId="582"/>
            <ac:spMk id="35" creationId="{B054FAD0-20DA-DFED-934A-E30DB931A0B5}"/>
          </ac:spMkLst>
        </pc:spChg>
        <pc:spChg chg="add mod">
          <ac:chgData name="Nursakirah Ab Rahman Muton" userId="423efa6d-ee54-4a96-bb69-a7d6dc1d7e38" providerId="ADAL" clId="{E5418EA3-ED04-44D7-B695-8570AC1018F6}" dt="2023-11-02T04:36:40.042" v="10368" actId="164"/>
          <ac:spMkLst>
            <pc:docMk/>
            <pc:sldMk cId="0" sldId="582"/>
            <ac:spMk id="36" creationId="{D0C460CA-2430-D018-653E-CDA4127AC045}"/>
          </ac:spMkLst>
        </pc:spChg>
        <pc:spChg chg="mod">
          <ac:chgData name="Nursakirah Ab Rahman Muton" userId="423efa6d-ee54-4a96-bb69-a7d6dc1d7e38" providerId="ADAL" clId="{E5418EA3-ED04-44D7-B695-8570AC1018F6}" dt="2023-11-02T04:36:41.551" v="10369"/>
          <ac:spMkLst>
            <pc:docMk/>
            <pc:sldMk cId="0" sldId="582"/>
            <ac:spMk id="39" creationId="{346BC85F-7471-DAD9-CA98-D35731A16FE7}"/>
          </ac:spMkLst>
        </pc:spChg>
        <pc:spChg chg="mod">
          <ac:chgData name="Nursakirah Ab Rahman Muton" userId="423efa6d-ee54-4a96-bb69-a7d6dc1d7e38" providerId="ADAL" clId="{E5418EA3-ED04-44D7-B695-8570AC1018F6}" dt="2023-11-02T04:36:49.459" v="10371" actId="20577"/>
          <ac:spMkLst>
            <pc:docMk/>
            <pc:sldMk cId="0" sldId="582"/>
            <ac:spMk id="40" creationId="{ABB9339B-556F-886C-3C98-F30A5B2D86CA}"/>
          </ac:spMkLst>
        </pc:spChg>
        <pc:spChg chg="mod">
          <ac:chgData name="Nursakirah Ab Rahman Muton" userId="423efa6d-ee54-4a96-bb69-a7d6dc1d7e38" providerId="ADAL" clId="{E5418EA3-ED04-44D7-B695-8570AC1018F6}" dt="2023-11-02T04:36:41.551" v="10369"/>
          <ac:spMkLst>
            <pc:docMk/>
            <pc:sldMk cId="0" sldId="582"/>
            <ac:spMk id="41" creationId="{34F30A75-AC00-CB1C-1D6F-E851AD2905D3}"/>
          </ac:spMkLst>
        </pc:spChg>
        <pc:spChg chg="mod">
          <ac:chgData name="Nursakirah Ab Rahman Muton" userId="423efa6d-ee54-4a96-bb69-a7d6dc1d7e38" providerId="ADAL" clId="{E5418EA3-ED04-44D7-B695-8570AC1018F6}" dt="2023-11-02T04:36:41.551" v="10369"/>
          <ac:spMkLst>
            <pc:docMk/>
            <pc:sldMk cId="0" sldId="582"/>
            <ac:spMk id="42" creationId="{B4A0152D-96D7-EC2C-EE97-7A38491B3BBB}"/>
          </ac:spMkLst>
        </pc:spChg>
        <pc:spChg chg="mod">
          <ac:chgData name="Nursakirah Ab Rahman Muton" userId="423efa6d-ee54-4a96-bb69-a7d6dc1d7e38" providerId="ADAL" clId="{E5418EA3-ED04-44D7-B695-8570AC1018F6}" dt="2023-11-02T04:37:06.273" v="10374" actId="20577"/>
          <ac:spMkLst>
            <pc:docMk/>
            <pc:sldMk cId="0" sldId="582"/>
            <ac:spMk id="44" creationId="{C1778DD1-F49B-35C4-E076-203D89527579}"/>
          </ac:spMkLst>
        </pc:spChg>
        <pc:spChg chg="mod">
          <ac:chgData name="Nursakirah Ab Rahman Muton" userId="423efa6d-ee54-4a96-bb69-a7d6dc1d7e38" providerId="ADAL" clId="{E5418EA3-ED04-44D7-B695-8570AC1018F6}" dt="2023-11-02T04:36:50.569" v="10372"/>
          <ac:spMkLst>
            <pc:docMk/>
            <pc:sldMk cId="0" sldId="582"/>
            <ac:spMk id="45" creationId="{F5E7B66A-52A5-73E9-17BC-626F379507AB}"/>
          </ac:spMkLst>
        </pc:spChg>
        <pc:spChg chg="del">
          <ac:chgData name="Nursakirah Ab Rahman Muton" userId="423efa6d-ee54-4a96-bb69-a7d6dc1d7e38" providerId="ADAL" clId="{E5418EA3-ED04-44D7-B695-8570AC1018F6}" dt="2023-11-02T04:32:17.569" v="10265" actId="478"/>
          <ac:spMkLst>
            <pc:docMk/>
            <pc:sldMk cId="0" sldId="582"/>
            <ac:spMk id="46" creationId="{E83D3477-94A9-FB63-9910-F818B7CEB908}"/>
          </ac:spMkLst>
        </pc:spChg>
        <pc:spChg chg="mod">
          <ac:chgData name="Nursakirah Ab Rahman Muton" userId="423efa6d-ee54-4a96-bb69-a7d6dc1d7e38" providerId="ADAL" clId="{E5418EA3-ED04-44D7-B695-8570AC1018F6}" dt="2023-11-02T04:36:50.569" v="10372"/>
          <ac:spMkLst>
            <pc:docMk/>
            <pc:sldMk cId="0" sldId="582"/>
            <ac:spMk id="48" creationId="{073366AF-68DF-23B8-EBB3-A23FA39B63B9}"/>
          </ac:spMkLst>
        </pc:spChg>
        <pc:spChg chg="mod">
          <ac:chgData name="Nursakirah Ab Rahman Muton" userId="423efa6d-ee54-4a96-bb69-a7d6dc1d7e38" providerId="ADAL" clId="{E5418EA3-ED04-44D7-B695-8570AC1018F6}" dt="2023-11-02T04:36:50.569" v="10372"/>
          <ac:spMkLst>
            <pc:docMk/>
            <pc:sldMk cId="0" sldId="582"/>
            <ac:spMk id="49" creationId="{A0B1A84B-B01D-50F0-8A67-95DCE18AD3D6}"/>
          </ac:spMkLst>
        </pc:spChg>
        <pc:spChg chg="mod">
          <ac:chgData name="Nursakirah Ab Rahman Muton" userId="423efa6d-ee54-4a96-bb69-a7d6dc1d7e38" providerId="ADAL" clId="{E5418EA3-ED04-44D7-B695-8570AC1018F6}" dt="2023-11-02T04:37:15.452" v="10377" actId="20577"/>
          <ac:spMkLst>
            <pc:docMk/>
            <pc:sldMk cId="0" sldId="582"/>
            <ac:spMk id="51" creationId="{1438B672-262A-A286-028A-1D010B4790B4}"/>
          </ac:spMkLst>
        </pc:spChg>
        <pc:spChg chg="mod">
          <ac:chgData name="Nursakirah Ab Rahman Muton" userId="423efa6d-ee54-4a96-bb69-a7d6dc1d7e38" providerId="ADAL" clId="{E5418EA3-ED04-44D7-B695-8570AC1018F6}" dt="2023-11-02T04:37:17.289" v="10378" actId="20577"/>
          <ac:spMkLst>
            <pc:docMk/>
            <pc:sldMk cId="0" sldId="582"/>
            <ac:spMk id="52" creationId="{A7701B55-84FD-DC43-B1FA-868C252C373A}"/>
          </ac:spMkLst>
        </pc:spChg>
        <pc:spChg chg="mod">
          <ac:chgData name="Nursakirah Ab Rahman Muton" userId="423efa6d-ee54-4a96-bb69-a7d6dc1d7e38" providerId="ADAL" clId="{E5418EA3-ED04-44D7-B695-8570AC1018F6}" dt="2023-11-02T04:37:08.865" v="10375"/>
          <ac:spMkLst>
            <pc:docMk/>
            <pc:sldMk cId="0" sldId="582"/>
            <ac:spMk id="53" creationId="{71905CCC-FD47-C2EB-93B2-C39512E8D5E7}"/>
          </ac:spMkLst>
        </pc:spChg>
        <pc:spChg chg="mod">
          <ac:chgData name="Nursakirah Ab Rahman Muton" userId="423efa6d-ee54-4a96-bb69-a7d6dc1d7e38" providerId="ADAL" clId="{E5418EA3-ED04-44D7-B695-8570AC1018F6}" dt="2023-11-02T04:37:08.865" v="10375"/>
          <ac:spMkLst>
            <pc:docMk/>
            <pc:sldMk cId="0" sldId="582"/>
            <ac:spMk id="55" creationId="{99716341-2597-5545-C465-19C0B8F0DB7D}"/>
          </ac:spMkLst>
        </pc:spChg>
        <pc:spChg chg="mod">
          <ac:chgData name="Nursakirah Ab Rahman Muton" userId="423efa6d-ee54-4a96-bb69-a7d6dc1d7e38" providerId="ADAL" clId="{E5418EA3-ED04-44D7-B695-8570AC1018F6}" dt="2023-11-02T04:38:10.111" v="10383" actId="20577"/>
          <ac:spMkLst>
            <pc:docMk/>
            <pc:sldMk cId="0" sldId="582"/>
            <ac:spMk id="57" creationId="{4206604E-5E5A-67E2-2FFA-FB91F87D4CF3}"/>
          </ac:spMkLst>
        </pc:spChg>
        <pc:spChg chg="mod">
          <ac:chgData name="Nursakirah Ab Rahman Muton" userId="423efa6d-ee54-4a96-bb69-a7d6dc1d7e38" providerId="ADAL" clId="{E5418EA3-ED04-44D7-B695-8570AC1018F6}" dt="2023-11-02T04:38:14.456" v="10385" actId="20577"/>
          <ac:spMkLst>
            <pc:docMk/>
            <pc:sldMk cId="0" sldId="582"/>
            <ac:spMk id="58" creationId="{D3D7BF68-DF6C-FF2E-41DF-19A23C779683}"/>
          </ac:spMkLst>
        </pc:spChg>
        <pc:spChg chg="mod">
          <ac:chgData name="Nursakirah Ab Rahman Muton" userId="423efa6d-ee54-4a96-bb69-a7d6dc1d7e38" providerId="ADAL" clId="{E5418EA3-ED04-44D7-B695-8570AC1018F6}" dt="2023-11-02T04:38:12.203" v="10384" actId="20577"/>
          <ac:spMkLst>
            <pc:docMk/>
            <pc:sldMk cId="0" sldId="582"/>
            <ac:spMk id="59" creationId="{CF74DB09-0423-B62C-1C21-745CF6047F4C}"/>
          </ac:spMkLst>
        </pc:spChg>
        <pc:spChg chg="mod">
          <ac:chgData name="Nursakirah Ab Rahman Muton" userId="423efa6d-ee54-4a96-bb69-a7d6dc1d7e38" providerId="ADAL" clId="{E5418EA3-ED04-44D7-B695-8570AC1018F6}" dt="2023-11-02T04:38:16.759" v="10386" actId="20577"/>
          <ac:spMkLst>
            <pc:docMk/>
            <pc:sldMk cId="0" sldId="582"/>
            <ac:spMk id="60" creationId="{F5B26F54-A25F-D466-605B-40A52F72F820}"/>
          </ac:spMkLst>
        </pc:spChg>
        <pc:spChg chg="add del">
          <ac:chgData name="Nursakirah Ab Rahman Muton" userId="423efa6d-ee54-4a96-bb69-a7d6dc1d7e38" providerId="ADAL" clId="{E5418EA3-ED04-44D7-B695-8570AC1018F6}" dt="2023-11-02T04:39:05.533" v="10395" actId="478"/>
          <ac:spMkLst>
            <pc:docMk/>
            <pc:sldMk cId="0" sldId="582"/>
            <ac:spMk id="87040" creationId="{A3CAA2C7-1007-8468-930B-563A1C7136BF}"/>
          </ac:spMkLst>
        </pc:spChg>
        <pc:spChg chg="add mod">
          <ac:chgData name="Nursakirah Ab Rahman Muton" userId="423efa6d-ee54-4a96-bb69-a7d6dc1d7e38" providerId="ADAL" clId="{E5418EA3-ED04-44D7-B695-8570AC1018F6}" dt="2023-11-02T04:39:17.878" v="10397" actId="208"/>
          <ac:spMkLst>
            <pc:docMk/>
            <pc:sldMk cId="0" sldId="582"/>
            <ac:spMk id="87041" creationId="{C8A6B5CE-E56F-B212-B70E-822FC3E7BB59}"/>
          </ac:spMkLst>
        </pc:spChg>
        <pc:spChg chg="mod">
          <ac:chgData name="Nursakirah Ab Rahman Muton" userId="423efa6d-ee54-4a96-bb69-a7d6dc1d7e38" providerId="ADAL" clId="{E5418EA3-ED04-44D7-B695-8570AC1018F6}" dt="2023-11-02T04:34:11.817" v="10327" actId="14100"/>
          <ac:spMkLst>
            <pc:docMk/>
            <pc:sldMk cId="0" sldId="582"/>
            <ac:spMk id="87042" creationId="{B1B98299-6B14-A263-1A04-E67ECCF0DFA3}"/>
          </ac:spMkLst>
        </pc:spChg>
        <pc:spChg chg="add mod">
          <ac:chgData name="Nursakirah Ab Rahman Muton" userId="423efa6d-ee54-4a96-bb69-a7d6dc1d7e38" providerId="ADAL" clId="{E5418EA3-ED04-44D7-B695-8570AC1018F6}" dt="2023-11-02T04:40:16.147" v="10409" actId="208"/>
          <ac:spMkLst>
            <pc:docMk/>
            <pc:sldMk cId="0" sldId="582"/>
            <ac:spMk id="87045" creationId="{624EE85C-2842-5A9D-CB91-3E782C3A6EC8}"/>
          </ac:spMkLst>
        </pc:spChg>
        <pc:spChg chg="add mod">
          <ac:chgData name="Nursakirah Ab Rahman Muton" userId="423efa6d-ee54-4a96-bb69-a7d6dc1d7e38" providerId="ADAL" clId="{E5418EA3-ED04-44D7-B695-8570AC1018F6}" dt="2023-11-02T04:40:16.147" v="10409" actId="208"/>
          <ac:spMkLst>
            <pc:docMk/>
            <pc:sldMk cId="0" sldId="582"/>
            <ac:spMk id="87046" creationId="{0694A553-646A-4A4F-AA15-E7B4674803F7}"/>
          </ac:spMkLst>
        </pc:spChg>
        <pc:spChg chg="add mod">
          <ac:chgData name="Nursakirah Ab Rahman Muton" userId="423efa6d-ee54-4a96-bb69-a7d6dc1d7e38" providerId="ADAL" clId="{E5418EA3-ED04-44D7-B695-8570AC1018F6}" dt="2023-11-02T04:49:54.054" v="10493" actId="1076"/>
          <ac:spMkLst>
            <pc:docMk/>
            <pc:sldMk cId="0" sldId="582"/>
            <ac:spMk id="87047" creationId="{EE4F2BC5-02DF-8683-7BC0-3D423788902F}"/>
          </ac:spMkLst>
        </pc:spChg>
        <pc:spChg chg="mod">
          <ac:chgData name="Nursakirah Ab Rahman Muton" userId="423efa6d-ee54-4a96-bb69-a7d6dc1d7e38" providerId="ADAL" clId="{E5418EA3-ED04-44D7-B695-8570AC1018F6}" dt="2023-11-02T04:32:10.827" v="10264" actId="1076"/>
          <ac:spMkLst>
            <pc:docMk/>
            <pc:sldMk cId="0" sldId="582"/>
            <ac:spMk id="87101" creationId="{475295E1-4FB5-4B3E-E30D-7AB8053E4285}"/>
          </ac:spMkLst>
        </pc:spChg>
        <pc:grpChg chg="del">
          <ac:chgData name="Nursakirah Ab Rahman Muton" userId="423efa6d-ee54-4a96-bb69-a7d6dc1d7e38" providerId="ADAL" clId="{E5418EA3-ED04-44D7-B695-8570AC1018F6}" dt="2023-11-02T04:32:17.569" v="10265" actId="478"/>
          <ac:grpSpMkLst>
            <pc:docMk/>
            <pc:sldMk cId="0" sldId="582"/>
            <ac:grpSpMk id="3" creationId="{3EE570A2-8BC3-AFF5-2D16-CAC846200ABE}"/>
          </ac:grpSpMkLst>
        </pc:grpChg>
        <pc:grpChg chg="add mod">
          <ac:chgData name="Nursakirah Ab Rahman Muton" userId="423efa6d-ee54-4a96-bb69-a7d6dc1d7e38" providerId="ADAL" clId="{E5418EA3-ED04-44D7-B695-8570AC1018F6}" dt="2023-11-02T04:34:45.034" v="10336" actId="1035"/>
          <ac:grpSpMkLst>
            <pc:docMk/>
            <pc:sldMk cId="0" sldId="582"/>
            <ac:grpSpMk id="7" creationId="{47E59DE3-17D8-9340-92CD-A94B3E41F416}"/>
          </ac:grpSpMkLst>
        </pc:grpChg>
        <pc:grpChg chg="add mod">
          <ac:chgData name="Nursakirah Ab Rahman Muton" userId="423efa6d-ee54-4a96-bb69-a7d6dc1d7e38" providerId="ADAL" clId="{E5418EA3-ED04-44D7-B695-8570AC1018F6}" dt="2023-11-02T04:34:58.136" v="10340" actId="1076"/>
          <ac:grpSpMkLst>
            <pc:docMk/>
            <pc:sldMk cId="0" sldId="582"/>
            <ac:grpSpMk id="10" creationId="{5A5FBFA6-C338-221F-757F-56C3590065F7}"/>
          </ac:grpSpMkLst>
        </pc:grpChg>
        <pc:grpChg chg="del">
          <ac:chgData name="Nursakirah Ab Rahman Muton" userId="423efa6d-ee54-4a96-bb69-a7d6dc1d7e38" providerId="ADAL" clId="{E5418EA3-ED04-44D7-B695-8570AC1018F6}" dt="2023-11-02T04:32:17.569" v="10265" actId="478"/>
          <ac:grpSpMkLst>
            <pc:docMk/>
            <pc:sldMk cId="0" sldId="582"/>
            <ac:grpSpMk id="14" creationId="{9C7DF5F3-AB26-98AB-75AA-7E313B60A031}"/>
          </ac:grpSpMkLst>
        </pc:grpChg>
        <pc:grpChg chg="del">
          <ac:chgData name="Nursakirah Ab Rahman Muton" userId="423efa6d-ee54-4a96-bb69-a7d6dc1d7e38" providerId="ADAL" clId="{E5418EA3-ED04-44D7-B695-8570AC1018F6}" dt="2023-11-02T04:32:17.569" v="10265" actId="478"/>
          <ac:grpSpMkLst>
            <pc:docMk/>
            <pc:sldMk cId="0" sldId="582"/>
            <ac:grpSpMk id="15" creationId="{45412AD2-F71B-4BA2-3892-AFF16F31D4DC}"/>
          </ac:grpSpMkLst>
        </pc:grpChg>
        <pc:grpChg chg="add del mod">
          <ac:chgData name="Nursakirah Ab Rahman Muton" userId="423efa6d-ee54-4a96-bb69-a7d6dc1d7e38" providerId="ADAL" clId="{E5418EA3-ED04-44D7-B695-8570AC1018F6}" dt="2023-11-02T04:35:07.725" v="10344"/>
          <ac:grpSpMkLst>
            <pc:docMk/>
            <pc:sldMk cId="0" sldId="582"/>
            <ac:grpSpMk id="17" creationId="{45F5B0D9-FB52-AD57-901C-23628D476554}"/>
          </ac:grpSpMkLst>
        </pc:grpChg>
        <pc:grpChg chg="add mod">
          <ac:chgData name="Nursakirah Ab Rahman Muton" userId="423efa6d-ee54-4a96-bb69-a7d6dc1d7e38" providerId="ADAL" clId="{E5418EA3-ED04-44D7-B695-8570AC1018F6}" dt="2023-11-02T04:35:29.466" v="10348" actId="1076"/>
          <ac:grpSpMkLst>
            <pc:docMk/>
            <pc:sldMk cId="0" sldId="582"/>
            <ac:grpSpMk id="23" creationId="{4D88CEB7-E4BC-F72F-A868-534D3BB16F8B}"/>
          </ac:grpSpMkLst>
        </pc:grpChg>
        <pc:grpChg chg="del">
          <ac:chgData name="Nursakirah Ab Rahman Muton" userId="423efa6d-ee54-4a96-bb69-a7d6dc1d7e38" providerId="ADAL" clId="{E5418EA3-ED04-44D7-B695-8570AC1018F6}" dt="2023-11-02T04:32:17.569" v="10265" actId="478"/>
          <ac:grpSpMkLst>
            <pc:docMk/>
            <pc:sldMk cId="0" sldId="582"/>
            <ac:grpSpMk id="25" creationId="{AC9FC2A9-7D9E-7C4E-5927-3C77F57D93AC}"/>
          </ac:grpSpMkLst>
        </pc:grpChg>
        <pc:grpChg chg="add del mod">
          <ac:chgData name="Nursakirah Ab Rahman Muton" userId="423efa6d-ee54-4a96-bb69-a7d6dc1d7e38" providerId="ADAL" clId="{E5418EA3-ED04-44D7-B695-8570AC1018F6}" dt="2023-11-02T04:35:35.107" v="10351" actId="478"/>
          <ac:grpSpMkLst>
            <pc:docMk/>
            <pc:sldMk cId="0" sldId="582"/>
            <ac:grpSpMk id="28" creationId="{AB32D6F8-CC5E-D392-4C86-1CA29AB73A41}"/>
          </ac:grpSpMkLst>
        </pc:grpChg>
        <pc:grpChg chg="add mod">
          <ac:chgData name="Nursakirah Ab Rahman Muton" userId="423efa6d-ee54-4a96-bb69-a7d6dc1d7e38" providerId="ADAL" clId="{E5418EA3-ED04-44D7-B695-8570AC1018F6}" dt="2023-11-02T04:36:40.042" v="10368" actId="164"/>
          <ac:grpSpMkLst>
            <pc:docMk/>
            <pc:sldMk cId="0" sldId="582"/>
            <ac:grpSpMk id="37" creationId="{53C5AF45-CA92-8F9A-8E6F-8F7C624F5746}"/>
          </ac:grpSpMkLst>
        </pc:grpChg>
        <pc:grpChg chg="add mod">
          <ac:chgData name="Nursakirah Ab Rahman Muton" userId="423efa6d-ee54-4a96-bb69-a7d6dc1d7e38" providerId="ADAL" clId="{E5418EA3-ED04-44D7-B695-8570AC1018F6}" dt="2023-11-02T04:36:45.313" v="10370" actId="1076"/>
          <ac:grpSpMkLst>
            <pc:docMk/>
            <pc:sldMk cId="0" sldId="582"/>
            <ac:grpSpMk id="38" creationId="{85145137-8806-ABBE-0A3C-46FBAFB0D95D}"/>
          </ac:grpSpMkLst>
        </pc:grpChg>
        <pc:grpChg chg="add mod">
          <ac:chgData name="Nursakirah Ab Rahman Muton" userId="423efa6d-ee54-4a96-bb69-a7d6dc1d7e38" providerId="ADAL" clId="{E5418EA3-ED04-44D7-B695-8570AC1018F6}" dt="2023-11-02T04:37:03.029" v="10373" actId="1076"/>
          <ac:grpSpMkLst>
            <pc:docMk/>
            <pc:sldMk cId="0" sldId="582"/>
            <ac:grpSpMk id="43" creationId="{3CBF651F-C5B3-0925-85CC-002AB1B88A5A}"/>
          </ac:grpSpMkLst>
        </pc:grpChg>
        <pc:grpChg chg="del">
          <ac:chgData name="Nursakirah Ab Rahman Muton" userId="423efa6d-ee54-4a96-bb69-a7d6dc1d7e38" providerId="ADAL" clId="{E5418EA3-ED04-44D7-B695-8570AC1018F6}" dt="2023-11-02T04:32:17.569" v="10265" actId="478"/>
          <ac:grpSpMkLst>
            <pc:docMk/>
            <pc:sldMk cId="0" sldId="582"/>
            <ac:grpSpMk id="47" creationId="{D4DB249D-F479-2062-547A-1CC82BAC6DE6}"/>
          </ac:grpSpMkLst>
        </pc:grpChg>
        <pc:grpChg chg="add mod">
          <ac:chgData name="Nursakirah Ab Rahman Muton" userId="423efa6d-ee54-4a96-bb69-a7d6dc1d7e38" providerId="ADAL" clId="{E5418EA3-ED04-44D7-B695-8570AC1018F6}" dt="2023-11-02T04:37:14.041" v="10376" actId="1076"/>
          <ac:grpSpMkLst>
            <pc:docMk/>
            <pc:sldMk cId="0" sldId="582"/>
            <ac:grpSpMk id="50" creationId="{6C1654B6-0C8B-1E10-57C8-B358973DCE6B}"/>
          </ac:grpSpMkLst>
        </pc:grpChg>
        <pc:grpChg chg="del">
          <ac:chgData name="Nursakirah Ab Rahman Muton" userId="423efa6d-ee54-4a96-bb69-a7d6dc1d7e38" providerId="ADAL" clId="{E5418EA3-ED04-44D7-B695-8570AC1018F6}" dt="2023-11-02T04:32:17.569" v="10265" actId="478"/>
          <ac:grpSpMkLst>
            <pc:docMk/>
            <pc:sldMk cId="0" sldId="582"/>
            <ac:grpSpMk id="54" creationId="{A2AC6DA8-09C4-F19C-9496-B07CDFC051B2}"/>
          </ac:grpSpMkLst>
        </pc:grpChg>
        <pc:grpChg chg="add mod">
          <ac:chgData name="Nursakirah Ab Rahman Muton" userId="423efa6d-ee54-4a96-bb69-a7d6dc1d7e38" providerId="ADAL" clId="{E5418EA3-ED04-44D7-B695-8570AC1018F6}" dt="2023-11-02T04:38:07.941" v="10382" actId="1076"/>
          <ac:grpSpMkLst>
            <pc:docMk/>
            <pc:sldMk cId="0" sldId="582"/>
            <ac:grpSpMk id="56" creationId="{7240C767-E4FD-65D5-6A84-4B241F5CE61A}"/>
          </ac:grpSpMkLst>
        </pc:grpChg>
        <pc:grpChg chg="mod">
          <ac:chgData name="Nursakirah Ab Rahman Muton" userId="423efa6d-ee54-4a96-bb69-a7d6dc1d7e38" providerId="ADAL" clId="{E5418EA3-ED04-44D7-B695-8570AC1018F6}" dt="2023-11-02T04:32:10.827" v="10264" actId="1076"/>
          <ac:grpSpMkLst>
            <pc:docMk/>
            <pc:sldMk cId="0" sldId="582"/>
            <ac:grpSpMk id="87043" creationId="{F12F893E-06FA-C282-AAB6-4A688260AE1E}"/>
          </ac:grpSpMkLst>
        </pc:grpChg>
        <pc:graphicFrameChg chg="add del mod modGraphic">
          <ac:chgData name="Nursakirah Ab Rahman Muton" userId="423efa6d-ee54-4a96-bb69-a7d6dc1d7e38" providerId="ADAL" clId="{E5418EA3-ED04-44D7-B695-8570AC1018F6}" dt="2023-11-02T04:38:21.498" v="10387" actId="478"/>
          <ac:graphicFrameMkLst>
            <pc:docMk/>
            <pc:sldMk cId="0" sldId="582"/>
            <ac:graphicFrameMk id="2" creationId="{1F161CC3-65EE-62FA-28C6-014CDD260A6A}"/>
          </ac:graphicFrameMkLst>
        </pc:graphicFrameChg>
        <pc:graphicFrameChg chg="del">
          <ac:chgData name="Nursakirah Ab Rahman Muton" userId="423efa6d-ee54-4a96-bb69-a7d6dc1d7e38" providerId="ADAL" clId="{E5418EA3-ED04-44D7-B695-8570AC1018F6}" dt="2023-11-02T04:32:17.569" v="10265" actId="478"/>
          <ac:graphicFrameMkLst>
            <pc:docMk/>
            <pc:sldMk cId="0" sldId="582"/>
            <ac:graphicFrameMk id="16" creationId="{EF98EBEE-AEB4-F2B3-12C4-3F0CE470677A}"/>
          </ac:graphicFrameMkLst>
        </pc:graphicFrameChg>
        <pc:picChg chg="del">
          <ac:chgData name="Nursakirah Ab Rahman Muton" userId="423efa6d-ee54-4a96-bb69-a7d6dc1d7e38" providerId="ADAL" clId="{E5418EA3-ED04-44D7-B695-8570AC1018F6}" dt="2023-11-02T04:31:12.061" v="10255" actId="478"/>
          <ac:picMkLst>
            <pc:docMk/>
            <pc:sldMk cId="0" sldId="582"/>
            <ac:picMk id="87044" creationId="{F50D55EF-F326-26A1-9A5A-6D75893A4297}"/>
          </ac:picMkLst>
        </pc:picChg>
        <pc:cxnChg chg="add mod">
          <ac:chgData name="Nursakirah Ab Rahman Muton" userId="423efa6d-ee54-4a96-bb69-a7d6dc1d7e38" providerId="ADAL" clId="{E5418EA3-ED04-44D7-B695-8570AC1018F6}" dt="2023-11-02T04:34:32.456" v="10332" actId="14100"/>
          <ac:cxnSpMkLst>
            <pc:docMk/>
            <pc:sldMk cId="0" sldId="582"/>
            <ac:cxnSpMk id="5" creationId="{92FDC7E5-DAFE-F482-AC2F-66269ABD5EC2}"/>
          </ac:cxnSpMkLst>
        </pc:cxnChg>
        <pc:cxnChg chg="add mod">
          <ac:chgData name="Nursakirah Ab Rahman Muton" userId="423efa6d-ee54-4a96-bb69-a7d6dc1d7e38" providerId="ADAL" clId="{E5418EA3-ED04-44D7-B695-8570AC1018F6}" dt="2023-11-02T04:34:36.569" v="10334" actId="1076"/>
          <ac:cxnSpMkLst>
            <pc:docMk/>
            <pc:sldMk cId="0" sldId="582"/>
            <ac:cxnSpMk id="6" creationId="{0C46252B-BEC4-932B-A37F-6711D60838F0}"/>
          </ac:cxnSpMkLst>
        </pc:cxnChg>
        <pc:cxnChg chg="mod">
          <ac:chgData name="Nursakirah Ab Rahman Muton" userId="423efa6d-ee54-4a96-bb69-a7d6dc1d7e38" providerId="ADAL" clId="{E5418EA3-ED04-44D7-B695-8570AC1018F6}" dt="2023-11-02T04:34:46.870" v="10337"/>
          <ac:cxnSpMkLst>
            <pc:docMk/>
            <pc:sldMk cId="0" sldId="582"/>
            <ac:cxnSpMk id="12" creationId="{B70096BF-70B3-B2E4-3394-68422559DDEE}"/>
          </ac:cxnSpMkLst>
        </pc:cxnChg>
        <pc:cxnChg chg="del mod">
          <ac:chgData name="Nursakirah Ab Rahman Muton" userId="423efa6d-ee54-4a96-bb69-a7d6dc1d7e38" providerId="ADAL" clId="{E5418EA3-ED04-44D7-B695-8570AC1018F6}" dt="2023-11-02T04:34:53.092" v="10339" actId="478"/>
          <ac:cxnSpMkLst>
            <pc:docMk/>
            <pc:sldMk cId="0" sldId="582"/>
            <ac:cxnSpMk id="13" creationId="{4A453B6B-EBFC-516F-9305-E8DA0FEC0FF2}"/>
          </ac:cxnSpMkLst>
        </pc:cxnChg>
        <pc:cxnChg chg="mod">
          <ac:chgData name="Nursakirah Ab Rahman Muton" userId="423efa6d-ee54-4a96-bb69-a7d6dc1d7e38" providerId="ADAL" clId="{E5418EA3-ED04-44D7-B695-8570AC1018F6}" dt="2023-11-02T04:35:00.310" v="10341"/>
          <ac:cxnSpMkLst>
            <pc:docMk/>
            <pc:sldMk cId="0" sldId="582"/>
            <ac:cxnSpMk id="19" creationId="{E0F5CA3C-6CD8-CEAD-3FC7-13C235F5665A}"/>
          </ac:cxnSpMkLst>
        </pc:cxnChg>
        <pc:cxnChg chg="mod">
          <ac:chgData name="Nursakirah Ab Rahman Muton" userId="423efa6d-ee54-4a96-bb69-a7d6dc1d7e38" providerId="ADAL" clId="{E5418EA3-ED04-44D7-B695-8570AC1018F6}" dt="2023-11-02T04:35:00.310" v="10341"/>
          <ac:cxnSpMkLst>
            <pc:docMk/>
            <pc:sldMk cId="0" sldId="582"/>
            <ac:cxnSpMk id="20" creationId="{742E47F8-D6B1-865F-640D-26A0C50A14AB}"/>
          </ac:cxnSpMkLst>
        </pc:cxnChg>
        <pc:cxnChg chg="mod">
          <ac:chgData name="Nursakirah Ab Rahman Muton" userId="423efa6d-ee54-4a96-bb69-a7d6dc1d7e38" providerId="ADAL" clId="{E5418EA3-ED04-44D7-B695-8570AC1018F6}" dt="2023-11-02T04:35:22.988" v="10347" actId="1076"/>
          <ac:cxnSpMkLst>
            <pc:docMk/>
            <pc:sldMk cId="0" sldId="582"/>
            <ac:cxnSpMk id="27" creationId="{9924877C-24F5-2B38-4639-2767686B280B}"/>
          </ac:cxnSpMkLst>
        </pc:cxnChg>
        <pc:cxnChg chg="del mod topLvl">
          <ac:chgData name="Nursakirah Ab Rahman Muton" userId="423efa6d-ee54-4a96-bb69-a7d6dc1d7e38" providerId="ADAL" clId="{E5418EA3-ED04-44D7-B695-8570AC1018F6}" dt="2023-11-02T04:35:35.107" v="10351" actId="478"/>
          <ac:cxnSpMkLst>
            <pc:docMk/>
            <pc:sldMk cId="0" sldId="582"/>
            <ac:cxnSpMk id="32" creationId="{F24DEF13-F766-630E-1DD7-9D1D078B8F7E}"/>
          </ac:cxnSpMkLst>
        </pc:cxnChg>
        <pc:cxnChg chg="add mod">
          <ac:chgData name="Nursakirah Ab Rahman Muton" userId="423efa6d-ee54-4a96-bb69-a7d6dc1d7e38" providerId="ADAL" clId="{E5418EA3-ED04-44D7-B695-8570AC1018F6}" dt="2023-11-02T04:38:45.589" v="10391" actId="693"/>
          <ac:cxnSpMkLst>
            <pc:docMk/>
            <pc:sldMk cId="0" sldId="582"/>
            <ac:cxnSpMk id="62" creationId="{FD744CFF-5A44-63D5-B784-AF1F92CF71C6}"/>
          </ac:cxnSpMkLst>
        </pc:cxnChg>
        <pc:cxnChg chg="add mod">
          <ac:chgData name="Nursakirah Ab Rahman Muton" userId="423efa6d-ee54-4a96-bb69-a7d6dc1d7e38" providerId="ADAL" clId="{E5418EA3-ED04-44D7-B695-8570AC1018F6}" dt="2023-11-02T04:38:51.419" v="10393" actId="1076"/>
          <ac:cxnSpMkLst>
            <pc:docMk/>
            <pc:sldMk cId="0" sldId="582"/>
            <ac:cxnSpMk id="63" creationId="{D72F69E0-B2EC-7F5F-9A9D-F10505351760}"/>
          </ac:cxnSpMkLst>
        </pc:cxnChg>
        <pc:cxnChg chg="del">
          <ac:chgData name="Nursakirah Ab Rahman Muton" userId="423efa6d-ee54-4a96-bb69-a7d6dc1d7e38" providerId="ADAL" clId="{E5418EA3-ED04-44D7-B695-8570AC1018F6}" dt="2023-11-02T04:32:17.569" v="10265" actId="478"/>
          <ac:cxnSpMkLst>
            <pc:docMk/>
            <pc:sldMk cId="0" sldId="582"/>
            <ac:cxnSpMk id="87073" creationId="{BCE83A88-CF66-F0AA-4B79-4C22385667C2}"/>
          </ac:cxnSpMkLst>
        </pc:cxnChg>
        <pc:cxnChg chg="del">
          <ac:chgData name="Nursakirah Ab Rahman Muton" userId="423efa6d-ee54-4a96-bb69-a7d6dc1d7e38" providerId="ADAL" clId="{E5418EA3-ED04-44D7-B695-8570AC1018F6}" dt="2023-11-02T04:32:17.569" v="10265" actId="478"/>
          <ac:cxnSpMkLst>
            <pc:docMk/>
            <pc:sldMk cId="0" sldId="582"/>
            <ac:cxnSpMk id="87074" creationId="{175EBFCC-5FD4-D9DC-AF64-6CCDF2727E6B}"/>
          </ac:cxnSpMkLst>
        </pc:cxnChg>
        <pc:cxnChg chg="del">
          <ac:chgData name="Nursakirah Ab Rahman Muton" userId="423efa6d-ee54-4a96-bb69-a7d6dc1d7e38" providerId="ADAL" clId="{E5418EA3-ED04-44D7-B695-8570AC1018F6}" dt="2023-11-02T04:32:17.569" v="10265" actId="478"/>
          <ac:cxnSpMkLst>
            <pc:docMk/>
            <pc:sldMk cId="0" sldId="582"/>
            <ac:cxnSpMk id="87075" creationId="{8D8D933A-C8C5-D0E5-EC5B-DDFA1B90F86C}"/>
          </ac:cxnSpMkLst>
        </pc:cxnChg>
        <pc:cxnChg chg="del">
          <ac:chgData name="Nursakirah Ab Rahman Muton" userId="423efa6d-ee54-4a96-bb69-a7d6dc1d7e38" providerId="ADAL" clId="{E5418EA3-ED04-44D7-B695-8570AC1018F6}" dt="2023-11-02T04:32:17.569" v="10265" actId="478"/>
          <ac:cxnSpMkLst>
            <pc:docMk/>
            <pc:sldMk cId="0" sldId="582"/>
            <ac:cxnSpMk id="87076" creationId="{46BB32A1-9784-4F89-7505-C88A36F99F6B}"/>
          </ac:cxnSpMkLst>
        </pc:cxnChg>
        <pc:cxnChg chg="mod">
          <ac:chgData name="Nursakirah Ab Rahman Muton" userId="423efa6d-ee54-4a96-bb69-a7d6dc1d7e38" providerId="ADAL" clId="{E5418EA3-ED04-44D7-B695-8570AC1018F6}" dt="2023-11-02T04:32:10.827" v="10264" actId="1076"/>
          <ac:cxnSpMkLst>
            <pc:docMk/>
            <pc:sldMk cId="0" sldId="582"/>
            <ac:cxnSpMk id="87102" creationId="{D7DE2D7C-B3A9-C02F-C843-CA291193097C}"/>
          </ac:cxnSpMkLst>
        </pc:cxnChg>
        <pc:cxnChg chg="mod">
          <ac:chgData name="Nursakirah Ab Rahman Muton" userId="423efa6d-ee54-4a96-bb69-a7d6dc1d7e38" providerId="ADAL" clId="{E5418EA3-ED04-44D7-B695-8570AC1018F6}" dt="2023-11-02T04:32:10.827" v="10264" actId="1076"/>
          <ac:cxnSpMkLst>
            <pc:docMk/>
            <pc:sldMk cId="0" sldId="582"/>
            <ac:cxnSpMk id="87103" creationId="{607CC2C0-BF27-47F5-A898-1195AE73F9A1}"/>
          </ac:cxnSpMkLst>
        </pc:cxnChg>
        <pc:cxnChg chg="mod">
          <ac:chgData name="Nursakirah Ab Rahman Muton" userId="423efa6d-ee54-4a96-bb69-a7d6dc1d7e38" providerId="ADAL" clId="{E5418EA3-ED04-44D7-B695-8570AC1018F6}" dt="2023-11-02T04:32:10.827" v="10264" actId="1076"/>
          <ac:cxnSpMkLst>
            <pc:docMk/>
            <pc:sldMk cId="0" sldId="582"/>
            <ac:cxnSpMk id="87104" creationId="{6B400EA7-86FF-42BB-4ABB-F3569E2FF3D0}"/>
          </ac:cxnSpMkLst>
        </pc:cxnChg>
        <pc:cxnChg chg="mod">
          <ac:chgData name="Nursakirah Ab Rahman Muton" userId="423efa6d-ee54-4a96-bb69-a7d6dc1d7e38" providerId="ADAL" clId="{E5418EA3-ED04-44D7-B695-8570AC1018F6}" dt="2023-11-02T04:32:10.827" v="10264" actId="1076"/>
          <ac:cxnSpMkLst>
            <pc:docMk/>
            <pc:sldMk cId="0" sldId="582"/>
            <ac:cxnSpMk id="87105" creationId="{35C9E23F-FC2A-35C9-B83C-EBB4C5EF4EB8}"/>
          </ac:cxnSpMkLst>
        </pc:cxnChg>
      </pc:sldChg>
      <pc:sldChg chg="del">
        <pc:chgData name="Nursakirah Ab Rahman Muton" userId="423efa6d-ee54-4a96-bb69-a7d6dc1d7e38" providerId="ADAL" clId="{E5418EA3-ED04-44D7-B695-8570AC1018F6}" dt="2023-11-02T04:55:57.809" v="10534" actId="47"/>
        <pc:sldMkLst>
          <pc:docMk/>
          <pc:sldMk cId="0" sldId="583"/>
        </pc:sldMkLst>
      </pc:sldChg>
      <pc:sldChg chg="modSp mod modNotesTx">
        <pc:chgData name="Nursakirah Ab Rahman Muton" userId="423efa6d-ee54-4a96-bb69-a7d6dc1d7e38" providerId="ADAL" clId="{E5418EA3-ED04-44D7-B695-8570AC1018F6}" dt="2023-10-31T01:15:17.711" v="49"/>
        <pc:sldMkLst>
          <pc:docMk/>
          <pc:sldMk cId="0" sldId="585"/>
        </pc:sldMkLst>
        <pc:spChg chg="mod">
          <ac:chgData name="Nursakirah Ab Rahman Muton" userId="423efa6d-ee54-4a96-bb69-a7d6dc1d7e38" providerId="ADAL" clId="{E5418EA3-ED04-44D7-B695-8570AC1018F6}" dt="2023-10-31T01:14:56.072" v="46" actId="403"/>
          <ac:spMkLst>
            <pc:docMk/>
            <pc:sldMk cId="0" sldId="585"/>
            <ac:spMk id="18435" creationId="{727F56E2-15B6-8916-5382-2211026FF005}"/>
          </ac:spMkLst>
        </pc:spChg>
      </pc:sldChg>
      <pc:sldChg chg="addSp delSp modSp mod">
        <pc:chgData name="Nursakirah Ab Rahman Muton" userId="423efa6d-ee54-4a96-bb69-a7d6dc1d7e38" providerId="ADAL" clId="{E5418EA3-ED04-44D7-B695-8570AC1018F6}" dt="2023-10-31T01:17:42.057" v="126" actId="1076"/>
        <pc:sldMkLst>
          <pc:docMk/>
          <pc:sldMk cId="0" sldId="586"/>
        </pc:sldMkLst>
        <pc:spChg chg="del">
          <ac:chgData name="Nursakirah Ab Rahman Muton" userId="423efa6d-ee54-4a96-bb69-a7d6dc1d7e38" providerId="ADAL" clId="{E5418EA3-ED04-44D7-B695-8570AC1018F6}" dt="2023-10-31T01:17:23.119" v="121" actId="478"/>
          <ac:spMkLst>
            <pc:docMk/>
            <pc:sldMk cId="0" sldId="586"/>
            <ac:spMk id="20484" creationId="{064F1AC6-D097-6B7B-C84E-EF52B43F52CD}"/>
          </ac:spMkLst>
        </pc:spChg>
        <pc:picChg chg="add mod">
          <ac:chgData name="Nursakirah Ab Rahman Muton" userId="423efa6d-ee54-4a96-bb69-a7d6dc1d7e38" providerId="ADAL" clId="{E5418EA3-ED04-44D7-B695-8570AC1018F6}" dt="2023-10-31T01:17:42.057" v="126" actId="1076"/>
          <ac:picMkLst>
            <pc:docMk/>
            <pc:sldMk cId="0" sldId="586"/>
            <ac:picMk id="3" creationId="{2A7EA0DF-86CE-0F37-AA96-A575EF3087A2}"/>
          </ac:picMkLst>
        </pc:picChg>
        <pc:cxnChg chg="del">
          <ac:chgData name="Nursakirah Ab Rahman Muton" userId="423efa6d-ee54-4a96-bb69-a7d6dc1d7e38" providerId="ADAL" clId="{E5418EA3-ED04-44D7-B695-8570AC1018F6}" dt="2023-10-31T01:17:24.882" v="122" actId="478"/>
          <ac:cxnSpMkLst>
            <pc:docMk/>
            <pc:sldMk cId="0" sldId="586"/>
            <ac:cxnSpMk id="20485" creationId="{D85EEABE-BD04-CCD7-6C24-0A962370AE45}"/>
          </ac:cxnSpMkLst>
        </pc:cxnChg>
      </pc:sldChg>
      <pc:sldChg chg="del">
        <pc:chgData name="Nursakirah Ab Rahman Muton" userId="423efa6d-ee54-4a96-bb69-a7d6dc1d7e38" providerId="ADAL" clId="{E5418EA3-ED04-44D7-B695-8570AC1018F6}" dt="2023-10-31T03:02:46.206" v="1663" actId="47"/>
        <pc:sldMkLst>
          <pc:docMk/>
          <pc:sldMk cId="0" sldId="587"/>
        </pc:sldMkLst>
      </pc:sldChg>
      <pc:sldChg chg="del">
        <pc:chgData name="Nursakirah Ab Rahman Muton" userId="423efa6d-ee54-4a96-bb69-a7d6dc1d7e38" providerId="ADAL" clId="{E5418EA3-ED04-44D7-B695-8570AC1018F6}" dt="2023-10-31T03:05:37.360" v="1744" actId="47"/>
        <pc:sldMkLst>
          <pc:docMk/>
          <pc:sldMk cId="0" sldId="588"/>
        </pc:sldMkLst>
      </pc:sldChg>
      <pc:sldChg chg="del">
        <pc:chgData name="Nursakirah Ab Rahman Muton" userId="423efa6d-ee54-4a96-bb69-a7d6dc1d7e38" providerId="ADAL" clId="{E5418EA3-ED04-44D7-B695-8570AC1018F6}" dt="2023-10-31T03:14:41.742" v="1787" actId="47"/>
        <pc:sldMkLst>
          <pc:docMk/>
          <pc:sldMk cId="0" sldId="589"/>
        </pc:sldMkLst>
      </pc:sldChg>
      <pc:sldChg chg="del">
        <pc:chgData name="Nursakirah Ab Rahman Muton" userId="423efa6d-ee54-4a96-bb69-a7d6dc1d7e38" providerId="ADAL" clId="{E5418EA3-ED04-44D7-B695-8570AC1018F6}" dt="2023-10-31T03:22:10.388" v="1870" actId="47"/>
        <pc:sldMkLst>
          <pc:docMk/>
          <pc:sldMk cId="0" sldId="590"/>
        </pc:sldMkLst>
      </pc:sldChg>
      <pc:sldChg chg="del">
        <pc:chgData name="Nursakirah Ab Rahman Muton" userId="423efa6d-ee54-4a96-bb69-a7d6dc1d7e38" providerId="ADAL" clId="{E5418EA3-ED04-44D7-B695-8570AC1018F6}" dt="2023-10-31T03:25:45.872" v="1949" actId="47"/>
        <pc:sldMkLst>
          <pc:docMk/>
          <pc:sldMk cId="0" sldId="591"/>
        </pc:sldMkLst>
      </pc:sldChg>
      <pc:sldChg chg="del">
        <pc:chgData name="Nursakirah Ab Rahman Muton" userId="423efa6d-ee54-4a96-bb69-a7d6dc1d7e38" providerId="ADAL" clId="{E5418EA3-ED04-44D7-B695-8570AC1018F6}" dt="2023-10-31T03:37:02.729" v="2406" actId="47"/>
        <pc:sldMkLst>
          <pc:docMk/>
          <pc:sldMk cId="0" sldId="592"/>
        </pc:sldMkLst>
      </pc:sldChg>
      <pc:sldChg chg="modSp del mod">
        <pc:chgData name="Nursakirah Ab Rahman Muton" userId="423efa6d-ee54-4a96-bb69-a7d6dc1d7e38" providerId="ADAL" clId="{E5418EA3-ED04-44D7-B695-8570AC1018F6}" dt="2023-10-31T03:39:31.410" v="2432" actId="47"/>
        <pc:sldMkLst>
          <pc:docMk/>
          <pc:sldMk cId="0" sldId="593"/>
        </pc:sldMkLst>
        <pc:spChg chg="mod">
          <ac:chgData name="Nursakirah Ab Rahman Muton" userId="423efa6d-ee54-4a96-bb69-a7d6dc1d7e38" providerId="ADAL" clId="{E5418EA3-ED04-44D7-B695-8570AC1018F6}" dt="2023-10-31T03:38:19.916" v="2417" actId="21"/>
          <ac:spMkLst>
            <pc:docMk/>
            <pc:sldMk cId="0" sldId="593"/>
            <ac:spMk id="45059" creationId="{672F6031-B9FD-A081-D493-B4E97D6C477C}"/>
          </ac:spMkLst>
        </pc:spChg>
      </pc:sldChg>
      <pc:sldChg chg="addSp modSp mod">
        <pc:chgData name="Nursakirah Ab Rahman Muton" userId="423efa6d-ee54-4a96-bb69-a7d6dc1d7e38" providerId="ADAL" clId="{E5418EA3-ED04-44D7-B695-8570AC1018F6}" dt="2023-11-01T08:41:35.724" v="5375" actId="13822"/>
        <pc:sldMkLst>
          <pc:docMk/>
          <pc:sldMk cId="0" sldId="594"/>
        </pc:sldMkLst>
        <pc:spChg chg="add mod">
          <ac:chgData name="Nursakirah Ab Rahman Muton" userId="423efa6d-ee54-4a96-bb69-a7d6dc1d7e38" providerId="ADAL" clId="{E5418EA3-ED04-44D7-B695-8570AC1018F6}" dt="2023-11-01T08:41:32.710" v="5374" actId="13822"/>
          <ac:spMkLst>
            <pc:docMk/>
            <pc:sldMk cId="0" sldId="594"/>
            <ac:spMk id="2" creationId="{714AEB8A-553B-00CF-868A-11C6A4B1ED7E}"/>
          </ac:spMkLst>
        </pc:spChg>
        <pc:spChg chg="add mod">
          <ac:chgData name="Nursakirah Ab Rahman Muton" userId="423efa6d-ee54-4a96-bb69-a7d6dc1d7e38" providerId="ADAL" clId="{E5418EA3-ED04-44D7-B695-8570AC1018F6}" dt="2023-11-01T08:41:35.724" v="5375" actId="13822"/>
          <ac:spMkLst>
            <pc:docMk/>
            <pc:sldMk cId="0" sldId="594"/>
            <ac:spMk id="3" creationId="{1D63A40E-7CB2-1A71-9092-5C4CDCA86E9C}"/>
          </ac:spMkLst>
        </pc:spChg>
        <pc:spChg chg="add mod">
          <ac:chgData name="Nursakirah Ab Rahman Muton" userId="423efa6d-ee54-4a96-bb69-a7d6dc1d7e38" providerId="ADAL" clId="{E5418EA3-ED04-44D7-B695-8570AC1018F6}" dt="2023-11-01T08:41:23.099" v="5371" actId="1076"/>
          <ac:spMkLst>
            <pc:docMk/>
            <pc:sldMk cId="0" sldId="594"/>
            <ac:spMk id="4" creationId="{CBD4F8C0-1E09-00D6-3EA4-6768BB0A6DCB}"/>
          </ac:spMkLst>
        </pc:spChg>
        <pc:spChg chg="mod">
          <ac:chgData name="Nursakirah Ab Rahman Muton" userId="423efa6d-ee54-4a96-bb69-a7d6dc1d7e38" providerId="ADAL" clId="{E5418EA3-ED04-44D7-B695-8570AC1018F6}" dt="2023-11-01T08:40:25.165" v="5300" actId="403"/>
          <ac:spMkLst>
            <pc:docMk/>
            <pc:sldMk cId="0" sldId="594"/>
            <ac:spMk id="52227" creationId="{99FFECB2-4A14-670B-A7BA-5869C30FF32C}"/>
          </ac:spMkLst>
        </pc:spChg>
      </pc:sldChg>
      <pc:sldChg chg="del">
        <pc:chgData name="Nursakirah Ab Rahman Muton" userId="423efa6d-ee54-4a96-bb69-a7d6dc1d7e38" providerId="ADAL" clId="{E5418EA3-ED04-44D7-B695-8570AC1018F6}" dt="2023-11-01T08:41:52.625" v="5378" actId="47"/>
        <pc:sldMkLst>
          <pc:docMk/>
          <pc:sldMk cId="0" sldId="595"/>
        </pc:sldMkLst>
      </pc:sldChg>
      <pc:sldChg chg="del">
        <pc:chgData name="Nursakirah Ab Rahman Muton" userId="423efa6d-ee54-4a96-bb69-a7d6dc1d7e38" providerId="ADAL" clId="{E5418EA3-ED04-44D7-B695-8570AC1018F6}" dt="2023-11-01T08:42:01.291" v="5379" actId="47"/>
        <pc:sldMkLst>
          <pc:docMk/>
          <pc:sldMk cId="0" sldId="596"/>
        </pc:sldMkLst>
      </pc:sldChg>
      <pc:sldChg chg="addSp modSp mod modNotesTx">
        <pc:chgData name="Nursakirah Ab Rahman Muton" userId="423efa6d-ee54-4a96-bb69-a7d6dc1d7e38" providerId="ADAL" clId="{E5418EA3-ED04-44D7-B695-8570AC1018F6}" dt="2023-11-13T10:28:29.536" v="17005" actId="20577"/>
        <pc:sldMkLst>
          <pc:docMk/>
          <pc:sldMk cId="0" sldId="597"/>
        </pc:sldMkLst>
        <pc:spChg chg="mod">
          <ac:chgData name="Nursakirah Ab Rahman Muton" userId="423efa6d-ee54-4a96-bb69-a7d6dc1d7e38" providerId="ADAL" clId="{E5418EA3-ED04-44D7-B695-8570AC1018F6}" dt="2023-11-13T10:04:00.669" v="16053" actId="14100"/>
          <ac:spMkLst>
            <pc:docMk/>
            <pc:sldMk cId="0" sldId="597"/>
            <ac:spMk id="62466" creationId="{E22B921C-51DC-F8D9-44B9-9D8038E312A7}"/>
          </ac:spMkLst>
        </pc:spChg>
        <pc:picChg chg="add mod">
          <ac:chgData name="Nursakirah Ab Rahman Muton" userId="423efa6d-ee54-4a96-bb69-a7d6dc1d7e38" providerId="ADAL" clId="{E5418EA3-ED04-44D7-B695-8570AC1018F6}" dt="2023-11-01T08:51:40.859" v="5444" actId="1076"/>
          <ac:picMkLst>
            <pc:docMk/>
            <pc:sldMk cId="0" sldId="597"/>
            <ac:picMk id="2" creationId="{1E0C2FFA-DA98-589E-EC5B-0B9E6585830C}"/>
          </ac:picMkLst>
        </pc:picChg>
      </pc:sldChg>
      <pc:sldChg chg="addSp delSp modSp mod">
        <pc:chgData name="Nursakirah Ab Rahman Muton" userId="423efa6d-ee54-4a96-bb69-a7d6dc1d7e38" providerId="ADAL" clId="{E5418EA3-ED04-44D7-B695-8570AC1018F6}" dt="2023-11-01T09:41:47.742" v="5510" actId="1076"/>
        <pc:sldMkLst>
          <pc:docMk/>
          <pc:sldMk cId="0" sldId="598"/>
        </pc:sldMkLst>
        <pc:spChg chg="mod">
          <ac:chgData name="Nursakirah Ab Rahman Muton" userId="423efa6d-ee54-4a96-bb69-a7d6dc1d7e38" providerId="ADAL" clId="{E5418EA3-ED04-44D7-B695-8570AC1018F6}" dt="2023-11-01T09:41:43.111" v="5509" actId="20577"/>
          <ac:spMkLst>
            <pc:docMk/>
            <pc:sldMk cId="0" sldId="598"/>
            <ac:spMk id="64514" creationId="{3AA89796-B0BD-14D0-257C-5F3F9B1521C2}"/>
          </ac:spMkLst>
        </pc:spChg>
        <pc:spChg chg="mod">
          <ac:chgData name="Nursakirah Ab Rahman Muton" userId="423efa6d-ee54-4a96-bb69-a7d6dc1d7e38" providerId="ADAL" clId="{E5418EA3-ED04-44D7-B695-8570AC1018F6}" dt="2023-11-01T09:41:47.742" v="5510" actId="1076"/>
          <ac:spMkLst>
            <pc:docMk/>
            <pc:sldMk cId="0" sldId="598"/>
            <ac:spMk id="64518" creationId="{28622629-8627-0BDC-2926-B6C8C034CDF6}"/>
          </ac:spMkLst>
        </pc:spChg>
        <pc:spChg chg="mod">
          <ac:chgData name="Nursakirah Ab Rahman Muton" userId="423efa6d-ee54-4a96-bb69-a7d6dc1d7e38" providerId="ADAL" clId="{E5418EA3-ED04-44D7-B695-8570AC1018F6}" dt="2023-11-01T09:23:38.884" v="5447" actId="1076"/>
          <ac:spMkLst>
            <pc:docMk/>
            <pc:sldMk cId="0" sldId="598"/>
            <ac:spMk id="64519" creationId="{14BD450B-049F-5655-1F9F-812A05B60153}"/>
          </ac:spMkLst>
        </pc:spChg>
        <pc:spChg chg="mod">
          <ac:chgData name="Nursakirah Ab Rahman Muton" userId="423efa6d-ee54-4a96-bb69-a7d6dc1d7e38" providerId="ADAL" clId="{E5418EA3-ED04-44D7-B695-8570AC1018F6}" dt="2023-11-01T09:23:38.884" v="5447" actId="1076"/>
          <ac:spMkLst>
            <pc:docMk/>
            <pc:sldMk cId="0" sldId="598"/>
            <ac:spMk id="64524" creationId="{DE23FE6E-8123-F6D9-3C11-004958204708}"/>
          </ac:spMkLst>
        </pc:spChg>
        <pc:grpChg chg="del mod">
          <ac:chgData name="Nursakirah Ab Rahman Muton" userId="423efa6d-ee54-4a96-bb69-a7d6dc1d7e38" providerId="ADAL" clId="{E5418EA3-ED04-44D7-B695-8570AC1018F6}" dt="2023-11-01T09:39:14.190" v="5498" actId="478"/>
          <ac:grpSpMkLst>
            <pc:docMk/>
            <pc:sldMk cId="0" sldId="598"/>
            <ac:grpSpMk id="64516" creationId="{0B004DD0-1C23-9C70-C30C-2415D35FFC22}"/>
          </ac:grpSpMkLst>
        </pc:grpChg>
        <pc:grpChg chg="del mod">
          <ac:chgData name="Nursakirah Ab Rahman Muton" userId="423efa6d-ee54-4a96-bb69-a7d6dc1d7e38" providerId="ADAL" clId="{E5418EA3-ED04-44D7-B695-8570AC1018F6}" dt="2023-11-01T09:39:16.485" v="5499" actId="478"/>
          <ac:grpSpMkLst>
            <pc:docMk/>
            <pc:sldMk cId="0" sldId="598"/>
            <ac:grpSpMk id="64517" creationId="{166AB66E-A974-A193-3834-A2C5F9D9F43A}"/>
          </ac:grpSpMkLst>
        </pc:grpChg>
        <pc:picChg chg="add mod">
          <ac:chgData name="Nursakirah Ab Rahman Muton" userId="423efa6d-ee54-4a96-bb69-a7d6dc1d7e38" providerId="ADAL" clId="{E5418EA3-ED04-44D7-B695-8570AC1018F6}" dt="2023-11-01T09:41:47.742" v="5510" actId="1076"/>
          <ac:picMkLst>
            <pc:docMk/>
            <pc:sldMk cId="0" sldId="598"/>
            <ac:picMk id="2" creationId="{2371C03E-2AAE-43E1-09C3-E739C84C3AAE}"/>
          </ac:picMkLst>
        </pc:picChg>
        <pc:picChg chg="add mod">
          <ac:chgData name="Nursakirah Ab Rahman Muton" userId="423efa6d-ee54-4a96-bb69-a7d6dc1d7e38" providerId="ADAL" clId="{E5418EA3-ED04-44D7-B695-8570AC1018F6}" dt="2023-11-01T09:41:47.742" v="5510" actId="1076"/>
          <ac:picMkLst>
            <pc:docMk/>
            <pc:sldMk cId="0" sldId="598"/>
            <ac:picMk id="3" creationId="{189464C7-59A6-AEAD-8369-B1743EB7BAE2}"/>
          </ac:picMkLst>
        </pc:picChg>
        <pc:cxnChg chg="mod">
          <ac:chgData name="Nursakirah Ab Rahman Muton" userId="423efa6d-ee54-4a96-bb69-a7d6dc1d7e38" providerId="ADAL" clId="{E5418EA3-ED04-44D7-B695-8570AC1018F6}" dt="2023-11-01T09:23:38.884" v="5447" actId="1076"/>
          <ac:cxnSpMkLst>
            <pc:docMk/>
            <pc:sldMk cId="0" sldId="598"/>
            <ac:cxnSpMk id="64520" creationId="{C41926DA-D5E5-8FC0-9E04-7F96910108F0}"/>
          </ac:cxnSpMkLst>
        </pc:cxnChg>
        <pc:cxnChg chg="mod">
          <ac:chgData name="Nursakirah Ab Rahman Muton" userId="423efa6d-ee54-4a96-bb69-a7d6dc1d7e38" providerId="ADAL" clId="{E5418EA3-ED04-44D7-B695-8570AC1018F6}" dt="2023-11-01T09:23:38.884" v="5447" actId="1076"/>
          <ac:cxnSpMkLst>
            <pc:docMk/>
            <pc:sldMk cId="0" sldId="598"/>
            <ac:cxnSpMk id="64521" creationId="{3121F3F5-1DFD-FAAB-0CA2-551B737DDA23}"/>
          </ac:cxnSpMkLst>
        </pc:cxnChg>
        <pc:cxnChg chg="mod">
          <ac:chgData name="Nursakirah Ab Rahman Muton" userId="423efa6d-ee54-4a96-bb69-a7d6dc1d7e38" providerId="ADAL" clId="{E5418EA3-ED04-44D7-B695-8570AC1018F6}" dt="2023-11-01T09:23:38.884" v="5447" actId="1076"/>
          <ac:cxnSpMkLst>
            <pc:docMk/>
            <pc:sldMk cId="0" sldId="598"/>
            <ac:cxnSpMk id="64522" creationId="{019E26AF-168C-0D15-8466-E3532A89E5FF}"/>
          </ac:cxnSpMkLst>
        </pc:cxnChg>
        <pc:cxnChg chg="mod">
          <ac:chgData name="Nursakirah Ab Rahman Muton" userId="423efa6d-ee54-4a96-bb69-a7d6dc1d7e38" providerId="ADAL" clId="{E5418EA3-ED04-44D7-B695-8570AC1018F6}" dt="2023-11-01T09:23:38.884" v="5447" actId="1076"/>
          <ac:cxnSpMkLst>
            <pc:docMk/>
            <pc:sldMk cId="0" sldId="598"/>
            <ac:cxnSpMk id="64523" creationId="{1AD825B0-12F0-219F-A8F4-0865F4934575}"/>
          </ac:cxnSpMkLst>
        </pc:cxnChg>
        <pc:cxnChg chg="mod">
          <ac:chgData name="Nursakirah Ab Rahman Muton" userId="423efa6d-ee54-4a96-bb69-a7d6dc1d7e38" providerId="ADAL" clId="{E5418EA3-ED04-44D7-B695-8570AC1018F6}" dt="2023-11-01T09:23:38.884" v="5447" actId="1076"/>
          <ac:cxnSpMkLst>
            <pc:docMk/>
            <pc:sldMk cId="0" sldId="598"/>
            <ac:cxnSpMk id="64525" creationId="{A13D2F38-FEE8-7050-CD2A-DAC59E5FDA57}"/>
          </ac:cxnSpMkLst>
        </pc:cxnChg>
        <pc:cxnChg chg="mod">
          <ac:chgData name="Nursakirah Ab Rahman Muton" userId="423efa6d-ee54-4a96-bb69-a7d6dc1d7e38" providerId="ADAL" clId="{E5418EA3-ED04-44D7-B695-8570AC1018F6}" dt="2023-11-01T09:23:38.884" v="5447" actId="1076"/>
          <ac:cxnSpMkLst>
            <pc:docMk/>
            <pc:sldMk cId="0" sldId="598"/>
            <ac:cxnSpMk id="64526" creationId="{B410069B-9D6B-7DCD-DBDF-439D0557E6F3}"/>
          </ac:cxnSpMkLst>
        </pc:cxnChg>
      </pc:sldChg>
      <pc:sldChg chg="del">
        <pc:chgData name="Nursakirah Ab Rahman Muton" userId="423efa6d-ee54-4a96-bb69-a7d6dc1d7e38" providerId="ADAL" clId="{E5418EA3-ED04-44D7-B695-8570AC1018F6}" dt="2023-11-02T02:57:20.030" v="8254" actId="47"/>
        <pc:sldMkLst>
          <pc:docMk/>
          <pc:sldMk cId="0" sldId="599"/>
        </pc:sldMkLst>
      </pc:sldChg>
      <pc:sldChg chg="modSp mod modNotesTx">
        <pc:chgData name="Nursakirah Ab Rahman Muton" userId="423efa6d-ee54-4a96-bb69-a7d6dc1d7e38" providerId="ADAL" clId="{E5418EA3-ED04-44D7-B695-8570AC1018F6}" dt="2023-11-02T03:08:19.890" v="8485" actId="20577"/>
        <pc:sldMkLst>
          <pc:docMk/>
          <pc:sldMk cId="0" sldId="600"/>
        </pc:sldMkLst>
        <pc:spChg chg="mod">
          <ac:chgData name="Nursakirah Ab Rahman Muton" userId="423efa6d-ee54-4a96-bb69-a7d6dc1d7e38" providerId="ADAL" clId="{E5418EA3-ED04-44D7-B695-8570AC1018F6}" dt="2023-11-02T03:06:53.180" v="8278" actId="403"/>
          <ac:spMkLst>
            <pc:docMk/>
            <pc:sldMk cId="0" sldId="600"/>
            <ac:spMk id="79874" creationId="{B2177972-ADC2-40DB-173B-936AB68F36ED}"/>
          </ac:spMkLst>
        </pc:spChg>
      </pc:sldChg>
      <pc:sldChg chg="del">
        <pc:chgData name="Nursakirah Ab Rahman Muton" userId="423efa6d-ee54-4a96-bb69-a7d6dc1d7e38" providerId="ADAL" clId="{E5418EA3-ED04-44D7-B695-8570AC1018F6}" dt="2023-11-02T04:56:00.714" v="10536" actId="47"/>
        <pc:sldMkLst>
          <pc:docMk/>
          <pc:sldMk cId="0" sldId="601"/>
        </pc:sldMkLst>
      </pc:sldChg>
      <pc:sldChg chg="del">
        <pc:chgData name="Nursakirah Ab Rahman Muton" userId="423efa6d-ee54-4a96-bb69-a7d6dc1d7e38" providerId="ADAL" clId="{E5418EA3-ED04-44D7-B695-8570AC1018F6}" dt="2023-11-02T04:56:01.948" v="10537" actId="47"/>
        <pc:sldMkLst>
          <pc:docMk/>
          <pc:sldMk cId="0" sldId="602"/>
        </pc:sldMkLst>
      </pc:sldChg>
      <pc:sldChg chg="del">
        <pc:chgData name="Nursakirah Ab Rahman Muton" userId="423efa6d-ee54-4a96-bb69-a7d6dc1d7e38" providerId="ADAL" clId="{E5418EA3-ED04-44D7-B695-8570AC1018F6}" dt="2023-11-02T04:56:03.541" v="10538" actId="47"/>
        <pc:sldMkLst>
          <pc:docMk/>
          <pc:sldMk cId="0" sldId="603"/>
        </pc:sldMkLst>
      </pc:sldChg>
      <pc:sldChg chg="del">
        <pc:chgData name="Nursakirah Ab Rahman Muton" userId="423efa6d-ee54-4a96-bb69-a7d6dc1d7e38" providerId="ADAL" clId="{E5418EA3-ED04-44D7-B695-8570AC1018F6}" dt="2023-11-02T05:10:18.850" v="10788" actId="47"/>
        <pc:sldMkLst>
          <pc:docMk/>
          <pc:sldMk cId="0" sldId="604"/>
        </pc:sldMkLst>
      </pc:sldChg>
      <pc:sldChg chg="addSp delSp modSp mod">
        <pc:chgData name="Nursakirah Ab Rahman Muton" userId="423efa6d-ee54-4a96-bb69-a7d6dc1d7e38" providerId="ADAL" clId="{E5418EA3-ED04-44D7-B695-8570AC1018F6}" dt="2023-11-14T05:58:32.508" v="26446" actId="1076"/>
        <pc:sldMkLst>
          <pc:docMk/>
          <pc:sldMk cId="0" sldId="605"/>
        </pc:sldMkLst>
        <pc:picChg chg="del">
          <ac:chgData name="Nursakirah Ab Rahman Muton" userId="423efa6d-ee54-4a96-bb69-a7d6dc1d7e38" providerId="ADAL" clId="{E5418EA3-ED04-44D7-B695-8570AC1018F6}" dt="2023-11-14T05:58:26.006" v="26444" actId="478"/>
          <ac:picMkLst>
            <pc:docMk/>
            <pc:sldMk cId="0" sldId="605"/>
            <ac:picMk id="3" creationId="{51B86927-C532-BE68-A096-A3EFD5CD3251}"/>
          </ac:picMkLst>
        </pc:picChg>
        <pc:picChg chg="add mod">
          <ac:chgData name="Nursakirah Ab Rahman Muton" userId="423efa6d-ee54-4a96-bb69-a7d6dc1d7e38" providerId="ADAL" clId="{E5418EA3-ED04-44D7-B695-8570AC1018F6}" dt="2023-11-14T05:58:32.508" v="26446" actId="1076"/>
          <ac:picMkLst>
            <pc:docMk/>
            <pc:sldMk cId="0" sldId="605"/>
            <ac:picMk id="4" creationId="{3EC72554-B8FF-348D-AA5E-ACAB59468A12}"/>
          </ac:picMkLst>
        </pc:picChg>
      </pc:sldChg>
      <pc:sldChg chg="modSp mod">
        <pc:chgData name="Nursakirah Ab Rahman Muton" userId="423efa6d-ee54-4a96-bb69-a7d6dc1d7e38" providerId="ADAL" clId="{E5418EA3-ED04-44D7-B695-8570AC1018F6}" dt="2023-11-02T07:02:45.831" v="13216" actId="403"/>
        <pc:sldMkLst>
          <pc:docMk/>
          <pc:sldMk cId="0" sldId="606"/>
        </pc:sldMkLst>
        <pc:spChg chg="mod">
          <ac:chgData name="Nursakirah Ab Rahman Muton" userId="423efa6d-ee54-4a96-bb69-a7d6dc1d7e38" providerId="ADAL" clId="{E5418EA3-ED04-44D7-B695-8570AC1018F6}" dt="2023-11-02T07:02:45.831" v="13216" actId="403"/>
          <ac:spMkLst>
            <pc:docMk/>
            <pc:sldMk cId="0" sldId="606"/>
            <ac:spMk id="112644" creationId="{D57B47EE-A904-BFA7-272C-4AED21FBD47E}"/>
          </ac:spMkLst>
        </pc:spChg>
      </pc:sldChg>
      <pc:sldChg chg="del">
        <pc:chgData name="Nursakirah Ab Rahman Muton" userId="423efa6d-ee54-4a96-bb69-a7d6dc1d7e38" providerId="ADAL" clId="{E5418EA3-ED04-44D7-B695-8570AC1018F6}" dt="2023-11-01T08:42:10.651" v="5380" actId="47"/>
        <pc:sldMkLst>
          <pc:docMk/>
          <pc:sldMk cId="0" sldId="610"/>
        </pc:sldMkLst>
      </pc:sldChg>
      <pc:sldChg chg="del">
        <pc:chgData name="Nursakirah Ab Rahman Muton" userId="423efa6d-ee54-4a96-bb69-a7d6dc1d7e38" providerId="ADAL" clId="{E5418EA3-ED04-44D7-B695-8570AC1018F6}" dt="2023-10-31T03:02:48.104" v="1664" actId="47"/>
        <pc:sldMkLst>
          <pc:docMk/>
          <pc:sldMk cId="0" sldId="611"/>
        </pc:sldMkLst>
      </pc:sldChg>
      <pc:sldChg chg="del">
        <pc:chgData name="Nursakirah Ab Rahman Muton" userId="423efa6d-ee54-4a96-bb69-a7d6dc1d7e38" providerId="ADAL" clId="{E5418EA3-ED04-44D7-B695-8570AC1018F6}" dt="2023-11-01T08:47:06.797" v="5402" actId="47"/>
        <pc:sldMkLst>
          <pc:docMk/>
          <pc:sldMk cId="0" sldId="612"/>
        </pc:sldMkLst>
      </pc:sldChg>
      <pc:sldChg chg="del">
        <pc:chgData name="Nursakirah Ab Rahman Muton" userId="423efa6d-ee54-4a96-bb69-a7d6dc1d7e38" providerId="ADAL" clId="{E5418EA3-ED04-44D7-B695-8570AC1018F6}" dt="2023-11-02T04:55:59.149" v="10535" actId="47"/>
        <pc:sldMkLst>
          <pc:docMk/>
          <pc:sldMk cId="0" sldId="613"/>
        </pc:sldMkLst>
      </pc:sldChg>
      <pc:sldChg chg="del">
        <pc:chgData name="Nursakirah Ab Rahman Muton" userId="423efa6d-ee54-4a96-bb69-a7d6dc1d7e38" providerId="ADAL" clId="{E5418EA3-ED04-44D7-B695-8570AC1018F6}" dt="2023-11-02T06:01:04.919" v="12605" actId="47"/>
        <pc:sldMkLst>
          <pc:docMk/>
          <pc:sldMk cId="0" sldId="614"/>
        </pc:sldMkLst>
      </pc:sldChg>
      <pc:sldChg chg="addSp delSp modSp new mod">
        <pc:chgData name="Nursakirah Ab Rahman Muton" userId="423efa6d-ee54-4a96-bb69-a7d6dc1d7e38" providerId="ADAL" clId="{E5418EA3-ED04-44D7-B695-8570AC1018F6}" dt="2023-10-31T01:34:10.939" v="599" actId="1076"/>
        <pc:sldMkLst>
          <pc:docMk/>
          <pc:sldMk cId="3448930823" sldId="616"/>
        </pc:sldMkLst>
        <pc:spChg chg="mod">
          <ac:chgData name="Nursakirah Ab Rahman Muton" userId="423efa6d-ee54-4a96-bb69-a7d6dc1d7e38" providerId="ADAL" clId="{E5418EA3-ED04-44D7-B695-8570AC1018F6}" dt="2023-10-31T01:33:47.455" v="594" actId="20577"/>
          <ac:spMkLst>
            <pc:docMk/>
            <pc:sldMk cId="3448930823" sldId="616"/>
            <ac:spMk id="2" creationId="{BB7B9C69-08A0-D6A8-81A4-BD33611D5760}"/>
          </ac:spMkLst>
        </pc:spChg>
        <pc:spChg chg="del">
          <ac:chgData name="Nursakirah Ab Rahman Muton" userId="423efa6d-ee54-4a96-bb69-a7d6dc1d7e38" providerId="ADAL" clId="{E5418EA3-ED04-44D7-B695-8570AC1018F6}" dt="2023-10-31T01:33:56.858" v="595" actId="478"/>
          <ac:spMkLst>
            <pc:docMk/>
            <pc:sldMk cId="3448930823" sldId="616"/>
            <ac:spMk id="3" creationId="{4FD8755A-2ECC-8140-B3AA-F6193DAC2B52}"/>
          </ac:spMkLst>
        </pc:spChg>
        <pc:picChg chg="add mod">
          <ac:chgData name="Nursakirah Ab Rahman Muton" userId="423efa6d-ee54-4a96-bb69-a7d6dc1d7e38" providerId="ADAL" clId="{E5418EA3-ED04-44D7-B695-8570AC1018F6}" dt="2023-10-31T01:34:10.939" v="599" actId="1076"/>
          <ac:picMkLst>
            <pc:docMk/>
            <pc:sldMk cId="3448930823" sldId="616"/>
            <ac:picMk id="5" creationId="{DB6A23EC-801B-614A-C851-270883367C1B}"/>
          </ac:picMkLst>
        </pc:picChg>
      </pc:sldChg>
      <pc:sldChg chg="addSp delSp modSp new mod modClrScheme modAnim chgLayout">
        <pc:chgData name="Nursakirah Ab Rahman Muton" userId="423efa6d-ee54-4a96-bb69-a7d6dc1d7e38" providerId="ADAL" clId="{E5418EA3-ED04-44D7-B695-8570AC1018F6}" dt="2023-11-07T01:38:34.325" v="13258"/>
        <pc:sldMkLst>
          <pc:docMk/>
          <pc:sldMk cId="202203352" sldId="617"/>
        </pc:sldMkLst>
        <pc:spChg chg="del mod ord">
          <ac:chgData name="Nursakirah Ab Rahman Muton" userId="423efa6d-ee54-4a96-bb69-a7d6dc1d7e38" providerId="ADAL" clId="{E5418EA3-ED04-44D7-B695-8570AC1018F6}" dt="2023-10-31T02:20:00.925" v="890" actId="700"/>
          <ac:spMkLst>
            <pc:docMk/>
            <pc:sldMk cId="202203352" sldId="617"/>
            <ac:spMk id="2" creationId="{CCBA62EB-6393-1FAE-F6C4-FB7D6919240C}"/>
          </ac:spMkLst>
        </pc:spChg>
        <pc:spChg chg="add mod ord">
          <ac:chgData name="Nursakirah Ab Rahman Muton" userId="423efa6d-ee54-4a96-bb69-a7d6dc1d7e38" providerId="ADAL" clId="{E5418EA3-ED04-44D7-B695-8570AC1018F6}" dt="2023-10-31T02:44:32.960" v="1097" actId="20577"/>
          <ac:spMkLst>
            <pc:docMk/>
            <pc:sldMk cId="202203352" sldId="617"/>
            <ac:spMk id="3" creationId="{56A42E42-5BAD-359B-9C07-E7B6B996CBA1}"/>
          </ac:spMkLst>
        </pc:spChg>
        <pc:spChg chg="add mod ord">
          <ac:chgData name="Nursakirah Ab Rahman Muton" userId="423efa6d-ee54-4a96-bb69-a7d6dc1d7e38" providerId="ADAL" clId="{E5418EA3-ED04-44D7-B695-8570AC1018F6}" dt="2023-11-01T02:12:08.673" v="3317" actId="207"/>
          <ac:spMkLst>
            <pc:docMk/>
            <pc:sldMk cId="202203352" sldId="617"/>
            <ac:spMk id="4" creationId="{498CE69C-AC55-A1C5-EF1A-F238252B5DDD}"/>
          </ac:spMkLst>
        </pc:spChg>
        <pc:spChg chg="add del mod ord">
          <ac:chgData name="Nursakirah Ab Rahman Muton" userId="423efa6d-ee54-4a96-bb69-a7d6dc1d7e38" providerId="ADAL" clId="{E5418EA3-ED04-44D7-B695-8570AC1018F6}" dt="2023-10-31T02:22:52.492" v="937" actId="478"/>
          <ac:spMkLst>
            <pc:docMk/>
            <pc:sldMk cId="202203352" sldId="617"/>
            <ac:spMk id="4" creationId="{F4C94919-9524-F389-4E4B-0EF203B93020}"/>
          </ac:spMkLst>
        </pc:spChg>
        <pc:spChg chg="add mod ord">
          <ac:chgData name="Nursakirah Ab Rahman Muton" userId="423efa6d-ee54-4a96-bb69-a7d6dc1d7e38" providerId="ADAL" clId="{E5418EA3-ED04-44D7-B695-8570AC1018F6}" dt="2023-11-01T03:24:16.083" v="3869" actId="1036"/>
          <ac:spMkLst>
            <pc:docMk/>
            <pc:sldMk cId="202203352" sldId="617"/>
            <ac:spMk id="5" creationId="{B1037956-566E-090E-CD22-51F0A96D2E52}"/>
          </ac:spMkLst>
        </pc:spChg>
        <pc:spChg chg="add del mod">
          <ac:chgData name="Nursakirah Ab Rahman Muton" userId="423efa6d-ee54-4a96-bb69-a7d6dc1d7e38" providerId="ADAL" clId="{E5418EA3-ED04-44D7-B695-8570AC1018F6}" dt="2023-10-31T02:22:55.460" v="938" actId="478"/>
          <ac:spMkLst>
            <pc:docMk/>
            <pc:sldMk cId="202203352" sldId="617"/>
            <ac:spMk id="11" creationId="{E2778F75-EF09-6A5B-CD2C-C27E849BE355}"/>
          </ac:spMkLst>
        </pc:spChg>
        <pc:spChg chg="add mod">
          <ac:chgData name="Nursakirah Ab Rahman Muton" userId="423efa6d-ee54-4a96-bb69-a7d6dc1d7e38" providerId="ADAL" clId="{E5418EA3-ED04-44D7-B695-8570AC1018F6}" dt="2023-10-31T02:23:12.277" v="951" actId="164"/>
          <ac:spMkLst>
            <pc:docMk/>
            <pc:sldMk cId="202203352" sldId="617"/>
            <ac:spMk id="12" creationId="{DA350C83-CE28-23AD-7B4D-8F97A27BD870}"/>
          </ac:spMkLst>
        </pc:spChg>
        <pc:spChg chg="mod">
          <ac:chgData name="Nursakirah Ab Rahman Muton" userId="423efa6d-ee54-4a96-bb69-a7d6dc1d7e38" providerId="ADAL" clId="{E5418EA3-ED04-44D7-B695-8570AC1018F6}" dt="2023-10-31T02:23:45.889" v="966" actId="20577"/>
          <ac:spMkLst>
            <pc:docMk/>
            <pc:sldMk cId="202203352" sldId="617"/>
            <ac:spMk id="16" creationId="{81371471-81B4-286B-F174-2E79C8E3DB2F}"/>
          </ac:spMkLst>
        </pc:spChg>
        <pc:spChg chg="mod">
          <ac:chgData name="Nursakirah Ab Rahman Muton" userId="423efa6d-ee54-4a96-bb69-a7d6dc1d7e38" providerId="ADAL" clId="{E5418EA3-ED04-44D7-B695-8570AC1018F6}" dt="2023-11-01T03:22:31.887" v="3839"/>
          <ac:spMkLst>
            <pc:docMk/>
            <pc:sldMk cId="202203352" sldId="617"/>
            <ac:spMk id="19" creationId="{ABFE8881-C256-2193-8E49-8EE9F494EEAC}"/>
          </ac:spMkLst>
        </pc:spChg>
        <pc:spChg chg="mod topLvl">
          <ac:chgData name="Nursakirah Ab Rahman Muton" userId="423efa6d-ee54-4a96-bb69-a7d6dc1d7e38" providerId="ADAL" clId="{E5418EA3-ED04-44D7-B695-8570AC1018F6}" dt="2023-10-31T02:27:26.244" v="1014" actId="164"/>
          <ac:spMkLst>
            <pc:docMk/>
            <pc:sldMk cId="202203352" sldId="617"/>
            <ac:spMk id="28" creationId="{E64AC505-F2A6-D696-9051-0189627E954B}"/>
          </ac:spMkLst>
        </pc:spChg>
        <pc:spChg chg="mod topLvl">
          <ac:chgData name="Nursakirah Ab Rahman Muton" userId="423efa6d-ee54-4a96-bb69-a7d6dc1d7e38" providerId="ADAL" clId="{E5418EA3-ED04-44D7-B695-8570AC1018F6}" dt="2023-11-01T03:23:30.810" v="3852" actId="6549"/>
          <ac:spMkLst>
            <pc:docMk/>
            <pc:sldMk cId="202203352" sldId="617"/>
            <ac:spMk id="36" creationId="{7924F293-CA8A-C317-AE0C-6AB12721683E}"/>
          </ac:spMkLst>
        </pc:spChg>
        <pc:spChg chg="mod topLvl">
          <ac:chgData name="Nursakirah Ab Rahman Muton" userId="423efa6d-ee54-4a96-bb69-a7d6dc1d7e38" providerId="ADAL" clId="{E5418EA3-ED04-44D7-B695-8570AC1018F6}" dt="2023-11-01T03:23:47.017" v="3857" actId="164"/>
          <ac:spMkLst>
            <pc:docMk/>
            <pc:sldMk cId="202203352" sldId="617"/>
            <ac:spMk id="40" creationId="{D473868A-EAF6-5660-F086-88AA53973641}"/>
          </ac:spMkLst>
        </pc:spChg>
        <pc:spChg chg="mod topLvl">
          <ac:chgData name="Nursakirah Ab Rahman Muton" userId="423efa6d-ee54-4a96-bb69-a7d6dc1d7e38" providerId="ADAL" clId="{E5418EA3-ED04-44D7-B695-8570AC1018F6}" dt="2023-11-01T03:24:21.855" v="3870" actId="1076"/>
          <ac:spMkLst>
            <pc:docMk/>
            <pc:sldMk cId="202203352" sldId="617"/>
            <ac:spMk id="43" creationId="{C57F4219-72A5-CF6A-E7D7-3D02D1AADAAF}"/>
          </ac:spMkLst>
        </pc:spChg>
        <pc:spChg chg="add mod ord">
          <ac:chgData name="Nursakirah Ab Rahman Muton" userId="423efa6d-ee54-4a96-bb69-a7d6dc1d7e38" providerId="ADAL" clId="{E5418EA3-ED04-44D7-B695-8570AC1018F6}" dt="2023-11-01T02:11:36.939" v="3310" actId="164"/>
          <ac:spMkLst>
            <pc:docMk/>
            <pc:sldMk cId="202203352" sldId="617"/>
            <ac:spMk id="56" creationId="{BF35A8F7-F2F2-AE00-0250-10513E0844AB}"/>
          </ac:spMkLst>
        </pc:spChg>
        <pc:spChg chg="add mod ord">
          <ac:chgData name="Nursakirah Ab Rahman Muton" userId="423efa6d-ee54-4a96-bb69-a7d6dc1d7e38" providerId="ADAL" clId="{E5418EA3-ED04-44D7-B695-8570AC1018F6}" dt="2023-11-01T03:22:58.564" v="3845" actId="164"/>
          <ac:spMkLst>
            <pc:docMk/>
            <pc:sldMk cId="202203352" sldId="617"/>
            <ac:spMk id="57" creationId="{ED1DD547-0199-EFE6-C41F-3E5D89433D17}"/>
          </ac:spMkLst>
        </pc:spChg>
        <pc:spChg chg="add mod ord">
          <ac:chgData name="Nursakirah Ab Rahman Muton" userId="423efa6d-ee54-4a96-bb69-a7d6dc1d7e38" providerId="ADAL" clId="{E5418EA3-ED04-44D7-B695-8570AC1018F6}" dt="2023-11-01T03:23:47.017" v="3857" actId="164"/>
          <ac:spMkLst>
            <pc:docMk/>
            <pc:sldMk cId="202203352" sldId="617"/>
            <ac:spMk id="58" creationId="{2A32DA27-F3B7-6F83-B002-72C6B36DE1C5}"/>
          </ac:spMkLst>
        </pc:spChg>
        <pc:grpChg chg="add mod">
          <ac:chgData name="Nursakirah Ab Rahman Muton" userId="423efa6d-ee54-4a96-bb69-a7d6dc1d7e38" providerId="ADAL" clId="{E5418EA3-ED04-44D7-B695-8570AC1018F6}" dt="2023-11-07T01:37:52.815" v="13251" actId="164"/>
          <ac:grpSpMkLst>
            <pc:docMk/>
            <pc:sldMk cId="202203352" sldId="617"/>
            <ac:grpSpMk id="2" creationId="{D9043180-D6B2-EDDC-918E-493C994DDAB7}"/>
          </ac:grpSpMkLst>
        </pc:grpChg>
        <pc:grpChg chg="add mod">
          <ac:chgData name="Nursakirah Ab Rahman Muton" userId="423efa6d-ee54-4a96-bb69-a7d6dc1d7e38" providerId="ADAL" clId="{E5418EA3-ED04-44D7-B695-8570AC1018F6}" dt="2023-11-01T03:24:16.083" v="3869" actId="1036"/>
          <ac:grpSpMkLst>
            <pc:docMk/>
            <pc:sldMk cId="202203352" sldId="617"/>
            <ac:grpSpMk id="7" creationId="{DEA64705-07CE-195B-C64E-3C51B950E9B2}"/>
          </ac:grpSpMkLst>
        </pc:grpChg>
        <pc:grpChg chg="add mod">
          <ac:chgData name="Nursakirah Ab Rahman Muton" userId="423efa6d-ee54-4a96-bb69-a7d6dc1d7e38" providerId="ADAL" clId="{E5418EA3-ED04-44D7-B695-8570AC1018F6}" dt="2023-11-01T03:24:10.175" v="3865" actId="1035"/>
          <ac:grpSpMkLst>
            <pc:docMk/>
            <pc:sldMk cId="202203352" sldId="617"/>
            <ac:grpSpMk id="8" creationId="{A7EB766F-C748-D4BD-DB0A-C808282481F3}"/>
          </ac:grpSpMkLst>
        </pc:grpChg>
        <pc:grpChg chg="add mod">
          <ac:chgData name="Nursakirah Ab Rahman Muton" userId="423efa6d-ee54-4a96-bb69-a7d6dc1d7e38" providerId="ADAL" clId="{E5418EA3-ED04-44D7-B695-8570AC1018F6}" dt="2023-11-07T01:37:52.815" v="13251" actId="164"/>
          <ac:grpSpMkLst>
            <pc:docMk/>
            <pc:sldMk cId="202203352" sldId="617"/>
            <ac:grpSpMk id="11" creationId="{411EF724-BD1B-1C98-5B1F-12836CC7CD7C}"/>
          </ac:grpSpMkLst>
        </pc:grpChg>
        <pc:grpChg chg="add mod">
          <ac:chgData name="Nursakirah Ab Rahman Muton" userId="423efa6d-ee54-4a96-bb69-a7d6dc1d7e38" providerId="ADAL" clId="{E5418EA3-ED04-44D7-B695-8570AC1018F6}" dt="2023-10-31T02:39:47.559" v="1051" actId="552"/>
          <ac:grpSpMkLst>
            <pc:docMk/>
            <pc:sldMk cId="202203352" sldId="617"/>
            <ac:grpSpMk id="13" creationId="{444DFF56-664A-267D-4A20-9BA7D898254E}"/>
          </ac:grpSpMkLst>
        </pc:grpChg>
        <pc:grpChg chg="add mod">
          <ac:chgData name="Nursakirah Ab Rahman Muton" userId="423efa6d-ee54-4a96-bb69-a7d6dc1d7e38" providerId="ADAL" clId="{E5418EA3-ED04-44D7-B695-8570AC1018F6}" dt="2023-11-01T02:11:36.939" v="3310" actId="164"/>
          <ac:grpSpMkLst>
            <pc:docMk/>
            <pc:sldMk cId="202203352" sldId="617"/>
            <ac:grpSpMk id="14" creationId="{8F91C336-15E6-59C0-99C5-F1145D37770E}"/>
          </ac:grpSpMkLst>
        </pc:grpChg>
        <pc:grpChg chg="add mod">
          <ac:chgData name="Nursakirah Ab Rahman Muton" userId="423efa6d-ee54-4a96-bb69-a7d6dc1d7e38" providerId="ADAL" clId="{E5418EA3-ED04-44D7-B695-8570AC1018F6}" dt="2023-10-31T02:25:51.390" v="990" actId="164"/>
          <ac:grpSpMkLst>
            <pc:docMk/>
            <pc:sldMk cId="202203352" sldId="617"/>
            <ac:grpSpMk id="17" creationId="{18CE1379-4952-1479-96F6-7368EBEE22F0}"/>
          </ac:grpSpMkLst>
        </pc:grpChg>
        <pc:grpChg chg="add mod">
          <ac:chgData name="Nursakirah Ab Rahman Muton" userId="423efa6d-ee54-4a96-bb69-a7d6dc1d7e38" providerId="ADAL" clId="{E5418EA3-ED04-44D7-B695-8570AC1018F6}" dt="2023-11-01T03:24:16.083" v="3869" actId="1036"/>
          <ac:grpSpMkLst>
            <pc:docMk/>
            <pc:sldMk cId="202203352" sldId="617"/>
            <ac:grpSpMk id="24" creationId="{AB069C89-A3C2-5AD6-53F7-105D8C977607}"/>
          </ac:grpSpMkLst>
        </pc:grpChg>
        <pc:grpChg chg="add del mod">
          <ac:chgData name="Nursakirah Ab Rahman Muton" userId="423efa6d-ee54-4a96-bb69-a7d6dc1d7e38" providerId="ADAL" clId="{E5418EA3-ED04-44D7-B695-8570AC1018F6}" dt="2023-10-31T02:26:27.295" v="998" actId="165"/>
          <ac:grpSpMkLst>
            <pc:docMk/>
            <pc:sldMk cId="202203352" sldId="617"/>
            <ac:grpSpMk id="26" creationId="{DD75EB33-28DB-1F86-27AA-90CBD5AEA77B}"/>
          </ac:grpSpMkLst>
        </pc:grpChg>
        <pc:grpChg chg="add mod">
          <ac:chgData name="Nursakirah Ab Rahman Muton" userId="423efa6d-ee54-4a96-bb69-a7d6dc1d7e38" providerId="ADAL" clId="{E5418EA3-ED04-44D7-B695-8570AC1018F6}" dt="2023-11-01T03:22:58.564" v="3845" actId="164"/>
          <ac:grpSpMkLst>
            <pc:docMk/>
            <pc:sldMk cId="202203352" sldId="617"/>
            <ac:grpSpMk id="30" creationId="{DD94A239-71FE-4C8E-59B3-F0619CC59808}"/>
          </ac:grpSpMkLst>
        </pc:grpChg>
        <pc:grpChg chg="add del mod">
          <ac:chgData name="Nursakirah Ab Rahman Muton" userId="423efa6d-ee54-4a96-bb69-a7d6dc1d7e38" providerId="ADAL" clId="{E5418EA3-ED04-44D7-B695-8570AC1018F6}" dt="2023-10-31T02:37:02.562" v="1019" actId="165"/>
          <ac:grpSpMkLst>
            <pc:docMk/>
            <pc:sldMk cId="202203352" sldId="617"/>
            <ac:grpSpMk id="31" creationId="{E66EBC8B-80D4-9EC9-4DC3-539759AE262C}"/>
          </ac:grpSpMkLst>
        </pc:grpChg>
        <pc:grpChg chg="del mod topLvl">
          <ac:chgData name="Nursakirah Ab Rahman Muton" userId="423efa6d-ee54-4a96-bb69-a7d6dc1d7e38" providerId="ADAL" clId="{E5418EA3-ED04-44D7-B695-8570AC1018F6}" dt="2023-10-31T02:37:05.828" v="1020" actId="165"/>
          <ac:grpSpMkLst>
            <pc:docMk/>
            <pc:sldMk cId="202203352" sldId="617"/>
            <ac:grpSpMk id="32" creationId="{38D5C9AA-F4EA-8CDF-002B-3DDCEBA759EC}"/>
          </ac:grpSpMkLst>
        </pc:grpChg>
        <pc:grpChg chg="add del mod">
          <ac:chgData name="Nursakirah Ab Rahman Muton" userId="423efa6d-ee54-4a96-bb69-a7d6dc1d7e38" providerId="ADAL" clId="{E5418EA3-ED04-44D7-B695-8570AC1018F6}" dt="2023-11-01T03:24:10.175" v="3865" actId="1035"/>
          <ac:grpSpMkLst>
            <pc:docMk/>
            <pc:sldMk cId="202203352" sldId="617"/>
            <ac:grpSpMk id="37" creationId="{9F4E53D4-D6F8-4BDF-55AB-56FC86E19A24}"/>
          </ac:grpSpMkLst>
        </pc:grpChg>
        <pc:grpChg chg="add del mod">
          <ac:chgData name="Nursakirah Ab Rahman Muton" userId="423efa6d-ee54-4a96-bb69-a7d6dc1d7e38" providerId="ADAL" clId="{E5418EA3-ED04-44D7-B695-8570AC1018F6}" dt="2023-10-31T02:39:04.689" v="1041" actId="165"/>
          <ac:grpSpMkLst>
            <pc:docMk/>
            <pc:sldMk cId="202203352" sldId="617"/>
            <ac:grpSpMk id="38" creationId="{11D1ABB1-0E88-18C8-F9C5-7A52E2BA769D}"/>
          </ac:grpSpMkLst>
        </pc:grpChg>
        <pc:grpChg chg="add del mod">
          <ac:chgData name="Nursakirah Ab Rahman Muton" userId="423efa6d-ee54-4a96-bb69-a7d6dc1d7e38" providerId="ADAL" clId="{E5418EA3-ED04-44D7-B695-8570AC1018F6}" dt="2023-10-31T02:39:31.425" v="1049" actId="478"/>
          <ac:grpSpMkLst>
            <pc:docMk/>
            <pc:sldMk cId="202203352" sldId="617"/>
            <ac:grpSpMk id="41" creationId="{A825452C-2578-FC02-9B9A-7F543321E209}"/>
          </ac:grpSpMkLst>
        </pc:grpChg>
        <pc:picChg chg="add del mod">
          <ac:chgData name="Nursakirah Ab Rahman Muton" userId="423efa6d-ee54-4a96-bb69-a7d6dc1d7e38" providerId="ADAL" clId="{E5418EA3-ED04-44D7-B695-8570AC1018F6}" dt="2023-10-31T02:42:32.548" v="1075" actId="478"/>
          <ac:picMkLst>
            <pc:docMk/>
            <pc:sldMk cId="202203352" sldId="617"/>
            <ac:picMk id="47" creationId="{A67BBE89-0720-3F8F-6114-C320286F2B50}"/>
          </ac:picMkLst>
        </pc:picChg>
        <pc:picChg chg="add del mod modCrop">
          <ac:chgData name="Nursakirah Ab Rahman Muton" userId="423efa6d-ee54-4a96-bb69-a7d6dc1d7e38" providerId="ADAL" clId="{E5418EA3-ED04-44D7-B695-8570AC1018F6}" dt="2023-10-31T02:42:20.915" v="1072" actId="478"/>
          <ac:picMkLst>
            <pc:docMk/>
            <pc:sldMk cId="202203352" sldId="617"/>
            <ac:picMk id="49" creationId="{17924C76-F2A9-74B0-829E-74EC4AD7A1F6}"/>
          </ac:picMkLst>
        </pc:picChg>
        <pc:picChg chg="add mod">
          <ac:chgData name="Nursakirah Ab Rahman Muton" userId="423efa6d-ee54-4a96-bb69-a7d6dc1d7e38" providerId="ADAL" clId="{E5418EA3-ED04-44D7-B695-8570AC1018F6}" dt="2023-11-01T03:24:10.175" v="3865" actId="1035"/>
          <ac:picMkLst>
            <pc:docMk/>
            <pc:sldMk cId="202203352" sldId="617"/>
            <ac:picMk id="51" creationId="{B03179CE-BDEB-56A3-479C-80897C4EA759}"/>
          </ac:picMkLst>
        </pc:picChg>
        <pc:picChg chg="add mod">
          <ac:chgData name="Nursakirah Ab Rahman Muton" userId="423efa6d-ee54-4a96-bb69-a7d6dc1d7e38" providerId="ADAL" clId="{E5418EA3-ED04-44D7-B695-8570AC1018F6}" dt="2023-11-01T03:21:43.760" v="3830" actId="1076"/>
          <ac:picMkLst>
            <pc:docMk/>
            <pc:sldMk cId="202203352" sldId="617"/>
            <ac:picMk id="53" creationId="{CC8763F0-432F-7BA5-418C-3B9D42D117D8}"/>
          </ac:picMkLst>
        </pc:picChg>
        <pc:picChg chg="add mod">
          <ac:chgData name="Nursakirah Ab Rahman Muton" userId="423efa6d-ee54-4a96-bb69-a7d6dc1d7e38" providerId="ADAL" clId="{E5418EA3-ED04-44D7-B695-8570AC1018F6}" dt="2023-11-01T03:24:16.083" v="3869" actId="1036"/>
          <ac:picMkLst>
            <pc:docMk/>
            <pc:sldMk cId="202203352" sldId="617"/>
            <ac:picMk id="55" creationId="{A2655792-C1CC-BA3E-AF58-D499B28D2381}"/>
          </ac:picMkLst>
        </pc:picChg>
        <pc:cxnChg chg="add mod">
          <ac:chgData name="Nursakirah Ab Rahman Muton" userId="423efa6d-ee54-4a96-bb69-a7d6dc1d7e38" providerId="ADAL" clId="{E5418EA3-ED04-44D7-B695-8570AC1018F6}" dt="2023-10-31T02:23:12.277" v="951" actId="164"/>
          <ac:cxnSpMkLst>
            <pc:docMk/>
            <pc:sldMk cId="202203352" sldId="617"/>
            <ac:cxnSpMk id="6" creationId="{6042F7BE-826D-E097-E919-4DA598C51B9E}"/>
          </ac:cxnSpMkLst>
        </pc:cxnChg>
        <pc:cxnChg chg="add mod">
          <ac:chgData name="Nursakirah Ab Rahman Muton" userId="423efa6d-ee54-4a96-bb69-a7d6dc1d7e38" providerId="ADAL" clId="{E5418EA3-ED04-44D7-B695-8570AC1018F6}" dt="2023-11-07T01:37:52.815" v="13251" actId="164"/>
          <ac:cxnSpMkLst>
            <pc:docMk/>
            <pc:sldMk cId="202203352" sldId="617"/>
            <ac:cxnSpMk id="9" creationId="{40A17545-7FD8-69B8-0C17-1AC7FFA792B2}"/>
          </ac:cxnSpMkLst>
        </pc:cxnChg>
        <pc:cxnChg chg="add mod">
          <ac:chgData name="Nursakirah Ab Rahman Muton" userId="423efa6d-ee54-4a96-bb69-a7d6dc1d7e38" providerId="ADAL" clId="{E5418EA3-ED04-44D7-B695-8570AC1018F6}" dt="2023-11-07T01:37:52.815" v="13251" actId="164"/>
          <ac:cxnSpMkLst>
            <pc:docMk/>
            <pc:sldMk cId="202203352" sldId="617"/>
            <ac:cxnSpMk id="10" creationId="{4D99880C-EDDF-7D54-32D7-8AA236E96FE1}"/>
          </ac:cxnSpMkLst>
        </pc:cxnChg>
        <pc:cxnChg chg="mod">
          <ac:chgData name="Nursakirah Ab Rahman Muton" userId="423efa6d-ee54-4a96-bb69-a7d6dc1d7e38" providerId="ADAL" clId="{E5418EA3-ED04-44D7-B695-8570AC1018F6}" dt="2023-10-31T02:23:38.267" v="957" actId="1076"/>
          <ac:cxnSpMkLst>
            <pc:docMk/>
            <pc:sldMk cId="202203352" sldId="617"/>
            <ac:cxnSpMk id="15" creationId="{B25043CA-B23A-9DA9-FC1E-0F985CB5FF09}"/>
          </ac:cxnSpMkLst>
        </pc:cxnChg>
        <pc:cxnChg chg="mod">
          <ac:chgData name="Nursakirah Ab Rahman Muton" userId="423efa6d-ee54-4a96-bb69-a7d6dc1d7e38" providerId="ADAL" clId="{E5418EA3-ED04-44D7-B695-8570AC1018F6}" dt="2023-10-31T02:24:50.277" v="967"/>
          <ac:cxnSpMkLst>
            <pc:docMk/>
            <pc:sldMk cId="202203352" sldId="617"/>
            <ac:cxnSpMk id="18" creationId="{B4A9B0A6-AA31-A2F6-570E-3B546525F2D4}"/>
          </ac:cxnSpMkLst>
        </pc:cxnChg>
        <pc:cxnChg chg="add mod">
          <ac:chgData name="Nursakirah Ab Rahman Muton" userId="423efa6d-ee54-4a96-bb69-a7d6dc1d7e38" providerId="ADAL" clId="{E5418EA3-ED04-44D7-B695-8570AC1018F6}" dt="2023-10-31T02:25:51.390" v="990" actId="164"/>
          <ac:cxnSpMkLst>
            <pc:docMk/>
            <pc:sldMk cId="202203352" sldId="617"/>
            <ac:cxnSpMk id="21" creationId="{CB1AE3F1-E1DF-58DD-F408-C22685F31C54}"/>
          </ac:cxnSpMkLst>
        </pc:cxnChg>
        <pc:cxnChg chg="add mod">
          <ac:chgData name="Nursakirah Ab Rahman Muton" userId="423efa6d-ee54-4a96-bb69-a7d6dc1d7e38" providerId="ADAL" clId="{E5418EA3-ED04-44D7-B695-8570AC1018F6}" dt="2023-10-31T02:25:51.390" v="990" actId="164"/>
          <ac:cxnSpMkLst>
            <pc:docMk/>
            <pc:sldMk cId="202203352" sldId="617"/>
            <ac:cxnSpMk id="23" creationId="{22614131-AFFB-A5CA-AC92-0B3821A621CE}"/>
          </ac:cxnSpMkLst>
        </pc:cxnChg>
        <pc:cxnChg chg="add del mod">
          <ac:chgData name="Nursakirah Ab Rahman Muton" userId="423efa6d-ee54-4a96-bb69-a7d6dc1d7e38" providerId="ADAL" clId="{E5418EA3-ED04-44D7-B695-8570AC1018F6}" dt="2023-10-31T02:26:07.420" v="994"/>
          <ac:cxnSpMkLst>
            <pc:docMk/>
            <pc:sldMk cId="202203352" sldId="617"/>
            <ac:cxnSpMk id="25" creationId="{F55676C2-8C30-A2DC-C5F0-27268986D275}"/>
          </ac:cxnSpMkLst>
        </pc:cxnChg>
        <pc:cxnChg chg="mod topLvl">
          <ac:chgData name="Nursakirah Ab Rahman Muton" userId="423efa6d-ee54-4a96-bb69-a7d6dc1d7e38" providerId="ADAL" clId="{E5418EA3-ED04-44D7-B695-8570AC1018F6}" dt="2023-10-31T02:27:26.244" v="1014" actId="164"/>
          <ac:cxnSpMkLst>
            <pc:docMk/>
            <pc:sldMk cId="202203352" sldId="617"/>
            <ac:cxnSpMk id="27" creationId="{6319C730-515F-29EF-A2F3-E850E7B78890}"/>
          </ac:cxnSpMkLst>
        </pc:cxnChg>
        <pc:cxnChg chg="del mod topLvl">
          <ac:chgData name="Nursakirah Ab Rahman Muton" userId="423efa6d-ee54-4a96-bb69-a7d6dc1d7e38" providerId="ADAL" clId="{E5418EA3-ED04-44D7-B695-8570AC1018F6}" dt="2023-11-01T03:23:33.287" v="3853" actId="478"/>
          <ac:cxnSpMkLst>
            <pc:docMk/>
            <pc:sldMk cId="202203352" sldId="617"/>
            <ac:cxnSpMk id="33" creationId="{332D70AB-699C-03E2-FBA1-3D8593A7013C}"/>
          </ac:cxnSpMkLst>
        </pc:cxnChg>
        <pc:cxnChg chg="del mod topLvl">
          <ac:chgData name="Nursakirah Ab Rahman Muton" userId="423efa6d-ee54-4a96-bb69-a7d6dc1d7e38" providerId="ADAL" clId="{E5418EA3-ED04-44D7-B695-8570AC1018F6}" dt="2023-11-01T03:23:37.230" v="3856" actId="478"/>
          <ac:cxnSpMkLst>
            <pc:docMk/>
            <pc:sldMk cId="202203352" sldId="617"/>
            <ac:cxnSpMk id="34" creationId="{4AF5AC4D-925D-B19F-EFA7-7DA30F5292C3}"/>
          </ac:cxnSpMkLst>
        </pc:cxnChg>
        <pc:cxnChg chg="mod topLvl">
          <ac:chgData name="Nursakirah Ab Rahman Muton" userId="423efa6d-ee54-4a96-bb69-a7d6dc1d7e38" providerId="ADAL" clId="{E5418EA3-ED04-44D7-B695-8570AC1018F6}" dt="2023-10-31T02:38:19.494" v="1036" actId="164"/>
          <ac:cxnSpMkLst>
            <pc:docMk/>
            <pc:sldMk cId="202203352" sldId="617"/>
            <ac:cxnSpMk id="35" creationId="{2F8A5289-9B78-6C4A-6EDB-49CEC6EEFF02}"/>
          </ac:cxnSpMkLst>
        </pc:cxnChg>
        <pc:cxnChg chg="mod topLvl">
          <ac:chgData name="Nursakirah Ab Rahman Muton" userId="423efa6d-ee54-4a96-bb69-a7d6dc1d7e38" providerId="ADAL" clId="{E5418EA3-ED04-44D7-B695-8570AC1018F6}" dt="2023-11-01T03:23:47.017" v="3857" actId="164"/>
          <ac:cxnSpMkLst>
            <pc:docMk/>
            <pc:sldMk cId="202203352" sldId="617"/>
            <ac:cxnSpMk id="39" creationId="{A8AA424E-6D1F-283A-EB0D-3F759BB7587E}"/>
          </ac:cxnSpMkLst>
        </pc:cxnChg>
        <pc:cxnChg chg="del mod">
          <ac:chgData name="Nursakirah Ab Rahman Muton" userId="423efa6d-ee54-4a96-bb69-a7d6dc1d7e38" providerId="ADAL" clId="{E5418EA3-ED04-44D7-B695-8570AC1018F6}" dt="2023-10-31T02:39:27.631" v="1047" actId="478"/>
          <ac:cxnSpMkLst>
            <pc:docMk/>
            <pc:sldMk cId="202203352" sldId="617"/>
            <ac:cxnSpMk id="42" creationId="{0A48E85C-0804-F277-27D6-4D008A52D40C}"/>
          </ac:cxnSpMkLst>
        </pc:cxnChg>
        <pc:cxnChg chg="del mod">
          <ac:chgData name="Nursakirah Ab Rahman Muton" userId="423efa6d-ee54-4a96-bb69-a7d6dc1d7e38" providerId="ADAL" clId="{E5418EA3-ED04-44D7-B695-8570AC1018F6}" dt="2023-10-31T02:39:29.915" v="1048" actId="478"/>
          <ac:cxnSpMkLst>
            <pc:docMk/>
            <pc:sldMk cId="202203352" sldId="617"/>
            <ac:cxnSpMk id="44" creationId="{36437C7E-D13D-8483-F08F-3A7E87D53FC2}"/>
          </ac:cxnSpMkLst>
        </pc:cxnChg>
        <pc:cxnChg chg="del mod topLvl">
          <ac:chgData name="Nursakirah Ab Rahman Muton" userId="423efa6d-ee54-4a96-bb69-a7d6dc1d7e38" providerId="ADAL" clId="{E5418EA3-ED04-44D7-B695-8570AC1018F6}" dt="2023-10-31T02:39:31.425" v="1049" actId="478"/>
          <ac:cxnSpMkLst>
            <pc:docMk/>
            <pc:sldMk cId="202203352" sldId="617"/>
            <ac:cxnSpMk id="45" creationId="{5AC1A9AB-E034-9878-FD27-A57AA692B869}"/>
          </ac:cxnSpMkLst>
        </pc:cxnChg>
      </pc:sldChg>
      <pc:sldChg chg="addSp delSp modSp new del mod modClrScheme chgLayout">
        <pc:chgData name="Nursakirah Ab Rahman Muton" userId="423efa6d-ee54-4a96-bb69-a7d6dc1d7e38" providerId="ADAL" clId="{E5418EA3-ED04-44D7-B695-8570AC1018F6}" dt="2023-10-31T01:51:42.247" v="888" actId="47"/>
        <pc:sldMkLst>
          <pc:docMk/>
          <pc:sldMk cId="4284949426" sldId="617"/>
        </pc:sldMkLst>
        <pc:spChg chg="del mod ord">
          <ac:chgData name="Nursakirah Ab Rahman Muton" userId="423efa6d-ee54-4a96-bb69-a7d6dc1d7e38" providerId="ADAL" clId="{E5418EA3-ED04-44D7-B695-8570AC1018F6}" dt="2023-10-31T01:36:11.757" v="603" actId="700"/>
          <ac:spMkLst>
            <pc:docMk/>
            <pc:sldMk cId="4284949426" sldId="617"/>
            <ac:spMk id="2" creationId="{3BE182B4-79ED-7FF9-1A1D-13AD9B7DD145}"/>
          </ac:spMkLst>
        </pc:spChg>
        <pc:spChg chg="add mod ord">
          <ac:chgData name="Nursakirah Ab Rahman Muton" userId="423efa6d-ee54-4a96-bb69-a7d6dc1d7e38" providerId="ADAL" clId="{E5418EA3-ED04-44D7-B695-8570AC1018F6}" dt="2023-10-31T01:36:35.876" v="651" actId="20577"/>
          <ac:spMkLst>
            <pc:docMk/>
            <pc:sldMk cId="4284949426" sldId="617"/>
            <ac:spMk id="3" creationId="{DB52B437-FABB-3A0C-1CAE-EDA9ED2BBA68}"/>
          </ac:spMkLst>
        </pc:spChg>
        <pc:spChg chg="add mod ord">
          <ac:chgData name="Nursakirah Ab Rahman Muton" userId="423efa6d-ee54-4a96-bb69-a7d6dc1d7e38" providerId="ADAL" clId="{E5418EA3-ED04-44D7-B695-8570AC1018F6}" dt="2023-10-31T01:36:54.350" v="671" actId="14100"/>
          <ac:spMkLst>
            <pc:docMk/>
            <pc:sldMk cId="4284949426" sldId="617"/>
            <ac:spMk id="4" creationId="{73B6C842-BED9-A975-33B0-BA031C0A4A48}"/>
          </ac:spMkLst>
        </pc:spChg>
        <pc:spChg chg="add mod">
          <ac:chgData name="Nursakirah Ab Rahman Muton" userId="423efa6d-ee54-4a96-bb69-a7d6dc1d7e38" providerId="ADAL" clId="{E5418EA3-ED04-44D7-B695-8570AC1018F6}" dt="2023-10-31T01:39:42.115" v="693" actId="164"/>
          <ac:spMkLst>
            <pc:docMk/>
            <pc:sldMk cId="4284949426" sldId="617"/>
            <ac:spMk id="5" creationId="{B7B298F7-3DE4-1938-F983-0124623FA876}"/>
          </ac:spMkLst>
        </pc:spChg>
        <pc:spChg chg="add mod">
          <ac:chgData name="Nursakirah Ab Rahman Muton" userId="423efa6d-ee54-4a96-bb69-a7d6dc1d7e38" providerId="ADAL" clId="{E5418EA3-ED04-44D7-B695-8570AC1018F6}" dt="2023-10-31T01:44:29.515" v="812" actId="1076"/>
          <ac:spMkLst>
            <pc:docMk/>
            <pc:sldMk cId="4284949426" sldId="617"/>
            <ac:spMk id="11" creationId="{85CB999F-3BEA-BA1B-F084-8A7E0DD58C93}"/>
          </ac:spMkLst>
        </pc:spChg>
        <pc:spChg chg="mod">
          <ac:chgData name="Nursakirah Ab Rahman Muton" userId="423efa6d-ee54-4a96-bb69-a7d6dc1d7e38" providerId="ADAL" clId="{E5418EA3-ED04-44D7-B695-8570AC1018F6}" dt="2023-10-31T01:40:27.029" v="704" actId="404"/>
          <ac:spMkLst>
            <pc:docMk/>
            <pc:sldMk cId="4284949426" sldId="617"/>
            <ac:spMk id="13" creationId="{B5676887-3B4F-6189-2550-379171319B1D}"/>
          </ac:spMkLst>
        </pc:spChg>
        <pc:spChg chg="mod">
          <ac:chgData name="Nursakirah Ab Rahman Muton" userId="423efa6d-ee54-4a96-bb69-a7d6dc1d7e38" providerId="ADAL" clId="{E5418EA3-ED04-44D7-B695-8570AC1018F6}" dt="2023-10-31T01:41:53.356" v="780" actId="20577"/>
          <ac:spMkLst>
            <pc:docMk/>
            <pc:sldMk cId="4284949426" sldId="617"/>
            <ac:spMk id="18" creationId="{072F2F9B-1CD8-DD52-087D-D6171D2075E5}"/>
          </ac:spMkLst>
        </pc:spChg>
        <pc:spChg chg="mod">
          <ac:chgData name="Nursakirah Ab Rahman Muton" userId="423efa6d-ee54-4a96-bb69-a7d6dc1d7e38" providerId="ADAL" clId="{E5418EA3-ED04-44D7-B695-8570AC1018F6}" dt="2023-10-31T01:42:30.036" v="798" actId="20577"/>
          <ac:spMkLst>
            <pc:docMk/>
            <pc:sldMk cId="4284949426" sldId="617"/>
            <ac:spMk id="21" creationId="{5E5BCDAD-90C9-D3B6-079D-CF0FBA06A98F}"/>
          </ac:spMkLst>
        </pc:spChg>
        <pc:spChg chg="mod">
          <ac:chgData name="Nursakirah Ab Rahman Muton" userId="423efa6d-ee54-4a96-bb69-a7d6dc1d7e38" providerId="ADAL" clId="{E5418EA3-ED04-44D7-B695-8570AC1018F6}" dt="2023-10-31T01:49:37.904" v="885" actId="403"/>
          <ac:spMkLst>
            <pc:docMk/>
            <pc:sldMk cId="4284949426" sldId="617"/>
            <ac:spMk id="28" creationId="{58ED164A-4ED3-6707-817C-FB3AE1DD6086}"/>
          </ac:spMkLst>
        </pc:spChg>
        <pc:spChg chg="add mod">
          <ac:chgData name="Nursakirah Ab Rahman Muton" userId="423efa6d-ee54-4a96-bb69-a7d6dc1d7e38" providerId="ADAL" clId="{E5418EA3-ED04-44D7-B695-8570AC1018F6}" dt="2023-10-31T01:47:43.134" v="861" actId="1076"/>
          <ac:spMkLst>
            <pc:docMk/>
            <pc:sldMk cId="4284949426" sldId="617"/>
            <ac:spMk id="31" creationId="{4A183A8A-8921-34D1-7515-BBD8622BD868}"/>
          </ac:spMkLst>
        </pc:spChg>
        <pc:spChg chg="add del mod">
          <ac:chgData name="Nursakirah Ab Rahman Muton" userId="423efa6d-ee54-4a96-bb69-a7d6dc1d7e38" providerId="ADAL" clId="{E5418EA3-ED04-44D7-B695-8570AC1018F6}" dt="2023-10-31T01:47:56.030" v="865" actId="478"/>
          <ac:spMkLst>
            <pc:docMk/>
            <pc:sldMk cId="4284949426" sldId="617"/>
            <ac:spMk id="32" creationId="{7BA60DF1-DD63-4343-BE48-1F3617B6DC6D}"/>
          </ac:spMkLst>
        </pc:spChg>
        <pc:spChg chg="mod">
          <ac:chgData name="Nursakirah Ab Rahman Muton" userId="423efa6d-ee54-4a96-bb69-a7d6dc1d7e38" providerId="ADAL" clId="{E5418EA3-ED04-44D7-B695-8570AC1018F6}" dt="2023-10-31T01:49:35.800" v="884" actId="403"/>
          <ac:spMkLst>
            <pc:docMk/>
            <pc:sldMk cId="4284949426" sldId="617"/>
            <ac:spMk id="37" creationId="{E4817783-06B2-A5ED-A1CB-1B24EB0A8D19}"/>
          </ac:spMkLst>
        </pc:spChg>
        <pc:grpChg chg="add mod">
          <ac:chgData name="Nursakirah Ab Rahman Muton" userId="423efa6d-ee54-4a96-bb69-a7d6dc1d7e38" providerId="ADAL" clId="{E5418EA3-ED04-44D7-B695-8570AC1018F6}" dt="2023-10-31T01:44:24.930" v="811" actId="1076"/>
          <ac:grpSpMkLst>
            <pc:docMk/>
            <pc:sldMk cId="4284949426" sldId="617"/>
            <ac:grpSpMk id="10" creationId="{97B46477-C331-2CA7-C104-1316513E44EF}"/>
          </ac:grpSpMkLst>
        </pc:grpChg>
        <pc:grpChg chg="add mod">
          <ac:chgData name="Nursakirah Ab Rahman Muton" userId="423efa6d-ee54-4a96-bb69-a7d6dc1d7e38" providerId="ADAL" clId="{E5418EA3-ED04-44D7-B695-8570AC1018F6}" dt="2023-10-31T01:44:29.515" v="812" actId="1076"/>
          <ac:grpSpMkLst>
            <pc:docMk/>
            <pc:sldMk cId="4284949426" sldId="617"/>
            <ac:grpSpMk id="12" creationId="{7F2ED87D-2EE5-85D6-48E3-86AF96F5162D}"/>
          </ac:grpSpMkLst>
        </pc:grpChg>
        <pc:grpChg chg="add mod">
          <ac:chgData name="Nursakirah Ab Rahman Muton" userId="423efa6d-ee54-4a96-bb69-a7d6dc1d7e38" providerId="ADAL" clId="{E5418EA3-ED04-44D7-B695-8570AC1018F6}" dt="2023-10-31T01:44:33.853" v="813" actId="1076"/>
          <ac:grpSpMkLst>
            <pc:docMk/>
            <pc:sldMk cId="4284949426" sldId="617"/>
            <ac:grpSpMk id="17" creationId="{52773423-DB87-A3F7-5001-3A9444EA5710}"/>
          </ac:grpSpMkLst>
        </pc:grpChg>
        <pc:grpChg chg="add mod">
          <ac:chgData name="Nursakirah Ab Rahman Muton" userId="423efa6d-ee54-4a96-bb69-a7d6dc1d7e38" providerId="ADAL" clId="{E5418EA3-ED04-44D7-B695-8570AC1018F6}" dt="2023-10-31T01:43:13.663" v="807" actId="164"/>
          <ac:grpSpMkLst>
            <pc:docMk/>
            <pc:sldMk cId="4284949426" sldId="617"/>
            <ac:grpSpMk id="20" creationId="{8A21A45F-74CB-EC41-D697-72B60026D18F}"/>
          </ac:grpSpMkLst>
        </pc:grpChg>
        <pc:grpChg chg="add mod">
          <ac:chgData name="Nursakirah Ab Rahman Muton" userId="423efa6d-ee54-4a96-bb69-a7d6dc1d7e38" providerId="ADAL" clId="{E5418EA3-ED04-44D7-B695-8570AC1018F6}" dt="2023-10-31T01:44:36.689" v="814" actId="1076"/>
          <ac:grpSpMkLst>
            <pc:docMk/>
            <pc:sldMk cId="4284949426" sldId="617"/>
            <ac:grpSpMk id="26" creationId="{96C0DAE6-CC38-7827-BCE6-64202832744F}"/>
          </ac:grpSpMkLst>
        </pc:grpChg>
        <pc:grpChg chg="add mod">
          <ac:chgData name="Nursakirah Ab Rahman Muton" userId="423efa6d-ee54-4a96-bb69-a7d6dc1d7e38" providerId="ADAL" clId="{E5418EA3-ED04-44D7-B695-8570AC1018F6}" dt="2023-10-31T01:47:46.954" v="862" actId="1076"/>
          <ac:grpSpMkLst>
            <pc:docMk/>
            <pc:sldMk cId="4284949426" sldId="617"/>
            <ac:grpSpMk id="27" creationId="{59BFAB13-D202-354B-2023-B2C1E27C5DB7}"/>
          </ac:grpSpMkLst>
        </pc:grpChg>
        <pc:grpChg chg="add del mod">
          <ac:chgData name="Nursakirah Ab Rahman Muton" userId="423efa6d-ee54-4a96-bb69-a7d6dc1d7e38" providerId="ADAL" clId="{E5418EA3-ED04-44D7-B695-8570AC1018F6}" dt="2023-10-31T01:48:15.369" v="870" actId="478"/>
          <ac:grpSpMkLst>
            <pc:docMk/>
            <pc:sldMk cId="4284949426" sldId="617"/>
            <ac:grpSpMk id="33" creationId="{F811EAB7-3600-041C-90AF-49DAD149CA79}"/>
          </ac:grpSpMkLst>
        </pc:grpChg>
        <pc:grpChg chg="mod topLvl">
          <ac:chgData name="Nursakirah Ab Rahman Muton" userId="423efa6d-ee54-4a96-bb69-a7d6dc1d7e38" providerId="ADAL" clId="{E5418EA3-ED04-44D7-B695-8570AC1018F6}" dt="2023-10-31T01:49:45.013" v="886" actId="1076"/>
          <ac:grpSpMkLst>
            <pc:docMk/>
            <pc:sldMk cId="4284949426" sldId="617"/>
            <ac:grpSpMk id="34" creationId="{1AA741BA-B7C6-EA98-F120-036CFD424B4C}"/>
          </ac:grpSpMkLst>
        </pc:grpChg>
        <pc:cxnChg chg="add mod">
          <ac:chgData name="Nursakirah Ab Rahman Muton" userId="423efa6d-ee54-4a96-bb69-a7d6dc1d7e38" providerId="ADAL" clId="{E5418EA3-ED04-44D7-B695-8570AC1018F6}" dt="2023-10-31T01:39:42.115" v="693" actId="164"/>
          <ac:cxnSpMkLst>
            <pc:docMk/>
            <pc:sldMk cId="4284949426" sldId="617"/>
            <ac:cxnSpMk id="7" creationId="{AE587EC9-9F7A-CB66-9C82-C24B81BFEBB5}"/>
          </ac:cxnSpMkLst>
        </pc:cxnChg>
        <pc:cxnChg chg="mod">
          <ac:chgData name="Nursakirah Ab Rahman Muton" userId="423efa6d-ee54-4a96-bb69-a7d6dc1d7e38" providerId="ADAL" clId="{E5418EA3-ED04-44D7-B695-8570AC1018F6}" dt="2023-10-31T01:40:41.599" v="707" actId="14100"/>
          <ac:cxnSpMkLst>
            <pc:docMk/>
            <pc:sldMk cId="4284949426" sldId="617"/>
            <ac:cxnSpMk id="14" creationId="{16873E01-3F99-772F-7783-1C789B3D9A35}"/>
          </ac:cxnSpMkLst>
        </pc:cxnChg>
        <pc:cxnChg chg="mod">
          <ac:chgData name="Nursakirah Ab Rahman Muton" userId="423efa6d-ee54-4a96-bb69-a7d6dc1d7e38" providerId="ADAL" clId="{E5418EA3-ED04-44D7-B695-8570AC1018F6}" dt="2023-10-31T01:41:43.287" v="769" actId="1076"/>
          <ac:cxnSpMkLst>
            <pc:docMk/>
            <pc:sldMk cId="4284949426" sldId="617"/>
            <ac:cxnSpMk id="19" creationId="{C635C1ED-08BC-0EC9-EB39-443F15DC428E}"/>
          </ac:cxnSpMkLst>
        </pc:cxnChg>
        <pc:cxnChg chg="mod">
          <ac:chgData name="Nursakirah Ab Rahman Muton" userId="423efa6d-ee54-4a96-bb69-a7d6dc1d7e38" providerId="ADAL" clId="{E5418EA3-ED04-44D7-B695-8570AC1018F6}" dt="2023-10-31T01:42:11.612" v="782"/>
          <ac:cxnSpMkLst>
            <pc:docMk/>
            <pc:sldMk cId="4284949426" sldId="617"/>
            <ac:cxnSpMk id="22" creationId="{AC8FAF07-0ED7-3701-9A06-0A1380C1041F}"/>
          </ac:cxnSpMkLst>
        </pc:cxnChg>
        <pc:cxnChg chg="add mod">
          <ac:chgData name="Nursakirah Ab Rahman Muton" userId="423efa6d-ee54-4a96-bb69-a7d6dc1d7e38" providerId="ADAL" clId="{E5418EA3-ED04-44D7-B695-8570AC1018F6}" dt="2023-10-31T01:43:13.663" v="807" actId="164"/>
          <ac:cxnSpMkLst>
            <pc:docMk/>
            <pc:sldMk cId="4284949426" sldId="617"/>
            <ac:cxnSpMk id="23" creationId="{3C21BA99-AE03-377E-62A8-35263D7F5FAD}"/>
          </ac:cxnSpMkLst>
        </pc:cxnChg>
        <pc:cxnChg chg="add mod">
          <ac:chgData name="Nursakirah Ab Rahman Muton" userId="423efa6d-ee54-4a96-bb69-a7d6dc1d7e38" providerId="ADAL" clId="{E5418EA3-ED04-44D7-B695-8570AC1018F6}" dt="2023-10-31T01:43:13.663" v="807" actId="164"/>
          <ac:cxnSpMkLst>
            <pc:docMk/>
            <pc:sldMk cId="4284949426" sldId="617"/>
            <ac:cxnSpMk id="25" creationId="{1088B0A5-9B97-9A3E-1900-8E72ED6ABF8C}"/>
          </ac:cxnSpMkLst>
        </pc:cxnChg>
        <pc:cxnChg chg="mod">
          <ac:chgData name="Nursakirah Ab Rahman Muton" userId="423efa6d-ee54-4a96-bb69-a7d6dc1d7e38" providerId="ADAL" clId="{E5418EA3-ED04-44D7-B695-8570AC1018F6}" dt="2023-10-31T01:47:08.064" v="839" actId="1076"/>
          <ac:cxnSpMkLst>
            <pc:docMk/>
            <pc:sldMk cId="4284949426" sldId="617"/>
            <ac:cxnSpMk id="29" creationId="{6DDD430E-D54A-2667-9EF7-6EE2C8BBC079}"/>
          </ac:cxnSpMkLst>
        </pc:cxnChg>
        <pc:cxnChg chg="del mod">
          <ac:chgData name="Nursakirah Ab Rahman Muton" userId="423efa6d-ee54-4a96-bb69-a7d6dc1d7e38" providerId="ADAL" clId="{E5418EA3-ED04-44D7-B695-8570AC1018F6}" dt="2023-10-31T01:48:13.710" v="869" actId="478"/>
          <ac:cxnSpMkLst>
            <pc:docMk/>
            <pc:sldMk cId="4284949426" sldId="617"/>
            <ac:cxnSpMk id="35" creationId="{43BFD6C0-2B1A-09B4-8588-2705100E1B5A}"/>
          </ac:cxnSpMkLst>
        </pc:cxnChg>
        <pc:cxnChg chg="del mod topLvl">
          <ac:chgData name="Nursakirah Ab Rahman Muton" userId="423efa6d-ee54-4a96-bb69-a7d6dc1d7e38" providerId="ADAL" clId="{E5418EA3-ED04-44D7-B695-8570AC1018F6}" dt="2023-10-31T01:48:15.369" v="870" actId="478"/>
          <ac:cxnSpMkLst>
            <pc:docMk/>
            <pc:sldMk cId="4284949426" sldId="617"/>
            <ac:cxnSpMk id="36" creationId="{2E4C9537-5450-3E0F-077A-A91E69B7828F}"/>
          </ac:cxnSpMkLst>
        </pc:cxnChg>
        <pc:cxnChg chg="mod">
          <ac:chgData name="Nursakirah Ab Rahman Muton" userId="423efa6d-ee54-4a96-bb69-a7d6dc1d7e38" providerId="ADAL" clId="{E5418EA3-ED04-44D7-B695-8570AC1018F6}" dt="2023-10-31T01:49:48.275" v="887" actId="1076"/>
          <ac:cxnSpMkLst>
            <pc:docMk/>
            <pc:sldMk cId="4284949426" sldId="617"/>
            <ac:cxnSpMk id="38" creationId="{A9B5DED3-7CE9-F59E-D179-8919E10867C8}"/>
          </ac:cxnSpMkLst>
        </pc:cxnChg>
      </pc:sldChg>
      <pc:sldChg chg="addSp delSp modSp add del mod modAnim">
        <pc:chgData name="Nursakirah Ab Rahman Muton" userId="423efa6d-ee54-4a96-bb69-a7d6dc1d7e38" providerId="ADAL" clId="{E5418EA3-ED04-44D7-B695-8570AC1018F6}" dt="2023-11-01T03:38:47.756" v="3886" actId="47"/>
        <pc:sldMkLst>
          <pc:docMk/>
          <pc:sldMk cId="396852354" sldId="618"/>
        </pc:sldMkLst>
        <pc:spChg chg="add mod ord">
          <ac:chgData name="Nursakirah Ab Rahman Muton" userId="423efa6d-ee54-4a96-bb69-a7d6dc1d7e38" providerId="ADAL" clId="{E5418EA3-ED04-44D7-B695-8570AC1018F6}" dt="2023-11-01T03:27:16.716" v="3876" actId="14100"/>
          <ac:spMkLst>
            <pc:docMk/>
            <pc:sldMk cId="396852354" sldId="618"/>
            <ac:spMk id="2" creationId="{58848016-F687-06F5-F6CA-E2797DDB0C62}"/>
          </ac:spMkLst>
        </pc:spChg>
        <pc:spChg chg="mod">
          <ac:chgData name="Nursakirah Ab Rahman Muton" userId="423efa6d-ee54-4a96-bb69-a7d6dc1d7e38" providerId="ADAL" clId="{E5418EA3-ED04-44D7-B695-8570AC1018F6}" dt="2023-10-31T02:44:40.931" v="1100" actId="20577"/>
          <ac:spMkLst>
            <pc:docMk/>
            <pc:sldMk cId="396852354" sldId="618"/>
            <ac:spMk id="3" creationId="{56A42E42-5BAD-359B-9C07-E7B6B996CBA1}"/>
          </ac:spMkLst>
        </pc:spChg>
        <pc:spChg chg="add mod ord">
          <ac:chgData name="Nursakirah Ab Rahman Muton" userId="423efa6d-ee54-4a96-bb69-a7d6dc1d7e38" providerId="ADAL" clId="{E5418EA3-ED04-44D7-B695-8570AC1018F6}" dt="2023-11-01T03:37:25.927" v="3885" actId="14100"/>
          <ac:spMkLst>
            <pc:docMk/>
            <pc:sldMk cId="396852354" sldId="618"/>
            <ac:spMk id="7" creationId="{3A82DB8F-0E52-45C5-723E-6CDDF8342EFB}"/>
          </ac:spMkLst>
        </pc:spChg>
        <pc:spChg chg="mod topLvl">
          <ac:chgData name="Nursakirah Ab Rahman Muton" userId="423efa6d-ee54-4a96-bb69-a7d6dc1d7e38" providerId="ADAL" clId="{E5418EA3-ED04-44D7-B695-8570AC1018F6}" dt="2023-10-31T02:47:58.123" v="1217" actId="20577"/>
          <ac:spMkLst>
            <pc:docMk/>
            <pc:sldMk cId="396852354" sldId="618"/>
            <ac:spMk id="11" creationId="{BFC68B04-CF28-7294-AC98-60FD8B7A3D83}"/>
          </ac:spMkLst>
        </pc:spChg>
        <pc:spChg chg="mod topLvl">
          <ac:chgData name="Nursakirah Ab Rahman Muton" userId="423efa6d-ee54-4a96-bb69-a7d6dc1d7e38" providerId="ADAL" clId="{E5418EA3-ED04-44D7-B695-8570AC1018F6}" dt="2023-10-31T02:46:23.318" v="1148" actId="164"/>
          <ac:spMkLst>
            <pc:docMk/>
            <pc:sldMk cId="396852354" sldId="618"/>
            <ac:spMk id="12" creationId="{DA350C83-CE28-23AD-7B4D-8F97A27BD870}"/>
          </ac:spMkLst>
        </pc:spChg>
        <pc:spChg chg="add del mod">
          <ac:chgData name="Nursakirah Ab Rahman Muton" userId="423efa6d-ee54-4a96-bb69-a7d6dc1d7e38" providerId="ADAL" clId="{E5418EA3-ED04-44D7-B695-8570AC1018F6}" dt="2023-10-31T02:47:26.498" v="1167" actId="478"/>
          <ac:spMkLst>
            <pc:docMk/>
            <pc:sldMk cId="396852354" sldId="618"/>
            <ac:spMk id="25" creationId="{55A1B822-90C2-7117-9CF1-4F47CE7E86D6}"/>
          </ac:spMkLst>
        </pc:spChg>
        <pc:spChg chg="del">
          <ac:chgData name="Nursakirah Ab Rahman Muton" userId="423efa6d-ee54-4a96-bb69-a7d6dc1d7e38" providerId="ADAL" clId="{E5418EA3-ED04-44D7-B695-8570AC1018F6}" dt="2023-10-31T02:46:41.686" v="1152" actId="478"/>
          <ac:spMkLst>
            <pc:docMk/>
            <pc:sldMk cId="396852354" sldId="618"/>
            <ac:spMk id="40" creationId="{D473868A-EAF6-5660-F086-88AA53973641}"/>
          </ac:spMkLst>
        </pc:spChg>
        <pc:spChg chg="del">
          <ac:chgData name="Nursakirah Ab Rahman Muton" userId="423efa6d-ee54-4a96-bb69-a7d6dc1d7e38" providerId="ADAL" clId="{E5418EA3-ED04-44D7-B695-8570AC1018F6}" dt="2023-10-31T02:52:26.461" v="1370" actId="478"/>
          <ac:spMkLst>
            <pc:docMk/>
            <pc:sldMk cId="396852354" sldId="618"/>
            <ac:spMk id="43" creationId="{C57F4219-72A5-CF6A-E7D7-3D02D1AADAAF}"/>
          </ac:spMkLst>
        </pc:spChg>
        <pc:spChg chg="add mod">
          <ac:chgData name="Nursakirah Ab Rahman Muton" userId="423efa6d-ee54-4a96-bb69-a7d6dc1d7e38" providerId="ADAL" clId="{E5418EA3-ED04-44D7-B695-8570AC1018F6}" dt="2023-10-31T02:56:44.835" v="1489" actId="164"/>
          <ac:spMkLst>
            <pc:docMk/>
            <pc:sldMk cId="396852354" sldId="618"/>
            <ac:spMk id="48" creationId="{90F280D7-B3BC-7250-8B59-CC10BB504F55}"/>
          </ac:spMkLst>
        </pc:spChg>
        <pc:spChg chg="del">
          <ac:chgData name="Nursakirah Ab Rahman Muton" userId="423efa6d-ee54-4a96-bb69-a7d6dc1d7e38" providerId="ADAL" clId="{E5418EA3-ED04-44D7-B695-8570AC1018F6}" dt="2023-10-31T02:46:32.126" v="1149" actId="478"/>
          <ac:spMkLst>
            <pc:docMk/>
            <pc:sldMk cId="396852354" sldId="618"/>
            <ac:spMk id="56" creationId="{BF35A8F7-F2F2-AE00-0250-10513E0844AB}"/>
          </ac:spMkLst>
        </pc:spChg>
        <pc:spChg chg="del">
          <ac:chgData name="Nursakirah Ab Rahman Muton" userId="423efa6d-ee54-4a96-bb69-a7d6dc1d7e38" providerId="ADAL" clId="{E5418EA3-ED04-44D7-B695-8570AC1018F6}" dt="2023-10-31T02:46:41.686" v="1152" actId="478"/>
          <ac:spMkLst>
            <pc:docMk/>
            <pc:sldMk cId="396852354" sldId="618"/>
            <ac:spMk id="57" creationId="{ED1DD547-0199-EFE6-C41F-3E5D89433D17}"/>
          </ac:spMkLst>
        </pc:spChg>
        <pc:spChg chg="del">
          <ac:chgData name="Nursakirah Ab Rahman Muton" userId="423efa6d-ee54-4a96-bb69-a7d6dc1d7e38" providerId="ADAL" clId="{E5418EA3-ED04-44D7-B695-8570AC1018F6}" dt="2023-10-31T02:46:41.686" v="1152" actId="478"/>
          <ac:spMkLst>
            <pc:docMk/>
            <pc:sldMk cId="396852354" sldId="618"/>
            <ac:spMk id="58" creationId="{2A32DA27-F3B7-6F83-B002-72C6B36DE1C5}"/>
          </ac:spMkLst>
        </pc:spChg>
        <pc:spChg chg="add mod">
          <ac:chgData name="Nursakirah Ab Rahman Muton" userId="423efa6d-ee54-4a96-bb69-a7d6dc1d7e38" providerId="ADAL" clId="{E5418EA3-ED04-44D7-B695-8570AC1018F6}" dt="2023-10-31T02:56:44.835" v="1489" actId="164"/>
          <ac:spMkLst>
            <pc:docMk/>
            <pc:sldMk cId="396852354" sldId="618"/>
            <ac:spMk id="65" creationId="{D91C99B0-7DE2-B22D-1B49-38143506B1EF}"/>
          </ac:spMkLst>
        </pc:spChg>
        <pc:spChg chg="add mod">
          <ac:chgData name="Nursakirah Ab Rahman Muton" userId="423efa6d-ee54-4a96-bb69-a7d6dc1d7e38" providerId="ADAL" clId="{E5418EA3-ED04-44D7-B695-8570AC1018F6}" dt="2023-10-31T02:56:44.835" v="1489" actId="164"/>
          <ac:spMkLst>
            <pc:docMk/>
            <pc:sldMk cId="396852354" sldId="618"/>
            <ac:spMk id="66" creationId="{7CB453F2-F067-66B2-880B-4EE6F8D45C4C}"/>
          </ac:spMkLst>
        </pc:spChg>
        <pc:spChg chg="add mod">
          <ac:chgData name="Nursakirah Ab Rahman Muton" userId="423efa6d-ee54-4a96-bb69-a7d6dc1d7e38" providerId="ADAL" clId="{E5418EA3-ED04-44D7-B695-8570AC1018F6}" dt="2023-10-31T02:56:44.835" v="1489" actId="164"/>
          <ac:spMkLst>
            <pc:docMk/>
            <pc:sldMk cId="396852354" sldId="618"/>
            <ac:spMk id="87" creationId="{424D8D7A-C449-4856-B191-E01CDD785997}"/>
          </ac:spMkLst>
        </pc:spChg>
        <pc:grpChg chg="add mod">
          <ac:chgData name="Nursakirah Ab Rahman Muton" userId="423efa6d-ee54-4a96-bb69-a7d6dc1d7e38" providerId="ADAL" clId="{E5418EA3-ED04-44D7-B695-8570AC1018F6}" dt="2023-10-31T02:46:23.318" v="1148" actId="164"/>
          <ac:grpSpMkLst>
            <pc:docMk/>
            <pc:sldMk cId="396852354" sldId="618"/>
            <ac:grpSpMk id="8" creationId="{EB708CAD-9518-E894-EF14-19404D1950CD}"/>
          </ac:grpSpMkLst>
        </pc:grpChg>
        <pc:grpChg chg="add del mod">
          <ac:chgData name="Nursakirah Ab Rahman Muton" userId="423efa6d-ee54-4a96-bb69-a7d6dc1d7e38" providerId="ADAL" clId="{E5418EA3-ED04-44D7-B695-8570AC1018F6}" dt="2023-10-31T02:47:08.448" v="1160" actId="165"/>
          <ac:grpSpMkLst>
            <pc:docMk/>
            <pc:sldMk cId="396852354" sldId="618"/>
            <ac:grpSpMk id="9" creationId="{02886115-3100-EF2F-FC69-A90681CA7447}"/>
          </ac:grpSpMkLst>
        </pc:grpChg>
        <pc:grpChg chg="del">
          <ac:chgData name="Nursakirah Ab Rahman Muton" userId="423efa6d-ee54-4a96-bb69-a7d6dc1d7e38" providerId="ADAL" clId="{E5418EA3-ED04-44D7-B695-8570AC1018F6}" dt="2023-10-31T02:44:56.011" v="1101" actId="165"/>
          <ac:grpSpMkLst>
            <pc:docMk/>
            <pc:sldMk cId="396852354" sldId="618"/>
            <ac:grpSpMk id="13" creationId="{444DFF56-664A-267D-4A20-9BA7D898254E}"/>
          </ac:grpSpMkLst>
        </pc:grpChg>
        <pc:grpChg chg="del">
          <ac:chgData name="Nursakirah Ab Rahman Muton" userId="423efa6d-ee54-4a96-bb69-a7d6dc1d7e38" providerId="ADAL" clId="{E5418EA3-ED04-44D7-B695-8570AC1018F6}" dt="2023-10-31T02:46:33.924" v="1150" actId="478"/>
          <ac:grpSpMkLst>
            <pc:docMk/>
            <pc:sldMk cId="396852354" sldId="618"/>
            <ac:grpSpMk id="14" creationId="{8F91C336-15E6-59C0-99C5-F1145D37770E}"/>
          </ac:grpSpMkLst>
        </pc:grpChg>
        <pc:grpChg chg="del">
          <ac:chgData name="Nursakirah Ab Rahman Muton" userId="423efa6d-ee54-4a96-bb69-a7d6dc1d7e38" providerId="ADAL" clId="{E5418EA3-ED04-44D7-B695-8570AC1018F6}" dt="2023-10-31T02:46:41.686" v="1152" actId="478"/>
          <ac:grpSpMkLst>
            <pc:docMk/>
            <pc:sldMk cId="396852354" sldId="618"/>
            <ac:grpSpMk id="24" creationId="{AB069C89-A3C2-5AD6-53F7-105D8C977607}"/>
          </ac:grpSpMkLst>
        </pc:grpChg>
        <pc:grpChg chg="del">
          <ac:chgData name="Nursakirah Ab Rahman Muton" userId="423efa6d-ee54-4a96-bb69-a7d6dc1d7e38" providerId="ADAL" clId="{E5418EA3-ED04-44D7-B695-8570AC1018F6}" dt="2023-10-31T02:46:41.686" v="1152" actId="478"/>
          <ac:grpSpMkLst>
            <pc:docMk/>
            <pc:sldMk cId="396852354" sldId="618"/>
            <ac:grpSpMk id="30" creationId="{DD94A239-71FE-4C8E-59B3-F0619CC59808}"/>
          </ac:grpSpMkLst>
        </pc:grpChg>
        <pc:grpChg chg="del">
          <ac:chgData name="Nursakirah Ab Rahman Muton" userId="423efa6d-ee54-4a96-bb69-a7d6dc1d7e38" providerId="ADAL" clId="{E5418EA3-ED04-44D7-B695-8570AC1018F6}" dt="2023-10-31T02:46:41.686" v="1152" actId="478"/>
          <ac:grpSpMkLst>
            <pc:docMk/>
            <pc:sldMk cId="396852354" sldId="618"/>
            <ac:grpSpMk id="37" creationId="{9F4E53D4-D6F8-4BDF-55AB-56FC86E19A24}"/>
          </ac:grpSpMkLst>
        </pc:grpChg>
        <pc:grpChg chg="add mod">
          <ac:chgData name="Nursakirah Ab Rahman Muton" userId="423efa6d-ee54-4a96-bb69-a7d6dc1d7e38" providerId="ADAL" clId="{E5418EA3-ED04-44D7-B695-8570AC1018F6}" dt="2023-10-31T02:56:44.835" v="1489" actId="164"/>
          <ac:grpSpMkLst>
            <pc:docMk/>
            <pc:sldMk cId="396852354" sldId="618"/>
            <ac:grpSpMk id="96" creationId="{AE57D3FD-B19C-2223-F28F-0E0C8FCDDB87}"/>
          </ac:grpSpMkLst>
        </pc:grpChg>
        <pc:picChg chg="add mod">
          <ac:chgData name="Nursakirah Ab Rahman Muton" userId="423efa6d-ee54-4a96-bb69-a7d6dc1d7e38" providerId="ADAL" clId="{E5418EA3-ED04-44D7-B695-8570AC1018F6}" dt="2023-10-31T02:49:27.009" v="1234" actId="1076"/>
          <ac:picMkLst>
            <pc:docMk/>
            <pc:sldMk cId="396852354" sldId="618"/>
            <ac:picMk id="47" creationId="{6403501A-0A41-4BCE-15C1-A4F18857A17E}"/>
          </ac:picMkLst>
        </pc:picChg>
        <pc:picChg chg="del">
          <ac:chgData name="Nursakirah Ab Rahman Muton" userId="423efa6d-ee54-4a96-bb69-a7d6dc1d7e38" providerId="ADAL" clId="{E5418EA3-ED04-44D7-B695-8570AC1018F6}" dt="2023-10-31T02:46:43.189" v="1154" actId="478"/>
          <ac:picMkLst>
            <pc:docMk/>
            <pc:sldMk cId="396852354" sldId="618"/>
            <ac:picMk id="51" creationId="{B03179CE-BDEB-56A3-479C-80897C4EA759}"/>
          </ac:picMkLst>
        </pc:picChg>
        <pc:picChg chg="mod">
          <ac:chgData name="Nursakirah Ab Rahman Muton" userId="423efa6d-ee54-4a96-bb69-a7d6dc1d7e38" providerId="ADAL" clId="{E5418EA3-ED04-44D7-B695-8570AC1018F6}" dt="2023-10-31T02:46:38.629" v="1151" actId="1076"/>
          <ac:picMkLst>
            <pc:docMk/>
            <pc:sldMk cId="396852354" sldId="618"/>
            <ac:picMk id="53" creationId="{CC8763F0-432F-7BA5-418C-3B9D42D117D8}"/>
          </ac:picMkLst>
        </pc:picChg>
        <pc:picChg chg="del">
          <ac:chgData name="Nursakirah Ab Rahman Muton" userId="423efa6d-ee54-4a96-bb69-a7d6dc1d7e38" providerId="ADAL" clId="{E5418EA3-ED04-44D7-B695-8570AC1018F6}" dt="2023-10-31T02:46:42.522" v="1153" actId="478"/>
          <ac:picMkLst>
            <pc:docMk/>
            <pc:sldMk cId="396852354" sldId="618"/>
            <ac:picMk id="55" creationId="{A2655792-C1CC-BA3E-AF58-D499B28D2381}"/>
          </ac:picMkLst>
        </pc:picChg>
        <pc:cxnChg chg="add mod">
          <ac:chgData name="Nursakirah Ab Rahman Muton" userId="423efa6d-ee54-4a96-bb69-a7d6dc1d7e38" providerId="ADAL" clId="{E5418EA3-ED04-44D7-B695-8570AC1018F6}" dt="2023-10-31T02:46:23.318" v="1148" actId="164"/>
          <ac:cxnSpMkLst>
            <pc:docMk/>
            <pc:sldMk cId="396852354" sldId="618"/>
            <ac:cxnSpMk id="4" creationId="{C85B553C-AF3B-C47C-084E-FB95E745568B}"/>
          </ac:cxnSpMkLst>
        </pc:cxnChg>
        <pc:cxnChg chg="add mod">
          <ac:chgData name="Nursakirah Ab Rahman Muton" userId="423efa6d-ee54-4a96-bb69-a7d6dc1d7e38" providerId="ADAL" clId="{E5418EA3-ED04-44D7-B695-8570AC1018F6}" dt="2023-10-31T02:46:23.318" v="1148" actId="164"/>
          <ac:cxnSpMkLst>
            <pc:docMk/>
            <pc:sldMk cId="396852354" sldId="618"/>
            <ac:cxnSpMk id="5" creationId="{E95CC14D-6648-2B1A-7C5E-381CABB31CC6}"/>
          </ac:cxnSpMkLst>
        </pc:cxnChg>
        <pc:cxnChg chg="mod topLvl">
          <ac:chgData name="Nursakirah Ab Rahman Muton" userId="423efa6d-ee54-4a96-bb69-a7d6dc1d7e38" providerId="ADAL" clId="{E5418EA3-ED04-44D7-B695-8570AC1018F6}" dt="2023-10-31T02:46:23.318" v="1148" actId="164"/>
          <ac:cxnSpMkLst>
            <pc:docMk/>
            <pc:sldMk cId="396852354" sldId="618"/>
            <ac:cxnSpMk id="6" creationId="{6042F7BE-826D-E097-E919-4DA598C51B9E}"/>
          </ac:cxnSpMkLst>
        </pc:cxnChg>
        <pc:cxnChg chg="del mod topLvl">
          <ac:chgData name="Nursakirah Ab Rahman Muton" userId="423efa6d-ee54-4a96-bb69-a7d6dc1d7e38" providerId="ADAL" clId="{E5418EA3-ED04-44D7-B695-8570AC1018F6}" dt="2023-10-31T02:47:14.793" v="1162" actId="478"/>
          <ac:cxnSpMkLst>
            <pc:docMk/>
            <pc:sldMk cId="396852354" sldId="618"/>
            <ac:cxnSpMk id="10" creationId="{46C4727B-ABA5-3B12-BA0F-B651768A8E48}"/>
          </ac:cxnSpMkLst>
        </pc:cxnChg>
        <pc:cxnChg chg="del mod">
          <ac:chgData name="Nursakirah Ab Rahman Muton" userId="423efa6d-ee54-4a96-bb69-a7d6dc1d7e38" providerId="ADAL" clId="{E5418EA3-ED04-44D7-B695-8570AC1018F6}" dt="2023-10-31T02:46:58.316" v="1158" actId="478"/>
          <ac:cxnSpMkLst>
            <pc:docMk/>
            <pc:sldMk cId="396852354" sldId="618"/>
            <ac:cxnSpMk id="20" creationId="{73DDC7D0-3757-0746-64F5-DB43318CFC4A}"/>
          </ac:cxnSpMkLst>
        </pc:cxnChg>
        <pc:cxnChg chg="mod topLvl">
          <ac:chgData name="Nursakirah Ab Rahman Muton" userId="423efa6d-ee54-4a96-bb69-a7d6dc1d7e38" providerId="ADAL" clId="{E5418EA3-ED04-44D7-B695-8570AC1018F6}" dt="2023-10-31T02:47:22.856" v="1164" actId="1076"/>
          <ac:cxnSpMkLst>
            <pc:docMk/>
            <pc:sldMk cId="396852354" sldId="618"/>
            <ac:cxnSpMk id="22" creationId="{730B84BC-BDAE-CD30-5E92-0A7F7E1D2300}"/>
          </ac:cxnSpMkLst>
        </pc:cxnChg>
        <pc:cxnChg chg="add del mod">
          <ac:chgData name="Nursakirah Ab Rahman Muton" userId="423efa6d-ee54-4a96-bb69-a7d6dc1d7e38" providerId="ADAL" clId="{E5418EA3-ED04-44D7-B695-8570AC1018F6}" dt="2023-10-31T02:47:26.498" v="1167" actId="478"/>
          <ac:cxnSpMkLst>
            <pc:docMk/>
            <pc:sldMk cId="396852354" sldId="618"/>
            <ac:cxnSpMk id="26" creationId="{2813385F-38C7-8D3D-C217-3B8E467AC360}"/>
          </ac:cxnSpMkLst>
        </pc:cxnChg>
        <pc:cxnChg chg="add mod">
          <ac:chgData name="Nursakirah Ab Rahman Muton" userId="423efa6d-ee54-4a96-bb69-a7d6dc1d7e38" providerId="ADAL" clId="{E5418EA3-ED04-44D7-B695-8570AC1018F6}" dt="2023-10-31T02:48:10.402" v="1220" actId="14100"/>
          <ac:cxnSpMkLst>
            <pc:docMk/>
            <pc:sldMk cId="396852354" sldId="618"/>
            <ac:cxnSpMk id="29" creationId="{7BA4338F-AF19-9416-CA27-E24CDFE50709}"/>
          </ac:cxnSpMkLst>
        </pc:cxnChg>
        <pc:cxnChg chg="add mod">
          <ac:chgData name="Nursakirah Ab Rahman Muton" userId="423efa6d-ee54-4a96-bb69-a7d6dc1d7e38" providerId="ADAL" clId="{E5418EA3-ED04-44D7-B695-8570AC1018F6}" dt="2023-10-31T02:48:16.793" v="1222" actId="1076"/>
          <ac:cxnSpMkLst>
            <pc:docMk/>
            <pc:sldMk cId="396852354" sldId="618"/>
            <ac:cxnSpMk id="32" creationId="{1AAD37B9-E1AA-B03E-9779-F2DF3295382F}"/>
          </ac:cxnSpMkLst>
        </pc:cxnChg>
        <pc:cxnChg chg="add mod">
          <ac:chgData name="Nursakirah Ab Rahman Muton" userId="423efa6d-ee54-4a96-bb69-a7d6dc1d7e38" providerId="ADAL" clId="{E5418EA3-ED04-44D7-B695-8570AC1018F6}" dt="2023-10-31T02:48:32.235" v="1226" actId="1037"/>
          <ac:cxnSpMkLst>
            <pc:docMk/>
            <pc:sldMk cId="396852354" sldId="618"/>
            <ac:cxnSpMk id="38" creationId="{781D27C9-EA5F-3160-AC16-14828DE409C0}"/>
          </ac:cxnSpMkLst>
        </pc:cxnChg>
        <pc:cxnChg chg="del">
          <ac:chgData name="Nursakirah Ab Rahman Muton" userId="423efa6d-ee54-4a96-bb69-a7d6dc1d7e38" providerId="ADAL" clId="{E5418EA3-ED04-44D7-B695-8570AC1018F6}" dt="2023-10-31T02:46:41.686" v="1152" actId="478"/>
          <ac:cxnSpMkLst>
            <pc:docMk/>
            <pc:sldMk cId="396852354" sldId="618"/>
            <ac:cxnSpMk id="39" creationId="{A8AA424E-6D1F-283A-EB0D-3F759BB7587E}"/>
          </ac:cxnSpMkLst>
        </pc:cxnChg>
        <pc:cxnChg chg="add mod">
          <ac:chgData name="Nursakirah Ab Rahman Muton" userId="423efa6d-ee54-4a96-bb69-a7d6dc1d7e38" providerId="ADAL" clId="{E5418EA3-ED04-44D7-B695-8570AC1018F6}" dt="2023-10-31T02:48:41.047" v="1228" actId="1076"/>
          <ac:cxnSpMkLst>
            <pc:docMk/>
            <pc:sldMk cId="396852354" sldId="618"/>
            <ac:cxnSpMk id="42" creationId="{93743655-74DE-5299-E22D-4CA3A5FC63B0}"/>
          </ac:cxnSpMkLst>
        </pc:cxnChg>
        <pc:cxnChg chg="add mod">
          <ac:chgData name="Nursakirah Ab Rahman Muton" userId="423efa6d-ee54-4a96-bb69-a7d6dc1d7e38" providerId="ADAL" clId="{E5418EA3-ED04-44D7-B695-8570AC1018F6}" dt="2023-10-31T02:48:45.325" v="1230" actId="1076"/>
          <ac:cxnSpMkLst>
            <pc:docMk/>
            <pc:sldMk cId="396852354" sldId="618"/>
            <ac:cxnSpMk id="44" creationId="{B4E96DF1-314F-701E-1878-98C4AAD3D0E7}"/>
          </ac:cxnSpMkLst>
        </pc:cxnChg>
        <pc:cxnChg chg="add mod">
          <ac:chgData name="Nursakirah Ab Rahman Muton" userId="423efa6d-ee54-4a96-bb69-a7d6dc1d7e38" providerId="ADAL" clId="{E5418EA3-ED04-44D7-B695-8570AC1018F6}" dt="2023-10-31T02:48:48.731" v="1232" actId="1076"/>
          <ac:cxnSpMkLst>
            <pc:docMk/>
            <pc:sldMk cId="396852354" sldId="618"/>
            <ac:cxnSpMk id="45" creationId="{B9090F25-7267-F9F3-2134-7B0424BDF74A}"/>
          </ac:cxnSpMkLst>
        </pc:cxnChg>
        <pc:cxnChg chg="add mod">
          <ac:chgData name="Nursakirah Ab Rahman Muton" userId="423efa6d-ee54-4a96-bb69-a7d6dc1d7e38" providerId="ADAL" clId="{E5418EA3-ED04-44D7-B695-8570AC1018F6}" dt="2023-10-31T02:56:44.835" v="1489" actId="164"/>
          <ac:cxnSpMkLst>
            <pc:docMk/>
            <pc:sldMk cId="396852354" sldId="618"/>
            <ac:cxnSpMk id="49" creationId="{8F8B6641-6B37-3401-6585-810D13894626}"/>
          </ac:cxnSpMkLst>
        </pc:cxnChg>
        <pc:cxnChg chg="add mod">
          <ac:chgData name="Nursakirah Ab Rahman Muton" userId="423efa6d-ee54-4a96-bb69-a7d6dc1d7e38" providerId="ADAL" clId="{E5418EA3-ED04-44D7-B695-8570AC1018F6}" dt="2023-10-31T02:56:44.835" v="1489" actId="164"/>
          <ac:cxnSpMkLst>
            <pc:docMk/>
            <pc:sldMk cId="396852354" sldId="618"/>
            <ac:cxnSpMk id="50" creationId="{1AEC4643-C5E9-A503-9C23-032E836DFE6B}"/>
          </ac:cxnSpMkLst>
        </pc:cxnChg>
        <pc:cxnChg chg="add mod">
          <ac:chgData name="Nursakirah Ab Rahman Muton" userId="423efa6d-ee54-4a96-bb69-a7d6dc1d7e38" providerId="ADAL" clId="{E5418EA3-ED04-44D7-B695-8570AC1018F6}" dt="2023-10-31T02:56:44.835" v="1489" actId="164"/>
          <ac:cxnSpMkLst>
            <pc:docMk/>
            <pc:sldMk cId="396852354" sldId="618"/>
            <ac:cxnSpMk id="52" creationId="{4B251B86-B4FF-05B3-925F-06029F7DAD40}"/>
          </ac:cxnSpMkLst>
        </pc:cxnChg>
        <pc:cxnChg chg="add mod">
          <ac:chgData name="Nursakirah Ab Rahman Muton" userId="423efa6d-ee54-4a96-bb69-a7d6dc1d7e38" providerId="ADAL" clId="{E5418EA3-ED04-44D7-B695-8570AC1018F6}" dt="2023-10-31T02:56:44.835" v="1489" actId="164"/>
          <ac:cxnSpMkLst>
            <pc:docMk/>
            <pc:sldMk cId="396852354" sldId="618"/>
            <ac:cxnSpMk id="54" creationId="{24FC6806-76BD-79D9-1916-B7417D1ED233}"/>
          </ac:cxnSpMkLst>
        </pc:cxnChg>
        <pc:cxnChg chg="add mod">
          <ac:chgData name="Nursakirah Ab Rahman Muton" userId="423efa6d-ee54-4a96-bb69-a7d6dc1d7e38" providerId="ADAL" clId="{E5418EA3-ED04-44D7-B695-8570AC1018F6}" dt="2023-10-31T02:56:44.835" v="1489" actId="164"/>
          <ac:cxnSpMkLst>
            <pc:docMk/>
            <pc:sldMk cId="396852354" sldId="618"/>
            <ac:cxnSpMk id="59" creationId="{0EE30B88-4F88-1EBB-4AB3-BAE8615571CC}"/>
          </ac:cxnSpMkLst>
        </pc:cxnChg>
        <pc:cxnChg chg="add mod">
          <ac:chgData name="Nursakirah Ab Rahman Muton" userId="423efa6d-ee54-4a96-bb69-a7d6dc1d7e38" providerId="ADAL" clId="{E5418EA3-ED04-44D7-B695-8570AC1018F6}" dt="2023-10-31T02:56:44.835" v="1489" actId="164"/>
          <ac:cxnSpMkLst>
            <pc:docMk/>
            <pc:sldMk cId="396852354" sldId="618"/>
            <ac:cxnSpMk id="60" creationId="{DBE20282-631B-D2F0-BE30-1A30B56CB405}"/>
          </ac:cxnSpMkLst>
        </pc:cxnChg>
        <pc:cxnChg chg="add mod">
          <ac:chgData name="Nursakirah Ab Rahman Muton" userId="423efa6d-ee54-4a96-bb69-a7d6dc1d7e38" providerId="ADAL" clId="{E5418EA3-ED04-44D7-B695-8570AC1018F6}" dt="2023-10-31T02:56:44.835" v="1489" actId="164"/>
          <ac:cxnSpMkLst>
            <pc:docMk/>
            <pc:sldMk cId="396852354" sldId="618"/>
            <ac:cxnSpMk id="61" creationId="{082031F6-138C-F851-CE4C-60AAF97F6981}"/>
          </ac:cxnSpMkLst>
        </pc:cxnChg>
        <pc:cxnChg chg="add mod">
          <ac:chgData name="Nursakirah Ab Rahman Muton" userId="423efa6d-ee54-4a96-bb69-a7d6dc1d7e38" providerId="ADAL" clId="{E5418EA3-ED04-44D7-B695-8570AC1018F6}" dt="2023-10-31T02:56:44.835" v="1489" actId="164"/>
          <ac:cxnSpMkLst>
            <pc:docMk/>
            <pc:sldMk cId="396852354" sldId="618"/>
            <ac:cxnSpMk id="62" creationId="{3BE05ED8-D909-6A36-29CE-50B8D70F964C}"/>
          </ac:cxnSpMkLst>
        </pc:cxnChg>
        <pc:cxnChg chg="add mod">
          <ac:chgData name="Nursakirah Ab Rahman Muton" userId="423efa6d-ee54-4a96-bb69-a7d6dc1d7e38" providerId="ADAL" clId="{E5418EA3-ED04-44D7-B695-8570AC1018F6}" dt="2023-10-31T02:56:44.835" v="1489" actId="164"/>
          <ac:cxnSpMkLst>
            <pc:docMk/>
            <pc:sldMk cId="396852354" sldId="618"/>
            <ac:cxnSpMk id="63" creationId="{7C3F8406-A3E3-BDE3-A722-B1F2C725043C}"/>
          </ac:cxnSpMkLst>
        </pc:cxnChg>
        <pc:cxnChg chg="add mod">
          <ac:chgData name="Nursakirah Ab Rahman Muton" userId="423efa6d-ee54-4a96-bb69-a7d6dc1d7e38" providerId="ADAL" clId="{E5418EA3-ED04-44D7-B695-8570AC1018F6}" dt="2023-10-31T02:56:44.835" v="1489" actId="164"/>
          <ac:cxnSpMkLst>
            <pc:docMk/>
            <pc:sldMk cId="396852354" sldId="618"/>
            <ac:cxnSpMk id="64" creationId="{A9013D32-3061-8317-D200-8E3407E02761}"/>
          </ac:cxnSpMkLst>
        </pc:cxnChg>
        <pc:cxnChg chg="add mod">
          <ac:chgData name="Nursakirah Ab Rahman Muton" userId="423efa6d-ee54-4a96-bb69-a7d6dc1d7e38" providerId="ADAL" clId="{E5418EA3-ED04-44D7-B695-8570AC1018F6}" dt="2023-10-31T02:56:44.835" v="1489" actId="164"/>
          <ac:cxnSpMkLst>
            <pc:docMk/>
            <pc:sldMk cId="396852354" sldId="618"/>
            <ac:cxnSpMk id="67" creationId="{2C8F58DC-D735-CA42-8F22-67580C135BE9}"/>
          </ac:cxnSpMkLst>
        </pc:cxnChg>
        <pc:cxnChg chg="add mod">
          <ac:chgData name="Nursakirah Ab Rahman Muton" userId="423efa6d-ee54-4a96-bb69-a7d6dc1d7e38" providerId="ADAL" clId="{E5418EA3-ED04-44D7-B695-8570AC1018F6}" dt="2023-10-31T02:56:44.835" v="1489" actId="164"/>
          <ac:cxnSpMkLst>
            <pc:docMk/>
            <pc:sldMk cId="396852354" sldId="618"/>
            <ac:cxnSpMk id="69" creationId="{4DC7DEB6-66E8-F0B1-8568-423C7B68C619}"/>
          </ac:cxnSpMkLst>
        </pc:cxnChg>
        <pc:cxnChg chg="add del mod">
          <ac:chgData name="Nursakirah Ab Rahman Muton" userId="423efa6d-ee54-4a96-bb69-a7d6dc1d7e38" providerId="ADAL" clId="{E5418EA3-ED04-44D7-B695-8570AC1018F6}" dt="2023-10-31T02:53:19.437" v="1413" actId="478"/>
          <ac:cxnSpMkLst>
            <pc:docMk/>
            <pc:sldMk cId="396852354" sldId="618"/>
            <ac:cxnSpMk id="70" creationId="{F022A740-F955-6FF0-6D39-1C22CB7F305F}"/>
          </ac:cxnSpMkLst>
        </pc:cxnChg>
        <pc:cxnChg chg="add mod">
          <ac:chgData name="Nursakirah Ab Rahman Muton" userId="423efa6d-ee54-4a96-bb69-a7d6dc1d7e38" providerId="ADAL" clId="{E5418EA3-ED04-44D7-B695-8570AC1018F6}" dt="2023-10-31T02:56:44.835" v="1489" actId="164"/>
          <ac:cxnSpMkLst>
            <pc:docMk/>
            <pc:sldMk cId="396852354" sldId="618"/>
            <ac:cxnSpMk id="71" creationId="{2B470DF3-29F0-4065-D5CA-A967C4F83591}"/>
          </ac:cxnSpMkLst>
        </pc:cxnChg>
        <pc:cxnChg chg="add mod">
          <ac:chgData name="Nursakirah Ab Rahman Muton" userId="423efa6d-ee54-4a96-bb69-a7d6dc1d7e38" providerId="ADAL" clId="{E5418EA3-ED04-44D7-B695-8570AC1018F6}" dt="2023-10-31T02:56:44.835" v="1489" actId="164"/>
          <ac:cxnSpMkLst>
            <pc:docMk/>
            <pc:sldMk cId="396852354" sldId="618"/>
            <ac:cxnSpMk id="72" creationId="{5A4C5CCB-0797-B06B-742A-2CF9E449637E}"/>
          </ac:cxnSpMkLst>
        </pc:cxnChg>
        <pc:cxnChg chg="add mod">
          <ac:chgData name="Nursakirah Ab Rahman Muton" userId="423efa6d-ee54-4a96-bb69-a7d6dc1d7e38" providerId="ADAL" clId="{E5418EA3-ED04-44D7-B695-8570AC1018F6}" dt="2023-10-31T02:56:44.835" v="1489" actId="164"/>
          <ac:cxnSpMkLst>
            <pc:docMk/>
            <pc:sldMk cId="396852354" sldId="618"/>
            <ac:cxnSpMk id="73" creationId="{D33410B4-394B-BEDE-CEA0-917A8CE46C55}"/>
          </ac:cxnSpMkLst>
        </pc:cxnChg>
        <pc:cxnChg chg="add mod">
          <ac:chgData name="Nursakirah Ab Rahman Muton" userId="423efa6d-ee54-4a96-bb69-a7d6dc1d7e38" providerId="ADAL" clId="{E5418EA3-ED04-44D7-B695-8570AC1018F6}" dt="2023-10-31T02:56:44.835" v="1489" actId="164"/>
          <ac:cxnSpMkLst>
            <pc:docMk/>
            <pc:sldMk cId="396852354" sldId="618"/>
            <ac:cxnSpMk id="74" creationId="{7FEEAEA9-19A1-2EA6-223D-39CBA484ADD5}"/>
          </ac:cxnSpMkLst>
        </pc:cxnChg>
        <pc:cxnChg chg="add mod">
          <ac:chgData name="Nursakirah Ab Rahman Muton" userId="423efa6d-ee54-4a96-bb69-a7d6dc1d7e38" providerId="ADAL" clId="{E5418EA3-ED04-44D7-B695-8570AC1018F6}" dt="2023-10-31T02:56:44.835" v="1489" actId="164"/>
          <ac:cxnSpMkLst>
            <pc:docMk/>
            <pc:sldMk cId="396852354" sldId="618"/>
            <ac:cxnSpMk id="75" creationId="{4CB3D00B-5B0C-EB22-BBBE-827A8A3A1F84}"/>
          </ac:cxnSpMkLst>
        </pc:cxnChg>
        <pc:cxnChg chg="add mod">
          <ac:chgData name="Nursakirah Ab Rahman Muton" userId="423efa6d-ee54-4a96-bb69-a7d6dc1d7e38" providerId="ADAL" clId="{E5418EA3-ED04-44D7-B695-8570AC1018F6}" dt="2023-10-31T02:56:44.835" v="1489" actId="164"/>
          <ac:cxnSpMkLst>
            <pc:docMk/>
            <pc:sldMk cId="396852354" sldId="618"/>
            <ac:cxnSpMk id="76" creationId="{253C8390-2B1A-192D-C13F-14ED66917189}"/>
          </ac:cxnSpMkLst>
        </pc:cxnChg>
        <pc:cxnChg chg="add mod">
          <ac:chgData name="Nursakirah Ab Rahman Muton" userId="423efa6d-ee54-4a96-bb69-a7d6dc1d7e38" providerId="ADAL" clId="{E5418EA3-ED04-44D7-B695-8570AC1018F6}" dt="2023-10-31T02:56:44.835" v="1489" actId="164"/>
          <ac:cxnSpMkLst>
            <pc:docMk/>
            <pc:sldMk cId="396852354" sldId="618"/>
            <ac:cxnSpMk id="77" creationId="{272B9060-24A6-B2E8-5673-234CD576F2E0}"/>
          </ac:cxnSpMkLst>
        </pc:cxnChg>
        <pc:cxnChg chg="add mod">
          <ac:chgData name="Nursakirah Ab Rahman Muton" userId="423efa6d-ee54-4a96-bb69-a7d6dc1d7e38" providerId="ADAL" clId="{E5418EA3-ED04-44D7-B695-8570AC1018F6}" dt="2023-10-31T02:56:44.835" v="1489" actId="164"/>
          <ac:cxnSpMkLst>
            <pc:docMk/>
            <pc:sldMk cId="396852354" sldId="618"/>
            <ac:cxnSpMk id="78" creationId="{4068A763-D33B-F38E-24D3-017B47E285D2}"/>
          </ac:cxnSpMkLst>
        </pc:cxnChg>
        <pc:cxnChg chg="add mod">
          <ac:chgData name="Nursakirah Ab Rahman Muton" userId="423efa6d-ee54-4a96-bb69-a7d6dc1d7e38" providerId="ADAL" clId="{E5418EA3-ED04-44D7-B695-8570AC1018F6}" dt="2023-10-31T02:56:44.835" v="1489" actId="164"/>
          <ac:cxnSpMkLst>
            <pc:docMk/>
            <pc:sldMk cId="396852354" sldId="618"/>
            <ac:cxnSpMk id="79" creationId="{0B31FCC4-3D03-0B1C-2C50-6726DB9ABD53}"/>
          </ac:cxnSpMkLst>
        </pc:cxnChg>
        <pc:cxnChg chg="add mod">
          <ac:chgData name="Nursakirah Ab Rahman Muton" userId="423efa6d-ee54-4a96-bb69-a7d6dc1d7e38" providerId="ADAL" clId="{E5418EA3-ED04-44D7-B695-8570AC1018F6}" dt="2023-10-31T02:56:44.835" v="1489" actId="164"/>
          <ac:cxnSpMkLst>
            <pc:docMk/>
            <pc:sldMk cId="396852354" sldId="618"/>
            <ac:cxnSpMk id="80" creationId="{E271DB51-E1D3-12BE-6FDD-B48889AACD77}"/>
          </ac:cxnSpMkLst>
        </pc:cxnChg>
        <pc:cxnChg chg="add mod">
          <ac:chgData name="Nursakirah Ab Rahman Muton" userId="423efa6d-ee54-4a96-bb69-a7d6dc1d7e38" providerId="ADAL" clId="{E5418EA3-ED04-44D7-B695-8570AC1018F6}" dt="2023-10-31T02:56:44.835" v="1489" actId="164"/>
          <ac:cxnSpMkLst>
            <pc:docMk/>
            <pc:sldMk cId="396852354" sldId="618"/>
            <ac:cxnSpMk id="81" creationId="{481D3811-FDDF-4E4A-A2E1-3793FF634A52}"/>
          </ac:cxnSpMkLst>
        </pc:cxnChg>
        <pc:cxnChg chg="add mod">
          <ac:chgData name="Nursakirah Ab Rahman Muton" userId="423efa6d-ee54-4a96-bb69-a7d6dc1d7e38" providerId="ADAL" clId="{E5418EA3-ED04-44D7-B695-8570AC1018F6}" dt="2023-10-31T02:56:44.835" v="1489" actId="164"/>
          <ac:cxnSpMkLst>
            <pc:docMk/>
            <pc:sldMk cId="396852354" sldId="618"/>
            <ac:cxnSpMk id="82" creationId="{AB621B56-6667-0AC9-0831-91E015981C02}"/>
          </ac:cxnSpMkLst>
        </pc:cxnChg>
        <pc:cxnChg chg="add mod">
          <ac:chgData name="Nursakirah Ab Rahman Muton" userId="423efa6d-ee54-4a96-bb69-a7d6dc1d7e38" providerId="ADAL" clId="{E5418EA3-ED04-44D7-B695-8570AC1018F6}" dt="2023-10-31T02:56:44.835" v="1489" actId="164"/>
          <ac:cxnSpMkLst>
            <pc:docMk/>
            <pc:sldMk cId="396852354" sldId="618"/>
            <ac:cxnSpMk id="83" creationId="{D7EC9B63-AA85-1ACC-CFB4-DEEE6F1F180A}"/>
          </ac:cxnSpMkLst>
        </pc:cxnChg>
        <pc:cxnChg chg="add mod">
          <ac:chgData name="Nursakirah Ab Rahman Muton" userId="423efa6d-ee54-4a96-bb69-a7d6dc1d7e38" providerId="ADAL" clId="{E5418EA3-ED04-44D7-B695-8570AC1018F6}" dt="2023-10-31T02:56:44.835" v="1489" actId="164"/>
          <ac:cxnSpMkLst>
            <pc:docMk/>
            <pc:sldMk cId="396852354" sldId="618"/>
            <ac:cxnSpMk id="84" creationId="{7428BB48-115D-F675-8A91-477CAAF4094B}"/>
          </ac:cxnSpMkLst>
        </pc:cxnChg>
        <pc:cxnChg chg="add mod">
          <ac:chgData name="Nursakirah Ab Rahman Muton" userId="423efa6d-ee54-4a96-bb69-a7d6dc1d7e38" providerId="ADAL" clId="{E5418EA3-ED04-44D7-B695-8570AC1018F6}" dt="2023-10-31T02:56:44.835" v="1489" actId="164"/>
          <ac:cxnSpMkLst>
            <pc:docMk/>
            <pc:sldMk cId="396852354" sldId="618"/>
            <ac:cxnSpMk id="85" creationId="{842FEFAC-503E-A9ED-2350-59051B3E7E27}"/>
          </ac:cxnSpMkLst>
        </pc:cxnChg>
        <pc:cxnChg chg="add mod">
          <ac:chgData name="Nursakirah Ab Rahman Muton" userId="423efa6d-ee54-4a96-bb69-a7d6dc1d7e38" providerId="ADAL" clId="{E5418EA3-ED04-44D7-B695-8570AC1018F6}" dt="2023-10-31T02:56:44.835" v="1489" actId="164"/>
          <ac:cxnSpMkLst>
            <pc:docMk/>
            <pc:sldMk cId="396852354" sldId="618"/>
            <ac:cxnSpMk id="86" creationId="{2F2DD0B0-2BE8-9268-C6DE-F0D016B5300A}"/>
          </ac:cxnSpMkLst>
        </pc:cxnChg>
        <pc:cxnChg chg="add mod">
          <ac:chgData name="Nursakirah Ab Rahman Muton" userId="423efa6d-ee54-4a96-bb69-a7d6dc1d7e38" providerId="ADAL" clId="{E5418EA3-ED04-44D7-B695-8570AC1018F6}" dt="2023-10-31T02:56:44.835" v="1489" actId="164"/>
          <ac:cxnSpMkLst>
            <pc:docMk/>
            <pc:sldMk cId="396852354" sldId="618"/>
            <ac:cxnSpMk id="88" creationId="{3E8BEF34-AEA9-713B-681A-80D4A51AC9D8}"/>
          </ac:cxnSpMkLst>
        </pc:cxnChg>
        <pc:cxnChg chg="add mod">
          <ac:chgData name="Nursakirah Ab Rahman Muton" userId="423efa6d-ee54-4a96-bb69-a7d6dc1d7e38" providerId="ADAL" clId="{E5418EA3-ED04-44D7-B695-8570AC1018F6}" dt="2023-10-31T02:56:44.835" v="1489" actId="164"/>
          <ac:cxnSpMkLst>
            <pc:docMk/>
            <pc:sldMk cId="396852354" sldId="618"/>
            <ac:cxnSpMk id="89" creationId="{AE61BF9B-133D-5BA3-AC40-9E5AA9C2F1F8}"/>
          </ac:cxnSpMkLst>
        </pc:cxnChg>
        <pc:cxnChg chg="add mod">
          <ac:chgData name="Nursakirah Ab Rahman Muton" userId="423efa6d-ee54-4a96-bb69-a7d6dc1d7e38" providerId="ADAL" clId="{E5418EA3-ED04-44D7-B695-8570AC1018F6}" dt="2023-10-31T02:56:44.835" v="1489" actId="164"/>
          <ac:cxnSpMkLst>
            <pc:docMk/>
            <pc:sldMk cId="396852354" sldId="618"/>
            <ac:cxnSpMk id="90" creationId="{465D98B2-08BC-1978-FE84-076C681A47C1}"/>
          </ac:cxnSpMkLst>
        </pc:cxnChg>
        <pc:cxnChg chg="add mod">
          <ac:chgData name="Nursakirah Ab Rahman Muton" userId="423efa6d-ee54-4a96-bb69-a7d6dc1d7e38" providerId="ADAL" clId="{E5418EA3-ED04-44D7-B695-8570AC1018F6}" dt="2023-10-31T02:56:44.835" v="1489" actId="164"/>
          <ac:cxnSpMkLst>
            <pc:docMk/>
            <pc:sldMk cId="396852354" sldId="618"/>
            <ac:cxnSpMk id="91" creationId="{75A6AE07-A173-0E60-C0FD-3F428C5E33AD}"/>
          </ac:cxnSpMkLst>
        </pc:cxnChg>
        <pc:cxnChg chg="add mod">
          <ac:chgData name="Nursakirah Ab Rahman Muton" userId="423efa6d-ee54-4a96-bb69-a7d6dc1d7e38" providerId="ADAL" clId="{E5418EA3-ED04-44D7-B695-8570AC1018F6}" dt="2023-10-31T02:56:44.835" v="1489" actId="164"/>
          <ac:cxnSpMkLst>
            <pc:docMk/>
            <pc:sldMk cId="396852354" sldId="618"/>
            <ac:cxnSpMk id="92" creationId="{55858D3F-9778-80DD-FB04-0614C449C280}"/>
          </ac:cxnSpMkLst>
        </pc:cxnChg>
        <pc:cxnChg chg="add mod">
          <ac:chgData name="Nursakirah Ab Rahman Muton" userId="423efa6d-ee54-4a96-bb69-a7d6dc1d7e38" providerId="ADAL" clId="{E5418EA3-ED04-44D7-B695-8570AC1018F6}" dt="2023-10-31T02:56:44.835" v="1489" actId="164"/>
          <ac:cxnSpMkLst>
            <pc:docMk/>
            <pc:sldMk cId="396852354" sldId="618"/>
            <ac:cxnSpMk id="93" creationId="{4F9930FB-78C1-E0BE-9073-DC3F81DBC31C}"/>
          </ac:cxnSpMkLst>
        </pc:cxnChg>
        <pc:cxnChg chg="add mod">
          <ac:chgData name="Nursakirah Ab Rahman Muton" userId="423efa6d-ee54-4a96-bb69-a7d6dc1d7e38" providerId="ADAL" clId="{E5418EA3-ED04-44D7-B695-8570AC1018F6}" dt="2023-10-31T02:56:44.835" v="1489" actId="164"/>
          <ac:cxnSpMkLst>
            <pc:docMk/>
            <pc:sldMk cId="396852354" sldId="618"/>
            <ac:cxnSpMk id="94" creationId="{D1A80186-284F-374C-669A-98219E9A4AD9}"/>
          </ac:cxnSpMkLst>
        </pc:cxnChg>
        <pc:cxnChg chg="add mod">
          <ac:chgData name="Nursakirah Ab Rahman Muton" userId="423efa6d-ee54-4a96-bb69-a7d6dc1d7e38" providerId="ADAL" clId="{E5418EA3-ED04-44D7-B695-8570AC1018F6}" dt="2023-10-31T02:56:44.835" v="1489" actId="164"/>
          <ac:cxnSpMkLst>
            <pc:docMk/>
            <pc:sldMk cId="396852354" sldId="618"/>
            <ac:cxnSpMk id="95" creationId="{83946421-DBB2-1ACA-3C7D-A5578F77988D}"/>
          </ac:cxnSpMkLst>
        </pc:cxnChg>
      </pc:sldChg>
      <pc:sldChg chg="addSp delSp modSp new mod delAnim modAnim">
        <pc:chgData name="Nursakirah Ab Rahman Muton" userId="423efa6d-ee54-4a96-bb69-a7d6dc1d7e38" providerId="ADAL" clId="{E5418EA3-ED04-44D7-B695-8570AC1018F6}" dt="2023-11-01T04:42:50.295" v="4469" actId="478"/>
        <pc:sldMkLst>
          <pc:docMk/>
          <pc:sldMk cId="2175687205" sldId="619"/>
        </pc:sldMkLst>
        <pc:spChg chg="mod">
          <ac:chgData name="Nursakirah Ab Rahman Muton" userId="423efa6d-ee54-4a96-bb69-a7d6dc1d7e38" providerId="ADAL" clId="{E5418EA3-ED04-44D7-B695-8570AC1018F6}" dt="2023-11-01T04:42:26.704" v="4468" actId="27636"/>
          <ac:spMkLst>
            <pc:docMk/>
            <pc:sldMk cId="2175687205" sldId="619"/>
            <ac:spMk id="2" creationId="{484DF874-F958-EEBE-1D27-F0077ADCE3DD}"/>
          </ac:spMkLst>
        </pc:spChg>
        <pc:spChg chg="mod">
          <ac:chgData name="Nursakirah Ab Rahman Muton" userId="423efa6d-ee54-4a96-bb69-a7d6dc1d7e38" providerId="ADAL" clId="{E5418EA3-ED04-44D7-B695-8570AC1018F6}" dt="2023-10-31T03:01:13.276" v="1579" actId="403"/>
          <ac:spMkLst>
            <pc:docMk/>
            <pc:sldMk cId="2175687205" sldId="619"/>
            <ac:spMk id="3" creationId="{E6011968-1774-9994-B720-914EBDD2E445}"/>
          </ac:spMkLst>
        </pc:spChg>
        <pc:spChg chg="add mod">
          <ac:chgData name="Nursakirah Ab Rahman Muton" userId="423efa6d-ee54-4a96-bb69-a7d6dc1d7e38" providerId="ADAL" clId="{E5418EA3-ED04-44D7-B695-8570AC1018F6}" dt="2023-11-01T04:05:41.480" v="4017" actId="20577"/>
          <ac:spMkLst>
            <pc:docMk/>
            <pc:sldMk cId="2175687205" sldId="619"/>
            <ac:spMk id="4" creationId="{57D09A29-1D6A-ACF9-37FE-97E588C4302D}"/>
          </ac:spMkLst>
        </pc:spChg>
        <pc:spChg chg="add mod">
          <ac:chgData name="Nursakirah Ab Rahman Muton" userId="423efa6d-ee54-4a96-bb69-a7d6dc1d7e38" providerId="ADAL" clId="{E5418EA3-ED04-44D7-B695-8570AC1018F6}" dt="2023-11-01T04:07:05.049" v="4058" actId="1076"/>
          <ac:spMkLst>
            <pc:docMk/>
            <pc:sldMk cId="2175687205" sldId="619"/>
            <ac:spMk id="5" creationId="{439A1FD9-844D-EF09-8D0E-40592D0930C2}"/>
          </ac:spMkLst>
        </pc:spChg>
        <pc:spChg chg="add del mod">
          <ac:chgData name="Nursakirah Ab Rahman Muton" userId="423efa6d-ee54-4a96-bb69-a7d6dc1d7e38" providerId="ADAL" clId="{E5418EA3-ED04-44D7-B695-8570AC1018F6}" dt="2023-11-01T04:42:50.295" v="4469" actId="478"/>
          <ac:spMkLst>
            <pc:docMk/>
            <pc:sldMk cId="2175687205" sldId="619"/>
            <ac:spMk id="6" creationId="{C15C02E9-AA49-2491-9CB7-4ADD4EC79523}"/>
          </ac:spMkLst>
        </pc:spChg>
        <pc:spChg chg="add mod">
          <ac:chgData name="Nursakirah Ab Rahman Muton" userId="423efa6d-ee54-4a96-bb69-a7d6dc1d7e38" providerId="ADAL" clId="{E5418EA3-ED04-44D7-B695-8570AC1018F6}" dt="2023-11-01T04:06:51.494" v="4057" actId="20577"/>
          <ac:spMkLst>
            <pc:docMk/>
            <pc:sldMk cId="2175687205" sldId="619"/>
            <ac:spMk id="7" creationId="{28F14FA2-977C-6EBD-AF15-6381D0778682}"/>
          </ac:spMkLst>
        </pc:spChg>
        <pc:spChg chg="add mod">
          <ac:chgData name="Nursakirah Ab Rahman Muton" userId="423efa6d-ee54-4a96-bb69-a7d6dc1d7e38" providerId="ADAL" clId="{E5418EA3-ED04-44D7-B695-8570AC1018F6}" dt="2023-11-01T04:09:02.169" v="4124" actId="1076"/>
          <ac:spMkLst>
            <pc:docMk/>
            <pc:sldMk cId="2175687205" sldId="619"/>
            <ac:spMk id="8" creationId="{6344A17F-3C2A-1645-393A-6291DE189A5E}"/>
          </ac:spMkLst>
        </pc:spChg>
        <pc:spChg chg="add mod ord">
          <ac:chgData name="Nursakirah Ab Rahman Muton" userId="423efa6d-ee54-4a96-bb69-a7d6dc1d7e38" providerId="ADAL" clId="{E5418EA3-ED04-44D7-B695-8570AC1018F6}" dt="2023-11-01T04:07:30.850" v="4064" actId="14100"/>
          <ac:spMkLst>
            <pc:docMk/>
            <pc:sldMk cId="2175687205" sldId="619"/>
            <ac:spMk id="9" creationId="{670BE26D-C283-C871-FDB4-1D66B07D0CDA}"/>
          </ac:spMkLst>
        </pc:spChg>
        <pc:spChg chg="add mod ord">
          <ac:chgData name="Nursakirah Ab Rahman Muton" userId="423efa6d-ee54-4a96-bb69-a7d6dc1d7e38" providerId="ADAL" clId="{E5418EA3-ED04-44D7-B695-8570AC1018F6}" dt="2023-11-01T04:07:35.074" v="4067" actId="167"/>
          <ac:spMkLst>
            <pc:docMk/>
            <pc:sldMk cId="2175687205" sldId="619"/>
            <ac:spMk id="10" creationId="{4B9A2214-A51A-C80B-64E1-DC7209F115D0}"/>
          </ac:spMkLst>
        </pc:spChg>
        <pc:spChg chg="add mod">
          <ac:chgData name="Nursakirah Ab Rahman Muton" userId="423efa6d-ee54-4a96-bb69-a7d6dc1d7e38" providerId="ADAL" clId="{E5418EA3-ED04-44D7-B695-8570AC1018F6}" dt="2023-11-01T04:07:53.162" v="4070" actId="1076"/>
          <ac:spMkLst>
            <pc:docMk/>
            <pc:sldMk cId="2175687205" sldId="619"/>
            <ac:spMk id="11" creationId="{C6746C44-0AE4-9DBD-C9F7-A5617C8C9BB7}"/>
          </ac:spMkLst>
        </pc:spChg>
        <pc:spChg chg="add mod">
          <ac:chgData name="Nursakirah Ab Rahman Muton" userId="423efa6d-ee54-4a96-bb69-a7d6dc1d7e38" providerId="ADAL" clId="{E5418EA3-ED04-44D7-B695-8570AC1018F6}" dt="2023-11-01T04:08:09.796" v="4117" actId="20577"/>
          <ac:spMkLst>
            <pc:docMk/>
            <pc:sldMk cId="2175687205" sldId="619"/>
            <ac:spMk id="12" creationId="{5B9BE86B-B8A3-8CD3-92E5-33F88B9B07F1}"/>
          </ac:spMkLst>
        </pc:spChg>
        <pc:spChg chg="add mod">
          <ac:chgData name="Nursakirah Ab Rahman Muton" userId="423efa6d-ee54-4a96-bb69-a7d6dc1d7e38" providerId="ADAL" clId="{E5418EA3-ED04-44D7-B695-8570AC1018F6}" dt="2023-11-01T04:15:04.722" v="4156" actId="20577"/>
          <ac:spMkLst>
            <pc:docMk/>
            <pc:sldMk cId="2175687205" sldId="619"/>
            <ac:spMk id="13" creationId="{41E0AA0A-60E0-A30F-F6DE-E2607BD5C29F}"/>
          </ac:spMkLst>
        </pc:spChg>
        <pc:graphicFrameChg chg="add mod">
          <ac:chgData name="Nursakirah Ab Rahman Muton" userId="423efa6d-ee54-4a96-bb69-a7d6dc1d7e38" providerId="ADAL" clId="{E5418EA3-ED04-44D7-B695-8570AC1018F6}" dt="2023-11-01T04:42:22.034" v="4464"/>
          <ac:graphicFrameMkLst>
            <pc:docMk/>
            <pc:sldMk cId="2175687205" sldId="619"/>
            <ac:graphicFrameMk id="14" creationId="{009D295F-BB3A-08BA-8127-48B2041D9A78}"/>
          </ac:graphicFrameMkLst>
        </pc:graphicFrameChg>
      </pc:sldChg>
      <pc:sldChg chg="addSp modSp add mod ord modAnim">
        <pc:chgData name="Nursakirah Ab Rahman Muton" userId="423efa6d-ee54-4a96-bb69-a7d6dc1d7e38" providerId="ADAL" clId="{E5418EA3-ED04-44D7-B695-8570AC1018F6}" dt="2023-11-01T04:56:39.640" v="4607" actId="20577"/>
        <pc:sldMkLst>
          <pc:docMk/>
          <pc:sldMk cId="42167514" sldId="620"/>
        </pc:sldMkLst>
        <pc:spChg chg="mod">
          <ac:chgData name="Nursakirah Ab Rahman Muton" userId="423efa6d-ee54-4a96-bb69-a7d6dc1d7e38" providerId="ADAL" clId="{E5418EA3-ED04-44D7-B695-8570AC1018F6}" dt="2023-11-01T04:56:39.640" v="4607" actId="20577"/>
          <ac:spMkLst>
            <pc:docMk/>
            <pc:sldMk cId="42167514" sldId="620"/>
            <ac:spMk id="2" creationId="{484DF874-F958-EEBE-1D27-F0077ADCE3DD}"/>
          </ac:spMkLst>
        </pc:spChg>
        <pc:spChg chg="mod">
          <ac:chgData name="Nursakirah Ab Rahman Muton" userId="423efa6d-ee54-4a96-bb69-a7d6dc1d7e38" providerId="ADAL" clId="{E5418EA3-ED04-44D7-B695-8570AC1018F6}" dt="2023-10-31T03:03:27.879" v="1700" actId="20577"/>
          <ac:spMkLst>
            <pc:docMk/>
            <pc:sldMk cId="42167514" sldId="620"/>
            <ac:spMk id="3" creationId="{E6011968-1774-9994-B720-914EBDD2E445}"/>
          </ac:spMkLst>
        </pc:spChg>
        <pc:spChg chg="mod">
          <ac:chgData name="Nursakirah Ab Rahman Muton" userId="423efa6d-ee54-4a96-bb69-a7d6dc1d7e38" providerId="ADAL" clId="{E5418EA3-ED04-44D7-B695-8570AC1018F6}" dt="2023-10-31T03:05:09.113" v="1738" actId="164"/>
          <ac:spMkLst>
            <pc:docMk/>
            <pc:sldMk cId="42167514" sldId="620"/>
            <ac:spMk id="4" creationId="{57D09A29-1D6A-ACF9-37FE-97E588C4302D}"/>
          </ac:spMkLst>
        </pc:spChg>
        <pc:grpChg chg="add mod">
          <ac:chgData name="Nursakirah Ab Rahman Muton" userId="423efa6d-ee54-4a96-bb69-a7d6dc1d7e38" providerId="ADAL" clId="{E5418EA3-ED04-44D7-B695-8570AC1018F6}" dt="2023-10-31T03:05:13.709" v="1740" actId="1076"/>
          <ac:grpSpMkLst>
            <pc:docMk/>
            <pc:sldMk cId="42167514" sldId="620"/>
            <ac:grpSpMk id="12" creationId="{3E3EB707-C395-E3F7-6F62-43F652983558}"/>
          </ac:grpSpMkLst>
        </pc:grpChg>
        <pc:picChg chg="add mod">
          <ac:chgData name="Nursakirah Ab Rahman Muton" userId="423efa6d-ee54-4a96-bb69-a7d6dc1d7e38" providerId="ADAL" clId="{E5418EA3-ED04-44D7-B695-8570AC1018F6}" dt="2023-10-31T03:05:26.367" v="1742" actId="1076"/>
          <ac:picMkLst>
            <pc:docMk/>
            <pc:sldMk cId="42167514" sldId="620"/>
            <ac:picMk id="14" creationId="{DE02AFE1-08C6-05D8-F947-E30260514006}"/>
          </ac:picMkLst>
        </pc:picChg>
        <pc:cxnChg chg="add mod">
          <ac:chgData name="Nursakirah Ab Rahman Muton" userId="423efa6d-ee54-4a96-bb69-a7d6dc1d7e38" providerId="ADAL" clId="{E5418EA3-ED04-44D7-B695-8570AC1018F6}" dt="2023-10-31T03:04:03.564" v="1705" actId="1076"/>
          <ac:cxnSpMkLst>
            <pc:docMk/>
            <pc:sldMk cId="42167514" sldId="620"/>
            <ac:cxnSpMk id="5" creationId="{3C5D1CBC-3383-1767-FCF3-225DB704938F}"/>
          </ac:cxnSpMkLst>
        </pc:cxnChg>
        <pc:cxnChg chg="add mod">
          <ac:chgData name="Nursakirah Ab Rahman Muton" userId="423efa6d-ee54-4a96-bb69-a7d6dc1d7e38" providerId="ADAL" clId="{E5418EA3-ED04-44D7-B695-8570AC1018F6}" dt="2023-10-31T03:05:09.113" v="1738" actId="164"/>
          <ac:cxnSpMkLst>
            <pc:docMk/>
            <pc:sldMk cId="42167514" sldId="620"/>
            <ac:cxnSpMk id="7" creationId="{5F7329CE-F7D4-BEAE-B131-3ACACF9A30F7}"/>
          </ac:cxnSpMkLst>
        </pc:cxnChg>
        <pc:cxnChg chg="add mod">
          <ac:chgData name="Nursakirah Ab Rahman Muton" userId="423efa6d-ee54-4a96-bb69-a7d6dc1d7e38" providerId="ADAL" clId="{E5418EA3-ED04-44D7-B695-8570AC1018F6}" dt="2023-10-31T03:05:09.113" v="1738" actId="164"/>
          <ac:cxnSpMkLst>
            <pc:docMk/>
            <pc:sldMk cId="42167514" sldId="620"/>
            <ac:cxnSpMk id="9" creationId="{99C80944-5F42-9D35-28B4-4196CF03BB59}"/>
          </ac:cxnSpMkLst>
        </pc:cxnChg>
        <pc:cxnChg chg="add mod">
          <ac:chgData name="Nursakirah Ab Rahman Muton" userId="423efa6d-ee54-4a96-bb69-a7d6dc1d7e38" providerId="ADAL" clId="{E5418EA3-ED04-44D7-B695-8570AC1018F6}" dt="2023-10-31T03:05:09.113" v="1738" actId="164"/>
          <ac:cxnSpMkLst>
            <pc:docMk/>
            <pc:sldMk cId="42167514" sldId="620"/>
            <ac:cxnSpMk id="10" creationId="{90A7507B-9DAA-DC39-DEDB-6067E0FD24E1}"/>
          </ac:cxnSpMkLst>
        </pc:cxnChg>
        <pc:cxnChg chg="add mod">
          <ac:chgData name="Nursakirah Ab Rahman Muton" userId="423efa6d-ee54-4a96-bb69-a7d6dc1d7e38" providerId="ADAL" clId="{E5418EA3-ED04-44D7-B695-8570AC1018F6}" dt="2023-10-31T03:05:09.113" v="1738" actId="164"/>
          <ac:cxnSpMkLst>
            <pc:docMk/>
            <pc:sldMk cId="42167514" sldId="620"/>
            <ac:cxnSpMk id="11" creationId="{9E90787B-A889-9A04-74CB-D7F0AA723FA5}"/>
          </ac:cxnSpMkLst>
        </pc:cxnChg>
      </pc:sldChg>
      <pc:sldChg chg="addSp delSp modSp add mod modAnim">
        <pc:chgData name="Nursakirah Ab Rahman Muton" userId="423efa6d-ee54-4a96-bb69-a7d6dc1d7e38" providerId="ADAL" clId="{E5418EA3-ED04-44D7-B695-8570AC1018F6}" dt="2023-10-31T03:25:28.971" v="1948" actId="20577"/>
        <pc:sldMkLst>
          <pc:docMk/>
          <pc:sldMk cId="1735247876" sldId="621"/>
        </pc:sldMkLst>
        <pc:spChg chg="mod">
          <ac:chgData name="Nursakirah Ab Rahman Muton" userId="423efa6d-ee54-4a96-bb69-a7d6dc1d7e38" providerId="ADAL" clId="{E5418EA3-ED04-44D7-B695-8570AC1018F6}" dt="2023-10-31T03:22:29.756" v="1875" actId="1076"/>
          <ac:spMkLst>
            <pc:docMk/>
            <pc:sldMk cId="1735247876" sldId="621"/>
            <ac:spMk id="2" creationId="{F36D93A9-FB8B-288B-87C0-DD97BB31246B}"/>
          </ac:spMkLst>
        </pc:spChg>
        <pc:spChg chg="mod">
          <ac:chgData name="Nursakirah Ab Rahman Muton" userId="423efa6d-ee54-4a96-bb69-a7d6dc1d7e38" providerId="ADAL" clId="{E5418EA3-ED04-44D7-B695-8570AC1018F6}" dt="2023-10-31T03:22:29.756" v="1875" actId="1076"/>
          <ac:spMkLst>
            <pc:docMk/>
            <pc:sldMk cId="1735247876" sldId="621"/>
            <ac:spMk id="3" creationId="{A503DC46-6339-16F0-A2A4-32473C4B0C32}"/>
          </ac:spMkLst>
        </pc:spChg>
        <pc:spChg chg="mod">
          <ac:chgData name="Nursakirah Ab Rahman Muton" userId="423efa6d-ee54-4a96-bb69-a7d6dc1d7e38" providerId="ADAL" clId="{E5418EA3-ED04-44D7-B695-8570AC1018F6}" dt="2023-10-31T03:22:29.756" v="1875" actId="1076"/>
          <ac:spMkLst>
            <pc:docMk/>
            <pc:sldMk cId="1735247876" sldId="621"/>
            <ac:spMk id="4" creationId="{04F1E6DA-4B54-C117-2810-88292F9647BE}"/>
          </ac:spMkLst>
        </pc:spChg>
        <pc:spChg chg="mod">
          <ac:chgData name="Nursakirah Ab Rahman Muton" userId="423efa6d-ee54-4a96-bb69-a7d6dc1d7e38" providerId="ADAL" clId="{E5418EA3-ED04-44D7-B695-8570AC1018F6}" dt="2023-10-31T03:22:29.756" v="1875" actId="1076"/>
          <ac:spMkLst>
            <pc:docMk/>
            <pc:sldMk cId="1735247876" sldId="621"/>
            <ac:spMk id="5" creationId="{05C7D6EB-2100-BB1C-F0AD-70B27C2582DB}"/>
          </ac:spMkLst>
        </pc:spChg>
        <pc:spChg chg="mod">
          <ac:chgData name="Nursakirah Ab Rahman Muton" userId="423efa6d-ee54-4a96-bb69-a7d6dc1d7e38" providerId="ADAL" clId="{E5418EA3-ED04-44D7-B695-8570AC1018F6}" dt="2023-10-31T03:22:29.756" v="1875" actId="1076"/>
          <ac:spMkLst>
            <pc:docMk/>
            <pc:sldMk cId="1735247876" sldId="621"/>
            <ac:spMk id="6" creationId="{9FDCA6C0-C90B-6379-A748-44D9C20A1777}"/>
          </ac:spMkLst>
        </pc:spChg>
        <pc:spChg chg="add del mod">
          <ac:chgData name="Nursakirah Ab Rahman Muton" userId="423efa6d-ee54-4a96-bb69-a7d6dc1d7e38" providerId="ADAL" clId="{E5418EA3-ED04-44D7-B695-8570AC1018F6}" dt="2023-10-31T03:22:25.790" v="1874" actId="478"/>
          <ac:spMkLst>
            <pc:docMk/>
            <pc:sldMk cId="1735247876" sldId="621"/>
            <ac:spMk id="8" creationId="{D2A8C8DB-58FA-D6EF-BF9F-38655F29740C}"/>
          </ac:spMkLst>
        </pc:spChg>
        <pc:spChg chg="add del mod">
          <ac:chgData name="Nursakirah Ab Rahman Muton" userId="423efa6d-ee54-4a96-bb69-a7d6dc1d7e38" providerId="ADAL" clId="{E5418EA3-ED04-44D7-B695-8570AC1018F6}" dt="2023-10-31T03:22:49.909" v="1878" actId="478"/>
          <ac:spMkLst>
            <pc:docMk/>
            <pc:sldMk cId="1735247876" sldId="621"/>
            <ac:spMk id="9" creationId="{58232D28-73D8-11DD-4DA1-D54C4C9EB416}"/>
          </ac:spMkLst>
        </pc:spChg>
        <pc:spChg chg="add mod">
          <ac:chgData name="Nursakirah Ab Rahman Muton" userId="423efa6d-ee54-4a96-bb69-a7d6dc1d7e38" providerId="ADAL" clId="{E5418EA3-ED04-44D7-B695-8570AC1018F6}" dt="2023-10-31T03:25:28.971" v="1948" actId="20577"/>
          <ac:spMkLst>
            <pc:docMk/>
            <pc:sldMk cId="1735247876" sldId="621"/>
            <ac:spMk id="11" creationId="{A448BA56-7A25-3290-56D4-6FA0EA93CF15}"/>
          </ac:spMkLst>
        </pc:spChg>
        <pc:spChg chg="add mod">
          <ac:chgData name="Nursakirah Ab Rahman Muton" userId="423efa6d-ee54-4a96-bb69-a7d6dc1d7e38" providerId="ADAL" clId="{E5418EA3-ED04-44D7-B695-8570AC1018F6}" dt="2023-10-31T03:25:21.568" v="1946" actId="12"/>
          <ac:spMkLst>
            <pc:docMk/>
            <pc:sldMk cId="1735247876" sldId="621"/>
            <ac:spMk id="13" creationId="{5F69394E-9CD5-BE2C-4A0C-E657E1D69A29}"/>
          </ac:spMkLst>
        </pc:spChg>
        <pc:spChg chg="del">
          <ac:chgData name="Nursakirah Ab Rahman Muton" userId="423efa6d-ee54-4a96-bb69-a7d6dc1d7e38" providerId="ADAL" clId="{E5418EA3-ED04-44D7-B695-8570AC1018F6}" dt="2023-10-31T03:22:23.152" v="1873" actId="478"/>
          <ac:spMkLst>
            <pc:docMk/>
            <pc:sldMk cId="1735247876" sldId="621"/>
            <ac:spMk id="34819" creationId="{B8B044A0-F13A-8AED-6DD7-B45AFCEA5928}"/>
          </ac:spMkLst>
        </pc:spChg>
        <pc:picChg chg="add mod">
          <ac:chgData name="Nursakirah Ab Rahman Muton" userId="423efa6d-ee54-4a96-bb69-a7d6dc1d7e38" providerId="ADAL" clId="{E5418EA3-ED04-44D7-B695-8570AC1018F6}" dt="2023-10-31T03:24:57.604" v="1942" actId="1076"/>
          <ac:picMkLst>
            <pc:docMk/>
            <pc:sldMk cId="1735247876" sldId="621"/>
            <ac:picMk id="14" creationId="{C4EE5C42-8CBC-4D6A-6290-D17B3C8E8D67}"/>
          </ac:picMkLst>
        </pc:picChg>
      </pc:sldChg>
      <pc:sldChg chg="addSp delSp modSp new mod modClrScheme chgLayout">
        <pc:chgData name="Nursakirah Ab Rahman Muton" userId="423efa6d-ee54-4a96-bb69-a7d6dc1d7e38" providerId="ADAL" clId="{E5418EA3-ED04-44D7-B695-8570AC1018F6}" dt="2023-10-31T03:27:56.348" v="2022" actId="20577"/>
        <pc:sldMkLst>
          <pc:docMk/>
          <pc:sldMk cId="3770302307" sldId="622"/>
        </pc:sldMkLst>
        <pc:spChg chg="del mod ord">
          <ac:chgData name="Nursakirah Ab Rahman Muton" userId="423efa6d-ee54-4a96-bb69-a7d6dc1d7e38" providerId="ADAL" clId="{E5418EA3-ED04-44D7-B695-8570AC1018F6}" dt="2023-10-31T03:26:14.080" v="1951" actId="700"/>
          <ac:spMkLst>
            <pc:docMk/>
            <pc:sldMk cId="3770302307" sldId="622"/>
            <ac:spMk id="2" creationId="{CB90DDE9-8E39-A93F-9422-5CC7729648B8}"/>
          </ac:spMkLst>
        </pc:spChg>
        <pc:spChg chg="del">
          <ac:chgData name="Nursakirah Ab Rahman Muton" userId="423efa6d-ee54-4a96-bb69-a7d6dc1d7e38" providerId="ADAL" clId="{E5418EA3-ED04-44D7-B695-8570AC1018F6}" dt="2023-10-31T03:26:14.080" v="1951" actId="700"/>
          <ac:spMkLst>
            <pc:docMk/>
            <pc:sldMk cId="3770302307" sldId="622"/>
            <ac:spMk id="3" creationId="{416C710A-1640-5667-75F9-4973F53DA71D}"/>
          </ac:spMkLst>
        </pc:spChg>
        <pc:spChg chg="add mod ord">
          <ac:chgData name="Nursakirah Ab Rahman Muton" userId="423efa6d-ee54-4a96-bb69-a7d6dc1d7e38" providerId="ADAL" clId="{E5418EA3-ED04-44D7-B695-8570AC1018F6}" dt="2023-10-31T03:26:20.507" v="1953" actId="14100"/>
          <ac:spMkLst>
            <pc:docMk/>
            <pc:sldMk cId="3770302307" sldId="622"/>
            <ac:spMk id="4" creationId="{0C5AF281-0850-F262-AFF1-4E69EFEF4D71}"/>
          </ac:spMkLst>
        </pc:spChg>
        <pc:spChg chg="add mod">
          <ac:chgData name="Nursakirah Ab Rahman Muton" userId="423efa6d-ee54-4a96-bb69-a7d6dc1d7e38" providerId="ADAL" clId="{E5418EA3-ED04-44D7-B695-8570AC1018F6}" dt="2023-10-31T03:26:44.011" v="1973" actId="1076"/>
          <ac:spMkLst>
            <pc:docMk/>
            <pc:sldMk cId="3770302307" sldId="622"/>
            <ac:spMk id="5" creationId="{DC80C0D2-55C7-0690-2413-A24B566CAA75}"/>
          </ac:spMkLst>
        </pc:spChg>
        <pc:spChg chg="add mod">
          <ac:chgData name="Nursakirah Ab Rahman Muton" userId="423efa6d-ee54-4a96-bb69-a7d6dc1d7e38" providerId="ADAL" clId="{E5418EA3-ED04-44D7-B695-8570AC1018F6}" dt="2023-10-31T03:27:56.348" v="2022" actId="20577"/>
          <ac:spMkLst>
            <pc:docMk/>
            <pc:sldMk cId="3770302307" sldId="622"/>
            <ac:spMk id="13" creationId="{F9EB73BB-8398-E2D4-6CB8-3884D74D292D}"/>
          </ac:spMkLst>
        </pc:spChg>
        <pc:cxnChg chg="add mod">
          <ac:chgData name="Nursakirah Ab Rahman Muton" userId="423efa6d-ee54-4a96-bb69-a7d6dc1d7e38" providerId="ADAL" clId="{E5418EA3-ED04-44D7-B695-8570AC1018F6}" dt="2023-10-31T03:27:12.352" v="1978" actId="14100"/>
          <ac:cxnSpMkLst>
            <pc:docMk/>
            <pc:sldMk cId="3770302307" sldId="622"/>
            <ac:cxnSpMk id="6" creationId="{11598CBB-5A0E-755D-59E6-0EC7030A1F33}"/>
          </ac:cxnSpMkLst>
        </pc:cxnChg>
        <pc:cxnChg chg="add mod">
          <ac:chgData name="Nursakirah Ab Rahman Muton" userId="423efa6d-ee54-4a96-bb69-a7d6dc1d7e38" providerId="ADAL" clId="{E5418EA3-ED04-44D7-B695-8570AC1018F6}" dt="2023-10-31T03:27:16.305" v="1980" actId="1076"/>
          <ac:cxnSpMkLst>
            <pc:docMk/>
            <pc:sldMk cId="3770302307" sldId="622"/>
            <ac:cxnSpMk id="9" creationId="{6D322370-D0B1-F69E-74A3-8F8470366F27}"/>
          </ac:cxnSpMkLst>
        </pc:cxnChg>
        <pc:cxnChg chg="add mod">
          <ac:chgData name="Nursakirah Ab Rahman Muton" userId="423efa6d-ee54-4a96-bb69-a7d6dc1d7e38" providerId="ADAL" clId="{E5418EA3-ED04-44D7-B695-8570AC1018F6}" dt="2023-10-31T03:27:23.159" v="1984" actId="14100"/>
          <ac:cxnSpMkLst>
            <pc:docMk/>
            <pc:sldMk cId="3770302307" sldId="622"/>
            <ac:cxnSpMk id="10" creationId="{84AEC448-9D9D-495B-4ADF-D0F0BE7E663D}"/>
          </ac:cxnSpMkLst>
        </pc:cxnChg>
      </pc:sldChg>
      <pc:sldChg chg="addSp delSp modSp new mod ord modClrScheme chgLayout">
        <pc:chgData name="Nursakirah Ab Rahman Muton" userId="423efa6d-ee54-4a96-bb69-a7d6dc1d7e38" providerId="ADAL" clId="{E5418EA3-ED04-44D7-B695-8570AC1018F6}" dt="2023-11-17T00:47:04.601" v="26990"/>
        <pc:sldMkLst>
          <pc:docMk/>
          <pc:sldMk cId="914273507" sldId="623"/>
        </pc:sldMkLst>
        <pc:spChg chg="del">
          <ac:chgData name="Nursakirah Ab Rahman Muton" userId="423efa6d-ee54-4a96-bb69-a7d6dc1d7e38" providerId="ADAL" clId="{E5418EA3-ED04-44D7-B695-8570AC1018F6}" dt="2023-10-31T03:40:16.344" v="2434" actId="700"/>
          <ac:spMkLst>
            <pc:docMk/>
            <pc:sldMk cId="914273507" sldId="623"/>
            <ac:spMk id="2" creationId="{55A6C2AE-EFD1-F390-7053-0A24739C3FC9}"/>
          </ac:spMkLst>
        </pc:spChg>
        <pc:spChg chg="del">
          <ac:chgData name="Nursakirah Ab Rahman Muton" userId="423efa6d-ee54-4a96-bb69-a7d6dc1d7e38" providerId="ADAL" clId="{E5418EA3-ED04-44D7-B695-8570AC1018F6}" dt="2023-10-31T03:40:16.344" v="2434" actId="700"/>
          <ac:spMkLst>
            <pc:docMk/>
            <pc:sldMk cId="914273507" sldId="623"/>
            <ac:spMk id="3" creationId="{378306BF-D46B-0E80-FC5C-3E9668990179}"/>
          </ac:spMkLst>
        </pc:spChg>
        <pc:spChg chg="add mod">
          <ac:chgData name="Nursakirah Ab Rahman Muton" userId="423efa6d-ee54-4a96-bb69-a7d6dc1d7e38" providerId="ADAL" clId="{E5418EA3-ED04-44D7-B695-8570AC1018F6}" dt="2023-10-31T03:44:27.094" v="2533" actId="164"/>
          <ac:spMkLst>
            <pc:docMk/>
            <pc:sldMk cId="914273507" sldId="623"/>
            <ac:spMk id="4" creationId="{70A8B937-4BF3-BEE7-9221-57824DDB0D56}"/>
          </ac:spMkLst>
        </pc:spChg>
        <pc:spChg chg="mod topLvl">
          <ac:chgData name="Nursakirah Ab Rahman Muton" userId="423efa6d-ee54-4a96-bb69-a7d6dc1d7e38" providerId="ADAL" clId="{E5418EA3-ED04-44D7-B695-8570AC1018F6}" dt="2023-10-31T03:45:28.304" v="2575" actId="164"/>
          <ac:spMkLst>
            <pc:docMk/>
            <pc:sldMk cId="914273507" sldId="623"/>
            <ac:spMk id="28" creationId="{87C8CCA9-7A9F-A8F7-373D-DB0D0A030C1E}"/>
          </ac:spMkLst>
        </pc:spChg>
        <pc:spChg chg="add mod ord">
          <ac:chgData name="Nursakirah Ab Rahman Muton" userId="423efa6d-ee54-4a96-bb69-a7d6dc1d7e38" providerId="ADAL" clId="{E5418EA3-ED04-44D7-B695-8570AC1018F6}" dt="2023-10-31T03:49:57.443" v="2685" actId="20577"/>
          <ac:spMkLst>
            <pc:docMk/>
            <pc:sldMk cId="914273507" sldId="623"/>
            <ac:spMk id="46" creationId="{5803F621-51C4-3D8B-3898-7A720C6909F1}"/>
          </ac:spMkLst>
        </pc:spChg>
        <pc:spChg chg="add mod">
          <ac:chgData name="Nursakirah Ab Rahman Muton" userId="423efa6d-ee54-4a96-bb69-a7d6dc1d7e38" providerId="ADAL" clId="{E5418EA3-ED04-44D7-B695-8570AC1018F6}" dt="2023-11-13T08:51:56.018" v="15440" actId="1076"/>
          <ac:spMkLst>
            <pc:docMk/>
            <pc:sldMk cId="914273507" sldId="623"/>
            <ac:spMk id="48" creationId="{A1125485-ACA3-65D5-70FE-3743D0649B70}"/>
          </ac:spMkLst>
        </pc:spChg>
        <pc:spChg chg="add mod">
          <ac:chgData name="Nursakirah Ab Rahman Muton" userId="423efa6d-ee54-4a96-bb69-a7d6dc1d7e38" providerId="ADAL" clId="{E5418EA3-ED04-44D7-B695-8570AC1018F6}" dt="2023-10-31T03:54:56.215" v="2738"/>
          <ac:spMkLst>
            <pc:docMk/>
            <pc:sldMk cId="914273507" sldId="623"/>
            <ac:spMk id="49" creationId="{37A998E4-0FC3-B80F-F63C-7E2778E580A7}"/>
          </ac:spMkLst>
        </pc:spChg>
        <pc:grpChg chg="add mod">
          <ac:chgData name="Nursakirah Ab Rahman Muton" userId="423efa6d-ee54-4a96-bb69-a7d6dc1d7e38" providerId="ADAL" clId="{E5418EA3-ED04-44D7-B695-8570AC1018F6}" dt="2023-11-13T08:51:56.018" v="15440" actId="1076"/>
          <ac:grpSpMkLst>
            <pc:docMk/>
            <pc:sldMk cId="914273507" sldId="623"/>
            <ac:grpSpMk id="25" creationId="{D55395FA-73D6-CC5D-394C-D9E35562E55D}"/>
          </ac:grpSpMkLst>
        </pc:grpChg>
        <pc:grpChg chg="add del mod">
          <ac:chgData name="Nursakirah Ab Rahman Muton" userId="423efa6d-ee54-4a96-bb69-a7d6dc1d7e38" providerId="ADAL" clId="{E5418EA3-ED04-44D7-B695-8570AC1018F6}" dt="2023-10-31T03:44:39.905" v="2539" actId="165"/>
          <ac:grpSpMkLst>
            <pc:docMk/>
            <pc:sldMk cId="914273507" sldId="623"/>
            <ac:grpSpMk id="27" creationId="{4CB168BA-0C2B-B374-AD8E-6AA4E5000608}"/>
          </ac:grpSpMkLst>
        </pc:grpChg>
        <pc:grpChg chg="add mod">
          <ac:chgData name="Nursakirah Ab Rahman Muton" userId="423efa6d-ee54-4a96-bb69-a7d6dc1d7e38" providerId="ADAL" clId="{E5418EA3-ED04-44D7-B695-8570AC1018F6}" dt="2023-11-13T08:51:56.018" v="15440" actId="1076"/>
          <ac:grpSpMkLst>
            <pc:docMk/>
            <pc:sldMk cId="914273507" sldId="623"/>
            <ac:grpSpMk id="43" creationId="{6390476F-258E-42B3-5FE5-799D9E4A6E82}"/>
          </ac:grpSpMkLst>
        </pc:grpChg>
        <pc:picChg chg="add del mod">
          <ac:chgData name="Nursakirah Ab Rahman Muton" userId="423efa6d-ee54-4a96-bb69-a7d6dc1d7e38" providerId="ADAL" clId="{E5418EA3-ED04-44D7-B695-8570AC1018F6}" dt="2023-10-31T03:50:45.738" v="2691" actId="21"/>
          <ac:picMkLst>
            <pc:docMk/>
            <pc:sldMk cId="914273507" sldId="623"/>
            <ac:picMk id="45" creationId="{21A2185B-9303-6976-593F-A3CCD561B607}"/>
          </ac:picMkLst>
        </pc:picChg>
        <pc:inkChg chg="add">
          <ac:chgData name="Nursakirah Ab Rahman Muton" userId="423efa6d-ee54-4a96-bb69-a7d6dc1d7e38" providerId="ADAL" clId="{E5418EA3-ED04-44D7-B695-8570AC1018F6}" dt="2023-11-17T00:47:04.601" v="26990"/>
          <ac:inkMkLst>
            <pc:docMk/>
            <pc:sldMk cId="914273507" sldId="623"/>
            <ac:inkMk id="2" creationId="{EF1B470C-DB0A-8568-E9D3-83ABD35E9A5F}"/>
          </ac:inkMkLst>
        </pc:inkChg>
        <pc:cxnChg chg="add mod">
          <ac:chgData name="Nursakirah Ab Rahman Muton" userId="423efa6d-ee54-4a96-bb69-a7d6dc1d7e38" providerId="ADAL" clId="{E5418EA3-ED04-44D7-B695-8570AC1018F6}" dt="2023-10-31T03:44:27.094" v="2533" actId="164"/>
          <ac:cxnSpMkLst>
            <pc:docMk/>
            <pc:sldMk cId="914273507" sldId="623"/>
            <ac:cxnSpMk id="6" creationId="{6C7302C4-85A7-65C9-3889-0CDE26698689}"/>
          </ac:cxnSpMkLst>
        </pc:cxnChg>
        <pc:cxnChg chg="add del mod">
          <ac:chgData name="Nursakirah Ab Rahman Muton" userId="423efa6d-ee54-4a96-bb69-a7d6dc1d7e38" providerId="ADAL" clId="{E5418EA3-ED04-44D7-B695-8570AC1018F6}" dt="2023-10-31T03:43:47.806" v="2522" actId="478"/>
          <ac:cxnSpMkLst>
            <pc:docMk/>
            <pc:sldMk cId="914273507" sldId="623"/>
            <ac:cxnSpMk id="8" creationId="{F3F78BAD-D7C6-6617-3C1C-8FAAD82A8420}"/>
          </ac:cxnSpMkLst>
        </pc:cxnChg>
        <pc:cxnChg chg="add del mod">
          <ac:chgData name="Nursakirah Ab Rahman Muton" userId="423efa6d-ee54-4a96-bb69-a7d6dc1d7e38" providerId="ADAL" clId="{E5418EA3-ED04-44D7-B695-8570AC1018F6}" dt="2023-10-31T03:43:47.080" v="2521" actId="478"/>
          <ac:cxnSpMkLst>
            <pc:docMk/>
            <pc:sldMk cId="914273507" sldId="623"/>
            <ac:cxnSpMk id="9" creationId="{1E991A70-5BFF-91D1-C5B4-2FB8991582E5}"/>
          </ac:cxnSpMkLst>
        </pc:cxnChg>
        <pc:cxnChg chg="add mod">
          <ac:chgData name="Nursakirah Ab Rahman Muton" userId="423efa6d-ee54-4a96-bb69-a7d6dc1d7e38" providerId="ADAL" clId="{E5418EA3-ED04-44D7-B695-8570AC1018F6}" dt="2023-10-31T03:44:27.094" v="2533" actId="164"/>
          <ac:cxnSpMkLst>
            <pc:docMk/>
            <pc:sldMk cId="914273507" sldId="623"/>
            <ac:cxnSpMk id="10" creationId="{42F199B0-1B6A-BD95-C2ED-2705C25B65DF}"/>
          </ac:cxnSpMkLst>
        </pc:cxnChg>
        <pc:cxnChg chg="add mod">
          <ac:chgData name="Nursakirah Ab Rahman Muton" userId="423efa6d-ee54-4a96-bb69-a7d6dc1d7e38" providerId="ADAL" clId="{E5418EA3-ED04-44D7-B695-8570AC1018F6}" dt="2023-10-31T03:44:27.094" v="2533" actId="164"/>
          <ac:cxnSpMkLst>
            <pc:docMk/>
            <pc:sldMk cId="914273507" sldId="623"/>
            <ac:cxnSpMk id="12" creationId="{D0C59462-E231-0FE3-01D2-E23E908993C9}"/>
          </ac:cxnSpMkLst>
        </pc:cxnChg>
        <pc:cxnChg chg="add mod">
          <ac:chgData name="Nursakirah Ab Rahman Muton" userId="423efa6d-ee54-4a96-bb69-a7d6dc1d7e38" providerId="ADAL" clId="{E5418EA3-ED04-44D7-B695-8570AC1018F6}" dt="2023-10-31T03:44:27.094" v="2533" actId="164"/>
          <ac:cxnSpMkLst>
            <pc:docMk/>
            <pc:sldMk cId="914273507" sldId="623"/>
            <ac:cxnSpMk id="13" creationId="{A2707881-F747-4A4B-7EDF-7963C20C279A}"/>
          </ac:cxnSpMkLst>
        </pc:cxnChg>
        <pc:cxnChg chg="add mod">
          <ac:chgData name="Nursakirah Ab Rahman Muton" userId="423efa6d-ee54-4a96-bb69-a7d6dc1d7e38" providerId="ADAL" clId="{E5418EA3-ED04-44D7-B695-8570AC1018F6}" dt="2023-10-31T03:44:27.094" v="2533" actId="164"/>
          <ac:cxnSpMkLst>
            <pc:docMk/>
            <pc:sldMk cId="914273507" sldId="623"/>
            <ac:cxnSpMk id="14" creationId="{04E5141A-E4E8-F2A2-96F5-7D619A8C66D8}"/>
          </ac:cxnSpMkLst>
        </pc:cxnChg>
        <pc:cxnChg chg="add mod">
          <ac:chgData name="Nursakirah Ab Rahman Muton" userId="423efa6d-ee54-4a96-bb69-a7d6dc1d7e38" providerId="ADAL" clId="{E5418EA3-ED04-44D7-B695-8570AC1018F6}" dt="2023-10-31T03:44:27.094" v="2533" actId="164"/>
          <ac:cxnSpMkLst>
            <pc:docMk/>
            <pc:sldMk cId="914273507" sldId="623"/>
            <ac:cxnSpMk id="15" creationId="{51D9BC6F-1876-B2BC-6998-4E8B68E635CF}"/>
          </ac:cxnSpMkLst>
        </pc:cxnChg>
        <pc:cxnChg chg="add mod">
          <ac:chgData name="Nursakirah Ab Rahman Muton" userId="423efa6d-ee54-4a96-bb69-a7d6dc1d7e38" providerId="ADAL" clId="{E5418EA3-ED04-44D7-B695-8570AC1018F6}" dt="2023-10-31T03:44:27.094" v="2533" actId="164"/>
          <ac:cxnSpMkLst>
            <pc:docMk/>
            <pc:sldMk cId="914273507" sldId="623"/>
            <ac:cxnSpMk id="16" creationId="{81C53A8B-6281-BDB3-BDB0-B204C9D422D4}"/>
          </ac:cxnSpMkLst>
        </pc:cxnChg>
        <pc:cxnChg chg="add mod">
          <ac:chgData name="Nursakirah Ab Rahman Muton" userId="423efa6d-ee54-4a96-bb69-a7d6dc1d7e38" providerId="ADAL" clId="{E5418EA3-ED04-44D7-B695-8570AC1018F6}" dt="2023-10-31T03:44:27.094" v="2533" actId="164"/>
          <ac:cxnSpMkLst>
            <pc:docMk/>
            <pc:sldMk cId="914273507" sldId="623"/>
            <ac:cxnSpMk id="17" creationId="{096D3664-9330-A5AF-2473-5DAE64A1A27E}"/>
          </ac:cxnSpMkLst>
        </pc:cxnChg>
        <pc:cxnChg chg="add mod">
          <ac:chgData name="Nursakirah Ab Rahman Muton" userId="423efa6d-ee54-4a96-bb69-a7d6dc1d7e38" providerId="ADAL" clId="{E5418EA3-ED04-44D7-B695-8570AC1018F6}" dt="2023-10-31T03:44:27.094" v="2533" actId="164"/>
          <ac:cxnSpMkLst>
            <pc:docMk/>
            <pc:sldMk cId="914273507" sldId="623"/>
            <ac:cxnSpMk id="18" creationId="{F00C83EA-CD13-A892-CF60-347A7C77C486}"/>
          </ac:cxnSpMkLst>
        </pc:cxnChg>
        <pc:cxnChg chg="add mod">
          <ac:chgData name="Nursakirah Ab Rahman Muton" userId="423efa6d-ee54-4a96-bb69-a7d6dc1d7e38" providerId="ADAL" clId="{E5418EA3-ED04-44D7-B695-8570AC1018F6}" dt="2023-10-31T03:44:27.094" v="2533" actId="164"/>
          <ac:cxnSpMkLst>
            <pc:docMk/>
            <pc:sldMk cId="914273507" sldId="623"/>
            <ac:cxnSpMk id="21" creationId="{E65897C4-9AF4-ADB6-8EBA-3037E908CE9D}"/>
          </ac:cxnSpMkLst>
        </pc:cxnChg>
        <pc:cxnChg chg="add mod">
          <ac:chgData name="Nursakirah Ab Rahman Muton" userId="423efa6d-ee54-4a96-bb69-a7d6dc1d7e38" providerId="ADAL" clId="{E5418EA3-ED04-44D7-B695-8570AC1018F6}" dt="2023-10-31T03:44:27.094" v="2533" actId="164"/>
          <ac:cxnSpMkLst>
            <pc:docMk/>
            <pc:sldMk cId="914273507" sldId="623"/>
            <ac:cxnSpMk id="22" creationId="{EB723AA7-7256-5D40-2BBC-41EFDCA9613D}"/>
          </ac:cxnSpMkLst>
        </pc:cxnChg>
        <pc:cxnChg chg="add mod">
          <ac:chgData name="Nursakirah Ab Rahman Muton" userId="423efa6d-ee54-4a96-bb69-a7d6dc1d7e38" providerId="ADAL" clId="{E5418EA3-ED04-44D7-B695-8570AC1018F6}" dt="2023-10-31T03:44:27.094" v="2533" actId="164"/>
          <ac:cxnSpMkLst>
            <pc:docMk/>
            <pc:sldMk cId="914273507" sldId="623"/>
            <ac:cxnSpMk id="23" creationId="{FB60744E-3D77-F460-9195-C7B49D18C9A0}"/>
          </ac:cxnSpMkLst>
        </pc:cxnChg>
        <pc:cxnChg chg="add mod">
          <ac:chgData name="Nursakirah Ab Rahman Muton" userId="423efa6d-ee54-4a96-bb69-a7d6dc1d7e38" providerId="ADAL" clId="{E5418EA3-ED04-44D7-B695-8570AC1018F6}" dt="2023-10-31T03:44:27.094" v="2533" actId="164"/>
          <ac:cxnSpMkLst>
            <pc:docMk/>
            <pc:sldMk cId="914273507" sldId="623"/>
            <ac:cxnSpMk id="24" creationId="{B68EECA2-83B8-CD1A-7DCA-FEAA754BD7C9}"/>
          </ac:cxnSpMkLst>
        </pc:cxnChg>
        <pc:cxnChg chg="add del mod">
          <ac:chgData name="Nursakirah Ab Rahman Muton" userId="423efa6d-ee54-4a96-bb69-a7d6dc1d7e38" providerId="ADAL" clId="{E5418EA3-ED04-44D7-B695-8570AC1018F6}" dt="2023-10-31T03:44:33.616" v="2536" actId="478"/>
          <ac:cxnSpMkLst>
            <pc:docMk/>
            <pc:sldMk cId="914273507" sldId="623"/>
            <ac:cxnSpMk id="26" creationId="{61A352D0-CF29-B4C9-30FC-0A6034EB4466}"/>
          </ac:cxnSpMkLst>
        </pc:cxnChg>
        <pc:cxnChg chg="mod topLvl">
          <ac:chgData name="Nursakirah Ab Rahman Muton" userId="423efa6d-ee54-4a96-bb69-a7d6dc1d7e38" providerId="ADAL" clId="{E5418EA3-ED04-44D7-B695-8570AC1018F6}" dt="2023-10-31T03:45:28.304" v="2575" actId="164"/>
          <ac:cxnSpMkLst>
            <pc:docMk/>
            <pc:sldMk cId="914273507" sldId="623"/>
            <ac:cxnSpMk id="29" creationId="{E1C79C2E-9EA5-8609-ABF8-E9ADD5A974E2}"/>
          </ac:cxnSpMkLst>
        </pc:cxnChg>
        <pc:cxnChg chg="del mod topLvl">
          <ac:chgData name="Nursakirah Ab Rahman Muton" userId="423efa6d-ee54-4a96-bb69-a7d6dc1d7e38" providerId="ADAL" clId="{E5418EA3-ED04-44D7-B695-8570AC1018F6}" dt="2023-10-31T03:45:25.565" v="2574" actId="478"/>
          <ac:cxnSpMkLst>
            <pc:docMk/>
            <pc:sldMk cId="914273507" sldId="623"/>
            <ac:cxnSpMk id="30" creationId="{D6D4DB60-D3C3-9E64-3936-0581268671BC}"/>
          </ac:cxnSpMkLst>
        </pc:cxnChg>
        <pc:cxnChg chg="mod topLvl">
          <ac:chgData name="Nursakirah Ab Rahman Muton" userId="423efa6d-ee54-4a96-bb69-a7d6dc1d7e38" providerId="ADAL" clId="{E5418EA3-ED04-44D7-B695-8570AC1018F6}" dt="2023-10-31T03:45:28.304" v="2575" actId="164"/>
          <ac:cxnSpMkLst>
            <pc:docMk/>
            <pc:sldMk cId="914273507" sldId="623"/>
            <ac:cxnSpMk id="31" creationId="{88AFD4E8-E5AC-53CE-CB4F-D7DFF5778C5D}"/>
          </ac:cxnSpMkLst>
        </pc:cxnChg>
        <pc:cxnChg chg="mod topLvl">
          <ac:chgData name="Nursakirah Ab Rahman Muton" userId="423efa6d-ee54-4a96-bb69-a7d6dc1d7e38" providerId="ADAL" clId="{E5418EA3-ED04-44D7-B695-8570AC1018F6}" dt="2023-10-31T03:45:28.304" v="2575" actId="164"/>
          <ac:cxnSpMkLst>
            <pc:docMk/>
            <pc:sldMk cId="914273507" sldId="623"/>
            <ac:cxnSpMk id="32" creationId="{898198A7-2631-938C-7437-6F94FA97D71E}"/>
          </ac:cxnSpMkLst>
        </pc:cxnChg>
        <pc:cxnChg chg="del mod topLvl">
          <ac:chgData name="Nursakirah Ab Rahman Muton" userId="423efa6d-ee54-4a96-bb69-a7d6dc1d7e38" providerId="ADAL" clId="{E5418EA3-ED04-44D7-B695-8570AC1018F6}" dt="2023-10-31T03:45:25.565" v="2574" actId="478"/>
          <ac:cxnSpMkLst>
            <pc:docMk/>
            <pc:sldMk cId="914273507" sldId="623"/>
            <ac:cxnSpMk id="33" creationId="{238A2635-A4C6-F735-2774-906EB9022CAA}"/>
          </ac:cxnSpMkLst>
        </pc:cxnChg>
        <pc:cxnChg chg="del mod topLvl">
          <ac:chgData name="Nursakirah Ab Rahman Muton" userId="423efa6d-ee54-4a96-bb69-a7d6dc1d7e38" providerId="ADAL" clId="{E5418EA3-ED04-44D7-B695-8570AC1018F6}" dt="2023-10-31T03:45:25.565" v="2574" actId="478"/>
          <ac:cxnSpMkLst>
            <pc:docMk/>
            <pc:sldMk cId="914273507" sldId="623"/>
            <ac:cxnSpMk id="34" creationId="{89E62EB6-6D37-9F98-E12E-998BAAD40863}"/>
          </ac:cxnSpMkLst>
        </pc:cxnChg>
        <pc:cxnChg chg="del mod topLvl">
          <ac:chgData name="Nursakirah Ab Rahman Muton" userId="423efa6d-ee54-4a96-bb69-a7d6dc1d7e38" providerId="ADAL" clId="{E5418EA3-ED04-44D7-B695-8570AC1018F6}" dt="2023-10-31T03:45:25.565" v="2574" actId="478"/>
          <ac:cxnSpMkLst>
            <pc:docMk/>
            <pc:sldMk cId="914273507" sldId="623"/>
            <ac:cxnSpMk id="35" creationId="{5C525FF9-E85B-55E0-35F9-27144D958E6F}"/>
          </ac:cxnSpMkLst>
        </pc:cxnChg>
        <pc:cxnChg chg="del mod topLvl">
          <ac:chgData name="Nursakirah Ab Rahman Muton" userId="423efa6d-ee54-4a96-bb69-a7d6dc1d7e38" providerId="ADAL" clId="{E5418EA3-ED04-44D7-B695-8570AC1018F6}" dt="2023-10-31T03:45:25.565" v="2574" actId="478"/>
          <ac:cxnSpMkLst>
            <pc:docMk/>
            <pc:sldMk cId="914273507" sldId="623"/>
            <ac:cxnSpMk id="36" creationId="{6F7383E5-CFFD-A619-51C3-4383CFCDFBDD}"/>
          </ac:cxnSpMkLst>
        </pc:cxnChg>
        <pc:cxnChg chg="del mod topLvl">
          <ac:chgData name="Nursakirah Ab Rahman Muton" userId="423efa6d-ee54-4a96-bb69-a7d6dc1d7e38" providerId="ADAL" clId="{E5418EA3-ED04-44D7-B695-8570AC1018F6}" dt="2023-10-31T03:45:25.565" v="2574" actId="478"/>
          <ac:cxnSpMkLst>
            <pc:docMk/>
            <pc:sldMk cId="914273507" sldId="623"/>
            <ac:cxnSpMk id="37" creationId="{404B0450-6008-C0F4-8B5B-C2BB3CAADD19}"/>
          </ac:cxnSpMkLst>
        </pc:cxnChg>
        <pc:cxnChg chg="del mod topLvl">
          <ac:chgData name="Nursakirah Ab Rahman Muton" userId="423efa6d-ee54-4a96-bb69-a7d6dc1d7e38" providerId="ADAL" clId="{E5418EA3-ED04-44D7-B695-8570AC1018F6}" dt="2023-10-31T03:45:25.565" v="2574" actId="478"/>
          <ac:cxnSpMkLst>
            <pc:docMk/>
            <pc:sldMk cId="914273507" sldId="623"/>
            <ac:cxnSpMk id="38" creationId="{598CC67F-C384-1BEA-C6E2-8AEE8A679511}"/>
          </ac:cxnSpMkLst>
        </pc:cxnChg>
        <pc:cxnChg chg="del mod topLvl">
          <ac:chgData name="Nursakirah Ab Rahman Muton" userId="423efa6d-ee54-4a96-bb69-a7d6dc1d7e38" providerId="ADAL" clId="{E5418EA3-ED04-44D7-B695-8570AC1018F6}" dt="2023-10-31T03:45:25.565" v="2574" actId="478"/>
          <ac:cxnSpMkLst>
            <pc:docMk/>
            <pc:sldMk cId="914273507" sldId="623"/>
            <ac:cxnSpMk id="39" creationId="{C88225D7-1500-01E2-6C63-27AA8BC31BED}"/>
          </ac:cxnSpMkLst>
        </pc:cxnChg>
        <pc:cxnChg chg="del mod topLvl">
          <ac:chgData name="Nursakirah Ab Rahman Muton" userId="423efa6d-ee54-4a96-bb69-a7d6dc1d7e38" providerId="ADAL" clId="{E5418EA3-ED04-44D7-B695-8570AC1018F6}" dt="2023-10-31T03:45:25.565" v="2574" actId="478"/>
          <ac:cxnSpMkLst>
            <pc:docMk/>
            <pc:sldMk cId="914273507" sldId="623"/>
            <ac:cxnSpMk id="40" creationId="{90D82721-C2D8-B8E4-6C23-4AECC9EB8171}"/>
          </ac:cxnSpMkLst>
        </pc:cxnChg>
        <pc:cxnChg chg="mod topLvl">
          <ac:chgData name="Nursakirah Ab Rahman Muton" userId="423efa6d-ee54-4a96-bb69-a7d6dc1d7e38" providerId="ADAL" clId="{E5418EA3-ED04-44D7-B695-8570AC1018F6}" dt="2023-10-31T03:45:28.304" v="2575" actId="164"/>
          <ac:cxnSpMkLst>
            <pc:docMk/>
            <pc:sldMk cId="914273507" sldId="623"/>
            <ac:cxnSpMk id="41" creationId="{076CF834-21D0-D86C-DF76-330ACDF0B2C5}"/>
          </ac:cxnSpMkLst>
        </pc:cxnChg>
      </pc:sldChg>
      <pc:sldChg chg="addSp delSp modSp new del mod ord">
        <pc:chgData name="Nursakirah Ab Rahman Muton" userId="423efa6d-ee54-4a96-bb69-a7d6dc1d7e38" providerId="ADAL" clId="{E5418EA3-ED04-44D7-B695-8570AC1018F6}" dt="2023-11-01T06:59:01.691" v="5225" actId="47"/>
        <pc:sldMkLst>
          <pc:docMk/>
          <pc:sldMk cId="3223144689" sldId="624"/>
        </pc:sldMkLst>
        <pc:spChg chg="mod">
          <ac:chgData name="Nursakirah Ab Rahman Muton" userId="423efa6d-ee54-4a96-bb69-a7d6dc1d7e38" providerId="ADAL" clId="{E5418EA3-ED04-44D7-B695-8570AC1018F6}" dt="2023-10-31T03:48:37.962" v="2670"/>
          <ac:spMkLst>
            <pc:docMk/>
            <pc:sldMk cId="3223144689" sldId="624"/>
            <ac:spMk id="2" creationId="{CC996DCD-D180-5CE1-B025-04ABBDDF6234}"/>
          </ac:spMkLst>
        </pc:spChg>
        <pc:spChg chg="add del mod">
          <ac:chgData name="Nursakirah Ab Rahman Muton" userId="423efa6d-ee54-4a96-bb69-a7d6dc1d7e38" providerId="ADAL" clId="{E5418EA3-ED04-44D7-B695-8570AC1018F6}" dt="2023-10-31T03:52:38.322" v="2700" actId="478"/>
          <ac:spMkLst>
            <pc:docMk/>
            <pc:sldMk cId="3223144689" sldId="624"/>
            <ac:spMk id="9" creationId="{C3A7AD05-875D-6576-FCAB-ACCAF0117D80}"/>
          </ac:spMkLst>
        </pc:spChg>
        <pc:spChg chg="add del mod">
          <ac:chgData name="Nursakirah Ab Rahman Muton" userId="423efa6d-ee54-4a96-bb69-a7d6dc1d7e38" providerId="ADAL" clId="{E5418EA3-ED04-44D7-B695-8570AC1018F6}" dt="2023-10-31T03:53:29.908" v="2714" actId="478"/>
          <ac:spMkLst>
            <pc:docMk/>
            <pc:sldMk cId="3223144689" sldId="624"/>
            <ac:spMk id="10" creationId="{A57529D3-4F22-6632-FFDC-B741321714AE}"/>
          </ac:spMkLst>
        </pc:spChg>
        <pc:spChg chg="add del mod">
          <ac:chgData name="Nursakirah Ab Rahman Muton" userId="423efa6d-ee54-4a96-bb69-a7d6dc1d7e38" providerId="ADAL" clId="{E5418EA3-ED04-44D7-B695-8570AC1018F6}" dt="2023-10-31T03:53:29.908" v="2714" actId="478"/>
          <ac:spMkLst>
            <pc:docMk/>
            <pc:sldMk cId="3223144689" sldId="624"/>
            <ac:spMk id="11" creationId="{7B05C042-D98A-58C4-200A-59399C625FD3}"/>
          </ac:spMkLst>
        </pc:spChg>
        <pc:spChg chg="add del mod">
          <ac:chgData name="Nursakirah Ab Rahman Muton" userId="423efa6d-ee54-4a96-bb69-a7d6dc1d7e38" providerId="ADAL" clId="{E5418EA3-ED04-44D7-B695-8570AC1018F6}" dt="2023-10-31T03:53:29.908" v="2714" actId="478"/>
          <ac:spMkLst>
            <pc:docMk/>
            <pc:sldMk cId="3223144689" sldId="624"/>
            <ac:spMk id="12" creationId="{F750E734-E628-5AB6-8C4A-21BE83CA3E29}"/>
          </ac:spMkLst>
        </pc:spChg>
        <pc:spChg chg="add del mod">
          <ac:chgData name="Nursakirah Ab Rahman Muton" userId="423efa6d-ee54-4a96-bb69-a7d6dc1d7e38" providerId="ADAL" clId="{E5418EA3-ED04-44D7-B695-8570AC1018F6}" dt="2023-10-31T03:54:42.410" v="2724" actId="478"/>
          <ac:spMkLst>
            <pc:docMk/>
            <pc:sldMk cId="3223144689" sldId="624"/>
            <ac:spMk id="13" creationId="{31484452-FC30-945F-39C3-5DC058781783}"/>
          </ac:spMkLst>
        </pc:spChg>
        <pc:spChg chg="add mod">
          <ac:chgData name="Nursakirah Ab Rahman Muton" userId="423efa6d-ee54-4a96-bb69-a7d6dc1d7e38" providerId="ADAL" clId="{E5418EA3-ED04-44D7-B695-8570AC1018F6}" dt="2023-10-31T03:54:54.272" v="2737" actId="1076"/>
          <ac:spMkLst>
            <pc:docMk/>
            <pc:sldMk cId="3223144689" sldId="624"/>
            <ac:spMk id="14" creationId="{04D49648-8574-B9AA-145B-6446A69CDB67}"/>
          </ac:spMkLst>
        </pc:spChg>
        <pc:picChg chg="add del">
          <ac:chgData name="Nursakirah Ab Rahman Muton" userId="423efa6d-ee54-4a96-bb69-a7d6dc1d7e38" providerId="ADAL" clId="{E5418EA3-ED04-44D7-B695-8570AC1018F6}" dt="2023-10-31T03:46:59.939" v="2607" actId="478"/>
          <ac:picMkLst>
            <pc:docMk/>
            <pc:sldMk cId="3223144689" sldId="624"/>
            <ac:picMk id="4" creationId="{0B516AE2-DFC3-406F-023C-DB05D26C7D0F}"/>
          </ac:picMkLst>
        </pc:picChg>
        <pc:picChg chg="add mod">
          <ac:chgData name="Nursakirah Ab Rahman Muton" userId="423efa6d-ee54-4a96-bb69-a7d6dc1d7e38" providerId="ADAL" clId="{E5418EA3-ED04-44D7-B695-8570AC1018F6}" dt="2023-10-31T03:48:59.301" v="2676" actId="1076"/>
          <ac:picMkLst>
            <pc:docMk/>
            <pc:sldMk cId="3223144689" sldId="624"/>
            <ac:picMk id="6" creationId="{8F353430-B82F-2C28-32C6-2C377CDE192B}"/>
          </ac:picMkLst>
        </pc:picChg>
        <pc:picChg chg="add mod">
          <ac:chgData name="Nursakirah Ab Rahman Muton" userId="423efa6d-ee54-4a96-bb69-a7d6dc1d7e38" providerId="ADAL" clId="{E5418EA3-ED04-44D7-B695-8570AC1018F6}" dt="2023-10-31T03:49:03.698" v="2678" actId="1076"/>
          <ac:picMkLst>
            <pc:docMk/>
            <pc:sldMk cId="3223144689" sldId="624"/>
            <ac:picMk id="8" creationId="{E620FED4-CFF6-A282-474C-001AC97F4CB7}"/>
          </ac:picMkLst>
        </pc:picChg>
      </pc:sldChg>
      <pc:sldChg chg="addSp delSp modSp add mod ord">
        <pc:chgData name="Nursakirah Ab Rahman Muton" userId="423efa6d-ee54-4a96-bb69-a7d6dc1d7e38" providerId="ADAL" clId="{E5418EA3-ED04-44D7-B695-8570AC1018F6}" dt="2023-11-14T12:45:45.606" v="26450" actId="1076"/>
        <pc:sldMkLst>
          <pc:docMk/>
          <pc:sldMk cId="3591261421" sldId="625"/>
        </pc:sldMkLst>
        <pc:spChg chg="add mod">
          <ac:chgData name="Nursakirah Ab Rahman Muton" userId="423efa6d-ee54-4a96-bb69-a7d6dc1d7e38" providerId="ADAL" clId="{E5418EA3-ED04-44D7-B695-8570AC1018F6}" dt="2023-10-31T03:55:24.185" v="2746" actId="20577"/>
          <ac:spMkLst>
            <pc:docMk/>
            <pc:sldMk cId="3591261421" sldId="625"/>
            <ac:spMk id="5" creationId="{2E63BD68-908C-CB95-16F0-8F36DEE71073}"/>
          </ac:spMkLst>
        </pc:spChg>
        <pc:spChg chg="mod">
          <ac:chgData name="Nursakirah Ab Rahman Muton" userId="423efa6d-ee54-4a96-bb69-a7d6dc1d7e38" providerId="ADAL" clId="{E5418EA3-ED04-44D7-B695-8570AC1018F6}" dt="2023-10-31T03:50:08.858" v="2689" actId="20577"/>
          <ac:spMkLst>
            <pc:docMk/>
            <pc:sldMk cId="3591261421" sldId="625"/>
            <ac:spMk id="46" creationId="{5803F621-51C4-3D8B-3898-7A720C6909F1}"/>
          </ac:spMkLst>
        </pc:spChg>
        <pc:grpChg chg="mod">
          <ac:chgData name="Nursakirah Ab Rahman Muton" userId="423efa6d-ee54-4a96-bb69-a7d6dc1d7e38" providerId="ADAL" clId="{E5418EA3-ED04-44D7-B695-8570AC1018F6}" dt="2023-11-14T12:45:31.392" v="26448" actId="1076"/>
          <ac:grpSpMkLst>
            <pc:docMk/>
            <pc:sldMk cId="3591261421" sldId="625"/>
            <ac:grpSpMk id="25" creationId="{D55395FA-73D6-CC5D-394C-D9E35562E55D}"/>
          </ac:grpSpMkLst>
        </pc:grpChg>
        <pc:grpChg chg="mod">
          <ac:chgData name="Nursakirah Ab Rahman Muton" userId="423efa6d-ee54-4a96-bb69-a7d6dc1d7e38" providerId="ADAL" clId="{E5418EA3-ED04-44D7-B695-8570AC1018F6}" dt="2023-11-14T12:45:31.392" v="26448" actId="1076"/>
          <ac:grpSpMkLst>
            <pc:docMk/>
            <pc:sldMk cId="3591261421" sldId="625"/>
            <ac:grpSpMk id="43" creationId="{6390476F-258E-42B3-5FE5-799D9E4A6E82}"/>
          </ac:grpSpMkLst>
        </pc:grpChg>
        <pc:picChg chg="add mod">
          <ac:chgData name="Nursakirah Ab Rahman Muton" userId="423efa6d-ee54-4a96-bb69-a7d6dc1d7e38" providerId="ADAL" clId="{E5418EA3-ED04-44D7-B695-8570AC1018F6}" dt="2023-11-14T12:45:45.606" v="26450" actId="1076"/>
          <ac:picMkLst>
            <pc:docMk/>
            <pc:sldMk cId="3591261421" sldId="625"/>
            <ac:picMk id="3" creationId="{8B3A0A7A-F438-A55A-C0DA-1E3A8E540BBF}"/>
          </ac:picMkLst>
        </pc:picChg>
        <pc:picChg chg="del">
          <ac:chgData name="Nursakirah Ab Rahman Muton" userId="423efa6d-ee54-4a96-bb69-a7d6dc1d7e38" providerId="ADAL" clId="{E5418EA3-ED04-44D7-B695-8570AC1018F6}" dt="2023-10-31T03:50:36.470" v="2690" actId="478"/>
          <ac:picMkLst>
            <pc:docMk/>
            <pc:sldMk cId="3591261421" sldId="625"/>
            <ac:picMk id="45" creationId="{21A2185B-9303-6976-593F-A3CCD561B607}"/>
          </ac:picMkLst>
        </pc:picChg>
      </pc:sldChg>
      <pc:sldChg chg="add del">
        <pc:chgData name="Nursakirah Ab Rahman Muton" userId="423efa6d-ee54-4a96-bb69-a7d6dc1d7e38" providerId="ADAL" clId="{E5418EA3-ED04-44D7-B695-8570AC1018F6}" dt="2023-10-31T03:50:57.136" v="2693" actId="47"/>
        <pc:sldMkLst>
          <pc:docMk/>
          <pc:sldMk cId="1766348632" sldId="626"/>
        </pc:sldMkLst>
      </pc:sldChg>
      <pc:sldChg chg="addSp delSp modSp add mod ord">
        <pc:chgData name="Nursakirah Ab Rahman Muton" userId="423efa6d-ee54-4a96-bb69-a7d6dc1d7e38" providerId="ADAL" clId="{E5418EA3-ED04-44D7-B695-8570AC1018F6}" dt="2023-11-17T00:47:04.601" v="26990"/>
        <pc:sldMkLst>
          <pc:docMk/>
          <pc:sldMk cId="2708658373" sldId="626"/>
        </pc:sldMkLst>
        <pc:spChg chg="add mod">
          <ac:chgData name="Nursakirah Ab Rahman Muton" userId="423efa6d-ee54-4a96-bb69-a7d6dc1d7e38" providerId="ADAL" clId="{E5418EA3-ED04-44D7-B695-8570AC1018F6}" dt="2023-10-31T03:54:58.010" v="2739"/>
          <ac:spMkLst>
            <pc:docMk/>
            <pc:sldMk cId="2708658373" sldId="626"/>
            <ac:spMk id="3" creationId="{D88CA15A-3864-A60F-40AF-1309AD9CC45C}"/>
          </ac:spMkLst>
        </pc:spChg>
        <pc:spChg chg="mod">
          <ac:chgData name="Nursakirah Ab Rahman Muton" userId="423efa6d-ee54-4a96-bb69-a7d6dc1d7e38" providerId="ADAL" clId="{E5418EA3-ED04-44D7-B695-8570AC1018F6}" dt="2023-10-31T03:57:27.590" v="2784" actId="1076"/>
          <ac:spMkLst>
            <pc:docMk/>
            <pc:sldMk cId="2708658373" sldId="626"/>
            <ac:spMk id="10" creationId="{A57529D3-4F22-6632-FFDC-B741321714AE}"/>
          </ac:spMkLst>
        </pc:spChg>
        <pc:spChg chg="mod">
          <ac:chgData name="Nursakirah Ab Rahman Muton" userId="423efa6d-ee54-4a96-bb69-a7d6dc1d7e38" providerId="ADAL" clId="{E5418EA3-ED04-44D7-B695-8570AC1018F6}" dt="2023-10-31T03:57:27.590" v="2784" actId="1076"/>
          <ac:spMkLst>
            <pc:docMk/>
            <pc:sldMk cId="2708658373" sldId="626"/>
            <ac:spMk id="11" creationId="{7B05C042-D98A-58C4-200A-59399C625FD3}"/>
          </ac:spMkLst>
        </pc:spChg>
        <pc:spChg chg="mod">
          <ac:chgData name="Nursakirah Ab Rahman Muton" userId="423efa6d-ee54-4a96-bb69-a7d6dc1d7e38" providerId="ADAL" clId="{E5418EA3-ED04-44D7-B695-8570AC1018F6}" dt="2023-10-31T03:57:27.590" v="2784" actId="1076"/>
          <ac:spMkLst>
            <pc:docMk/>
            <pc:sldMk cId="2708658373" sldId="626"/>
            <ac:spMk id="12" creationId="{F750E734-E628-5AB6-8C4A-21BE83CA3E29}"/>
          </ac:spMkLst>
        </pc:spChg>
        <pc:picChg chg="mod">
          <ac:chgData name="Nursakirah Ab Rahman Muton" userId="423efa6d-ee54-4a96-bb69-a7d6dc1d7e38" providerId="ADAL" clId="{E5418EA3-ED04-44D7-B695-8570AC1018F6}" dt="2023-10-31T03:57:27.590" v="2784" actId="1076"/>
          <ac:picMkLst>
            <pc:docMk/>
            <pc:sldMk cId="2708658373" sldId="626"/>
            <ac:picMk id="6" creationId="{8F353430-B82F-2C28-32C6-2C377CDE192B}"/>
          </ac:picMkLst>
        </pc:picChg>
        <pc:picChg chg="del">
          <ac:chgData name="Nursakirah Ab Rahman Muton" userId="423efa6d-ee54-4a96-bb69-a7d6dc1d7e38" providerId="ADAL" clId="{E5418EA3-ED04-44D7-B695-8570AC1018F6}" dt="2023-10-31T03:57:24.061" v="2783" actId="478"/>
          <ac:picMkLst>
            <pc:docMk/>
            <pc:sldMk cId="2708658373" sldId="626"/>
            <ac:picMk id="8" creationId="{E620FED4-CFF6-A282-474C-001AC97F4CB7}"/>
          </ac:picMkLst>
        </pc:picChg>
        <pc:inkChg chg="add">
          <ac:chgData name="Nursakirah Ab Rahman Muton" userId="423efa6d-ee54-4a96-bb69-a7d6dc1d7e38" providerId="ADAL" clId="{E5418EA3-ED04-44D7-B695-8570AC1018F6}" dt="2023-11-17T00:47:04.601" v="26990"/>
          <ac:inkMkLst>
            <pc:docMk/>
            <pc:sldMk cId="2708658373" sldId="626"/>
            <ac:inkMk id="4" creationId="{6B5FA739-E575-EBA6-EEFA-EB1F94D839AA}"/>
          </ac:inkMkLst>
        </pc:inkChg>
      </pc:sldChg>
      <pc:sldChg chg="addSp delSp modSp add mod ord">
        <pc:chgData name="Nursakirah Ab Rahman Muton" userId="423efa6d-ee54-4a96-bb69-a7d6dc1d7e38" providerId="ADAL" clId="{E5418EA3-ED04-44D7-B695-8570AC1018F6}" dt="2023-11-17T00:47:04.601" v="26990"/>
        <pc:sldMkLst>
          <pc:docMk/>
          <pc:sldMk cId="2377268244" sldId="627"/>
        </pc:sldMkLst>
        <pc:spChg chg="del">
          <ac:chgData name="Nursakirah Ab Rahman Muton" userId="423efa6d-ee54-4a96-bb69-a7d6dc1d7e38" providerId="ADAL" clId="{E5418EA3-ED04-44D7-B695-8570AC1018F6}" dt="2023-10-31T03:55:30.063" v="2747" actId="478"/>
          <ac:spMkLst>
            <pc:docMk/>
            <pc:sldMk cId="2377268244" sldId="627"/>
            <ac:spMk id="3" creationId="{D88CA15A-3864-A60F-40AF-1309AD9CC45C}"/>
          </ac:spMkLst>
        </pc:spChg>
        <pc:spChg chg="add mod">
          <ac:chgData name="Nursakirah Ab Rahman Muton" userId="423efa6d-ee54-4a96-bb69-a7d6dc1d7e38" providerId="ADAL" clId="{E5418EA3-ED04-44D7-B695-8570AC1018F6}" dt="2023-10-31T03:55:46.562" v="2751" actId="20577"/>
          <ac:spMkLst>
            <pc:docMk/>
            <pc:sldMk cId="2377268244" sldId="627"/>
            <ac:spMk id="4" creationId="{DAED86F7-B476-35C5-9DB6-0A5740B9725A}"/>
          </ac:spMkLst>
        </pc:spChg>
        <pc:spChg chg="add mod">
          <ac:chgData name="Nursakirah Ab Rahman Muton" userId="423efa6d-ee54-4a96-bb69-a7d6dc1d7e38" providerId="ADAL" clId="{E5418EA3-ED04-44D7-B695-8570AC1018F6}" dt="2023-10-31T03:56:34.459" v="2775" actId="1035"/>
          <ac:spMkLst>
            <pc:docMk/>
            <pc:sldMk cId="2377268244" sldId="627"/>
            <ac:spMk id="5" creationId="{4FDF7C5C-3389-88A9-779D-369A91EE58FD}"/>
          </ac:spMkLst>
        </pc:spChg>
        <pc:spChg chg="add mod">
          <ac:chgData name="Nursakirah Ab Rahman Muton" userId="423efa6d-ee54-4a96-bb69-a7d6dc1d7e38" providerId="ADAL" clId="{E5418EA3-ED04-44D7-B695-8570AC1018F6}" dt="2023-10-31T03:56:34.459" v="2775" actId="1035"/>
          <ac:spMkLst>
            <pc:docMk/>
            <pc:sldMk cId="2377268244" sldId="627"/>
            <ac:spMk id="7" creationId="{9E145519-4695-FA47-3A49-C9C78BDAF15D}"/>
          </ac:spMkLst>
        </pc:spChg>
        <pc:spChg chg="add mod">
          <ac:chgData name="Nursakirah Ab Rahman Muton" userId="423efa6d-ee54-4a96-bb69-a7d6dc1d7e38" providerId="ADAL" clId="{E5418EA3-ED04-44D7-B695-8570AC1018F6}" dt="2023-11-16T13:25:19.173" v="26890" actId="113"/>
          <ac:spMkLst>
            <pc:docMk/>
            <pc:sldMk cId="2377268244" sldId="627"/>
            <ac:spMk id="9" creationId="{576D8CE3-339D-4003-3AF0-3B79DF101289}"/>
          </ac:spMkLst>
        </pc:spChg>
        <pc:spChg chg="mod">
          <ac:chgData name="Nursakirah Ab Rahman Muton" userId="423efa6d-ee54-4a96-bb69-a7d6dc1d7e38" providerId="ADAL" clId="{E5418EA3-ED04-44D7-B695-8570AC1018F6}" dt="2023-10-31T03:56:34.459" v="2775" actId="1035"/>
          <ac:spMkLst>
            <pc:docMk/>
            <pc:sldMk cId="2377268244" sldId="627"/>
            <ac:spMk id="10" creationId="{A57529D3-4F22-6632-FFDC-B741321714AE}"/>
          </ac:spMkLst>
        </pc:spChg>
        <pc:spChg chg="mod">
          <ac:chgData name="Nursakirah Ab Rahman Muton" userId="423efa6d-ee54-4a96-bb69-a7d6dc1d7e38" providerId="ADAL" clId="{E5418EA3-ED04-44D7-B695-8570AC1018F6}" dt="2023-10-31T03:56:34.459" v="2775" actId="1035"/>
          <ac:spMkLst>
            <pc:docMk/>
            <pc:sldMk cId="2377268244" sldId="627"/>
            <ac:spMk id="11" creationId="{7B05C042-D98A-58C4-200A-59399C625FD3}"/>
          </ac:spMkLst>
        </pc:spChg>
        <pc:spChg chg="mod">
          <ac:chgData name="Nursakirah Ab Rahman Muton" userId="423efa6d-ee54-4a96-bb69-a7d6dc1d7e38" providerId="ADAL" clId="{E5418EA3-ED04-44D7-B695-8570AC1018F6}" dt="2023-10-31T03:56:34.459" v="2775" actId="1035"/>
          <ac:spMkLst>
            <pc:docMk/>
            <pc:sldMk cId="2377268244" sldId="627"/>
            <ac:spMk id="12" creationId="{F750E734-E628-5AB6-8C4A-21BE83CA3E29}"/>
          </ac:spMkLst>
        </pc:spChg>
        <pc:spChg chg="mod">
          <ac:chgData name="Nursakirah Ab Rahman Muton" userId="423efa6d-ee54-4a96-bb69-a7d6dc1d7e38" providerId="ADAL" clId="{E5418EA3-ED04-44D7-B695-8570AC1018F6}" dt="2023-10-31T03:56:56.578" v="2779" actId="1076"/>
          <ac:spMkLst>
            <pc:docMk/>
            <pc:sldMk cId="2377268244" sldId="627"/>
            <ac:spMk id="14" creationId="{A9FC6423-48E4-B5FC-040E-808B688F189A}"/>
          </ac:spMkLst>
        </pc:spChg>
        <pc:grpChg chg="add mod">
          <ac:chgData name="Nursakirah Ab Rahman Muton" userId="423efa6d-ee54-4a96-bb69-a7d6dc1d7e38" providerId="ADAL" clId="{E5418EA3-ED04-44D7-B695-8570AC1018F6}" dt="2023-10-31T03:56:56.578" v="2779" actId="1076"/>
          <ac:grpSpMkLst>
            <pc:docMk/>
            <pc:sldMk cId="2377268244" sldId="627"/>
            <ac:grpSpMk id="13" creationId="{FFD6D7C8-FD63-D523-F10F-FBB4EF1B3459}"/>
          </ac:grpSpMkLst>
        </pc:grpChg>
        <pc:picChg chg="mod">
          <ac:chgData name="Nursakirah Ab Rahman Muton" userId="423efa6d-ee54-4a96-bb69-a7d6dc1d7e38" providerId="ADAL" clId="{E5418EA3-ED04-44D7-B695-8570AC1018F6}" dt="2023-10-31T03:56:34.459" v="2775" actId="1035"/>
          <ac:picMkLst>
            <pc:docMk/>
            <pc:sldMk cId="2377268244" sldId="627"/>
            <ac:picMk id="6" creationId="{8F353430-B82F-2C28-32C6-2C377CDE192B}"/>
          </ac:picMkLst>
        </pc:picChg>
        <pc:picChg chg="del">
          <ac:chgData name="Nursakirah Ab Rahman Muton" userId="423efa6d-ee54-4a96-bb69-a7d6dc1d7e38" providerId="ADAL" clId="{E5418EA3-ED04-44D7-B695-8570AC1018F6}" dt="2023-10-31T03:56:31.078" v="2764" actId="478"/>
          <ac:picMkLst>
            <pc:docMk/>
            <pc:sldMk cId="2377268244" sldId="627"/>
            <ac:picMk id="8" creationId="{E620FED4-CFF6-A282-474C-001AC97F4CB7}"/>
          </ac:picMkLst>
        </pc:picChg>
        <pc:inkChg chg="add">
          <ac:chgData name="Nursakirah Ab Rahman Muton" userId="423efa6d-ee54-4a96-bb69-a7d6dc1d7e38" providerId="ADAL" clId="{E5418EA3-ED04-44D7-B695-8570AC1018F6}" dt="2023-11-17T00:47:04.601" v="26990"/>
          <ac:inkMkLst>
            <pc:docMk/>
            <pc:sldMk cId="2377268244" sldId="627"/>
            <ac:inkMk id="3" creationId="{6C79625F-3C40-668A-E7AE-A4C4AB4901E7}"/>
          </ac:inkMkLst>
        </pc:inkChg>
        <pc:cxnChg chg="mod">
          <ac:chgData name="Nursakirah Ab Rahman Muton" userId="423efa6d-ee54-4a96-bb69-a7d6dc1d7e38" providerId="ADAL" clId="{E5418EA3-ED04-44D7-B695-8570AC1018F6}" dt="2023-10-31T03:56:56.578" v="2779" actId="1076"/>
          <ac:cxnSpMkLst>
            <pc:docMk/>
            <pc:sldMk cId="2377268244" sldId="627"/>
            <ac:cxnSpMk id="15" creationId="{74D71D5C-D2F6-B4C0-BF3C-B3797C477775}"/>
          </ac:cxnSpMkLst>
        </pc:cxnChg>
        <pc:cxnChg chg="mod">
          <ac:chgData name="Nursakirah Ab Rahman Muton" userId="423efa6d-ee54-4a96-bb69-a7d6dc1d7e38" providerId="ADAL" clId="{E5418EA3-ED04-44D7-B695-8570AC1018F6}" dt="2023-10-31T03:56:56.578" v="2779" actId="1076"/>
          <ac:cxnSpMkLst>
            <pc:docMk/>
            <pc:sldMk cId="2377268244" sldId="627"/>
            <ac:cxnSpMk id="16" creationId="{BF6AFAF3-526F-29FD-F19C-5F00F1D37C85}"/>
          </ac:cxnSpMkLst>
        </pc:cxnChg>
        <pc:cxnChg chg="mod">
          <ac:chgData name="Nursakirah Ab Rahman Muton" userId="423efa6d-ee54-4a96-bb69-a7d6dc1d7e38" providerId="ADAL" clId="{E5418EA3-ED04-44D7-B695-8570AC1018F6}" dt="2023-10-31T03:56:56.578" v="2779" actId="1076"/>
          <ac:cxnSpMkLst>
            <pc:docMk/>
            <pc:sldMk cId="2377268244" sldId="627"/>
            <ac:cxnSpMk id="17" creationId="{BF80A280-F6BD-2CC7-F700-E7BE72B93100}"/>
          </ac:cxnSpMkLst>
        </pc:cxnChg>
        <pc:cxnChg chg="mod">
          <ac:chgData name="Nursakirah Ab Rahman Muton" userId="423efa6d-ee54-4a96-bb69-a7d6dc1d7e38" providerId="ADAL" clId="{E5418EA3-ED04-44D7-B695-8570AC1018F6}" dt="2023-10-31T03:56:56.578" v="2779" actId="1076"/>
          <ac:cxnSpMkLst>
            <pc:docMk/>
            <pc:sldMk cId="2377268244" sldId="627"/>
            <ac:cxnSpMk id="18" creationId="{789FFCC6-4F66-BF48-19AE-3FA9E429E59A}"/>
          </ac:cxnSpMkLst>
        </pc:cxnChg>
        <pc:cxnChg chg="mod">
          <ac:chgData name="Nursakirah Ab Rahman Muton" userId="423efa6d-ee54-4a96-bb69-a7d6dc1d7e38" providerId="ADAL" clId="{E5418EA3-ED04-44D7-B695-8570AC1018F6}" dt="2023-10-31T03:56:56.578" v="2779" actId="1076"/>
          <ac:cxnSpMkLst>
            <pc:docMk/>
            <pc:sldMk cId="2377268244" sldId="627"/>
            <ac:cxnSpMk id="19" creationId="{2980BF6A-FF45-F6A9-33F0-5E946FFDE16C}"/>
          </ac:cxnSpMkLst>
        </pc:cxnChg>
        <pc:cxnChg chg="mod">
          <ac:chgData name="Nursakirah Ab Rahman Muton" userId="423efa6d-ee54-4a96-bb69-a7d6dc1d7e38" providerId="ADAL" clId="{E5418EA3-ED04-44D7-B695-8570AC1018F6}" dt="2023-10-31T03:56:56.578" v="2779" actId="1076"/>
          <ac:cxnSpMkLst>
            <pc:docMk/>
            <pc:sldMk cId="2377268244" sldId="627"/>
            <ac:cxnSpMk id="20" creationId="{41F8B6A6-02D2-15DE-18FA-2BF3899CC3F9}"/>
          </ac:cxnSpMkLst>
        </pc:cxnChg>
        <pc:cxnChg chg="mod">
          <ac:chgData name="Nursakirah Ab Rahman Muton" userId="423efa6d-ee54-4a96-bb69-a7d6dc1d7e38" providerId="ADAL" clId="{E5418EA3-ED04-44D7-B695-8570AC1018F6}" dt="2023-10-31T03:56:56.578" v="2779" actId="1076"/>
          <ac:cxnSpMkLst>
            <pc:docMk/>
            <pc:sldMk cId="2377268244" sldId="627"/>
            <ac:cxnSpMk id="21" creationId="{B9D55880-551E-210E-03B6-5AA6CE18E313}"/>
          </ac:cxnSpMkLst>
        </pc:cxnChg>
        <pc:cxnChg chg="mod">
          <ac:chgData name="Nursakirah Ab Rahman Muton" userId="423efa6d-ee54-4a96-bb69-a7d6dc1d7e38" providerId="ADAL" clId="{E5418EA3-ED04-44D7-B695-8570AC1018F6}" dt="2023-10-31T03:56:56.578" v="2779" actId="1076"/>
          <ac:cxnSpMkLst>
            <pc:docMk/>
            <pc:sldMk cId="2377268244" sldId="627"/>
            <ac:cxnSpMk id="22" creationId="{0D8FE8B6-7391-D711-741A-87AF32BA893B}"/>
          </ac:cxnSpMkLst>
        </pc:cxnChg>
        <pc:cxnChg chg="mod">
          <ac:chgData name="Nursakirah Ab Rahman Muton" userId="423efa6d-ee54-4a96-bb69-a7d6dc1d7e38" providerId="ADAL" clId="{E5418EA3-ED04-44D7-B695-8570AC1018F6}" dt="2023-10-31T03:56:56.578" v="2779" actId="1076"/>
          <ac:cxnSpMkLst>
            <pc:docMk/>
            <pc:sldMk cId="2377268244" sldId="627"/>
            <ac:cxnSpMk id="23" creationId="{8C24A69E-29EC-BA10-78DF-C8173AECD876}"/>
          </ac:cxnSpMkLst>
        </pc:cxnChg>
      </pc:sldChg>
      <pc:sldChg chg="addSp delSp modSp new mod modAnim chgLayout">
        <pc:chgData name="Nursakirah Ab Rahman Muton" userId="423efa6d-ee54-4a96-bb69-a7d6dc1d7e38" providerId="ADAL" clId="{E5418EA3-ED04-44D7-B695-8570AC1018F6}" dt="2023-11-01T04:56:33.463" v="4605" actId="20577"/>
        <pc:sldMkLst>
          <pc:docMk/>
          <pc:sldMk cId="4284674540" sldId="628"/>
        </pc:sldMkLst>
        <pc:spChg chg="mod ord">
          <ac:chgData name="Nursakirah Ab Rahman Muton" userId="423efa6d-ee54-4a96-bb69-a7d6dc1d7e38" providerId="ADAL" clId="{E5418EA3-ED04-44D7-B695-8570AC1018F6}" dt="2023-11-01T04:56:33.463" v="4605" actId="20577"/>
          <ac:spMkLst>
            <pc:docMk/>
            <pc:sldMk cId="4284674540" sldId="628"/>
            <ac:spMk id="2" creationId="{69B18E80-45B5-5F0B-7B27-F39B9CE5B573}"/>
          </ac:spMkLst>
        </pc:spChg>
        <pc:spChg chg="del mod">
          <ac:chgData name="Nursakirah Ab Rahman Muton" userId="423efa6d-ee54-4a96-bb69-a7d6dc1d7e38" providerId="ADAL" clId="{E5418EA3-ED04-44D7-B695-8570AC1018F6}" dt="2023-10-31T04:56:03.436" v="2857" actId="478"/>
          <ac:spMkLst>
            <pc:docMk/>
            <pc:sldMk cId="4284674540" sldId="628"/>
            <ac:spMk id="3" creationId="{787183B1-3E13-40F4-4F92-8A3BF39AE1BD}"/>
          </ac:spMkLst>
        </pc:spChg>
        <pc:spChg chg="add mod ord">
          <ac:chgData name="Nursakirah Ab Rahman Muton" userId="423efa6d-ee54-4a96-bb69-a7d6dc1d7e38" providerId="ADAL" clId="{E5418EA3-ED04-44D7-B695-8570AC1018F6}" dt="2023-11-01T04:35:34.612" v="4377" actId="6549"/>
          <ac:spMkLst>
            <pc:docMk/>
            <pc:sldMk cId="4284674540" sldId="628"/>
            <ac:spMk id="3" creationId="{8C225D9C-D3F2-831D-06C7-67627083E23B}"/>
          </ac:spMkLst>
        </pc:spChg>
        <pc:spChg chg="add del mod">
          <ac:chgData name="Nursakirah Ab Rahman Muton" userId="423efa6d-ee54-4a96-bb69-a7d6dc1d7e38" providerId="ADAL" clId="{E5418EA3-ED04-44D7-B695-8570AC1018F6}" dt="2023-10-31T04:56:05.464" v="2858" actId="478"/>
          <ac:spMkLst>
            <pc:docMk/>
            <pc:sldMk cId="4284674540" sldId="628"/>
            <ac:spMk id="5" creationId="{61E9420E-CBAE-4359-DD43-44CB5D7D89BE}"/>
          </ac:spMkLst>
        </pc:spChg>
        <pc:spChg chg="add mod ord">
          <ac:chgData name="Nursakirah Ab Rahman Muton" userId="423efa6d-ee54-4a96-bb69-a7d6dc1d7e38" providerId="ADAL" clId="{E5418EA3-ED04-44D7-B695-8570AC1018F6}" dt="2023-11-01T04:39:04.612" v="4428" actId="1076"/>
          <ac:spMkLst>
            <pc:docMk/>
            <pc:sldMk cId="4284674540" sldId="628"/>
            <ac:spMk id="11" creationId="{27791AD9-3D97-2A2A-E5AB-4D7B0DF08F77}"/>
          </ac:spMkLst>
        </pc:spChg>
        <pc:spChg chg="add mod">
          <ac:chgData name="Nursakirah Ab Rahman Muton" userId="423efa6d-ee54-4a96-bb69-a7d6dc1d7e38" providerId="ADAL" clId="{E5418EA3-ED04-44D7-B695-8570AC1018F6}" dt="2023-11-01T04:39:11.789" v="4431" actId="164"/>
          <ac:spMkLst>
            <pc:docMk/>
            <pc:sldMk cId="4284674540" sldId="628"/>
            <ac:spMk id="12" creationId="{0BEE41FB-0546-3F4B-CB28-DD1D681E6EBA}"/>
          </ac:spMkLst>
        </pc:spChg>
        <pc:spChg chg="add mod topLvl">
          <ac:chgData name="Nursakirah Ab Rahman Muton" userId="423efa6d-ee54-4a96-bb69-a7d6dc1d7e38" providerId="ADAL" clId="{E5418EA3-ED04-44D7-B695-8570AC1018F6}" dt="2023-11-01T04:39:01.329" v="4427" actId="164"/>
          <ac:spMkLst>
            <pc:docMk/>
            <pc:sldMk cId="4284674540" sldId="628"/>
            <ac:spMk id="15" creationId="{B9107C74-4F9C-B4AF-B411-6BD9330AD4C0}"/>
          </ac:spMkLst>
        </pc:spChg>
        <pc:spChg chg="add mod">
          <ac:chgData name="Nursakirah Ab Rahman Muton" userId="423efa6d-ee54-4a96-bb69-a7d6dc1d7e38" providerId="ADAL" clId="{E5418EA3-ED04-44D7-B695-8570AC1018F6}" dt="2023-11-01T04:39:32.148" v="4436" actId="1076"/>
          <ac:spMkLst>
            <pc:docMk/>
            <pc:sldMk cId="4284674540" sldId="628"/>
            <ac:spMk id="16" creationId="{2EFB95C2-E517-E6DB-982F-F41A69824901}"/>
          </ac:spMkLst>
        </pc:spChg>
        <pc:spChg chg="add mod">
          <ac:chgData name="Nursakirah Ab Rahman Muton" userId="423efa6d-ee54-4a96-bb69-a7d6dc1d7e38" providerId="ADAL" clId="{E5418EA3-ED04-44D7-B695-8570AC1018F6}" dt="2023-11-01T04:39:24.730" v="4434" actId="164"/>
          <ac:spMkLst>
            <pc:docMk/>
            <pc:sldMk cId="4284674540" sldId="628"/>
            <ac:spMk id="22" creationId="{AAC94FC4-3785-00EB-873B-247AAD76BE05}"/>
          </ac:spMkLst>
        </pc:spChg>
        <pc:spChg chg="add del mod">
          <ac:chgData name="Nursakirah Ab Rahman Muton" userId="423efa6d-ee54-4a96-bb69-a7d6dc1d7e38" providerId="ADAL" clId="{E5418EA3-ED04-44D7-B695-8570AC1018F6}" dt="2023-11-01T04:36:52.671" v="4394" actId="478"/>
          <ac:spMkLst>
            <pc:docMk/>
            <pc:sldMk cId="4284674540" sldId="628"/>
            <ac:spMk id="23" creationId="{37CECE15-46F1-93DC-89F7-E4C45AA4FD13}"/>
          </ac:spMkLst>
        </pc:spChg>
        <pc:spChg chg="add mod topLvl">
          <ac:chgData name="Nursakirah Ab Rahman Muton" userId="423efa6d-ee54-4a96-bb69-a7d6dc1d7e38" providerId="ADAL" clId="{E5418EA3-ED04-44D7-B695-8570AC1018F6}" dt="2023-11-01T04:40:19.830" v="4447" actId="164"/>
          <ac:spMkLst>
            <pc:docMk/>
            <pc:sldMk cId="4284674540" sldId="628"/>
            <ac:spMk id="29" creationId="{ED2EFB4A-D5E9-852D-D4F4-14C6EC90296F}"/>
          </ac:spMkLst>
        </pc:spChg>
        <pc:grpChg chg="add del mod">
          <ac:chgData name="Nursakirah Ab Rahman Muton" userId="423efa6d-ee54-4a96-bb69-a7d6dc1d7e38" providerId="ADAL" clId="{E5418EA3-ED04-44D7-B695-8570AC1018F6}" dt="2023-11-01T04:38:56.332" v="4426" actId="165"/>
          <ac:grpSpMkLst>
            <pc:docMk/>
            <pc:sldMk cId="4284674540" sldId="628"/>
            <ac:grpSpMk id="30" creationId="{AA8A7468-C26E-FC82-95B4-B614FBFA9588}"/>
          </ac:grpSpMkLst>
        </pc:grpChg>
        <pc:grpChg chg="add mod">
          <ac:chgData name="Nursakirah Ab Rahman Muton" userId="423efa6d-ee54-4a96-bb69-a7d6dc1d7e38" providerId="ADAL" clId="{E5418EA3-ED04-44D7-B695-8570AC1018F6}" dt="2023-11-01T04:38:06.686" v="4416" actId="164"/>
          <ac:grpSpMkLst>
            <pc:docMk/>
            <pc:sldMk cId="4284674540" sldId="628"/>
            <ac:grpSpMk id="31" creationId="{270EA3F6-6FBD-4A90-AC6D-E611C8A967C5}"/>
          </ac:grpSpMkLst>
        </pc:grpChg>
        <pc:grpChg chg="add mod">
          <ac:chgData name="Nursakirah Ab Rahman Muton" userId="423efa6d-ee54-4a96-bb69-a7d6dc1d7e38" providerId="ADAL" clId="{E5418EA3-ED04-44D7-B695-8570AC1018F6}" dt="2023-11-01T04:39:01.329" v="4427" actId="164"/>
          <ac:grpSpMkLst>
            <pc:docMk/>
            <pc:sldMk cId="4284674540" sldId="628"/>
            <ac:grpSpMk id="32" creationId="{5ECBB75D-F609-F1BA-01E3-149B34793693}"/>
          </ac:grpSpMkLst>
        </pc:grpChg>
        <pc:grpChg chg="add mod">
          <ac:chgData name="Nursakirah Ab Rahman Muton" userId="423efa6d-ee54-4a96-bb69-a7d6dc1d7e38" providerId="ADAL" clId="{E5418EA3-ED04-44D7-B695-8570AC1018F6}" dt="2023-11-01T04:39:08.877" v="4430" actId="164"/>
          <ac:grpSpMkLst>
            <pc:docMk/>
            <pc:sldMk cId="4284674540" sldId="628"/>
            <ac:grpSpMk id="33" creationId="{EAD4BE6A-99D0-8C74-FF77-9DEFA93AD9ED}"/>
          </ac:grpSpMkLst>
        </pc:grpChg>
        <pc:grpChg chg="add mod">
          <ac:chgData name="Nursakirah Ab Rahman Muton" userId="423efa6d-ee54-4a96-bb69-a7d6dc1d7e38" providerId="ADAL" clId="{E5418EA3-ED04-44D7-B695-8570AC1018F6}" dt="2023-11-01T04:39:15.181" v="4432" actId="1076"/>
          <ac:grpSpMkLst>
            <pc:docMk/>
            <pc:sldMk cId="4284674540" sldId="628"/>
            <ac:grpSpMk id="34" creationId="{D7B59BB5-AD55-F5A6-D10B-AFC7E52559B0}"/>
          </ac:grpSpMkLst>
        </pc:grpChg>
        <pc:grpChg chg="add mod">
          <ac:chgData name="Nursakirah Ab Rahman Muton" userId="423efa6d-ee54-4a96-bb69-a7d6dc1d7e38" providerId="ADAL" clId="{E5418EA3-ED04-44D7-B695-8570AC1018F6}" dt="2023-11-01T04:39:27.611" v="4435" actId="1076"/>
          <ac:grpSpMkLst>
            <pc:docMk/>
            <pc:sldMk cId="4284674540" sldId="628"/>
            <ac:grpSpMk id="35" creationId="{2B5AC5E6-D228-6ACC-A74C-3D4607CDD188}"/>
          </ac:grpSpMkLst>
        </pc:grpChg>
        <pc:grpChg chg="add del mod">
          <ac:chgData name="Nursakirah Ab Rahman Muton" userId="423efa6d-ee54-4a96-bb69-a7d6dc1d7e38" providerId="ADAL" clId="{E5418EA3-ED04-44D7-B695-8570AC1018F6}" dt="2023-11-01T04:39:57.285" v="4441" actId="165"/>
          <ac:grpSpMkLst>
            <pc:docMk/>
            <pc:sldMk cId="4284674540" sldId="628"/>
            <ac:grpSpMk id="36" creationId="{17D9811D-394C-89CB-17B3-904D931817BD}"/>
          </ac:grpSpMkLst>
        </pc:grpChg>
        <pc:grpChg chg="add mod">
          <ac:chgData name="Nursakirah Ab Rahman Muton" userId="423efa6d-ee54-4a96-bb69-a7d6dc1d7e38" providerId="ADAL" clId="{E5418EA3-ED04-44D7-B695-8570AC1018F6}" dt="2023-11-01T04:40:19.830" v="4447" actId="164"/>
          <ac:grpSpMkLst>
            <pc:docMk/>
            <pc:sldMk cId="4284674540" sldId="628"/>
            <ac:grpSpMk id="37" creationId="{81D6D3F6-2DA1-0DE0-7501-456BE4BB620E}"/>
          </ac:grpSpMkLst>
        </pc:grpChg>
        <pc:graphicFrameChg chg="add mod modGraphic">
          <ac:chgData name="Nursakirah Ab Rahman Muton" userId="423efa6d-ee54-4a96-bb69-a7d6dc1d7e38" providerId="ADAL" clId="{E5418EA3-ED04-44D7-B695-8570AC1018F6}" dt="2023-11-01T04:33:16.944" v="4348" actId="1076"/>
          <ac:graphicFrameMkLst>
            <pc:docMk/>
            <pc:sldMk cId="4284674540" sldId="628"/>
            <ac:graphicFrameMk id="10" creationId="{668F2E99-46BD-BAF9-D742-26B6804859B0}"/>
          </ac:graphicFrameMkLst>
        </pc:graphicFrameChg>
        <pc:cxnChg chg="add mod topLvl">
          <ac:chgData name="Nursakirah Ab Rahman Muton" userId="423efa6d-ee54-4a96-bb69-a7d6dc1d7e38" providerId="ADAL" clId="{E5418EA3-ED04-44D7-B695-8570AC1018F6}" dt="2023-11-01T04:39:01.329" v="4427" actId="164"/>
          <ac:cxnSpMkLst>
            <pc:docMk/>
            <pc:sldMk cId="4284674540" sldId="628"/>
            <ac:cxnSpMk id="5" creationId="{DFCE1DB4-9293-ABC7-CE98-1ED700877590}"/>
          </ac:cxnSpMkLst>
        </pc:cxnChg>
        <pc:cxnChg chg="add mod topLvl">
          <ac:chgData name="Nursakirah Ab Rahman Muton" userId="423efa6d-ee54-4a96-bb69-a7d6dc1d7e38" providerId="ADAL" clId="{E5418EA3-ED04-44D7-B695-8570AC1018F6}" dt="2023-11-01T04:39:01.329" v="4427" actId="164"/>
          <ac:cxnSpMkLst>
            <pc:docMk/>
            <pc:sldMk cId="4284674540" sldId="628"/>
            <ac:cxnSpMk id="7" creationId="{663F19B8-F468-93AA-1C33-12151E77D539}"/>
          </ac:cxnSpMkLst>
        </pc:cxnChg>
        <pc:cxnChg chg="add mod topLvl">
          <ac:chgData name="Nursakirah Ab Rahman Muton" userId="423efa6d-ee54-4a96-bb69-a7d6dc1d7e38" providerId="ADAL" clId="{E5418EA3-ED04-44D7-B695-8570AC1018F6}" dt="2023-11-01T04:39:01.329" v="4427" actId="164"/>
          <ac:cxnSpMkLst>
            <pc:docMk/>
            <pc:sldMk cId="4284674540" sldId="628"/>
            <ac:cxnSpMk id="8" creationId="{3AF3D4B3-AA1B-0CE1-06A9-F1EC02DFF1F3}"/>
          </ac:cxnSpMkLst>
        </pc:cxnChg>
        <pc:cxnChg chg="add mod topLvl">
          <ac:chgData name="Nursakirah Ab Rahman Muton" userId="423efa6d-ee54-4a96-bb69-a7d6dc1d7e38" providerId="ADAL" clId="{E5418EA3-ED04-44D7-B695-8570AC1018F6}" dt="2023-11-01T04:39:01.329" v="4427" actId="164"/>
          <ac:cxnSpMkLst>
            <pc:docMk/>
            <pc:sldMk cId="4284674540" sldId="628"/>
            <ac:cxnSpMk id="9" creationId="{4F7576C2-6F5F-81B7-A170-08ABB6CFA2DA}"/>
          </ac:cxnSpMkLst>
        </pc:cxnChg>
        <pc:cxnChg chg="add mod topLvl">
          <ac:chgData name="Nursakirah Ab Rahman Muton" userId="423efa6d-ee54-4a96-bb69-a7d6dc1d7e38" providerId="ADAL" clId="{E5418EA3-ED04-44D7-B695-8570AC1018F6}" dt="2023-11-01T04:39:11.789" v="4431" actId="164"/>
          <ac:cxnSpMkLst>
            <pc:docMk/>
            <pc:sldMk cId="4284674540" sldId="628"/>
            <ac:cxnSpMk id="13" creationId="{1379FCAC-805A-8C20-0803-36C7E3F0887B}"/>
          </ac:cxnSpMkLst>
        </pc:cxnChg>
        <pc:cxnChg chg="add mod">
          <ac:chgData name="Nursakirah Ab Rahman Muton" userId="423efa6d-ee54-4a96-bb69-a7d6dc1d7e38" providerId="ADAL" clId="{E5418EA3-ED04-44D7-B695-8570AC1018F6}" dt="2023-11-01T04:39:24.730" v="4434" actId="164"/>
          <ac:cxnSpMkLst>
            <pc:docMk/>
            <pc:sldMk cId="4284674540" sldId="628"/>
            <ac:cxnSpMk id="17" creationId="{99233959-5A69-2843-2C90-BCE57F8B76C8}"/>
          </ac:cxnSpMkLst>
        </pc:cxnChg>
        <pc:cxnChg chg="add mod">
          <ac:chgData name="Nursakirah Ab Rahman Muton" userId="423efa6d-ee54-4a96-bb69-a7d6dc1d7e38" providerId="ADAL" clId="{E5418EA3-ED04-44D7-B695-8570AC1018F6}" dt="2023-11-01T04:39:24.730" v="4434" actId="164"/>
          <ac:cxnSpMkLst>
            <pc:docMk/>
            <pc:sldMk cId="4284674540" sldId="628"/>
            <ac:cxnSpMk id="18" creationId="{BC932585-56B9-DA24-FFCE-36C58E21F34F}"/>
          </ac:cxnSpMkLst>
        </pc:cxnChg>
        <pc:cxnChg chg="add mod">
          <ac:chgData name="Nursakirah Ab Rahman Muton" userId="423efa6d-ee54-4a96-bb69-a7d6dc1d7e38" providerId="ADAL" clId="{E5418EA3-ED04-44D7-B695-8570AC1018F6}" dt="2023-11-01T04:39:24.730" v="4434" actId="164"/>
          <ac:cxnSpMkLst>
            <pc:docMk/>
            <pc:sldMk cId="4284674540" sldId="628"/>
            <ac:cxnSpMk id="19" creationId="{42CC0600-F9D9-5D6C-7A7A-9AE205494DD6}"/>
          </ac:cxnSpMkLst>
        </pc:cxnChg>
        <pc:cxnChg chg="add mod">
          <ac:chgData name="Nursakirah Ab Rahman Muton" userId="423efa6d-ee54-4a96-bb69-a7d6dc1d7e38" providerId="ADAL" clId="{E5418EA3-ED04-44D7-B695-8570AC1018F6}" dt="2023-11-01T04:39:24.730" v="4434" actId="164"/>
          <ac:cxnSpMkLst>
            <pc:docMk/>
            <pc:sldMk cId="4284674540" sldId="628"/>
            <ac:cxnSpMk id="20" creationId="{5C2FD469-74BF-8D83-10CE-130922E43E39}"/>
          </ac:cxnSpMkLst>
        </pc:cxnChg>
        <pc:cxnChg chg="add del mod">
          <ac:chgData name="Nursakirah Ab Rahman Muton" userId="423efa6d-ee54-4a96-bb69-a7d6dc1d7e38" providerId="ADAL" clId="{E5418EA3-ED04-44D7-B695-8570AC1018F6}" dt="2023-11-01T04:36:24.673" v="4389" actId="478"/>
          <ac:cxnSpMkLst>
            <pc:docMk/>
            <pc:sldMk cId="4284674540" sldId="628"/>
            <ac:cxnSpMk id="21" creationId="{FCB5E808-0196-E261-4835-59A09305CF2E}"/>
          </ac:cxnSpMkLst>
        </pc:cxnChg>
        <pc:cxnChg chg="add mod topLvl">
          <ac:chgData name="Nursakirah Ab Rahman Muton" userId="423efa6d-ee54-4a96-bb69-a7d6dc1d7e38" providerId="ADAL" clId="{E5418EA3-ED04-44D7-B695-8570AC1018F6}" dt="2023-11-01T04:40:19.830" v="4447" actId="164"/>
          <ac:cxnSpMkLst>
            <pc:docMk/>
            <pc:sldMk cId="4284674540" sldId="628"/>
            <ac:cxnSpMk id="24" creationId="{AE5E0DCB-D976-E760-C8CD-124A9F6BD46C}"/>
          </ac:cxnSpMkLst>
        </pc:cxnChg>
        <pc:cxnChg chg="add mod topLvl">
          <ac:chgData name="Nursakirah Ab Rahman Muton" userId="423efa6d-ee54-4a96-bb69-a7d6dc1d7e38" providerId="ADAL" clId="{E5418EA3-ED04-44D7-B695-8570AC1018F6}" dt="2023-11-01T04:40:19.830" v="4447" actId="164"/>
          <ac:cxnSpMkLst>
            <pc:docMk/>
            <pc:sldMk cId="4284674540" sldId="628"/>
            <ac:cxnSpMk id="25" creationId="{CFFC1839-0FD6-8CBB-88C0-E2C0E5B4DD0C}"/>
          </ac:cxnSpMkLst>
        </pc:cxnChg>
        <pc:cxnChg chg="add del mod">
          <ac:chgData name="Nursakirah Ab Rahman Muton" userId="423efa6d-ee54-4a96-bb69-a7d6dc1d7e38" providerId="ADAL" clId="{E5418EA3-ED04-44D7-B695-8570AC1018F6}" dt="2023-11-01T04:37:11.349" v="4409" actId="478"/>
          <ac:cxnSpMkLst>
            <pc:docMk/>
            <pc:sldMk cId="4284674540" sldId="628"/>
            <ac:cxnSpMk id="26" creationId="{5B984B93-57F5-9280-ABB4-089D5B1E69B5}"/>
          </ac:cxnSpMkLst>
        </pc:cxnChg>
        <pc:cxnChg chg="add del mod">
          <ac:chgData name="Nursakirah Ab Rahman Muton" userId="423efa6d-ee54-4a96-bb69-a7d6dc1d7e38" providerId="ADAL" clId="{E5418EA3-ED04-44D7-B695-8570AC1018F6}" dt="2023-11-01T04:37:10.588" v="4408" actId="478"/>
          <ac:cxnSpMkLst>
            <pc:docMk/>
            <pc:sldMk cId="4284674540" sldId="628"/>
            <ac:cxnSpMk id="27" creationId="{A3EBD1B4-9353-0B51-0F7A-5231C24C6AB5}"/>
          </ac:cxnSpMkLst>
        </pc:cxnChg>
        <pc:cxnChg chg="add del mod">
          <ac:chgData name="Nursakirah Ab Rahman Muton" userId="423efa6d-ee54-4a96-bb69-a7d6dc1d7e38" providerId="ADAL" clId="{E5418EA3-ED04-44D7-B695-8570AC1018F6}" dt="2023-11-01T04:36:35.988" v="4392" actId="478"/>
          <ac:cxnSpMkLst>
            <pc:docMk/>
            <pc:sldMk cId="4284674540" sldId="628"/>
            <ac:cxnSpMk id="28" creationId="{4F1A12E0-B846-497A-F92B-26AB11C9B971}"/>
          </ac:cxnSpMkLst>
        </pc:cxnChg>
      </pc:sldChg>
      <pc:sldChg chg="addSp delSp modSp new del mod delAnim modAnim">
        <pc:chgData name="Nursakirah Ab Rahman Muton" userId="423efa6d-ee54-4a96-bb69-a7d6dc1d7e38" providerId="ADAL" clId="{E5418EA3-ED04-44D7-B695-8570AC1018F6}" dt="2023-11-01T04:00:44.168" v="4010" actId="47"/>
        <pc:sldMkLst>
          <pc:docMk/>
          <pc:sldMk cId="1672076216" sldId="629"/>
        </pc:sldMkLst>
        <pc:spChg chg="mod">
          <ac:chgData name="Nursakirah Ab Rahman Muton" userId="423efa6d-ee54-4a96-bb69-a7d6dc1d7e38" providerId="ADAL" clId="{E5418EA3-ED04-44D7-B695-8570AC1018F6}" dt="2023-11-01T03:39:09.001" v="3889" actId="20577"/>
          <ac:spMkLst>
            <pc:docMk/>
            <pc:sldMk cId="1672076216" sldId="629"/>
            <ac:spMk id="2" creationId="{518DFB15-D48F-B15C-57B2-DD75C52CB479}"/>
          </ac:spMkLst>
        </pc:spChg>
        <pc:spChg chg="del">
          <ac:chgData name="Nursakirah Ab Rahman Muton" userId="423efa6d-ee54-4a96-bb69-a7d6dc1d7e38" providerId="ADAL" clId="{E5418EA3-ED04-44D7-B695-8570AC1018F6}" dt="2023-11-01T03:50:43.632" v="3894" actId="478"/>
          <ac:spMkLst>
            <pc:docMk/>
            <pc:sldMk cId="1672076216" sldId="629"/>
            <ac:spMk id="3" creationId="{60B7814C-76A4-D762-908D-477714368A39}"/>
          </ac:spMkLst>
        </pc:spChg>
        <pc:spChg chg="mod topLvl">
          <ac:chgData name="Nursakirah Ab Rahman Muton" userId="423efa6d-ee54-4a96-bb69-a7d6dc1d7e38" providerId="ADAL" clId="{E5418EA3-ED04-44D7-B695-8570AC1018F6}" dt="2023-11-01T03:51:00.744" v="3911" actId="1076"/>
          <ac:spMkLst>
            <pc:docMk/>
            <pc:sldMk cId="1672076216" sldId="629"/>
            <ac:spMk id="6" creationId="{7B38E8AA-DCC9-D84F-3C6A-F78A45638EEE}"/>
          </ac:spMkLst>
        </pc:spChg>
        <pc:spChg chg="add mod">
          <ac:chgData name="Nursakirah Ab Rahman Muton" userId="423efa6d-ee54-4a96-bb69-a7d6dc1d7e38" providerId="ADAL" clId="{E5418EA3-ED04-44D7-B695-8570AC1018F6}" dt="2023-11-01T03:53:21.337" v="3938" actId="1076"/>
          <ac:spMkLst>
            <pc:docMk/>
            <pc:sldMk cId="1672076216" sldId="629"/>
            <ac:spMk id="8" creationId="{EC8F1042-ABF2-6CCA-87C0-23BCED8888FE}"/>
          </ac:spMkLst>
        </pc:spChg>
        <pc:spChg chg="add mod ord">
          <ac:chgData name="Nursakirah Ab Rahman Muton" userId="423efa6d-ee54-4a96-bb69-a7d6dc1d7e38" providerId="ADAL" clId="{E5418EA3-ED04-44D7-B695-8570AC1018F6}" dt="2023-11-01T03:54:57.035" v="3948" actId="167"/>
          <ac:spMkLst>
            <pc:docMk/>
            <pc:sldMk cId="1672076216" sldId="629"/>
            <ac:spMk id="10" creationId="{C3278F9D-8040-1FFC-B135-872630C02C67}"/>
          </ac:spMkLst>
        </pc:spChg>
        <pc:spChg chg="add mod">
          <ac:chgData name="Nursakirah Ab Rahman Muton" userId="423efa6d-ee54-4a96-bb69-a7d6dc1d7e38" providerId="ADAL" clId="{E5418EA3-ED04-44D7-B695-8570AC1018F6}" dt="2023-11-01T03:56:56.295" v="3988" actId="20577"/>
          <ac:spMkLst>
            <pc:docMk/>
            <pc:sldMk cId="1672076216" sldId="629"/>
            <ac:spMk id="11" creationId="{A6B4FD98-A7DE-E356-30AB-6B73DA3215C9}"/>
          </ac:spMkLst>
        </pc:spChg>
        <pc:grpChg chg="add del mod">
          <ac:chgData name="Nursakirah Ab Rahman Muton" userId="423efa6d-ee54-4a96-bb69-a7d6dc1d7e38" providerId="ADAL" clId="{E5418EA3-ED04-44D7-B695-8570AC1018F6}" dt="2023-11-01T03:50:50.417" v="3896" actId="478"/>
          <ac:grpSpMkLst>
            <pc:docMk/>
            <pc:sldMk cId="1672076216" sldId="629"/>
            <ac:grpSpMk id="4" creationId="{376DF24D-2B76-9135-18AD-02A400504667}"/>
          </ac:grpSpMkLst>
        </pc:grpChg>
        <pc:graphicFrameChg chg="add mod modGraphic">
          <ac:chgData name="Nursakirah Ab Rahman Muton" userId="423efa6d-ee54-4a96-bb69-a7d6dc1d7e38" providerId="ADAL" clId="{E5418EA3-ED04-44D7-B695-8570AC1018F6}" dt="2023-11-01T03:52:28.268" v="3916" actId="1076"/>
          <ac:graphicFrameMkLst>
            <pc:docMk/>
            <pc:sldMk cId="1672076216" sldId="629"/>
            <ac:graphicFrameMk id="7" creationId="{039118C4-A43F-1050-A76C-57EA4664E0D6}"/>
          </ac:graphicFrameMkLst>
        </pc:graphicFrameChg>
        <pc:graphicFrameChg chg="add mod modGraphic">
          <ac:chgData name="Nursakirah Ab Rahman Muton" userId="423efa6d-ee54-4a96-bb69-a7d6dc1d7e38" providerId="ADAL" clId="{E5418EA3-ED04-44D7-B695-8570AC1018F6}" dt="2023-11-01T03:56:38.728" v="3984"/>
          <ac:graphicFrameMkLst>
            <pc:docMk/>
            <pc:sldMk cId="1672076216" sldId="629"/>
            <ac:graphicFrameMk id="9" creationId="{845EF286-B484-4381-B0F4-E9BE3409F907}"/>
          </ac:graphicFrameMkLst>
        </pc:graphicFrameChg>
        <pc:cxnChg chg="del mod topLvl">
          <ac:chgData name="Nursakirah Ab Rahman Muton" userId="423efa6d-ee54-4a96-bb69-a7d6dc1d7e38" providerId="ADAL" clId="{E5418EA3-ED04-44D7-B695-8570AC1018F6}" dt="2023-11-01T03:50:50.417" v="3896" actId="478"/>
          <ac:cxnSpMkLst>
            <pc:docMk/>
            <pc:sldMk cId="1672076216" sldId="629"/>
            <ac:cxnSpMk id="5" creationId="{86666658-3059-7E04-172F-EB4D60EE0A41}"/>
          </ac:cxnSpMkLst>
        </pc:cxnChg>
      </pc:sldChg>
      <pc:sldChg chg="delSp new del mod modClrScheme chgLayout">
        <pc:chgData name="Nursakirah Ab Rahman Muton" userId="423efa6d-ee54-4a96-bb69-a7d6dc1d7e38" providerId="ADAL" clId="{E5418EA3-ED04-44D7-B695-8570AC1018F6}" dt="2023-11-01T03:24:28.586" v="3872" actId="47"/>
        <pc:sldMkLst>
          <pc:docMk/>
          <pc:sldMk cId="2470661507" sldId="629"/>
        </pc:sldMkLst>
        <pc:spChg chg="del">
          <ac:chgData name="Nursakirah Ab Rahman Muton" userId="423efa6d-ee54-4a96-bb69-a7d6dc1d7e38" providerId="ADAL" clId="{E5418EA3-ED04-44D7-B695-8570AC1018F6}" dt="2023-11-01T02:09:46.735" v="3305" actId="700"/>
          <ac:spMkLst>
            <pc:docMk/>
            <pc:sldMk cId="2470661507" sldId="629"/>
            <ac:spMk id="2" creationId="{18C3F912-31EA-4A3C-D468-D8F08134A6DE}"/>
          </ac:spMkLst>
        </pc:spChg>
        <pc:spChg chg="del">
          <ac:chgData name="Nursakirah Ab Rahman Muton" userId="423efa6d-ee54-4a96-bb69-a7d6dc1d7e38" providerId="ADAL" clId="{E5418EA3-ED04-44D7-B695-8570AC1018F6}" dt="2023-11-01T02:09:46.735" v="3305" actId="700"/>
          <ac:spMkLst>
            <pc:docMk/>
            <pc:sldMk cId="2470661507" sldId="629"/>
            <ac:spMk id="3" creationId="{C7A8C397-C5A0-DB5A-44FE-653788287484}"/>
          </ac:spMkLst>
        </pc:spChg>
      </pc:sldChg>
      <pc:sldChg chg="addSp modSp new mod modAnim">
        <pc:chgData name="Nursakirah Ab Rahman Muton" userId="423efa6d-ee54-4a96-bb69-a7d6dc1d7e38" providerId="ADAL" clId="{E5418EA3-ED04-44D7-B695-8570AC1018F6}" dt="2023-11-01T04:56:36.675" v="4606" actId="20577"/>
        <pc:sldMkLst>
          <pc:docMk/>
          <pc:sldMk cId="2580856331" sldId="629"/>
        </pc:sldMkLst>
        <pc:spChg chg="mod">
          <ac:chgData name="Nursakirah Ab Rahman Muton" userId="423efa6d-ee54-4a96-bb69-a7d6dc1d7e38" providerId="ADAL" clId="{E5418EA3-ED04-44D7-B695-8570AC1018F6}" dt="2023-11-01T04:56:36.675" v="4606" actId="20577"/>
          <ac:spMkLst>
            <pc:docMk/>
            <pc:sldMk cId="2580856331" sldId="629"/>
            <ac:spMk id="2" creationId="{2717B64E-8EF6-B728-8C5F-A3559D686032}"/>
          </ac:spMkLst>
        </pc:spChg>
        <pc:spChg chg="mod">
          <ac:chgData name="Nursakirah Ab Rahman Muton" userId="423efa6d-ee54-4a96-bb69-a7d6dc1d7e38" providerId="ADAL" clId="{E5418EA3-ED04-44D7-B695-8570AC1018F6}" dt="2023-11-01T04:41:35.454" v="4459"/>
          <ac:spMkLst>
            <pc:docMk/>
            <pc:sldMk cId="2580856331" sldId="629"/>
            <ac:spMk id="3" creationId="{7B160452-CAD2-D15F-BDC9-79B6A8B937DB}"/>
          </ac:spMkLst>
        </pc:spChg>
        <pc:spChg chg="add mod">
          <ac:chgData name="Nursakirah Ab Rahman Muton" userId="423efa6d-ee54-4a96-bb69-a7d6dc1d7e38" providerId="ADAL" clId="{E5418EA3-ED04-44D7-B695-8570AC1018F6}" dt="2023-11-01T04:44:37.842" v="4478" actId="14100"/>
          <ac:spMkLst>
            <pc:docMk/>
            <pc:sldMk cId="2580856331" sldId="629"/>
            <ac:spMk id="7" creationId="{EC872F2F-0B1D-0E6D-C13D-8ED26DAFC1A2}"/>
          </ac:spMkLst>
        </pc:spChg>
        <pc:spChg chg="add mod">
          <ac:chgData name="Nursakirah Ab Rahman Muton" userId="423efa6d-ee54-4a96-bb69-a7d6dc1d7e38" providerId="ADAL" clId="{E5418EA3-ED04-44D7-B695-8570AC1018F6}" dt="2023-11-01T04:44:41.208" v="4480" actId="1076"/>
          <ac:spMkLst>
            <pc:docMk/>
            <pc:sldMk cId="2580856331" sldId="629"/>
            <ac:spMk id="8" creationId="{39FAF3B9-02B9-DC76-CB0F-AC41E57AB569}"/>
          </ac:spMkLst>
        </pc:spChg>
        <pc:spChg chg="add mod">
          <ac:chgData name="Nursakirah Ab Rahman Muton" userId="423efa6d-ee54-4a96-bb69-a7d6dc1d7e38" providerId="ADAL" clId="{E5418EA3-ED04-44D7-B695-8570AC1018F6}" dt="2023-11-01T04:45:11.220" v="4528" actId="1076"/>
          <ac:spMkLst>
            <pc:docMk/>
            <pc:sldMk cId="2580856331" sldId="629"/>
            <ac:spMk id="9" creationId="{6FB7F127-2634-585C-BC4D-1C491EA9B5AF}"/>
          </ac:spMkLst>
        </pc:spChg>
        <pc:spChg chg="add mod">
          <ac:chgData name="Nursakirah Ab Rahman Muton" userId="423efa6d-ee54-4a96-bb69-a7d6dc1d7e38" providerId="ADAL" clId="{E5418EA3-ED04-44D7-B695-8570AC1018F6}" dt="2023-11-01T04:51:22.728" v="4534" actId="14100"/>
          <ac:spMkLst>
            <pc:docMk/>
            <pc:sldMk cId="2580856331" sldId="629"/>
            <ac:spMk id="12" creationId="{346965D2-8D4D-E5FC-B1D3-0855C9DC6225}"/>
          </ac:spMkLst>
        </pc:spChg>
        <pc:spChg chg="add mod">
          <ac:chgData name="Nursakirah Ab Rahman Muton" userId="423efa6d-ee54-4a96-bb69-a7d6dc1d7e38" providerId="ADAL" clId="{E5418EA3-ED04-44D7-B695-8570AC1018F6}" dt="2023-11-01T04:51:28.061" v="4537" actId="14100"/>
          <ac:spMkLst>
            <pc:docMk/>
            <pc:sldMk cId="2580856331" sldId="629"/>
            <ac:spMk id="13" creationId="{95B51B6A-9907-CBAC-6A3C-8AA81FA07DD1}"/>
          </ac:spMkLst>
        </pc:spChg>
        <pc:spChg chg="add mod">
          <ac:chgData name="Nursakirah Ab Rahman Muton" userId="423efa6d-ee54-4a96-bb69-a7d6dc1d7e38" providerId="ADAL" clId="{E5418EA3-ED04-44D7-B695-8570AC1018F6}" dt="2023-11-01T04:51:35.037" v="4540" actId="14100"/>
          <ac:spMkLst>
            <pc:docMk/>
            <pc:sldMk cId="2580856331" sldId="629"/>
            <ac:spMk id="14" creationId="{E0A1B195-1710-656E-4B07-A18D1E5D86F5}"/>
          </ac:spMkLst>
        </pc:spChg>
        <pc:spChg chg="add mod">
          <ac:chgData name="Nursakirah Ab Rahman Muton" userId="423efa6d-ee54-4a96-bb69-a7d6dc1d7e38" providerId="ADAL" clId="{E5418EA3-ED04-44D7-B695-8570AC1018F6}" dt="2023-11-01T04:51:40.640" v="4543" actId="14100"/>
          <ac:spMkLst>
            <pc:docMk/>
            <pc:sldMk cId="2580856331" sldId="629"/>
            <ac:spMk id="15" creationId="{0F38C3EA-919A-883B-F1EA-8CD74EFA6DF4}"/>
          </ac:spMkLst>
        </pc:spChg>
        <pc:spChg chg="add mod">
          <ac:chgData name="Nursakirah Ab Rahman Muton" userId="423efa6d-ee54-4a96-bb69-a7d6dc1d7e38" providerId="ADAL" clId="{E5418EA3-ED04-44D7-B695-8570AC1018F6}" dt="2023-11-01T04:53:16.475" v="4593" actId="164"/>
          <ac:spMkLst>
            <pc:docMk/>
            <pc:sldMk cId="2580856331" sldId="629"/>
            <ac:spMk id="16" creationId="{06761E62-A784-AEC9-3DAC-BBB001A954B1}"/>
          </ac:spMkLst>
        </pc:spChg>
        <pc:grpChg chg="add mod">
          <ac:chgData name="Nursakirah Ab Rahman Muton" userId="423efa6d-ee54-4a96-bb69-a7d6dc1d7e38" providerId="ADAL" clId="{E5418EA3-ED04-44D7-B695-8570AC1018F6}" dt="2023-11-01T04:53:16.475" v="4593" actId="164"/>
          <ac:grpSpMkLst>
            <pc:docMk/>
            <pc:sldMk cId="2580856331" sldId="629"/>
            <ac:grpSpMk id="22" creationId="{68C9C3C9-062D-D495-4F89-EF9EECDC6873}"/>
          </ac:grpSpMkLst>
        </pc:grpChg>
        <pc:graphicFrameChg chg="add mod">
          <ac:chgData name="Nursakirah Ab Rahman Muton" userId="423efa6d-ee54-4a96-bb69-a7d6dc1d7e38" providerId="ADAL" clId="{E5418EA3-ED04-44D7-B695-8570AC1018F6}" dt="2023-11-01T04:41:39.663" v="4460"/>
          <ac:graphicFrameMkLst>
            <pc:docMk/>
            <pc:sldMk cId="2580856331" sldId="629"/>
            <ac:graphicFrameMk id="4" creationId="{81068CCE-C22E-68E4-5079-BA6CE3593EA1}"/>
          </ac:graphicFrameMkLst>
        </pc:graphicFrameChg>
        <pc:picChg chg="add mod">
          <ac:chgData name="Nursakirah Ab Rahman Muton" userId="423efa6d-ee54-4a96-bb69-a7d6dc1d7e38" providerId="ADAL" clId="{E5418EA3-ED04-44D7-B695-8570AC1018F6}" dt="2023-11-01T04:44:20.323" v="4473" actId="14100"/>
          <ac:picMkLst>
            <pc:docMk/>
            <pc:sldMk cId="2580856331" sldId="629"/>
            <ac:picMk id="6" creationId="{4493EDBE-6092-1A22-6629-F9F64A83A928}"/>
          </ac:picMkLst>
        </pc:picChg>
        <pc:picChg chg="add mod">
          <ac:chgData name="Nursakirah Ab Rahman Muton" userId="423efa6d-ee54-4a96-bb69-a7d6dc1d7e38" providerId="ADAL" clId="{E5418EA3-ED04-44D7-B695-8570AC1018F6}" dt="2023-11-01T04:51:15.647" v="4531" actId="14100"/>
          <ac:picMkLst>
            <pc:docMk/>
            <pc:sldMk cId="2580856331" sldId="629"/>
            <ac:picMk id="11" creationId="{1E93AB8F-FE6D-A41A-185C-ACA5AECFF312}"/>
          </ac:picMkLst>
        </pc:picChg>
        <pc:cxnChg chg="add mod">
          <ac:chgData name="Nursakirah Ab Rahman Muton" userId="423efa6d-ee54-4a96-bb69-a7d6dc1d7e38" providerId="ADAL" clId="{E5418EA3-ED04-44D7-B695-8570AC1018F6}" dt="2023-11-01T04:53:16.475" v="4593" actId="164"/>
          <ac:cxnSpMkLst>
            <pc:docMk/>
            <pc:sldMk cId="2580856331" sldId="629"/>
            <ac:cxnSpMk id="17" creationId="{15CAA1CF-E6F3-C494-3AC2-E0B4FE07D048}"/>
          </ac:cxnSpMkLst>
        </pc:cxnChg>
        <pc:cxnChg chg="add mod">
          <ac:chgData name="Nursakirah Ab Rahman Muton" userId="423efa6d-ee54-4a96-bb69-a7d6dc1d7e38" providerId="ADAL" clId="{E5418EA3-ED04-44D7-B695-8570AC1018F6}" dt="2023-11-01T04:53:16.475" v="4593" actId="164"/>
          <ac:cxnSpMkLst>
            <pc:docMk/>
            <pc:sldMk cId="2580856331" sldId="629"/>
            <ac:cxnSpMk id="18" creationId="{D1B8EC7D-CE15-C710-4D33-04262E9F4BCA}"/>
          </ac:cxnSpMkLst>
        </pc:cxnChg>
        <pc:cxnChg chg="add mod">
          <ac:chgData name="Nursakirah Ab Rahman Muton" userId="423efa6d-ee54-4a96-bb69-a7d6dc1d7e38" providerId="ADAL" clId="{E5418EA3-ED04-44D7-B695-8570AC1018F6}" dt="2023-11-01T04:53:16.475" v="4593" actId="164"/>
          <ac:cxnSpMkLst>
            <pc:docMk/>
            <pc:sldMk cId="2580856331" sldId="629"/>
            <ac:cxnSpMk id="19" creationId="{FE0C3FD5-D533-4171-DF03-08B62A5DEB11}"/>
          </ac:cxnSpMkLst>
        </pc:cxnChg>
        <pc:cxnChg chg="add mod">
          <ac:chgData name="Nursakirah Ab Rahman Muton" userId="423efa6d-ee54-4a96-bb69-a7d6dc1d7e38" providerId="ADAL" clId="{E5418EA3-ED04-44D7-B695-8570AC1018F6}" dt="2023-11-01T04:53:16.475" v="4593" actId="164"/>
          <ac:cxnSpMkLst>
            <pc:docMk/>
            <pc:sldMk cId="2580856331" sldId="629"/>
            <ac:cxnSpMk id="20" creationId="{C9456CDB-2898-A62B-A653-A2A7F0EE782B}"/>
          </ac:cxnSpMkLst>
        </pc:cxnChg>
        <pc:cxnChg chg="add mod">
          <ac:chgData name="Nursakirah Ab Rahman Muton" userId="423efa6d-ee54-4a96-bb69-a7d6dc1d7e38" providerId="ADAL" clId="{E5418EA3-ED04-44D7-B695-8570AC1018F6}" dt="2023-11-01T04:53:16.475" v="4593" actId="164"/>
          <ac:cxnSpMkLst>
            <pc:docMk/>
            <pc:sldMk cId="2580856331" sldId="629"/>
            <ac:cxnSpMk id="21" creationId="{B12CB539-5713-FE63-0D67-28E69CEB7FD3}"/>
          </ac:cxnSpMkLst>
        </pc:cxnChg>
      </pc:sldChg>
      <pc:sldChg chg="new del">
        <pc:chgData name="Nursakirah Ab Rahman Muton" userId="423efa6d-ee54-4a96-bb69-a7d6dc1d7e38" providerId="ADAL" clId="{E5418EA3-ED04-44D7-B695-8570AC1018F6}" dt="2023-11-01T02:34:12.172" v="3680" actId="47"/>
        <pc:sldMkLst>
          <pc:docMk/>
          <pc:sldMk cId="1067208150" sldId="630"/>
        </pc:sldMkLst>
      </pc:sldChg>
      <pc:sldChg chg="addSp delSp modSp add del mod">
        <pc:chgData name="Nursakirah Ab Rahman Muton" userId="423efa6d-ee54-4a96-bb69-a7d6dc1d7e38" providerId="ADAL" clId="{E5418EA3-ED04-44D7-B695-8570AC1018F6}" dt="2023-11-01T03:21:35.026" v="3829" actId="47"/>
        <pc:sldMkLst>
          <pc:docMk/>
          <pc:sldMk cId="2217350674" sldId="630"/>
        </pc:sldMkLst>
        <pc:spChg chg="add mod">
          <ac:chgData name="Nursakirah Ab Rahman Muton" userId="423efa6d-ee54-4a96-bb69-a7d6dc1d7e38" providerId="ADAL" clId="{E5418EA3-ED04-44D7-B695-8570AC1018F6}" dt="2023-11-01T02:34:57.353" v="3711" actId="207"/>
          <ac:spMkLst>
            <pc:docMk/>
            <pc:sldMk cId="2217350674" sldId="630"/>
            <ac:spMk id="3" creationId="{6405D91A-9148-010C-B63D-7AAD73BFE5B6}"/>
          </ac:spMkLst>
        </pc:spChg>
        <pc:spChg chg="add mod">
          <ac:chgData name="Nursakirah Ab Rahman Muton" userId="423efa6d-ee54-4a96-bb69-a7d6dc1d7e38" providerId="ADAL" clId="{E5418EA3-ED04-44D7-B695-8570AC1018F6}" dt="2023-11-01T02:35:05.004" v="3715" actId="20577"/>
          <ac:spMkLst>
            <pc:docMk/>
            <pc:sldMk cId="2217350674" sldId="630"/>
            <ac:spMk id="4" creationId="{A7A780AD-05AF-8795-B09F-59167FD3B149}"/>
          </ac:spMkLst>
        </pc:spChg>
        <pc:graphicFrameChg chg="modGraphic">
          <ac:chgData name="Nursakirah Ab Rahman Muton" userId="423efa6d-ee54-4a96-bb69-a7d6dc1d7e38" providerId="ADAL" clId="{E5418EA3-ED04-44D7-B695-8570AC1018F6}" dt="2023-11-01T02:34:25.576" v="3682" actId="2165"/>
          <ac:graphicFrameMkLst>
            <pc:docMk/>
            <pc:sldMk cId="2217350674" sldId="630"/>
            <ac:graphicFrameMk id="2" creationId="{E9993C0F-AE46-2674-88EA-98EE68F56671}"/>
          </ac:graphicFrameMkLst>
        </pc:graphicFrameChg>
        <pc:cxnChg chg="del">
          <ac:chgData name="Nursakirah Ab Rahman Muton" userId="423efa6d-ee54-4a96-bb69-a7d6dc1d7e38" providerId="ADAL" clId="{E5418EA3-ED04-44D7-B695-8570AC1018F6}" dt="2023-11-01T02:34:28.577" v="3683" actId="478"/>
          <ac:cxnSpMkLst>
            <pc:docMk/>
            <pc:sldMk cId="2217350674" sldId="630"/>
            <ac:cxnSpMk id="5" creationId="{C83AA93F-0E42-9983-2A49-3D248B581DC4}"/>
          </ac:cxnSpMkLst>
        </pc:cxnChg>
        <pc:cxnChg chg="del">
          <ac:chgData name="Nursakirah Ab Rahman Muton" userId="423efa6d-ee54-4a96-bb69-a7d6dc1d7e38" providerId="ADAL" clId="{E5418EA3-ED04-44D7-B695-8570AC1018F6}" dt="2023-11-01T02:34:28.577" v="3683" actId="478"/>
          <ac:cxnSpMkLst>
            <pc:docMk/>
            <pc:sldMk cId="2217350674" sldId="630"/>
            <ac:cxnSpMk id="8" creationId="{E11AED35-630F-5079-5E8F-EEC82A85559F}"/>
          </ac:cxnSpMkLst>
        </pc:cxnChg>
        <pc:cxnChg chg="del">
          <ac:chgData name="Nursakirah Ab Rahman Muton" userId="423efa6d-ee54-4a96-bb69-a7d6dc1d7e38" providerId="ADAL" clId="{E5418EA3-ED04-44D7-B695-8570AC1018F6}" dt="2023-11-01T02:34:28.577" v="3683" actId="478"/>
          <ac:cxnSpMkLst>
            <pc:docMk/>
            <pc:sldMk cId="2217350674" sldId="630"/>
            <ac:cxnSpMk id="9" creationId="{70B9BAE6-F79A-C8B8-6E0E-F3E53B888425}"/>
          </ac:cxnSpMkLst>
        </pc:cxnChg>
        <pc:cxnChg chg="del">
          <ac:chgData name="Nursakirah Ab Rahman Muton" userId="423efa6d-ee54-4a96-bb69-a7d6dc1d7e38" providerId="ADAL" clId="{E5418EA3-ED04-44D7-B695-8570AC1018F6}" dt="2023-11-01T02:34:28.577" v="3683" actId="478"/>
          <ac:cxnSpMkLst>
            <pc:docMk/>
            <pc:sldMk cId="2217350674" sldId="630"/>
            <ac:cxnSpMk id="11" creationId="{CC2CA6E2-8411-A23C-D56A-DFFBDC7F89EE}"/>
          </ac:cxnSpMkLst>
        </pc:cxnChg>
        <pc:cxnChg chg="del">
          <ac:chgData name="Nursakirah Ab Rahman Muton" userId="423efa6d-ee54-4a96-bb69-a7d6dc1d7e38" providerId="ADAL" clId="{E5418EA3-ED04-44D7-B695-8570AC1018F6}" dt="2023-11-01T02:34:28.577" v="3683" actId="478"/>
          <ac:cxnSpMkLst>
            <pc:docMk/>
            <pc:sldMk cId="2217350674" sldId="630"/>
            <ac:cxnSpMk id="12" creationId="{41F98148-85C2-6E2F-A4B1-4A07F9C89321}"/>
          </ac:cxnSpMkLst>
        </pc:cxnChg>
        <pc:cxnChg chg="del">
          <ac:chgData name="Nursakirah Ab Rahman Muton" userId="423efa6d-ee54-4a96-bb69-a7d6dc1d7e38" providerId="ADAL" clId="{E5418EA3-ED04-44D7-B695-8570AC1018F6}" dt="2023-11-01T02:34:28.577" v="3683" actId="478"/>
          <ac:cxnSpMkLst>
            <pc:docMk/>
            <pc:sldMk cId="2217350674" sldId="630"/>
            <ac:cxnSpMk id="13" creationId="{57CBC615-4482-19AF-8076-C4B297948D66}"/>
          </ac:cxnSpMkLst>
        </pc:cxnChg>
        <pc:cxnChg chg="del">
          <ac:chgData name="Nursakirah Ab Rahman Muton" userId="423efa6d-ee54-4a96-bb69-a7d6dc1d7e38" providerId="ADAL" clId="{E5418EA3-ED04-44D7-B695-8570AC1018F6}" dt="2023-11-01T02:34:28.577" v="3683" actId="478"/>
          <ac:cxnSpMkLst>
            <pc:docMk/>
            <pc:sldMk cId="2217350674" sldId="630"/>
            <ac:cxnSpMk id="14" creationId="{0C2E8C5E-1210-984D-B4C7-9C70E2E679E6}"/>
          </ac:cxnSpMkLst>
        </pc:cxnChg>
        <pc:cxnChg chg="del">
          <ac:chgData name="Nursakirah Ab Rahman Muton" userId="423efa6d-ee54-4a96-bb69-a7d6dc1d7e38" providerId="ADAL" clId="{E5418EA3-ED04-44D7-B695-8570AC1018F6}" dt="2023-11-01T02:34:28.577" v="3683" actId="478"/>
          <ac:cxnSpMkLst>
            <pc:docMk/>
            <pc:sldMk cId="2217350674" sldId="630"/>
            <ac:cxnSpMk id="18" creationId="{2EF4F2B7-3678-A603-B371-FE1AC9DA9DF3}"/>
          </ac:cxnSpMkLst>
        </pc:cxnChg>
      </pc:sldChg>
      <pc:sldChg chg="modSp new del mod">
        <pc:chgData name="Nursakirah Ab Rahman Muton" userId="423efa6d-ee54-4a96-bb69-a7d6dc1d7e38" providerId="ADAL" clId="{E5418EA3-ED04-44D7-B695-8570AC1018F6}" dt="2023-11-01T05:52:04.743" v="5105" actId="47"/>
        <pc:sldMkLst>
          <pc:docMk/>
          <pc:sldMk cId="2780931922" sldId="630"/>
        </pc:sldMkLst>
        <pc:spChg chg="mod">
          <ac:chgData name="Nursakirah Ab Rahman Muton" userId="423efa6d-ee54-4a96-bb69-a7d6dc1d7e38" providerId="ADAL" clId="{E5418EA3-ED04-44D7-B695-8570AC1018F6}" dt="2023-11-01T04:57:04.477" v="4643" actId="20577"/>
          <ac:spMkLst>
            <pc:docMk/>
            <pc:sldMk cId="2780931922" sldId="630"/>
            <ac:spMk id="2" creationId="{24D21951-5581-4387-8EB5-4C3CB868CE44}"/>
          </ac:spMkLst>
        </pc:spChg>
      </pc:sldChg>
      <pc:sldChg chg="addSp delSp modSp add del mod ord">
        <pc:chgData name="Nursakirah Ab Rahman Muton" userId="423efa6d-ee54-4a96-bb69-a7d6dc1d7e38" providerId="ADAL" clId="{E5418EA3-ED04-44D7-B695-8570AC1018F6}" dt="2023-11-01T03:21:28.461" v="3828" actId="47"/>
        <pc:sldMkLst>
          <pc:docMk/>
          <pc:sldMk cId="1604931040" sldId="631"/>
        </pc:sldMkLst>
        <pc:spChg chg="add del mod">
          <ac:chgData name="Nursakirah Ab Rahman Muton" userId="423efa6d-ee54-4a96-bb69-a7d6dc1d7e38" providerId="ADAL" clId="{E5418EA3-ED04-44D7-B695-8570AC1018F6}" dt="2023-11-01T03:21:12.959" v="3827" actId="478"/>
          <ac:spMkLst>
            <pc:docMk/>
            <pc:sldMk cId="1604931040" sldId="631"/>
            <ac:spMk id="3" creationId="{ECC1EF77-5AD4-FDA8-3A6B-AAD13C26ECDC}"/>
          </ac:spMkLst>
        </pc:spChg>
        <pc:spChg chg="add mod">
          <ac:chgData name="Nursakirah Ab Rahman Muton" userId="423efa6d-ee54-4a96-bb69-a7d6dc1d7e38" providerId="ADAL" clId="{E5418EA3-ED04-44D7-B695-8570AC1018F6}" dt="2023-11-01T03:16:58.070" v="3825" actId="164"/>
          <ac:spMkLst>
            <pc:docMk/>
            <pc:sldMk cId="1604931040" sldId="631"/>
            <ac:spMk id="4" creationId="{7A54A8F5-CF40-7CAE-ED8A-F6A08DBC4E23}"/>
          </ac:spMkLst>
        </pc:spChg>
        <pc:spChg chg="add del mod">
          <ac:chgData name="Nursakirah Ab Rahman Muton" userId="423efa6d-ee54-4a96-bb69-a7d6dc1d7e38" providerId="ADAL" clId="{E5418EA3-ED04-44D7-B695-8570AC1018F6}" dt="2023-11-01T03:21:12.959" v="3827" actId="478"/>
          <ac:spMkLst>
            <pc:docMk/>
            <pc:sldMk cId="1604931040" sldId="631"/>
            <ac:spMk id="6" creationId="{E1AE6CEA-22E5-B214-0B72-A0854D942EE3}"/>
          </ac:spMkLst>
        </pc:spChg>
        <pc:spChg chg="add del mod">
          <ac:chgData name="Nursakirah Ab Rahman Muton" userId="423efa6d-ee54-4a96-bb69-a7d6dc1d7e38" providerId="ADAL" clId="{E5418EA3-ED04-44D7-B695-8570AC1018F6}" dt="2023-11-01T03:21:12.959" v="3827" actId="478"/>
          <ac:spMkLst>
            <pc:docMk/>
            <pc:sldMk cId="1604931040" sldId="631"/>
            <ac:spMk id="7" creationId="{43EB4A1E-8936-D217-D664-83A4BA8E4444}"/>
          </ac:spMkLst>
        </pc:spChg>
        <pc:spChg chg="add mod">
          <ac:chgData name="Nursakirah Ab Rahman Muton" userId="423efa6d-ee54-4a96-bb69-a7d6dc1d7e38" providerId="ADAL" clId="{E5418EA3-ED04-44D7-B695-8570AC1018F6}" dt="2023-11-01T03:16:58.070" v="3825" actId="164"/>
          <ac:spMkLst>
            <pc:docMk/>
            <pc:sldMk cId="1604931040" sldId="631"/>
            <ac:spMk id="10" creationId="{1181D62D-7268-37E0-15FA-0245B4DCF7A5}"/>
          </ac:spMkLst>
        </pc:spChg>
        <pc:spChg chg="add mod">
          <ac:chgData name="Nursakirah Ab Rahman Muton" userId="423efa6d-ee54-4a96-bb69-a7d6dc1d7e38" providerId="ADAL" clId="{E5418EA3-ED04-44D7-B695-8570AC1018F6}" dt="2023-11-01T03:16:58.070" v="3825" actId="164"/>
          <ac:spMkLst>
            <pc:docMk/>
            <pc:sldMk cId="1604931040" sldId="631"/>
            <ac:spMk id="15" creationId="{E21BE143-9D36-82A0-AE7F-DC58396361E7}"/>
          </ac:spMkLst>
        </pc:spChg>
        <pc:grpChg chg="add del mod">
          <ac:chgData name="Nursakirah Ab Rahman Muton" userId="423efa6d-ee54-4a96-bb69-a7d6dc1d7e38" providerId="ADAL" clId="{E5418EA3-ED04-44D7-B695-8570AC1018F6}" dt="2023-11-01T03:21:09.361" v="3826" actId="478"/>
          <ac:grpSpMkLst>
            <pc:docMk/>
            <pc:sldMk cId="1604931040" sldId="631"/>
            <ac:grpSpMk id="16" creationId="{07FD903A-10AF-7C83-2BFB-13B44B9442B4}"/>
          </ac:grpSpMkLst>
        </pc:grpChg>
        <pc:graphicFrameChg chg="modGraphic">
          <ac:chgData name="Nursakirah Ab Rahman Muton" userId="423efa6d-ee54-4a96-bb69-a7d6dc1d7e38" providerId="ADAL" clId="{E5418EA3-ED04-44D7-B695-8570AC1018F6}" dt="2023-11-01T02:35:36.112" v="3720" actId="2165"/>
          <ac:graphicFrameMkLst>
            <pc:docMk/>
            <pc:sldMk cId="1604931040" sldId="631"/>
            <ac:graphicFrameMk id="2" creationId="{E9993C0F-AE46-2674-88EA-98EE68F56671}"/>
          </ac:graphicFrameMkLst>
        </pc:graphicFrameChg>
        <pc:cxnChg chg="del">
          <ac:chgData name="Nursakirah Ab Rahman Muton" userId="423efa6d-ee54-4a96-bb69-a7d6dc1d7e38" providerId="ADAL" clId="{E5418EA3-ED04-44D7-B695-8570AC1018F6}" dt="2023-11-01T02:35:38.738" v="3721" actId="478"/>
          <ac:cxnSpMkLst>
            <pc:docMk/>
            <pc:sldMk cId="1604931040" sldId="631"/>
            <ac:cxnSpMk id="5" creationId="{C83AA93F-0E42-9983-2A49-3D248B581DC4}"/>
          </ac:cxnSpMkLst>
        </pc:cxnChg>
        <pc:cxnChg chg="del">
          <ac:chgData name="Nursakirah Ab Rahman Muton" userId="423efa6d-ee54-4a96-bb69-a7d6dc1d7e38" providerId="ADAL" clId="{E5418EA3-ED04-44D7-B695-8570AC1018F6}" dt="2023-11-01T02:35:38.738" v="3721" actId="478"/>
          <ac:cxnSpMkLst>
            <pc:docMk/>
            <pc:sldMk cId="1604931040" sldId="631"/>
            <ac:cxnSpMk id="8" creationId="{E11AED35-630F-5079-5E8F-EEC82A85559F}"/>
          </ac:cxnSpMkLst>
        </pc:cxnChg>
        <pc:cxnChg chg="del">
          <ac:chgData name="Nursakirah Ab Rahman Muton" userId="423efa6d-ee54-4a96-bb69-a7d6dc1d7e38" providerId="ADAL" clId="{E5418EA3-ED04-44D7-B695-8570AC1018F6}" dt="2023-11-01T02:35:38.738" v="3721" actId="478"/>
          <ac:cxnSpMkLst>
            <pc:docMk/>
            <pc:sldMk cId="1604931040" sldId="631"/>
            <ac:cxnSpMk id="9" creationId="{70B9BAE6-F79A-C8B8-6E0E-F3E53B888425}"/>
          </ac:cxnSpMkLst>
        </pc:cxnChg>
        <pc:cxnChg chg="del">
          <ac:chgData name="Nursakirah Ab Rahman Muton" userId="423efa6d-ee54-4a96-bb69-a7d6dc1d7e38" providerId="ADAL" clId="{E5418EA3-ED04-44D7-B695-8570AC1018F6}" dt="2023-11-01T02:35:38.738" v="3721" actId="478"/>
          <ac:cxnSpMkLst>
            <pc:docMk/>
            <pc:sldMk cId="1604931040" sldId="631"/>
            <ac:cxnSpMk id="11" creationId="{CC2CA6E2-8411-A23C-D56A-DFFBDC7F89EE}"/>
          </ac:cxnSpMkLst>
        </pc:cxnChg>
        <pc:cxnChg chg="del">
          <ac:chgData name="Nursakirah Ab Rahman Muton" userId="423efa6d-ee54-4a96-bb69-a7d6dc1d7e38" providerId="ADAL" clId="{E5418EA3-ED04-44D7-B695-8570AC1018F6}" dt="2023-11-01T02:35:38.738" v="3721" actId="478"/>
          <ac:cxnSpMkLst>
            <pc:docMk/>
            <pc:sldMk cId="1604931040" sldId="631"/>
            <ac:cxnSpMk id="12" creationId="{41F98148-85C2-6E2F-A4B1-4A07F9C89321}"/>
          </ac:cxnSpMkLst>
        </pc:cxnChg>
        <pc:cxnChg chg="del">
          <ac:chgData name="Nursakirah Ab Rahman Muton" userId="423efa6d-ee54-4a96-bb69-a7d6dc1d7e38" providerId="ADAL" clId="{E5418EA3-ED04-44D7-B695-8570AC1018F6}" dt="2023-11-01T02:35:38.738" v="3721" actId="478"/>
          <ac:cxnSpMkLst>
            <pc:docMk/>
            <pc:sldMk cId="1604931040" sldId="631"/>
            <ac:cxnSpMk id="13" creationId="{57CBC615-4482-19AF-8076-C4B297948D66}"/>
          </ac:cxnSpMkLst>
        </pc:cxnChg>
        <pc:cxnChg chg="del">
          <ac:chgData name="Nursakirah Ab Rahman Muton" userId="423efa6d-ee54-4a96-bb69-a7d6dc1d7e38" providerId="ADAL" clId="{E5418EA3-ED04-44D7-B695-8570AC1018F6}" dt="2023-11-01T02:35:38.738" v="3721" actId="478"/>
          <ac:cxnSpMkLst>
            <pc:docMk/>
            <pc:sldMk cId="1604931040" sldId="631"/>
            <ac:cxnSpMk id="14" creationId="{0C2E8C5E-1210-984D-B4C7-9C70E2E679E6}"/>
          </ac:cxnSpMkLst>
        </pc:cxnChg>
        <pc:cxnChg chg="del">
          <ac:chgData name="Nursakirah Ab Rahman Muton" userId="423efa6d-ee54-4a96-bb69-a7d6dc1d7e38" providerId="ADAL" clId="{E5418EA3-ED04-44D7-B695-8570AC1018F6}" dt="2023-11-01T02:35:38.738" v="3721" actId="478"/>
          <ac:cxnSpMkLst>
            <pc:docMk/>
            <pc:sldMk cId="1604931040" sldId="631"/>
            <ac:cxnSpMk id="18" creationId="{2EF4F2B7-3678-A603-B371-FE1AC9DA9DF3}"/>
          </ac:cxnSpMkLst>
        </pc:cxnChg>
      </pc:sldChg>
      <pc:sldChg chg="addSp delSp modSp new mod modAnim">
        <pc:chgData name="Nursakirah Ab Rahman Muton" userId="423efa6d-ee54-4a96-bb69-a7d6dc1d7e38" providerId="ADAL" clId="{E5418EA3-ED04-44D7-B695-8570AC1018F6}" dt="2023-11-01T05:29:09.773" v="4967"/>
        <pc:sldMkLst>
          <pc:docMk/>
          <pc:sldMk cId="2862185381" sldId="631"/>
        </pc:sldMkLst>
        <pc:spChg chg="mod">
          <ac:chgData name="Nursakirah Ab Rahman Muton" userId="423efa6d-ee54-4a96-bb69-a7d6dc1d7e38" providerId="ADAL" clId="{E5418EA3-ED04-44D7-B695-8570AC1018F6}" dt="2023-11-01T04:58:08.627" v="4646" actId="20577"/>
          <ac:spMkLst>
            <pc:docMk/>
            <pc:sldMk cId="2862185381" sldId="631"/>
            <ac:spMk id="2" creationId="{40B5C113-78A5-E9E0-1E0B-202D9FF1D7BC}"/>
          </ac:spMkLst>
        </pc:spChg>
        <pc:spChg chg="del mod">
          <ac:chgData name="Nursakirah Ab Rahman Muton" userId="423efa6d-ee54-4a96-bb69-a7d6dc1d7e38" providerId="ADAL" clId="{E5418EA3-ED04-44D7-B695-8570AC1018F6}" dt="2023-11-01T04:59:39.734" v="4648" actId="478"/>
          <ac:spMkLst>
            <pc:docMk/>
            <pc:sldMk cId="2862185381" sldId="631"/>
            <ac:spMk id="3" creationId="{B553AD80-4209-F280-2E17-2B3DFE945252}"/>
          </ac:spMkLst>
        </pc:spChg>
        <pc:spChg chg="add mod">
          <ac:chgData name="Nursakirah Ab Rahman Muton" userId="423efa6d-ee54-4a96-bb69-a7d6dc1d7e38" providerId="ADAL" clId="{E5418EA3-ED04-44D7-B695-8570AC1018F6}" dt="2023-11-01T05:27:26.994" v="4946" actId="164"/>
          <ac:spMkLst>
            <pc:docMk/>
            <pc:sldMk cId="2862185381" sldId="631"/>
            <ac:spMk id="4" creationId="{A4E2B26D-8A76-F2A3-9E75-8CA27484E840}"/>
          </ac:spMkLst>
        </pc:spChg>
        <pc:spChg chg="add mod">
          <ac:chgData name="Nursakirah Ab Rahman Muton" userId="423efa6d-ee54-4a96-bb69-a7d6dc1d7e38" providerId="ADAL" clId="{E5418EA3-ED04-44D7-B695-8570AC1018F6}" dt="2023-11-01T05:16:40.839" v="4749" actId="1036"/>
          <ac:spMkLst>
            <pc:docMk/>
            <pc:sldMk cId="2862185381" sldId="631"/>
            <ac:spMk id="18" creationId="{4B9BCF2F-45EF-81A7-C4AD-6E89C6DB1038}"/>
          </ac:spMkLst>
        </pc:spChg>
        <pc:spChg chg="add mod">
          <ac:chgData name="Nursakirah Ab Rahman Muton" userId="423efa6d-ee54-4a96-bb69-a7d6dc1d7e38" providerId="ADAL" clId="{E5418EA3-ED04-44D7-B695-8570AC1018F6}" dt="2023-11-01T05:16:40.839" v="4749" actId="1036"/>
          <ac:spMkLst>
            <pc:docMk/>
            <pc:sldMk cId="2862185381" sldId="631"/>
            <ac:spMk id="20" creationId="{98518C3F-3CC8-FE51-62C2-089764338D56}"/>
          </ac:spMkLst>
        </pc:spChg>
        <pc:spChg chg="add mod">
          <ac:chgData name="Nursakirah Ab Rahman Muton" userId="423efa6d-ee54-4a96-bb69-a7d6dc1d7e38" providerId="ADAL" clId="{E5418EA3-ED04-44D7-B695-8570AC1018F6}" dt="2023-11-01T05:16:40.839" v="4749" actId="1036"/>
          <ac:spMkLst>
            <pc:docMk/>
            <pc:sldMk cId="2862185381" sldId="631"/>
            <ac:spMk id="21" creationId="{86341F7D-51A3-CADB-BD46-9443A8C94771}"/>
          </ac:spMkLst>
        </pc:spChg>
        <pc:spChg chg="add mod">
          <ac:chgData name="Nursakirah Ab Rahman Muton" userId="423efa6d-ee54-4a96-bb69-a7d6dc1d7e38" providerId="ADAL" clId="{E5418EA3-ED04-44D7-B695-8570AC1018F6}" dt="2023-11-01T05:16:40.839" v="4749" actId="1036"/>
          <ac:spMkLst>
            <pc:docMk/>
            <pc:sldMk cId="2862185381" sldId="631"/>
            <ac:spMk id="22" creationId="{18D2EA15-E4B3-3C97-2D13-42432AEEB62D}"/>
          </ac:spMkLst>
        </pc:spChg>
        <pc:spChg chg="add mod">
          <ac:chgData name="Nursakirah Ab Rahman Muton" userId="423efa6d-ee54-4a96-bb69-a7d6dc1d7e38" providerId="ADAL" clId="{E5418EA3-ED04-44D7-B695-8570AC1018F6}" dt="2023-11-01T05:16:40.839" v="4749" actId="1036"/>
          <ac:spMkLst>
            <pc:docMk/>
            <pc:sldMk cId="2862185381" sldId="631"/>
            <ac:spMk id="23" creationId="{8E931B7E-A2B6-0059-0F98-4F0B8D11B4E3}"/>
          </ac:spMkLst>
        </pc:spChg>
        <pc:spChg chg="add mod">
          <ac:chgData name="Nursakirah Ab Rahman Muton" userId="423efa6d-ee54-4a96-bb69-a7d6dc1d7e38" providerId="ADAL" clId="{E5418EA3-ED04-44D7-B695-8570AC1018F6}" dt="2023-11-01T05:16:40.839" v="4749" actId="1036"/>
          <ac:spMkLst>
            <pc:docMk/>
            <pc:sldMk cId="2862185381" sldId="631"/>
            <ac:spMk id="24" creationId="{92E8AC2D-2110-3D78-B756-33BE9ED26597}"/>
          </ac:spMkLst>
        </pc:spChg>
        <pc:spChg chg="add mod">
          <ac:chgData name="Nursakirah Ab Rahman Muton" userId="423efa6d-ee54-4a96-bb69-a7d6dc1d7e38" providerId="ADAL" clId="{E5418EA3-ED04-44D7-B695-8570AC1018F6}" dt="2023-11-01T05:19:36.392" v="4858" actId="164"/>
          <ac:spMkLst>
            <pc:docMk/>
            <pc:sldMk cId="2862185381" sldId="631"/>
            <ac:spMk id="25" creationId="{ED6DB576-D678-F108-EE05-D06CE6056AEB}"/>
          </ac:spMkLst>
        </pc:spChg>
        <pc:spChg chg="add mod">
          <ac:chgData name="Nursakirah Ab Rahman Muton" userId="423efa6d-ee54-4a96-bb69-a7d6dc1d7e38" providerId="ADAL" clId="{E5418EA3-ED04-44D7-B695-8570AC1018F6}" dt="2023-11-01T05:18:48.796" v="4847" actId="207"/>
          <ac:spMkLst>
            <pc:docMk/>
            <pc:sldMk cId="2862185381" sldId="631"/>
            <ac:spMk id="32" creationId="{7449079C-23F0-BBBB-B594-683D421DA42C}"/>
          </ac:spMkLst>
        </pc:spChg>
        <pc:spChg chg="add mod">
          <ac:chgData name="Nursakirah Ab Rahman Muton" userId="423efa6d-ee54-4a96-bb69-a7d6dc1d7e38" providerId="ADAL" clId="{E5418EA3-ED04-44D7-B695-8570AC1018F6}" dt="2023-11-01T05:18:57.101" v="4849" actId="1076"/>
          <ac:spMkLst>
            <pc:docMk/>
            <pc:sldMk cId="2862185381" sldId="631"/>
            <ac:spMk id="33" creationId="{405EA70D-2E03-7123-48A5-B5E1EAC9E895}"/>
          </ac:spMkLst>
        </pc:spChg>
        <pc:spChg chg="add mod">
          <ac:chgData name="Nursakirah Ab Rahman Muton" userId="423efa6d-ee54-4a96-bb69-a7d6dc1d7e38" providerId="ADAL" clId="{E5418EA3-ED04-44D7-B695-8570AC1018F6}" dt="2023-11-01T05:19:05.729" v="4851" actId="1076"/>
          <ac:spMkLst>
            <pc:docMk/>
            <pc:sldMk cId="2862185381" sldId="631"/>
            <ac:spMk id="34" creationId="{506FEEE6-A4D8-2812-FD18-856FC8D59BB6}"/>
          </ac:spMkLst>
        </pc:spChg>
        <pc:spChg chg="add mod">
          <ac:chgData name="Nursakirah Ab Rahman Muton" userId="423efa6d-ee54-4a96-bb69-a7d6dc1d7e38" providerId="ADAL" clId="{E5418EA3-ED04-44D7-B695-8570AC1018F6}" dt="2023-11-01T05:19:10.446" v="4853" actId="1076"/>
          <ac:spMkLst>
            <pc:docMk/>
            <pc:sldMk cId="2862185381" sldId="631"/>
            <ac:spMk id="35" creationId="{883BAB97-C6F0-0263-FE15-D0CE56415837}"/>
          </ac:spMkLst>
        </pc:spChg>
        <pc:spChg chg="add mod">
          <ac:chgData name="Nursakirah Ab Rahman Muton" userId="423efa6d-ee54-4a96-bb69-a7d6dc1d7e38" providerId="ADAL" clId="{E5418EA3-ED04-44D7-B695-8570AC1018F6}" dt="2023-11-01T05:19:15.521" v="4855" actId="1076"/>
          <ac:spMkLst>
            <pc:docMk/>
            <pc:sldMk cId="2862185381" sldId="631"/>
            <ac:spMk id="36" creationId="{2EED3FB6-3FC8-C71C-3CCC-35609C5DFA2D}"/>
          </ac:spMkLst>
        </pc:spChg>
        <pc:spChg chg="add mod">
          <ac:chgData name="Nursakirah Ab Rahman Muton" userId="423efa6d-ee54-4a96-bb69-a7d6dc1d7e38" providerId="ADAL" clId="{E5418EA3-ED04-44D7-B695-8570AC1018F6}" dt="2023-11-01T05:19:19.669" v="4857" actId="1076"/>
          <ac:spMkLst>
            <pc:docMk/>
            <pc:sldMk cId="2862185381" sldId="631"/>
            <ac:spMk id="37" creationId="{CE4F4942-3687-B8A7-7F3B-E876676431C0}"/>
          </ac:spMkLst>
        </pc:spChg>
        <pc:spChg chg="mod topLvl">
          <ac:chgData name="Nursakirah Ab Rahman Muton" userId="423efa6d-ee54-4a96-bb69-a7d6dc1d7e38" providerId="ADAL" clId="{E5418EA3-ED04-44D7-B695-8570AC1018F6}" dt="2023-11-01T05:24:10.276" v="4889" actId="164"/>
          <ac:spMkLst>
            <pc:docMk/>
            <pc:sldMk cId="2862185381" sldId="631"/>
            <ac:spMk id="40" creationId="{7F538982-0272-2009-6E4F-29BB5EA33FC6}"/>
          </ac:spMkLst>
        </pc:spChg>
        <pc:spChg chg="add mod">
          <ac:chgData name="Nursakirah Ab Rahman Muton" userId="423efa6d-ee54-4a96-bb69-a7d6dc1d7e38" providerId="ADAL" clId="{E5418EA3-ED04-44D7-B695-8570AC1018F6}" dt="2023-11-01T05:24:17.012" v="4891" actId="164"/>
          <ac:spMkLst>
            <pc:docMk/>
            <pc:sldMk cId="2862185381" sldId="631"/>
            <ac:spMk id="47" creationId="{CB529DE1-554D-030B-3322-6455E2100EFD}"/>
          </ac:spMkLst>
        </pc:spChg>
        <pc:spChg chg="add mod">
          <ac:chgData name="Nursakirah Ab Rahman Muton" userId="423efa6d-ee54-4a96-bb69-a7d6dc1d7e38" providerId="ADAL" clId="{E5418EA3-ED04-44D7-B695-8570AC1018F6}" dt="2023-11-01T05:24:29.522" v="4895" actId="14100"/>
          <ac:spMkLst>
            <pc:docMk/>
            <pc:sldMk cId="2862185381" sldId="631"/>
            <ac:spMk id="53" creationId="{8EBAF5D5-773D-ADA1-A91C-27E69A1C6AED}"/>
          </ac:spMkLst>
        </pc:spChg>
        <pc:spChg chg="add mod">
          <ac:chgData name="Nursakirah Ab Rahman Muton" userId="423efa6d-ee54-4a96-bb69-a7d6dc1d7e38" providerId="ADAL" clId="{E5418EA3-ED04-44D7-B695-8570AC1018F6}" dt="2023-11-01T05:24:56.879" v="4904" actId="20577"/>
          <ac:spMkLst>
            <pc:docMk/>
            <pc:sldMk cId="2862185381" sldId="631"/>
            <ac:spMk id="54" creationId="{BC87B163-D8E6-9CE9-6574-BFA79F4D3AD9}"/>
          </ac:spMkLst>
        </pc:spChg>
        <pc:spChg chg="add mod">
          <ac:chgData name="Nursakirah Ab Rahman Muton" userId="423efa6d-ee54-4a96-bb69-a7d6dc1d7e38" providerId="ADAL" clId="{E5418EA3-ED04-44D7-B695-8570AC1018F6}" dt="2023-11-01T05:24:46.531" v="4899" actId="14100"/>
          <ac:spMkLst>
            <pc:docMk/>
            <pc:sldMk cId="2862185381" sldId="631"/>
            <ac:spMk id="55" creationId="{4A3E813B-152D-35C8-5CFE-CD5F33F7F749}"/>
          </ac:spMkLst>
        </pc:spChg>
        <pc:spChg chg="add mod">
          <ac:chgData name="Nursakirah Ab Rahman Muton" userId="423efa6d-ee54-4a96-bb69-a7d6dc1d7e38" providerId="ADAL" clId="{E5418EA3-ED04-44D7-B695-8570AC1018F6}" dt="2023-11-01T05:24:50.304" v="4901" actId="1076"/>
          <ac:spMkLst>
            <pc:docMk/>
            <pc:sldMk cId="2862185381" sldId="631"/>
            <ac:spMk id="56" creationId="{7A189C87-7BC4-B01F-F796-4C8B90FE29C5}"/>
          </ac:spMkLst>
        </pc:spChg>
        <pc:spChg chg="mod topLvl">
          <ac:chgData name="Nursakirah Ab Rahman Muton" userId="423efa6d-ee54-4a96-bb69-a7d6dc1d7e38" providerId="ADAL" clId="{E5418EA3-ED04-44D7-B695-8570AC1018F6}" dt="2023-11-01T05:25:41.729" v="4919" actId="20577"/>
          <ac:spMkLst>
            <pc:docMk/>
            <pc:sldMk cId="2862185381" sldId="631"/>
            <ac:spMk id="58" creationId="{F19B2945-3FC5-B7F3-EAEB-7A8BBAA3483F}"/>
          </ac:spMkLst>
        </pc:spChg>
        <pc:spChg chg="mod">
          <ac:chgData name="Nursakirah Ab Rahman Muton" userId="423efa6d-ee54-4a96-bb69-a7d6dc1d7e38" providerId="ADAL" clId="{E5418EA3-ED04-44D7-B695-8570AC1018F6}" dt="2023-11-01T05:25:52.268" v="4922" actId="20577"/>
          <ac:spMkLst>
            <pc:docMk/>
            <pc:sldMk cId="2862185381" sldId="631"/>
            <ac:spMk id="64" creationId="{C5D38100-6512-4899-D391-502ECDE7F49F}"/>
          </ac:spMkLst>
        </pc:spChg>
        <pc:spChg chg="mod">
          <ac:chgData name="Nursakirah Ab Rahman Muton" userId="423efa6d-ee54-4a96-bb69-a7d6dc1d7e38" providerId="ADAL" clId="{E5418EA3-ED04-44D7-B695-8570AC1018F6}" dt="2023-11-01T05:26:05.995" v="4930" actId="20577"/>
          <ac:spMkLst>
            <pc:docMk/>
            <pc:sldMk cId="2862185381" sldId="631"/>
            <ac:spMk id="68" creationId="{37A6C818-6B6C-C9EE-3023-DA43A3732BBD}"/>
          </ac:spMkLst>
        </pc:spChg>
        <pc:spChg chg="add mod ord">
          <ac:chgData name="Nursakirah Ab Rahman Muton" userId="423efa6d-ee54-4a96-bb69-a7d6dc1d7e38" providerId="ADAL" clId="{E5418EA3-ED04-44D7-B695-8570AC1018F6}" dt="2023-11-01T05:26:41.323" v="4942" actId="14100"/>
          <ac:spMkLst>
            <pc:docMk/>
            <pc:sldMk cId="2862185381" sldId="631"/>
            <ac:spMk id="73" creationId="{000FD691-5624-E3AB-70DF-F06F7EB6C5EC}"/>
          </ac:spMkLst>
        </pc:spChg>
        <pc:grpChg chg="add mod">
          <ac:chgData name="Nursakirah Ab Rahman Muton" userId="423efa6d-ee54-4a96-bb69-a7d6dc1d7e38" providerId="ADAL" clId="{E5418EA3-ED04-44D7-B695-8570AC1018F6}" dt="2023-11-01T05:24:02.949" v="4888" actId="1036"/>
          <ac:grpSpMkLst>
            <pc:docMk/>
            <pc:sldMk cId="2862185381" sldId="631"/>
            <ac:grpSpMk id="38" creationId="{BC1CC7C4-0096-E7E9-D960-1111964D1126}"/>
          </ac:grpSpMkLst>
        </pc:grpChg>
        <pc:grpChg chg="add del mod">
          <ac:chgData name="Nursakirah Ab Rahman Muton" userId="423efa6d-ee54-4a96-bb69-a7d6dc1d7e38" providerId="ADAL" clId="{E5418EA3-ED04-44D7-B695-8570AC1018F6}" dt="2023-11-01T05:19:45.196" v="4862" actId="165"/>
          <ac:grpSpMkLst>
            <pc:docMk/>
            <pc:sldMk cId="2862185381" sldId="631"/>
            <ac:grpSpMk id="39" creationId="{6227B423-1984-D3D1-B232-9CD456FD226E}"/>
          </ac:grpSpMkLst>
        </pc:grpChg>
        <pc:grpChg chg="add mod">
          <ac:chgData name="Nursakirah Ab Rahman Muton" userId="423efa6d-ee54-4a96-bb69-a7d6dc1d7e38" providerId="ADAL" clId="{E5418EA3-ED04-44D7-B695-8570AC1018F6}" dt="2023-11-01T05:24:13.856" v="4890" actId="1076"/>
          <ac:grpSpMkLst>
            <pc:docMk/>
            <pc:sldMk cId="2862185381" sldId="631"/>
            <ac:grpSpMk id="51" creationId="{5B3A5098-AD39-78D9-6C98-40338A87634F}"/>
          </ac:grpSpMkLst>
        </pc:grpChg>
        <pc:grpChg chg="add mod">
          <ac:chgData name="Nursakirah Ab Rahman Muton" userId="423efa6d-ee54-4a96-bb69-a7d6dc1d7e38" providerId="ADAL" clId="{E5418EA3-ED04-44D7-B695-8570AC1018F6}" dt="2023-11-01T05:24:18.912" v="4892" actId="1076"/>
          <ac:grpSpMkLst>
            <pc:docMk/>
            <pc:sldMk cId="2862185381" sldId="631"/>
            <ac:grpSpMk id="52" creationId="{CD5A8137-BFA4-83D6-0D8D-85C2C5D00D43}"/>
          </ac:grpSpMkLst>
        </pc:grpChg>
        <pc:grpChg chg="add del mod">
          <ac:chgData name="Nursakirah Ab Rahman Muton" userId="423efa6d-ee54-4a96-bb69-a7d6dc1d7e38" providerId="ADAL" clId="{E5418EA3-ED04-44D7-B695-8570AC1018F6}" dt="2023-11-01T05:25:09.098" v="4907" actId="165"/>
          <ac:grpSpMkLst>
            <pc:docMk/>
            <pc:sldMk cId="2862185381" sldId="631"/>
            <ac:grpSpMk id="57" creationId="{DB6F9BD6-7205-C812-ADD0-15DD8F7E4296}"/>
          </ac:grpSpMkLst>
        </pc:grpChg>
        <pc:grpChg chg="add mod">
          <ac:chgData name="Nursakirah Ab Rahman Muton" userId="423efa6d-ee54-4a96-bb69-a7d6dc1d7e38" providerId="ADAL" clId="{E5418EA3-ED04-44D7-B695-8570AC1018F6}" dt="2023-11-01T05:25:38.918" v="4918" actId="164"/>
          <ac:grpSpMkLst>
            <pc:docMk/>
            <pc:sldMk cId="2862185381" sldId="631"/>
            <ac:grpSpMk id="62" creationId="{6AA07827-C00D-A2A8-4D09-03A15C89B981}"/>
          </ac:grpSpMkLst>
        </pc:grpChg>
        <pc:grpChg chg="add mod">
          <ac:chgData name="Nursakirah Ab Rahman Muton" userId="423efa6d-ee54-4a96-bb69-a7d6dc1d7e38" providerId="ADAL" clId="{E5418EA3-ED04-44D7-B695-8570AC1018F6}" dt="2023-11-01T05:26:00.837" v="4924" actId="1076"/>
          <ac:grpSpMkLst>
            <pc:docMk/>
            <pc:sldMk cId="2862185381" sldId="631"/>
            <ac:grpSpMk id="63" creationId="{8D19AB88-55A2-28D4-1D82-35E8622143A9}"/>
          </ac:grpSpMkLst>
        </pc:grpChg>
        <pc:grpChg chg="add mod">
          <ac:chgData name="Nursakirah Ab Rahman Muton" userId="423efa6d-ee54-4a96-bb69-a7d6dc1d7e38" providerId="ADAL" clId="{E5418EA3-ED04-44D7-B695-8570AC1018F6}" dt="2023-11-01T05:26:25.210" v="4936" actId="1076"/>
          <ac:grpSpMkLst>
            <pc:docMk/>
            <pc:sldMk cId="2862185381" sldId="631"/>
            <ac:grpSpMk id="67" creationId="{70A95202-9560-D6B0-2186-37F30B2BCF46}"/>
          </ac:grpSpMkLst>
        </pc:grpChg>
        <pc:grpChg chg="add mod">
          <ac:chgData name="Nursakirah Ab Rahman Muton" userId="423efa6d-ee54-4a96-bb69-a7d6dc1d7e38" providerId="ADAL" clId="{E5418EA3-ED04-44D7-B695-8570AC1018F6}" dt="2023-11-01T05:27:26.994" v="4946" actId="164"/>
          <ac:grpSpMkLst>
            <pc:docMk/>
            <pc:sldMk cId="2862185381" sldId="631"/>
            <ac:grpSpMk id="74" creationId="{793B0EDB-734D-C16B-C4B8-CE5CA5C6170A}"/>
          </ac:grpSpMkLst>
        </pc:grpChg>
        <pc:cxnChg chg="add mod">
          <ac:chgData name="Nursakirah Ab Rahman Muton" userId="423efa6d-ee54-4a96-bb69-a7d6dc1d7e38" providerId="ADAL" clId="{E5418EA3-ED04-44D7-B695-8570AC1018F6}" dt="2023-11-01T05:27:26.994" v="4946" actId="164"/>
          <ac:cxnSpMkLst>
            <pc:docMk/>
            <pc:sldMk cId="2862185381" sldId="631"/>
            <ac:cxnSpMk id="6" creationId="{71EFD820-44A1-C6A3-FC7E-80B9022F8326}"/>
          </ac:cxnSpMkLst>
        </pc:cxnChg>
        <pc:cxnChg chg="add del mod">
          <ac:chgData name="Nursakirah Ab Rahman Muton" userId="423efa6d-ee54-4a96-bb69-a7d6dc1d7e38" providerId="ADAL" clId="{E5418EA3-ED04-44D7-B695-8570AC1018F6}" dt="2023-11-01T05:01:25.966" v="4723" actId="478"/>
          <ac:cxnSpMkLst>
            <pc:docMk/>
            <pc:sldMk cId="2862185381" sldId="631"/>
            <ac:cxnSpMk id="7" creationId="{E3D4208B-54AD-06C7-8EE8-D952085A65B5}"/>
          </ac:cxnSpMkLst>
        </pc:cxnChg>
        <pc:cxnChg chg="add mod">
          <ac:chgData name="Nursakirah Ab Rahman Muton" userId="423efa6d-ee54-4a96-bb69-a7d6dc1d7e38" providerId="ADAL" clId="{E5418EA3-ED04-44D7-B695-8570AC1018F6}" dt="2023-11-01T05:27:26.994" v="4946" actId="164"/>
          <ac:cxnSpMkLst>
            <pc:docMk/>
            <pc:sldMk cId="2862185381" sldId="631"/>
            <ac:cxnSpMk id="8" creationId="{7F9D622C-0718-BAF1-E874-93123D8B07EE}"/>
          </ac:cxnSpMkLst>
        </pc:cxnChg>
        <pc:cxnChg chg="add mod">
          <ac:chgData name="Nursakirah Ab Rahman Muton" userId="423efa6d-ee54-4a96-bb69-a7d6dc1d7e38" providerId="ADAL" clId="{E5418EA3-ED04-44D7-B695-8570AC1018F6}" dt="2023-11-01T05:27:26.994" v="4946" actId="164"/>
          <ac:cxnSpMkLst>
            <pc:docMk/>
            <pc:sldMk cId="2862185381" sldId="631"/>
            <ac:cxnSpMk id="9" creationId="{F0B8DFC1-6D9D-5449-F4A1-C75706D8DE44}"/>
          </ac:cxnSpMkLst>
        </pc:cxnChg>
        <pc:cxnChg chg="add mod">
          <ac:chgData name="Nursakirah Ab Rahman Muton" userId="423efa6d-ee54-4a96-bb69-a7d6dc1d7e38" providerId="ADAL" clId="{E5418EA3-ED04-44D7-B695-8570AC1018F6}" dt="2023-11-01T05:27:26.994" v="4946" actId="164"/>
          <ac:cxnSpMkLst>
            <pc:docMk/>
            <pc:sldMk cId="2862185381" sldId="631"/>
            <ac:cxnSpMk id="10" creationId="{843AFC08-332A-AE8B-C2D5-56604501D1B3}"/>
          </ac:cxnSpMkLst>
        </pc:cxnChg>
        <pc:cxnChg chg="add del mod">
          <ac:chgData name="Nursakirah Ab Rahman Muton" userId="423efa6d-ee54-4a96-bb69-a7d6dc1d7e38" providerId="ADAL" clId="{E5418EA3-ED04-44D7-B695-8570AC1018F6}" dt="2023-11-01T05:15:30.850" v="4724" actId="478"/>
          <ac:cxnSpMkLst>
            <pc:docMk/>
            <pc:sldMk cId="2862185381" sldId="631"/>
            <ac:cxnSpMk id="11" creationId="{46464F4A-E4DD-AEE0-79F3-A7B9F4E828BA}"/>
          </ac:cxnSpMkLst>
        </pc:cxnChg>
        <pc:cxnChg chg="add mod">
          <ac:chgData name="Nursakirah Ab Rahman Muton" userId="423efa6d-ee54-4a96-bb69-a7d6dc1d7e38" providerId="ADAL" clId="{E5418EA3-ED04-44D7-B695-8570AC1018F6}" dt="2023-11-01T05:27:26.994" v="4946" actId="164"/>
          <ac:cxnSpMkLst>
            <pc:docMk/>
            <pc:sldMk cId="2862185381" sldId="631"/>
            <ac:cxnSpMk id="12" creationId="{189947A8-2A36-695F-2F75-5DFFCBE43204}"/>
          </ac:cxnSpMkLst>
        </pc:cxnChg>
        <pc:cxnChg chg="add mod">
          <ac:chgData name="Nursakirah Ab Rahman Muton" userId="423efa6d-ee54-4a96-bb69-a7d6dc1d7e38" providerId="ADAL" clId="{E5418EA3-ED04-44D7-B695-8570AC1018F6}" dt="2023-11-01T05:27:26.994" v="4946" actId="164"/>
          <ac:cxnSpMkLst>
            <pc:docMk/>
            <pc:sldMk cId="2862185381" sldId="631"/>
            <ac:cxnSpMk id="13" creationId="{26230435-6FCE-15A7-D613-03F7389525F4}"/>
          </ac:cxnSpMkLst>
        </pc:cxnChg>
        <pc:cxnChg chg="add del mod">
          <ac:chgData name="Nursakirah Ab Rahman Muton" userId="423efa6d-ee54-4a96-bb69-a7d6dc1d7e38" providerId="ADAL" clId="{E5418EA3-ED04-44D7-B695-8570AC1018F6}" dt="2023-11-01T05:01:24.894" v="4722" actId="478"/>
          <ac:cxnSpMkLst>
            <pc:docMk/>
            <pc:sldMk cId="2862185381" sldId="631"/>
            <ac:cxnSpMk id="14" creationId="{52EC1D2F-7992-D796-A714-0A3C8336ADD1}"/>
          </ac:cxnSpMkLst>
        </pc:cxnChg>
        <pc:cxnChg chg="add mod">
          <ac:chgData name="Nursakirah Ab Rahman Muton" userId="423efa6d-ee54-4a96-bb69-a7d6dc1d7e38" providerId="ADAL" clId="{E5418EA3-ED04-44D7-B695-8570AC1018F6}" dt="2023-11-01T05:27:26.994" v="4946" actId="164"/>
          <ac:cxnSpMkLst>
            <pc:docMk/>
            <pc:sldMk cId="2862185381" sldId="631"/>
            <ac:cxnSpMk id="15" creationId="{544EA58C-A209-2BE6-119D-C06571695E38}"/>
          </ac:cxnSpMkLst>
        </pc:cxnChg>
        <pc:cxnChg chg="add mod">
          <ac:chgData name="Nursakirah Ab Rahman Muton" userId="423efa6d-ee54-4a96-bb69-a7d6dc1d7e38" providerId="ADAL" clId="{E5418EA3-ED04-44D7-B695-8570AC1018F6}" dt="2023-11-01T05:27:26.994" v="4946" actId="164"/>
          <ac:cxnSpMkLst>
            <pc:docMk/>
            <pc:sldMk cId="2862185381" sldId="631"/>
            <ac:cxnSpMk id="16" creationId="{698F52B9-7495-82AB-F2B0-F79C132099E4}"/>
          </ac:cxnSpMkLst>
        </pc:cxnChg>
        <pc:cxnChg chg="add mod">
          <ac:chgData name="Nursakirah Ab Rahman Muton" userId="423efa6d-ee54-4a96-bb69-a7d6dc1d7e38" providerId="ADAL" clId="{E5418EA3-ED04-44D7-B695-8570AC1018F6}" dt="2023-11-01T05:27:26.994" v="4946" actId="164"/>
          <ac:cxnSpMkLst>
            <pc:docMk/>
            <pc:sldMk cId="2862185381" sldId="631"/>
            <ac:cxnSpMk id="17" creationId="{F129B692-7F54-3AA4-C8CB-7F5AF7FEAA08}"/>
          </ac:cxnSpMkLst>
        </pc:cxnChg>
        <pc:cxnChg chg="add del mod">
          <ac:chgData name="Nursakirah Ab Rahman Muton" userId="423efa6d-ee54-4a96-bb69-a7d6dc1d7e38" providerId="ADAL" clId="{E5418EA3-ED04-44D7-B695-8570AC1018F6}" dt="2023-11-01T05:15:53.656" v="4730" actId="478"/>
          <ac:cxnSpMkLst>
            <pc:docMk/>
            <pc:sldMk cId="2862185381" sldId="631"/>
            <ac:cxnSpMk id="19" creationId="{1FFBE5F2-0441-E462-6595-3FAD25A642E1}"/>
          </ac:cxnSpMkLst>
        </pc:cxnChg>
        <pc:cxnChg chg="add mod">
          <ac:chgData name="Nursakirah Ab Rahman Muton" userId="423efa6d-ee54-4a96-bb69-a7d6dc1d7e38" providerId="ADAL" clId="{E5418EA3-ED04-44D7-B695-8570AC1018F6}" dt="2023-11-01T05:19:36.392" v="4858" actId="164"/>
          <ac:cxnSpMkLst>
            <pc:docMk/>
            <pc:sldMk cId="2862185381" sldId="631"/>
            <ac:cxnSpMk id="26" creationId="{D66CD725-9CC2-9F8E-7E0A-2F8BF6A797B8}"/>
          </ac:cxnSpMkLst>
        </pc:cxnChg>
        <pc:cxnChg chg="add mod">
          <ac:chgData name="Nursakirah Ab Rahman Muton" userId="423efa6d-ee54-4a96-bb69-a7d6dc1d7e38" providerId="ADAL" clId="{E5418EA3-ED04-44D7-B695-8570AC1018F6}" dt="2023-11-01T05:19:36.392" v="4858" actId="164"/>
          <ac:cxnSpMkLst>
            <pc:docMk/>
            <pc:sldMk cId="2862185381" sldId="631"/>
            <ac:cxnSpMk id="27" creationId="{225F9305-D8C6-E5DA-D8E3-6E1592ABB373}"/>
          </ac:cxnSpMkLst>
        </pc:cxnChg>
        <pc:cxnChg chg="add mod">
          <ac:chgData name="Nursakirah Ab Rahman Muton" userId="423efa6d-ee54-4a96-bb69-a7d6dc1d7e38" providerId="ADAL" clId="{E5418EA3-ED04-44D7-B695-8570AC1018F6}" dt="2023-11-01T05:19:36.392" v="4858" actId="164"/>
          <ac:cxnSpMkLst>
            <pc:docMk/>
            <pc:sldMk cId="2862185381" sldId="631"/>
            <ac:cxnSpMk id="28" creationId="{BBB70780-048F-8B63-37D5-DAA64C19724C}"/>
          </ac:cxnSpMkLst>
        </pc:cxnChg>
        <pc:cxnChg chg="add mod">
          <ac:chgData name="Nursakirah Ab Rahman Muton" userId="423efa6d-ee54-4a96-bb69-a7d6dc1d7e38" providerId="ADAL" clId="{E5418EA3-ED04-44D7-B695-8570AC1018F6}" dt="2023-11-01T05:19:36.392" v="4858" actId="164"/>
          <ac:cxnSpMkLst>
            <pc:docMk/>
            <pc:sldMk cId="2862185381" sldId="631"/>
            <ac:cxnSpMk id="29" creationId="{7D136AA3-D88F-5E6C-D2C1-D42CDB15E9DB}"/>
          </ac:cxnSpMkLst>
        </pc:cxnChg>
        <pc:cxnChg chg="add mod">
          <ac:chgData name="Nursakirah Ab Rahman Muton" userId="423efa6d-ee54-4a96-bb69-a7d6dc1d7e38" providerId="ADAL" clId="{E5418EA3-ED04-44D7-B695-8570AC1018F6}" dt="2023-11-01T05:19:36.392" v="4858" actId="164"/>
          <ac:cxnSpMkLst>
            <pc:docMk/>
            <pc:sldMk cId="2862185381" sldId="631"/>
            <ac:cxnSpMk id="30" creationId="{F940BEC9-DF7E-3B53-32A2-07B36B709AC6}"/>
          </ac:cxnSpMkLst>
        </pc:cxnChg>
        <pc:cxnChg chg="add mod">
          <ac:chgData name="Nursakirah Ab Rahman Muton" userId="423efa6d-ee54-4a96-bb69-a7d6dc1d7e38" providerId="ADAL" clId="{E5418EA3-ED04-44D7-B695-8570AC1018F6}" dt="2023-11-01T05:19:36.392" v="4858" actId="164"/>
          <ac:cxnSpMkLst>
            <pc:docMk/>
            <pc:sldMk cId="2862185381" sldId="631"/>
            <ac:cxnSpMk id="31" creationId="{D7C982F6-923F-648D-E7AF-C57F617ED304}"/>
          </ac:cxnSpMkLst>
        </pc:cxnChg>
        <pc:cxnChg chg="mod topLvl">
          <ac:chgData name="Nursakirah Ab Rahman Muton" userId="423efa6d-ee54-4a96-bb69-a7d6dc1d7e38" providerId="ADAL" clId="{E5418EA3-ED04-44D7-B695-8570AC1018F6}" dt="2023-11-01T05:24:10.276" v="4889" actId="164"/>
          <ac:cxnSpMkLst>
            <pc:docMk/>
            <pc:sldMk cId="2862185381" sldId="631"/>
            <ac:cxnSpMk id="41" creationId="{6BA3123F-A66E-5EC3-D3E1-C07D0E10A1D9}"/>
          </ac:cxnSpMkLst>
        </pc:cxnChg>
        <pc:cxnChg chg="mod topLvl">
          <ac:chgData name="Nursakirah Ab Rahman Muton" userId="423efa6d-ee54-4a96-bb69-a7d6dc1d7e38" providerId="ADAL" clId="{E5418EA3-ED04-44D7-B695-8570AC1018F6}" dt="2023-11-01T05:24:10.276" v="4889" actId="164"/>
          <ac:cxnSpMkLst>
            <pc:docMk/>
            <pc:sldMk cId="2862185381" sldId="631"/>
            <ac:cxnSpMk id="42" creationId="{4AF7B24C-5391-653B-848D-F38CB32CD8C3}"/>
          </ac:cxnSpMkLst>
        </pc:cxnChg>
        <pc:cxnChg chg="mod topLvl">
          <ac:chgData name="Nursakirah Ab Rahman Muton" userId="423efa6d-ee54-4a96-bb69-a7d6dc1d7e38" providerId="ADAL" clId="{E5418EA3-ED04-44D7-B695-8570AC1018F6}" dt="2023-11-01T05:24:10.276" v="4889" actId="164"/>
          <ac:cxnSpMkLst>
            <pc:docMk/>
            <pc:sldMk cId="2862185381" sldId="631"/>
            <ac:cxnSpMk id="43" creationId="{54823904-E7FB-345B-9ED8-F9DEAE439FE8}"/>
          </ac:cxnSpMkLst>
        </pc:cxnChg>
        <pc:cxnChg chg="del mod topLvl">
          <ac:chgData name="Nursakirah Ab Rahman Muton" userId="423efa6d-ee54-4a96-bb69-a7d6dc1d7e38" providerId="ADAL" clId="{E5418EA3-ED04-44D7-B695-8570AC1018F6}" dt="2023-11-01T05:19:51.286" v="4864" actId="478"/>
          <ac:cxnSpMkLst>
            <pc:docMk/>
            <pc:sldMk cId="2862185381" sldId="631"/>
            <ac:cxnSpMk id="44" creationId="{B443388F-8803-7CD8-9202-ECEE4FABDDF5}"/>
          </ac:cxnSpMkLst>
        </pc:cxnChg>
        <pc:cxnChg chg="del mod topLvl">
          <ac:chgData name="Nursakirah Ab Rahman Muton" userId="423efa6d-ee54-4a96-bb69-a7d6dc1d7e38" providerId="ADAL" clId="{E5418EA3-ED04-44D7-B695-8570AC1018F6}" dt="2023-11-01T05:19:53.652" v="4865" actId="478"/>
          <ac:cxnSpMkLst>
            <pc:docMk/>
            <pc:sldMk cId="2862185381" sldId="631"/>
            <ac:cxnSpMk id="45" creationId="{260C5546-8400-B85F-75EB-660654836970}"/>
          </ac:cxnSpMkLst>
        </pc:cxnChg>
        <pc:cxnChg chg="del mod topLvl">
          <ac:chgData name="Nursakirah Ab Rahman Muton" userId="423efa6d-ee54-4a96-bb69-a7d6dc1d7e38" providerId="ADAL" clId="{E5418EA3-ED04-44D7-B695-8570AC1018F6}" dt="2023-11-01T05:20:05.922" v="4869" actId="478"/>
          <ac:cxnSpMkLst>
            <pc:docMk/>
            <pc:sldMk cId="2862185381" sldId="631"/>
            <ac:cxnSpMk id="46" creationId="{9EFC868D-9C06-10BC-9403-964BE359E339}"/>
          </ac:cxnSpMkLst>
        </pc:cxnChg>
        <pc:cxnChg chg="add mod">
          <ac:chgData name="Nursakirah Ab Rahman Muton" userId="423efa6d-ee54-4a96-bb69-a7d6dc1d7e38" providerId="ADAL" clId="{E5418EA3-ED04-44D7-B695-8570AC1018F6}" dt="2023-11-01T05:24:17.012" v="4891" actId="164"/>
          <ac:cxnSpMkLst>
            <pc:docMk/>
            <pc:sldMk cId="2862185381" sldId="631"/>
            <ac:cxnSpMk id="48" creationId="{621867CE-BE78-9F8B-03F4-6737DE8168CD}"/>
          </ac:cxnSpMkLst>
        </pc:cxnChg>
        <pc:cxnChg chg="add mod">
          <ac:chgData name="Nursakirah Ab Rahman Muton" userId="423efa6d-ee54-4a96-bb69-a7d6dc1d7e38" providerId="ADAL" clId="{E5418EA3-ED04-44D7-B695-8570AC1018F6}" dt="2023-11-01T05:24:17.012" v="4891" actId="164"/>
          <ac:cxnSpMkLst>
            <pc:docMk/>
            <pc:sldMk cId="2862185381" sldId="631"/>
            <ac:cxnSpMk id="49" creationId="{AB78DA3B-58F0-7F62-244E-7B0FC29B6515}"/>
          </ac:cxnSpMkLst>
        </pc:cxnChg>
        <pc:cxnChg chg="add mod">
          <ac:chgData name="Nursakirah Ab Rahman Muton" userId="423efa6d-ee54-4a96-bb69-a7d6dc1d7e38" providerId="ADAL" clId="{E5418EA3-ED04-44D7-B695-8570AC1018F6}" dt="2023-11-01T05:24:17.012" v="4891" actId="164"/>
          <ac:cxnSpMkLst>
            <pc:docMk/>
            <pc:sldMk cId="2862185381" sldId="631"/>
            <ac:cxnSpMk id="50" creationId="{52C242BD-6757-B4A1-79BF-C3C26581FEF6}"/>
          </ac:cxnSpMkLst>
        </pc:cxnChg>
        <pc:cxnChg chg="del mod topLvl">
          <ac:chgData name="Nursakirah Ab Rahman Muton" userId="423efa6d-ee54-4a96-bb69-a7d6dc1d7e38" providerId="ADAL" clId="{E5418EA3-ED04-44D7-B695-8570AC1018F6}" dt="2023-11-01T05:25:26.058" v="4915" actId="478"/>
          <ac:cxnSpMkLst>
            <pc:docMk/>
            <pc:sldMk cId="2862185381" sldId="631"/>
            <ac:cxnSpMk id="59" creationId="{DFF54A5C-AA80-92A5-9203-2E2D5A0D06D7}"/>
          </ac:cxnSpMkLst>
        </pc:cxnChg>
        <pc:cxnChg chg="mod topLvl">
          <ac:chgData name="Nursakirah Ab Rahman Muton" userId="423efa6d-ee54-4a96-bb69-a7d6dc1d7e38" providerId="ADAL" clId="{E5418EA3-ED04-44D7-B695-8570AC1018F6}" dt="2023-11-01T05:25:38.918" v="4918" actId="164"/>
          <ac:cxnSpMkLst>
            <pc:docMk/>
            <pc:sldMk cId="2862185381" sldId="631"/>
            <ac:cxnSpMk id="60" creationId="{27D391FD-739C-0D43-1A88-7120F44D8B77}"/>
          </ac:cxnSpMkLst>
        </pc:cxnChg>
        <pc:cxnChg chg="mod topLvl">
          <ac:chgData name="Nursakirah Ab Rahman Muton" userId="423efa6d-ee54-4a96-bb69-a7d6dc1d7e38" providerId="ADAL" clId="{E5418EA3-ED04-44D7-B695-8570AC1018F6}" dt="2023-11-01T05:25:38.918" v="4918" actId="164"/>
          <ac:cxnSpMkLst>
            <pc:docMk/>
            <pc:sldMk cId="2862185381" sldId="631"/>
            <ac:cxnSpMk id="61" creationId="{4803F12C-AEEF-3283-18A0-F8AD2DA5B56B}"/>
          </ac:cxnSpMkLst>
        </pc:cxnChg>
        <pc:cxnChg chg="mod">
          <ac:chgData name="Nursakirah Ab Rahman Muton" userId="423efa6d-ee54-4a96-bb69-a7d6dc1d7e38" providerId="ADAL" clId="{E5418EA3-ED04-44D7-B695-8570AC1018F6}" dt="2023-11-01T05:25:47.351" v="4920"/>
          <ac:cxnSpMkLst>
            <pc:docMk/>
            <pc:sldMk cId="2862185381" sldId="631"/>
            <ac:cxnSpMk id="65" creationId="{E2589E89-7D62-76F9-762F-07BBF8779EFF}"/>
          </ac:cxnSpMkLst>
        </pc:cxnChg>
        <pc:cxnChg chg="del mod">
          <ac:chgData name="Nursakirah Ab Rahman Muton" userId="423efa6d-ee54-4a96-bb69-a7d6dc1d7e38" providerId="ADAL" clId="{E5418EA3-ED04-44D7-B695-8570AC1018F6}" dt="2023-11-01T05:25:54.643" v="4923" actId="478"/>
          <ac:cxnSpMkLst>
            <pc:docMk/>
            <pc:sldMk cId="2862185381" sldId="631"/>
            <ac:cxnSpMk id="66" creationId="{A8BB7300-D897-AF08-C86A-FBDD683AFE5B}"/>
          </ac:cxnSpMkLst>
        </pc:cxnChg>
        <pc:cxnChg chg="mod">
          <ac:chgData name="Nursakirah Ab Rahman Muton" userId="423efa6d-ee54-4a96-bb69-a7d6dc1d7e38" providerId="ADAL" clId="{E5418EA3-ED04-44D7-B695-8570AC1018F6}" dt="2023-11-01T05:26:01.801" v="4925"/>
          <ac:cxnSpMkLst>
            <pc:docMk/>
            <pc:sldMk cId="2862185381" sldId="631"/>
            <ac:cxnSpMk id="69" creationId="{9B596B2D-00C6-BA1E-1EEA-77648AAB18D4}"/>
          </ac:cxnSpMkLst>
        </pc:cxnChg>
        <pc:cxnChg chg="add mod">
          <ac:chgData name="Nursakirah Ab Rahman Muton" userId="423efa6d-ee54-4a96-bb69-a7d6dc1d7e38" providerId="ADAL" clId="{E5418EA3-ED04-44D7-B695-8570AC1018F6}" dt="2023-11-01T05:26:18.052" v="4933" actId="1582"/>
          <ac:cxnSpMkLst>
            <pc:docMk/>
            <pc:sldMk cId="2862185381" sldId="631"/>
            <ac:cxnSpMk id="71" creationId="{82302307-11FF-48B4-E2CD-8F6D4A911AC0}"/>
          </ac:cxnSpMkLst>
        </pc:cxnChg>
        <pc:cxnChg chg="add mod">
          <ac:chgData name="Nursakirah Ab Rahman Muton" userId="423efa6d-ee54-4a96-bb69-a7d6dc1d7e38" providerId="ADAL" clId="{E5418EA3-ED04-44D7-B695-8570AC1018F6}" dt="2023-11-01T05:26:21.370" v="4935" actId="1076"/>
          <ac:cxnSpMkLst>
            <pc:docMk/>
            <pc:sldMk cId="2862185381" sldId="631"/>
            <ac:cxnSpMk id="72" creationId="{5FE7D221-850F-DF47-6819-92654BA69965}"/>
          </ac:cxnSpMkLst>
        </pc:cxnChg>
      </pc:sldChg>
      <pc:sldChg chg="addSp delSp modSp new mod modAnim">
        <pc:chgData name="Nursakirah Ab Rahman Muton" userId="423efa6d-ee54-4a96-bb69-a7d6dc1d7e38" providerId="ADAL" clId="{E5418EA3-ED04-44D7-B695-8570AC1018F6}" dt="2023-11-01T05:49:33.879" v="5104" actId="164"/>
        <pc:sldMkLst>
          <pc:docMk/>
          <pc:sldMk cId="1077070475" sldId="632"/>
        </pc:sldMkLst>
        <pc:spChg chg="mod">
          <ac:chgData name="Nursakirah Ab Rahman Muton" userId="423efa6d-ee54-4a96-bb69-a7d6dc1d7e38" providerId="ADAL" clId="{E5418EA3-ED04-44D7-B695-8570AC1018F6}" dt="2023-11-01T05:38:47.380" v="4969"/>
          <ac:spMkLst>
            <pc:docMk/>
            <pc:sldMk cId="1077070475" sldId="632"/>
            <ac:spMk id="2" creationId="{588BE3A0-EE31-D537-972E-1589AE02FE9C}"/>
          </ac:spMkLst>
        </pc:spChg>
        <pc:spChg chg="del">
          <ac:chgData name="Nursakirah Ab Rahman Muton" userId="423efa6d-ee54-4a96-bb69-a7d6dc1d7e38" providerId="ADAL" clId="{E5418EA3-ED04-44D7-B695-8570AC1018F6}" dt="2023-11-01T05:42:22.453" v="4970" actId="478"/>
          <ac:spMkLst>
            <pc:docMk/>
            <pc:sldMk cId="1077070475" sldId="632"/>
            <ac:spMk id="3" creationId="{8191A4E4-F554-3BE3-7D83-4E7230780A4C}"/>
          </ac:spMkLst>
        </pc:spChg>
        <pc:spChg chg="mod topLvl">
          <ac:chgData name="Nursakirah Ab Rahman Muton" userId="423efa6d-ee54-4a96-bb69-a7d6dc1d7e38" providerId="ADAL" clId="{E5418EA3-ED04-44D7-B695-8570AC1018F6}" dt="2023-11-01T05:43:37.588" v="4995" actId="20577"/>
          <ac:spMkLst>
            <pc:docMk/>
            <pc:sldMk cId="1077070475" sldId="632"/>
            <ac:spMk id="5" creationId="{410DBC48-B38A-3B10-568F-CE05B52C2B5A}"/>
          </ac:spMkLst>
        </pc:spChg>
        <pc:spChg chg="add mod">
          <ac:chgData name="Nursakirah Ab Rahman Muton" userId="423efa6d-ee54-4a96-bb69-a7d6dc1d7e38" providerId="ADAL" clId="{E5418EA3-ED04-44D7-B695-8570AC1018F6}" dt="2023-11-01T05:44:30.165" v="4999" actId="14100"/>
          <ac:spMkLst>
            <pc:docMk/>
            <pc:sldMk cId="1077070475" sldId="632"/>
            <ac:spMk id="15" creationId="{AF923FD2-50B1-1C16-0525-F7C1E0B42158}"/>
          </ac:spMkLst>
        </pc:spChg>
        <pc:spChg chg="add mod">
          <ac:chgData name="Nursakirah Ab Rahman Muton" userId="423efa6d-ee54-4a96-bb69-a7d6dc1d7e38" providerId="ADAL" clId="{E5418EA3-ED04-44D7-B695-8570AC1018F6}" dt="2023-11-01T05:44:53.141" v="5003" actId="1076"/>
          <ac:spMkLst>
            <pc:docMk/>
            <pc:sldMk cId="1077070475" sldId="632"/>
            <ac:spMk id="16" creationId="{007444C4-D960-B879-A368-EAF88B186C86}"/>
          </ac:spMkLst>
        </pc:spChg>
        <pc:spChg chg="add mod">
          <ac:chgData name="Nursakirah Ab Rahman Muton" userId="423efa6d-ee54-4a96-bb69-a7d6dc1d7e38" providerId="ADAL" clId="{E5418EA3-ED04-44D7-B695-8570AC1018F6}" dt="2023-11-01T05:45:33.282" v="5010" actId="14100"/>
          <ac:spMkLst>
            <pc:docMk/>
            <pc:sldMk cId="1077070475" sldId="632"/>
            <ac:spMk id="17" creationId="{732E4C71-B51B-F6CB-D99A-BD6BBB4E7DF0}"/>
          </ac:spMkLst>
        </pc:spChg>
        <pc:spChg chg="add mod">
          <ac:chgData name="Nursakirah Ab Rahman Muton" userId="423efa6d-ee54-4a96-bb69-a7d6dc1d7e38" providerId="ADAL" clId="{E5418EA3-ED04-44D7-B695-8570AC1018F6}" dt="2023-11-01T05:44:34.118" v="5000" actId="1076"/>
          <ac:spMkLst>
            <pc:docMk/>
            <pc:sldMk cId="1077070475" sldId="632"/>
            <ac:spMk id="18" creationId="{B53E62E4-2687-7429-61C7-26F42D1749EF}"/>
          </ac:spMkLst>
        </pc:spChg>
        <pc:spChg chg="add mod">
          <ac:chgData name="Nursakirah Ab Rahman Muton" userId="423efa6d-ee54-4a96-bb69-a7d6dc1d7e38" providerId="ADAL" clId="{E5418EA3-ED04-44D7-B695-8570AC1018F6}" dt="2023-11-01T05:44:59.340" v="5004" actId="1076"/>
          <ac:spMkLst>
            <pc:docMk/>
            <pc:sldMk cId="1077070475" sldId="632"/>
            <ac:spMk id="19" creationId="{85BD4402-C378-AA61-7E8D-C18D369E102C}"/>
          </ac:spMkLst>
        </pc:spChg>
        <pc:spChg chg="add mod">
          <ac:chgData name="Nursakirah Ab Rahman Muton" userId="423efa6d-ee54-4a96-bb69-a7d6dc1d7e38" providerId="ADAL" clId="{E5418EA3-ED04-44D7-B695-8570AC1018F6}" dt="2023-11-01T05:44:37.614" v="5001" actId="1076"/>
          <ac:spMkLst>
            <pc:docMk/>
            <pc:sldMk cId="1077070475" sldId="632"/>
            <ac:spMk id="20" creationId="{F3C90DEF-89DB-C146-BDC8-F65709ADAB21}"/>
          </ac:spMkLst>
        </pc:spChg>
        <pc:spChg chg="add mod">
          <ac:chgData name="Nursakirah Ab Rahman Muton" userId="423efa6d-ee54-4a96-bb69-a7d6dc1d7e38" providerId="ADAL" clId="{E5418EA3-ED04-44D7-B695-8570AC1018F6}" dt="2023-11-01T05:44:40.986" v="5002" actId="1076"/>
          <ac:spMkLst>
            <pc:docMk/>
            <pc:sldMk cId="1077070475" sldId="632"/>
            <ac:spMk id="21" creationId="{287A0012-B6A8-DF48-E796-9C7DE6E6A3B9}"/>
          </ac:spMkLst>
        </pc:spChg>
        <pc:spChg chg="add mod">
          <ac:chgData name="Nursakirah Ab Rahman Muton" userId="423efa6d-ee54-4a96-bb69-a7d6dc1d7e38" providerId="ADAL" clId="{E5418EA3-ED04-44D7-B695-8570AC1018F6}" dt="2023-11-01T05:46:06.018" v="5020" actId="1076"/>
          <ac:spMkLst>
            <pc:docMk/>
            <pc:sldMk cId="1077070475" sldId="632"/>
            <ac:spMk id="22" creationId="{F611F00E-4771-2736-826F-64A2E0097B11}"/>
          </ac:spMkLst>
        </pc:spChg>
        <pc:spChg chg="add mod">
          <ac:chgData name="Nursakirah Ab Rahman Muton" userId="423efa6d-ee54-4a96-bb69-a7d6dc1d7e38" providerId="ADAL" clId="{E5418EA3-ED04-44D7-B695-8570AC1018F6}" dt="2023-11-01T05:45:57.041" v="5017" actId="208"/>
          <ac:spMkLst>
            <pc:docMk/>
            <pc:sldMk cId="1077070475" sldId="632"/>
            <ac:spMk id="23" creationId="{D46AC183-7684-9339-D82E-312A55B36367}"/>
          </ac:spMkLst>
        </pc:spChg>
        <pc:spChg chg="add mod">
          <ac:chgData name="Nursakirah Ab Rahman Muton" userId="423efa6d-ee54-4a96-bb69-a7d6dc1d7e38" providerId="ADAL" clId="{E5418EA3-ED04-44D7-B695-8570AC1018F6}" dt="2023-11-01T05:45:02.988" v="5005" actId="1076"/>
          <ac:spMkLst>
            <pc:docMk/>
            <pc:sldMk cId="1077070475" sldId="632"/>
            <ac:spMk id="24" creationId="{BB0C4522-8C37-1174-8DB0-8008795AC761}"/>
          </ac:spMkLst>
        </pc:spChg>
        <pc:spChg chg="add del mod">
          <ac:chgData name="Nursakirah Ab Rahman Muton" userId="423efa6d-ee54-4a96-bb69-a7d6dc1d7e38" providerId="ADAL" clId="{E5418EA3-ED04-44D7-B695-8570AC1018F6}" dt="2023-11-01T05:46:07.944" v="5021" actId="478"/>
          <ac:spMkLst>
            <pc:docMk/>
            <pc:sldMk cId="1077070475" sldId="632"/>
            <ac:spMk id="25" creationId="{29E84CD1-C601-0499-BA68-2B6148915661}"/>
          </ac:spMkLst>
        </pc:spChg>
        <pc:spChg chg="add mod">
          <ac:chgData name="Nursakirah Ab Rahman Muton" userId="423efa6d-ee54-4a96-bb69-a7d6dc1d7e38" providerId="ADAL" clId="{E5418EA3-ED04-44D7-B695-8570AC1018F6}" dt="2023-11-01T05:45:44.502" v="5015" actId="20577"/>
          <ac:spMkLst>
            <pc:docMk/>
            <pc:sldMk cId="1077070475" sldId="632"/>
            <ac:spMk id="29" creationId="{6A8DBF50-3A81-5862-2A0F-F91E3E50A76E}"/>
          </ac:spMkLst>
        </pc:spChg>
        <pc:spChg chg="add mod">
          <ac:chgData name="Nursakirah Ab Rahman Muton" userId="423efa6d-ee54-4a96-bb69-a7d6dc1d7e38" providerId="ADAL" clId="{E5418EA3-ED04-44D7-B695-8570AC1018F6}" dt="2023-11-01T05:46:03.231" v="5019" actId="1076"/>
          <ac:spMkLst>
            <pc:docMk/>
            <pc:sldMk cId="1077070475" sldId="632"/>
            <ac:spMk id="30" creationId="{91F73E85-EF36-5F62-C5CD-1B078D07045C}"/>
          </ac:spMkLst>
        </pc:spChg>
        <pc:spChg chg="add mod">
          <ac:chgData name="Nursakirah Ab Rahman Muton" userId="423efa6d-ee54-4a96-bb69-a7d6dc1d7e38" providerId="ADAL" clId="{E5418EA3-ED04-44D7-B695-8570AC1018F6}" dt="2023-11-01T05:48:35.844" v="5077" actId="164"/>
          <ac:spMkLst>
            <pc:docMk/>
            <pc:sldMk cId="1077070475" sldId="632"/>
            <ac:spMk id="31" creationId="{96ABD33F-8C9E-4D80-4F88-80D964BC59DF}"/>
          </ac:spMkLst>
        </pc:spChg>
        <pc:spChg chg="add mod">
          <ac:chgData name="Nursakirah Ab Rahman Muton" userId="423efa6d-ee54-4a96-bb69-a7d6dc1d7e38" providerId="ADAL" clId="{E5418EA3-ED04-44D7-B695-8570AC1018F6}" dt="2023-11-01T05:49:03.475" v="5087" actId="164"/>
          <ac:spMkLst>
            <pc:docMk/>
            <pc:sldMk cId="1077070475" sldId="632"/>
            <ac:spMk id="40" creationId="{20B760D6-1B73-346C-A7E8-46DEC86BABA3}"/>
          </ac:spMkLst>
        </pc:spChg>
        <pc:spChg chg="mod topLvl">
          <ac:chgData name="Nursakirah Ab Rahman Muton" userId="423efa6d-ee54-4a96-bb69-a7d6dc1d7e38" providerId="ADAL" clId="{E5418EA3-ED04-44D7-B695-8570AC1018F6}" dt="2023-11-01T05:49:33.879" v="5104" actId="164"/>
          <ac:spMkLst>
            <pc:docMk/>
            <pc:sldMk cId="1077070475" sldId="632"/>
            <ac:spMk id="51" creationId="{4265D38F-3ED6-D0F9-9B3A-B9A2185C6A98}"/>
          </ac:spMkLst>
        </pc:spChg>
        <pc:grpChg chg="add del mod">
          <ac:chgData name="Nursakirah Ab Rahman Muton" userId="423efa6d-ee54-4a96-bb69-a7d6dc1d7e38" providerId="ADAL" clId="{E5418EA3-ED04-44D7-B695-8570AC1018F6}" dt="2023-11-01T05:42:55.091" v="4984" actId="165"/>
          <ac:grpSpMkLst>
            <pc:docMk/>
            <pc:sldMk cId="1077070475" sldId="632"/>
            <ac:grpSpMk id="4" creationId="{B856F1A2-1D8E-54A0-1746-D5066AEC204D}"/>
          </ac:grpSpMkLst>
        </pc:grpChg>
        <pc:grpChg chg="add mod">
          <ac:chgData name="Nursakirah Ab Rahman Muton" userId="423efa6d-ee54-4a96-bb69-a7d6dc1d7e38" providerId="ADAL" clId="{E5418EA3-ED04-44D7-B695-8570AC1018F6}" dt="2023-11-01T05:48:38.072" v="5078" actId="1076"/>
          <ac:grpSpMkLst>
            <pc:docMk/>
            <pc:sldMk cId="1077070475" sldId="632"/>
            <ac:grpSpMk id="48" creationId="{3675F9A9-558B-EF38-C02F-CD3F17EFC60A}"/>
          </ac:grpSpMkLst>
        </pc:grpChg>
        <pc:grpChg chg="add mod">
          <ac:chgData name="Nursakirah Ab Rahman Muton" userId="423efa6d-ee54-4a96-bb69-a7d6dc1d7e38" providerId="ADAL" clId="{E5418EA3-ED04-44D7-B695-8570AC1018F6}" dt="2023-11-01T05:49:05.532" v="5088" actId="1076"/>
          <ac:grpSpMkLst>
            <pc:docMk/>
            <pc:sldMk cId="1077070475" sldId="632"/>
            <ac:grpSpMk id="49" creationId="{5A923B2A-F2DA-CF0D-6B2E-B346186B60E1}"/>
          </ac:grpSpMkLst>
        </pc:grpChg>
        <pc:grpChg chg="add del mod">
          <ac:chgData name="Nursakirah Ab Rahman Muton" userId="423efa6d-ee54-4a96-bb69-a7d6dc1d7e38" providerId="ADAL" clId="{E5418EA3-ED04-44D7-B695-8570AC1018F6}" dt="2023-11-01T05:49:19.568" v="5100" actId="165"/>
          <ac:grpSpMkLst>
            <pc:docMk/>
            <pc:sldMk cId="1077070475" sldId="632"/>
            <ac:grpSpMk id="50" creationId="{43D4C8BC-DBA2-8BA5-AC1D-F3FB6E4F8301}"/>
          </ac:grpSpMkLst>
        </pc:grpChg>
        <pc:grpChg chg="add mod">
          <ac:chgData name="Nursakirah Ab Rahman Muton" userId="423efa6d-ee54-4a96-bb69-a7d6dc1d7e38" providerId="ADAL" clId="{E5418EA3-ED04-44D7-B695-8570AC1018F6}" dt="2023-11-01T05:49:33.879" v="5104" actId="164"/>
          <ac:grpSpMkLst>
            <pc:docMk/>
            <pc:sldMk cId="1077070475" sldId="632"/>
            <ac:grpSpMk id="56" creationId="{21FF3A5B-9C56-6E49-5399-1F16087603EF}"/>
          </ac:grpSpMkLst>
        </pc:grpChg>
        <pc:cxnChg chg="mod topLvl">
          <ac:chgData name="Nursakirah Ab Rahman Muton" userId="423efa6d-ee54-4a96-bb69-a7d6dc1d7e38" providerId="ADAL" clId="{E5418EA3-ED04-44D7-B695-8570AC1018F6}" dt="2023-11-01T05:42:55.091" v="4984" actId="165"/>
          <ac:cxnSpMkLst>
            <pc:docMk/>
            <pc:sldMk cId="1077070475" sldId="632"/>
            <ac:cxnSpMk id="6" creationId="{257A79E8-E8CD-6CEB-CF66-60E14FFFB991}"/>
          </ac:cxnSpMkLst>
        </pc:cxnChg>
        <pc:cxnChg chg="del mod topLvl">
          <ac:chgData name="Nursakirah Ab Rahman Muton" userId="423efa6d-ee54-4a96-bb69-a7d6dc1d7e38" providerId="ADAL" clId="{E5418EA3-ED04-44D7-B695-8570AC1018F6}" dt="2023-11-01T05:43:00.341" v="4985" actId="478"/>
          <ac:cxnSpMkLst>
            <pc:docMk/>
            <pc:sldMk cId="1077070475" sldId="632"/>
            <ac:cxnSpMk id="7" creationId="{D0D63D05-F427-FBC4-2559-D4BF2E849A51}"/>
          </ac:cxnSpMkLst>
        </pc:cxnChg>
        <pc:cxnChg chg="del mod topLvl">
          <ac:chgData name="Nursakirah Ab Rahman Muton" userId="423efa6d-ee54-4a96-bb69-a7d6dc1d7e38" providerId="ADAL" clId="{E5418EA3-ED04-44D7-B695-8570AC1018F6}" dt="2023-11-01T05:43:01.501" v="4986" actId="478"/>
          <ac:cxnSpMkLst>
            <pc:docMk/>
            <pc:sldMk cId="1077070475" sldId="632"/>
            <ac:cxnSpMk id="8" creationId="{4AD88058-4EF5-7FF0-EA64-0D8E2107B4D5}"/>
          </ac:cxnSpMkLst>
        </pc:cxnChg>
        <pc:cxnChg chg="mod topLvl">
          <ac:chgData name="Nursakirah Ab Rahman Muton" userId="423efa6d-ee54-4a96-bb69-a7d6dc1d7e38" providerId="ADAL" clId="{E5418EA3-ED04-44D7-B695-8570AC1018F6}" dt="2023-11-01T05:42:55.091" v="4984" actId="165"/>
          <ac:cxnSpMkLst>
            <pc:docMk/>
            <pc:sldMk cId="1077070475" sldId="632"/>
            <ac:cxnSpMk id="9" creationId="{E9DEF108-F364-36B8-2998-A17F8D0E80CC}"/>
          </ac:cxnSpMkLst>
        </pc:cxnChg>
        <pc:cxnChg chg="mod topLvl">
          <ac:chgData name="Nursakirah Ab Rahman Muton" userId="423efa6d-ee54-4a96-bb69-a7d6dc1d7e38" providerId="ADAL" clId="{E5418EA3-ED04-44D7-B695-8570AC1018F6}" dt="2023-11-01T05:42:55.091" v="4984" actId="165"/>
          <ac:cxnSpMkLst>
            <pc:docMk/>
            <pc:sldMk cId="1077070475" sldId="632"/>
            <ac:cxnSpMk id="10" creationId="{4594C3DD-F189-0C2D-ECB8-78AE3988C877}"/>
          </ac:cxnSpMkLst>
        </pc:cxnChg>
        <pc:cxnChg chg="mod topLvl">
          <ac:chgData name="Nursakirah Ab Rahman Muton" userId="423efa6d-ee54-4a96-bb69-a7d6dc1d7e38" providerId="ADAL" clId="{E5418EA3-ED04-44D7-B695-8570AC1018F6}" dt="2023-11-01T05:42:55.091" v="4984" actId="165"/>
          <ac:cxnSpMkLst>
            <pc:docMk/>
            <pc:sldMk cId="1077070475" sldId="632"/>
            <ac:cxnSpMk id="11" creationId="{69F4DE3F-C5D7-3856-2CB0-D3692A3C5F74}"/>
          </ac:cxnSpMkLst>
        </pc:cxnChg>
        <pc:cxnChg chg="mod topLvl">
          <ac:chgData name="Nursakirah Ab Rahman Muton" userId="423efa6d-ee54-4a96-bb69-a7d6dc1d7e38" providerId="ADAL" clId="{E5418EA3-ED04-44D7-B695-8570AC1018F6}" dt="2023-11-01T05:43:41.483" v="4996" actId="1076"/>
          <ac:cxnSpMkLst>
            <pc:docMk/>
            <pc:sldMk cId="1077070475" sldId="632"/>
            <ac:cxnSpMk id="12" creationId="{D90D6DEE-41C8-9F41-BFD3-217AFECCD299}"/>
          </ac:cxnSpMkLst>
        </pc:cxnChg>
        <pc:cxnChg chg="mod topLvl">
          <ac:chgData name="Nursakirah Ab Rahman Muton" userId="423efa6d-ee54-4a96-bb69-a7d6dc1d7e38" providerId="ADAL" clId="{E5418EA3-ED04-44D7-B695-8570AC1018F6}" dt="2023-11-01T05:42:55.091" v="4984" actId="165"/>
          <ac:cxnSpMkLst>
            <pc:docMk/>
            <pc:sldMk cId="1077070475" sldId="632"/>
            <ac:cxnSpMk id="13" creationId="{445C722C-5505-E9F8-3A28-5BDB768F33DE}"/>
          </ac:cxnSpMkLst>
        </pc:cxnChg>
        <pc:cxnChg chg="del mod topLvl">
          <ac:chgData name="Nursakirah Ab Rahman Muton" userId="423efa6d-ee54-4a96-bb69-a7d6dc1d7e38" providerId="ADAL" clId="{E5418EA3-ED04-44D7-B695-8570AC1018F6}" dt="2023-11-01T05:43:10.801" v="4988" actId="21"/>
          <ac:cxnSpMkLst>
            <pc:docMk/>
            <pc:sldMk cId="1077070475" sldId="632"/>
            <ac:cxnSpMk id="14" creationId="{208AD1B2-7522-A79E-625F-132E73730AC7}"/>
          </ac:cxnSpMkLst>
        </pc:cxnChg>
        <pc:cxnChg chg="add mod">
          <ac:chgData name="Nursakirah Ab Rahman Muton" userId="423efa6d-ee54-4a96-bb69-a7d6dc1d7e38" providerId="ADAL" clId="{E5418EA3-ED04-44D7-B695-8570AC1018F6}" dt="2023-11-01T05:43:12.097" v="4989"/>
          <ac:cxnSpMkLst>
            <pc:docMk/>
            <pc:sldMk cId="1077070475" sldId="632"/>
            <ac:cxnSpMk id="26" creationId="{CB6391B8-62D9-BB71-471B-D27C5C4778F1}"/>
          </ac:cxnSpMkLst>
        </pc:cxnChg>
        <pc:cxnChg chg="add mod">
          <ac:chgData name="Nursakirah Ab Rahman Muton" userId="423efa6d-ee54-4a96-bb69-a7d6dc1d7e38" providerId="ADAL" clId="{E5418EA3-ED04-44D7-B695-8570AC1018F6}" dt="2023-11-01T05:43:14.783" v="4991" actId="1076"/>
          <ac:cxnSpMkLst>
            <pc:docMk/>
            <pc:sldMk cId="1077070475" sldId="632"/>
            <ac:cxnSpMk id="27" creationId="{1EFB1ACC-6F40-E8FD-3136-340A3865E266}"/>
          </ac:cxnSpMkLst>
        </pc:cxnChg>
        <pc:cxnChg chg="add mod">
          <ac:chgData name="Nursakirah Ab Rahman Muton" userId="423efa6d-ee54-4a96-bb69-a7d6dc1d7e38" providerId="ADAL" clId="{E5418EA3-ED04-44D7-B695-8570AC1018F6}" dt="2023-11-01T05:43:44.230" v="4997" actId="1076"/>
          <ac:cxnSpMkLst>
            <pc:docMk/>
            <pc:sldMk cId="1077070475" sldId="632"/>
            <ac:cxnSpMk id="28" creationId="{2EC2F52D-2218-D4A7-1017-C231ABD579F6}"/>
          </ac:cxnSpMkLst>
        </pc:cxnChg>
        <pc:cxnChg chg="add mod">
          <ac:chgData name="Nursakirah Ab Rahman Muton" userId="423efa6d-ee54-4a96-bb69-a7d6dc1d7e38" providerId="ADAL" clId="{E5418EA3-ED04-44D7-B695-8570AC1018F6}" dt="2023-11-01T05:48:35.844" v="5077" actId="164"/>
          <ac:cxnSpMkLst>
            <pc:docMk/>
            <pc:sldMk cId="1077070475" sldId="632"/>
            <ac:cxnSpMk id="32" creationId="{98C8EF79-3613-05B6-E8E1-1AC53228C901}"/>
          </ac:cxnSpMkLst>
        </pc:cxnChg>
        <pc:cxnChg chg="add mod">
          <ac:chgData name="Nursakirah Ab Rahman Muton" userId="423efa6d-ee54-4a96-bb69-a7d6dc1d7e38" providerId="ADAL" clId="{E5418EA3-ED04-44D7-B695-8570AC1018F6}" dt="2023-11-01T05:48:35.844" v="5077" actId="164"/>
          <ac:cxnSpMkLst>
            <pc:docMk/>
            <pc:sldMk cId="1077070475" sldId="632"/>
            <ac:cxnSpMk id="33" creationId="{84076ED9-2FF7-C045-3B42-B75B38821C9D}"/>
          </ac:cxnSpMkLst>
        </pc:cxnChg>
        <pc:cxnChg chg="add del mod">
          <ac:chgData name="Nursakirah Ab Rahman Muton" userId="423efa6d-ee54-4a96-bb69-a7d6dc1d7e38" providerId="ADAL" clId="{E5418EA3-ED04-44D7-B695-8570AC1018F6}" dt="2023-11-01T05:48:24.901" v="5074" actId="478"/>
          <ac:cxnSpMkLst>
            <pc:docMk/>
            <pc:sldMk cId="1077070475" sldId="632"/>
            <ac:cxnSpMk id="34" creationId="{60551512-7844-A749-E2F5-E0668BC3C1BE}"/>
          </ac:cxnSpMkLst>
        </pc:cxnChg>
        <pc:cxnChg chg="add mod">
          <ac:chgData name="Nursakirah Ab Rahman Muton" userId="423efa6d-ee54-4a96-bb69-a7d6dc1d7e38" providerId="ADAL" clId="{E5418EA3-ED04-44D7-B695-8570AC1018F6}" dt="2023-11-01T05:48:35.844" v="5077" actId="164"/>
          <ac:cxnSpMkLst>
            <pc:docMk/>
            <pc:sldMk cId="1077070475" sldId="632"/>
            <ac:cxnSpMk id="35" creationId="{FFE5D451-8777-17AA-6971-F8E0C8C18FF8}"/>
          </ac:cxnSpMkLst>
        </pc:cxnChg>
        <pc:cxnChg chg="add mod">
          <ac:chgData name="Nursakirah Ab Rahman Muton" userId="423efa6d-ee54-4a96-bb69-a7d6dc1d7e38" providerId="ADAL" clId="{E5418EA3-ED04-44D7-B695-8570AC1018F6}" dt="2023-11-01T05:48:35.844" v="5077" actId="164"/>
          <ac:cxnSpMkLst>
            <pc:docMk/>
            <pc:sldMk cId="1077070475" sldId="632"/>
            <ac:cxnSpMk id="36" creationId="{5B0BDF29-0D81-74AB-5BA8-1FCBFF0DEABD}"/>
          </ac:cxnSpMkLst>
        </pc:cxnChg>
        <pc:cxnChg chg="add mod">
          <ac:chgData name="Nursakirah Ab Rahman Muton" userId="423efa6d-ee54-4a96-bb69-a7d6dc1d7e38" providerId="ADAL" clId="{E5418EA3-ED04-44D7-B695-8570AC1018F6}" dt="2023-11-01T05:48:35.844" v="5077" actId="164"/>
          <ac:cxnSpMkLst>
            <pc:docMk/>
            <pc:sldMk cId="1077070475" sldId="632"/>
            <ac:cxnSpMk id="37" creationId="{D1963F11-0351-0656-0000-1021DD36C069}"/>
          </ac:cxnSpMkLst>
        </pc:cxnChg>
        <pc:cxnChg chg="add mod">
          <ac:chgData name="Nursakirah Ab Rahman Muton" userId="423efa6d-ee54-4a96-bb69-a7d6dc1d7e38" providerId="ADAL" clId="{E5418EA3-ED04-44D7-B695-8570AC1018F6}" dt="2023-11-01T05:48:35.844" v="5077" actId="164"/>
          <ac:cxnSpMkLst>
            <pc:docMk/>
            <pc:sldMk cId="1077070475" sldId="632"/>
            <ac:cxnSpMk id="38" creationId="{2709BAEB-287F-65E1-5439-3E5D46350EC6}"/>
          </ac:cxnSpMkLst>
        </pc:cxnChg>
        <pc:cxnChg chg="add mod">
          <ac:chgData name="Nursakirah Ab Rahman Muton" userId="423efa6d-ee54-4a96-bb69-a7d6dc1d7e38" providerId="ADAL" clId="{E5418EA3-ED04-44D7-B695-8570AC1018F6}" dt="2023-11-01T05:48:35.844" v="5077" actId="164"/>
          <ac:cxnSpMkLst>
            <pc:docMk/>
            <pc:sldMk cId="1077070475" sldId="632"/>
            <ac:cxnSpMk id="39" creationId="{F71247E8-56B2-99CA-C8F7-87078981B1F3}"/>
          </ac:cxnSpMkLst>
        </pc:cxnChg>
        <pc:cxnChg chg="add mod">
          <ac:chgData name="Nursakirah Ab Rahman Muton" userId="423efa6d-ee54-4a96-bb69-a7d6dc1d7e38" providerId="ADAL" clId="{E5418EA3-ED04-44D7-B695-8570AC1018F6}" dt="2023-11-01T05:49:03.475" v="5087" actId="164"/>
          <ac:cxnSpMkLst>
            <pc:docMk/>
            <pc:sldMk cId="1077070475" sldId="632"/>
            <ac:cxnSpMk id="41" creationId="{8D23EC2A-D32F-DC7D-26D2-B3F396241112}"/>
          </ac:cxnSpMkLst>
        </pc:cxnChg>
        <pc:cxnChg chg="add del mod">
          <ac:chgData name="Nursakirah Ab Rahman Muton" userId="423efa6d-ee54-4a96-bb69-a7d6dc1d7e38" providerId="ADAL" clId="{E5418EA3-ED04-44D7-B695-8570AC1018F6}" dt="2023-11-01T05:48:46.372" v="5080" actId="478"/>
          <ac:cxnSpMkLst>
            <pc:docMk/>
            <pc:sldMk cId="1077070475" sldId="632"/>
            <ac:cxnSpMk id="42" creationId="{BE6CD0F3-630E-103A-E60C-DFED0E986CCE}"/>
          </ac:cxnSpMkLst>
        </pc:cxnChg>
        <pc:cxnChg chg="add mod">
          <ac:chgData name="Nursakirah Ab Rahman Muton" userId="423efa6d-ee54-4a96-bb69-a7d6dc1d7e38" providerId="ADAL" clId="{E5418EA3-ED04-44D7-B695-8570AC1018F6}" dt="2023-11-01T05:49:03.475" v="5087" actId="164"/>
          <ac:cxnSpMkLst>
            <pc:docMk/>
            <pc:sldMk cId="1077070475" sldId="632"/>
            <ac:cxnSpMk id="43" creationId="{7E532A1B-504B-5954-4F74-3A08B1B43E86}"/>
          </ac:cxnSpMkLst>
        </pc:cxnChg>
        <pc:cxnChg chg="add mod">
          <ac:chgData name="Nursakirah Ab Rahman Muton" userId="423efa6d-ee54-4a96-bb69-a7d6dc1d7e38" providerId="ADAL" clId="{E5418EA3-ED04-44D7-B695-8570AC1018F6}" dt="2023-11-01T05:49:03.475" v="5087" actId="164"/>
          <ac:cxnSpMkLst>
            <pc:docMk/>
            <pc:sldMk cId="1077070475" sldId="632"/>
            <ac:cxnSpMk id="44" creationId="{D08CDC36-AEFE-E8A5-C37B-244E8D555A9F}"/>
          </ac:cxnSpMkLst>
        </pc:cxnChg>
        <pc:cxnChg chg="add mod">
          <ac:chgData name="Nursakirah Ab Rahman Muton" userId="423efa6d-ee54-4a96-bb69-a7d6dc1d7e38" providerId="ADAL" clId="{E5418EA3-ED04-44D7-B695-8570AC1018F6}" dt="2023-11-01T05:49:03.475" v="5087" actId="164"/>
          <ac:cxnSpMkLst>
            <pc:docMk/>
            <pc:sldMk cId="1077070475" sldId="632"/>
            <ac:cxnSpMk id="45" creationId="{8D2DF6D2-292B-754D-ED22-4916241095F1}"/>
          </ac:cxnSpMkLst>
        </pc:cxnChg>
        <pc:cxnChg chg="add del mod">
          <ac:chgData name="Nursakirah Ab Rahman Muton" userId="423efa6d-ee54-4a96-bb69-a7d6dc1d7e38" providerId="ADAL" clId="{E5418EA3-ED04-44D7-B695-8570AC1018F6}" dt="2023-11-01T05:48:52.954" v="5083" actId="478"/>
          <ac:cxnSpMkLst>
            <pc:docMk/>
            <pc:sldMk cId="1077070475" sldId="632"/>
            <ac:cxnSpMk id="46" creationId="{62716BD4-F795-4836-D768-4678CAF4E558}"/>
          </ac:cxnSpMkLst>
        </pc:cxnChg>
        <pc:cxnChg chg="add del mod">
          <ac:chgData name="Nursakirah Ab Rahman Muton" userId="423efa6d-ee54-4a96-bb69-a7d6dc1d7e38" providerId="ADAL" clId="{E5418EA3-ED04-44D7-B695-8570AC1018F6}" dt="2023-11-01T05:48:53.883" v="5084" actId="478"/>
          <ac:cxnSpMkLst>
            <pc:docMk/>
            <pc:sldMk cId="1077070475" sldId="632"/>
            <ac:cxnSpMk id="47" creationId="{B2DDCB63-F3AB-CEC6-F387-DCD094418F7E}"/>
          </ac:cxnSpMkLst>
        </pc:cxnChg>
        <pc:cxnChg chg="mod topLvl">
          <ac:chgData name="Nursakirah Ab Rahman Muton" userId="423efa6d-ee54-4a96-bb69-a7d6dc1d7e38" providerId="ADAL" clId="{E5418EA3-ED04-44D7-B695-8570AC1018F6}" dt="2023-11-01T05:49:33.879" v="5104" actId="164"/>
          <ac:cxnSpMkLst>
            <pc:docMk/>
            <pc:sldMk cId="1077070475" sldId="632"/>
            <ac:cxnSpMk id="52" creationId="{1E555089-D0B2-53B4-2509-E6581FD4494D}"/>
          </ac:cxnSpMkLst>
        </pc:cxnChg>
        <pc:cxnChg chg="mod topLvl">
          <ac:chgData name="Nursakirah Ab Rahman Muton" userId="423efa6d-ee54-4a96-bb69-a7d6dc1d7e38" providerId="ADAL" clId="{E5418EA3-ED04-44D7-B695-8570AC1018F6}" dt="2023-11-01T05:49:33.879" v="5104" actId="164"/>
          <ac:cxnSpMkLst>
            <pc:docMk/>
            <pc:sldMk cId="1077070475" sldId="632"/>
            <ac:cxnSpMk id="53" creationId="{AEFA13E0-96A3-66D0-1209-F0E086B21207}"/>
          </ac:cxnSpMkLst>
        </pc:cxnChg>
        <pc:cxnChg chg="mod topLvl">
          <ac:chgData name="Nursakirah Ab Rahman Muton" userId="423efa6d-ee54-4a96-bb69-a7d6dc1d7e38" providerId="ADAL" clId="{E5418EA3-ED04-44D7-B695-8570AC1018F6}" dt="2023-11-01T05:49:33.879" v="5104" actId="164"/>
          <ac:cxnSpMkLst>
            <pc:docMk/>
            <pc:sldMk cId="1077070475" sldId="632"/>
            <ac:cxnSpMk id="54" creationId="{EA30C0BD-FA98-442D-7484-07B54F8203DF}"/>
          </ac:cxnSpMkLst>
        </pc:cxnChg>
        <pc:cxnChg chg="mod topLvl">
          <ac:chgData name="Nursakirah Ab Rahman Muton" userId="423efa6d-ee54-4a96-bb69-a7d6dc1d7e38" providerId="ADAL" clId="{E5418EA3-ED04-44D7-B695-8570AC1018F6}" dt="2023-11-01T05:49:33.879" v="5104" actId="164"/>
          <ac:cxnSpMkLst>
            <pc:docMk/>
            <pc:sldMk cId="1077070475" sldId="632"/>
            <ac:cxnSpMk id="55" creationId="{D52DB534-1EA0-9B1E-2BA3-E685560FEB7A}"/>
          </ac:cxnSpMkLst>
        </pc:cxnChg>
      </pc:sldChg>
      <pc:sldChg chg="addSp delSp modSp new mod">
        <pc:chgData name="Nursakirah Ab Rahman Muton" userId="423efa6d-ee54-4a96-bb69-a7d6dc1d7e38" providerId="ADAL" clId="{E5418EA3-ED04-44D7-B695-8570AC1018F6}" dt="2023-11-17T00:47:04.601" v="26990"/>
        <pc:sldMkLst>
          <pc:docMk/>
          <pc:sldMk cId="2728040476" sldId="633"/>
        </pc:sldMkLst>
        <pc:spChg chg="mod">
          <ac:chgData name="Nursakirah Ab Rahman Muton" userId="423efa6d-ee54-4a96-bb69-a7d6dc1d7e38" providerId="ADAL" clId="{E5418EA3-ED04-44D7-B695-8570AC1018F6}" dt="2023-11-01T07:00:59.842" v="5255" actId="20577"/>
          <ac:spMkLst>
            <pc:docMk/>
            <pc:sldMk cId="2728040476" sldId="633"/>
            <ac:spMk id="2" creationId="{6A2CBF3F-4F9A-A11F-34F1-A12B58839821}"/>
          </ac:spMkLst>
        </pc:spChg>
        <pc:spChg chg="mod">
          <ac:chgData name="Nursakirah Ab Rahman Muton" userId="423efa6d-ee54-4a96-bb69-a7d6dc1d7e38" providerId="ADAL" clId="{E5418EA3-ED04-44D7-B695-8570AC1018F6}" dt="2023-11-01T07:01:28.866" v="5259"/>
          <ac:spMkLst>
            <pc:docMk/>
            <pc:sldMk cId="2728040476" sldId="633"/>
            <ac:spMk id="6" creationId="{A6E74834-8CFD-C9DF-CB49-44D37874237C}"/>
          </ac:spMkLst>
        </pc:spChg>
        <pc:grpChg chg="add del mod">
          <ac:chgData name="Nursakirah Ab Rahman Muton" userId="423efa6d-ee54-4a96-bb69-a7d6dc1d7e38" providerId="ADAL" clId="{E5418EA3-ED04-44D7-B695-8570AC1018F6}" dt="2023-11-14T12:45:18.414" v="26447" actId="478"/>
          <ac:grpSpMkLst>
            <pc:docMk/>
            <pc:sldMk cId="2728040476" sldId="633"/>
            <ac:grpSpMk id="5" creationId="{A5CD3537-0474-9504-C8D6-7981901E60AC}"/>
          </ac:grpSpMkLst>
        </pc:grpChg>
        <pc:picChg chg="add mod">
          <ac:chgData name="Nursakirah Ab Rahman Muton" userId="423efa6d-ee54-4a96-bb69-a7d6dc1d7e38" providerId="ADAL" clId="{E5418EA3-ED04-44D7-B695-8570AC1018F6}" dt="2023-11-16T13:23:06.410" v="26888" actId="1076"/>
          <ac:picMkLst>
            <pc:docMk/>
            <pc:sldMk cId="2728040476" sldId="633"/>
            <ac:picMk id="4" creationId="{5923B282-48C7-1406-2C55-334EDBEB18AE}"/>
          </ac:picMkLst>
        </pc:picChg>
        <pc:inkChg chg="add">
          <ac:chgData name="Nursakirah Ab Rahman Muton" userId="423efa6d-ee54-4a96-bb69-a7d6dc1d7e38" providerId="ADAL" clId="{E5418EA3-ED04-44D7-B695-8570AC1018F6}" dt="2023-11-17T00:47:04.601" v="26990"/>
          <ac:inkMkLst>
            <pc:docMk/>
            <pc:sldMk cId="2728040476" sldId="633"/>
            <ac:inkMk id="3" creationId="{BDA0AA7D-6249-B3DC-87DA-7EB179A2FE2C}"/>
          </ac:inkMkLst>
        </pc:inkChg>
        <pc:cxnChg chg="mod">
          <ac:chgData name="Nursakirah Ab Rahman Muton" userId="423efa6d-ee54-4a96-bb69-a7d6dc1d7e38" providerId="ADAL" clId="{E5418EA3-ED04-44D7-B695-8570AC1018F6}" dt="2023-11-01T07:01:28.866" v="5259"/>
          <ac:cxnSpMkLst>
            <pc:docMk/>
            <pc:sldMk cId="2728040476" sldId="633"/>
            <ac:cxnSpMk id="7" creationId="{63EB7DCD-D042-5D72-536D-57D587C8AA1B}"/>
          </ac:cxnSpMkLst>
        </pc:cxnChg>
        <pc:cxnChg chg="mod">
          <ac:chgData name="Nursakirah Ab Rahman Muton" userId="423efa6d-ee54-4a96-bb69-a7d6dc1d7e38" providerId="ADAL" clId="{E5418EA3-ED04-44D7-B695-8570AC1018F6}" dt="2023-11-01T07:01:28.866" v="5259"/>
          <ac:cxnSpMkLst>
            <pc:docMk/>
            <pc:sldMk cId="2728040476" sldId="633"/>
            <ac:cxnSpMk id="8" creationId="{A0902F70-AE1F-4B53-5580-E486A4138996}"/>
          </ac:cxnSpMkLst>
        </pc:cxnChg>
        <pc:cxnChg chg="mod">
          <ac:chgData name="Nursakirah Ab Rahman Muton" userId="423efa6d-ee54-4a96-bb69-a7d6dc1d7e38" providerId="ADAL" clId="{E5418EA3-ED04-44D7-B695-8570AC1018F6}" dt="2023-11-01T07:01:28.866" v="5259"/>
          <ac:cxnSpMkLst>
            <pc:docMk/>
            <pc:sldMk cId="2728040476" sldId="633"/>
            <ac:cxnSpMk id="9" creationId="{0B205E09-C5E5-03CE-71C3-61B9D4F699CE}"/>
          </ac:cxnSpMkLst>
        </pc:cxnChg>
        <pc:cxnChg chg="mod">
          <ac:chgData name="Nursakirah Ab Rahman Muton" userId="423efa6d-ee54-4a96-bb69-a7d6dc1d7e38" providerId="ADAL" clId="{E5418EA3-ED04-44D7-B695-8570AC1018F6}" dt="2023-11-01T07:01:28.866" v="5259"/>
          <ac:cxnSpMkLst>
            <pc:docMk/>
            <pc:sldMk cId="2728040476" sldId="633"/>
            <ac:cxnSpMk id="10" creationId="{90A09D46-AE07-C804-3061-5B6A2F6B8412}"/>
          </ac:cxnSpMkLst>
        </pc:cxnChg>
        <pc:cxnChg chg="mod">
          <ac:chgData name="Nursakirah Ab Rahman Muton" userId="423efa6d-ee54-4a96-bb69-a7d6dc1d7e38" providerId="ADAL" clId="{E5418EA3-ED04-44D7-B695-8570AC1018F6}" dt="2023-11-01T07:01:28.866" v="5259"/>
          <ac:cxnSpMkLst>
            <pc:docMk/>
            <pc:sldMk cId="2728040476" sldId="633"/>
            <ac:cxnSpMk id="11" creationId="{39645531-C9D0-9356-9981-84C965716F60}"/>
          </ac:cxnSpMkLst>
        </pc:cxnChg>
        <pc:cxnChg chg="mod">
          <ac:chgData name="Nursakirah Ab Rahman Muton" userId="423efa6d-ee54-4a96-bb69-a7d6dc1d7e38" providerId="ADAL" clId="{E5418EA3-ED04-44D7-B695-8570AC1018F6}" dt="2023-11-01T07:01:28.866" v="5259"/>
          <ac:cxnSpMkLst>
            <pc:docMk/>
            <pc:sldMk cId="2728040476" sldId="633"/>
            <ac:cxnSpMk id="12" creationId="{DC232E9D-2063-3D8B-CA89-A74EEEDACC7B}"/>
          </ac:cxnSpMkLst>
        </pc:cxnChg>
        <pc:cxnChg chg="mod">
          <ac:chgData name="Nursakirah Ab Rahman Muton" userId="423efa6d-ee54-4a96-bb69-a7d6dc1d7e38" providerId="ADAL" clId="{E5418EA3-ED04-44D7-B695-8570AC1018F6}" dt="2023-11-01T07:01:28.866" v="5259"/>
          <ac:cxnSpMkLst>
            <pc:docMk/>
            <pc:sldMk cId="2728040476" sldId="633"/>
            <ac:cxnSpMk id="13" creationId="{54699269-F032-2289-0AB0-5ACE86A9B383}"/>
          </ac:cxnSpMkLst>
        </pc:cxnChg>
        <pc:cxnChg chg="mod">
          <ac:chgData name="Nursakirah Ab Rahman Muton" userId="423efa6d-ee54-4a96-bb69-a7d6dc1d7e38" providerId="ADAL" clId="{E5418EA3-ED04-44D7-B695-8570AC1018F6}" dt="2023-11-01T07:01:28.866" v="5259"/>
          <ac:cxnSpMkLst>
            <pc:docMk/>
            <pc:sldMk cId="2728040476" sldId="633"/>
            <ac:cxnSpMk id="14" creationId="{07955F4A-E0D8-6827-4F80-C93361FBE094}"/>
          </ac:cxnSpMkLst>
        </pc:cxnChg>
        <pc:cxnChg chg="mod">
          <ac:chgData name="Nursakirah Ab Rahman Muton" userId="423efa6d-ee54-4a96-bb69-a7d6dc1d7e38" providerId="ADAL" clId="{E5418EA3-ED04-44D7-B695-8570AC1018F6}" dt="2023-11-01T07:01:28.866" v="5259"/>
          <ac:cxnSpMkLst>
            <pc:docMk/>
            <pc:sldMk cId="2728040476" sldId="633"/>
            <ac:cxnSpMk id="15" creationId="{48589F39-4E17-E539-9802-F0E0C2266ED5}"/>
          </ac:cxnSpMkLst>
        </pc:cxnChg>
        <pc:cxnChg chg="mod">
          <ac:chgData name="Nursakirah Ab Rahman Muton" userId="423efa6d-ee54-4a96-bb69-a7d6dc1d7e38" providerId="ADAL" clId="{E5418EA3-ED04-44D7-B695-8570AC1018F6}" dt="2023-11-01T07:01:28.866" v="5259"/>
          <ac:cxnSpMkLst>
            <pc:docMk/>
            <pc:sldMk cId="2728040476" sldId="633"/>
            <ac:cxnSpMk id="16" creationId="{997087E7-3EA4-FB1F-C749-F9784DA8612A}"/>
          </ac:cxnSpMkLst>
        </pc:cxnChg>
        <pc:cxnChg chg="mod">
          <ac:chgData name="Nursakirah Ab Rahman Muton" userId="423efa6d-ee54-4a96-bb69-a7d6dc1d7e38" providerId="ADAL" clId="{E5418EA3-ED04-44D7-B695-8570AC1018F6}" dt="2023-11-01T07:01:28.866" v="5259"/>
          <ac:cxnSpMkLst>
            <pc:docMk/>
            <pc:sldMk cId="2728040476" sldId="633"/>
            <ac:cxnSpMk id="17" creationId="{D7EF43D6-CB1C-2554-58B5-22E2DF69B778}"/>
          </ac:cxnSpMkLst>
        </pc:cxnChg>
        <pc:cxnChg chg="mod">
          <ac:chgData name="Nursakirah Ab Rahman Muton" userId="423efa6d-ee54-4a96-bb69-a7d6dc1d7e38" providerId="ADAL" clId="{E5418EA3-ED04-44D7-B695-8570AC1018F6}" dt="2023-11-01T07:01:28.866" v="5259"/>
          <ac:cxnSpMkLst>
            <pc:docMk/>
            <pc:sldMk cId="2728040476" sldId="633"/>
            <ac:cxnSpMk id="18" creationId="{8FB4CE7E-47AA-9BF4-83C3-F7332857FD8F}"/>
          </ac:cxnSpMkLst>
        </pc:cxnChg>
        <pc:cxnChg chg="mod">
          <ac:chgData name="Nursakirah Ab Rahman Muton" userId="423efa6d-ee54-4a96-bb69-a7d6dc1d7e38" providerId="ADAL" clId="{E5418EA3-ED04-44D7-B695-8570AC1018F6}" dt="2023-11-01T07:01:28.866" v="5259"/>
          <ac:cxnSpMkLst>
            <pc:docMk/>
            <pc:sldMk cId="2728040476" sldId="633"/>
            <ac:cxnSpMk id="19" creationId="{6F983F02-FE65-96FF-730D-B65EF92D2BEA}"/>
          </ac:cxnSpMkLst>
        </pc:cxnChg>
      </pc:sldChg>
      <pc:sldChg chg="addSp delSp modSp new mod modNotesTx">
        <pc:chgData name="Nursakirah Ab Rahman Muton" userId="423efa6d-ee54-4a96-bb69-a7d6dc1d7e38" providerId="ADAL" clId="{E5418EA3-ED04-44D7-B695-8570AC1018F6}" dt="2023-11-17T00:47:04.601" v="26990"/>
        <pc:sldMkLst>
          <pc:docMk/>
          <pc:sldMk cId="3098049587" sldId="634"/>
        </pc:sldMkLst>
        <pc:spChg chg="mod">
          <ac:chgData name="Nursakirah Ab Rahman Muton" userId="423efa6d-ee54-4a96-bb69-a7d6dc1d7e38" providerId="ADAL" clId="{E5418EA3-ED04-44D7-B695-8570AC1018F6}" dt="2023-11-01T08:42:42.427" v="5387" actId="27636"/>
          <ac:spMkLst>
            <pc:docMk/>
            <pc:sldMk cId="3098049587" sldId="634"/>
            <ac:spMk id="2" creationId="{1D858007-EF2A-F50B-8738-BA88CB7B02B9}"/>
          </ac:spMkLst>
        </pc:spChg>
        <pc:spChg chg="del">
          <ac:chgData name="Nursakirah Ab Rahman Muton" userId="423efa6d-ee54-4a96-bb69-a7d6dc1d7e38" providerId="ADAL" clId="{E5418EA3-ED04-44D7-B695-8570AC1018F6}" dt="2023-11-01T08:45:40.530" v="5388" actId="478"/>
          <ac:spMkLst>
            <pc:docMk/>
            <pc:sldMk cId="3098049587" sldId="634"/>
            <ac:spMk id="3" creationId="{1D643544-5EC0-B56D-119A-3EAA27A8AE6F}"/>
          </ac:spMkLst>
        </pc:spChg>
        <pc:picChg chg="add mod">
          <ac:chgData name="Nursakirah Ab Rahman Muton" userId="423efa6d-ee54-4a96-bb69-a7d6dc1d7e38" providerId="ADAL" clId="{E5418EA3-ED04-44D7-B695-8570AC1018F6}" dt="2023-11-01T08:45:44.601" v="5390" actId="1076"/>
          <ac:picMkLst>
            <pc:docMk/>
            <pc:sldMk cId="3098049587" sldId="634"/>
            <ac:picMk id="5" creationId="{771F043D-0D11-44FA-9E3E-5F436B5802E5}"/>
          </ac:picMkLst>
        </pc:picChg>
        <pc:picChg chg="add mod modCrop">
          <ac:chgData name="Nursakirah Ab Rahman Muton" userId="423efa6d-ee54-4a96-bb69-a7d6dc1d7e38" providerId="ADAL" clId="{E5418EA3-ED04-44D7-B695-8570AC1018F6}" dt="2023-11-01T08:46:36.897" v="5399" actId="1076"/>
          <ac:picMkLst>
            <pc:docMk/>
            <pc:sldMk cId="3098049587" sldId="634"/>
            <ac:picMk id="7" creationId="{F0FEC14C-304F-0650-0CA2-F9C8ABD590D7}"/>
          </ac:picMkLst>
        </pc:picChg>
        <pc:picChg chg="add mod">
          <ac:chgData name="Nursakirah Ab Rahman Muton" userId="423efa6d-ee54-4a96-bb69-a7d6dc1d7e38" providerId="ADAL" clId="{E5418EA3-ED04-44D7-B695-8570AC1018F6}" dt="2023-11-01T08:46:39.042" v="5400" actId="1076"/>
          <ac:picMkLst>
            <pc:docMk/>
            <pc:sldMk cId="3098049587" sldId="634"/>
            <ac:picMk id="9" creationId="{030D9331-50EE-4045-D86D-323B0CFCE494}"/>
          </ac:picMkLst>
        </pc:picChg>
        <pc:picChg chg="add mod">
          <ac:chgData name="Nursakirah Ab Rahman Muton" userId="423efa6d-ee54-4a96-bb69-a7d6dc1d7e38" providerId="ADAL" clId="{E5418EA3-ED04-44D7-B695-8570AC1018F6}" dt="2023-11-01T08:46:41.503" v="5401" actId="1076"/>
          <ac:picMkLst>
            <pc:docMk/>
            <pc:sldMk cId="3098049587" sldId="634"/>
            <ac:picMk id="11" creationId="{D2E12EF3-3550-F7FA-F22D-08369471D825}"/>
          </ac:picMkLst>
        </pc:picChg>
        <pc:inkChg chg="add">
          <ac:chgData name="Nursakirah Ab Rahman Muton" userId="423efa6d-ee54-4a96-bb69-a7d6dc1d7e38" providerId="ADAL" clId="{E5418EA3-ED04-44D7-B695-8570AC1018F6}" dt="2023-11-17T00:47:04.601" v="26990"/>
          <ac:inkMkLst>
            <pc:docMk/>
            <pc:sldMk cId="3098049587" sldId="634"/>
            <ac:inkMk id="3" creationId="{60041755-1D45-47EF-4CCB-3355B5B99391}"/>
          </ac:inkMkLst>
        </pc:inkChg>
      </pc:sldChg>
      <pc:sldChg chg="addSp delSp modSp new mod modClrScheme chgLayout">
        <pc:chgData name="Nursakirah Ab Rahman Muton" userId="423efa6d-ee54-4a96-bb69-a7d6dc1d7e38" providerId="ADAL" clId="{E5418EA3-ED04-44D7-B695-8570AC1018F6}" dt="2023-11-13T10:07:17.573" v="16082" actId="478"/>
        <pc:sldMkLst>
          <pc:docMk/>
          <pc:sldMk cId="993444699" sldId="635"/>
        </pc:sldMkLst>
        <pc:spChg chg="add mod">
          <ac:chgData name="Nursakirah Ab Rahman Muton" userId="423efa6d-ee54-4a96-bb69-a7d6dc1d7e38" providerId="ADAL" clId="{E5418EA3-ED04-44D7-B695-8570AC1018F6}" dt="2023-11-13T10:05:54.143" v="16067" actId="207"/>
          <ac:spMkLst>
            <pc:docMk/>
            <pc:sldMk cId="993444699" sldId="635"/>
            <ac:spMk id="2" creationId="{173B43C4-C030-8791-3961-97FAFEDCFBFB}"/>
          </ac:spMkLst>
        </pc:spChg>
        <pc:spChg chg="del">
          <ac:chgData name="Nursakirah Ab Rahman Muton" userId="423efa6d-ee54-4a96-bb69-a7d6dc1d7e38" providerId="ADAL" clId="{E5418EA3-ED04-44D7-B695-8570AC1018F6}" dt="2023-11-01T09:47:32.833" v="5512" actId="700"/>
          <ac:spMkLst>
            <pc:docMk/>
            <pc:sldMk cId="993444699" sldId="635"/>
            <ac:spMk id="2" creationId="{76B245B1-C6AC-BB57-17FD-506D59E42720}"/>
          </ac:spMkLst>
        </pc:spChg>
        <pc:spChg chg="add mod">
          <ac:chgData name="Nursakirah Ab Rahman Muton" userId="423efa6d-ee54-4a96-bb69-a7d6dc1d7e38" providerId="ADAL" clId="{E5418EA3-ED04-44D7-B695-8570AC1018F6}" dt="2023-11-13T10:06:01.045" v="16069" actId="1076"/>
          <ac:spMkLst>
            <pc:docMk/>
            <pc:sldMk cId="993444699" sldId="635"/>
            <ac:spMk id="3" creationId="{1A569D00-7615-5E85-B142-40C4B412712B}"/>
          </ac:spMkLst>
        </pc:spChg>
        <pc:spChg chg="del">
          <ac:chgData name="Nursakirah Ab Rahman Muton" userId="423efa6d-ee54-4a96-bb69-a7d6dc1d7e38" providerId="ADAL" clId="{E5418EA3-ED04-44D7-B695-8570AC1018F6}" dt="2023-11-01T09:47:32.833" v="5512" actId="700"/>
          <ac:spMkLst>
            <pc:docMk/>
            <pc:sldMk cId="993444699" sldId="635"/>
            <ac:spMk id="3" creationId="{384186CF-F13A-5BAB-863D-28ECF51C298A}"/>
          </ac:spMkLst>
        </pc:spChg>
        <pc:spChg chg="add mod">
          <ac:chgData name="Nursakirah Ab Rahman Muton" userId="423efa6d-ee54-4a96-bb69-a7d6dc1d7e38" providerId="ADAL" clId="{E5418EA3-ED04-44D7-B695-8570AC1018F6}" dt="2023-11-13T10:06:06.015" v="16071" actId="1076"/>
          <ac:spMkLst>
            <pc:docMk/>
            <pc:sldMk cId="993444699" sldId="635"/>
            <ac:spMk id="4" creationId="{C3A008B1-FE39-CE98-32E4-8C1812DFBCB2}"/>
          </ac:spMkLst>
        </pc:spChg>
        <pc:spChg chg="add mod">
          <ac:chgData name="Nursakirah Ab Rahman Muton" userId="423efa6d-ee54-4a96-bb69-a7d6dc1d7e38" providerId="ADAL" clId="{E5418EA3-ED04-44D7-B695-8570AC1018F6}" dt="2023-11-01T09:52:17.543" v="5530" actId="1076"/>
          <ac:spMkLst>
            <pc:docMk/>
            <pc:sldMk cId="993444699" sldId="635"/>
            <ac:spMk id="7" creationId="{7BC4C6EF-7D77-14D3-5958-15C398AE63B7}"/>
          </ac:spMkLst>
        </pc:spChg>
        <pc:spChg chg="add mod">
          <ac:chgData name="Nursakirah Ab Rahman Muton" userId="423efa6d-ee54-4a96-bb69-a7d6dc1d7e38" providerId="ADAL" clId="{E5418EA3-ED04-44D7-B695-8570AC1018F6}" dt="2023-11-01T09:52:17.543" v="5530" actId="1076"/>
          <ac:spMkLst>
            <pc:docMk/>
            <pc:sldMk cId="993444699" sldId="635"/>
            <ac:spMk id="8" creationId="{F517FFAB-C1B2-BE08-A3C8-7DC43F90ADEE}"/>
          </ac:spMkLst>
        </pc:spChg>
        <pc:spChg chg="add mod">
          <ac:chgData name="Nursakirah Ab Rahman Muton" userId="423efa6d-ee54-4a96-bb69-a7d6dc1d7e38" providerId="ADAL" clId="{E5418EA3-ED04-44D7-B695-8570AC1018F6}" dt="2023-11-01T09:52:33.956" v="5535" actId="1076"/>
          <ac:spMkLst>
            <pc:docMk/>
            <pc:sldMk cId="993444699" sldId="635"/>
            <ac:spMk id="9" creationId="{33D03DAB-B147-2D09-D038-D697841BD4A2}"/>
          </ac:spMkLst>
        </pc:spChg>
        <pc:spChg chg="add mod">
          <ac:chgData name="Nursakirah Ab Rahman Muton" userId="423efa6d-ee54-4a96-bb69-a7d6dc1d7e38" providerId="ADAL" clId="{E5418EA3-ED04-44D7-B695-8570AC1018F6}" dt="2023-11-01T09:52:39.143" v="5538" actId="20577"/>
          <ac:spMkLst>
            <pc:docMk/>
            <pc:sldMk cId="993444699" sldId="635"/>
            <ac:spMk id="10" creationId="{880E28DF-FDAE-F664-D62F-352F99935E0D}"/>
          </ac:spMkLst>
        </pc:spChg>
        <pc:spChg chg="add mod">
          <ac:chgData name="Nursakirah Ab Rahman Muton" userId="423efa6d-ee54-4a96-bb69-a7d6dc1d7e38" providerId="ADAL" clId="{E5418EA3-ED04-44D7-B695-8570AC1018F6}" dt="2023-11-01T09:55:32.828" v="5640" actId="164"/>
          <ac:spMkLst>
            <pc:docMk/>
            <pc:sldMk cId="993444699" sldId="635"/>
            <ac:spMk id="11" creationId="{4BCFD4F2-57B1-F38F-624E-CECA5209EFBD}"/>
          </ac:spMkLst>
        </pc:spChg>
        <pc:spChg chg="add mod">
          <ac:chgData name="Nursakirah Ab Rahman Muton" userId="423efa6d-ee54-4a96-bb69-a7d6dc1d7e38" providerId="ADAL" clId="{E5418EA3-ED04-44D7-B695-8570AC1018F6}" dt="2023-11-13T10:06:37.622" v="16076" actId="14100"/>
          <ac:spMkLst>
            <pc:docMk/>
            <pc:sldMk cId="993444699" sldId="635"/>
            <ac:spMk id="12" creationId="{56D439C7-39FD-5D68-52F1-4CF910F5DD9A}"/>
          </ac:spMkLst>
        </pc:spChg>
        <pc:spChg chg="add mod">
          <ac:chgData name="Nursakirah Ab Rahman Muton" userId="423efa6d-ee54-4a96-bb69-a7d6dc1d7e38" providerId="ADAL" clId="{E5418EA3-ED04-44D7-B695-8570AC1018F6}" dt="2023-11-01T09:55:32.828" v="5640" actId="164"/>
          <ac:spMkLst>
            <pc:docMk/>
            <pc:sldMk cId="993444699" sldId="635"/>
            <ac:spMk id="17" creationId="{52CF48D6-87F3-5C79-40C4-44930CD5BC48}"/>
          </ac:spMkLst>
        </pc:spChg>
        <pc:spChg chg="add mod">
          <ac:chgData name="Nursakirah Ab Rahman Muton" userId="423efa6d-ee54-4a96-bb69-a7d6dc1d7e38" providerId="ADAL" clId="{E5418EA3-ED04-44D7-B695-8570AC1018F6}" dt="2023-11-01T09:55:32.828" v="5640" actId="164"/>
          <ac:spMkLst>
            <pc:docMk/>
            <pc:sldMk cId="993444699" sldId="635"/>
            <ac:spMk id="21" creationId="{630879BD-85B8-D698-7D72-D4740487D827}"/>
          </ac:spMkLst>
        </pc:spChg>
        <pc:spChg chg="add mod">
          <ac:chgData name="Nursakirah Ab Rahman Muton" userId="423efa6d-ee54-4a96-bb69-a7d6dc1d7e38" providerId="ADAL" clId="{E5418EA3-ED04-44D7-B695-8570AC1018F6}" dt="2023-11-01T09:55:32.828" v="5640" actId="164"/>
          <ac:spMkLst>
            <pc:docMk/>
            <pc:sldMk cId="993444699" sldId="635"/>
            <ac:spMk id="25" creationId="{9269802F-302E-382D-163D-1549CE4ED1A5}"/>
          </ac:spMkLst>
        </pc:spChg>
        <pc:spChg chg="add mod">
          <ac:chgData name="Nursakirah Ab Rahman Muton" userId="423efa6d-ee54-4a96-bb69-a7d6dc1d7e38" providerId="ADAL" clId="{E5418EA3-ED04-44D7-B695-8570AC1018F6}" dt="2023-11-13T10:06:48.987" v="16078" actId="1076"/>
          <ac:spMkLst>
            <pc:docMk/>
            <pc:sldMk cId="993444699" sldId="635"/>
            <ac:spMk id="29" creationId="{423B8786-D4D5-57A5-E81A-BE575AC9A213}"/>
          </ac:spMkLst>
        </pc:spChg>
        <pc:spChg chg="add mod">
          <ac:chgData name="Nursakirah Ab Rahman Muton" userId="423efa6d-ee54-4a96-bb69-a7d6dc1d7e38" providerId="ADAL" clId="{E5418EA3-ED04-44D7-B695-8570AC1018F6}" dt="2023-11-13T10:06:48.987" v="16078" actId="1076"/>
          <ac:spMkLst>
            <pc:docMk/>
            <pc:sldMk cId="993444699" sldId="635"/>
            <ac:spMk id="30" creationId="{81A50E64-9BF7-1267-7922-0E05EB6C48E2}"/>
          </ac:spMkLst>
        </pc:spChg>
        <pc:spChg chg="add mod">
          <ac:chgData name="Nursakirah Ab Rahman Muton" userId="423efa6d-ee54-4a96-bb69-a7d6dc1d7e38" providerId="ADAL" clId="{E5418EA3-ED04-44D7-B695-8570AC1018F6}" dt="2023-11-13T10:06:48.987" v="16078" actId="1076"/>
          <ac:spMkLst>
            <pc:docMk/>
            <pc:sldMk cId="993444699" sldId="635"/>
            <ac:spMk id="31" creationId="{F14D3675-DCD5-32A6-3DAB-CB956BA0043D}"/>
          </ac:spMkLst>
        </pc:spChg>
        <pc:spChg chg="add mod">
          <ac:chgData name="Nursakirah Ab Rahman Muton" userId="423efa6d-ee54-4a96-bb69-a7d6dc1d7e38" providerId="ADAL" clId="{E5418EA3-ED04-44D7-B695-8570AC1018F6}" dt="2023-11-13T10:06:48.987" v="16078" actId="1076"/>
          <ac:spMkLst>
            <pc:docMk/>
            <pc:sldMk cId="993444699" sldId="635"/>
            <ac:spMk id="32" creationId="{F85EC57D-811E-888F-E69A-9CD7805AD95C}"/>
          </ac:spMkLst>
        </pc:spChg>
        <pc:spChg chg="add mod">
          <ac:chgData name="Nursakirah Ab Rahman Muton" userId="423efa6d-ee54-4a96-bb69-a7d6dc1d7e38" providerId="ADAL" clId="{E5418EA3-ED04-44D7-B695-8570AC1018F6}" dt="2023-11-13T10:06:52.982" v="16079" actId="14100"/>
          <ac:spMkLst>
            <pc:docMk/>
            <pc:sldMk cId="993444699" sldId="635"/>
            <ac:spMk id="33" creationId="{FDCA6539-05FF-8BE2-6949-7A00868BA65F}"/>
          </ac:spMkLst>
        </pc:spChg>
        <pc:spChg chg="add mod">
          <ac:chgData name="Nursakirah Ab Rahman Muton" userId="423efa6d-ee54-4a96-bb69-a7d6dc1d7e38" providerId="ADAL" clId="{E5418EA3-ED04-44D7-B695-8570AC1018F6}" dt="2023-11-13T10:06:57.882" v="16081" actId="1076"/>
          <ac:spMkLst>
            <pc:docMk/>
            <pc:sldMk cId="993444699" sldId="635"/>
            <ac:spMk id="34" creationId="{05F9729A-4D40-A358-198F-F7924B8E207C}"/>
          </ac:spMkLst>
        </pc:spChg>
        <pc:grpChg chg="add mod">
          <ac:chgData name="Nursakirah Ab Rahman Muton" userId="423efa6d-ee54-4a96-bb69-a7d6dc1d7e38" providerId="ADAL" clId="{E5418EA3-ED04-44D7-B695-8570AC1018F6}" dt="2023-11-13T10:06:21.526" v="16072" actId="1076"/>
          <ac:grpSpMkLst>
            <pc:docMk/>
            <pc:sldMk cId="993444699" sldId="635"/>
            <ac:grpSpMk id="28" creationId="{BB0A6DB8-8CDD-99F6-3C00-DB8BFF0175E4}"/>
          </ac:grpSpMkLst>
        </pc:grpChg>
        <pc:picChg chg="add mod">
          <ac:chgData name="Nursakirah Ab Rahman Muton" userId="423efa6d-ee54-4a96-bb69-a7d6dc1d7e38" providerId="ADAL" clId="{E5418EA3-ED04-44D7-B695-8570AC1018F6}" dt="2023-11-01T09:51:02.047" v="5517" actId="1076"/>
          <ac:picMkLst>
            <pc:docMk/>
            <pc:sldMk cId="993444699" sldId="635"/>
            <ac:picMk id="5" creationId="{97EF5022-BB26-E78F-4BC4-CFC05547B30C}"/>
          </ac:picMkLst>
        </pc:picChg>
        <pc:picChg chg="add mod modCrop">
          <ac:chgData name="Nursakirah Ab Rahman Muton" userId="423efa6d-ee54-4a96-bb69-a7d6dc1d7e38" providerId="ADAL" clId="{E5418EA3-ED04-44D7-B695-8570AC1018F6}" dt="2023-11-01T09:52:17.543" v="5530" actId="1076"/>
          <ac:picMkLst>
            <pc:docMk/>
            <pc:sldMk cId="993444699" sldId="635"/>
            <ac:picMk id="6" creationId="{3D57BCAF-6055-DDFA-AFBD-6C498C487F30}"/>
          </ac:picMkLst>
        </pc:picChg>
        <pc:picChg chg="add mod">
          <ac:chgData name="Nursakirah Ab Rahman Muton" userId="423efa6d-ee54-4a96-bb69-a7d6dc1d7e38" providerId="ADAL" clId="{E5418EA3-ED04-44D7-B695-8570AC1018F6}" dt="2023-11-13T10:06:48.987" v="16078" actId="1076"/>
          <ac:picMkLst>
            <pc:docMk/>
            <pc:sldMk cId="993444699" sldId="635"/>
            <ac:picMk id="20" creationId="{2643A29D-393D-8CEC-90BD-1CD31CBC3EFF}"/>
          </ac:picMkLst>
        </pc:picChg>
        <pc:cxnChg chg="add mod">
          <ac:chgData name="Nursakirah Ab Rahman Muton" userId="423efa6d-ee54-4a96-bb69-a7d6dc1d7e38" providerId="ADAL" clId="{E5418EA3-ED04-44D7-B695-8570AC1018F6}" dt="2023-11-01T09:55:32.828" v="5640" actId="164"/>
          <ac:cxnSpMkLst>
            <pc:docMk/>
            <pc:sldMk cId="993444699" sldId="635"/>
            <ac:cxnSpMk id="13" creationId="{C6938325-050D-0000-16B5-B12E33175F6E}"/>
          </ac:cxnSpMkLst>
        </pc:cxnChg>
        <pc:cxnChg chg="add mod">
          <ac:chgData name="Nursakirah Ab Rahman Muton" userId="423efa6d-ee54-4a96-bb69-a7d6dc1d7e38" providerId="ADAL" clId="{E5418EA3-ED04-44D7-B695-8570AC1018F6}" dt="2023-11-01T09:55:32.828" v="5640" actId="164"/>
          <ac:cxnSpMkLst>
            <pc:docMk/>
            <pc:sldMk cId="993444699" sldId="635"/>
            <ac:cxnSpMk id="14" creationId="{1460EA1F-6BE6-014F-32B7-4EA46DF5DC65}"/>
          </ac:cxnSpMkLst>
        </pc:cxnChg>
        <pc:cxnChg chg="add mod">
          <ac:chgData name="Nursakirah Ab Rahman Muton" userId="423efa6d-ee54-4a96-bb69-a7d6dc1d7e38" providerId="ADAL" clId="{E5418EA3-ED04-44D7-B695-8570AC1018F6}" dt="2023-11-01T09:55:32.828" v="5640" actId="164"/>
          <ac:cxnSpMkLst>
            <pc:docMk/>
            <pc:sldMk cId="993444699" sldId="635"/>
            <ac:cxnSpMk id="15" creationId="{5098CED0-4E84-2DED-8780-E3A918699DD3}"/>
          </ac:cxnSpMkLst>
        </pc:cxnChg>
        <pc:cxnChg chg="add mod">
          <ac:chgData name="Nursakirah Ab Rahman Muton" userId="423efa6d-ee54-4a96-bb69-a7d6dc1d7e38" providerId="ADAL" clId="{E5418EA3-ED04-44D7-B695-8570AC1018F6}" dt="2023-11-01T09:55:32.828" v="5640" actId="164"/>
          <ac:cxnSpMkLst>
            <pc:docMk/>
            <pc:sldMk cId="993444699" sldId="635"/>
            <ac:cxnSpMk id="16" creationId="{C2273F7A-D117-5A3E-462C-5AD7806BB933}"/>
          </ac:cxnSpMkLst>
        </pc:cxnChg>
        <pc:cxnChg chg="add mod">
          <ac:chgData name="Nursakirah Ab Rahman Muton" userId="423efa6d-ee54-4a96-bb69-a7d6dc1d7e38" providerId="ADAL" clId="{E5418EA3-ED04-44D7-B695-8570AC1018F6}" dt="2023-11-01T09:55:32.828" v="5640" actId="164"/>
          <ac:cxnSpMkLst>
            <pc:docMk/>
            <pc:sldMk cId="993444699" sldId="635"/>
            <ac:cxnSpMk id="18" creationId="{6BA9A722-A6A3-C418-424D-9F8995F2BFAE}"/>
          </ac:cxnSpMkLst>
        </pc:cxnChg>
        <pc:cxnChg chg="add mod">
          <ac:chgData name="Nursakirah Ab Rahman Muton" userId="423efa6d-ee54-4a96-bb69-a7d6dc1d7e38" providerId="ADAL" clId="{E5418EA3-ED04-44D7-B695-8570AC1018F6}" dt="2023-11-01T09:55:32.828" v="5640" actId="164"/>
          <ac:cxnSpMkLst>
            <pc:docMk/>
            <pc:sldMk cId="993444699" sldId="635"/>
            <ac:cxnSpMk id="19" creationId="{F13A6926-3606-BBE2-9E13-825720A8E321}"/>
          </ac:cxnSpMkLst>
        </pc:cxnChg>
        <pc:cxnChg chg="add del mod">
          <ac:chgData name="Nursakirah Ab Rahman Muton" userId="423efa6d-ee54-4a96-bb69-a7d6dc1d7e38" providerId="ADAL" clId="{E5418EA3-ED04-44D7-B695-8570AC1018F6}" dt="2023-11-01T09:55:29.258" v="5639" actId="478"/>
          <ac:cxnSpMkLst>
            <pc:docMk/>
            <pc:sldMk cId="993444699" sldId="635"/>
            <ac:cxnSpMk id="20" creationId="{F2595691-9EDF-D803-7F62-981B05E95052}"/>
          </ac:cxnSpMkLst>
        </pc:cxnChg>
        <pc:cxnChg chg="add mod">
          <ac:chgData name="Nursakirah Ab Rahman Muton" userId="423efa6d-ee54-4a96-bb69-a7d6dc1d7e38" providerId="ADAL" clId="{E5418EA3-ED04-44D7-B695-8570AC1018F6}" dt="2023-11-01T09:55:32.828" v="5640" actId="164"/>
          <ac:cxnSpMkLst>
            <pc:docMk/>
            <pc:sldMk cId="993444699" sldId="635"/>
            <ac:cxnSpMk id="22" creationId="{B794643F-0572-07E7-7501-4AFE35BAF992}"/>
          </ac:cxnSpMkLst>
        </pc:cxnChg>
        <pc:cxnChg chg="add mod">
          <ac:chgData name="Nursakirah Ab Rahman Muton" userId="423efa6d-ee54-4a96-bb69-a7d6dc1d7e38" providerId="ADAL" clId="{E5418EA3-ED04-44D7-B695-8570AC1018F6}" dt="2023-11-01T09:55:32.828" v="5640" actId="164"/>
          <ac:cxnSpMkLst>
            <pc:docMk/>
            <pc:sldMk cId="993444699" sldId="635"/>
            <ac:cxnSpMk id="23" creationId="{54123894-FE87-A4AE-C590-6BB18AB2032D}"/>
          </ac:cxnSpMkLst>
        </pc:cxnChg>
        <pc:cxnChg chg="add mod">
          <ac:chgData name="Nursakirah Ab Rahman Muton" userId="423efa6d-ee54-4a96-bb69-a7d6dc1d7e38" providerId="ADAL" clId="{E5418EA3-ED04-44D7-B695-8570AC1018F6}" dt="2023-11-01T09:55:32.828" v="5640" actId="164"/>
          <ac:cxnSpMkLst>
            <pc:docMk/>
            <pc:sldMk cId="993444699" sldId="635"/>
            <ac:cxnSpMk id="24" creationId="{E5E26B66-3471-3092-875B-F0B38FDE06E9}"/>
          </ac:cxnSpMkLst>
        </pc:cxnChg>
        <pc:cxnChg chg="add del mod">
          <ac:chgData name="Nursakirah Ab Rahman Muton" userId="423efa6d-ee54-4a96-bb69-a7d6dc1d7e38" providerId="ADAL" clId="{E5418EA3-ED04-44D7-B695-8570AC1018F6}" dt="2023-11-13T10:07:17.573" v="16082" actId="478"/>
          <ac:cxnSpMkLst>
            <pc:docMk/>
            <pc:sldMk cId="993444699" sldId="635"/>
            <ac:cxnSpMk id="26" creationId="{C3BCA930-C781-5C42-D99B-272E7A576374}"/>
          </ac:cxnSpMkLst>
        </pc:cxnChg>
        <pc:cxnChg chg="add mod">
          <ac:chgData name="Nursakirah Ab Rahman Muton" userId="423efa6d-ee54-4a96-bb69-a7d6dc1d7e38" providerId="ADAL" clId="{E5418EA3-ED04-44D7-B695-8570AC1018F6}" dt="2023-11-01T09:55:32.828" v="5640" actId="164"/>
          <ac:cxnSpMkLst>
            <pc:docMk/>
            <pc:sldMk cId="993444699" sldId="635"/>
            <ac:cxnSpMk id="27" creationId="{7D29C361-1028-E07D-BC28-102B1FBF97C3}"/>
          </ac:cxnSpMkLst>
        </pc:cxnChg>
      </pc:sldChg>
      <pc:sldChg chg="addSp delSp modSp new mod modNotesTx">
        <pc:chgData name="Nursakirah Ab Rahman Muton" userId="423efa6d-ee54-4a96-bb69-a7d6dc1d7e38" providerId="ADAL" clId="{E5418EA3-ED04-44D7-B695-8570AC1018F6}" dt="2023-11-17T01:55:05.548" v="26991"/>
        <pc:sldMkLst>
          <pc:docMk/>
          <pc:sldMk cId="670992597" sldId="636"/>
        </pc:sldMkLst>
        <pc:spChg chg="add mod">
          <ac:chgData name="Nursakirah Ab Rahman Muton" userId="423efa6d-ee54-4a96-bb69-a7d6dc1d7e38" providerId="ADAL" clId="{E5418EA3-ED04-44D7-B695-8570AC1018F6}" dt="2023-11-01T09:59:39.946" v="5703" actId="1036"/>
          <ac:spMkLst>
            <pc:docMk/>
            <pc:sldMk cId="670992597" sldId="636"/>
            <ac:spMk id="4" creationId="{4CC7946D-C9EB-6781-3FB1-4A947BA42A08}"/>
          </ac:spMkLst>
        </pc:spChg>
        <pc:spChg chg="add mod">
          <ac:chgData name="Nursakirah Ab Rahman Muton" userId="423efa6d-ee54-4a96-bb69-a7d6dc1d7e38" providerId="ADAL" clId="{E5418EA3-ED04-44D7-B695-8570AC1018F6}" dt="2023-11-01T09:59:39.946" v="5703" actId="1036"/>
          <ac:spMkLst>
            <pc:docMk/>
            <pc:sldMk cId="670992597" sldId="636"/>
            <ac:spMk id="5" creationId="{9E2AF773-A450-D805-1620-0B0118EDCB79}"/>
          </ac:spMkLst>
        </pc:spChg>
        <pc:spChg chg="add mod">
          <ac:chgData name="Nursakirah Ab Rahman Muton" userId="423efa6d-ee54-4a96-bb69-a7d6dc1d7e38" providerId="ADAL" clId="{E5418EA3-ED04-44D7-B695-8570AC1018F6}" dt="2023-11-01T09:59:39.946" v="5703" actId="1036"/>
          <ac:spMkLst>
            <pc:docMk/>
            <pc:sldMk cId="670992597" sldId="636"/>
            <ac:spMk id="6" creationId="{93F0B996-AAA4-1471-34DB-8684FB6E95BF}"/>
          </ac:spMkLst>
        </pc:spChg>
        <pc:spChg chg="add mod">
          <ac:chgData name="Nursakirah Ab Rahman Muton" userId="423efa6d-ee54-4a96-bb69-a7d6dc1d7e38" providerId="ADAL" clId="{E5418EA3-ED04-44D7-B695-8570AC1018F6}" dt="2023-11-01T09:59:39.946" v="5703" actId="1036"/>
          <ac:spMkLst>
            <pc:docMk/>
            <pc:sldMk cId="670992597" sldId="636"/>
            <ac:spMk id="7" creationId="{289639D1-B12E-4ACD-85C6-341A61E8CAFA}"/>
          </ac:spMkLst>
        </pc:spChg>
        <pc:spChg chg="add del mod">
          <ac:chgData name="Nursakirah Ab Rahman Muton" userId="423efa6d-ee54-4a96-bb69-a7d6dc1d7e38" providerId="ADAL" clId="{E5418EA3-ED04-44D7-B695-8570AC1018F6}" dt="2023-11-13T10:07:38.841" v="16083" actId="478"/>
          <ac:spMkLst>
            <pc:docMk/>
            <pc:sldMk cId="670992597" sldId="636"/>
            <ac:spMk id="9" creationId="{33C2EDDB-1B81-12D6-9D9F-12884D747091}"/>
          </ac:spMkLst>
        </pc:spChg>
        <pc:spChg chg="add del mod">
          <ac:chgData name="Nursakirah Ab Rahman Muton" userId="423efa6d-ee54-4a96-bb69-a7d6dc1d7e38" providerId="ADAL" clId="{E5418EA3-ED04-44D7-B695-8570AC1018F6}" dt="2023-11-13T10:07:38.841" v="16083" actId="478"/>
          <ac:spMkLst>
            <pc:docMk/>
            <pc:sldMk cId="670992597" sldId="636"/>
            <ac:spMk id="10" creationId="{C2169D8E-D601-63B6-4446-D15B447459FC}"/>
          </ac:spMkLst>
        </pc:spChg>
        <pc:spChg chg="add del mod">
          <ac:chgData name="Nursakirah Ab Rahman Muton" userId="423efa6d-ee54-4a96-bb69-a7d6dc1d7e38" providerId="ADAL" clId="{E5418EA3-ED04-44D7-B695-8570AC1018F6}" dt="2023-11-13T10:07:38.841" v="16083" actId="478"/>
          <ac:spMkLst>
            <pc:docMk/>
            <pc:sldMk cId="670992597" sldId="636"/>
            <ac:spMk id="11" creationId="{EBC87D8A-B53E-CD0E-DF8A-4A3A870EDB37}"/>
          </ac:spMkLst>
        </pc:spChg>
        <pc:spChg chg="add mod">
          <ac:chgData name="Nursakirah Ab Rahman Muton" userId="423efa6d-ee54-4a96-bb69-a7d6dc1d7e38" providerId="ADAL" clId="{E5418EA3-ED04-44D7-B695-8570AC1018F6}" dt="2023-11-13T10:07:46.095" v="16086" actId="14100"/>
          <ac:spMkLst>
            <pc:docMk/>
            <pc:sldMk cId="670992597" sldId="636"/>
            <ac:spMk id="12" creationId="{3BF1414D-D157-28FB-50B4-EB9C96FE47C4}"/>
          </ac:spMkLst>
        </pc:spChg>
        <pc:spChg chg="add mod">
          <ac:chgData name="Nursakirah Ab Rahman Muton" userId="423efa6d-ee54-4a96-bb69-a7d6dc1d7e38" providerId="ADAL" clId="{E5418EA3-ED04-44D7-B695-8570AC1018F6}" dt="2023-11-13T10:07:50.792" v="16088" actId="1076"/>
          <ac:spMkLst>
            <pc:docMk/>
            <pc:sldMk cId="670992597" sldId="636"/>
            <ac:spMk id="13" creationId="{9926BF7B-DF5A-CE81-B50F-2CD8F1AC8FD3}"/>
          </ac:spMkLst>
        </pc:spChg>
        <pc:spChg chg="add mod">
          <ac:chgData name="Nursakirah Ab Rahman Muton" userId="423efa6d-ee54-4a96-bb69-a7d6dc1d7e38" providerId="ADAL" clId="{E5418EA3-ED04-44D7-B695-8570AC1018F6}" dt="2023-11-13T10:07:54.396" v="16090" actId="1076"/>
          <ac:spMkLst>
            <pc:docMk/>
            <pc:sldMk cId="670992597" sldId="636"/>
            <ac:spMk id="14" creationId="{801BD1F3-0C08-E657-612E-902769C3239F}"/>
          </ac:spMkLst>
        </pc:spChg>
        <pc:graphicFrameChg chg="add mod modGraphic">
          <ac:chgData name="Nursakirah Ab Rahman Muton" userId="423efa6d-ee54-4a96-bb69-a7d6dc1d7e38" providerId="ADAL" clId="{E5418EA3-ED04-44D7-B695-8570AC1018F6}" dt="2023-11-01T10:02:54.914" v="5724"/>
          <ac:graphicFrameMkLst>
            <pc:docMk/>
            <pc:sldMk cId="670992597" sldId="636"/>
            <ac:graphicFrameMk id="3" creationId="{E380927B-D629-5864-A52A-7ED9B2D2B214}"/>
          </ac:graphicFrameMkLst>
        </pc:graphicFrameChg>
        <pc:picChg chg="add mod modCrop">
          <ac:chgData name="Nursakirah Ab Rahman Muton" userId="423efa6d-ee54-4a96-bb69-a7d6dc1d7e38" providerId="ADAL" clId="{E5418EA3-ED04-44D7-B695-8570AC1018F6}" dt="2023-11-01T10:01:50.562" v="5714" actId="1076"/>
          <ac:picMkLst>
            <pc:docMk/>
            <pc:sldMk cId="670992597" sldId="636"/>
            <ac:picMk id="2" creationId="{39D6E0B8-4247-15F0-D1E6-F98CDFB2DEEF}"/>
          </ac:picMkLst>
        </pc:picChg>
        <pc:picChg chg="add mod">
          <ac:chgData name="Nursakirah Ab Rahman Muton" userId="423efa6d-ee54-4a96-bb69-a7d6dc1d7e38" providerId="ADAL" clId="{E5418EA3-ED04-44D7-B695-8570AC1018F6}" dt="2023-11-01T09:59:43.403" v="5704" actId="1076"/>
          <ac:picMkLst>
            <pc:docMk/>
            <pc:sldMk cId="670992597" sldId="636"/>
            <ac:picMk id="8" creationId="{617EE3FC-8AD9-3CED-6469-BD802C7C746D}"/>
          </ac:picMkLst>
        </pc:picChg>
        <pc:inkChg chg="add">
          <ac:chgData name="Nursakirah Ab Rahman Muton" userId="423efa6d-ee54-4a96-bb69-a7d6dc1d7e38" providerId="ADAL" clId="{E5418EA3-ED04-44D7-B695-8570AC1018F6}" dt="2023-11-17T01:55:05.548" v="26991"/>
          <ac:inkMkLst>
            <pc:docMk/>
            <pc:sldMk cId="670992597" sldId="636"/>
            <ac:inkMk id="9" creationId="{FCE2D443-4B06-7946-A571-1D9548946D26}"/>
          </ac:inkMkLst>
        </pc:inkChg>
      </pc:sldChg>
      <pc:sldChg chg="addSp delSp modSp new mod">
        <pc:chgData name="Nursakirah Ab Rahman Muton" userId="423efa6d-ee54-4a96-bb69-a7d6dc1d7e38" providerId="ADAL" clId="{E5418EA3-ED04-44D7-B695-8570AC1018F6}" dt="2023-11-17T01:55:05.548" v="26991"/>
        <pc:sldMkLst>
          <pc:docMk/>
          <pc:sldMk cId="782917239" sldId="637"/>
        </pc:sldMkLst>
        <pc:spChg chg="add mod ord">
          <ac:chgData name="Nursakirah Ab Rahman Muton" userId="423efa6d-ee54-4a96-bb69-a7d6dc1d7e38" providerId="ADAL" clId="{E5418EA3-ED04-44D7-B695-8570AC1018F6}" dt="2023-11-01T10:06:25.515" v="5751" actId="166"/>
          <ac:spMkLst>
            <pc:docMk/>
            <pc:sldMk cId="782917239" sldId="637"/>
            <ac:spMk id="5" creationId="{29F46948-591A-F862-25A7-2CFF63F21078}"/>
          </ac:spMkLst>
        </pc:spChg>
        <pc:spChg chg="add mod">
          <ac:chgData name="Nursakirah Ab Rahman Muton" userId="423efa6d-ee54-4a96-bb69-a7d6dc1d7e38" providerId="ADAL" clId="{E5418EA3-ED04-44D7-B695-8570AC1018F6}" dt="2023-11-01T10:12:34.160" v="5829" actId="1076"/>
          <ac:spMkLst>
            <pc:docMk/>
            <pc:sldMk cId="782917239" sldId="637"/>
            <ac:spMk id="6" creationId="{550AFAC8-BD4E-3DA4-0ADB-CA0540B1F3DB}"/>
          </ac:spMkLst>
        </pc:spChg>
        <pc:spChg chg="add mod">
          <ac:chgData name="Nursakirah Ab Rahman Muton" userId="423efa6d-ee54-4a96-bb69-a7d6dc1d7e38" providerId="ADAL" clId="{E5418EA3-ED04-44D7-B695-8570AC1018F6}" dt="2023-11-01T10:12:34.160" v="5829" actId="1076"/>
          <ac:spMkLst>
            <pc:docMk/>
            <pc:sldMk cId="782917239" sldId="637"/>
            <ac:spMk id="7" creationId="{3FBA174B-0701-1E29-122B-7BC1E25E60B6}"/>
          </ac:spMkLst>
        </pc:spChg>
        <pc:spChg chg="add mod">
          <ac:chgData name="Nursakirah Ab Rahman Muton" userId="423efa6d-ee54-4a96-bb69-a7d6dc1d7e38" providerId="ADAL" clId="{E5418EA3-ED04-44D7-B695-8570AC1018F6}" dt="2023-11-01T10:12:13.733" v="5828" actId="164"/>
          <ac:spMkLst>
            <pc:docMk/>
            <pc:sldMk cId="782917239" sldId="637"/>
            <ac:spMk id="8" creationId="{B810793C-34A6-43DE-F234-3DB8E9221707}"/>
          </ac:spMkLst>
        </pc:spChg>
        <pc:spChg chg="add del">
          <ac:chgData name="Nursakirah Ab Rahman Muton" userId="423efa6d-ee54-4a96-bb69-a7d6dc1d7e38" providerId="ADAL" clId="{E5418EA3-ED04-44D7-B695-8570AC1018F6}" dt="2023-11-01T10:11:22.380" v="5822" actId="478"/>
          <ac:spMkLst>
            <pc:docMk/>
            <pc:sldMk cId="782917239" sldId="637"/>
            <ac:spMk id="11" creationId="{956A5D78-7945-8354-05DB-B49135C9B01C}"/>
          </ac:spMkLst>
        </pc:spChg>
        <pc:spChg chg="add mod">
          <ac:chgData name="Nursakirah Ab Rahman Muton" userId="423efa6d-ee54-4a96-bb69-a7d6dc1d7e38" providerId="ADAL" clId="{E5418EA3-ED04-44D7-B695-8570AC1018F6}" dt="2023-11-13T10:10:05.499" v="16093" actId="1076"/>
          <ac:spMkLst>
            <pc:docMk/>
            <pc:sldMk cId="782917239" sldId="637"/>
            <ac:spMk id="16" creationId="{26BB57E1-E6B5-1A22-D21A-FE731D5EA3D7}"/>
          </ac:spMkLst>
        </pc:spChg>
        <pc:spChg chg="add mod">
          <ac:chgData name="Nursakirah Ab Rahman Muton" userId="423efa6d-ee54-4a96-bb69-a7d6dc1d7e38" providerId="ADAL" clId="{E5418EA3-ED04-44D7-B695-8570AC1018F6}" dt="2023-11-01T10:15:03.027" v="5849" actId="164"/>
          <ac:spMkLst>
            <pc:docMk/>
            <pc:sldMk cId="782917239" sldId="637"/>
            <ac:spMk id="17" creationId="{81E81E42-231C-EAA2-8890-7FE72262E440}"/>
          </ac:spMkLst>
        </pc:spChg>
        <pc:spChg chg="mod">
          <ac:chgData name="Nursakirah Ab Rahman Muton" userId="423efa6d-ee54-4a96-bb69-a7d6dc1d7e38" providerId="ADAL" clId="{E5418EA3-ED04-44D7-B695-8570AC1018F6}" dt="2023-11-01T10:15:25.734" v="5853" actId="20577"/>
          <ac:spMkLst>
            <pc:docMk/>
            <pc:sldMk cId="782917239" sldId="637"/>
            <ac:spMk id="21" creationId="{D6375A9B-39F1-FB87-4BDB-E625F7088F5E}"/>
          </ac:spMkLst>
        </pc:spChg>
        <pc:spChg chg="mod topLvl">
          <ac:chgData name="Nursakirah Ab Rahman Muton" userId="423efa6d-ee54-4a96-bb69-a7d6dc1d7e38" providerId="ADAL" clId="{E5418EA3-ED04-44D7-B695-8570AC1018F6}" dt="2023-11-13T10:10:13.203" v="16095" actId="1076"/>
          <ac:spMkLst>
            <pc:docMk/>
            <pc:sldMk cId="782917239" sldId="637"/>
            <ac:spMk id="24" creationId="{99F35BA9-EE76-FFAB-1A34-03CB8B45F9C5}"/>
          </ac:spMkLst>
        </pc:spChg>
        <pc:grpChg chg="add mod">
          <ac:chgData name="Nursakirah Ab Rahman Muton" userId="423efa6d-ee54-4a96-bb69-a7d6dc1d7e38" providerId="ADAL" clId="{E5418EA3-ED04-44D7-B695-8570AC1018F6}" dt="2023-11-01T10:12:13.733" v="5828" actId="164"/>
          <ac:grpSpMkLst>
            <pc:docMk/>
            <pc:sldMk cId="782917239" sldId="637"/>
            <ac:grpSpMk id="15" creationId="{CEF71469-9799-B234-B79C-883BECF5D0F9}"/>
          </ac:grpSpMkLst>
        </pc:grpChg>
        <pc:grpChg chg="add mod">
          <ac:chgData name="Nursakirah Ab Rahman Muton" userId="423efa6d-ee54-4a96-bb69-a7d6dc1d7e38" providerId="ADAL" clId="{E5418EA3-ED04-44D7-B695-8570AC1018F6}" dt="2023-11-13T10:10:17.883" v="16096" actId="1076"/>
          <ac:grpSpMkLst>
            <pc:docMk/>
            <pc:sldMk cId="782917239" sldId="637"/>
            <ac:grpSpMk id="19" creationId="{4ED2721C-F5D7-4E9C-AEBF-E998B788AE09}"/>
          </ac:grpSpMkLst>
        </pc:grpChg>
        <pc:grpChg chg="add mod">
          <ac:chgData name="Nursakirah Ab Rahman Muton" userId="423efa6d-ee54-4a96-bb69-a7d6dc1d7e38" providerId="ADAL" clId="{E5418EA3-ED04-44D7-B695-8570AC1018F6}" dt="2023-11-13T10:09:59.630" v="16092" actId="1076"/>
          <ac:grpSpMkLst>
            <pc:docMk/>
            <pc:sldMk cId="782917239" sldId="637"/>
            <ac:grpSpMk id="20" creationId="{C898FDFB-11CF-1B51-65CA-2A8A1C04AC51}"/>
          </ac:grpSpMkLst>
        </pc:grpChg>
        <pc:grpChg chg="add del mod">
          <ac:chgData name="Nursakirah Ab Rahman Muton" userId="423efa6d-ee54-4a96-bb69-a7d6dc1d7e38" providerId="ADAL" clId="{E5418EA3-ED04-44D7-B695-8570AC1018F6}" dt="2023-11-01T10:15:32.353" v="5856" actId="478"/>
          <ac:grpSpMkLst>
            <pc:docMk/>
            <pc:sldMk cId="782917239" sldId="637"/>
            <ac:grpSpMk id="23" creationId="{9CE64FB9-D577-366B-E228-BC193EA1411C}"/>
          </ac:grpSpMkLst>
        </pc:grpChg>
        <pc:graphicFrameChg chg="add mod modGraphic">
          <ac:chgData name="Nursakirah Ab Rahman Muton" userId="423efa6d-ee54-4a96-bb69-a7d6dc1d7e38" providerId="ADAL" clId="{E5418EA3-ED04-44D7-B695-8570AC1018F6}" dt="2023-11-01T10:12:43.659" v="5832" actId="2165"/>
          <ac:graphicFrameMkLst>
            <pc:docMk/>
            <pc:sldMk cId="782917239" sldId="637"/>
            <ac:graphicFrameMk id="3" creationId="{D0A0F654-D2F0-FF4F-F44B-FCB5A3269150}"/>
          </ac:graphicFrameMkLst>
        </pc:graphicFrameChg>
        <pc:graphicFrameChg chg="add mod modGraphic">
          <ac:chgData name="Nursakirah Ab Rahman Muton" userId="423efa6d-ee54-4a96-bb69-a7d6dc1d7e38" providerId="ADAL" clId="{E5418EA3-ED04-44D7-B695-8570AC1018F6}" dt="2023-11-01T10:10:25.289" v="5803" actId="207"/>
          <ac:graphicFrameMkLst>
            <pc:docMk/>
            <pc:sldMk cId="782917239" sldId="637"/>
            <ac:graphicFrameMk id="4" creationId="{F7B9C065-3C9F-4107-F426-6A7ED3C4CFAF}"/>
          </ac:graphicFrameMkLst>
        </pc:graphicFrameChg>
        <pc:picChg chg="add mod">
          <ac:chgData name="Nursakirah Ab Rahman Muton" userId="423efa6d-ee54-4a96-bb69-a7d6dc1d7e38" providerId="ADAL" clId="{E5418EA3-ED04-44D7-B695-8570AC1018F6}" dt="2023-11-01T10:04:59.937" v="5728" actId="1076"/>
          <ac:picMkLst>
            <pc:docMk/>
            <pc:sldMk cId="782917239" sldId="637"/>
            <ac:picMk id="2" creationId="{C377BFB4-0B8A-EF25-3D91-C9864FAE9F2B}"/>
          </ac:picMkLst>
        </pc:picChg>
        <pc:inkChg chg="add">
          <ac:chgData name="Nursakirah Ab Rahman Muton" userId="423efa6d-ee54-4a96-bb69-a7d6dc1d7e38" providerId="ADAL" clId="{E5418EA3-ED04-44D7-B695-8570AC1018F6}" dt="2023-11-17T01:55:05.548" v="26991"/>
          <ac:inkMkLst>
            <pc:docMk/>
            <pc:sldMk cId="782917239" sldId="637"/>
            <ac:inkMk id="9" creationId="{054D228D-26FE-3155-8800-BB636A3FA885}"/>
          </ac:inkMkLst>
        </pc:inkChg>
        <pc:cxnChg chg="add del mod">
          <ac:chgData name="Nursakirah Ab Rahman Muton" userId="423efa6d-ee54-4a96-bb69-a7d6dc1d7e38" providerId="ADAL" clId="{E5418EA3-ED04-44D7-B695-8570AC1018F6}" dt="2023-11-01T10:11:14.636" v="5820" actId="11529"/>
          <ac:cxnSpMkLst>
            <pc:docMk/>
            <pc:sldMk cId="782917239" sldId="637"/>
            <ac:cxnSpMk id="10" creationId="{2DCA82E9-2D1E-8F69-209A-4A5A9C0E7D3B}"/>
          </ac:cxnSpMkLst>
        </pc:cxnChg>
        <pc:cxnChg chg="add mod">
          <ac:chgData name="Nursakirah Ab Rahman Muton" userId="423efa6d-ee54-4a96-bb69-a7d6dc1d7e38" providerId="ADAL" clId="{E5418EA3-ED04-44D7-B695-8570AC1018F6}" dt="2023-11-01T10:12:13.733" v="5828" actId="164"/>
          <ac:cxnSpMkLst>
            <pc:docMk/>
            <pc:sldMk cId="782917239" sldId="637"/>
            <ac:cxnSpMk id="13" creationId="{BB33D2A0-A466-5701-8A6E-C1AF1946DA21}"/>
          </ac:cxnSpMkLst>
        </pc:cxnChg>
        <pc:cxnChg chg="add mod">
          <ac:chgData name="Nursakirah Ab Rahman Muton" userId="423efa6d-ee54-4a96-bb69-a7d6dc1d7e38" providerId="ADAL" clId="{E5418EA3-ED04-44D7-B695-8570AC1018F6}" dt="2023-11-01T10:12:13.733" v="5828" actId="164"/>
          <ac:cxnSpMkLst>
            <pc:docMk/>
            <pc:sldMk cId="782917239" sldId="637"/>
            <ac:cxnSpMk id="14" creationId="{C77F0EA9-F3FE-0404-3A9E-D564DC1C3786}"/>
          </ac:cxnSpMkLst>
        </pc:cxnChg>
        <pc:cxnChg chg="add mod">
          <ac:chgData name="Nursakirah Ab Rahman Muton" userId="423efa6d-ee54-4a96-bb69-a7d6dc1d7e38" providerId="ADAL" clId="{E5418EA3-ED04-44D7-B695-8570AC1018F6}" dt="2023-11-01T10:15:03.027" v="5849" actId="164"/>
          <ac:cxnSpMkLst>
            <pc:docMk/>
            <pc:sldMk cId="782917239" sldId="637"/>
            <ac:cxnSpMk id="18" creationId="{404A8C70-5A38-E638-631C-338902593F01}"/>
          </ac:cxnSpMkLst>
        </pc:cxnChg>
        <pc:cxnChg chg="mod">
          <ac:chgData name="Nursakirah Ab Rahman Muton" userId="423efa6d-ee54-4a96-bb69-a7d6dc1d7e38" providerId="ADAL" clId="{E5418EA3-ED04-44D7-B695-8570AC1018F6}" dt="2023-11-01T10:15:19.397" v="5851"/>
          <ac:cxnSpMkLst>
            <pc:docMk/>
            <pc:sldMk cId="782917239" sldId="637"/>
            <ac:cxnSpMk id="22" creationId="{D77B670C-4E4B-59C4-12A8-C318976BD7BA}"/>
          </ac:cxnSpMkLst>
        </pc:cxnChg>
        <pc:cxnChg chg="del mod topLvl">
          <ac:chgData name="Nursakirah Ab Rahman Muton" userId="423efa6d-ee54-4a96-bb69-a7d6dc1d7e38" providerId="ADAL" clId="{E5418EA3-ED04-44D7-B695-8570AC1018F6}" dt="2023-11-01T10:15:32.353" v="5856" actId="478"/>
          <ac:cxnSpMkLst>
            <pc:docMk/>
            <pc:sldMk cId="782917239" sldId="637"/>
            <ac:cxnSpMk id="25" creationId="{5985A9F3-79DB-09FC-4DE5-911919CEAE4D}"/>
          </ac:cxnSpMkLst>
        </pc:cxnChg>
      </pc:sldChg>
      <pc:sldChg chg="add del">
        <pc:chgData name="Nursakirah Ab Rahman Muton" userId="423efa6d-ee54-4a96-bb69-a7d6dc1d7e38" providerId="ADAL" clId="{E5418EA3-ED04-44D7-B695-8570AC1018F6}" dt="2023-11-01T09:56:49.661" v="5653"/>
        <pc:sldMkLst>
          <pc:docMk/>
          <pc:sldMk cId="2013666892" sldId="637"/>
        </pc:sldMkLst>
      </pc:sldChg>
      <pc:sldChg chg="addSp delSp modSp add del mod">
        <pc:chgData name="Nursakirah Ab Rahman Muton" userId="423efa6d-ee54-4a96-bb69-a7d6dc1d7e38" providerId="ADAL" clId="{E5418EA3-ED04-44D7-B695-8570AC1018F6}" dt="2023-11-13T10:40:50.891" v="17200" actId="47"/>
        <pc:sldMkLst>
          <pc:docMk/>
          <pc:sldMk cId="3047095097" sldId="638"/>
        </pc:sldMkLst>
        <pc:spChg chg="mod">
          <ac:chgData name="Nursakirah Ab Rahman Muton" userId="423efa6d-ee54-4a96-bb69-a7d6dc1d7e38" providerId="ADAL" clId="{E5418EA3-ED04-44D7-B695-8570AC1018F6}" dt="2023-11-01T10:16:08.428" v="5862" actId="20577"/>
          <ac:spMkLst>
            <pc:docMk/>
            <pc:sldMk cId="3047095097" sldId="638"/>
            <ac:spMk id="8" creationId="{B810793C-34A6-43DE-F234-3DB8E9221707}"/>
          </ac:spMkLst>
        </pc:spChg>
        <pc:spChg chg="del mod topLvl">
          <ac:chgData name="Nursakirah Ab Rahman Muton" userId="423efa6d-ee54-4a96-bb69-a7d6dc1d7e38" providerId="ADAL" clId="{E5418EA3-ED04-44D7-B695-8570AC1018F6}" dt="2023-11-13T10:39:16.725" v="17197" actId="478"/>
          <ac:spMkLst>
            <pc:docMk/>
            <pc:sldMk cId="3047095097" sldId="638"/>
            <ac:spMk id="12" creationId="{E82982FF-EE41-051D-E858-AFD0F3687DFC}"/>
          </ac:spMkLst>
        </pc:spChg>
        <pc:spChg chg="mod">
          <ac:chgData name="Nursakirah Ab Rahman Muton" userId="423efa6d-ee54-4a96-bb69-a7d6dc1d7e38" providerId="ADAL" clId="{E5418EA3-ED04-44D7-B695-8570AC1018F6}" dt="2023-11-13T10:10:42.854" v="16100" actId="1076"/>
          <ac:spMkLst>
            <pc:docMk/>
            <pc:sldMk cId="3047095097" sldId="638"/>
            <ac:spMk id="16" creationId="{26BB57E1-E6B5-1A22-D21A-FE731D5EA3D7}"/>
          </ac:spMkLst>
        </pc:spChg>
        <pc:spChg chg="mod">
          <ac:chgData name="Nursakirah Ab Rahman Muton" userId="423efa6d-ee54-4a96-bb69-a7d6dc1d7e38" providerId="ADAL" clId="{E5418EA3-ED04-44D7-B695-8570AC1018F6}" dt="2023-11-13T10:10:33.873" v="16098" actId="1076"/>
          <ac:spMkLst>
            <pc:docMk/>
            <pc:sldMk cId="3047095097" sldId="638"/>
            <ac:spMk id="24" creationId="{99F35BA9-EE76-FFAB-1A34-03CB8B45F9C5}"/>
          </ac:spMkLst>
        </pc:spChg>
        <pc:spChg chg="mod">
          <ac:chgData name="Nursakirah Ab Rahman Muton" userId="423efa6d-ee54-4a96-bb69-a7d6dc1d7e38" providerId="ADAL" clId="{E5418EA3-ED04-44D7-B695-8570AC1018F6}" dt="2023-11-01T10:16:27.791" v="5869"/>
          <ac:spMkLst>
            <pc:docMk/>
            <pc:sldMk cId="3047095097" sldId="638"/>
            <ac:spMk id="26" creationId="{6D89A891-1D17-378D-85C1-C636E7D2C28B}"/>
          </ac:spMkLst>
        </pc:spChg>
        <pc:grpChg chg="add del mod">
          <ac:chgData name="Nursakirah Ab Rahman Muton" userId="423efa6d-ee54-4a96-bb69-a7d6dc1d7e38" providerId="ADAL" clId="{E5418EA3-ED04-44D7-B695-8570AC1018F6}" dt="2023-11-13T10:39:16.725" v="17197" actId="478"/>
          <ac:grpSpMkLst>
            <pc:docMk/>
            <pc:sldMk cId="3047095097" sldId="638"/>
            <ac:grpSpMk id="11" creationId="{48CBC3E9-0E84-D3D3-7551-8E1EAC017AD6}"/>
          </ac:grpSpMkLst>
        </pc:grpChg>
        <pc:grpChg chg="mod">
          <ac:chgData name="Nursakirah Ab Rahman Muton" userId="423efa6d-ee54-4a96-bb69-a7d6dc1d7e38" providerId="ADAL" clId="{E5418EA3-ED04-44D7-B695-8570AC1018F6}" dt="2023-11-13T10:10:47.694" v="16101" actId="1076"/>
          <ac:grpSpMkLst>
            <pc:docMk/>
            <pc:sldMk cId="3047095097" sldId="638"/>
            <ac:grpSpMk id="19" creationId="{4ED2721C-F5D7-4E9C-AEBF-E998B788AE09}"/>
          </ac:grpSpMkLst>
        </pc:grpChg>
        <pc:grpChg chg="mod">
          <ac:chgData name="Nursakirah Ab Rahman Muton" userId="423efa6d-ee54-4a96-bb69-a7d6dc1d7e38" providerId="ADAL" clId="{E5418EA3-ED04-44D7-B695-8570AC1018F6}" dt="2023-11-13T10:10:38.821" v="16099" actId="1076"/>
          <ac:grpSpMkLst>
            <pc:docMk/>
            <pc:sldMk cId="3047095097" sldId="638"/>
            <ac:grpSpMk id="20" creationId="{C898FDFB-11CF-1B51-65CA-2A8A1C04AC51}"/>
          </ac:grpSpMkLst>
        </pc:grpChg>
        <pc:grpChg chg="add del mod">
          <ac:chgData name="Nursakirah Ab Rahman Muton" userId="423efa6d-ee54-4a96-bb69-a7d6dc1d7e38" providerId="ADAL" clId="{E5418EA3-ED04-44D7-B695-8570AC1018F6}" dt="2023-11-13T10:39:19.961" v="17199" actId="478"/>
          <ac:grpSpMkLst>
            <pc:docMk/>
            <pc:sldMk cId="3047095097" sldId="638"/>
            <ac:grpSpMk id="25" creationId="{DF782BD6-FDC9-92F5-7BDB-8158A2AA5FC5}"/>
          </ac:grpSpMkLst>
        </pc:grpChg>
        <pc:graphicFrameChg chg="modGraphic">
          <ac:chgData name="Nursakirah Ab Rahman Muton" userId="423efa6d-ee54-4a96-bb69-a7d6dc1d7e38" providerId="ADAL" clId="{E5418EA3-ED04-44D7-B695-8570AC1018F6}" dt="2023-11-13T10:39:11.830" v="17196" actId="20577"/>
          <ac:graphicFrameMkLst>
            <pc:docMk/>
            <pc:sldMk cId="3047095097" sldId="638"/>
            <ac:graphicFrameMk id="3" creationId="{D0A0F654-D2F0-FF4F-F44B-FCB5A3269150}"/>
          </ac:graphicFrameMkLst>
        </pc:graphicFrameChg>
        <pc:cxnChg chg="add mod">
          <ac:chgData name="Nursakirah Ab Rahman Muton" userId="423efa6d-ee54-4a96-bb69-a7d6dc1d7e38" providerId="ADAL" clId="{E5418EA3-ED04-44D7-B695-8570AC1018F6}" dt="2023-11-01T10:16:14.815" v="5864" actId="1076"/>
          <ac:cxnSpMkLst>
            <pc:docMk/>
            <pc:sldMk cId="3047095097" sldId="638"/>
            <ac:cxnSpMk id="9" creationId="{1BC82BDA-3FCF-5CE2-A75A-2A0B7BD30050}"/>
          </ac:cxnSpMkLst>
        </pc:cxnChg>
        <pc:cxnChg chg="add mod">
          <ac:chgData name="Nursakirah Ab Rahman Muton" userId="423efa6d-ee54-4a96-bb69-a7d6dc1d7e38" providerId="ADAL" clId="{E5418EA3-ED04-44D7-B695-8570AC1018F6}" dt="2023-11-01T10:16:19.210" v="5866" actId="1076"/>
          <ac:cxnSpMkLst>
            <pc:docMk/>
            <pc:sldMk cId="3047095097" sldId="638"/>
            <ac:cxnSpMk id="10" creationId="{A5526022-3F24-D788-DD90-C8864E012C8B}"/>
          </ac:cxnSpMkLst>
        </pc:cxnChg>
        <pc:cxnChg chg="del mod topLvl">
          <ac:chgData name="Nursakirah Ab Rahman Muton" userId="423efa6d-ee54-4a96-bb69-a7d6dc1d7e38" providerId="ADAL" clId="{E5418EA3-ED04-44D7-B695-8570AC1018F6}" dt="2023-11-13T10:39:19.064" v="17198" actId="478"/>
          <ac:cxnSpMkLst>
            <pc:docMk/>
            <pc:sldMk cId="3047095097" sldId="638"/>
            <ac:cxnSpMk id="23" creationId="{1ED7727B-5C88-EC51-1927-1A1291080EE4}"/>
          </ac:cxnSpMkLst>
        </pc:cxnChg>
        <pc:cxnChg chg="mod">
          <ac:chgData name="Nursakirah Ab Rahman Muton" userId="423efa6d-ee54-4a96-bb69-a7d6dc1d7e38" providerId="ADAL" clId="{E5418EA3-ED04-44D7-B695-8570AC1018F6}" dt="2023-11-01T10:16:27.791" v="5869"/>
          <ac:cxnSpMkLst>
            <pc:docMk/>
            <pc:sldMk cId="3047095097" sldId="638"/>
            <ac:cxnSpMk id="27" creationId="{DC35370A-85C0-E672-36E8-1AF66B374A76}"/>
          </ac:cxnSpMkLst>
        </pc:cxnChg>
      </pc:sldChg>
      <pc:sldChg chg="delSp modSp add del mod">
        <pc:chgData name="Nursakirah Ab Rahman Muton" userId="423efa6d-ee54-4a96-bb69-a7d6dc1d7e38" providerId="ADAL" clId="{E5418EA3-ED04-44D7-B695-8570AC1018F6}" dt="2023-11-01T10:14:31.680" v="5836" actId="47"/>
        <pc:sldMkLst>
          <pc:docMk/>
          <pc:sldMk cId="4082719234" sldId="638"/>
        </pc:sldMkLst>
        <pc:spChg chg="mod topLvl">
          <ac:chgData name="Nursakirah Ab Rahman Muton" userId="423efa6d-ee54-4a96-bb69-a7d6dc1d7e38" providerId="ADAL" clId="{E5418EA3-ED04-44D7-B695-8570AC1018F6}" dt="2023-11-01T10:14:04.564" v="5835" actId="20577"/>
          <ac:spMkLst>
            <pc:docMk/>
            <pc:sldMk cId="4082719234" sldId="638"/>
            <ac:spMk id="8" creationId="{B810793C-34A6-43DE-F234-3DB8E9221707}"/>
          </ac:spMkLst>
        </pc:spChg>
        <pc:grpChg chg="del">
          <ac:chgData name="Nursakirah Ab Rahman Muton" userId="423efa6d-ee54-4a96-bb69-a7d6dc1d7e38" providerId="ADAL" clId="{E5418EA3-ED04-44D7-B695-8570AC1018F6}" dt="2023-11-01T10:13:58.889" v="5834" actId="165"/>
          <ac:grpSpMkLst>
            <pc:docMk/>
            <pc:sldMk cId="4082719234" sldId="638"/>
            <ac:grpSpMk id="15" creationId="{CEF71469-9799-B234-B79C-883BECF5D0F9}"/>
          </ac:grpSpMkLst>
        </pc:grpChg>
        <pc:cxnChg chg="mod topLvl">
          <ac:chgData name="Nursakirah Ab Rahman Muton" userId="423efa6d-ee54-4a96-bb69-a7d6dc1d7e38" providerId="ADAL" clId="{E5418EA3-ED04-44D7-B695-8570AC1018F6}" dt="2023-11-01T10:13:58.889" v="5834" actId="165"/>
          <ac:cxnSpMkLst>
            <pc:docMk/>
            <pc:sldMk cId="4082719234" sldId="638"/>
            <ac:cxnSpMk id="13" creationId="{BB33D2A0-A466-5701-8A6E-C1AF1946DA21}"/>
          </ac:cxnSpMkLst>
        </pc:cxnChg>
        <pc:cxnChg chg="mod topLvl">
          <ac:chgData name="Nursakirah Ab Rahman Muton" userId="423efa6d-ee54-4a96-bb69-a7d6dc1d7e38" providerId="ADAL" clId="{E5418EA3-ED04-44D7-B695-8570AC1018F6}" dt="2023-11-01T10:13:58.889" v="5834" actId="165"/>
          <ac:cxnSpMkLst>
            <pc:docMk/>
            <pc:sldMk cId="4082719234" sldId="638"/>
            <ac:cxnSpMk id="14" creationId="{C77F0EA9-F3FE-0404-3A9E-D564DC1C3786}"/>
          </ac:cxnSpMkLst>
        </pc:cxnChg>
      </pc:sldChg>
      <pc:sldChg chg="addSp delSp modSp add mod">
        <pc:chgData name="Nursakirah Ab Rahman Muton" userId="423efa6d-ee54-4a96-bb69-a7d6dc1d7e38" providerId="ADAL" clId="{E5418EA3-ED04-44D7-B695-8570AC1018F6}" dt="2023-11-17T01:55:05.548" v="26991"/>
        <pc:sldMkLst>
          <pc:docMk/>
          <pc:sldMk cId="2749132652" sldId="639"/>
        </pc:sldMkLst>
        <pc:spChg chg="mod">
          <ac:chgData name="Nursakirah Ab Rahman Muton" userId="423efa6d-ee54-4a96-bb69-a7d6dc1d7e38" providerId="ADAL" clId="{E5418EA3-ED04-44D7-B695-8570AC1018F6}" dt="2023-11-01T10:17:25.262" v="5875" actId="14100"/>
          <ac:spMkLst>
            <pc:docMk/>
            <pc:sldMk cId="2749132652" sldId="639"/>
            <ac:spMk id="5" creationId="{29F46948-591A-F862-25A7-2CFF63F21078}"/>
          </ac:spMkLst>
        </pc:spChg>
        <pc:spChg chg="mod">
          <ac:chgData name="Nursakirah Ab Rahman Muton" userId="423efa6d-ee54-4a96-bb69-a7d6dc1d7e38" providerId="ADAL" clId="{E5418EA3-ED04-44D7-B695-8570AC1018F6}" dt="2023-11-01T10:27:37.557" v="6027" actId="1076"/>
          <ac:spMkLst>
            <pc:docMk/>
            <pc:sldMk cId="2749132652" sldId="639"/>
            <ac:spMk id="6" creationId="{550AFAC8-BD4E-3DA4-0ADB-CA0540B1F3DB}"/>
          </ac:spMkLst>
        </pc:spChg>
        <pc:spChg chg="mod">
          <ac:chgData name="Nursakirah Ab Rahman Muton" userId="423efa6d-ee54-4a96-bb69-a7d6dc1d7e38" providerId="ADAL" clId="{E5418EA3-ED04-44D7-B695-8570AC1018F6}" dt="2023-11-01T10:27:37.557" v="6027" actId="1076"/>
          <ac:spMkLst>
            <pc:docMk/>
            <pc:sldMk cId="2749132652" sldId="639"/>
            <ac:spMk id="7" creationId="{3FBA174B-0701-1E29-122B-7BC1E25E60B6}"/>
          </ac:spMkLst>
        </pc:spChg>
        <pc:spChg chg="mod topLvl">
          <ac:chgData name="Nursakirah Ab Rahman Muton" userId="423efa6d-ee54-4a96-bb69-a7d6dc1d7e38" providerId="ADAL" clId="{E5418EA3-ED04-44D7-B695-8570AC1018F6}" dt="2023-11-01T10:27:37.557" v="6027" actId="1076"/>
          <ac:spMkLst>
            <pc:docMk/>
            <pc:sldMk cId="2749132652" sldId="639"/>
            <ac:spMk id="8" creationId="{B810793C-34A6-43DE-F234-3DB8E9221707}"/>
          </ac:spMkLst>
        </pc:spChg>
        <pc:spChg chg="del mod">
          <ac:chgData name="Nursakirah Ab Rahman Muton" userId="423efa6d-ee54-4a96-bb69-a7d6dc1d7e38" providerId="ADAL" clId="{E5418EA3-ED04-44D7-B695-8570AC1018F6}" dt="2023-11-01T10:26:34.664" v="6005" actId="478"/>
          <ac:spMkLst>
            <pc:docMk/>
            <pc:sldMk cId="2749132652" sldId="639"/>
            <ac:spMk id="16" creationId="{26BB57E1-E6B5-1A22-D21A-FE731D5EA3D7}"/>
          </ac:spMkLst>
        </pc:spChg>
        <pc:spChg chg="del mod">
          <ac:chgData name="Nursakirah Ab Rahman Muton" userId="423efa6d-ee54-4a96-bb69-a7d6dc1d7e38" providerId="ADAL" clId="{E5418EA3-ED04-44D7-B695-8570AC1018F6}" dt="2023-11-01T10:26:34.664" v="6005" actId="478"/>
          <ac:spMkLst>
            <pc:docMk/>
            <pc:sldMk cId="2749132652" sldId="639"/>
            <ac:spMk id="24" creationId="{99F35BA9-EE76-FFAB-1A34-03CB8B45F9C5}"/>
          </ac:spMkLst>
        </pc:spChg>
        <pc:spChg chg="mod">
          <ac:chgData name="Nursakirah Ab Rahman Muton" userId="423efa6d-ee54-4a96-bb69-a7d6dc1d7e38" providerId="ADAL" clId="{E5418EA3-ED04-44D7-B695-8570AC1018F6}" dt="2023-11-01T10:18:04.414" v="5889"/>
          <ac:spMkLst>
            <pc:docMk/>
            <pc:sldMk cId="2749132652" sldId="639"/>
            <ac:spMk id="29" creationId="{0736E054-4FFA-E470-9897-D8B60E9E83CC}"/>
          </ac:spMkLst>
        </pc:spChg>
        <pc:spChg chg="add mod">
          <ac:chgData name="Nursakirah Ab Rahman Muton" userId="423efa6d-ee54-4a96-bb69-a7d6dc1d7e38" providerId="ADAL" clId="{E5418EA3-ED04-44D7-B695-8570AC1018F6}" dt="2023-11-01T10:27:37.557" v="6027" actId="1076"/>
          <ac:spMkLst>
            <pc:docMk/>
            <pc:sldMk cId="2749132652" sldId="639"/>
            <ac:spMk id="33" creationId="{FA83D34A-3969-5AE1-D9D1-EA4F6C5472FB}"/>
          </ac:spMkLst>
        </pc:spChg>
        <pc:spChg chg="add mod">
          <ac:chgData name="Nursakirah Ab Rahman Muton" userId="423efa6d-ee54-4a96-bb69-a7d6dc1d7e38" providerId="ADAL" clId="{E5418EA3-ED04-44D7-B695-8570AC1018F6}" dt="2023-11-01T10:27:37.557" v="6027" actId="1076"/>
          <ac:spMkLst>
            <pc:docMk/>
            <pc:sldMk cId="2749132652" sldId="639"/>
            <ac:spMk id="34" creationId="{2996FD0F-ADBB-FE49-5999-611224EAE372}"/>
          </ac:spMkLst>
        </pc:spChg>
        <pc:spChg chg="add mod">
          <ac:chgData name="Nursakirah Ab Rahman Muton" userId="423efa6d-ee54-4a96-bb69-a7d6dc1d7e38" providerId="ADAL" clId="{E5418EA3-ED04-44D7-B695-8570AC1018F6}" dt="2023-11-01T10:27:37.557" v="6027" actId="1076"/>
          <ac:spMkLst>
            <pc:docMk/>
            <pc:sldMk cId="2749132652" sldId="639"/>
            <ac:spMk id="35" creationId="{29C24781-2590-072A-DCA5-00B4BB9110E8}"/>
          </ac:spMkLst>
        </pc:spChg>
        <pc:spChg chg="add mod">
          <ac:chgData name="Nursakirah Ab Rahman Muton" userId="423efa6d-ee54-4a96-bb69-a7d6dc1d7e38" providerId="ADAL" clId="{E5418EA3-ED04-44D7-B695-8570AC1018F6}" dt="2023-11-01T10:27:37.557" v="6027" actId="1076"/>
          <ac:spMkLst>
            <pc:docMk/>
            <pc:sldMk cId="2749132652" sldId="639"/>
            <ac:spMk id="36" creationId="{9F75D3FE-E3A6-8E97-9D26-3D25A28638BE}"/>
          </ac:spMkLst>
        </pc:spChg>
        <pc:spChg chg="add mod">
          <ac:chgData name="Nursakirah Ab Rahman Muton" userId="423efa6d-ee54-4a96-bb69-a7d6dc1d7e38" providerId="ADAL" clId="{E5418EA3-ED04-44D7-B695-8570AC1018F6}" dt="2023-11-01T10:27:37.557" v="6027" actId="1076"/>
          <ac:spMkLst>
            <pc:docMk/>
            <pc:sldMk cId="2749132652" sldId="639"/>
            <ac:spMk id="37" creationId="{30D78363-8B28-2393-25BC-C7653C28C40E}"/>
          </ac:spMkLst>
        </pc:spChg>
        <pc:grpChg chg="del mod">
          <ac:chgData name="Nursakirah Ab Rahman Muton" userId="423efa6d-ee54-4a96-bb69-a7d6dc1d7e38" providerId="ADAL" clId="{E5418EA3-ED04-44D7-B695-8570AC1018F6}" dt="2023-11-01T10:26:34.664" v="6005" actId="478"/>
          <ac:grpSpMkLst>
            <pc:docMk/>
            <pc:sldMk cId="2749132652" sldId="639"/>
            <ac:grpSpMk id="11" creationId="{48CBC3E9-0E84-D3D3-7551-8E1EAC017AD6}"/>
          </ac:grpSpMkLst>
        </pc:grpChg>
        <pc:grpChg chg="del">
          <ac:chgData name="Nursakirah Ab Rahman Muton" userId="423efa6d-ee54-4a96-bb69-a7d6dc1d7e38" providerId="ADAL" clId="{E5418EA3-ED04-44D7-B695-8570AC1018F6}" dt="2023-11-01T10:17:37.779" v="5877" actId="165"/>
          <ac:grpSpMkLst>
            <pc:docMk/>
            <pc:sldMk cId="2749132652" sldId="639"/>
            <ac:grpSpMk id="15" creationId="{CEF71469-9799-B234-B79C-883BECF5D0F9}"/>
          </ac:grpSpMkLst>
        </pc:grpChg>
        <pc:grpChg chg="del mod">
          <ac:chgData name="Nursakirah Ab Rahman Muton" userId="423efa6d-ee54-4a96-bb69-a7d6dc1d7e38" providerId="ADAL" clId="{E5418EA3-ED04-44D7-B695-8570AC1018F6}" dt="2023-11-01T10:26:34.664" v="6005" actId="478"/>
          <ac:grpSpMkLst>
            <pc:docMk/>
            <pc:sldMk cId="2749132652" sldId="639"/>
            <ac:grpSpMk id="19" creationId="{4ED2721C-F5D7-4E9C-AEBF-E998B788AE09}"/>
          </ac:grpSpMkLst>
        </pc:grpChg>
        <pc:grpChg chg="del mod">
          <ac:chgData name="Nursakirah Ab Rahman Muton" userId="423efa6d-ee54-4a96-bb69-a7d6dc1d7e38" providerId="ADAL" clId="{E5418EA3-ED04-44D7-B695-8570AC1018F6}" dt="2023-11-01T10:26:34.664" v="6005" actId="478"/>
          <ac:grpSpMkLst>
            <pc:docMk/>
            <pc:sldMk cId="2749132652" sldId="639"/>
            <ac:grpSpMk id="20" creationId="{C898FDFB-11CF-1B51-65CA-2A8A1C04AC51}"/>
          </ac:grpSpMkLst>
        </pc:grpChg>
        <pc:grpChg chg="del mod">
          <ac:chgData name="Nursakirah Ab Rahman Muton" userId="423efa6d-ee54-4a96-bb69-a7d6dc1d7e38" providerId="ADAL" clId="{E5418EA3-ED04-44D7-B695-8570AC1018F6}" dt="2023-11-01T10:26:34.664" v="6005" actId="478"/>
          <ac:grpSpMkLst>
            <pc:docMk/>
            <pc:sldMk cId="2749132652" sldId="639"/>
            <ac:grpSpMk id="25" creationId="{DF782BD6-FDC9-92F5-7BDB-8158A2AA5FC5}"/>
          </ac:grpSpMkLst>
        </pc:grpChg>
        <pc:grpChg chg="add del mod">
          <ac:chgData name="Nursakirah Ab Rahman Muton" userId="423efa6d-ee54-4a96-bb69-a7d6dc1d7e38" providerId="ADAL" clId="{E5418EA3-ED04-44D7-B695-8570AC1018F6}" dt="2023-11-01T10:18:05.880" v="5890" actId="478"/>
          <ac:grpSpMkLst>
            <pc:docMk/>
            <pc:sldMk cId="2749132652" sldId="639"/>
            <ac:grpSpMk id="28" creationId="{4CFFFAFA-FEFE-9CD2-29D4-E7AEBFD14AE5}"/>
          </ac:grpSpMkLst>
        </pc:grpChg>
        <pc:graphicFrameChg chg="mod modGraphic">
          <ac:chgData name="Nursakirah Ab Rahman Muton" userId="423efa6d-ee54-4a96-bb69-a7d6dc1d7e38" providerId="ADAL" clId="{E5418EA3-ED04-44D7-B695-8570AC1018F6}" dt="2023-11-01T10:27:37.557" v="6027" actId="1076"/>
          <ac:graphicFrameMkLst>
            <pc:docMk/>
            <pc:sldMk cId="2749132652" sldId="639"/>
            <ac:graphicFrameMk id="3" creationId="{D0A0F654-D2F0-FF4F-F44B-FCB5A3269150}"/>
          </ac:graphicFrameMkLst>
        </pc:graphicFrameChg>
        <pc:graphicFrameChg chg="del mod modGraphic">
          <ac:chgData name="Nursakirah Ab Rahman Muton" userId="423efa6d-ee54-4a96-bb69-a7d6dc1d7e38" providerId="ADAL" clId="{E5418EA3-ED04-44D7-B695-8570AC1018F6}" dt="2023-11-01T10:26:28.524" v="6003" actId="478"/>
          <ac:graphicFrameMkLst>
            <pc:docMk/>
            <pc:sldMk cId="2749132652" sldId="639"/>
            <ac:graphicFrameMk id="4" creationId="{F7B9C065-3C9F-4107-F426-6A7ED3C4CFAF}"/>
          </ac:graphicFrameMkLst>
        </pc:graphicFrameChg>
        <pc:inkChg chg="add">
          <ac:chgData name="Nursakirah Ab Rahman Muton" userId="423efa6d-ee54-4a96-bb69-a7d6dc1d7e38" providerId="ADAL" clId="{E5418EA3-ED04-44D7-B695-8570AC1018F6}" dt="2023-11-17T01:55:05.548" v="26991"/>
          <ac:inkMkLst>
            <pc:docMk/>
            <pc:sldMk cId="2749132652" sldId="639"/>
            <ac:inkMk id="4" creationId="{E74A1BEB-3EA8-0B7D-8A5F-F8078334482D}"/>
          </ac:inkMkLst>
        </pc:inkChg>
        <pc:cxnChg chg="mod">
          <ac:chgData name="Nursakirah Ab Rahman Muton" userId="423efa6d-ee54-4a96-bb69-a7d6dc1d7e38" providerId="ADAL" clId="{E5418EA3-ED04-44D7-B695-8570AC1018F6}" dt="2023-11-01T10:27:37.557" v="6027" actId="1076"/>
          <ac:cxnSpMkLst>
            <pc:docMk/>
            <pc:sldMk cId="2749132652" sldId="639"/>
            <ac:cxnSpMk id="9" creationId="{1BC82BDA-3FCF-5CE2-A75A-2A0B7BD30050}"/>
          </ac:cxnSpMkLst>
        </pc:cxnChg>
        <pc:cxnChg chg="mod">
          <ac:chgData name="Nursakirah Ab Rahman Muton" userId="423efa6d-ee54-4a96-bb69-a7d6dc1d7e38" providerId="ADAL" clId="{E5418EA3-ED04-44D7-B695-8570AC1018F6}" dt="2023-11-01T10:27:37.557" v="6027" actId="1076"/>
          <ac:cxnSpMkLst>
            <pc:docMk/>
            <pc:sldMk cId="2749132652" sldId="639"/>
            <ac:cxnSpMk id="10" creationId="{A5526022-3F24-D788-DD90-C8864E012C8B}"/>
          </ac:cxnSpMkLst>
        </pc:cxnChg>
        <pc:cxnChg chg="mod topLvl">
          <ac:chgData name="Nursakirah Ab Rahman Muton" userId="423efa6d-ee54-4a96-bb69-a7d6dc1d7e38" providerId="ADAL" clId="{E5418EA3-ED04-44D7-B695-8570AC1018F6}" dt="2023-11-01T10:27:37.557" v="6027" actId="1076"/>
          <ac:cxnSpMkLst>
            <pc:docMk/>
            <pc:sldMk cId="2749132652" sldId="639"/>
            <ac:cxnSpMk id="13" creationId="{BB33D2A0-A466-5701-8A6E-C1AF1946DA21}"/>
          </ac:cxnSpMkLst>
        </pc:cxnChg>
        <pc:cxnChg chg="mod topLvl">
          <ac:chgData name="Nursakirah Ab Rahman Muton" userId="423efa6d-ee54-4a96-bb69-a7d6dc1d7e38" providerId="ADAL" clId="{E5418EA3-ED04-44D7-B695-8570AC1018F6}" dt="2023-11-01T10:27:37.557" v="6027" actId="1076"/>
          <ac:cxnSpMkLst>
            <pc:docMk/>
            <pc:sldMk cId="2749132652" sldId="639"/>
            <ac:cxnSpMk id="14" creationId="{C77F0EA9-F3FE-0404-3A9E-D564DC1C3786}"/>
          </ac:cxnSpMkLst>
        </pc:cxnChg>
        <pc:cxnChg chg="mod">
          <ac:chgData name="Nursakirah Ab Rahman Muton" userId="423efa6d-ee54-4a96-bb69-a7d6dc1d7e38" providerId="ADAL" clId="{E5418EA3-ED04-44D7-B695-8570AC1018F6}" dt="2023-11-01T10:18:04.414" v="5889"/>
          <ac:cxnSpMkLst>
            <pc:docMk/>
            <pc:sldMk cId="2749132652" sldId="639"/>
            <ac:cxnSpMk id="30" creationId="{585E8552-02FD-85D6-0AC1-03C89E4FEBF9}"/>
          </ac:cxnSpMkLst>
        </pc:cxnChg>
        <pc:cxnChg chg="add mod">
          <ac:chgData name="Nursakirah Ab Rahman Muton" userId="423efa6d-ee54-4a96-bb69-a7d6dc1d7e38" providerId="ADAL" clId="{E5418EA3-ED04-44D7-B695-8570AC1018F6}" dt="2023-11-01T10:27:37.557" v="6027" actId="1076"/>
          <ac:cxnSpMkLst>
            <pc:docMk/>
            <pc:sldMk cId="2749132652" sldId="639"/>
            <ac:cxnSpMk id="31" creationId="{72B60E2C-A40F-AD42-EA84-C6C4DFE6948C}"/>
          </ac:cxnSpMkLst>
        </pc:cxnChg>
        <pc:cxnChg chg="add mod">
          <ac:chgData name="Nursakirah Ab Rahman Muton" userId="423efa6d-ee54-4a96-bb69-a7d6dc1d7e38" providerId="ADAL" clId="{E5418EA3-ED04-44D7-B695-8570AC1018F6}" dt="2023-11-01T10:27:37.557" v="6027" actId="1076"/>
          <ac:cxnSpMkLst>
            <pc:docMk/>
            <pc:sldMk cId="2749132652" sldId="639"/>
            <ac:cxnSpMk id="32" creationId="{6AC29A9F-48A8-0DBA-C29A-973D9E8B18C5}"/>
          </ac:cxnSpMkLst>
        </pc:cxnChg>
      </pc:sldChg>
      <pc:sldChg chg="addSp delSp modSp add mod">
        <pc:chgData name="Nursakirah Ab Rahman Muton" userId="423efa6d-ee54-4a96-bb69-a7d6dc1d7e38" providerId="ADAL" clId="{E5418EA3-ED04-44D7-B695-8570AC1018F6}" dt="2023-11-17T01:55:05.548" v="26991"/>
        <pc:sldMkLst>
          <pc:docMk/>
          <pc:sldMk cId="1867736607" sldId="640"/>
        </pc:sldMkLst>
        <pc:spChg chg="add mod">
          <ac:chgData name="Nursakirah Ab Rahman Muton" userId="423efa6d-ee54-4a96-bb69-a7d6dc1d7e38" providerId="ADAL" clId="{E5418EA3-ED04-44D7-B695-8570AC1018F6}" dt="2023-11-01T10:51:12.694" v="6112" actId="1076"/>
          <ac:spMkLst>
            <pc:docMk/>
            <pc:sldMk cId="1867736607" sldId="640"/>
            <ac:spMk id="4" creationId="{451EB705-B300-C63E-9099-F36374AAFF34}"/>
          </ac:spMkLst>
        </pc:spChg>
        <pc:spChg chg="mod">
          <ac:chgData name="Nursakirah Ab Rahman Muton" userId="423efa6d-ee54-4a96-bb69-a7d6dc1d7e38" providerId="ADAL" clId="{E5418EA3-ED04-44D7-B695-8570AC1018F6}" dt="2023-11-01T10:51:38.739" v="6119" actId="14100"/>
          <ac:spMkLst>
            <pc:docMk/>
            <pc:sldMk cId="1867736607" sldId="640"/>
            <ac:spMk id="5" creationId="{29F46948-591A-F862-25A7-2CFF63F21078}"/>
          </ac:spMkLst>
        </pc:spChg>
        <pc:spChg chg="del">
          <ac:chgData name="Nursakirah Ab Rahman Muton" userId="423efa6d-ee54-4a96-bb69-a7d6dc1d7e38" providerId="ADAL" clId="{E5418EA3-ED04-44D7-B695-8570AC1018F6}" dt="2023-11-01T10:50:32.927" v="6032" actId="478"/>
          <ac:spMkLst>
            <pc:docMk/>
            <pc:sldMk cId="1867736607" sldId="640"/>
            <ac:spMk id="6" creationId="{550AFAC8-BD4E-3DA4-0ADB-CA0540B1F3DB}"/>
          </ac:spMkLst>
        </pc:spChg>
        <pc:spChg chg="del">
          <ac:chgData name="Nursakirah Ab Rahman Muton" userId="423efa6d-ee54-4a96-bb69-a7d6dc1d7e38" providerId="ADAL" clId="{E5418EA3-ED04-44D7-B695-8570AC1018F6}" dt="2023-11-01T10:50:32.927" v="6032" actId="478"/>
          <ac:spMkLst>
            <pc:docMk/>
            <pc:sldMk cId="1867736607" sldId="640"/>
            <ac:spMk id="7" creationId="{3FBA174B-0701-1E29-122B-7BC1E25E60B6}"/>
          </ac:spMkLst>
        </pc:spChg>
        <pc:spChg chg="del">
          <ac:chgData name="Nursakirah Ab Rahman Muton" userId="423efa6d-ee54-4a96-bb69-a7d6dc1d7e38" providerId="ADAL" clId="{E5418EA3-ED04-44D7-B695-8570AC1018F6}" dt="2023-11-01T10:50:32.927" v="6032" actId="478"/>
          <ac:spMkLst>
            <pc:docMk/>
            <pc:sldMk cId="1867736607" sldId="640"/>
            <ac:spMk id="8" creationId="{B810793C-34A6-43DE-F234-3DB8E9221707}"/>
          </ac:spMkLst>
        </pc:spChg>
        <pc:spChg chg="add del">
          <ac:chgData name="Nursakirah Ab Rahman Muton" userId="423efa6d-ee54-4a96-bb69-a7d6dc1d7e38" providerId="ADAL" clId="{E5418EA3-ED04-44D7-B695-8570AC1018F6}" dt="2023-11-01T10:51:47.816" v="6121" actId="478"/>
          <ac:spMkLst>
            <pc:docMk/>
            <pc:sldMk cId="1867736607" sldId="640"/>
            <ac:spMk id="12" creationId="{04BA8750-DAE3-8EE6-65BE-C45485BF2569}"/>
          </ac:spMkLst>
        </pc:spChg>
        <pc:spChg chg="add mod">
          <ac:chgData name="Nursakirah Ab Rahman Muton" userId="423efa6d-ee54-4a96-bb69-a7d6dc1d7e38" providerId="ADAL" clId="{E5418EA3-ED04-44D7-B695-8570AC1018F6}" dt="2023-11-01T10:53:14.892" v="6138" actId="14100"/>
          <ac:spMkLst>
            <pc:docMk/>
            <pc:sldMk cId="1867736607" sldId="640"/>
            <ac:spMk id="16" creationId="{43094326-E04A-706A-41C6-FF3E758A806D}"/>
          </ac:spMkLst>
        </pc:spChg>
        <pc:spChg chg="add mod">
          <ac:chgData name="Nursakirah Ab Rahman Muton" userId="423efa6d-ee54-4a96-bb69-a7d6dc1d7e38" providerId="ADAL" clId="{E5418EA3-ED04-44D7-B695-8570AC1018F6}" dt="2023-11-01T10:53:17.823" v="6139" actId="1076"/>
          <ac:spMkLst>
            <pc:docMk/>
            <pc:sldMk cId="1867736607" sldId="640"/>
            <ac:spMk id="17" creationId="{7BB8007D-A1EA-6B62-4A96-2BDFD8A8951F}"/>
          </ac:spMkLst>
        </pc:spChg>
        <pc:spChg chg="add mod">
          <ac:chgData name="Nursakirah Ab Rahman Muton" userId="423efa6d-ee54-4a96-bb69-a7d6dc1d7e38" providerId="ADAL" clId="{E5418EA3-ED04-44D7-B695-8570AC1018F6}" dt="2023-11-01T10:53:05.155" v="6134" actId="14100"/>
          <ac:spMkLst>
            <pc:docMk/>
            <pc:sldMk cId="1867736607" sldId="640"/>
            <ac:spMk id="18" creationId="{F26F07CA-2C3C-2916-8E40-954F392B41D1}"/>
          </ac:spMkLst>
        </pc:spChg>
        <pc:spChg chg="add mod">
          <ac:chgData name="Nursakirah Ab Rahman Muton" userId="423efa6d-ee54-4a96-bb69-a7d6dc1d7e38" providerId="ADAL" clId="{E5418EA3-ED04-44D7-B695-8570AC1018F6}" dt="2023-11-01T10:53:08.186" v="6135" actId="1076"/>
          <ac:spMkLst>
            <pc:docMk/>
            <pc:sldMk cId="1867736607" sldId="640"/>
            <ac:spMk id="19" creationId="{4A36C982-B6B5-D443-8801-92F315619375}"/>
          </ac:spMkLst>
        </pc:spChg>
        <pc:spChg chg="del">
          <ac:chgData name="Nursakirah Ab Rahman Muton" userId="423efa6d-ee54-4a96-bb69-a7d6dc1d7e38" providerId="ADAL" clId="{E5418EA3-ED04-44D7-B695-8570AC1018F6}" dt="2023-11-01T10:50:32.927" v="6032" actId="478"/>
          <ac:spMkLst>
            <pc:docMk/>
            <pc:sldMk cId="1867736607" sldId="640"/>
            <ac:spMk id="33" creationId="{FA83D34A-3969-5AE1-D9D1-EA4F6C5472FB}"/>
          </ac:spMkLst>
        </pc:spChg>
        <pc:spChg chg="del">
          <ac:chgData name="Nursakirah Ab Rahman Muton" userId="423efa6d-ee54-4a96-bb69-a7d6dc1d7e38" providerId="ADAL" clId="{E5418EA3-ED04-44D7-B695-8570AC1018F6}" dt="2023-11-01T10:50:32.927" v="6032" actId="478"/>
          <ac:spMkLst>
            <pc:docMk/>
            <pc:sldMk cId="1867736607" sldId="640"/>
            <ac:spMk id="34" creationId="{2996FD0F-ADBB-FE49-5999-611224EAE372}"/>
          </ac:spMkLst>
        </pc:spChg>
        <pc:spChg chg="del">
          <ac:chgData name="Nursakirah Ab Rahman Muton" userId="423efa6d-ee54-4a96-bb69-a7d6dc1d7e38" providerId="ADAL" clId="{E5418EA3-ED04-44D7-B695-8570AC1018F6}" dt="2023-11-01T10:50:32.927" v="6032" actId="478"/>
          <ac:spMkLst>
            <pc:docMk/>
            <pc:sldMk cId="1867736607" sldId="640"/>
            <ac:spMk id="35" creationId="{29C24781-2590-072A-DCA5-00B4BB9110E8}"/>
          </ac:spMkLst>
        </pc:spChg>
        <pc:spChg chg="del">
          <ac:chgData name="Nursakirah Ab Rahman Muton" userId="423efa6d-ee54-4a96-bb69-a7d6dc1d7e38" providerId="ADAL" clId="{E5418EA3-ED04-44D7-B695-8570AC1018F6}" dt="2023-11-01T10:50:32.927" v="6032" actId="478"/>
          <ac:spMkLst>
            <pc:docMk/>
            <pc:sldMk cId="1867736607" sldId="640"/>
            <ac:spMk id="36" creationId="{9F75D3FE-E3A6-8E97-9D26-3D25A28638BE}"/>
          </ac:spMkLst>
        </pc:spChg>
        <pc:spChg chg="del">
          <ac:chgData name="Nursakirah Ab Rahman Muton" userId="423efa6d-ee54-4a96-bb69-a7d6dc1d7e38" providerId="ADAL" clId="{E5418EA3-ED04-44D7-B695-8570AC1018F6}" dt="2023-11-01T10:50:32.927" v="6032" actId="478"/>
          <ac:spMkLst>
            <pc:docMk/>
            <pc:sldMk cId="1867736607" sldId="640"/>
            <ac:spMk id="37" creationId="{30D78363-8B28-2393-25BC-C7653C28C40E}"/>
          </ac:spMkLst>
        </pc:spChg>
        <pc:graphicFrameChg chg="del">
          <ac:chgData name="Nursakirah Ab Rahman Muton" userId="423efa6d-ee54-4a96-bb69-a7d6dc1d7e38" providerId="ADAL" clId="{E5418EA3-ED04-44D7-B695-8570AC1018F6}" dt="2023-11-01T10:50:32.927" v="6032" actId="478"/>
          <ac:graphicFrameMkLst>
            <pc:docMk/>
            <pc:sldMk cId="1867736607" sldId="640"/>
            <ac:graphicFrameMk id="3" creationId="{D0A0F654-D2F0-FF4F-F44B-FCB5A3269150}"/>
          </ac:graphicFrameMkLst>
        </pc:graphicFrameChg>
        <pc:graphicFrameChg chg="add mod modGraphic">
          <ac:chgData name="Nursakirah Ab Rahman Muton" userId="423efa6d-ee54-4a96-bb69-a7d6dc1d7e38" providerId="ADAL" clId="{E5418EA3-ED04-44D7-B695-8570AC1018F6}" dt="2023-11-13T10:41:50.867" v="17205" actId="207"/>
          <ac:graphicFrameMkLst>
            <pc:docMk/>
            <pc:sldMk cId="1867736607" sldId="640"/>
            <ac:graphicFrameMk id="15" creationId="{48227CD5-4647-B416-0308-3A1F64921287}"/>
          </ac:graphicFrameMkLst>
        </pc:graphicFrameChg>
        <pc:picChg chg="mod">
          <ac:chgData name="Nursakirah Ab Rahman Muton" userId="423efa6d-ee54-4a96-bb69-a7d6dc1d7e38" providerId="ADAL" clId="{E5418EA3-ED04-44D7-B695-8570AC1018F6}" dt="2023-11-01T10:51:31.237" v="6115" actId="14100"/>
          <ac:picMkLst>
            <pc:docMk/>
            <pc:sldMk cId="1867736607" sldId="640"/>
            <ac:picMk id="2" creationId="{C377BFB4-0B8A-EF25-3D91-C9864FAE9F2B}"/>
          </ac:picMkLst>
        </pc:picChg>
        <pc:inkChg chg="add">
          <ac:chgData name="Nursakirah Ab Rahman Muton" userId="423efa6d-ee54-4a96-bb69-a7d6dc1d7e38" providerId="ADAL" clId="{E5418EA3-ED04-44D7-B695-8570AC1018F6}" dt="2023-11-17T01:55:05.548" v="26991"/>
          <ac:inkMkLst>
            <pc:docMk/>
            <pc:sldMk cId="1867736607" sldId="640"/>
            <ac:inkMk id="3" creationId="{F7C70E7E-74E5-A979-9B89-F6868F15D797}"/>
          </ac:inkMkLst>
        </pc:inkChg>
        <pc:cxnChg chg="del">
          <ac:chgData name="Nursakirah Ab Rahman Muton" userId="423efa6d-ee54-4a96-bb69-a7d6dc1d7e38" providerId="ADAL" clId="{E5418EA3-ED04-44D7-B695-8570AC1018F6}" dt="2023-11-01T10:50:32.927" v="6032" actId="478"/>
          <ac:cxnSpMkLst>
            <pc:docMk/>
            <pc:sldMk cId="1867736607" sldId="640"/>
            <ac:cxnSpMk id="9" creationId="{1BC82BDA-3FCF-5CE2-A75A-2A0B7BD30050}"/>
          </ac:cxnSpMkLst>
        </pc:cxnChg>
        <pc:cxnChg chg="del">
          <ac:chgData name="Nursakirah Ab Rahman Muton" userId="423efa6d-ee54-4a96-bb69-a7d6dc1d7e38" providerId="ADAL" clId="{E5418EA3-ED04-44D7-B695-8570AC1018F6}" dt="2023-11-01T10:50:32.927" v="6032" actId="478"/>
          <ac:cxnSpMkLst>
            <pc:docMk/>
            <pc:sldMk cId="1867736607" sldId="640"/>
            <ac:cxnSpMk id="10" creationId="{A5526022-3F24-D788-DD90-C8864E012C8B}"/>
          </ac:cxnSpMkLst>
        </pc:cxnChg>
        <pc:cxnChg chg="del">
          <ac:chgData name="Nursakirah Ab Rahman Muton" userId="423efa6d-ee54-4a96-bb69-a7d6dc1d7e38" providerId="ADAL" clId="{E5418EA3-ED04-44D7-B695-8570AC1018F6}" dt="2023-11-01T10:50:32.927" v="6032" actId="478"/>
          <ac:cxnSpMkLst>
            <pc:docMk/>
            <pc:sldMk cId="1867736607" sldId="640"/>
            <ac:cxnSpMk id="13" creationId="{BB33D2A0-A466-5701-8A6E-C1AF1946DA21}"/>
          </ac:cxnSpMkLst>
        </pc:cxnChg>
        <pc:cxnChg chg="del">
          <ac:chgData name="Nursakirah Ab Rahman Muton" userId="423efa6d-ee54-4a96-bb69-a7d6dc1d7e38" providerId="ADAL" clId="{E5418EA3-ED04-44D7-B695-8570AC1018F6}" dt="2023-11-01T10:50:32.927" v="6032" actId="478"/>
          <ac:cxnSpMkLst>
            <pc:docMk/>
            <pc:sldMk cId="1867736607" sldId="640"/>
            <ac:cxnSpMk id="14" creationId="{C77F0EA9-F3FE-0404-3A9E-D564DC1C3786}"/>
          </ac:cxnSpMkLst>
        </pc:cxnChg>
        <pc:cxnChg chg="del">
          <ac:chgData name="Nursakirah Ab Rahman Muton" userId="423efa6d-ee54-4a96-bb69-a7d6dc1d7e38" providerId="ADAL" clId="{E5418EA3-ED04-44D7-B695-8570AC1018F6}" dt="2023-11-01T10:50:32.927" v="6032" actId="478"/>
          <ac:cxnSpMkLst>
            <pc:docMk/>
            <pc:sldMk cId="1867736607" sldId="640"/>
            <ac:cxnSpMk id="31" creationId="{72B60E2C-A40F-AD42-EA84-C6C4DFE6948C}"/>
          </ac:cxnSpMkLst>
        </pc:cxnChg>
        <pc:cxnChg chg="del">
          <ac:chgData name="Nursakirah Ab Rahman Muton" userId="423efa6d-ee54-4a96-bb69-a7d6dc1d7e38" providerId="ADAL" clId="{E5418EA3-ED04-44D7-B695-8570AC1018F6}" dt="2023-11-01T10:50:32.927" v="6032" actId="478"/>
          <ac:cxnSpMkLst>
            <pc:docMk/>
            <pc:sldMk cId="1867736607" sldId="640"/>
            <ac:cxnSpMk id="32" creationId="{6AC29A9F-48A8-0DBA-C29A-973D9E8B18C5}"/>
          </ac:cxnSpMkLst>
        </pc:cxnChg>
      </pc:sldChg>
      <pc:sldChg chg="addSp delSp modSp add mod">
        <pc:chgData name="Nursakirah Ab Rahman Muton" userId="423efa6d-ee54-4a96-bb69-a7d6dc1d7e38" providerId="ADAL" clId="{E5418EA3-ED04-44D7-B695-8570AC1018F6}" dt="2023-11-01T11:15:14.285" v="6318" actId="20577"/>
        <pc:sldMkLst>
          <pc:docMk/>
          <pc:sldMk cId="4136805434" sldId="641"/>
        </pc:sldMkLst>
        <pc:spChg chg="del">
          <ac:chgData name="Nursakirah Ab Rahman Muton" userId="423efa6d-ee54-4a96-bb69-a7d6dc1d7e38" providerId="ADAL" clId="{E5418EA3-ED04-44D7-B695-8570AC1018F6}" dt="2023-11-01T11:11:42.648" v="6288" actId="478"/>
          <ac:spMkLst>
            <pc:docMk/>
            <pc:sldMk cId="4136805434" sldId="641"/>
            <ac:spMk id="2" creationId="{0F63618B-EB8E-72AF-A7D9-A37FA8793EF6}"/>
          </ac:spMkLst>
        </pc:spChg>
        <pc:spChg chg="del">
          <ac:chgData name="Nursakirah Ab Rahman Muton" userId="423efa6d-ee54-4a96-bb69-a7d6dc1d7e38" providerId="ADAL" clId="{E5418EA3-ED04-44D7-B695-8570AC1018F6}" dt="2023-11-01T11:11:42.648" v="6288" actId="478"/>
          <ac:spMkLst>
            <pc:docMk/>
            <pc:sldMk cId="4136805434" sldId="641"/>
            <ac:spMk id="3" creationId="{E189F94F-A2D6-D060-372B-089AC4FC463F}"/>
          </ac:spMkLst>
        </pc:spChg>
        <pc:spChg chg="mod">
          <ac:chgData name="Nursakirah Ab Rahman Muton" userId="423efa6d-ee54-4a96-bb69-a7d6dc1d7e38" providerId="ADAL" clId="{E5418EA3-ED04-44D7-B695-8570AC1018F6}" dt="2023-11-01T11:14:41.467" v="6305" actId="1076"/>
          <ac:spMkLst>
            <pc:docMk/>
            <pc:sldMk cId="4136805434" sldId="641"/>
            <ac:spMk id="6" creationId="{2D0C5B1E-E299-799C-742E-F452646A9F63}"/>
          </ac:spMkLst>
        </pc:spChg>
        <pc:spChg chg="mod">
          <ac:chgData name="Nursakirah Ab Rahman Muton" userId="423efa6d-ee54-4a96-bb69-a7d6dc1d7e38" providerId="ADAL" clId="{E5418EA3-ED04-44D7-B695-8570AC1018F6}" dt="2023-11-01T11:14:41.467" v="6305" actId="1076"/>
          <ac:spMkLst>
            <pc:docMk/>
            <pc:sldMk cId="4136805434" sldId="641"/>
            <ac:spMk id="7" creationId="{A1E42CE0-98FF-B7F9-8958-2EA859B912E7}"/>
          </ac:spMkLst>
        </pc:spChg>
        <pc:spChg chg="mod">
          <ac:chgData name="Nursakirah Ab Rahman Muton" userId="423efa6d-ee54-4a96-bb69-a7d6dc1d7e38" providerId="ADAL" clId="{E5418EA3-ED04-44D7-B695-8570AC1018F6}" dt="2023-11-01T11:14:41.467" v="6305" actId="1076"/>
          <ac:spMkLst>
            <pc:docMk/>
            <pc:sldMk cId="4136805434" sldId="641"/>
            <ac:spMk id="8" creationId="{8704D14B-1314-657C-2B22-7862ABB29A97}"/>
          </ac:spMkLst>
        </pc:spChg>
        <pc:spChg chg="mod">
          <ac:chgData name="Nursakirah Ab Rahman Muton" userId="423efa6d-ee54-4a96-bb69-a7d6dc1d7e38" providerId="ADAL" clId="{E5418EA3-ED04-44D7-B695-8570AC1018F6}" dt="2023-11-01T11:14:41.467" v="6305" actId="1076"/>
          <ac:spMkLst>
            <pc:docMk/>
            <pc:sldMk cId="4136805434" sldId="641"/>
            <ac:spMk id="9" creationId="{620259D1-E5F1-A7A0-66ED-6A2CD6C145E3}"/>
          </ac:spMkLst>
        </pc:spChg>
        <pc:spChg chg="mod">
          <ac:chgData name="Nursakirah Ab Rahman Muton" userId="423efa6d-ee54-4a96-bb69-a7d6dc1d7e38" providerId="ADAL" clId="{E5418EA3-ED04-44D7-B695-8570AC1018F6}" dt="2023-11-01T11:14:41.467" v="6305" actId="1076"/>
          <ac:spMkLst>
            <pc:docMk/>
            <pc:sldMk cId="4136805434" sldId="641"/>
            <ac:spMk id="11" creationId="{328B0EA4-959C-D135-68DB-664EB37B1D81}"/>
          </ac:spMkLst>
        </pc:spChg>
        <pc:spChg chg="mod">
          <ac:chgData name="Nursakirah Ab Rahman Muton" userId="423efa6d-ee54-4a96-bb69-a7d6dc1d7e38" providerId="ADAL" clId="{E5418EA3-ED04-44D7-B695-8570AC1018F6}" dt="2023-11-01T11:14:41.467" v="6305" actId="1076"/>
          <ac:spMkLst>
            <pc:docMk/>
            <pc:sldMk cId="4136805434" sldId="641"/>
            <ac:spMk id="13" creationId="{B849DA72-AE5D-0E75-4F7E-3428B1EBD145}"/>
          </ac:spMkLst>
        </pc:spChg>
        <pc:spChg chg="mod">
          <ac:chgData name="Nursakirah Ab Rahman Muton" userId="423efa6d-ee54-4a96-bb69-a7d6dc1d7e38" providerId="ADAL" clId="{E5418EA3-ED04-44D7-B695-8570AC1018F6}" dt="2023-11-01T11:14:41.467" v="6305" actId="1076"/>
          <ac:spMkLst>
            <pc:docMk/>
            <pc:sldMk cId="4136805434" sldId="641"/>
            <ac:spMk id="15" creationId="{0CA5FDFE-76AB-A61B-EEFC-C864CA5E03D2}"/>
          </ac:spMkLst>
        </pc:spChg>
        <pc:spChg chg="mod">
          <ac:chgData name="Nursakirah Ab Rahman Muton" userId="423efa6d-ee54-4a96-bb69-a7d6dc1d7e38" providerId="ADAL" clId="{E5418EA3-ED04-44D7-B695-8570AC1018F6}" dt="2023-11-01T11:14:41.467" v="6305" actId="1076"/>
          <ac:spMkLst>
            <pc:docMk/>
            <pc:sldMk cId="4136805434" sldId="641"/>
            <ac:spMk id="17" creationId="{8FEAF0D3-BF24-BCAC-632F-AFDD297691D8}"/>
          </ac:spMkLst>
        </pc:spChg>
        <pc:spChg chg="mod">
          <ac:chgData name="Nursakirah Ab Rahman Muton" userId="423efa6d-ee54-4a96-bb69-a7d6dc1d7e38" providerId="ADAL" clId="{E5418EA3-ED04-44D7-B695-8570AC1018F6}" dt="2023-11-01T11:14:41.467" v="6305" actId="1076"/>
          <ac:spMkLst>
            <pc:docMk/>
            <pc:sldMk cId="4136805434" sldId="641"/>
            <ac:spMk id="19" creationId="{5A731D1C-BC81-CD8F-14A7-177A479417A5}"/>
          </ac:spMkLst>
        </pc:spChg>
        <pc:spChg chg="mod">
          <ac:chgData name="Nursakirah Ab Rahman Muton" userId="423efa6d-ee54-4a96-bb69-a7d6dc1d7e38" providerId="ADAL" clId="{E5418EA3-ED04-44D7-B695-8570AC1018F6}" dt="2023-11-01T11:14:41.467" v="6305" actId="1076"/>
          <ac:spMkLst>
            <pc:docMk/>
            <pc:sldMk cId="4136805434" sldId="641"/>
            <ac:spMk id="20" creationId="{8996422F-4B9D-7922-B196-78D467C46042}"/>
          </ac:spMkLst>
        </pc:spChg>
        <pc:spChg chg="add mod">
          <ac:chgData name="Nursakirah Ab Rahman Muton" userId="423efa6d-ee54-4a96-bb69-a7d6dc1d7e38" providerId="ADAL" clId="{E5418EA3-ED04-44D7-B695-8570AC1018F6}" dt="2023-11-01T11:15:01.287" v="6312" actId="1076"/>
          <ac:spMkLst>
            <pc:docMk/>
            <pc:sldMk cId="4136805434" sldId="641"/>
            <ac:spMk id="22" creationId="{7C6F35F4-A2E3-382E-0A0B-A84A486DBA55}"/>
          </ac:spMkLst>
        </pc:spChg>
        <pc:spChg chg="add mod">
          <ac:chgData name="Nursakirah Ab Rahman Muton" userId="423efa6d-ee54-4a96-bb69-a7d6dc1d7e38" providerId="ADAL" clId="{E5418EA3-ED04-44D7-B695-8570AC1018F6}" dt="2023-11-01T11:15:14.285" v="6318" actId="20577"/>
          <ac:spMkLst>
            <pc:docMk/>
            <pc:sldMk cId="4136805434" sldId="641"/>
            <ac:spMk id="23" creationId="{347A43CD-4762-ED45-36FC-53AA3C2C5D15}"/>
          </ac:spMkLst>
        </pc:spChg>
        <pc:spChg chg="del">
          <ac:chgData name="Nursakirah Ab Rahman Muton" userId="423efa6d-ee54-4a96-bb69-a7d6dc1d7e38" providerId="ADAL" clId="{E5418EA3-ED04-44D7-B695-8570AC1018F6}" dt="2023-11-01T11:11:42.648" v="6288" actId="478"/>
          <ac:spMkLst>
            <pc:docMk/>
            <pc:sldMk cId="4136805434" sldId="641"/>
            <ac:spMk id="68613" creationId="{63D3389C-8EFA-3B72-DFC9-F6D614C91B8B}"/>
          </ac:spMkLst>
        </pc:spChg>
        <pc:spChg chg="del">
          <ac:chgData name="Nursakirah Ab Rahman Muton" userId="423efa6d-ee54-4a96-bb69-a7d6dc1d7e38" providerId="ADAL" clId="{E5418EA3-ED04-44D7-B695-8570AC1018F6}" dt="2023-11-01T11:11:42.648" v="6288" actId="478"/>
          <ac:spMkLst>
            <pc:docMk/>
            <pc:sldMk cId="4136805434" sldId="641"/>
            <ac:spMk id="68618" creationId="{4B443042-949D-64E7-AEF4-3530F1C332C6}"/>
          </ac:spMkLst>
        </pc:spChg>
        <pc:spChg chg="del">
          <ac:chgData name="Nursakirah Ab Rahman Muton" userId="423efa6d-ee54-4a96-bb69-a7d6dc1d7e38" providerId="ADAL" clId="{E5418EA3-ED04-44D7-B695-8570AC1018F6}" dt="2023-11-01T11:11:42.648" v="6288" actId="478"/>
          <ac:spMkLst>
            <pc:docMk/>
            <pc:sldMk cId="4136805434" sldId="641"/>
            <ac:spMk id="68619" creationId="{9049925F-60D0-E6A8-36E0-B0394C1F27E3}"/>
          </ac:spMkLst>
        </pc:spChg>
        <pc:spChg chg="del">
          <ac:chgData name="Nursakirah Ab Rahman Muton" userId="423efa6d-ee54-4a96-bb69-a7d6dc1d7e38" providerId="ADAL" clId="{E5418EA3-ED04-44D7-B695-8570AC1018F6}" dt="2023-11-01T11:11:42.648" v="6288" actId="478"/>
          <ac:spMkLst>
            <pc:docMk/>
            <pc:sldMk cId="4136805434" sldId="641"/>
            <ac:spMk id="68620" creationId="{16D23124-F533-D72A-FB2A-F456537E8ED3}"/>
          </ac:spMkLst>
        </pc:spChg>
        <pc:spChg chg="del">
          <ac:chgData name="Nursakirah Ab Rahman Muton" userId="423efa6d-ee54-4a96-bb69-a7d6dc1d7e38" providerId="ADAL" clId="{E5418EA3-ED04-44D7-B695-8570AC1018F6}" dt="2023-11-01T11:11:42.648" v="6288" actId="478"/>
          <ac:spMkLst>
            <pc:docMk/>
            <pc:sldMk cId="4136805434" sldId="641"/>
            <ac:spMk id="68621" creationId="{1F1F4441-108B-1027-BD8D-BD175C79C571}"/>
          </ac:spMkLst>
        </pc:spChg>
        <pc:spChg chg="mod">
          <ac:chgData name="Nursakirah Ab Rahman Muton" userId="423efa6d-ee54-4a96-bb69-a7d6dc1d7e38" providerId="ADAL" clId="{E5418EA3-ED04-44D7-B695-8570AC1018F6}" dt="2023-11-01T11:11:53.970" v="6290" actId="1076"/>
          <ac:spMkLst>
            <pc:docMk/>
            <pc:sldMk cId="4136805434" sldId="641"/>
            <ac:spMk id="68625" creationId="{D65D98C9-E069-45B3-2957-411D4ED7F543}"/>
          </ac:spMkLst>
        </pc:spChg>
        <pc:spChg chg="mod">
          <ac:chgData name="Nursakirah Ab Rahman Muton" userId="423efa6d-ee54-4a96-bb69-a7d6dc1d7e38" providerId="ADAL" clId="{E5418EA3-ED04-44D7-B695-8570AC1018F6}" dt="2023-11-01T11:11:53.970" v="6290" actId="1076"/>
          <ac:spMkLst>
            <pc:docMk/>
            <pc:sldMk cId="4136805434" sldId="641"/>
            <ac:spMk id="68629" creationId="{5E581568-9B05-5A22-8BA3-D8F9D6E0F0B8}"/>
          </ac:spMkLst>
        </pc:spChg>
        <pc:spChg chg="mod">
          <ac:chgData name="Nursakirah Ab Rahman Muton" userId="423efa6d-ee54-4a96-bb69-a7d6dc1d7e38" providerId="ADAL" clId="{E5418EA3-ED04-44D7-B695-8570AC1018F6}" dt="2023-11-01T11:11:53.970" v="6290" actId="1076"/>
          <ac:spMkLst>
            <pc:docMk/>
            <pc:sldMk cId="4136805434" sldId="641"/>
            <ac:spMk id="68630" creationId="{57FE55F0-CE86-FECD-1C71-D0813A6C1FF8}"/>
          </ac:spMkLst>
        </pc:spChg>
        <pc:spChg chg="mod">
          <ac:chgData name="Nursakirah Ab Rahman Muton" userId="423efa6d-ee54-4a96-bb69-a7d6dc1d7e38" providerId="ADAL" clId="{E5418EA3-ED04-44D7-B695-8570AC1018F6}" dt="2023-11-01T11:11:53.970" v="6290" actId="1076"/>
          <ac:spMkLst>
            <pc:docMk/>
            <pc:sldMk cId="4136805434" sldId="641"/>
            <ac:spMk id="68631" creationId="{11A6E107-3317-90B9-68EF-F887FC35DF14}"/>
          </ac:spMkLst>
        </pc:spChg>
        <pc:spChg chg="mod">
          <ac:chgData name="Nursakirah Ab Rahman Muton" userId="423efa6d-ee54-4a96-bb69-a7d6dc1d7e38" providerId="ADAL" clId="{E5418EA3-ED04-44D7-B695-8570AC1018F6}" dt="2023-11-01T11:11:53.970" v="6290" actId="1076"/>
          <ac:spMkLst>
            <pc:docMk/>
            <pc:sldMk cId="4136805434" sldId="641"/>
            <ac:spMk id="68632" creationId="{ADCC14BA-962A-CA89-AE20-A604483AB0A8}"/>
          </ac:spMkLst>
        </pc:spChg>
        <pc:grpChg chg="add mod">
          <ac:chgData name="Nursakirah Ab Rahman Muton" userId="423efa6d-ee54-4a96-bb69-a7d6dc1d7e38" providerId="ADAL" clId="{E5418EA3-ED04-44D7-B695-8570AC1018F6}" dt="2023-11-01T11:14:41.467" v="6305" actId="1076"/>
          <ac:grpSpMkLst>
            <pc:docMk/>
            <pc:sldMk cId="4136805434" sldId="641"/>
            <ac:grpSpMk id="4" creationId="{FD210D79-4885-0FCA-7442-39E80D99F19E}"/>
          </ac:grpSpMkLst>
        </pc:grpChg>
        <pc:picChg chg="mod">
          <ac:chgData name="Nursakirah Ab Rahman Muton" userId="423efa6d-ee54-4a96-bb69-a7d6dc1d7e38" providerId="ADAL" clId="{E5418EA3-ED04-44D7-B695-8570AC1018F6}" dt="2023-11-01T11:14:41.467" v="6305" actId="1076"/>
          <ac:picMkLst>
            <pc:docMk/>
            <pc:sldMk cId="4136805434" sldId="641"/>
            <ac:picMk id="5" creationId="{044AECC6-14ED-DC16-522F-FB6951B79717}"/>
          </ac:picMkLst>
        </pc:picChg>
        <pc:picChg chg="mod">
          <ac:chgData name="Nursakirah Ab Rahman Muton" userId="423efa6d-ee54-4a96-bb69-a7d6dc1d7e38" providerId="ADAL" clId="{E5418EA3-ED04-44D7-B695-8570AC1018F6}" dt="2023-11-01T11:11:53.970" v="6290" actId="1076"/>
          <ac:picMkLst>
            <pc:docMk/>
            <pc:sldMk cId="4136805434" sldId="641"/>
            <ac:picMk id="68612" creationId="{4C6E2D04-F5FF-63ED-0E78-E9F8D97ACC28}"/>
          </ac:picMkLst>
        </pc:picChg>
        <pc:picChg chg="del mod">
          <ac:chgData name="Nursakirah Ab Rahman Muton" userId="423efa6d-ee54-4a96-bb69-a7d6dc1d7e38" providerId="ADAL" clId="{E5418EA3-ED04-44D7-B695-8570AC1018F6}" dt="2023-11-01T11:14:29.198" v="6301" actId="478"/>
          <ac:picMkLst>
            <pc:docMk/>
            <pc:sldMk cId="4136805434" sldId="641"/>
            <ac:picMk id="68637" creationId="{1BCA579C-FC88-B40A-9A08-09C470245364}"/>
          </ac:picMkLst>
        </pc:picChg>
        <pc:cxnChg chg="mod">
          <ac:chgData name="Nursakirah Ab Rahman Muton" userId="423efa6d-ee54-4a96-bb69-a7d6dc1d7e38" providerId="ADAL" clId="{E5418EA3-ED04-44D7-B695-8570AC1018F6}" dt="2023-11-01T11:14:41.467" v="6305" actId="1076"/>
          <ac:cxnSpMkLst>
            <pc:docMk/>
            <pc:sldMk cId="4136805434" sldId="641"/>
            <ac:cxnSpMk id="10" creationId="{F223A34A-DF46-1A1D-DB4D-AEAA5C6CE390}"/>
          </ac:cxnSpMkLst>
        </pc:cxnChg>
        <pc:cxnChg chg="mod">
          <ac:chgData name="Nursakirah Ab Rahman Muton" userId="423efa6d-ee54-4a96-bb69-a7d6dc1d7e38" providerId="ADAL" clId="{E5418EA3-ED04-44D7-B695-8570AC1018F6}" dt="2023-11-01T11:14:41.467" v="6305" actId="1076"/>
          <ac:cxnSpMkLst>
            <pc:docMk/>
            <pc:sldMk cId="4136805434" sldId="641"/>
            <ac:cxnSpMk id="12" creationId="{20CD6E07-E30A-E2A6-ACF6-E8DF68223C7F}"/>
          </ac:cxnSpMkLst>
        </pc:cxnChg>
        <pc:cxnChg chg="mod">
          <ac:chgData name="Nursakirah Ab Rahman Muton" userId="423efa6d-ee54-4a96-bb69-a7d6dc1d7e38" providerId="ADAL" clId="{E5418EA3-ED04-44D7-B695-8570AC1018F6}" dt="2023-11-01T11:14:41.467" v="6305" actId="1076"/>
          <ac:cxnSpMkLst>
            <pc:docMk/>
            <pc:sldMk cId="4136805434" sldId="641"/>
            <ac:cxnSpMk id="14" creationId="{CB620CCA-F2D1-790A-A548-299AED231FFE}"/>
          </ac:cxnSpMkLst>
        </pc:cxnChg>
        <pc:cxnChg chg="mod">
          <ac:chgData name="Nursakirah Ab Rahman Muton" userId="423efa6d-ee54-4a96-bb69-a7d6dc1d7e38" providerId="ADAL" clId="{E5418EA3-ED04-44D7-B695-8570AC1018F6}" dt="2023-11-01T11:14:41.467" v="6305" actId="1076"/>
          <ac:cxnSpMkLst>
            <pc:docMk/>
            <pc:sldMk cId="4136805434" sldId="641"/>
            <ac:cxnSpMk id="16" creationId="{0F927C01-2EC9-E172-F64B-3F7CD8E3C60E}"/>
          </ac:cxnSpMkLst>
        </pc:cxnChg>
        <pc:cxnChg chg="mod">
          <ac:chgData name="Nursakirah Ab Rahman Muton" userId="423efa6d-ee54-4a96-bb69-a7d6dc1d7e38" providerId="ADAL" clId="{E5418EA3-ED04-44D7-B695-8570AC1018F6}" dt="2023-11-01T11:14:41.467" v="6305" actId="1076"/>
          <ac:cxnSpMkLst>
            <pc:docMk/>
            <pc:sldMk cId="4136805434" sldId="641"/>
            <ac:cxnSpMk id="18" creationId="{0BEDC1CD-DC85-0C10-CAA9-6E02B69F6186}"/>
          </ac:cxnSpMkLst>
        </pc:cxnChg>
        <pc:cxnChg chg="mod">
          <ac:chgData name="Nursakirah Ab Rahman Muton" userId="423efa6d-ee54-4a96-bb69-a7d6dc1d7e38" providerId="ADAL" clId="{E5418EA3-ED04-44D7-B695-8570AC1018F6}" dt="2023-11-01T11:14:41.467" v="6305" actId="1076"/>
          <ac:cxnSpMkLst>
            <pc:docMk/>
            <pc:sldMk cId="4136805434" sldId="641"/>
            <ac:cxnSpMk id="21" creationId="{C99CE4B8-0A74-4C95-A4D4-A991DB3FA770}"/>
          </ac:cxnSpMkLst>
        </pc:cxnChg>
        <pc:cxnChg chg="del">
          <ac:chgData name="Nursakirah Ab Rahman Muton" userId="423efa6d-ee54-4a96-bb69-a7d6dc1d7e38" providerId="ADAL" clId="{E5418EA3-ED04-44D7-B695-8570AC1018F6}" dt="2023-11-01T11:11:42.648" v="6288" actId="478"/>
          <ac:cxnSpMkLst>
            <pc:docMk/>
            <pc:sldMk cId="4136805434" sldId="641"/>
            <ac:cxnSpMk id="68614" creationId="{3B23B8D6-BC73-719E-BD12-13D354959A0B}"/>
          </ac:cxnSpMkLst>
        </pc:cxnChg>
        <pc:cxnChg chg="del">
          <ac:chgData name="Nursakirah Ab Rahman Muton" userId="423efa6d-ee54-4a96-bb69-a7d6dc1d7e38" providerId="ADAL" clId="{E5418EA3-ED04-44D7-B695-8570AC1018F6}" dt="2023-11-01T11:11:42.648" v="6288" actId="478"/>
          <ac:cxnSpMkLst>
            <pc:docMk/>
            <pc:sldMk cId="4136805434" sldId="641"/>
            <ac:cxnSpMk id="68615" creationId="{5BC1A480-550B-8067-80EC-830ED9BEB01B}"/>
          </ac:cxnSpMkLst>
        </pc:cxnChg>
        <pc:cxnChg chg="del">
          <ac:chgData name="Nursakirah Ab Rahman Muton" userId="423efa6d-ee54-4a96-bb69-a7d6dc1d7e38" providerId="ADAL" clId="{E5418EA3-ED04-44D7-B695-8570AC1018F6}" dt="2023-11-01T11:11:42.648" v="6288" actId="478"/>
          <ac:cxnSpMkLst>
            <pc:docMk/>
            <pc:sldMk cId="4136805434" sldId="641"/>
            <ac:cxnSpMk id="68616" creationId="{63C90DB3-D023-A489-FF1D-436ADA0E7DEF}"/>
          </ac:cxnSpMkLst>
        </pc:cxnChg>
        <pc:cxnChg chg="del">
          <ac:chgData name="Nursakirah Ab Rahman Muton" userId="423efa6d-ee54-4a96-bb69-a7d6dc1d7e38" providerId="ADAL" clId="{E5418EA3-ED04-44D7-B695-8570AC1018F6}" dt="2023-11-01T11:11:42.648" v="6288" actId="478"/>
          <ac:cxnSpMkLst>
            <pc:docMk/>
            <pc:sldMk cId="4136805434" sldId="641"/>
            <ac:cxnSpMk id="68617" creationId="{6D6EC275-D65E-56AE-1C05-0212CFE51F11}"/>
          </ac:cxnSpMkLst>
        </pc:cxnChg>
        <pc:cxnChg chg="del">
          <ac:chgData name="Nursakirah Ab Rahman Muton" userId="423efa6d-ee54-4a96-bb69-a7d6dc1d7e38" providerId="ADAL" clId="{E5418EA3-ED04-44D7-B695-8570AC1018F6}" dt="2023-11-01T11:11:42.648" v="6288" actId="478"/>
          <ac:cxnSpMkLst>
            <pc:docMk/>
            <pc:sldMk cId="4136805434" sldId="641"/>
            <ac:cxnSpMk id="68622" creationId="{3C7960E3-2C86-D840-A5EF-72C83FB4A141}"/>
          </ac:cxnSpMkLst>
        </pc:cxnChg>
        <pc:cxnChg chg="del">
          <ac:chgData name="Nursakirah Ab Rahman Muton" userId="423efa6d-ee54-4a96-bb69-a7d6dc1d7e38" providerId="ADAL" clId="{E5418EA3-ED04-44D7-B695-8570AC1018F6}" dt="2023-11-01T11:11:42.648" v="6288" actId="478"/>
          <ac:cxnSpMkLst>
            <pc:docMk/>
            <pc:sldMk cId="4136805434" sldId="641"/>
            <ac:cxnSpMk id="68623" creationId="{8290C04E-423C-0699-D442-21F2D84CE5B4}"/>
          </ac:cxnSpMkLst>
        </pc:cxnChg>
        <pc:cxnChg chg="del">
          <ac:chgData name="Nursakirah Ab Rahman Muton" userId="423efa6d-ee54-4a96-bb69-a7d6dc1d7e38" providerId="ADAL" clId="{E5418EA3-ED04-44D7-B695-8570AC1018F6}" dt="2023-11-01T11:11:42.648" v="6288" actId="478"/>
          <ac:cxnSpMkLst>
            <pc:docMk/>
            <pc:sldMk cId="4136805434" sldId="641"/>
            <ac:cxnSpMk id="68624" creationId="{CE0B35AD-3AD1-5073-19A1-323B641FC726}"/>
          </ac:cxnSpMkLst>
        </pc:cxnChg>
        <pc:cxnChg chg="mod">
          <ac:chgData name="Nursakirah Ab Rahman Muton" userId="423efa6d-ee54-4a96-bb69-a7d6dc1d7e38" providerId="ADAL" clId="{E5418EA3-ED04-44D7-B695-8570AC1018F6}" dt="2023-11-01T11:11:53.970" v="6290" actId="1076"/>
          <ac:cxnSpMkLst>
            <pc:docMk/>
            <pc:sldMk cId="4136805434" sldId="641"/>
            <ac:cxnSpMk id="68626" creationId="{46231DB1-7698-4946-6A34-58E5C559C36A}"/>
          </ac:cxnSpMkLst>
        </pc:cxnChg>
        <pc:cxnChg chg="mod">
          <ac:chgData name="Nursakirah Ab Rahman Muton" userId="423efa6d-ee54-4a96-bb69-a7d6dc1d7e38" providerId="ADAL" clId="{E5418EA3-ED04-44D7-B695-8570AC1018F6}" dt="2023-11-01T11:11:53.970" v="6290" actId="1076"/>
          <ac:cxnSpMkLst>
            <pc:docMk/>
            <pc:sldMk cId="4136805434" sldId="641"/>
            <ac:cxnSpMk id="68627" creationId="{D69DBF00-5F7C-B227-6FB0-609977BDE9AF}"/>
          </ac:cxnSpMkLst>
        </pc:cxnChg>
        <pc:cxnChg chg="mod">
          <ac:chgData name="Nursakirah Ab Rahman Muton" userId="423efa6d-ee54-4a96-bb69-a7d6dc1d7e38" providerId="ADAL" clId="{E5418EA3-ED04-44D7-B695-8570AC1018F6}" dt="2023-11-01T11:11:53.970" v="6290" actId="1076"/>
          <ac:cxnSpMkLst>
            <pc:docMk/>
            <pc:sldMk cId="4136805434" sldId="641"/>
            <ac:cxnSpMk id="68628" creationId="{EB52B6A5-41AF-A9CF-F787-04B31417F421}"/>
          </ac:cxnSpMkLst>
        </pc:cxnChg>
        <pc:cxnChg chg="mod">
          <ac:chgData name="Nursakirah Ab Rahman Muton" userId="423efa6d-ee54-4a96-bb69-a7d6dc1d7e38" providerId="ADAL" clId="{E5418EA3-ED04-44D7-B695-8570AC1018F6}" dt="2023-11-01T11:11:53.970" v="6290" actId="1076"/>
          <ac:cxnSpMkLst>
            <pc:docMk/>
            <pc:sldMk cId="4136805434" sldId="641"/>
            <ac:cxnSpMk id="68633" creationId="{BA84DE41-8755-AF7B-2B60-7CECFD6D2334}"/>
          </ac:cxnSpMkLst>
        </pc:cxnChg>
        <pc:cxnChg chg="mod">
          <ac:chgData name="Nursakirah Ab Rahman Muton" userId="423efa6d-ee54-4a96-bb69-a7d6dc1d7e38" providerId="ADAL" clId="{E5418EA3-ED04-44D7-B695-8570AC1018F6}" dt="2023-11-01T11:11:53.970" v="6290" actId="1076"/>
          <ac:cxnSpMkLst>
            <pc:docMk/>
            <pc:sldMk cId="4136805434" sldId="641"/>
            <ac:cxnSpMk id="68634" creationId="{DF27CFAF-8828-BE1E-2FF9-C20F462BBEC3}"/>
          </ac:cxnSpMkLst>
        </pc:cxnChg>
        <pc:cxnChg chg="mod">
          <ac:chgData name="Nursakirah Ab Rahman Muton" userId="423efa6d-ee54-4a96-bb69-a7d6dc1d7e38" providerId="ADAL" clId="{E5418EA3-ED04-44D7-B695-8570AC1018F6}" dt="2023-11-01T11:11:53.970" v="6290" actId="1076"/>
          <ac:cxnSpMkLst>
            <pc:docMk/>
            <pc:sldMk cId="4136805434" sldId="641"/>
            <ac:cxnSpMk id="68635" creationId="{625D392E-D9B9-3462-7FB6-0FBDFAB3130B}"/>
          </ac:cxnSpMkLst>
        </pc:cxnChg>
        <pc:cxnChg chg="mod">
          <ac:chgData name="Nursakirah Ab Rahman Muton" userId="423efa6d-ee54-4a96-bb69-a7d6dc1d7e38" providerId="ADAL" clId="{E5418EA3-ED04-44D7-B695-8570AC1018F6}" dt="2023-11-01T11:11:53.970" v="6290" actId="1076"/>
          <ac:cxnSpMkLst>
            <pc:docMk/>
            <pc:sldMk cId="4136805434" sldId="641"/>
            <ac:cxnSpMk id="68636" creationId="{B0B01475-5C60-ED75-332B-FA8EA2BA9650}"/>
          </ac:cxnSpMkLst>
        </pc:cxnChg>
      </pc:sldChg>
      <pc:sldChg chg="modSp new del mod">
        <pc:chgData name="Nursakirah Ab Rahman Muton" userId="423efa6d-ee54-4a96-bb69-a7d6dc1d7e38" providerId="ADAL" clId="{E5418EA3-ED04-44D7-B695-8570AC1018F6}" dt="2023-11-04T07:27:55.117" v="13232" actId="47"/>
        <pc:sldMkLst>
          <pc:docMk/>
          <pc:sldMk cId="1772100050" sldId="642"/>
        </pc:sldMkLst>
        <pc:spChg chg="mod">
          <ac:chgData name="Nursakirah Ab Rahman Muton" userId="423efa6d-ee54-4a96-bb69-a7d6dc1d7e38" providerId="ADAL" clId="{E5418EA3-ED04-44D7-B695-8570AC1018F6}" dt="2023-11-02T01:32:53.858" v="6350" actId="20577"/>
          <ac:spMkLst>
            <pc:docMk/>
            <pc:sldMk cId="1772100050" sldId="642"/>
            <ac:spMk id="2" creationId="{27EDCE34-678D-0DE8-E2F4-D224AE231012}"/>
          </ac:spMkLst>
        </pc:spChg>
      </pc:sldChg>
      <pc:sldChg chg="modSp new del mod">
        <pc:chgData name="Nursakirah Ab Rahman Muton" userId="423efa6d-ee54-4a96-bb69-a7d6dc1d7e38" providerId="ADAL" clId="{E5418EA3-ED04-44D7-B695-8570AC1018F6}" dt="2023-11-04T07:27:59.861" v="13233" actId="47"/>
        <pc:sldMkLst>
          <pc:docMk/>
          <pc:sldMk cId="3662898689" sldId="643"/>
        </pc:sldMkLst>
        <pc:spChg chg="mod">
          <ac:chgData name="Nursakirah Ab Rahman Muton" userId="423efa6d-ee54-4a96-bb69-a7d6dc1d7e38" providerId="ADAL" clId="{E5418EA3-ED04-44D7-B695-8570AC1018F6}" dt="2023-11-02T02:57:58.092" v="8274" actId="20577"/>
          <ac:spMkLst>
            <pc:docMk/>
            <pc:sldMk cId="3662898689" sldId="643"/>
            <ac:spMk id="2" creationId="{C226F88A-521E-D4F5-5163-BA66F159DF30}"/>
          </ac:spMkLst>
        </pc:spChg>
      </pc:sldChg>
      <pc:sldChg chg="addSp delSp modSp new del mod">
        <pc:chgData name="Nursakirah Ab Rahman Muton" userId="423efa6d-ee54-4a96-bb69-a7d6dc1d7e38" providerId="ADAL" clId="{E5418EA3-ED04-44D7-B695-8570AC1018F6}" dt="2023-11-02T02:45:10.724" v="8050" actId="47"/>
        <pc:sldMkLst>
          <pc:docMk/>
          <pc:sldMk cId="4226447710" sldId="643"/>
        </pc:sldMkLst>
        <pc:spChg chg="del">
          <ac:chgData name="Nursakirah Ab Rahman Muton" userId="423efa6d-ee54-4a96-bb69-a7d6dc1d7e38" providerId="ADAL" clId="{E5418EA3-ED04-44D7-B695-8570AC1018F6}" dt="2023-11-02T02:32:36.152" v="8005" actId="3680"/>
          <ac:spMkLst>
            <pc:docMk/>
            <pc:sldMk cId="4226447710" sldId="643"/>
            <ac:spMk id="3" creationId="{4097D656-D99C-9C21-F704-7B4ABFD9946C}"/>
          </ac:spMkLst>
        </pc:spChg>
        <pc:graphicFrameChg chg="add mod ord modGraphic">
          <ac:chgData name="Nursakirah Ab Rahman Muton" userId="423efa6d-ee54-4a96-bb69-a7d6dc1d7e38" providerId="ADAL" clId="{E5418EA3-ED04-44D7-B695-8570AC1018F6}" dt="2023-11-02T02:32:49.437" v="8010" actId="1076"/>
          <ac:graphicFrameMkLst>
            <pc:docMk/>
            <pc:sldMk cId="4226447710" sldId="643"/>
            <ac:graphicFrameMk id="4" creationId="{88708F97-679E-0D6D-8B01-C09F1F44C8F1}"/>
          </ac:graphicFrameMkLst>
        </pc:graphicFrameChg>
      </pc:sldChg>
      <pc:sldChg chg="addSp delSp modSp add mod delAnim modNotesTx">
        <pc:chgData name="Nursakirah Ab Rahman Muton" userId="423efa6d-ee54-4a96-bb69-a7d6dc1d7e38" providerId="ADAL" clId="{E5418EA3-ED04-44D7-B695-8570AC1018F6}" dt="2023-11-17T02:52:28.281" v="27116" actId="207"/>
        <pc:sldMkLst>
          <pc:docMk/>
          <pc:sldMk cId="1989284760" sldId="644"/>
        </pc:sldMkLst>
        <pc:spChg chg="add mod">
          <ac:chgData name="Nursakirah Ab Rahman Muton" userId="423efa6d-ee54-4a96-bb69-a7d6dc1d7e38" providerId="ADAL" clId="{E5418EA3-ED04-44D7-B695-8570AC1018F6}" dt="2023-11-02T03:29:16.880" v="9480" actId="208"/>
          <ac:spMkLst>
            <pc:docMk/>
            <pc:sldMk cId="1989284760" sldId="644"/>
            <ac:spMk id="2" creationId="{0CB07AA3-6712-7446-4960-C84CAB8EE5E9}"/>
          </ac:spMkLst>
        </pc:spChg>
        <pc:spChg chg="add mod">
          <ac:chgData name="Nursakirah Ab Rahman Muton" userId="423efa6d-ee54-4a96-bb69-a7d6dc1d7e38" providerId="ADAL" clId="{E5418EA3-ED04-44D7-B695-8570AC1018F6}" dt="2023-11-17T02:40:08.155" v="27033" actId="14100"/>
          <ac:spMkLst>
            <pc:docMk/>
            <pc:sldMk cId="1989284760" sldId="644"/>
            <ac:spMk id="4" creationId="{2AA13F34-D744-1645-9AD0-5E77AC035883}"/>
          </ac:spMkLst>
        </pc:spChg>
        <pc:spChg chg="add del mod">
          <ac:chgData name="Nursakirah Ab Rahman Muton" userId="423efa6d-ee54-4a96-bb69-a7d6dc1d7e38" providerId="ADAL" clId="{E5418EA3-ED04-44D7-B695-8570AC1018F6}" dt="2023-11-02T03:27:53.036" v="9464" actId="478"/>
          <ac:spMkLst>
            <pc:docMk/>
            <pc:sldMk cId="1989284760" sldId="644"/>
            <ac:spMk id="4" creationId="{F4026372-2098-41BE-C518-ECE696FB5DBE}"/>
          </ac:spMkLst>
        </pc:spChg>
        <pc:spChg chg="del">
          <ac:chgData name="Nursakirah Ab Rahman Muton" userId="423efa6d-ee54-4a96-bb69-a7d6dc1d7e38" providerId="ADAL" clId="{E5418EA3-ED04-44D7-B695-8570AC1018F6}" dt="2023-11-02T03:17:56.615" v="8945" actId="478"/>
          <ac:spMkLst>
            <pc:docMk/>
            <pc:sldMk cId="1989284760" sldId="644"/>
            <ac:spMk id="6" creationId="{DC4FB82D-E18A-E419-79C4-EC324DD13D01}"/>
          </ac:spMkLst>
        </pc:spChg>
        <pc:spChg chg="add mod">
          <ac:chgData name="Nursakirah Ab Rahman Muton" userId="423efa6d-ee54-4a96-bb69-a7d6dc1d7e38" providerId="ADAL" clId="{E5418EA3-ED04-44D7-B695-8570AC1018F6}" dt="2023-11-17T02:40:30.057" v="27035" actId="1076"/>
          <ac:spMkLst>
            <pc:docMk/>
            <pc:sldMk cId="1989284760" sldId="644"/>
            <ac:spMk id="6" creationId="{EACFCAF4-9FE8-5253-F9F9-56547C1EA206}"/>
          </ac:spMkLst>
        </pc:spChg>
        <pc:spChg chg="add del mod">
          <ac:chgData name="Nursakirah Ab Rahman Muton" userId="423efa6d-ee54-4a96-bb69-a7d6dc1d7e38" providerId="ADAL" clId="{E5418EA3-ED04-44D7-B695-8570AC1018F6}" dt="2023-11-02T03:27:55.216" v="9467" actId="478"/>
          <ac:spMkLst>
            <pc:docMk/>
            <pc:sldMk cId="1989284760" sldId="644"/>
            <ac:spMk id="7" creationId="{32074BDA-4E07-99F5-6ACB-3F9053E0FF1E}"/>
          </ac:spMkLst>
        </pc:spChg>
        <pc:spChg chg="add mod">
          <ac:chgData name="Nursakirah Ab Rahman Muton" userId="423efa6d-ee54-4a96-bb69-a7d6dc1d7e38" providerId="ADAL" clId="{E5418EA3-ED04-44D7-B695-8570AC1018F6}" dt="2023-11-17T02:51:40.372" v="27105" actId="207"/>
          <ac:spMkLst>
            <pc:docMk/>
            <pc:sldMk cId="1989284760" sldId="644"/>
            <ac:spMk id="7" creationId="{32F4800B-5A8E-DE47-4A65-8A7FD30984B4}"/>
          </ac:spMkLst>
        </pc:spChg>
        <pc:spChg chg="add del mod">
          <ac:chgData name="Nursakirah Ab Rahman Muton" userId="423efa6d-ee54-4a96-bb69-a7d6dc1d7e38" providerId="ADAL" clId="{E5418EA3-ED04-44D7-B695-8570AC1018F6}" dt="2023-11-17T02:39:16.906" v="27032" actId="1076"/>
          <ac:spMkLst>
            <pc:docMk/>
            <pc:sldMk cId="1989284760" sldId="644"/>
            <ac:spMk id="11" creationId="{3FACD583-5F3D-4397-2AD3-7B1BEE32D7F9}"/>
          </ac:spMkLst>
        </pc:spChg>
        <pc:spChg chg="add del mod">
          <ac:chgData name="Nursakirah Ab Rahman Muton" userId="423efa6d-ee54-4a96-bb69-a7d6dc1d7e38" providerId="ADAL" clId="{E5418EA3-ED04-44D7-B695-8570AC1018F6}" dt="2023-11-17T02:42:21.667" v="27041" actId="478"/>
          <ac:spMkLst>
            <pc:docMk/>
            <pc:sldMk cId="1989284760" sldId="644"/>
            <ac:spMk id="12" creationId="{95EEFE7E-A8E3-1EDD-B7B1-7357F07EF30A}"/>
          </ac:spMkLst>
        </pc:spChg>
        <pc:spChg chg="add del mod">
          <ac:chgData name="Nursakirah Ab Rahman Muton" userId="423efa6d-ee54-4a96-bb69-a7d6dc1d7e38" providerId="ADAL" clId="{E5418EA3-ED04-44D7-B695-8570AC1018F6}" dt="2023-11-02T03:27:49.611" v="9463" actId="478"/>
          <ac:spMkLst>
            <pc:docMk/>
            <pc:sldMk cId="1989284760" sldId="644"/>
            <ac:spMk id="12" creationId="{E689FEE6-0148-DC9F-7034-B30679DDBC44}"/>
          </ac:spMkLst>
        </pc:spChg>
        <pc:spChg chg="add del mod">
          <ac:chgData name="Nursakirah Ab Rahman Muton" userId="423efa6d-ee54-4a96-bb69-a7d6dc1d7e38" providerId="ADAL" clId="{E5418EA3-ED04-44D7-B695-8570AC1018F6}" dt="2023-11-02T03:27:56.680" v="9468" actId="478"/>
          <ac:spMkLst>
            <pc:docMk/>
            <pc:sldMk cId="1989284760" sldId="644"/>
            <ac:spMk id="13" creationId="{16F31F98-4F19-BA71-A302-A628985E1744}"/>
          </ac:spMkLst>
        </pc:spChg>
        <pc:spChg chg="add mod">
          <ac:chgData name="Nursakirah Ab Rahman Muton" userId="423efa6d-ee54-4a96-bb69-a7d6dc1d7e38" providerId="ADAL" clId="{E5418EA3-ED04-44D7-B695-8570AC1018F6}" dt="2023-11-17T02:43:27.706" v="27060" actId="207"/>
          <ac:spMkLst>
            <pc:docMk/>
            <pc:sldMk cId="1989284760" sldId="644"/>
            <ac:spMk id="13" creationId="{F8DDC423-E998-D058-1ACC-CF2AD1854A35}"/>
          </ac:spMkLst>
        </pc:spChg>
        <pc:spChg chg="add del mod">
          <ac:chgData name="Nursakirah Ab Rahman Muton" userId="423efa6d-ee54-4a96-bb69-a7d6dc1d7e38" providerId="ADAL" clId="{E5418EA3-ED04-44D7-B695-8570AC1018F6}" dt="2023-11-02T03:27:53.685" v="9465" actId="478"/>
          <ac:spMkLst>
            <pc:docMk/>
            <pc:sldMk cId="1989284760" sldId="644"/>
            <ac:spMk id="14" creationId="{9FF8AA75-538D-360C-D6DF-D0D0B27F94B0}"/>
          </ac:spMkLst>
        </pc:spChg>
        <pc:spChg chg="add del mod">
          <ac:chgData name="Nursakirah Ab Rahman Muton" userId="423efa6d-ee54-4a96-bb69-a7d6dc1d7e38" providerId="ADAL" clId="{E5418EA3-ED04-44D7-B695-8570AC1018F6}" dt="2023-11-02T03:27:54.382" v="9466" actId="478"/>
          <ac:spMkLst>
            <pc:docMk/>
            <pc:sldMk cId="1989284760" sldId="644"/>
            <ac:spMk id="15" creationId="{D7515085-684E-A09B-6338-1DCF27DD421E}"/>
          </ac:spMkLst>
        </pc:spChg>
        <pc:spChg chg="add mod">
          <ac:chgData name="Nursakirah Ab Rahman Muton" userId="423efa6d-ee54-4a96-bb69-a7d6dc1d7e38" providerId="ADAL" clId="{E5418EA3-ED04-44D7-B695-8570AC1018F6}" dt="2023-11-13T12:14:06.149" v="18803" actId="1076"/>
          <ac:spMkLst>
            <pc:docMk/>
            <pc:sldMk cId="1989284760" sldId="644"/>
            <ac:spMk id="16" creationId="{E9BEE986-72AD-DCB7-BB1A-02AD0C288E87}"/>
          </ac:spMkLst>
        </pc:spChg>
        <pc:spChg chg="add mod">
          <ac:chgData name="Nursakirah Ab Rahman Muton" userId="423efa6d-ee54-4a96-bb69-a7d6dc1d7e38" providerId="ADAL" clId="{E5418EA3-ED04-44D7-B695-8570AC1018F6}" dt="2023-11-02T03:28:26.457" v="9472" actId="1076"/>
          <ac:spMkLst>
            <pc:docMk/>
            <pc:sldMk cId="1989284760" sldId="644"/>
            <ac:spMk id="17" creationId="{E3843C92-E741-8F3E-3053-B11E0DAB78E8}"/>
          </ac:spMkLst>
        </pc:spChg>
        <pc:spChg chg="add mod">
          <ac:chgData name="Nursakirah Ab Rahman Muton" userId="423efa6d-ee54-4a96-bb69-a7d6dc1d7e38" providerId="ADAL" clId="{E5418EA3-ED04-44D7-B695-8570AC1018F6}" dt="2023-11-02T03:28:36.198" v="9475" actId="1076"/>
          <ac:spMkLst>
            <pc:docMk/>
            <pc:sldMk cId="1989284760" sldId="644"/>
            <ac:spMk id="18" creationId="{84981F9A-BD38-8668-93C2-DC2659FAC48E}"/>
          </ac:spMkLst>
        </pc:spChg>
        <pc:spChg chg="add del mod">
          <ac:chgData name="Nursakirah Ab Rahman Muton" userId="423efa6d-ee54-4a96-bb69-a7d6dc1d7e38" providerId="ADAL" clId="{E5418EA3-ED04-44D7-B695-8570AC1018F6}" dt="2023-11-13T12:08:30.132" v="18796" actId="478"/>
          <ac:spMkLst>
            <pc:docMk/>
            <pc:sldMk cId="1989284760" sldId="644"/>
            <ac:spMk id="19" creationId="{457E0824-491F-7E3B-9C9C-99620BDBC26F}"/>
          </ac:spMkLst>
        </pc:spChg>
        <pc:spChg chg="add mod">
          <ac:chgData name="Nursakirah Ab Rahman Muton" userId="423efa6d-ee54-4a96-bb69-a7d6dc1d7e38" providerId="ADAL" clId="{E5418EA3-ED04-44D7-B695-8570AC1018F6}" dt="2023-11-02T03:29:44.228" v="9483" actId="208"/>
          <ac:spMkLst>
            <pc:docMk/>
            <pc:sldMk cId="1989284760" sldId="644"/>
            <ac:spMk id="20" creationId="{D32BBE25-4F94-B8F4-D103-11B64EE9F299}"/>
          </ac:spMkLst>
        </pc:spChg>
        <pc:spChg chg="add mod">
          <ac:chgData name="Nursakirah Ab Rahman Muton" userId="423efa6d-ee54-4a96-bb69-a7d6dc1d7e38" providerId="ADAL" clId="{E5418EA3-ED04-44D7-B695-8570AC1018F6}" dt="2023-11-02T03:29:56.603" v="9487" actId="14100"/>
          <ac:spMkLst>
            <pc:docMk/>
            <pc:sldMk cId="1989284760" sldId="644"/>
            <ac:spMk id="21" creationId="{6352ADC8-CB65-D539-488A-D63A217BE273}"/>
          </ac:spMkLst>
        </pc:spChg>
        <pc:spChg chg="add mod">
          <ac:chgData name="Nursakirah Ab Rahman Muton" userId="423efa6d-ee54-4a96-bb69-a7d6dc1d7e38" providerId="ADAL" clId="{E5418EA3-ED04-44D7-B695-8570AC1018F6}" dt="2023-11-02T03:30:06.854" v="9490" actId="14100"/>
          <ac:spMkLst>
            <pc:docMk/>
            <pc:sldMk cId="1989284760" sldId="644"/>
            <ac:spMk id="22" creationId="{8CF6E0F9-3944-90CC-A158-765346A3724D}"/>
          </ac:spMkLst>
        </pc:spChg>
        <pc:spChg chg="mod">
          <ac:chgData name="Nursakirah Ab Rahman Muton" userId="423efa6d-ee54-4a96-bb69-a7d6dc1d7e38" providerId="ADAL" clId="{E5418EA3-ED04-44D7-B695-8570AC1018F6}" dt="2023-11-17T02:43:36.097" v="27062" actId="207"/>
          <ac:spMkLst>
            <pc:docMk/>
            <pc:sldMk cId="1989284760" sldId="644"/>
            <ac:spMk id="26" creationId="{66CFE82F-68C6-A427-C4B8-28A243415780}"/>
          </ac:spMkLst>
        </pc:spChg>
        <pc:spChg chg="mod topLvl">
          <ac:chgData name="Nursakirah Ab Rahman Muton" userId="423efa6d-ee54-4a96-bb69-a7d6dc1d7e38" providerId="ADAL" clId="{E5418EA3-ED04-44D7-B695-8570AC1018F6}" dt="2023-11-17T02:50:52.549" v="27101" actId="164"/>
          <ac:spMkLst>
            <pc:docMk/>
            <pc:sldMk cId="1989284760" sldId="644"/>
            <ac:spMk id="30" creationId="{E8FA52EF-D76E-3A1C-1F35-095DF0B339E6}"/>
          </ac:spMkLst>
        </pc:spChg>
        <pc:spChg chg="mod">
          <ac:chgData name="Nursakirah Ab Rahman Muton" userId="423efa6d-ee54-4a96-bb69-a7d6dc1d7e38" providerId="ADAL" clId="{E5418EA3-ED04-44D7-B695-8570AC1018F6}" dt="2023-11-17T02:50:48.408" v="27100" actId="207"/>
          <ac:spMkLst>
            <pc:docMk/>
            <pc:sldMk cId="1989284760" sldId="644"/>
            <ac:spMk id="34" creationId="{631DD877-89A8-5B36-7150-A913F7AE1E85}"/>
          </ac:spMkLst>
        </pc:spChg>
        <pc:spChg chg="add mod">
          <ac:chgData name="Nursakirah Ab Rahman Muton" userId="423efa6d-ee54-4a96-bb69-a7d6dc1d7e38" providerId="ADAL" clId="{E5418EA3-ED04-44D7-B695-8570AC1018F6}" dt="2023-11-17T02:51:46.329" v="27107" actId="1076"/>
          <ac:spMkLst>
            <pc:docMk/>
            <pc:sldMk cId="1989284760" sldId="644"/>
            <ac:spMk id="40" creationId="{60FDFD52-BC56-0DA0-EF9F-7B80CC9EF293}"/>
          </ac:spMkLst>
        </pc:spChg>
        <pc:spChg chg="mod">
          <ac:chgData name="Nursakirah Ab Rahman Muton" userId="423efa6d-ee54-4a96-bb69-a7d6dc1d7e38" providerId="ADAL" clId="{E5418EA3-ED04-44D7-B695-8570AC1018F6}" dt="2023-11-17T02:52:28.281" v="27116" actId="207"/>
          <ac:spMkLst>
            <pc:docMk/>
            <pc:sldMk cId="1989284760" sldId="644"/>
            <ac:spMk id="44" creationId="{56C8AA3B-A6F4-7E0B-0E9B-11D36E2A4C67}"/>
          </ac:spMkLst>
        </pc:spChg>
        <pc:spChg chg="mod">
          <ac:chgData name="Nursakirah Ab Rahman Muton" userId="423efa6d-ee54-4a96-bb69-a7d6dc1d7e38" providerId="ADAL" clId="{E5418EA3-ED04-44D7-B695-8570AC1018F6}" dt="2023-11-17T02:52:17.729" v="27114" actId="207"/>
          <ac:spMkLst>
            <pc:docMk/>
            <pc:sldMk cId="1989284760" sldId="644"/>
            <ac:spMk id="46" creationId="{AABF02CF-9536-4F24-52BD-BE5990EC52DB}"/>
          </ac:spMkLst>
        </pc:spChg>
        <pc:spChg chg="mod">
          <ac:chgData name="Nursakirah Ab Rahman Muton" userId="423efa6d-ee54-4a96-bb69-a7d6dc1d7e38" providerId="ADAL" clId="{E5418EA3-ED04-44D7-B695-8570AC1018F6}" dt="2023-11-02T03:20:24.745" v="9017" actId="20577"/>
          <ac:spMkLst>
            <pc:docMk/>
            <pc:sldMk cId="1989284760" sldId="644"/>
            <ac:spMk id="80899" creationId="{AD21EB7B-E656-4927-5901-F97C676E67B4}"/>
          </ac:spMkLst>
        </pc:spChg>
        <pc:grpChg chg="add mod">
          <ac:chgData name="Nursakirah Ab Rahman Muton" userId="423efa6d-ee54-4a96-bb69-a7d6dc1d7e38" providerId="ADAL" clId="{E5418EA3-ED04-44D7-B695-8570AC1018F6}" dt="2023-11-17T02:50:55.821" v="27102" actId="164"/>
          <ac:grpSpMkLst>
            <pc:docMk/>
            <pc:sldMk cId="1989284760" sldId="644"/>
            <ac:grpSpMk id="24" creationId="{B357E79F-B5D7-C905-CA7B-FCBA0F6DCDAC}"/>
          </ac:grpSpMkLst>
        </pc:grpChg>
        <pc:grpChg chg="add mod">
          <ac:chgData name="Nursakirah Ab Rahman Muton" userId="423efa6d-ee54-4a96-bb69-a7d6dc1d7e38" providerId="ADAL" clId="{E5418EA3-ED04-44D7-B695-8570AC1018F6}" dt="2023-11-17T02:50:55.821" v="27102" actId="164"/>
          <ac:grpSpMkLst>
            <pc:docMk/>
            <pc:sldMk cId="1989284760" sldId="644"/>
            <ac:grpSpMk id="25" creationId="{93E1A225-A1BE-13DD-CA4E-54F012400008}"/>
          </ac:grpSpMkLst>
        </pc:grpChg>
        <pc:grpChg chg="add del mod">
          <ac:chgData name="Nursakirah Ab Rahman Muton" userId="423efa6d-ee54-4a96-bb69-a7d6dc1d7e38" providerId="ADAL" clId="{E5418EA3-ED04-44D7-B695-8570AC1018F6}" dt="2023-11-17T02:49:54.990" v="27091" actId="165"/>
          <ac:grpSpMkLst>
            <pc:docMk/>
            <pc:sldMk cId="1989284760" sldId="644"/>
            <ac:grpSpMk id="29" creationId="{1EE048CE-5970-B696-A5F0-31C8C7C3A054}"/>
          </ac:grpSpMkLst>
        </pc:grpChg>
        <pc:grpChg chg="add mod">
          <ac:chgData name="Nursakirah Ab Rahman Muton" userId="423efa6d-ee54-4a96-bb69-a7d6dc1d7e38" providerId="ADAL" clId="{E5418EA3-ED04-44D7-B695-8570AC1018F6}" dt="2023-11-17T02:50:52.549" v="27101" actId="164"/>
          <ac:grpSpMkLst>
            <pc:docMk/>
            <pc:sldMk cId="1989284760" sldId="644"/>
            <ac:grpSpMk id="33" creationId="{FC9341C0-D4F3-A5F2-C3C7-35B7307B3171}"/>
          </ac:grpSpMkLst>
        </pc:grpChg>
        <pc:grpChg chg="add mod">
          <ac:chgData name="Nursakirah Ab Rahman Muton" userId="423efa6d-ee54-4a96-bb69-a7d6dc1d7e38" providerId="ADAL" clId="{E5418EA3-ED04-44D7-B695-8570AC1018F6}" dt="2023-11-17T02:51:02.294" v="27103" actId="1076"/>
          <ac:grpSpMkLst>
            <pc:docMk/>
            <pc:sldMk cId="1989284760" sldId="644"/>
            <ac:grpSpMk id="38" creationId="{499CF762-8DE4-0620-E56A-A21DDA03D581}"/>
          </ac:grpSpMkLst>
        </pc:grpChg>
        <pc:grpChg chg="add mod">
          <ac:chgData name="Nursakirah Ab Rahman Muton" userId="423efa6d-ee54-4a96-bb69-a7d6dc1d7e38" providerId="ADAL" clId="{E5418EA3-ED04-44D7-B695-8570AC1018F6}" dt="2023-11-17T02:50:55.821" v="27102" actId="164"/>
          <ac:grpSpMkLst>
            <pc:docMk/>
            <pc:sldMk cId="1989284760" sldId="644"/>
            <ac:grpSpMk id="39" creationId="{43114116-028D-F279-1EE6-221CA9182374}"/>
          </ac:grpSpMkLst>
        </pc:grpChg>
        <pc:grpChg chg="add mod">
          <ac:chgData name="Nursakirah Ab Rahman Muton" userId="423efa6d-ee54-4a96-bb69-a7d6dc1d7e38" providerId="ADAL" clId="{E5418EA3-ED04-44D7-B695-8570AC1018F6}" dt="2023-11-17T02:52:01.462" v="27111" actId="1076"/>
          <ac:grpSpMkLst>
            <pc:docMk/>
            <pc:sldMk cId="1989284760" sldId="644"/>
            <ac:grpSpMk id="41" creationId="{063C57F7-173D-5AC2-62FF-4F288322F13D}"/>
          </ac:grpSpMkLst>
        </pc:grpChg>
        <pc:grpChg chg="mod">
          <ac:chgData name="Nursakirah Ab Rahman Muton" userId="423efa6d-ee54-4a96-bb69-a7d6dc1d7e38" providerId="ADAL" clId="{E5418EA3-ED04-44D7-B695-8570AC1018F6}" dt="2023-11-17T02:51:50.722" v="27108"/>
          <ac:grpSpMkLst>
            <pc:docMk/>
            <pc:sldMk cId="1989284760" sldId="644"/>
            <ac:grpSpMk id="42" creationId="{7FD9F1A7-995D-9310-406F-3A98D5765F11}"/>
          </ac:grpSpMkLst>
        </pc:grpChg>
        <pc:grpChg chg="del mod">
          <ac:chgData name="Nursakirah Ab Rahman Muton" userId="423efa6d-ee54-4a96-bb69-a7d6dc1d7e38" providerId="ADAL" clId="{E5418EA3-ED04-44D7-B695-8570AC1018F6}" dt="2023-11-17T02:52:13.531" v="27113" actId="478"/>
          <ac:grpSpMkLst>
            <pc:docMk/>
            <pc:sldMk cId="1989284760" sldId="644"/>
            <ac:grpSpMk id="43" creationId="{1ED9E4F6-8E97-72D3-F906-63F51223D29E}"/>
          </ac:grpSpMkLst>
        </pc:grpChg>
        <pc:picChg chg="del">
          <ac:chgData name="Nursakirah Ab Rahman Muton" userId="423efa6d-ee54-4a96-bb69-a7d6dc1d7e38" providerId="ADAL" clId="{E5418EA3-ED04-44D7-B695-8570AC1018F6}" dt="2023-11-02T03:18:00.751" v="8946" actId="478"/>
          <ac:picMkLst>
            <pc:docMk/>
            <pc:sldMk cId="1989284760" sldId="644"/>
            <ac:picMk id="3" creationId="{99769792-7054-6BB0-5CAA-21D59EB9E400}"/>
          </ac:picMkLst>
        </pc:picChg>
        <pc:picChg chg="mod">
          <ac:chgData name="Nursakirah Ab Rahman Muton" userId="423efa6d-ee54-4a96-bb69-a7d6dc1d7e38" providerId="ADAL" clId="{E5418EA3-ED04-44D7-B695-8570AC1018F6}" dt="2023-11-17T02:51:52.918" v="27110" actId="1076"/>
          <ac:picMkLst>
            <pc:docMk/>
            <pc:sldMk cId="1989284760" sldId="644"/>
            <ac:picMk id="5" creationId="{77A9BEE8-AD67-7F07-58E3-78ACE00C39A9}"/>
          </ac:picMkLst>
        </pc:picChg>
        <pc:inkChg chg="add del">
          <ac:chgData name="Nursakirah Ab Rahman Muton" userId="423efa6d-ee54-4a96-bb69-a7d6dc1d7e38" providerId="ADAL" clId="{E5418EA3-ED04-44D7-B695-8570AC1018F6}" dt="2023-11-17T02:38:10.818" v="26993" actId="478"/>
          <ac:inkMkLst>
            <pc:docMk/>
            <pc:sldMk cId="1989284760" sldId="644"/>
            <ac:inkMk id="3" creationId="{C5F82A95-7732-A0D7-C70C-73D997366B50}"/>
          </ac:inkMkLst>
        </pc:inkChg>
        <pc:cxnChg chg="add del">
          <ac:chgData name="Nursakirah Ab Rahman Muton" userId="423efa6d-ee54-4a96-bb69-a7d6dc1d7e38" providerId="ADAL" clId="{E5418EA3-ED04-44D7-B695-8570AC1018F6}" dt="2023-11-02T03:27:45.856" v="9462" actId="478"/>
          <ac:cxnSpMkLst>
            <pc:docMk/>
            <pc:sldMk cId="1989284760" sldId="644"/>
            <ac:cxnSpMk id="9" creationId="{8187D705-36AA-BB1D-EE1B-13253BBE39CB}"/>
          </ac:cxnSpMkLst>
        </pc:cxnChg>
        <pc:cxnChg chg="add del">
          <ac:chgData name="Nursakirah Ab Rahman Muton" userId="423efa6d-ee54-4a96-bb69-a7d6dc1d7e38" providerId="ADAL" clId="{E5418EA3-ED04-44D7-B695-8570AC1018F6}" dt="2023-11-02T03:27:45.856" v="9462" actId="478"/>
          <ac:cxnSpMkLst>
            <pc:docMk/>
            <pc:sldMk cId="1989284760" sldId="644"/>
            <ac:cxnSpMk id="10" creationId="{20731E6C-C62C-0108-2B50-F928BCCD87A7}"/>
          </ac:cxnSpMkLst>
        </pc:cxnChg>
        <pc:cxnChg chg="add mod">
          <ac:chgData name="Nursakirah Ab Rahman Muton" userId="423efa6d-ee54-4a96-bb69-a7d6dc1d7e38" providerId="ADAL" clId="{E5418EA3-ED04-44D7-B695-8570AC1018F6}" dt="2023-11-17T02:43:32.763" v="27061" actId="208"/>
          <ac:cxnSpMkLst>
            <pc:docMk/>
            <pc:sldMk cId="1989284760" sldId="644"/>
            <ac:cxnSpMk id="15" creationId="{8ED16439-A345-B662-D780-655F7C53CD24}"/>
          </ac:cxnSpMkLst>
        </pc:cxnChg>
        <pc:cxnChg chg="add mod">
          <ac:chgData name="Nursakirah Ab Rahman Muton" userId="423efa6d-ee54-4a96-bb69-a7d6dc1d7e38" providerId="ADAL" clId="{E5418EA3-ED04-44D7-B695-8570AC1018F6}" dt="2023-11-17T02:43:02.216" v="27055" actId="164"/>
          <ac:cxnSpMkLst>
            <pc:docMk/>
            <pc:sldMk cId="1989284760" sldId="644"/>
            <ac:cxnSpMk id="23" creationId="{776D0C5E-CBA3-344C-74DF-28EC0AF60A25}"/>
          </ac:cxnSpMkLst>
        </pc:cxnChg>
        <pc:cxnChg chg="del mod">
          <ac:chgData name="Nursakirah Ab Rahman Muton" userId="423efa6d-ee54-4a96-bb69-a7d6dc1d7e38" providerId="ADAL" clId="{E5418EA3-ED04-44D7-B695-8570AC1018F6}" dt="2023-11-17T02:43:09.174" v="27058" actId="478"/>
          <ac:cxnSpMkLst>
            <pc:docMk/>
            <pc:sldMk cId="1989284760" sldId="644"/>
            <ac:cxnSpMk id="27" creationId="{F1EAA6D2-6CFB-3E77-9D2A-86F6E9A1E386}"/>
          </ac:cxnSpMkLst>
        </pc:cxnChg>
        <pc:cxnChg chg="mod">
          <ac:chgData name="Nursakirah Ab Rahman Muton" userId="423efa6d-ee54-4a96-bb69-a7d6dc1d7e38" providerId="ADAL" clId="{E5418EA3-ED04-44D7-B695-8570AC1018F6}" dt="2023-11-17T02:43:03.838" v="27056"/>
          <ac:cxnSpMkLst>
            <pc:docMk/>
            <pc:sldMk cId="1989284760" sldId="644"/>
            <ac:cxnSpMk id="28" creationId="{D694A852-058E-1025-72F8-F6A2C54A257D}"/>
          </ac:cxnSpMkLst>
        </pc:cxnChg>
        <pc:cxnChg chg="mod topLvl">
          <ac:chgData name="Nursakirah Ab Rahman Muton" userId="423efa6d-ee54-4a96-bb69-a7d6dc1d7e38" providerId="ADAL" clId="{E5418EA3-ED04-44D7-B695-8570AC1018F6}" dt="2023-11-17T02:50:52.549" v="27101" actId="164"/>
          <ac:cxnSpMkLst>
            <pc:docMk/>
            <pc:sldMk cId="1989284760" sldId="644"/>
            <ac:cxnSpMk id="31" creationId="{8C5C84FF-FCF1-4B1B-1ADF-90458E529898}"/>
          </ac:cxnSpMkLst>
        </pc:cxnChg>
        <pc:cxnChg chg="mod topLvl">
          <ac:chgData name="Nursakirah Ab Rahman Muton" userId="423efa6d-ee54-4a96-bb69-a7d6dc1d7e38" providerId="ADAL" clId="{E5418EA3-ED04-44D7-B695-8570AC1018F6}" dt="2023-11-17T02:50:52.549" v="27101" actId="164"/>
          <ac:cxnSpMkLst>
            <pc:docMk/>
            <pc:sldMk cId="1989284760" sldId="644"/>
            <ac:cxnSpMk id="32" creationId="{FEE4ECDA-E667-4B47-5483-A1C0E067203C}"/>
          </ac:cxnSpMkLst>
        </pc:cxnChg>
        <pc:cxnChg chg="mod">
          <ac:chgData name="Nursakirah Ab Rahman Muton" userId="423efa6d-ee54-4a96-bb69-a7d6dc1d7e38" providerId="ADAL" clId="{E5418EA3-ED04-44D7-B695-8570AC1018F6}" dt="2023-11-17T02:48:43.839" v="27084"/>
          <ac:cxnSpMkLst>
            <pc:docMk/>
            <pc:sldMk cId="1989284760" sldId="644"/>
            <ac:cxnSpMk id="35" creationId="{82598F84-2FAA-0FB6-C31C-5745A8D98915}"/>
          </ac:cxnSpMkLst>
        </pc:cxnChg>
        <pc:cxnChg chg="add mod">
          <ac:chgData name="Nursakirah Ab Rahman Muton" userId="423efa6d-ee54-4a96-bb69-a7d6dc1d7e38" providerId="ADAL" clId="{E5418EA3-ED04-44D7-B695-8570AC1018F6}" dt="2023-11-17T02:50:52.549" v="27101" actId="164"/>
          <ac:cxnSpMkLst>
            <pc:docMk/>
            <pc:sldMk cId="1989284760" sldId="644"/>
            <ac:cxnSpMk id="36" creationId="{E938A367-BCF4-BA02-96F9-DE6CEB3A3D87}"/>
          </ac:cxnSpMkLst>
        </pc:cxnChg>
        <pc:cxnChg chg="add mod">
          <ac:chgData name="Nursakirah Ab Rahman Muton" userId="423efa6d-ee54-4a96-bb69-a7d6dc1d7e38" providerId="ADAL" clId="{E5418EA3-ED04-44D7-B695-8570AC1018F6}" dt="2023-11-17T02:50:52.549" v="27101" actId="164"/>
          <ac:cxnSpMkLst>
            <pc:docMk/>
            <pc:sldMk cId="1989284760" sldId="644"/>
            <ac:cxnSpMk id="37" creationId="{BFDE5C4C-00E7-0E56-31CE-CCAC1A72287B}"/>
          </ac:cxnSpMkLst>
        </pc:cxnChg>
        <pc:cxnChg chg="del mod">
          <ac:chgData name="Nursakirah Ab Rahman Muton" userId="423efa6d-ee54-4a96-bb69-a7d6dc1d7e38" providerId="ADAL" clId="{E5418EA3-ED04-44D7-B695-8570AC1018F6}" dt="2023-11-17T02:52:13.531" v="27113" actId="478"/>
          <ac:cxnSpMkLst>
            <pc:docMk/>
            <pc:sldMk cId="1989284760" sldId="644"/>
            <ac:cxnSpMk id="45" creationId="{90F74B21-42A7-6865-DDA4-95E58FEDB29C}"/>
          </ac:cxnSpMkLst>
        </pc:cxnChg>
        <pc:cxnChg chg="mod">
          <ac:chgData name="Nursakirah Ab Rahman Muton" userId="423efa6d-ee54-4a96-bb69-a7d6dc1d7e38" providerId="ADAL" clId="{E5418EA3-ED04-44D7-B695-8570AC1018F6}" dt="2023-11-17T02:52:22.830" v="27115" actId="208"/>
          <ac:cxnSpMkLst>
            <pc:docMk/>
            <pc:sldMk cId="1989284760" sldId="644"/>
            <ac:cxnSpMk id="47" creationId="{49F8E4DA-95E1-095F-8D65-D1EB41B1170E}"/>
          </ac:cxnSpMkLst>
        </pc:cxnChg>
        <pc:cxnChg chg="del mod">
          <ac:chgData name="Nursakirah Ab Rahman Muton" userId="423efa6d-ee54-4a96-bb69-a7d6dc1d7e38" providerId="ADAL" clId="{E5418EA3-ED04-44D7-B695-8570AC1018F6}" dt="2023-11-17T02:52:10.880" v="27112" actId="478"/>
          <ac:cxnSpMkLst>
            <pc:docMk/>
            <pc:sldMk cId="1989284760" sldId="644"/>
            <ac:cxnSpMk id="48" creationId="{6D72DEAF-7EB7-07FE-060E-60FDE078A147}"/>
          </ac:cxnSpMkLst>
        </pc:cxnChg>
      </pc:sldChg>
      <pc:sldChg chg="addSp delSp modSp add mod">
        <pc:chgData name="Nursakirah Ab Rahman Muton" userId="423efa6d-ee54-4a96-bb69-a7d6dc1d7e38" providerId="ADAL" clId="{E5418EA3-ED04-44D7-B695-8570AC1018F6}" dt="2023-11-17T02:54:19.164" v="27135" actId="478"/>
        <pc:sldMkLst>
          <pc:docMk/>
          <pc:sldMk cId="3318901447" sldId="645"/>
        </pc:sldMkLst>
        <pc:spChg chg="mod">
          <ac:chgData name="Nursakirah Ab Rahman Muton" userId="423efa6d-ee54-4a96-bb69-a7d6dc1d7e38" providerId="ADAL" clId="{E5418EA3-ED04-44D7-B695-8570AC1018F6}" dt="2023-11-02T03:53:26.975" v="9793" actId="1035"/>
          <ac:spMkLst>
            <pc:docMk/>
            <pc:sldMk cId="3318901447" sldId="645"/>
            <ac:spMk id="2" creationId="{0CB07AA3-6712-7446-4960-C84CAB8EE5E9}"/>
          </ac:spMkLst>
        </pc:spChg>
        <pc:spChg chg="add del mod">
          <ac:chgData name="Nursakirah Ab Rahman Muton" userId="423efa6d-ee54-4a96-bb69-a7d6dc1d7e38" providerId="ADAL" clId="{E5418EA3-ED04-44D7-B695-8570AC1018F6}" dt="2023-11-02T03:43:13.547" v="9688" actId="478"/>
          <ac:spMkLst>
            <pc:docMk/>
            <pc:sldMk cId="3318901447" sldId="645"/>
            <ac:spMk id="4" creationId="{801480CE-3E21-08FB-E2AD-7D77E5F4017B}"/>
          </ac:spMkLst>
        </pc:spChg>
        <pc:spChg chg="add mod">
          <ac:chgData name="Nursakirah Ab Rahman Muton" userId="423efa6d-ee54-4a96-bb69-a7d6dc1d7e38" providerId="ADAL" clId="{E5418EA3-ED04-44D7-B695-8570AC1018F6}" dt="2023-11-02T03:53:26.975" v="9793" actId="1035"/>
          <ac:spMkLst>
            <pc:docMk/>
            <pc:sldMk cId="3318901447" sldId="645"/>
            <ac:spMk id="6" creationId="{CF3DFEE9-725A-78F4-36D7-2134086F534C}"/>
          </ac:spMkLst>
        </pc:spChg>
        <pc:spChg chg="add mod">
          <ac:chgData name="Nursakirah Ab Rahman Muton" userId="423efa6d-ee54-4a96-bb69-a7d6dc1d7e38" providerId="ADAL" clId="{E5418EA3-ED04-44D7-B695-8570AC1018F6}" dt="2023-11-16T14:49:13.971" v="26970" actId="1076"/>
          <ac:spMkLst>
            <pc:docMk/>
            <pc:sldMk cId="3318901447" sldId="645"/>
            <ac:spMk id="7" creationId="{4E1EC1AF-C277-BF4A-A973-55429E606D65}"/>
          </ac:spMkLst>
        </pc:spChg>
        <pc:spChg chg="mod">
          <ac:chgData name="Nursakirah Ab Rahman Muton" userId="423efa6d-ee54-4a96-bb69-a7d6dc1d7e38" providerId="ADAL" clId="{E5418EA3-ED04-44D7-B695-8570AC1018F6}" dt="2023-11-16T14:47:52.230" v="26963" actId="14100"/>
          <ac:spMkLst>
            <pc:docMk/>
            <pc:sldMk cId="3318901447" sldId="645"/>
            <ac:spMk id="11" creationId="{3FACD583-5F3D-4397-2AD3-7B1BEE32D7F9}"/>
          </ac:spMkLst>
        </pc:spChg>
        <pc:spChg chg="add mod">
          <ac:chgData name="Nursakirah Ab Rahman Muton" userId="423efa6d-ee54-4a96-bb69-a7d6dc1d7e38" providerId="ADAL" clId="{E5418EA3-ED04-44D7-B695-8570AC1018F6}" dt="2023-11-02T03:48:16.713" v="9722" actId="1037"/>
          <ac:spMkLst>
            <pc:docMk/>
            <pc:sldMk cId="3318901447" sldId="645"/>
            <ac:spMk id="12" creationId="{53947A5A-F222-675F-4EF7-991551B317CC}"/>
          </ac:spMkLst>
        </pc:spChg>
        <pc:spChg chg="del mod">
          <ac:chgData name="Nursakirah Ab Rahman Muton" userId="423efa6d-ee54-4a96-bb69-a7d6dc1d7e38" providerId="ADAL" clId="{E5418EA3-ED04-44D7-B695-8570AC1018F6}" dt="2023-11-02T03:59:44.604" v="9851" actId="478"/>
          <ac:spMkLst>
            <pc:docMk/>
            <pc:sldMk cId="3318901447" sldId="645"/>
            <ac:spMk id="16" creationId="{E9BEE986-72AD-DCB7-BB1A-02AD0C288E87}"/>
          </ac:spMkLst>
        </pc:spChg>
        <pc:spChg chg="mod">
          <ac:chgData name="Nursakirah Ab Rahman Muton" userId="423efa6d-ee54-4a96-bb69-a7d6dc1d7e38" providerId="ADAL" clId="{E5418EA3-ED04-44D7-B695-8570AC1018F6}" dt="2023-11-02T03:53:26.975" v="9793" actId="1035"/>
          <ac:spMkLst>
            <pc:docMk/>
            <pc:sldMk cId="3318901447" sldId="645"/>
            <ac:spMk id="17" creationId="{E3843C92-E741-8F3E-3053-B11E0DAB78E8}"/>
          </ac:spMkLst>
        </pc:spChg>
        <pc:spChg chg="mod">
          <ac:chgData name="Nursakirah Ab Rahman Muton" userId="423efa6d-ee54-4a96-bb69-a7d6dc1d7e38" providerId="ADAL" clId="{E5418EA3-ED04-44D7-B695-8570AC1018F6}" dt="2023-11-02T03:53:26.975" v="9793" actId="1035"/>
          <ac:spMkLst>
            <pc:docMk/>
            <pc:sldMk cId="3318901447" sldId="645"/>
            <ac:spMk id="18" creationId="{84981F9A-BD38-8668-93C2-DC2659FAC48E}"/>
          </ac:spMkLst>
        </pc:spChg>
        <pc:spChg chg="mod">
          <ac:chgData name="Nursakirah Ab Rahman Muton" userId="423efa6d-ee54-4a96-bb69-a7d6dc1d7e38" providerId="ADAL" clId="{E5418EA3-ED04-44D7-B695-8570AC1018F6}" dt="2023-11-13T12:14:18.983" v="18805" actId="196"/>
          <ac:spMkLst>
            <pc:docMk/>
            <pc:sldMk cId="3318901447" sldId="645"/>
            <ac:spMk id="19" creationId="{457E0824-491F-7E3B-9C9C-99620BDBC26F}"/>
          </ac:spMkLst>
        </pc:spChg>
        <pc:spChg chg="mod">
          <ac:chgData name="Nursakirah Ab Rahman Muton" userId="423efa6d-ee54-4a96-bb69-a7d6dc1d7e38" providerId="ADAL" clId="{E5418EA3-ED04-44D7-B695-8570AC1018F6}" dt="2023-11-02T03:53:26.975" v="9793" actId="1035"/>
          <ac:spMkLst>
            <pc:docMk/>
            <pc:sldMk cId="3318901447" sldId="645"/>
            <ac:spMk id="20" creationId="{D32BBE25-4F94-B8F4-D103-11B64EE9F299}"/>
          </ac:spMkLst>
        </pc:spChg>
        <pc:spChg chg="mod">
          <ac:chgData name="Nursakirah Ab Rahman Muton" userId="423efa6d-ee54-4a96-bb69-a7d6dc1d7e38" providerId="ADAL" clId="{E5418EA3-ED04-44D7-B695-8570AC1018F6}" dt="2023-11-02T03:53:26.975" v="9793" actId="1035"/>
          <ac:spMkLst>
            <pc:docMk/>
            <pc:sldMk cId="3318901447" sldId="645"/>
            <ac:spMk id="21" creationId="{6352ADC8-CB65-D539-488A-D63A217BE273}"/>
          </ac:spMkLst>
        </pc:spChg>
        <pc:spChg chg="mod">
          <ac:chgData name="Nursakirah Ab Rahman Muton" userId="423efa6d-ee54-4a96-bb69-a7d6dc1d7e38" providerId="ADAL" clId="{E5418EA3-ED04-44D7-B695-8570AC1018F6}" dt="2023-11-02T03:53:26.975" v="9793" actId="1035"/>
          <ac:spMkLst>
            <pc:docMk/>
            <pc:sldMk cId="3318901447" sldId="645"/>
            <ac:spMk id="22" creationId="{8CF6E0F9-3944-90CC-A158-765346A3724D}"/>
          </ac:spMkLst>
        </pc:spChg>
        <pc:spChg chg="add mod">
          <ac:chgData name="Nursakirah Ab Rahman Muton" userId="423efa6d-ee54-4a96-bb69-a7d6dc1d7e38" providerId="ADAL" clId="{E5418EA3-ED04-44D7-B695-8570AC1018F6}" dt="2023-11-16T14:48:40.348" v="26966" actId="1076"/>
          <ac:spMkLst>
            <pc:docMk/>
            <pc:sldMk cId="3318901447" sldId="645"/>
            <ac:spMk id="27" creationId="{CC0FFDB5-81DD-75CE-810B-9461FCB3898D}"/>
          </ac:spMkLst>
        </pc:spChg>
        <pc:spChg chg="mod topLvl">
          <ac:chgData name="Nursakirah Ab Rahman Muton" userId="423efa6d-ee54-4a96-bb69-a7d6dc1d7e38" providerId="ADAL" clId="{E5418EA3-ED04-44D7-B695-8570AC1018F6}" dt="2023-11-02T03:50:13.319" v="9748" actId="164"/>
          <ac:spMkLst>
            <pc:docMk/>
            <pc:sldMk cId="3318901447" sldId="645"/>
            <ac:spMk id="29" creationId="{5B31F252-20A7-B4B0-658E-A0E7E41655BF}"/>
          </ac:spMkLst>
        </pc:spChg>
        <pc:spChg chg="add mod">
          <ac:chgData name="Nursakirah Ab Rahman Muton" userId="423efa6d-ee54-4a96-bb69-a7d6dc1d7e38" providerId="ADAL" clId="{E5418EA3-ED04-44D7-B695-8570AC1018F6}" dt="2023-11-16T14:47:56.681" v="26964" actId="14100"/>
          <ac:spMkLst>
            <pc:docMk/>
            <pc:sldMk cId="3318901447" sldId="645"/>
            <ac:spMk id="32" creationId="{DABBAC4F-650B-736D-4D74-ADD0CF9A0D21}"/>
          </ac:spMkLst>
        </pc:spChg>
        <pc:spChg chg="add del mod">
          <ac:chgData name="Nursakirah Ab Rahman Muton" userId="423efa6d-ee54-4a96-bb69-a7d6dc1d7e38" providerId="ADAL" clId="{E5418EA3-ED04-44D7-B695-8570AC1018F6}" dt="2023-11-02T03:59:47.402" v="9852" actId="478"/>
          <ac:spMkLst>
            <pc:docMk/>
            <pc:sldMk cId="3318901447" sldId="645"/>
            <ac:spMk id="34" creationId="{0633CCA9-4F7F-F8F0-5014-036013D062FA}"/>
          </ac:spMkLst>
        </pc:spChg>
        <pc:spChg chg="del mod">
          <ac:chgData name="Nursakirah Ab Rahman Muton" userId="423efa6d-ee54-4a96-bb69-a7d6dc1d7e38" providerId="ADAL" clId="{E5418EA3-ED04-44D7-B695-8570AC1018F6}" dt="2023-11-02T03:59:52.114" v="9853" actId="478"/>
          <ac:spMkLst>
            <pc:docMk/>
            <pc:sldMk cId="3318901447" sldId="645"/>
            <ac:spMk id="36" creationId="{3DD7A76C-20AD-A651-D0CD-910DF0D33C3A}"/>
          </ac:spMkLst>
        </pc:spChg>
        <pc:spChg chg="add mod">
          <ac:chgData name="Nursakirah Ab Rahman Muton" userId="423efa6d-ee54-4a96-bb69-a7d6dc1d7e38" providerId="ADAL" clId="{E5418EA3-ED04-44D7-B695-8570AC1018F6}" dt="2023-11-02T03:53:26.975" v="9793" actId="1035"/>
          <ac:spMkLst>
            <pc:docMk/>
            <pc:sldMk cId="3318901447" sldId="645"/>
            <ac:spMk id="39" creationId="{2C503AE4-2B68-1C81-2ADA-A761FCC907DF}"/>
          </ac:spMkLst>
        </pc:spChg>
        <pc:spChg chg="mod">
          <ac:chgData name="Nursakirah Ab Rahman Muton" userId="423efa6d-ee54-4a96-bb69-a7d6dc1d7e38" providerId="ADAL" clId="{E5418EA3-ED04-44D7-B695-8570AC1018F6}" dt="2023-11-02T03:51:15.357" v="9764" actId="6549"/>
          <ac:spMkLst>
            <pc:docMk/>
            <pc:sldMk cId="3318901447" sldId="645"/>
            <ac:spMk id="43" creationId="{FF480CDE-CB2B-72DC-61B4-F85E492BC8C3}"/>
          </ac:spMkLst>
        </pc:spChg>
        <pc:spChg chg="mod">
          <ac:chgData name="Nursakirah Ab Rahman Muton" userId="423efa6d-ee54-4a96-bb69-a7d6dc1d7e38" providerId="ADAL" clId="{E5418EA3-ED04-44D7-B695-8570AC1018F6}" dt="2023-11-02T03:51:58.240" v="9773" actId="20577"/>
          <ac:spMkLst>
            <pc:docMk/>
            <pc:sldMk cId="3318901447" sldId="645"/>
            <ac:spMk id="48" creationId="{6C269F1F-F51F-41A0-47C7-BA07D22A4FD4}"/>
          </ac:spMkLst>
        </pc:spChg>
        <pc:spChg chg="add mod">
          <ac:chgData name="Nursakirah Ab Rahman Muton" userId="423efa6d-ee54-4a96-bb69-a7d6dc1d7e38" providerId="ADAL" clId="{E5418EA3-ED04-44D7-B695-8570AC1018F6}" dt="2023-11-02T03:53:26.975" v="9793" actId="1035"/>
          <ac:spMkLst>
            <pc:docMk/>
            <pc:sldMk cId="3318901447" sldId="645"/>
            <ac:spMk id="50" creationId="{FE7EDF79-09FB-7EEB-012C-F944E56E1BB0}"/>
          </ac:spMkLst>
        </pc:spChg>
        <pc:spChg chg="add del mod">
          <ac:chgData name="Nursakirah Ab Rahman Muton" userId="423efa6d-ee54-4a96-bb69-a7d6dc1d7e38" providerId="ADAL" clId="{E5418EA3-ED04-44D7-B695-8570AC1018F6}" dt="2023-11-02T03:52:22.484" v="9779" actId="478"/>
          <ac:spMkLst>
            <pc:docMk/>
            <pc:sldMk cId="3318901447" sldId="645"/>
            <ac:spMk id="51" creationId="{64C63859-1881-A584-87B0-8309B04A61A9}"/>
          </ac:spMkLst>
        </pc:spChg>
        <pc:spChg chg="mod topLvl">
          <ac:chgData name="Nursakirah Ab Rahman Muton" userId="423efa6d-ee54-4a96-bb69-a7d6dc1d7e38" providerId="ADAL" clId="{E5418EA3-ED04-44D7-B695-8570AC1018F6}" dt="2023-11-02T03:53:13.144" v="9789" actId="1076"/>
          <ac:spMkLst>
            <pc:docMk/>
            <pc:sldMk cId="3318901447" sldId="645"/>
            <ac:spMk id="54" creationId="{F61B2A14-8F4B-EC87-0F86-2378DC3AD072}"/>
          </ac:spMkLst>
        </pc:spChg>
        <pc:spChg chg="add mod">
          <ac:chgData name="Nursakirah Ab Rahman Muton" userId="423efa6d-ee54-4a96-bb69-a7d6dc1d7e38" providerId="ADAL" clId="{E5418EA3-ED04-44D7-B695-8570AC1018F6}" dt="2023-11-13T12:14:23.867" v="18806" actId="1076"/>
          <ac:spMkLst>
            <pc:docMk/>
            <pc:sldMk cId="3318901447" sldId="645"/>
            <ac:spMk id="55" creationId="{D0874955-181F-9588-CD5C-FB738FB49E42}"/>
          </ac:spMkLst>
        </pc:spChg>
        <pc:spChg chg="add mod">
          <ac:chgData name="Nursakirah Ab Rahman Muton" userId="423efa6d-ee54-4a96-bb69-a7d6dc1d7e38" providerId="ADAL" clId="{E5418EA3-ED04-44D7-B695-8570AC1018F6}" dt="2023-11-16T14:49:21.326" v="26971" actId="1076"/>
          <ac:spMkLst>
            <pc:docMk/>
            <pc:sldMk cId="3318901447" sldId="645"/>
            <ac:spMk id="57" creationId="{6A112769-35E5-6668-8456-F808FFE9ABC0}"/>
          </ac:spMkLst>
        </pc:spChg>
        <pc:spChg chg="mod topLvl">
          <ac:chgData name="Nursakirah Ab Rahman Muton" userId="423efa6d-ee54-4a96-bb69-a7d6dc1d7e38" providerId="ADAL" clId="{E5418EA3-ED04-44D7-B695-8570AC1018F6}" dt="2023-11-16T14:49:21.326" v="26971" actId="1076"/>
          <ac:spMkLst>
            <pc:docMk/>
            <pc:sldMk cId="3318901447" sldId="645"/>
            <ac:spMk id="59" creationId="{4D50A60E-7001-2A6D-3478-02B29915299E}"/>
          </ac:spMkLst>
        </pc:spChg>
        <pc:spChg chg="add mod">
          <ac:chgData name="Nursakirah Ab Rahman Muton" userId="423efa6d-ee54-4a96-bb69-a7d6dc1d7e38" providerId="ADAL" clId="{E5418EA3-ED04-44D7-B695-8570AC1018F6}" dt="2023-11-16T14:49:21.326" v="26971" actId="1076"/>
          <ac:spMkLst>
            <pc:docMk/>
            <pc:sldMk cId="3318901447" sldId="645"/>
            <ac:spMk id="62" creationId="{57271B0A-912B-9F2F-8DD0-B4C179106AA5}"/>
          </ac:spMkLst>
        </pc:spChg>
        <pc:spChg chg="add mod">
          <ac:chgData name="Nursakirah Ab Rahman Muton" userId="423efa6d-ee54-4a96-bb69-a7d6dc1d7e38" providerId="ADAL" clId="{E5418EA3-ED04-44D7-B695-8570AC1018F6}" dt="2023-11-02T03:54:38.640" v="9813" actId="208"/>
          <ac:spMkLst>
            <pc:docMk/>
            <pc:sldMk cId="3318901447" sldId="645"/>
            <ac:spMk id="63" creationId="{E0BF5AD3-78E1-013D-2171-75A6F5266D8A}"/>
          </ac:spMkLst>
        </pc:spChg>
        <pc:spChg chg="add mod">
          <ac:chgData name="Nursakirah Ab Rahman Muton" userId="423efa6d-ee54-4a96-bb69-a7d6dc1d7e38" providerId="ADAL" clId="{E5418EA3-ED04-44D7-B695-8570AC1018F6}" dt="2023-11-02T03:54:50.546" v="9820" actId="14100"/>
          <ac:spMkLst>
            <pc:docMk/>
            <pc:sldMk cId="3318901447" sldId="645"/>
            <ac:spMk id="80896" creationId="{113B99CC-8B10-8C6B-4BEB-923E4D3FDD77}"/>
          </ac:spMkLst>
        </pc:spChg>
        <pc:spChg chg="add mod">
          <ac:chgData name="Nursakirah Ab Rahman Muton" userId="423efa6d-ee54-4a96-bb69-a7d6dc1d7e38" providerId="ADAL" clId="{E5418EA3-ED04-44D7-B695-8570AC1018F6}" dt="2023-11-02T03:54:57.278" v="9823" actId="14100"/>
          <ac:spMkLst>
            <pc:docMk/>
            <pc:sldMk cId="3318901447" sldId="645"/>
            <ac:spMk id="80897" creationId="{B1A9F8B3-EDFB-A5E2-2F57-75D0588CB454}"/>
          </ac:spMkLst>
        </pc:spChg>
        <pc:spChg chg="del">
          <ac:chgData name="Nursakirah Ab Rahman Muton" userId="423efa6d-ee54-4a96-bb69-a7d6dc1d7e38" providerId="ADAL" clId="{E5418EA3-ED04-44D7-B695-8570AC1018F6}" dt="2023-11-02T03:43:11.337" v="9687" actId="478"/>
          <ac:spMkLst>
            <pc:docMk/>
            <pc:sldMk cId="3318901447" sldId="645"/>
            <ac:spMk id="80899" creationId="{AD21EB7B-E656-4927-5901-F97C676E67B4}"/>
          </ac:spMkLst>
        </pc:spChg>
        <pc:spChg chg="add del mod">
          <ac:chgData name="Nursakirah Ab Rahman Muton" userId="423efa6d-ee54-4a96-bb69-a7d6dc1d7e38" providerId="ADAL" clId="{E5418EA3-ED04-44D7-B695-8570AC1018F6}" dt="2023-11-02T03:55:07.443" v="9828" actId="478"/>
          <ac:spMkLst>
            <pc:docMk/>
            <pc:sldMk cId="3318901447" sldId="645"/>
            <ac:spMk id="80900" creationId="{9AF11723-42E2-8DC9-B0D6-81E4978D9082}"/>
          </ac:spMkLst>
        </pc:spChg>
        <pc:spChg chg="add mod">
          <ac:chgData name="Nursakirah Ab Rahman Muton" userId="423efa6d-ee54-4a96-bb69-a7d6dc1d7e38" providerId="ADAL" clId="{E5418EA3-ED04-44D7-B695-8570AC1018F6}" dt="2023-11-16T14:49:21.326" v="26971" actId="1076"/>
          <ac:spMkLst>
            <pc:docMk/>
            <pc:sldMk cId="3318901447" sldId="645"/>
            <ac:spMk id="80901" creationId="{1C04CB52-293E-8FF1-06A1-9B4F165BA324}"/>
          </ac:spMkLst>
        </pc:spChg>
        <pc:grpChg chg="add mod">
          <ac:chgData name="Nursakirah Ab Rahman Muton" userId="423efa6d-ee54-4a96-bb69-a7d6dc1d7e38" providerId="ADAL" clId="{E5418EA3-ED04-44D7-B695-8570AC1018F6}" dt="2023-11-16T14:49:13.971" v="26970" actId="1076"/>
          <ac:grpSpMkLst>
            <pc:docMk/>
            <pc:sldMk cId="3318901447" sldId="645"/>
            <ac:grpSpMk id="26" creationId="{779F1493-B1FB-CECF-E7C6-5E9B8589E932}"/>
          </ac:grpSpMkLst>
        </pc:grpChg>
        <pc:grpChg chg="add del mod">
          <ac:chgData name="Nursakirah Ab Rahman Muton" userId="423efa6d-ee54-4a96-bb69-a7d6dc1d7e38" providerId="ADAL" clId="{E5418EA3-ED04-44D7-B695-8570AC1018F6}" dt="2023-11-02T03:49:27.990" v="9740" actId="165"/>
          <ac:grpSpMkLst>
            <pc:docMk/>
            <pc:sldMk cId="3318901447" sldId="645"/>
            <ac:grpSpMk id="28" creationId="{5DFC70AE-8FC6-A67A-6E29-47A7B85EA8E7}"/>
          </ac:grpSpMkLst>
        </pc:grpChg>
        <pc:grpChg chg="add mod">
          <ac:chgData name="Nursakirah Ab Rahman Muton" userId="423efa6d-ee54-4a96-bb69-a7d6dc1d7e38" providerId="ADAL" clId="{E5418EA3-ED04-44D7-B695-8570AC1018F6}" dt="2023-11-16T14:46:10.907" v="26959" actId="1076"/>
          <ac:grpSpMkLst>
            <pc:docMk/>
            <pc:sldMk cId="3318901447" sldId="645"/>
            <ac:grpSpMk id="33" creationId="{5EDF1DBB-F898-56D7-3650-8766D6F68952}"/>
          </ac:grpSpMkLst>
        </pc:grpChg>
        <pc:grpChg chg="add del mod">
          <ac:chgData name="Nursakirah Ab Rahman Muton" userId="423efa6d-ee54-4a96-bb69-a7d6dc1d7e38" providerId="ADAL" clId="{E5418EA3-ED04-44D7-B695-8570AC1018F6}" dt="2023-11-02T03:59:52.114" v="9853" actId="478"/>
          <ac:grpSpMkLst>
            <pc:docMk/>
            <pc:sldMk cId="3318901447" sldId="645"/>
            <ac:grpSpMk id="35" creationId="{A9A457D9-5E3C-ACDE-0916-79BC7D2845BC}"/>
          </ac:grpSpMkLst>
        </pc:grpChg>
        <pc:grpChg chg="add del mod">
          <ac:chgData name="Nursakirah Ab Rahman Muton" userId="423efa6d-ee54-4a96-bb69-a7d6dc1d7e38" providerId="ADAL" clId="{E5418EA3-ED04-44D7-B695-8570AC1018F6}" dt="2023-11-02T03:59:56.549" v="9854" actId="478"/>
          <ac:grpSpMkLst>
            <pc:docMk/>
            <pc:sldMk cId="3318901447" sldId="645"/>
            <ac:grpSpMk id="38" creationId="{95A647E7-BFF5-CDC0-CC67-D01AA2F715E8}"/>
          </ac:grpSpMkLst>
        </pc:grpChg>
        <pc:grpChg chg="add mod">
          <ac:chgData name="Nursakirah Ab Rahman Muton" userId="423efa6d-ee54-4a96-bb69-a7d6dc1d7e38" providerId="ADAL" clId="{E5418EA3-ED04-44D7-B695-8570AC1018F6}" dt="2023-11-16T14:48:45.010" v="26967" actId="1076"/>
          <ac:grpSpMkLst>
            <pc:docMk/>
            <pc:sldMk cId="3318901447" sldId="645"/>
            <ac:grpSpMk id="40" creationId="{B167E497-2120-611F-FB4C-192960F0FD82}"/>
          </ac:grpSpMkLst>
        </pc:grpChg>
        <pc:grpChg chg="del mod">
          <ac:chgData name="Nursakirah Ab Rahman Muton" userId="423efa6d-ee54-4a96-bb69-a7d6dc1d7e38" providerId="ADAL" clId="{E5418EA3-ED04-44D7-B695-8570AC1018F6}" dt="2023-11-02T03:51:28.788" v="9765" actId="478"/>
          <ac:grpSpMkLst>
            <pc:docMk/>
            <pc:sldMk cId="3318901447" sldId="645"/>
            <ac:grpSpMk id="42" creationId="{0C3922B5-AF38-84A6-65E7-73510DA5AB90}"/>
          </ac:grpSpMkLst>
        </pc:grpChg>
        <pc:grpChg chg="add mod">
          <ac:chgData name="Nursakirah Ab Rahman Muton" userId="423efa6d-ee54-4a96-bb69-a7d6dc1d7e38" providerId="ADAL" clId="{E5418EA3-ED04-44D7-B695-8570AC1018F6}" dt="2023-11-16T14:43:56.864" v="26941" actId="1076"/>
          <ac:grpSpMkLst>
            <pc:docMk/>
            <pc:sldMk cId="3318901447" sldId="645"/>
            <ac:grpSpMk id="45" creationId="{506FC51C-19BC-6133-9ED4-F2A939A09A12}"/>
          </ac:grpSpMkLst>
        </pc:grpChg>
        <pc:grpChg chg="del mod">
          <ac:chgData name="Nursakirah Ab Rahman Muton" userId="423efa6d-ee54-4a96-bb69-a7d6dc1d7e38" providerId="ADAL" clId="{E5418EA3-ED04-44D7-B695-8570AC1018F6}" dt="2023-11-02T03:52:09.769" v="9774" actId="478"/>
          <ac:grpSpMkLst>
            <pc:docMk/>
            <pc:sldMk cId="3318901447" sldId="645"/>
            <ac:grpSpMk id="47" creationId="{7E02A557-3686-AB56-066E-C1C55E071D15}"/>
          </ac:grpSpMkLst>
        </pc:grpChg>
        <pc:grpChg chg="add del mod">
          <ac:chgData name="Nursakirah Ab Rahman Muton" userId="423efa6d-ee54-4a96-bb69-a7d6dc1d7e38" providerId="ADAL" clId="{E5418EA3-ED04-44D7-B695-8570AC1018F6}" dt="2023-11-02T03:52:50.792" v="9785" actId="165"/>
          <ac:grpSpMkLst>
            <pc:docMk/>
            <pc:sldMk cId="3318901447" sldId="645"/>
            <ac:grpSpMk id="52" creationId="{408F1396-EEC6-5CA9-6782-3C7C5149F3A2}"/>
          </ac:grpSpMkLst>
        </pc:grpChg>
        <pc:grpChg chg="add mod">
          <ac:chgData name="Nursakirah Ab Rahman Muton" userId="423efa6d-ee54-4a96-bb69-a7d6dc1d7e38" providerId="ADAL" clId="{E5418EA3-ED04-44D7-B695-8570AC1018F6}" dt="2023-11-16T14:49:04.043" v="26968" actId="1076"/>
          <ac:grpSpMkLst>
            <pc:docMk/>
            <pc:sldMk cId="3318901447" sldId="645"/>
            <ac:grpSpMk id="56" creationId="{B73E4853-8F2E-6AB9-BCE9-69569578BCB8}"/>
          </ac:grpSpMkLst>
        </pc:grpChg>
        <pc:grpChg chg="add del mod">
          <ac:chgData name="Nursakirah Ab Rahman Muton" userId="423efa6d-ee54-4a96-bb69-a7d6dc1d7e38" providerId="ADAL" clId="{E5418EA3-ED04-44D7-B695-8570AC1018F6}" dt="2023-11-02T03:54:15.033" v="9806" actId="165"/>
          <ac:grpSpMkLst>
            <pc:docMk/>
            <pc:sldMk cId="3318901447" sldId="645"/>
            <ac:grpSpMk id="58" creationId="{4B5130E2-CA2B-CF0B-51F4-1CF69935E8DB}"/>
          </ac:grpSpMkLst>
        </pc:grpChg>
        <pc:picChg chg="add del mod modCrop">
          <ac:chgData name="Nursakirah Ab Rahman Muton" userId="423efa6d-ee54-4a96-bb69-a7d6dc1d7e38" providerId="ADAL" clId="{E5418EA3-ED04-44D7-B695-8570AC1018F6}" dt="2023-11-16T14:32:52.937" v="26910" actId="478"/>
          <ac:picMkLst>
            <pc:docMk/>
            <pc:sldMk cId="3318901447" sldId="645"/>
            <ac:picMk id="3" creationId="{4CBEDB21-FD19-FB9D-7DF5-3E104B7796EA}"/>
          </ac:picMkLst>
        </pc:picChg>
        <pc:picChg chg="add del mod">
          <ac:chgData name="Nursakirah Ab Rahman Muton" userId="423efa6d-ee54-4a96-bb69-a7d6dc1d7e38" providerId="ADAL" clId="{E5418EA3-ED04-44D7-B695-8570AC1018F6}" dt="2023-11-16T14:32:50.712" v="26909" actId="478"/>
          <ac:picMkLst>
            <pc:docMk/>
            <pc:sldMk cId="3318901447" sldId="645"/>
            <ac:picMk id="4" creationId="{09DB57A0-A1A1-E872-384B-F0B479142028}"/>
          </ac:picMkLst>
        </pc:picChg>
        <pc:picChg chg="mod">
          <ac:chgData name="Nursakirah Ab Rahman Muton" userId="423efa6d-ee54-4a96-bb69-a7d6dc1d7e38" providerId="ADAL" clId="{E5418EA3-ED04-44D7-B695-8570AC1018F6}" dt="2023-11-02T03:54:45.426" v="9818" actId="1076"/>
          <ac:picMkLst>
            <pc:docMk/>
            <pc:sldMk cId="3318901447" sldId="645"/>
            <ac:picMk id="5" creationId="{77A9BEE8-AD67-7F07-58E3-78ACE00C39A9}"/>
          </ac:picMkLst>
        </pc:picChg>
        <pc:picChg chg="add del mod">
          <ac:chgData name="Nursakirah Ab Rahman Muton" userId="423efa6d-ee54-4a96-bb69-a7d6dc1d7e38" providerId="ADAL" clId="{E5418EA3-ED04-44D7-B695-8570AC1018F6}" dt="2023-11-16T14:44:01.810" v="26943" actId="478"/>
          <ac:picMkLst>
            <pc:docMk/>
            <pc:sldMk cId="3318901447" sldId="645"/>
            <ac:picMk id="30" creationId="{19C04F48-7DE6-B314-3049-A3112331BFBC}"/>
          </ac:picMkLst>
        </pc:picChg>
        <pc:inkChg chg="add del">
          <ac:chgData name="Nursakirah Ab Rahman Muton" userId="423efa6d-ee54-4a96-bb69-a7d6dc1d7e38" providerId="ADAL" clId="{E5418EA3-ED04-44D7-B695-8570AC1018F6}" dt="2023-11-17T02:54:19.164" v="27135" actId="478"/>
          <ac:inkMkLst>
            <pc:docMk/>
            <pc:sldMk cId="3318901447" sldId="645"/>
            <ac:inkMk id="3" creationId="{9F983F17-2B3E-15E7-90E9-738C395D7C6E}"/>
          </ac:inkMkLst>
        </pc:inkChg>
        <pc:inkChg chg="add del">
          <ac:chgData name="Nursakirah Ab Rahman Muton" userId="423efa6d-ee54-4a96-bb69-a7d6dc1d7e38" providerId="ADAL" clId="{E5418EA3-ED04-44D7-B695-8570AC1018F6}" dt="2023-11-17T02:52:36.962" v="27117" actId="478"/>
          <ac:inkMkLst>
            <pc:docMk/>
            <pc:sldMk cId="3318901447" sldId="645"/>
            <ac:inkMk id="4" creationId="{B35B3948-B65B-4669-16DD-624608C93A75}"/>
          </ac:inkMkLst>
        </pc:inkChg>
        <pc:cxnChg chg="mod">
          <ac:chgData name="Nursakirah Ab Rahman Muton" userId="423efa6d-ee54-4a96-bb69-a7d6dc1d7e38" providerId="ADAL" clId="{E5418EA3-ED04-44D7-B695-8570AC1018F6}" dt="2023-11-02T03:53:26.975" v="9793" actId="1035"/>
          <ac:cxnSpMkLst>
            <pc:docMk/>
            <pc:sldMk cId="3318901447" sldId="645"/>
            <ac:cxnSpMk id="8" creationId="{860CB931-08BF-D9B6-D1C6-10F1586A6834}"/>
          </ac:cxnSpMkLst>
        </pc:cxnChg>
        <pc:cxnChg chg="mod">
          <ac:chgData name="Nursakirah Ab Rahman Muton" userId="423efa6d-ee54-4a96-bb69-a7d6dc1d7e38" providerId="ADAL" clId="{E5418EA3-ED04-44D7-B695-8570AC1018F6}" dt="2023-11-02T03:53:26.975" v="9793" actId="1035"/>
          <ac:cxnSpMkLst>
            <pc:docMk/>
            <pc:sldMk cId="3318901447" sldId="645"/>
            <ac:cxnSpMk id="9" creationId="{8187D705-36AA-BB1D-EE1B-13253BBE39CB}"/>
          </ac:cxnSpMkLst>
        </pc:cxnChg>
        <pc:cxnChg chg="mod">
          <ac:chgData name="Nursakirah Ab Rahman Muton" userId="423efa6d-ee54-4a96-bb69-a7d6dc1d7e38" providerId="ADAL" clId="{E5418EA3-ED04-44D7-B695-8570AC1018F6}" dt="2023-11-02T03:53:26.975" v="9793" actId="1035"/>
          <ac:cxnSpMkLst>
            <pc:docMk/>
            <pc:sldMk cId="3318901447" sldId="645"/>
            <ac:cxnSpMk id="10" creationId="{20731E6C-C62C-0108-2B50-F928BCCD87A7}"/>
          </ac:cxnSpMkLst>
        </pc:cxnChg>
        <pc:cxnChg chg="add mod">
          <ac:chgData name="Nursakirah Ab Rahman Muton" userId="423efa6d-ee54-4a96-bb69-a7d6dc1d7e38" providerId="ADAL" clId="{E5418EA3-ED04-44D7-B695-8570AC1018F6}" dt="2023-11-17T02:53:04.534" v="27118" actId="1076"/>
          <ac:cxnSpMkLst>
            <pc:docMk/>
            <pc:sldMk cId="3318901447" sldId="645"/>
            <ac:cxnSpMk id="14" creationId="{99D484AE-6FFF-5120-A0FA-5622ECCB3EFD}"/>
          </ac:cxnSpMkLst>
        </pc:cxnChg>
        <pc:cxnChg chg="add del mod">
          <ac:chgData name="Nursakirah Ab Rahman Muton" userId="423efa6d-ee54-4a96-bb69-a7d6dc1d7e38" providerId="ADAL" clId="{E5418EA3-ED04-44D7-B695-8570AC1018F6}" dt="2023-11-16T14:49:08.016" v="26969" actId="478"/>
          <ac:cxnSpMkLst>
            <pc:docMk/>
            <pc:sldMk cId="3318901447" sldId="645"/>
            <ac:cxnSpMk id="15" creationId="{005DA6D0-D947-0CD8-F535-C53391501059}"/>
          </ac:cxnSpMkLst>
        </pc:cxnChg>
        <pc:cxnChg chg="add del mod">
          <ac:chgData name="Nursakirah Ab Rahman Muton" userId="423efa6d-ee54-4a96-bb69-a7d6dc1d7e38" providerId="ADAL" clId="{E5418EA3-ED04-44D7-B695-8570AC1018F6}" dt="2023-11-16T14:49:08.016" v="26969" actId="478"/>
          <ac:cxnSpMkLst>
            <pc:docMk/>
            <pc:sldMk cId="3318901447" sldId="645"/>
            <ac:cxnSpMk id="16" creationId="{2FF4FB64-8C4B-A6AC-6A7A-D673D072746C}"/>
          </ac:cxnSpMkLst>
        </pc:cxnChg>
        <pc:cxnChg chg="add del mod">
          <ac:chgData name="Nursakirah Ab Rahman Muton" userId="423efa6d-ee54-4a96-bb69-a7d6dc1d7e38" providerId="ADAL" clId="{E5418EA3-ED04-44D7-B695-8570AC1018F6}" dt="2023-11-16T14:33:59.778" v="26924"/>
          <ac:cxnSpMkLst>
            <pc:docMk/>
            <pc:sldMk cId="3318901447" sldId="645"/>
            <ac:cxnSpMk id="24" creationId="{E50C8491-3AB2-8D0A-5CB6-FFF4B3E0D477}"/>
          </ac:cxnSpMkLst>
        </pc:cxnChg>
        <pc:cxnChg chg="add mod">
          <ac:chgData name="Nursakirah Ab Rahman Muton" userId="423efa6d-ee54-4a96-bb69-a7d6dc1d7e38" providerId="ADAL" clId="{E5418EA3-ED04-44D7-B695-8570AC1018F6}" dt="2023-11-17T02:53:08.309" v="27119" actId="1076"/>
          <ac:cxnSpMkLst>
            <pc:docMk/>
            <pc:sldMk cId="3318901447" sldId="645"/>
            <ac:cxnSpMk id="25" creationId="{FD28F801-1DB8-71BB-DB66-1BBC75F89F40}"/>
          </ac:cxnSpMkLst>
        </pc:cxnChg>
        <pc:cxnChg chg="mod topLvl">
          <ac:chgData name="Nursakirah Ab Rahman Muton" userId="423efa6d-ee54-4a96-bb69-a7d6dc1d7e38" providerId="ADAL" clId="{E5418EA3-ED04-44D7-B695-8570AC1018F6}" dt="2023-11-02T03:50:46.585" v="9756" actId="164"/>
          <ac:cxnSpMkLst>
            <pc:docMk/>
            <pc:sldMk cId="3318901447" sldId="645"/>
            <ac:cxnSpMk id="30" creationId="{8F3E9C1A-FA83-F224-F161-5D124C75EBAD}"/>
          </ac:cxnSpMkLst>
        </pc:cxnChg>
        <pc:cxnChg chg="mod topLvl">
          <ac:chgData name="Nursakirah Ab Rahman Muton" userId="423efa6d-ee54-4a96-bb69-a7d6dc1d7e38" providerId="ADAL" clId="{E5418EA3-ED04-44D7-B695-8570AC1018F6}" dt="2023-11-02T04:00:44.117" v="9856" actId="1076"/>
          <ac:cxnSpMkLst>
            <pc:docMk/>
            <pc:sldMk cId="3318901447" sldId="645"/>
            <ac:cxnSpMk id="31" creationId="{0F7D4580-CDD8-08BA-73EE-62F977B9417D}"/>
          </ac:cxnSpMkLst>
        </pc:cxnChg>
        <pc:cxnChg chg="add del mod">
          <ac:chgData name="Nursakirah Ab Rahman Muton" userId="423efa6d-ee54-4a96-bb69-a7d6dc1d7e38" providerId="ADAL" clId="{E5418EA3-ED04-44D7-B695-8570AC1018F6}" dt="2023-11-16T14:49:08.016" v="26969" actId="478"/>
          <ac:cxnSpMkLst>
            <pc:docMk/>
            <pc:sldMk cId="3318901447" sldId="645"/>
            <ac:cxnSpMk id="37" creationId="{747A0AAE-4E42-A799-A049-09D05CEA78F2}"/>
          </ac:cxnSpMkLst>
        </pc:cxnChg>
        <pc:cxnChg chg="mod">
          <ac:chgData name="Nursakirah Ab Rahman Muton" userId="423efa6d-ee54-4a96-bb69-a7d6dc1d7e38" providerId="ADAL" clId="{E5418EA3-ED04-44D7-B695-8570AC1018F6}" dt="2023-11-02T03:50:29.805" v="9752"/>
          <ac:cxnSpMkLst>
            <pc:docMk/>
            <pc:sldMk cId="3318901447" sldId="645"/>
            <ac:cxnSpMk id="37" creationId="{9950C05B-F8A9-509D-2D89-442D97C5793C}"/>
          </ac:cxnSpMkLst>
        </pc:cxnChg>
        <pc:cxnChg chg="mod">
          <ac:chgData name="Nursakirah Ab Rahman Muton" userId="423efa6d-ee54-4a96-bb69-a7d6dc1d7e38" providerId="ADAL" clId="{E5418EA3-ED04-44D7-B695-8570AC1018F6}" dt="2023-11-02T03:51:08.498" v="9761"/>
          <ac:cxnSpMkLst>
            <pc:docMk/>
            <pc:sldMk cId="3318901447" sldId="645"/>
            <ac:cxnSpMk id="41" creationId="{E2E01C7B-ABAF-1560-F582-557CD02B7B84}"/>
          </ac:cxnSpMkLst>
        </pc:cxnChg>
        <pc:cxnChg chg="add del mod">
          <ac:chgData name="Nursakirah Ab Rahman Muton" userId="423efa6d-ee54-4a96-bb69-a7d6dc1d7e38" providerId="ADAL" clId="{E5418EA3-ED04-44D7-B695-8570AC1018F6}" dt="2023-11-16T14:49:08.016" v="26969" actId="478"/>
          <ac:cxnSpMkLst>
            <pc:docMk/>
            <pc:sldMk cId="3318901447" sldId="645"/>
            <ac:cxnSpMk id="42" creationId="{4940E5EB-E3CB-43A0-3953-9CE8F40836F9}"/>
          </ac:cxnSpMkLst>
        </pc:cxnChg>
        <pc:cxnChg chg="del mod">
          <ac:chgData name="Nursakirah Ab Rahman Muton" userId="423efa6d-ee54-4a96-bb69-a7d6dc1d7e38" providerId="ADAL" clId="{E5418EA3-ED04-44D7-B695-8570AC1018F6}" dt="2023-11-02T03:51:28.788" v="9765" actId="478"/>
          <ac:cxnSpMkLst>
            <pc:docMk/>
            <pc:sldMk cId="3318901447" sldId="645"/>
            <ac:cxnSpMk id="44" creationId="{7965E9AC-73AE-95AB-3DA8-01CE648E50EC}"/>
          </ac:cxnSpMkLst>
        </pc:cxnChg>
        <pc:cxnChg chg="mod">
          <ac:chgData name="Nursakirah Ab Rahman Muton" userId="423efa6d-ee54-4a96-bb69-a7d6dc1d7e38" providerId="ADAL" clId="{E5418EA3-ED04-44D7-B695-8570AC1018F6}" dt="2023-11-02T03:51:35.635" v="9767"/>
          <ac:cxnSpMkLst>
            <pc:docMk/>
            <pc:sldMk cId="3318901447" sldId="645"/>
            <ac:cxnSpMk id="46" creationId="{5E45C681-87DD-0CC9-1406-49D2D29BA96E}"/>
          </ac:cxnSpMkLst>
        </pc:cxnChg>
        <pc:cxnChg chg="del mod">
          <ac:chgData name="Nursakirah Ab Rahman Muton" userId="423efa6d-ee54-4a96-bb69-a7d6dc1d7e38" providerId="ADAL" clId="{E5418EA3-ED04-44D7-B695-8570AC1018F6}" dt="2023-11-02T03:52:09.769" v="9774" actId="478"/>
          <ac:cxnSpMkLst>
            <pc:docMk/>
            <pc:sldMk cId="3318901447" sldId="645"/>
            <ac:cxnSpMk id="49" creationId="{CE380766-3B17-21FE-9ADC-900AE1CDE4D9}"/>
          </ac:cxnSpMkLst>
        </pc:cxnChg>
        <pc:cxnChg chg="mod topLvl">
          <ac:chgData name="Nursakirah Ab Rahman Muton" userId="423efa6d-ee54-4a96-bb69-a7d6dc1d7e38" providerId="ADAL" clId="{E5418EA3-ED04-44D7-B695-8570AC1018F6}" dt="2023-11-02T03:52:58.848" v="9787" actId="164"/>
          <ac:cxnSpMkLst>
            <pc:docMk/>
            <pc:sldMk cId="3318901447" sldId="645"/>
            <ac:cxnSpMk id="53" creationId="{89829365-2AEE-D24D-4A8D-20F132872698}"/>
          </ac:cxnSpMkLst>
        </pc:cxnChg>
        <pc:cxnChg chg="del mod topLvl">
          <ac:chgData name="Nursakirah Ab Rahman Muton" userId="423efa6d-ee54-4a96-bb69-a7d6dc1d7e38" providerId="ADAL" clId="{E5418EA3-ED04-44D7-B695-8570AC1018F6}" dt="2023-11-02T03:54:17.703" v="9807" actId="478"/>
          <ac:cxnSpMkLst>
            <pc:docMk/>
            <pc:sldMk cId="3318901447" sldId="645"/>
            <ac:cxnSpMk id="60" creationId="{2B42DE8F-71B4-D327-7894-50EA3F4766DE}"/>
          </ac:cxnSpMkLst>
        </pc:cxnChg>
        <pc:cxnChg chg="del mod topLvl">
          <ac:chgData name="Nursakirah Ab Rahman Muton" userId="423efa6d-ee54-4a96-bb69-a7d6dc1d7e38" providerId="ADAL" clId="{E5418EA3-ED04-44D7-B695-8570AC1018F6}" dt="2023-11-02T03:54:17.703" v="9807" actId="478"/>
          <ac:cxnSpMkLst>
            <pc:docMk/>
            <pc:sldMk cId="3318901447" sldId="645"/>
            <ac:cxnSpMk id="61" creationId="{9332F5FC-38FF-1A40-8E2C-5B26D730BE70}"/>
          </ac:cxnSpMkLst>
        </pc:cxnChg>
      </pc:sldChg>
      <pc:sldChg chg="addSp delSp modSp new mod">
        <pc:chgData name="Nursakirah Ab Rahman Muton" userId="423efa6d-ee54-4a96-bb69-a7d6dc1d7e38" providerId="ADAL" clId="{E5418EA3-ED04-44D7-B695-8570AC1018F6}" dt="2023-11-17T02:54:33.198" v="27136" actId="478"/>
        <pc:sldMkLst>
          <pc:docMk/>
          <pc:sldMk cId="1216804273" sldId="646"/>
        </pc:sldMkLst>
        <pc:spChg chg="mod">
          <ac:chgData name="Nursakirah Ab Rahman Muton" userId="423efa6d-ee54-4a96-bb69-a7d6dc1d7e38" providerId="ADAL" clId="{E5418EA3-ED04-44D7-B695-8570AC1018F6}" dt="2023-11-02T04:12:58.443" v="10176"/>
          <ac:spMkLst>
            <pc:docMk/>
            <pc:sldMk cId="1216804273" sldId="646"/>
            <ac:spMk id="2" creationId="{E7999EC3-6C91-90DA-725A-248AEA951242}"/>
          </ac:spMkLst>
        </pc:spChg>
        <pc:spChg chg="del">
          <ac:chgData name="Nursakirah Ab Rahman Muton" userId="423efa6d-ee54-4a96-bb69-a7d6dc1d7e38" providerId="ADAL" clId="{E5418EA3-ED04-44D7-B695-8570AC1018F6}" dt="2023-11-02T04:13:12.576" v="10177" actId="478"/>
          <ac:spMkLst>
            <pc:docMk/>
            <pc:sldMk cId="1216804273" sldId="646"/>
            <ac:spMk id="3" creationId="{63B5235D-8A96-D9AF-7E7C-0AA8AA371893}"/>
          </ac:spMkLst>
        </pc:spChg>
        <pc:spChg chg="add mod">
          <ac:chgData name="Nursakirah Ab Rahman Muton" userId="423efa6d-ee54-4a96-bb69-a7d6dc1d7e38" providerId="ADAL" clId="{E5418EA3-ED04-44D7-B695-8570AC1018F6}" dt="2023-11-02T04:15:54.450" v="10188" actId="164"/>
          <ac:spMkLst>
            <pc:docMk/>
            <pc:sldMk cId="1216804273" sldId="646"/>
            <ac:spMk id="6" creationId="{099B552C-5113-9AAC-5F92-03D184C0CEC9}"/>
          </ac:spMkLst>
        </pc:spChg>
        <pc:spChg chg="mod">
          <ac:chgData name="Nursakirah Ab Rahman Muton" userId="423efa6d-ee54-4a96-bb69-a7d6dc1d7e38" providerId="ADAL" clId="{E5418EA3-ED04-44D7-B695-8570AC1018F6}" dt="2023-11-02T04:15:52.537" v="10187"/>
          <ac:spMkLst>
            <pc:docMk/>
            <pc:sldMk cId="1216804273" sldId="646"/>
            <ac:spMk id="8" creationId="{0AA40671-555A-47C7-D285-7E7FF57DFE2C}"/>
          </ac:spMkLst>
        </pc:spChg>
        <pc:spChg chg="add mod">
          <ac:chgData name="Nursakirah Ab Rahman Muton" userId="423efa6d-ee54-4a96-bb69-a7d6dc1d7e38" providerId="ADAL" clId="{E5418EA3-ED04-44D7-B695-8570AC1018F6}" dt="2023-11-02T04:15:54.450" v="10188" actId="164"/>
          <ac:spMkLst>
            <pc:docMk/>
            <pc:sldMk cId="1216804273" sldId="646"/>
            <ac:spMk id="11" creationId="{235440FF-C380-A355-06C6-EAFDB359BBA9}"/>
          </ac:spMkLst>
        </pc:spChg>
        <pc:spChg chg="mod">
          <ac:chgData name="Nursakirah Ab Rahman Muton" userId="423efa6d-ee54-4a96-bb69-a7d6dc1d7e38" providerId="ADAL" clId="{E5418EA3-ED04-44D7-B695-8570AC1018F6}" dt="2023-11-02T04:15:52.537" v="10187"/>
          <ac:spMkLst>
            <pc:docMk/>
            <pc:sldMk cId="1216804273" sldId="646"/>
            <ac:spMk id="13" creationId="{A511A04C-B8D3-F022-FF6B-B9DB44A09F2E}"/>
          </ac:spMkLst>
        </pc:spChg>
        <pc:spChg chg="mod">
          <ac:chgData name="Nursakirah Ab Rahman Muton" userId="423efa6d-ee54-4a96-bb69-a7d6dc1d7e38" providerId="ADAL" clId="{E5418EA3-ED04-44D7-B695-8570AC1018F6}" dt="2023-11-02T04:15:52.537" v="10187"/>
          <ac:spMkLst>
            <pc:docMk/>
            <pc:sldMk cId="1216804273" sldId="646"/>
            <ac:spMk id="17" creationId="{1FDAC4F6-FB7A-741B-924D-F4A55FEF07C6}"/>
          </ac:spMkLst>
        </pc:spChg>
        <pc:spChg chg="mod">
          <ac:chgData name="Nursakirah Ab Rahman Muton" userId="423efa6d-ee54-4a96-bb69-a7d6dc1d7e38" providerId="ADAL" clId="{E5418EA3-ED04-44D7-B695-8570AC1018F6}" dt="2023-11-02T04:15:52.537" v="10187"/>
          <ac:spMkLst>
            <pc:docMk/>
            <pc:sldMk cId="1216804273" sldId="646"/>
            <ac:spMk id="20" creationId="{E040B41C-2206-EFB9-A894-E286DF03B584}"/>
          </ac:spMkLst>
        </pc:spChg>
        <pc:spChg chg="mod">
          <ac:chgData name="Nursakirah Ab Rahman Muton" userId="423efa6d-ee54-4a96-bb69-a7d6dc1d7e38" providerId="ADAL" clId="{E5418EA3-ED04-44D7-B695-8570AC1018F6}" dt="2023-11-02T04:15:52.537" v="10187"/>
          <ac:spMkLst>
            <pc:docMk/>
            <pc:sldMk cId="1216804273" sldId="646"/>
            <ac:spMk id="23" creationId="{E74A22CA-B524-71D8-46E9-4F970997D9A5}"/>
          </ac:spMkLst>
        </pc:spChg>
        <pc:spChg chg="add mod">
          <ac:chgData name="Nursakirah Ab Rahman Muton" userId="423efa6d-ee54-4a96-bb69-a7d6dc1d7e38" providerId="ADAL" clId="{E5418EA3-ED04-44D7-B695-8570AC1018F6}" dt="2023-11-02T04:15:54.450" v="10188" actId="164"/>
          <ac:spMkLst>
            <pc:docMk/>
            <pc:sldMk cId="1216804273" sldId="646"/>
            <ac:spMk id="24" creationId="{D0F3F614-E47A-3292-CBC1-EAD9D33D6710}"/>
          </ac:spMkLst>
        </pc:spChg>
        <pc:spChg chg="add mod">
          <ac:chgData name="Nursakirah Ab Rahman Muton" userId="423efa6d-ee54-4a96-bb69-a7d6dc1d7e38" providerId="ADAL" clId="{E5418EA3-ED04-44D7-B695-8570AC1018F6}" dt="2023-11-02T04:15:54.450" v="10188" actId="164"/>
          <ac:spMkLst>
            <pc:docMk/>
            <pc:sldMk cId="1216804273" sldId="646"/>
            <ac:spMk id="25" creationId="{886F8716-8AC7-C59A-0665-99E35A3BA43C}"/>
          </ac:spMkLst>
        </pc:spChg>
        <pc:spChg chg="add mod">
          <ac:chgData name="Nursakirah Ab Rahman Muton" userId="423efa6d-ee54-4a96-bb69-a7d6dc1d7e38" providerId="ADAL" clId="{E5418EA3-ED04-44D7-B695-8570AC1018F6}" dt="2023-11-02T04:15:54.450" v="10188" actId="164"/>
          <ac:spMkLst>
            <pc:docMk/>
            <pc:sldMk cId="1216804273" sldId="646"/>
            <ac:spMk id="26" creationId="{D720CD4E-7358-DCC4-D2C8-847B2BB5AB80}"/>
          </ac:spMkLst>
        </pc:spChg>
        <pc:spChg chg="add mod">
          <ac:chgData name="Nursakirah Ab Rahman Muton" userId="423efa6d-ee54-4a96-bb69-a7d6dc1d7e38" providerId="ADAL" clId="{E5418EA3-ED04-44D7-B695-8570AC1018F6}" dt="2023-11-02T04:15:54.450" v="10188" actId="164"/>
          <ac:spMkLst>
            <pc:docMk/>
            <pc:sldMk cId="1216804273" sldId="646"/>
            <ac:spMk id="27" creationId="{B446AFDF-5AE6-F1B9-2EDA-4DE18CE22C09}"/>
          </ac:spMkLst>
        </pc:spChg>
        <pc:spChg chg="add mod">
          <ac:chgData name="Nursakirah Ab Rahman Muton" userId="423efa6d-ee54-4a96-bb69-a7d6dc1d7e38" providerId="ADAL" clId="{E5418EA3-ED04-44D7-B695-8570AC1018F6}" dt="2023-11-02T04:15:54.450" v="10188" actId="164"/>
          <ac:spMkLst>
            <pc:docMk/>
            <pc:sldMk cId="1216804273" sldId="646"/>
            <ac:spMk id="30" creationId="{E5B4EFB1-2D78-2949-4A73-A62181789CE0}"/>
          </ac:spMkLst>
        </pc:spChg>
        <pc:spChg chg="add mod">
          <ac:chgData name="Nursakirah Ab Rahman Muton" userId="423efa6d-ee54-4a96-bb69-a7d6dc1d7e38" providerId="ADAL" clId="{E5418EA3-ED04-44D7-B695-8570AC1018F6}" dt="2023-11-02T04:15:54.450" v="10188" actId="164"/>
          <ac:spMkLst>
            <pc:docMk/>
            <pc:sldMk cId="1216804273" sldId="646"/>
            <ac:spMk id="31" creationId="{3D77F1D1-E0B7-429F-BF8A-6822F3FAD156}"/>
          </ac:spMkLst>
        </pc:spChg>
        <pc:spChg chg="add mod">
          <ac:chgData name="Nursakirah Ab Rahman Muton" userId="423efa6d-ee54-4a96-bb69-a7d6dc1d7e38" providerId="ADAL" clId="{E5418EA3-ED04-44D7-B695-8570AC1018F6}" dt="2023-11-02T04:17:32.148" v="10216" actId="14100"/>
          <ac:spMkLst>
            <pc:docMk/>
            <pc:sldMk cId="1216804273" sldId="646"/>
            <ac:spMk id="42" creationId="{330015A3-4D57-D14B-6492-527BBC3F7C82}"/>
          </ac:spMkLst>
        </pc:spChg>
        <pc:spChg chg="add mod">
          <ac:chgData name="Nursakirah Ab Rahman Muton" userId="423efa6d-ee54-4a96-bb69-a7d6dc1d7e38" providerId="ADAL" clId="{E5418EA3-ED04-44D7-B695-8570AC1018F6}" dt="2023-11-02T04:18:25.164" v="10227" actId="208"/>
          <ac:spMkLst>
            <pc:docMk/>
            <pc:sldMk cId="1216804273" sldId="646"/>
            <ac:spMk id="51" creationId="{6117F7C0-99D3-91E3-3B7C-DBFEEE12B604}"/>
          </ac:spMkLst>
        </pc:spChg>
        <pc:grpChg chg="add mod">
          <ac:chgData name="Nursakirah Ab Rahman Muton" userId="423efa6d-ee54-4a96-bb69-a7d6dc1d7e38" providerId="ADAL" clId="{E5418EA3-ED04-44D7-B695-8570AC1018F6}" dt="2023-11-02T04:15:54.450" v="10188" actId="164"/>
          <ac:grpSpMkLst>
            <pc:docMk/>
            <pc:sldMk cId="1216804273" sldId="646"/>
            <ac:grpSpMk id="7" creationId="{7AAB48AE-A733-D8F1-F6CA-5EC92B9AC758}"/>
          </ac:grpSpMkLst>
        </pc:grpChg>
        <pc:grpChg chg="add mod">
          <ac:chgData name="Nursakirah Ab Rahman Muton" userId="423efa6d-ee54-4a96-bb69-a7d6dc1d7e38" providerId="ADAL" clId="{E5418EA3-ED04-44D7-B695-8570AC1018F6}" dt="2023-11-02T04:15:54.450" v="10188" actId="164"/>
          <ac:grpSpMkLst>
            <pc:docMk/>
            <pc:sldMk cId="1216804273" sldId="646"/>
            <ac:grpSpMk id="12" creationId="{3B64F7A6-2D2D-3501-C0AD-15B06FE88C60}"/>
          </ac:grpSpMkLst>
        </pc:grpChg>
        <pc:grpChg chg="add mod">
          <ac:chgData name="Nursakirah Ab Rahman Muton" userId="423efa6d-ee54-4a96-bb69-a7d6dc1d7e38" providerId="ADAL" clId="{E5418EA3-ED04-44D7-B695-8570AC1018F6}" dt="2023-11-02T04:15:54.450" v="10188" actId="164"/>
          <ac:grpSpMkLst>
            <pc:docMk/>
            <pc:sldMk cId="1216804273" sldId="646"/>
            <ac:grpSpMk id="15" creationId="{474AC91C-4C12-511A-70C7-13511EC3B7ED}"/>
          </ac:grpSpMkLst>
        </pc:grpChg>
        <pc:grpChg chg="add mod">
          <ac:chgData name="Nursakirah Ab Rahman Muton" userId="423efa6d-ee54-4a96-bb69-a7d6dc1d7e38" providerId="ADAL" clId="{E5418EA3-ED04-44D7-B695-8570AC1018F6}" dt="2023-11-02T04:15:54.450" v="10188" actId="164"/>
          <ac:grpSpMkLst>
            <pc:docMk/>
            <pc:sldMk cId="1216804273" sldId="646"/>
            <ac:grpSpMk id="18" creationId="{EC4F202D-7A9B-663F-5CFB-8EEE804D7F5E}"/>
          </ac:grpSpMkLst>
        </pc:grpChg>
        <pc:grpChg chg="add mod">
          <ac:chgData name="Nursakirah Ab Rahman Muton" userId="423efa6d-ee54-4a96-bb69-a7d6dc1d7e38" providerId="ADAL" clId="{E5418EA3-ED04-44D7-B695-8570AC1018F6}" dt="2023-11-02T04:15:54.450" v="10188" actId="164"/>
          <ac:grpSpMkLst>
            <pc:docMk/>
            <pc:sldMk cId="1216804273" sldId="646"/>
            <ac:grpSpMk id="21" creationId="{57EA0A2B-31E5-D5C4-E447-981D385A2D28}"/>
          </ac:grpSpMkLst>
        </pc:grpChg>
        <pc:grpChg chg="add mod">
          <ac:chgData name="Nursakirah Ab Rahman Muton" userId="423efa6d-ee54-4a96-bb69-a7d6dc1d7e38" providerId="ADAL" clId="{E5418EA3-ED04-44D7-B695-8570AC1018F6}" dt="2023-11-02T04:16:44.695" v="10205" actId="1076"/>
          <ac:grpSpMkLst>
            <pc:docMk/>
            <pc:sldMk cId="1216804273" sldId="646"/>
            <ac:grpSpMk id="34" creationId="{542464F4-C9F5-BD76-8E50-40128012F2FF}"/>
          </ac:grpSpMkLst>
        </pc:grpChg>
        <pc:picChg chg="add mod modCrop">
          <ac:chgData name="Nursakirah Ab Rahman Muton" userId="423efa6d-ee54-4a96-bb69-a7d6dc1d7e38" providerId="ADAL" clId="{E5418EA3-ED04-44D7-B695-8570AC1018F6}" dt="2023-11-02T04:16:38.078" v="10204" actId="1076"/>
          <ac:picMkLst>
            <pc:docMk/>
            <pc:sldMk cId="1216804273" sldId="646"/>
            <ac:picMk id="5" creationId="{9BA98069-0617-C893-EF10-CCDB8B15B537}"/>
          </ac:picMkLst>
        </pc:picChg>
        <pc:picChg chg="add mod">
          <ac:chgData name="Nursakirah Ab Rahman Muton" userId="423efa6d-ee54-4a96-bb69-a7d6dc1d7e38" providerId="ADAL" clId="{E5418EA3-ED04-44D7-B695-8570AC1018F6}" dt="2023-11-02T04:17:52.201" v="10218" actId="1076"/>
          <ac:picMkLst>
            <pc:docMk/>
            <pc:sldMk cId="1216804273" sldId="646"/>
            <ac:picMk id="49" creationId="{1F1246B6-2A2C-82B7-82B8-1F0BB867DE17}"/>
          </ac:picMkLst>
        </pc:picChg>
        <pc:inkChg chg="add del">
          <ac:chgData name="Nursakirah Ab Rahman Muton" userId="423efa6d-ee54-4a96-bb69-a7d6dc1d7e38" providerId="ADAL" clId="{E5418EA3-ED04-44D7-B695-8570AC1018F6}" dt="2023-11-17T02:54:33.198" v="27136" actId="478"/>
          <ac:inkMkLst>
            <pc:docMk/>
            <pc:sldMk cId="1216804273" sldId="646"/>
            <ac:inkMk id="3" creationId="{DE792C2C-44D5-585E-BD60-7813C8D9C1E6}"/>
          </ac:inkMkLst>
        </pc:inkChg>
        <pc:cxnChg chg="mod">
          <ac:chgData name="Nursakirah Ab Rahman Muton" userId="423efa6d-ee54-4a96-bb69-a7d6dc1d7e38" providerId="ADAL" clId="{E5418EA3-ED04-44D7-B695-8570AC1018F6}" dt="2023-11-02T04:15:52.537" v="10187"/>
          <ac:cxnSpMkLst>
            <pc:docMk/>
            <pc:sldMk cId="1216804273" sldId="646"/>
            <ac:cxnSpMk id="9" creationId="{23590E9E-3587-62FD-23BE-5F93746A3F76}"/>
          </ac:cxnSpMkLst>
        </pc:cxnChg>
        <pc:cxnChg chg="mod">
          <ac:chgData name="Nursakirah Ab Rahman Muton" userId="423efa6d-ee54-4a96-bb69-a7d6dc1d7e38" providerId="ADAL" clId="{E5418EA3-ED04-44D7-B695-8570AC1018F6}" dt="2023-11-02T04:15:52.537" v="10187"/>
          <ac:cxnSpMkLst>
            <pc:docMk/>
            <pc:sldMk cId="1216804273" sldId="646"/>
            <ac:cxnSpMk id="10" creationId="{B729E554-0E4D-987D-0C25-0E8F33C48E4B}"/>
          </ac:cxnSpMkLst>
        </pc:cxnChg>
        <pc:cxnChg chg="mod">
          <ac:chgData name="Nursakirah Ab Rahman Muton" userId="423efa6d-ee54-4a96-bb69-a7d6dc1d7e38" providerId="ADAL" clId="{E5418EA3-ED04-44D7-B695-8570AC1018F6}" dt="2023-11-02T04:15:52.537" v="10187"/>
          <ac:cxnSpMkLst>
            <pc:docMk/>
            <pc:sldMk cId="1216804273" sldId="646"/>
            <ac:cxnSpMk id="14" creationId="{9279B3E5-FA14-9041-4A07-2F623420BC97}"/>
          </ac:cxnSpMkLst>
        </pc:cxnChg>
        <pc:cxnChg chg="mod">
          <ac:chgData name="Nursakirah Ab Rahman Muton" userId="423efa6d-ee54-4a96-bb69-a7d6dc1d7e38" providerId="ADAL" clId="{E5418EA3-ED04-44D7-B695-8570AC1018F6}" dt="2023-11-02T04:15:52.537" v="10187"/>
          <ac:cxnSpMkLst>
            <pc:docMk/>
            <pc:sldMk cId="1216804273" sldId="646"/>
            <ac:cxnSpMk id="16" creationId="{DCDC0FC8-7DBC-E206-AAFF-53A1D07FCC6F}"/>
          </ac:cxnSpMkLst>
        </pc:cxnChg>
        <pc:cxnChg chg="mod">
          <ac:chgData name="Nursakirah Ab Rahman Muton" userId="423efa6d-ee54-4a96-bb69-a7d6dc1d7e38" providerId="ADAL" clId="{E5418EA3-ED04-44D7-B695-8570AC1018F6}" dt="2023-11-02T04:15:52.537" v="10187"/>
          <ac:cxnSpMkLst>
            <pc:docMk/>
            <pc:sldMk cId="1216804273" sldId="646"/>
            <ac:cxnSpMk id="19" creationId="{E50FF0D6-F05D-79B6-656C-9A79A3C89E72}"/>
          </ac:cxnSpMkLst>
        </pc:cxnChg>
        <pc:cxnChg chg="mod">
          <ac:chgData name="Nursakirah Ab Rahman Muton" userId="423efa6d-ee54-4a96-bb69-a7d6dc1d7e38" providerId="ADAL" clId="{E5418EA3-ED04-44D7-B695-8570AC1018F6}" dt="2023-11-02T04:15:52.537" v="10187"/>
          <ac:cxnSpMkLst>
            <pc:docMk/>
            <pc:sldMk cId="1216804273" sldId="646"/>
            <ac:cxnSpMk id="22" creationId="{76BDF0B0-F97F-598E-5E38-16BE4B10AB5C}"/>
          </ac:cxnSpMkLst>
        </pc:cxnChg>
        <pc:cxnChg chg="add del mod">
          <ac:chgData name="Nursakirah Ab Rahman Muton" userId="423efa6d-ee54-4a96-bb69-a7d6dc1d7e38" providerId="ADAL" clId="{E5418EA3-ED04-44D7-B695-8570AC1018F6}" dt="2023-11-02T04:16:02.834" v="10192" actId="478"/>
          <ac:cxnSpMkLst>
            <pc:docMk/>
            <pc:sldMk cId="1216804273" sldId="646"/>
            <ac:cxnSpMk id="28" creationId="{5A2253A6-61DD-4938-3E77-E5BAE5B1106D}"/>
          </ac:cxnSpMkLst>
        </pc:cxnChg>
        <pc:cxnChg chg="add del mod">
          <ac:chgData name="Nursakirah Ab Rahman Muton" userId="423efa6d-ee54-4a96-bb69-a7d6dc1d7e38" providerId="ADAL" clId="{E5418EA3-ED04-44D7-B695-8570AC1018F6}" dt="2023-11-02T04:16:05.364" v="10193" actId="478"/>
          <ac:cxnSpMkLst>
            <pc:docMk/>
            <pc:sldMk cId="1216804273" sldId="646"/>
            <ac:cxnSpMk id="29" creationId="{0B5FB8C4-58B8-E919-E44E-E50B3D738B01}"/>
          </ac:cxnSpMkLst>
        </pc:cxnChg>
        <pc:cxnChg chg="add del mod">
          <ac:chgData name="Nursakirah Ab Rahman Muton" userId="423efa6d-ee54-4a96-bb69-a7d6dc1d7e38" providerId="ADAL" clId="{E5418EA3-ED04-44D7-B695-8570AC1018F6}" dt="2023-11-02T04:15:58.411" v="10190" actId="478"/>
          <ac:cxnSpMkLst>
            <pc:docMk/>
            <pc:sldMk cId="1216804273" sldId="646"/>
            <ac:cxnSpMk id="32" creationId="{BCB64E14-1B8F-00AB-5E64-34624626419C}"/>
          </ac:cxnSpMkLst>
        </pc:cxnChg>
        <pc:cxnChg chg="add del mod">
          <ac:chgData name="Nursakirah Ab Rahman Muton" userId="423efa6d-ee54-4a96-bb69-a7d6dc1d7e38" providerId="ADAL" clId="{E5418EA3-ED04-44D7-B695-8570AC1018F6}" dt="2023-11-02T04:16:00.203" v="10191" actId="478"/>
          <ac:cxnSpMkLst>
            <pc:docMk/>
            <pc:sldMk cId="1216804273" sldId="646"/>
            <ac:cxnSpMk id="33" creationId="{3548DF15-4F3A-3FE6-A90A-B2DC1EDDDEF0}"/>
          </ac:cxnSpMkLst>
        </pc:cxnChg>
        <pc:cxnChg chg="add mod">
          <ac:chgData name="Nursakirah Ab Rahman Muton" userId="423efa6d-ee54-4a96-bb69-a7d6dc1d7e38" providerId="ADAL" clId="{E5418EA3-ED04-44D7-B695-8570AC1018F6}" dt="2023-11-02T04:16:44.695" v="10205" actId="1076"/>
          <ac:cxnSpMkLst>
            <pc:docMk/>
            <pc:sldMk cId="1216804273" sldId="646"/>
            <ac:cxnSpMk id="36" creationId="{867A3D99-45D3-91CC-EC99-7D01827AC431}"/>
          </ac:cxnSpMkLst>
        </pc:cxnChg>
        <pc:cxnChg chg="add mod">
          <ac:chgData name="Nursakirah Ab Rahman Muton" userId="423efa6d-ee54-4a96-bb69-a7d6dc1d7e38" providerId="ADAL" clId="{E5418EA3-ED04-44D7-B695-8570AC1018F6}" dt="2023-11-02T04:16:44.695" v="10205" actId="1076"/>
          <ac:cxnSpMkLst>
            <pc:docMk/>
            <pc:sldMk cId="1216804273" sldId="646"/>
            <ac:cxnSpMk id="37" creationId="{69A382FC-F692-BE6A-E988-941FA12767C8}"/>
          </ac:cxnSpMkLst>
        </pc:cxnChg>
        <pc:cxnChg chg="add mod">
          <ac:chgData name="Nursakirah Ab Rahman Muton" userId="423efa6d-ee54-4a96-bb69-a7d6dc1d7e38" providerId="ADAL" clId="{E5418EA3-ED04-44D7-B695-8570AC1018F6}" dt="2023-11-02T04:16:44.695" v="10205" actId="1076"/>
          <ac:cxnSpMkLst>
            <pc:docMk/>
            <pc:sldMk cId="1216804273" sldId="646"/>
            <ac:cxnSpMk id="38" creationId="{2A13A7A2-1D06-03CC-25BA-C8BB02C91627}"/>
          </ac:cxnSpMkLst>
        </pc:cxnChg>
        <pc:cxnChg chg="add mod">
          <ac:chgData name="Nursakirah Ab Rahman Muton" userId="423efa6d-ee54-4a96-bb69-a7d6dc1d7e38" providerId="ADAL" clId="{E5418EA3-ED04-44D7-B695-8570AC1018F6}" dt="2023-11-02T04:16:44.695" v="10205" actId="1076"/>
          <ac:cxnSpMkLst>
            <pc:docMk/>
            <pc:sldMk cId="1216804273" sldId="646"/>
            <ac:cxnSpMk id="39" creationId="{5A0D17C4-016B-06A9-6DBF-B3C525CBB900}"/>
          </ac:cxnSpMkLst>
        </pc:cxnChg>
        <pc:cxnChg chg="add del">
          <ac:chgData name="Nursakirah Ab Rahman Muton" userId="423efa6d-ee54-4a96-bb69-a7d6dc1d7e38" providerId="ADAL" clId="{E5418EA3-ED04-44D7-B695-8570AC1018F6}" dt="2023-11-02T04:16:57.980" v="10207" actId="478"/>
          <ac:cxnSpMkLst>
            <pc:docMk/>
            <pc:sldMk cId="1216804273" sldId="646"/>
            <ac:cxnSpMk id="41" creationId="{5860AE5C-A76A-FF76-BA3C-C510F1D0C5F7}"/>
          </ac:cxnSpMkLst>
        </pc:cxnChg>
        <pc:cxnChg chg="add mod">
          <ac:chgData name="Nursakirah Ab Rahman Muton" userId="423efa6d-ee54-4a96-bb69-a7d6dc1d7e38" providerId="ADAL" clId="{E5418EA3-ED04-44D7-B695-8570AC1018F6}" dt="2023-11-02T04:17:32.148" v="10216" actId="14100"/>
          <ac:cxnSpMkLst>
            <pc:docMk/>
            <pc:sldMk cId="1216804273" sldId="646"/>
            <ac:cxnSpMk id="44" creationId="{79AF8956-F3F9-B365-7E17-9FC8FCA41D2D}"/>
          </ac:cxnSpMkLst>
        </pc:cxnChg>
        <pc:cxnChg chg="add mod">
          <ac:chgData name="Nursakirah Ab Rahman Muton" userId="423efa6d-ee54-4a96-bb69-a7d6dc1d7e38" providerId="ADAL" clId="{E5418EA3-ED04-44D7-B695-8570AC1018F6}" dt="2023-11-02T04:18:25.164" v="10227" actId="208"/>
          <ac:cxnSpMkLst>
            <pc:docMk/>
            <pc:sldMk cId="1216804273" sldId="646"/>
            <ac:cxnSpMk id="50" creationId="{A7CFAB9A-31B0-1A80-A151-9A2C935C6BB2}"/>
          </ac:cxnSpMkLst>
        </pc:cxnChg>
      </pc:sldChg>
      <pc:sldChg chg="addSp delSp modSp new mod modClrScheme modAnim chgLayout">
        <pc:chgData name="Nursakirah Ab Rahman Muton" userId="423efa6d-ee54-4a96-bb69-a7d6dc1d7e38" providerId="ADAL" clId="{E5418EA3-ED04-44D7-B695-8570AC1018F6}" dt="2023-11-17T02:54:38.345" v="27137" actId="478"/>
        <pc:sldMkLst>
          <pc:docMk/>
          <pc:sldMk cId="1468377657" sldId="647"/>
        </pc:sldMkLst>
        <pc:spChg chg="add mod">
          <ac:chgData name="Nursakirah Ab Rahman Muton" userId="423efa6d-ee54-4a96-bb69-a7d6dc1d7e38" providerId="ADAL" clId="{E5418EA3-ED04-44D7-B695-8570AC1018F6}" dt="2023-11-13T13:33:08.954" v="18847" actId="164"/>
          <ac:spMkLst>
            <pc:docMk/>
            <pc:sldMk cId="1468377657" sldId="647"/>
            <ac:spMk id="2" creationId="{0A8848AB-295F-C477-3A9D-01AC07BC9195}"/>
          </ac:spMkLst>
        </pc:spChg>
        <pc:spChg chg="del">
          <ac:chgData name="Nursakirah Ab Rahman Muton" userId="423efa6d-ee54-4a96-bb69-a7d6dc1d7e38" providerId="ADAL" clId="{E5418EA3-ED04-44D7-B695-8570AC1018F6}" dt="2023-11-02T04:21:26.441" v="10246" actId="700"/>
          <ac:spMkLst>
            <pc:docMk/>
            <pc:sldMk cId="1468377657" sldId="647"/>
            <ac:spMk id="2" creationId="{A5EFB4C5-ECDB-21B8-92D2-F1748203022E}"/>
          </ac:spMkLst>
        </pc:spChg>
        <pc:spChg chg="del">
          <ac:chgData name="Nursakirah Ab Rahman Muton" userId="423efa6d-ee54-4a96-bb69-a7d6dc1d7e38" providerId="ADAL" clId="{E5418EA3-ED04-44D7-B695-8570AC1018F6}" dt="2023-11-02T04:21:26.441" v="10246" actId="700"/>
          <ac:spMkLst>
            <pc:docMk/>
            <pc:sldMk cId="1468377657" sldId="647"/>
            <ac:spMk id="3" creationId="{EE31CF03-A6C0-A2F3-6843-57EDC3F02A2C}"/>
          </ac:spMkLst>
        </pc:spChg>
        <pc:spChg chg="add mod">
          <ac:chgData name="Nursakirah Ab Rahman Muton" userId="423efa6d-ee54-4a96-bb69-a7d6dc1d7e38" providerId="ADAL" clId="{E5418EA3-ED04-44D7-B695-8570AC1018F6}" dt="2023-11-13T12:20:53.431" v="18807" actId="14100"/>
          <ac:spMkLst>
            <pc:docMk/>
            <pc:sldMk cId="1468377657" sldId="647"/>
            <ac:spMk id="5" creationId="{576C9581-6EAD-177F-C6E4-DA036FAF0FAE}"/>
          </ac:spMkLst>
        </pc:spChg>
        <pc:spChg chg="add mod">
          <ac:chgData name="Nursakirah Ab Rahman Muton" userId="423efa6d-ee54-4a96-bb69-a7d6dc1d7e38" providerId="ADAL" clId="{E5418EA3-ED04-44D7-B695-8570AC1018F6}" dt="2023-11-02T04:29:58.304" v="10253" actId="1076"/>
          <ac:spMkLst>
            <pc:docMk/>
            <pc:sldMk cId="1468377657" sldId="647"/>
            <ac:spMk id="6" creationId="{968E984F-C53D-4293-7667-A8170758A986}"/>
          </ac:spMkLst>
        </pc:spChg>
        <pc:spChg chg="add mod">
          <ac:chgData name="Nursakirah Ab Rahman Muton" userId="423efa6d-ee54-4a96-bb69-a7d6dc1d7e38" providerId="ADAL" clId="{E5418EA3-ED04-44D7-B695-8570AC1018F6}" dt="2023-11-02T04:29:58.304" v="10253" actId="1076"/>
          <ac:spMkLst>
            <pc:docMk/>
            <pc:sldMk cId="1468377657" sldId="647"/>
            <ac:spMk id="7" creationId="{E4806876-51F3-A0AC-3918-CB1E75B765EF}"/>
          </ac:spMkLst>
        </pc:spChg>
        <pc:spChg chg="add mod">
          <ac:chgData name="Nursakirah Ab Rahman Muton" userId="423efa6d-ee54-4a96-bb69-a7d6dc1d7e38" providerId="ADAL" clId="{E5418EA3-ED04-44D7-B695-8570AC1018F6}" dt="2023-11-02T04:29:58.304" v="10253" actId="1076"/>
          <ac:spMkLst>
            <pc:docMk/>
            <pc:sldMk cId="1468377657" sldId="647"/>
            <ac:spMk id="8" creationId="{6F8B4A26-EF30-91D2-C254-0F2966710FAA}"/>
          </ac:spMkLst>
        </pc:spChg>
        <pc:spChg chg="add mod">
          <ac:chgData name="Nursakirah Ab Rahman Muton" userId="423efa6d-ee54-4a96-bb69-a7d6dc1d7e38" providerId="ADAL" clId="{E5418EA3-ED04-44D7-B695-8570AC1018F6}" dt="2023-11-02T04:29:58.304" v="10253" actId="1076"/>
          <ac:spMkLst>
            <pc:docMk/>
            <pc:sldMk cId="1468377657" sldId="647"/>
            <ac:spMk id="9" creationId="{6ED6BDDD-B195-EE3C-43D0-119B15ABD324}"/>
          </ac:spMkLst>
        </pc:spChg>
        <pc:spChg chg="add mod">
          <ac:chgData name="Nursakirah Ab Rahman Muton" userId="423efa6d-ee54-4a96-bb69-a7d6dc1d7e38" providerId="ADAL" clId="{E5418EA3-ED04-44D7-B695-8570AC1018F6}" dt="2023-11-02T04:29:58.304" v="10253" actId="1076"/>
          <ac:spMkLst>
            <pc:docMk/>
            <pc:sldMk cId="1468377657" sldId="647"/>
            <ac:spMk id="10" creationId="{245265FD-A9C1-8522-1F1B-721C9381A5B7}"/>
          </ac:spMkLst>
        </pc:spChg>
        <pc:spChg chg="add mod">
          <ac:chgData name="Nursakirah Ab Rahman Muton" userId="423efa6d-ee54-4a96-bb69-a7d6dc1d7e38" providerId="ADAL" clId="{E5418EA3-ED04-44D7-B695-8570AC1018F6}" dt="2023-11-02T04:57:39.101" v="10564" actId="14100"/>
          <ac:spMkLst>
            <pc:docMk/>
            <pc:sldMk cId="1468377657" sldId="647"/>
            <ac:spMk id="11" creationId="{A42B508C-129E-72F1-D360-7139B6C2782D}"/>
          </ac:spMkLst>
        </pc:spChg>
        <pc:spChg chg="add mod">
          <ac:chgData name="Nursakirah Ab Rahman Muton" userId="423efa6d-ee54-4a96-bb69-a7d6dc1d7e38" providerId="ADAL" clId="{E5418EA3-ED04-44D7-B695-8570AC1018F6}" dt="2023-11-02T04:57:47.051" v="10566" actId="1076"/>
          <ac:spMkLst>
            <pc:docMk/>
            <pc:sldMk cId="1468377657" sldId="647"/>
            <ac:spMk id="12" creationId="{741BD123-0F10-2378-EE50-612438619348}"/>
          </ac:spMkLst>
        </pc:spChg>
        <pc:spChg chg="add mod">
          <ac:chgData name="Nursakirah Ab Rahman Muton" userId="423efa6d-ee54-4a96-bb69-a7d6dc1d7e38" providerId="ADAL" clId="{E5418EA3-ED04-44D7-B695-8570AC1018F6}" dt="2023-11-02T04:57:51.112" v="10568" actId="1076"/>
          <ac:spMkLst>
            <pc:docMk/>
            <pc:sldMk cId="1468377657" sldId="647"/>
            <ac:spMk id="13" creationId="{EF0582A9-3092-29F0-3E70-EFC542E2BBF2}"/>
          </ac:spMkLst>
        </pc:spChg>
        <pc:spChg chg="add mod">
          <ac:chgData name="Nursakirah Ab Rahman Muton" userId="423efa6d-ee54-4a96-bb69-a7d6dc1d7e38" providerId="ADAL" clId="{E5418EA3-ED04-44D7-B695-8570AC1018F6}" dt="2023-11-02T04:57:57.537" v="10570" actId="1076"/>
          <ac:spMkLst>
            <pc:docMk/>
            <pc:sldMk cId="1468377657" sldId="647"/>
            <ac:spMk id="14" creationId="{9110E764-B39C-70E0-E93F-F0DA63C41508}"/>
          </ac:spMkLst>
        </pc:spChg>
        <pc:grpChg chg="add mod">
          <ac:chgData name="Nursakirah Ab Rahman Muton" userId="423efa6d-ee54-4a96-bb69-a7d6dc1d7e38" providerId="ADAL" clId="{E5418EA3-ED04-44D7-B695-8570AC1018F6}" dt="2023-11-13T13:33:08.954" v="18847" actId="164"/>
          <ac:grpSpMkLst>
            <pc:docMk/>
            <pc:sldMk cId="1468377657" sldId="647"/>
            <ac:grpSpMk id="19" creationId="{1FB9D2BC-7E1C-B9E3-E416-F1BDD3E55DF2}"/>
          </ac:grpSpMkLst>
        </pc:grpChg>
        <pc:picChg chg="add mod">
          <ac:chgData name="Nursakirah Ab Rahman Muton" userId="423efa6d-ee54-4a96-bb69-a7d6dc1d7e38" providerId="ADAL" clId="{E5418EA3-ED04-44D7-B695-8570AC1018F6}" dt="2023-11-02T04:21:38.975" v="10251" actId="1076"/>
          <ac:picMkLst>
            <pc:docMk/>
            <pc:sldMk cId="1468377657" sldId="647"/>
            <ac:picMk id="4" creationId="{96777B88-6609-B8B3-D3BC-50173BC61A72}"/>
          </ac:picMkLst>
        </pc:picChg>
        <pc:picChg chg="add mod">
          <ac:chgData name="Nursakirah Ab Rahman Muton" userId="423efa6d-ee54-4a96-bb69-a7d6dc1d7e38" providerId="ADAL" clId="{E5418EA3-ED04-44D7-B695-8570AC1018F6}" dt="2023-11-16T14:55:11.237" v="26982" actId="1076"/>
          <ac:picMkLst>
            <pc:docMk/>
            <pc:sldMk cId="1468377657" sldId="647"/>
            <ac:picMk id="20" creationId="{A3C060DC-8896-84CC-39BA-E4A5CFC8652E}"/>
          </ac:picMkLst>
        </pc:picChg>
        <pc:picChg chg="add mod">
          <ac:chgData name="Nursakirah Ab Rahman Muton" userId="423efa6d-ee54-4a96-bb69-a7d6dc1d7e38" providerId="ADAL" clId="{E5418EA3-ED04-44D7-B695-8570AC1018F6}" dt="2023-11-16T14:54:08.890" v="26978" actId="1076"/>
          <ac:picMkLst>
            <pc:docMk/>
            <pc:sldMk cId="1468377657" sldId="647"/>
            <ac:picMk id="21" creationId="{673BC89A-9773-16A0-ED02-96A278267411}"/>
          </ac:picMkLst>
        </pc:picChg>
        <pc:inkChg chg="add del">
          <ac:chgData name="Nursakirah Ab Rahman Muton" userId="423efa6d-ee54-4a96-bb69-a7d6dc1d7e38" providerId="ADAL" clId="{E5418EA3-ED04-44D7-B695-8570AC1018F6}" dt="2023-11-17T02:54:38.345" v="27137" actId="478"/>
          <ac:inkMkLst>
            <pc:docMk/>
            <pc:sldMk cId="1468377657" sldId="647"/>
            <ac:inkMk id="3" creationId="{3269EA08-1865-FB2D-1615-F016155782A5}"/>
          </ac:inkMkLst>
        </pc:inkChg>
        <pc:cxnChg chg="add mod">
          <ac:chgData name="Nursakirah Ab Rahman Muton" userId="423efa6d-ee54-4a96-bb69-a7d6dc1d7e38" providerId="ADAL" clId="{E5418EA3-ED04-44D7-B695-8570AC1018F6}" dt="2023-11-13T13:33:08.954" v="18847" actId="164"/>
          <ac:cxnSpMkLst>
            <pc:docMk/>
            <pc:sldMk cId="1468377657" sldId="647"/>
            <ac:cxnSpMk id="15" creationId="{874707DA-D402-70F1-EC26-2EF6756353A9}"/>
          </ac:cxnSpMkLst>
        </pc:cxnChg>
        <pc:cxnChg chg="add mod">
          <ac:chgData name="Nursakirah Ab Rahman Muton" userId="423efa6d-ee54-4a96-bb69-a7d6dc1d7e38" providerId="ADAL" clId="{E5418EA3-ED04-44D7-B695-8570AC1018F6}" dt="2023-11-13T13:33:08.954" v="18847" actId="164"/>
          <ac:cxnSpMkLst>
            <pc:docMk/>
            <pc:sldMk cId="1468377657" sldId="647"/>
            <ac:cxnSpMk id="16" creationId="{94315939-9AC2-77D7-8271-00C4B9F7B0A4}"/>
          </ac:cxnSpMkLst>
        </pc:cxnChg>
        <pc:cxnChg chg="add mod">
          <ac:chgData name="Nursakirah Ab Rahman Muton" userId="423efa6d-ee54-4a96-bb69-a7d6dc1d7e38" providerId="ADAL" clId="{E5418EA3-ED04-44D7-B695-8570AC1018F6}" dt="2023-11-13T13:33:08.954" v="18847" actId="164"/>
          <ac:cxnSpMkLst>
            <pc:docMk/>
            <pc:sldMk cId="1468377657" sldId="647"/>
            <ac:cxnSpMk id="17" creationId="{C824FAE9-3716-F67A-4D17-98093F222946}"/>
          </ac:cxnSpMkLst>
        </pc:cxnChg>
        <pc:cxnChg chg="add mod">
          <ac:chgData name="Nursakirah Ab Rahman Muton" userId="423efa6d-ee54-4a96-bb69-a7d6dc1d7e38" providerId="ADAL" clId="{E5418EA3-ED04-44D7-B695-8570AC1018F6}" dt="2023-11-13T13:33:08.954" v="18847" actId="164"/>
          <ac:cxnSpMkLst>
            <pc:docMk/>
            <pc:sldMk cId="1468377657" sldId="647"/>
            <ac:cxnSpMk id="18" creationId="{CB71DEB8-21B6-79E9-B2D3-1F198092141D}"/>
          </ac:cxnSpMkLst>
        </pc:cxnChg>
      </pc:sldChg>
      <pc:sldChg chg="addSp delSp modSp new mod modClrScheme chgLayout">
        <pc:chgData name="Nursakirah Ab Rahman Muton" userId="423efa6d-ee54-4a96-bb69-a7d6dc1d7e38" providerId="ADAL" clId="{E5418EA3-ED04-44D7-B695-8570AC1018F6}" dt="2023-11-02T04:52:06.287" v="10521" actId="1076"/>
        <pc:sldMkLst>
          <pc:docMk/>
          <pc:sldMk cId="2444554763" sldId="648"/>
        </pc:sldMkLst>
        <pc:spChg chg="del">
          <ac:chgData name="Nursakirah Ab Rahman Muton" userId="423efa6d-ee54-4a96-bb69-a7d6dc1d7e38" providerId="ADAL" clId="{E5418EA3-ED04-44D7-B695-8570AC1018F6}" dt="2023-11-02T04:39:56.928" v="10406" actId="700"/>
          <ac:spMkLst>
            <pc:docMk/>
            <pc:sldMk cId="2444554763" sldId="648"/>
            <ac:spMk id="2" creationId="{40E2CBCF-9958-4520-478F-1F5F9716A5BC}"/>
          </ac:spMkLst>
        </pc:spChg>
        <pc:spChg chg="del">
          <ac:chgData name="Nursakirah Ab Rahman Muton" userId="423efa6d-ee54-4a96-bb69-a7d6dc1d7e38" providerId="ADAL" clId="{E5418EA3-ED04-44D7-B695-8570AC1018F6}" dt="2023-11-02T04:39:56.928" v="10406" actId="700"/>
          <ac:spMkLst>
            <pc:docMk/>
            <pc:sldMk cId="2444554763" sldId="648"/>
            <ac:spMk id="3" creationId="{B721F927-04C8-5CE1-C4B6-060718FBC20D}"/>
          </ac:spMkLst>
        </pc:spChg>
        <pc:spChg chg="mod">
          <ac:chgData name="Nursakirah Ab Rahman Muton" userId="423efa6d-ee54-4a96-bb69-a7d6dc1d7e38" providerId="ADAL" clId="{E5418EA3-ED04-44D7-B695-8570AC1018F6}" dt="2023-11-02T04:40:01.207" v="10408" actId="1076"/>
          <ac:spMkLst>
            <pc:docMk/>
            <pc:sldMk cId="2444554763" sldId="648"/>
            <ac:spMk id="5" creationId="{3F5A50AE-C178-879D-03EF-575DE7B410DA}"/>
          </ac:spMkLst>
        </pc:spChg>
        <pc:spChg chg="mod topLvl">
          <ac:chgData name="Nursakirah Ab Rahman Muton" userId="423efa6d-ee54-4a96-bb69-a7d6dc1d7e38" providerId="ADAL" clId="{E5418EA3-ED04-44D7-B695-8570AC1018F6}" dt="2023-11-02T04:43:06.643" v="10433" actId="1076"/>
          <ac:spMkLst>
            <pc:docMk/>
            <pc:sldMk cId="2444554763" sldId="648"/>
            <ac:spMk id="11" creationId="{D86DC092-0755-1B19-9E38-3FF098F8492F}"/>
          </ac:spMkLst>
        </pc:spChg>
        <pc:spChg chg="mod topLvl">
          <ac:chgData name="Nursakirah Ab Rahman Muton" userId="423efa6d-ee54-4a96-bb69-a7d6dc1d7e38" providerId="ADAL" clId="{E5418EA3-ED04-44D7-B695-8570AC1018F6}" dt="2023-11-02T04:42:08.514" v="10424" actId="14100"/>
          <ac:spMkLst>
            <pc:docMk/>
            <pc:sldMk cId="2444554763" sldId="648"/>
            <ac:spMk id="13" creationId="{18C0A928-367F-BB40-786A-6EB3D2D80932}"/>
          </ac:spMkLst>
        </pc:spChg>
        <pc:spChg chg="del mod topLvl">
          <ac:chgData name="Nursakirah Ab Rahman Muton" userId="423efa6d-ee54-4a96-bb69-a7d6dc1d7e38" providerId="ADAL" clId="{E5418EA3-ED04-44D7-B695-8570AC1018F6}" dt="2023-11-02T04:41:21.599" v="10416" actId="478"/>
          <ac:spMkLst>
            <pc:docMk/>
            <pc:sldMk cId="2444554763" sldId="648"/>
            <ac:spMk id="18" creationId="{5D2B6975-CF2E-55F1-2749-A05CA9662EE6}"/>
          </ac:spMkLst>
        </pc:spChg>
        <pc:spChg chg="mod topLvl">
          <ac:chgData name="Nursakirah Ab Rahman Muton" userId="423efa6d-ee54-4a96-bb69-a7d6dc1d7e38" providerId="ADAL" clId="{E5418EA3-ED04-44D7-B695-8570AC1018F6}" dt="2023-11-02T04:51:41.807" v="10513" actId="1076"/>
          <ac:spMkLst>
            <pc:docMk/>
            <pc:sldMk cId="2444554763" sldId="648"/>
            <ac:spMk id="19" creationId="{8B8D9EC3-8E7C-606F-34E7-51DE51A93AC7}"/>
          </ac:spMkLst>
        </pc:spChg>
        <pc:spChg chg="del mod topLvl">
          <ac:chgData name="Nursakirah Ab Rahman Muton" userId="423efa6d-ee54-4a96-bb69-a7d6dc1d7e38" providerId="ADAL" clId="{E5418EA3-ED04-44D7-B695-8570AC1018F6}" dt="2023-11-02T04:41:56.611" v="10421" actId="478"/>
          <ac:spMkLst>
            <pc:docMk/>
            <pc:sldMk cId="2444554763" sldId="648"/>
            <ac:spMk id="20" creationId="{1D3E8E37-BB37-AF7C-7E71-C184398F62FE}"/>
          </ac:spMkLst>
        </pc:spChg>
        <pc:spChg chg="mod topLvl">
          <ac:chgData name="Nursakirah Ab Rahman Muton" userId="423efa6d-ee54-4a96-bb69-a7d6dc1d7e38" providerId="ADAL" clId="{E5418EA3-ED04-44D7-B695-8570AC1018F6}" dt="2023-11-02T04:42:02.838" v="10422" actId="1076"/>
          <ac:spMkLst>
            <pc:docMk/>
            <pc:sldMk cId="2444554763" sldId="648"/>
            <ac:spMk id="21" creationId="{DEE656B5-821C-64B3-6DFF-3C7D7829697C}"/>
          </ac:spMkLst>
        </pc:spChg>
        <pc:spChg chg="del mod topLvl">
          <ac:chgData name="Nursakirah Ab Rahman Muton" userId="423efa6d-ee54-4a96-bb69-a7d6dc1d7e38" providerId="ADAL" clId="{E5418EA3-ED04-44D7-B695-8570AC1018F6}" dt="2023-11-02T04:41:56.611" v="10421" actId="478"/>
          <ac:spMkLst>
            <pc:docMk/>
            <pc:sldMk cId="2444554763" sldId="648"/>
            <ac:spMk id="22" creationId="{0A6A9550-755F-243B-A6E7-47ADC7FF2E52}"/>
          </ac:spMkLst>
        </pc:spChg>
        <pc:spChg chg="del mod topLvl">
          <ac:chgData name="Nursakirah Ab Rahman Muton" userId="423efa6d-ee54-4a96-bb69-a7d6dc1d7e38" providerId="ADAL" clId="{E5418EA3-ED04-44D7-B695-8570AC1018F6}" dt="2023-11-02T04:41:56.611" v="10421" actId="478"/>
          <ac:spMkLst>
            <pc:docMk/>
            <pc:sldMk cId="2444554763" sldId="648"/>
            <ac:spMk id="23" creationId="{30ABF4F7-22CC-4D08-28D1-98679A67A8DD}"/>
          </ac:spMkLst>
        </pc:spChg>
        <pc:spChg chg="mod">
          <ac:chgData name="Nursakirah Ab Rahman Muton" userId="423efa6d-ee54-4a96-bb69-a7d6dc1d7e38" providerId="ADAL" clId="{E5418EA3-ED04-44D7-B695-8570AC1018F6}" dt="2023-11-02T04:40:29.473" v="10412" actId="165"/>
          <ac:spMkLst>
            <pc:docMk/>
            <pc:sldMk cId="2444554763" sldId="648"/>
            <ac:spMk id="25" creationId="{989BE338-B7F3-0FEF-1C86-F4735B270380}"/>
          </ac:spMkLst>
        </pc:spChg>
        <pc:spChg chg="mod">
          <ac:chgData name="Nursakirah Ab Rahman Muton" userId="423efa6d-ee54-4a96-bb69-a7d6dc1d7e38" providerId="ADAL" clId="{E5418EA3-ED04-44D7-B695-8570AC1018F6}" dt="2023-11-02T04:40:29.473" v="10412" actId="165"/>
          <ac:spMkLst>
            <pc:docMk/>
            <pc:sldMk cId="2444554763" sldId="648"/>
            <ac:spMk id="27" creationId="{82FEBE03-4C36-670D-7C3F-AE41DDB7EE32}"/>
          </ac:spMkLst>
        </pc:spChg>
        <pc:spChg chg="mod">
          <ac:chgData name="Nursakirah Ab Rahman Muton" userId="423efa6d-ee54-4a96-bb69-a7d6dc1d7e38" providerId="ADAL" clId="{E5418EA3-ED04-44D7-B695-8570AC1018F6}" dt="2023-11-02T04:40:29.473" v="10412" actId="165"/>
          <ac:spMkLst>
            <pc:docMk/>
            <pc:sldMk cId="2444554763" sldId="648"/>
            <ac:spMk id="29" creationId="{3591CD78-2831-41D8-8347-3C00A722084B}"/>
          </ac:spMkLst>
        </pc:spChg>
        <pc:spChg chg="mod">
          <ac:chgData name="Nursakirah Ab Rahman Muton" userId="423efa6d-ee54-4a96-bb69-a7d6dc1d7e38" providerId="ADAL" clId="{E5418EA3-ED04-44D7-B695-8570AC1018F6}" dt="2023-11-02T04:40:29.473" v="10412" actId="165"/>
          <ac:spMkLst>
            <pc:docMk/>
            <pc:sldMk cId="2444554763" sldId="648"/>
            <ac:spMk id="30" creationId="{8280C605-104B-0BDD-58F3-7AAA1798D9AC}"/>
          </ac:spMkLst>
        </pc:spChg>
        <pc:spChg chg="mod">
          <ac:chgData name="Nursakirah Ab Rahman Muton" userId="423efa6d-ee54-4a96-bb69-a7d6dc1d7e38" providerId="ADAL" clId="{E5418EA3-ED04-44D7-B695-8570AC1018F6}" dt="2023-11-02T04:40:42.086" v="10413" actId="20577"/>
          <ac:spMkLst>
            <pc:docMk/>
            <pc:sldMk cId="2444554763" sldId="648"/>
            <ac:spMk id="32" creationId="{9477E746-6A73-5904-9B4A-DE274B39471B}"/>
          </ac:spMkLst>
        </pc:spChg>
        <pc:spChg chg="add mod">
          <ac:chgData name="Nursakirah Ab Rahman Muton" userId="423efa6d-ee54-4a96-bb69-a7d6dc1d7e38" providerId="ADAL" clId="{E5418EA3-ED04-44D7-B695-8570AC1018F6}" dt="2023-11-02T04:43:19.617" v="10437" actId="1076"/>
          <ac:spMkLst>
            <pc:docMk/>
            <pc:sldMk cId="2444554763" sldId="648"/>
            <ac:spMk id="38" creationId="{E5CF34BD-4A6A-0C13-DB76-5E014E49AE9B}"/>
          </ac:spMkLst>
        </pc:spChg>
        <pc:spChg chg="add mod">
          <ac:chgData name="Nursakirah Ab Rahman Muton" userId="423efa6d-ee54-4a96-bb69-a7d6dc1d7e38" providerId="ADAL" clId="{E5418EA3-ED04-44D7-B695-8570AC1018F6}" dt="2023-11-02T04:43:19.617" v="10437" actId="1076"/>
          <ac:spMkLst>
            <pc:docMk/>
            <pc:sldMk cId="2444554763" sldId="648"/>
            <ac:spMk id="39" creationId="{554D7DF1-87C1-2BDD-0003-F90A7A613B87}"/>
          </ac:spMkLst>
        </pc:spChg>
        <pc:spChg chg="add mod">
          <ac:chgData name="Nursakirah Ab Rahman Muton" userId="423efa6d-ee54-4a96-bb69-a7d6dc1d7e38" providerId="ADAL" clId="{E5418EA3-ED04-44D7-B695-8570AC1018F6}" dt="2023-11-02T04:52:06.287" v="10521" actId="1076"/>
          <ac:spMkLst>
            <pc:docMk/>
            <pc:sldMk cId="2444554763" sldId="648"/>
            <ac:spMk id="40" creationId="{B5981658-087A-C65E-0F32-C886EFE8F991}"/>
          </ac:spMkLst>
        </pc:spChg>
        <pc:spChg chg="mod">
          <ac:chgData name="Nursakirah Ab Rahman Muton" userId="423efa6d-ee54-4a96-bb69-a7d6dc1d7e38" providerId="ADAL" clId="{E5418EA3-ED04-44D7-B695-8570AC1018F6}" dt="2023-11-02T04:43:24.183" v="10438"/>
          <ac:spMkLst>
            <pc:docMk/>
            <pc:sldMk cId="2444554763" sldId="648"/>
            <ac:spMk id="42" creationId="{F847CC21-BA95-E55F-0F47-D7B67070D5F1}"/>
          </ac:spMkLst>
        </pc:spChg>
        <pc:spChg chg="add mod">
          <ac:chgData name="Nursakirah Ab Rahman Muton" userId="423efa6d-ee54-4a96-bb69-a7d6dc1d7e38" providerId="ADAL" clId="{E5418EA3-ED04-44D7-B695-8570AC1018F6}" dt="2023-11-02T04:52:06.287" v="10521" actId="1076"/>
          <ac:spMkLst>
            <pc:docMk/>
            <pc:sldMk cId="2444554763" sldId="648"/>
            <ac:spMk id="44" creationId="{C0E8A082-B83E-6F39-C321-8DF3816AFA23}"/>
          </ac:spMkLst>
        </pc:spChg>
        <pc:spChg chg="add mod">
          <ac:chgData name="Nursakirah Ab Rahman Muton" userId="423efa6d-ee54-4a96-bb69-a7d6dc1d7e38" providerId="ADAL" clId="{E5418EA3-ED04-44D7-B695-8570AC1018F6}" dt="2023-11-02T04:52:06.287" v="10521" actId="1076"/>
          <ac:spMkLst>
            <pc:docMk/>
            <pc:sldMk cId="2444554763" sldId="648"/>
            <ac:spMk id="45" creationId="{8499C63D-069B-A320-01CF-1487D35FFF49}"/>
          </ac:spMkLst>
        </pc:spChg>
        <pc:spChg chg="add mod">
          <ac:chgData name="Nursakirah Ab Rahman Muton" userId="423efa6d-ee54-4a96-bb69-a7d6dc1d7e38" providerId="ADAL" clId="{E5418EA3-ED04-44D7-B695-8570AC1018F6}" dt="2023-11-02T04:52:06.287" v="10521" actId="1076"/>
          <ac:spMkLst>
            <pc:docMk/>
            <pc:sldMk cId="2444554763" sldId="648"/>
            <ac:spMk id="46" creationId="{06ABA0DD-63B4-900B-68A7-69643DC98AB8}"/>
          </ac:spMkLst>
        </pc:spChg>
        <pc:spChg chg="add mod">
          <ac:chgData name="Nursakirah Ab Rahman Muton" userId="423efa6d-ee54-4a96-bb69-a7d6dc1d7e38" providerId="ADAL" clId="{E5418EA3-ED04-44D7-B695-8570AC1018F6}" dt="2023-11-02T04:52:06.287" v="10521" actId="1076"/>
          <ac:spMkLst>
            <pc:docMk/>
            <pc:sldMk cId="2444554763" sldId="648"/>
            <ac:spMk id="48" creationId="{542B1EB3-AD1F-7162-420F-6D1223513EBB}"/>
          </ac:spMkLst>
        </pc:spChg>
        <pc:spChg chg="add mod">
          <ac:chgData name="Nursakirah Ab Rahman Muton" userId="423efa6d-ee54-4a96-bb69-a7d6dc1d7e38" providerId="ADAL" clId="{E5418EA3-ED04-44D7-B695-8570AC1018F6}" dt="2023-11-02T04:52:06.287" v="10521" actId="1076"/>
          <ac:spMkLst>
            <pc:docMk/>
            <pc:sldMk cId="2444554763" sldId="648"/>
            <ac:spMk id="49" creationId="{0CECC2D7-B23D-F5BE-19C4-A4CDCF9BFE64}"/>
          </ac:spMkLst>
        </pc:spChg>
        <pc:spChg chg="mod">
          <ac:chgData name="Nursakirah Ab Rahman Muton" userId="423efa6d-ee54-4a96-bb69-a7d6dc1d7e38" providerId="ADAL" clId="{E5418EA3-ED04-44D7-B695-8570AC1018F6}" dt="2023-11-02T04:50:45.346" v="10497" actId="20577"/>
          <ac:spMkLst>
            <pc:docMk/>
            <pc:sldMk cId="2444554763" sldId="648"/>
            <ac:spMk id="53" creationId="{450B84E6-11C6-3A5F-3D49-21D02D6E0AE9}"/>
          </ac:spMkLst>
        </pc:spChg>
        <pc:spChg chg="mod">
          <ac:chgData name="Nursakirah Ab Rahman Muton" userId="423efa6d-ee54-4a96-bb69-a7d6dc1d7e38" providerId="ADAL" clId="{E5418EA3-ED04-44D7-B695-8570AC1018F6}" dt="2023-11-02T04:51:09.991" v="10502"/>
          <ac:spMkLst>
            <pc:docMk/>
            <pc:sldMk cId="2444554763" sldId="648"/>
            <ac:spMk id="59" creationId="{33551763-7170-30D7-3DE8-F0E7E1956F6A}"/>
          </ac:spMkLst>
        </pc:spChg>
        <pc:grpChg chg="add mod">
          <ac:chgData name="Nursakirah Ab Rahman Muton" userId="423efa6d-ee54-4a96-bb69-a7d6dc1d7e38" providerId="ADAL" clId="{E5418EA3-ED04-44D7-B695-8570AC1018F6}" dt="2023-11-02T04:40:01.207" v="10408" actId="1076"/>
          <ac:grpSpMkLst>
            <pc:docMk/>
            <pc:sldMk cId="2444554763" sldId="648"/>
            <ac:grpSpMk id="4" creationId="{3FF174A6-1E58-2F87-6A94-131A56E5418D}"/>
          </ac:grpSpMkLst>
        </pc:grpChg>
        <pc:grpChg chg="add del mod">
          <ac:chgData name="Nursakirah Ab Rahman Muton" userId="423efa6d-ee54-4a96-bb69-a7d6dc1d7e38" providerId="ADAL" clId="{E5418EA3-ED04-44D7-B695-8570AC1018F6}" dt="2023-11-02T04:40:29.473" v="10412" actId="165"/>
          <ac:grpSpMkLst>
            <pc:docMk/>
            <pc:sldMk cId="2444554763" sldId="648"/>
            <ac:grpSpMk id="10" creationId="{D9971CF4-D2A0-F5A6-E65B-7E428C80C589}"/>
          </ac:grpSpMkLst>
        </pc:grpChg>
        <pc:grpChg chg="mod topLvl">
          <ac:chgData name="Nursakirah Ab Rahman Muton" userId="423efa6d-ee54-4a96-bb69-a7d6dc1d7e38" providerId="ADAL" clId="{E5418EA3-ED04-44D7-B695-8570AC1018F6}" dt="2023-11-02T04:42:02.838" v="10422" actId="1076"/>
          <ac:grpSpMkLst>
            <pc:docMk/>
            <pc:sldMk cId="2444554763" sldId="648"/>
            <ac:grpSpMk id="12" creationId="{1F6EBE28-47DE-75CC-C58F-03929E60D17C}"/>
          </ac:grpSpMkLst>
        </pc:grpChg>
        <pc:grpChg chg="del mod topLvl">
          <ac:chgData name="Nursakirah Ab Rahman Muton" userId="423efa6d-ee54-4a96-bb69-a7d6dc1d7e38" providerId="ADAL" clId="{E5418EA3-ED04-44D7-B695-8570AC1018F6}" dt="2023-11-02T04:41:43.129" v="10418" actId="478"/>
          <ac:grpSpMkLst>
            <pc:docMk/>
            <pc:sldMk cId="2444554763" sldId="648"/>
            <ac:grpSpMk id="14" creationId="{E01A79CD-3788-CB1C-289D-3FF2D43F40BC}"/>
          </ac:grpSpMkLst>
        </pc:grpChg>
        <pc:grpChg chg="del mod topLvl">
          <ac:chgData name="Nursakirah Ab Rahman Muton" userId="423efa6d-ee54-4a96-bb69-a7d6dc1d7e38" providerId="ADAL" clId="{E5418EA3-ED04-44D7-B695-8570AC1018F6}" dt="2023-11-02T04:41:43.129" v="10418" actId="478"/>
          <ac:grpSpMkLst>
            <pc:docMk/>
            <pc:sldMk cId="2444554763" sldId="648"/>
            <ac:grpSpMk id="15" creationId="{5D43BFB9-2F46-47B8-EFD0-576838E80D34}"/>
          </ac:grpSpMkLst>
        </pc:grpChg>
        <pc:grpChg chg="del mod topLvl">
          <ac:chgData name="Nursakirah Ab Rahman Muton" userId="423efa6d-ee54-4a96-bb69-a7d6dc1d7e38" providerId="ADAL" clId="{E5418EA3-ED04-44D7-B695-8570AC1018F6}" dt="2023-11-02T04:41:43.129" v="10418" actId="478"/>
          <ac:grpSpMkLst>
            <pc:docMk/>
            <pc:sldMk cId="2444554763" sldId="648"/>
            <ac:grpSpMk id="16" creationId="{F745CDEF-5F17-F8EE-9BF0-7C372133B603}"/>
          </ac:grpSpMkLst>
        </pc:grpChg>
        <pc:grpChg chg="del mod topLvl">
          <ac:chgData name="Nursakirah Ab Rahman Muton" userId="423efa6d-ee54-4a96-bb69-a7d6dc1d7e38" providerId="ADAL" clId="{E5418EA3-ED04-44D7-B695-8570AC1018F6}" dt="2023-11-02T04:41:43.129" v="10418" actId="478"/>
          <ac:grpSpMkLst>
            <pc:docMk/>
            <pc:sldMk cId="2444554763" sldId="648"/>
            <ac:grpSpMk id="17" creationId="{E922D6E2-D907-1E3C-801A-E8200E511170}"/>
          </ac:grpSpMkLst>
        </pc:grpChg>
        <pc:grpChg chg="add mod">
          <ac:chgData name="Nursakirah Ab Rahman Muton" userId="423efa6d-ee54-4a96-bb69-a7d6dc1d7e38" providerId="ADAL" clId="{E5418EA3-ED04-44D7-B695-8570AC1018F6}" dt="2023-11-02T04:52:06.287" v="10521" actId="1076"/>
          <ac:grpSpMkLst>
            <pc:docMk/>
            <pc:sldMk cId="2444554763" sldId="648"/>
            <ac:grpSpMk id="41" creationId="{D25C1B0D-CCED-6F89-C58B-CBD9BDA88FD7}"/>
          </ac:grpSpMkLst>
        </pc:grpChg>
        <pc:grpChg chg="add mod">
          <ac:chgData name="Nursakirah Ab Rahman Muton" userId="423efa6d-ee54-4a96-bb69-a7d6dc1d7e38" providerId="ADAL" clId="{E5418EA3-ED04-44D7-B695-8570AC1018F6}" dt="2023-11-02T04:50:41.209" v="10495" actId="1076"/>
          <ac:grpSpMkLst>
            <pc:docMk/>
            <pc:sldMk cId="2444554763" sldId="648"/>
            <ac:grpSpMk id="52" creationId="{9A26F639-62F8-C7EB-88D4-F6A4FFBD3305}"/>
          </ac:grpSpMkLst>
        </pc:grpChg>
        <pc:grpChg chg="add mod">
          <ac:chgData name="Nursakirah Ab Rahman Muton" userId="423efa6d-ee54-4a96-bb69-a7d6dc1d7e38" providerId="ADAL" clId="{E5418EA3-ED04-44D7-B695-8570AC1018F6}" dt="2023-11-02T04:52:06.287" v="10521" actId="1076"/>
          <ac:grpSpMkLst>
            <pc:docMk/>
            <pc:sldMk cId="2444554763" sldId="648"/>
            <ac:grpSpMk id="58" creationId="{6F761769-075B-532A-A184-158CA7008DFA}"/>
          </ac:grpSpMkLst>
        </pc:grpChg>
        <pc:cxnChg chg="mod">
          <ac:chgData name="Nursakirah Ab Rahman Muton" userId="423efa6d-ee54-4a96-bb69-a7d6dc1d7e38" providerId="ADAL" clId="{E5418EA3-ED04-44D7-B695-8570AC1018F6}" dt="2023-11-02T04:40:01.207" v="10408" actId="1076"/>
          <ac:cxnSpMkLst>
            <pc:docMk/>
            <pc:sldMk cId="2444554763" sldId="648"/>
            <ac:cxnSpMk id="6" creationId="{7130E0F2-3D7F-50F3-F2CC-5C06E23A3ACC}"/>
          </ac:cxnSpMkLst>
        </pc:cxnChg>
        <pc:cxnChg chg="mod">
          <ac:chgData name="Nursakirah Ab Rahman Muton" userId="423efa6d-ee54-4a96-bb69-a7d6dc1d7e38" providerId="ADAL" clId="{E5418EA3-ED04-44D7-B695-8570AC1018F6}" dt="2023-11-02T04:40:01.207" v="10408" actId="1076"/>
          <ac:cxnSpMkLst>
            <pc:docMk/>
            <pc:sldMk cId="2444554763" sldId="648"/>
            <ac:cxnSpMk id="7" creationId="{B3B8622C-83CF-927B-ED5F-B77212B2DAE3}"/>
          </ac:cxnSpMkLst>
        </pc:cxnChg>
        <pc:cxnChg chg="mod">
          <ac:chgData name="Nursakirah Ab Rahman Muton" userId="423efa6d-ee54-4a96-bb69-a7d6dc1d7e38" providerId="ADAL" clId="{E5418EA3-ED04-44D7-B695-8570AC1018F6}" dt="2023-11-02T04:40:01.207" v="10408" actId="1076"/>
          <ac:cxnSpMkLst>
            <pc:docMk/>
            <pc:sldMk cId="2444554763" sldId="648"/>
            <ac:cxnSpMk id="8" creationId="{701CE088-5B30-9901-87E9-C12BA43EE884}"/>
          </ac:cxnSpMkLst>
        </pc:cxnChg>
        <pc:cxnChg chg="mod">
          <ac:chgData name="Nursakirah Ab Rahman Muton" userId="423efa6d-ee54-4a96-bb69-a7d6dc1d7e38" providerId="ADAL" clId="{E5418EA3-ED04-44D7-B695-8570AC1018F6}" dt="2023-11-02T04:40:01.207" v="10408" actId="1076"/>
          <ac:cxnSpMkLst>
            <pc:docMk/>
            <pc:sldMk cId="2444554763" sldId="648"/>
            <ac:cxnSpMk id="9" creationId="{AC7F8727-CB2C-AD2C-3D7A-FFB9263B7C52}"/>
          </ac:cxnSpMkLst>
        </pc:cxnChg>
        <pc:cxnChg chg="mod">
          <ac:chgData name="Nursakirah Ab Rahman Muton" userId="423efa6d-ee54-4a96-bb69-a7d6dc1d7e38" providerId="ADAL" clId="{E5418EA3-ED04-44D7-B695-8570AC1018F6}" dt="2023-11-02T04:40:29.473" v="10412" actId="165"/>
          <ac:cxnSpMkLst>
            <pc:docMk/>
            <pc:sldMk cId="2444554763" sldId="648"/>
            <ac:cxnSpMk id="24" creationId="{149A1DE0-3930-14C0-293F-C6CC107D66D1}"/>
          </ac:cxnSpMkLst>
        </pc:cxnChg>
        <pc:cxnChg chg="mod">
          <ac:chgData name="Nursakirah Ab Rahman Muton" userId="423efa6d-ee54-4a96-bb69-a7d6dc1d7e38" providerId="ADAL" clId="{E5418EA3-ED04-44D7-B695-8570AC1018F6}" dt="2023-11-02T04:40:29.473" v="10412" actId="165"/>
          <ac:cxnSpMkLst>
            <pc:docMk/>
            <pc:sldMk cId="2444554763" sldId="648"/>
            <ac:cxnSpMk id="26" creationId="{1D41B1A9-8485-1DE9-52ED-B7E07BC7DEAB}"/>
          </ac:cxnSpMkLst>
        </pc:cxnChg>
        <pc:cxnChg chg="mod">
          <ac:chgData name="Nursakirah Ab Rahman Muton" userId="423efa6d-ee54-4a96-bb69-a7d6dc1d7e38" providerId="ADAL" clId="{E5418EA3-ED04-44D7-B695-8570AC1018F6}" dt="2023-11-02T04:40:29.473" v="10412" actId="165"/>
          <ac:cxnSpMkLst>
            <pc:docMk/>
            <pc:sldMk cId="2444554763" sldId="648"/>
            <ac:cxnSpMk id="28" creationId="{F789FB4E-A67A-1A2C-3EF3-8DCBD6A91254}"/>
          </ac:cxnSpMkLst>
        </pc:cxnChg>
        <pc:cxnChg chg="mod">
          <ac:chgData name="Nursakirah Ab Rahman Muton" userId="423efa6d-ee54-4a96-bb69-a7d6dc1d7e38" providerId="ADAL" clId="{E5418EA3-ED04-44D7-B695-8570AC1018F6}" dt="2023-11-02T04:40:29.473" v="10412" actId="165"/>
          <ac:cxnSpMkLst>
            <pc:docMk/>
            <pc:sldMk cId="2444554763" sldId="648"/>
            <ac:cxnSpMk id="31" creationId="{682D20B3-BB7D-E91C-E75C-1B5FE3CED2EA}"/>
          </ac:cxnSpMkLst>
        </pc:cxnChg>
        <pc:cxnChg chg="mod">
          <ac:chgData name="Nursakirah Ab Rahman Muton" userId="423efa6d-ee54-4a96-bb69-a7d6dc1d7e38" providerId="ADAL" clId="{E5418EA3-ED04-44D7-B695-8570AC1018F6}" dt="2023-11-02T04:40:29.473" v="10412" actId="165"/>
          <ac:cxnSpMkLst>
            <pc:docMk/>
            <pc:sldMk cId="2444554763" sldId="648"/>
            <ac:cxnSpMk id="33" creationId="{1B4D61E4-C823-C80E-28B4-BCDA59CC16B4}"/>
          </ac:cxnSpMkLst>
        </pc:cxnChg>
        <pc:cxnChg chg="del mod">
          <ac:chgData name="Nursakirah Ab Rahman Muton" userId="423efa6d-ee54-4a96-bb69-a7d6dc1d7e38" providerId="ADAL" clId="{E5418EA3-ED04-44D7-B695-8570AC1018F6}" dt="2023-11-02T04:40:47.340" v="10414" actId="478"/>
          <ac:cxnSpMkLst>
            <pc:docMk/>
            <pc:sldMk cId="2444554763" sldId="648"/>
            <ac:cxnSpMk id="34" creationId="{347150E3-2E67-21CD-C1C5-EF90D2B9A078}"/>
          </ac:cxnSpMkLst>
        </pc:cxnChg>
        <pc:cxnChg chg="add mod">
          <ac:chgData name="Nursakirah Ab Rahman Muton" userId="423efa6d-ee54-4a96-bb69-a7d6dc1d7e38" providerId="ADAL" clId="{E5418EA3-ED04-44D7-B695-8570AC1018F6}" dt="2023-11-02T04:42:23.239" v="10427" actId="14100"/>
          <ac:cxnSpMkLst>
            <pc:docMk/>
            <pc:sldMk cId="2444554763" sldId="648"/>
            <ac:cxnSpMk id="35" creationId="{213D9679-EB93-BE26-C014-46A441206EBC}"/>
          </ac:cxnSpMkLst>
        </pc:cxnChg>
        <pc:cxnChg chg="mod">
          <ac:chgData name="Nursakirah Ab Rahman Muton" userId="423efa6d-ee54-4a96-bb69-a7d6dc1d7e38" providerId="ADAL" clId="{E5418EA3-ED04-44D7-B695-8570AC1018F6}" dt="2023-11-02T04:43:24.183" v="10438"/>
          <ac:cxnSpMkLst>
            <pc:docMk/>
            <pc:sldMk cId="2444554763" sldId="648"/>
            <ac:cxnSpMk id="43" creationId="{BD53A8EA-9CE5-9E68-8140-77916D1C4B24}"/>
          </ac:cxnSpMkLst>
        </pc:cxnChg>
        <pc:cxnChg chg="add mod">
          <ac:chgData name="Nursakirah Ab Rahman Muton" userId="423efa6d-ee54-4a96-bb69-a7d6dc1d7e38" providerId="ADAL" clId="{E5418EA3-ED04-44D7-B695-8570AC1018F6}" dt="2023-11-02T04:52:06.287" v="10521" actId="1076"/>
          <ac:cxnSpMkLst>
            <pc:docMk/>
            <pc:sldMk cId="2444554763" sldId="648"/>
            <ac:cxnSpMk id="47" creationId="{7DA579A5-DB3D-075F-21B3-8EF891F531B2}"/>
          </ac:cxnSpMkLst>
        </pc:cxnChg>
        <pc:cxnChg chg="add mod">
          <ac:chgData name="Nursakirah Ab Rahman Muton" userId="423efa6d-ee54-4a96-bb69-a7d6dc1d7e38" providerId="ADAL" clId="{E5418EA3-ED04-44D7-B695-8570AC1018F6}" dt="2023-11-02T04:52:06.287" v="10521" actId="1076"/>
          <ac:cxnSpMkLst>
            <pc:docMk/>
            <pc:sldMk cId="2444554763" sldId="648"/>
            <ac:cxnSpMk id="50" creationId="{3BAE0D83-D5C2-40FC-204C-962460BE75EE}"/>
          </ac:cxnSpMkLst>
        </pc:cxnChg>
        <pc:cxnChg chg="add mod">
          <ac:chgData name="Nursakirah Ab Rahman Muton" userId="423efa6d-ee54-4a96-bb69-a7d6dc1d7e38" providerId="ADAL" clId="{E5418EA3-ED04-44D7-B695-8570AC1018F6}" dt="2023-11-02T04:52:06.287" v="10521" actId="1076"/>
          <ac:cxnSpMkLst>
            <pc:docMk/>
            <pc:sldMk cId="2444554763" sldId="648"/>
            <ac:cxnSpMk id="51" creationId="{020E5200-016F-9A88-9B42-21BE0360792C}"/>
          </ac:cxnSpMkLst>
        </pc:cxnChg>
        <pc:cxnChg chg="mod">
          <ac:chgData name="Nursakirah Ab Rahman Muton" userId="423efa6d-ee54-4a96-bb69-a7d6dc1d7e38" providerId="ADAL" clId="{E5418EA3-ED04-44D7-B695-8570AC1018F6}" dt="2023-11-02T04:50:50.503" v="10498" actId="1076"/>
          <ac:cxnSpMkLst>
            <pc:docMk/>
            <pc:sldMk cId="2444554763" sldId="648"/>
            <ac:cxnSpMk id="54" creationId="{725EA9D9-3CE3-CB75-2E9B-A630E5731060}"/>
          </ac:cxnSpMkLst>
        </pc:cxnChg>
        <pc:cxnChg chg="add mod">
          <ac:chgData name="Nursakirah Ab Rahman Muton" userId="423efa6d-ee54-4a96-bb69-a7d6dc1d7e38" providerId="ADAL" clId="{E5418EA3-ED04-44D7-B695-8570AC1018F6}" dt="2023-11-02T04:51:41.807" v="10513" actId="1076"/>
          <ac:cxnSpMkLst>
            <pc:docMk/>
            <pc:sldMk cId="2444554763" sldId="648"/>
            <ac:cxnSpMk id="55" creationId="{A1005534-DB70-3B9F-AA1A-2F46161C48A6}"/>
          </ac:cxnSpMkLst>
        </pc:cxnChg>
        <pc:cxnChg chg="mod">
          <ac:chgData name="Nursakirah Ab Rahman Muton" userId="423efa6d-ee54-4a96-bb69-a7d6dc1d7e38" providerId="ADAL" clId="{E5418EA3-ED04-44D7-B695-8570AC1018F6}" dt="2023-11-02T04:51:09.991" v="10502"/>
          <ac:cxnSpMkLst>
            <pc:docMk/>
            <pc:sldMk cId="2444554763" sldId="648"/>
            <ac:cxnSpMk id="60" creationId="{22CC0DDB-D66B-4C8D-2E54-45EF5B7E4C86}"/>
          </ac:cxnSpMkLst>
        </pc:cxnChg>
        <pc:cxnChg chg="add mod">
          <ac:chgData name="Nursakirah Ab Rahman Muton" userId="423efa6d-ee54-4a96-bb69-a7d6dc1d7e38" providerId="ADAL" clId="{E5418EA3-ED04-44D7-B695-8570AC1018F6}" dt="2023-11-02T04:52:06.287" v="10521" actId="1076"/>
          <ac:cxnSpMkLst>
            <pc:docMk/>
            <pc:sldMk cId="2444554763" sldId="648"/>
            <ac:cxnSpMk id="61" creationId="{A40A9F08-8894-30B1-E68D-36026E027718}"/>
          </ac:cxnSpMkLst>
        </pc:cxnChg>
        <pc:cxnChg chg="add mod">
          <ac:chgData name="Nursakirah Ab Rahman Muton" userId="423efa6d-ee54-4a96-bb69-a7d6dc1d7e38" providerId="ADAL" clId="{E5418EA3-ED04-44D7-B695-8570AC1018F6}" dt="2023-11-02T04:52:06.287" v="10521" actId="1076"/>
          <ac:cxnSpMkLst>
            <pc:docMk/>
            <pc:sldMk cId="2444554763" sldId="648"/>
            <ac:cxnSpMk id="64" creationId="{3861E321-54F8-124F-50A7-BCD85F1D6701}"/>
          </ac:cxnSpMkLst>
        </pc:cxnChg>
        <pc:cxnChg chg="add mod">
          <ac:chgData name="Nursakirah Ab Rahman Muton" userId="423efa6d-ee54-4a96-bb69-a7d6dc1d7e38" providerId="ADAL" clId="{E5418EA3-ED04-44D7-B695-8570AC1018F6}" dt="2023-11-02T04:52:06.287" v="10521" actId="1076"/>
          <ac:cxnSpMkLst>
            <pc:docMk/>
            <pc:sldMk cId="2444554763" sldId="648"/>
            <ac:cxnSpMk id="65" creationId="{9A02846B-9F3C-529C-7925-4E5171CB1646}"/>
          </ac:cxnSpMkLst>
        </pc:cxnChg>
        <pc:cxnChg chg="add mod">
          <ac:chgData name="Nursakirah Ab Rahman Muton" userId="423efa6d-ee54-4a96-bb69-a7d6dc1d7e38" providerId="ADAL" clId="{E5418EA3-ED04-44D7-B695-8570AC1018F6}" dt="2023-11-02T04:51:50.320" v="10515" actId="14100"/>
          <ac:cxnSpMkLst>
            <pc:docMk/>
            <pc:sldMk cId="2444554763" sldId="648"/>
            <ac:cxnSpMk id="66" creationId="{F03521BE-0977-F0AB-2413-99EA3919A0C0}"/>
          </ac:cxnSpMkLst>
        </pc:cxnChg>
        <pc:cxnChg chg="add mod">
          <ac:chgData name="Nursakirah Ab Rahman Muton" userId="423efa6d-ee54-4a96-bb69-a7d6dc1d7e38" providerId="ADAL" clId="{E5418EA3-ED04-44D7-B695-8570AC1018F6}" dt="2023-11-02T04:51:56.727" v="10518" actId="14100"/>
          <ac:cxnSpMkLst>
            <pc:docMk/>
            <pc:sldMk cId="2444554763" sldId="648"/>
            <ac:cxnSpMk id="68" creationId="{90A95E75-E156-D12D-D5FB-7BB415232638}"/>
          </ac:cxnSpMkLst>
        </pc:cxnChg>
      </pc:sldChg>
      <pc:sldChg chg="addSp delSp modSp new mod">
        <pc:chgData name="Nursakirah Ab Rahman Muton" userId="423efa6d-ee54-4a96-bb69-a7d6dc1d7e38" providerId="ADAL" clId="{E5418EA3-ED04-44D7-B695-8570AC1018F6}" dt="2023-11-13T13:33:50.022" v="18849" actId="1076"/>
        <pc:sldMkLst>
          <pc:docMk/>
          <pc:sldMk cId="163641860" sldId="649"/>
        </pc:sldMkLst>
        <pc:spChg chg="mod">
          <ac:chgData name="Nursakirah Ab Rahman Muton" userId="423efa6d-ee54-4a96-bb69-a7d6dc1d7e38" providerId="ADAL" clId="{E5418EA3-ED04-44D7-B695-8570AC1018F6}" dt="2023-11-02T04:44:43.651" v="10451" actId="1076"/>
          <ac:spMkLst>
            <pc:docMk/>
            <pc:sldMk cId="163641860" sldId="649"/>
            <ac:spMk id="4" creationId="{14421AEE-83E4-6575-5A72-5812316D5365}"/>
          </ac:spMkLst>
        </pc:spChg>
        <pc:spChg chg="add mod">
          <ac:chgData name="Nursakirah Ab Rahman Muton" userId="423efa6d-ee54-4a96-bb69-a7d6dc1d7e38" providerId="ADAL" clId="{E5418EA3-ED04-44D7-B695-8570AC1018F6}" dt="2023-11-02T04:45:10.737" v="10457" actId="1076"/>
          <ac:spMkLst>
            <pc:docMk/>
            <pc:sldMk cId="163641860" sldId="649"/>
            <ac:spMk id="9" creationId="{91267A02-9F84-1C7B-DE98-8CA117C7727E}"/>
          </ac:spMkLst>
        </pc:spChg>
        <pc:spChg chg="add del mod">
          <ac:chgData name="Nursakirah Ab Rahman Muton" userId="423efa6d-ee54-4a96-bb69-a7d6dc1d7e38" providerId="ADAL" clId="{E5418EA3-ED04-44D7-B695-8570AC1018F6}" dt="2023-11-02T04:52:16.617" v="10523" actId="478"/>
          <ac:spMkLst>
            <pc:docMk/>
            <pc:sldMk cId="163641860" sldId="649"/>
            <ac:spMk id="10" creationId="{06075999-471A-3C3C-8CD5-6EEBBB3A10CC}"/>
          </ac:spMkLst>
        </pc:spChg>
        <pc:spChg chg="add mod">
          <ac:chgData name="Nursakirah Ab Rahman Muton" userId="423efa6d-ee54-4a96-bb69-a7d6dc1d7e38" providerId="ADAL" clId="{E5418EA3-ED04-44D7-B695-8570AC1018F6}" dt="2023-11-02T04:54:40.648" v="10533" actId="555"/>
          <ac:spMkLst>
            <pc:docMk/>
            <pc:sldMk cId="163641860" sldId="649"/>
            <ac:spMk id="19" creationId="{40C72F82-0525-EDBA-3CA4-671A5FCA811C}"/>
          </ac:spMkLst>
        </pc:spChg>
        <pc:spChg chg="add mod">
          <ac:chgData name="Nursakirah Ab Rahman Muton" userId="423efa6d-ee54-4a96-bb69-a7d6dc1d7e38" providerId="ADAL" clId="{E5418EA3-ED04-44D7-B695-8570AC1018F6}" dt="2023-11-02T04:54:40.648" v="10533" actId="555"/>
          <ac:spMkLst>
            <pc:docMk/>
            <pc:sldMk cId="163641860" sldId="649"/>
            <ac:spMk id="20" creationId="{11B586C5-D265-31D9-D4DE-F31E49E5E214}"/>
          </ac:spMkLst>
        </pc:spChg>
        <pc:spChg chg="add mod">
          <ac:chgData name="Nursakirah Ab Rahman Muton" userId="423efa6d-ee54-4a96-bb69-a7d6dc1d7e38" providerId="ADAL" clId="{E5418EA3-ED04-44D7-B695-8570AC1018F6}" dt="2023-11-02T04:54:40.648" v="10533" actId="555"/>
          <ac:spMkLst>
            <pc:docMk/>
            <pc:sldMk cId="163641860" sldId="649"/>
            <ac:spMk id="21" creationId="{F624A619-C852-7AE5-6ACC-74BF790050F4}"/>
          </ac:spMkLst>
        </pc:spChg>
        <pc:spChg chg="add mod">
          <ac:chgData name="Nursakirah Ab Rahman Muton" userId="423efa6d-ee54-4a96-bb69-a7d6dc1d7e38" providerId="ADAL" clId="{E5418EA3-ED04-44D7-B695-8570AC1018F6}" dt="2023-11-02T04:54:40.648" v="10533" actId="555"/>
          <ac:spMkLst>
            <pc:docMk/>
            <pc:sldMk cId="163641860" sldId="649"/>
            <ac:spMk id="22" creationId="{F1B87464-F641-0C8E-87A0-606809FBE79E}"/>
          </ac:spMkLst>
        </pc:spChg>
        <pc:spChg chg="add del mod">
          <ac:chgData name="Nursakirah Ab Rahman Muton" userId="423efa6d-ee54-4a96-bb69-a7d6dc1d7e38" providerId="ADAL" clId="{E5418EA3-ED04-44D7-B695-8570AC1018F6}" dt="2023-11-02T04:52:17.457" v="10524" actId="478"/>
          <ac:spMkLst>
            <pc:docMk/>
            <pc:sldMk cId="163641860" sldId="649"/>
            <ac:spMk id="23" creationId="{92FA4485-3298-4DEA-8F5C-E076E4B1E653}"/>
          </ac:spMkLst>
        </pc:spChg>
        <pc:spChg chg="add del mod">
          <ac:chgData name="Nursakirah Ab Rahman Muton" userId="423efa6d-ee54-4a96-bb69-a7d6dc1d7e38" providerId="ADAL" clId="{E5418EA3-ED04-44D7-B695-8570AC1018F6}" dt="2023-11-02T04:52:18.282" v="10525" actId="478"/>
          <ac:spMkLst>
            <pc:docMk/>
            <pc:sldMk cId="163641860" sldId="649"/>
            <ac:spMk id="24" creationId="{65ADFA62-185B-027A-65BA-09189757E578}"/>
          </ac:spMkLst>
        </pc:spChg>
        <pc:spChg chg="add del mod">
          <ac:chgData name="Nursakirah Ab Rahman Muton" userId="423efa6d-ee54-4a96-bb69-a7d6dc1d7e38" providerId="ADAL" clId="{E5418EA3-ED04-44D7-B695-8570AC1018F6}" dt="2023-11-02T04:52:24.826" v="10527" actId="478"/>
          <ac:spMkLst>
            <pc:docMk/>
            <pc:sldMk cId="163641860" sldId="649"/>
            <ac:spMk id="25" creationId="{E8840E3C-0F4C-7A73-0EA2-FF85B20391C7}"/>
          </ac:spMkLst>
        </pc:spChg>
        <pc:spChg chg="add del mod">
          <ac:chgData name="Nursakirah Ab Rahman Muton" userId="423efa6d-ee54-4a96-bb69-a7d6dc1d7e38" providerId="ADAL" clId="{E5418EA3-ED04-44D7-B695-8570AC1018F6}" dt="2023-11-02T04:52:23.026" v="10526" actId="478"/>
          <ac:spMkLst>
            <pc:docMk/>
            <pc:sldMk cId="163641860" sldId="649"/>
            <ac:spMk id="26" creationId="{2F76FDAA-C93C-1390-88D2-7D464CD52A5A}"/>
          </ac:spMkLst>
        </pc:spChg>
        <pc:spChg chg="add mod">
          <ac:chgData name="Nursakirah Ab Rahman Muton" userId="423efa6d-ee54-4a96-bb69-a7d6dc1d7e38" providerId="ADAL" clId="{E5418EA3-ED04-44D7-B695-8570AC1018F6}" dt="2023-11-02T04:56:14.619" v="10541" actId="207"/>
          <ac:spMkLst>
            <pc:docMk/>
            <pc:sldMk cId="163641860" sldId="649"/>
            <ac:spMk id="27" creationId="{54C038CF-414E-922A-9BBB-8011E822D39D}"/>
          </ac:spMkLst>
        </pc:spChg>
        <pc:spChg chg="add mod">
          <ac:chgData name="Nursakirah Ab Rahman Muton" userId="423efa6d-ee54-4a96-bb69-a7d6dc1d7e38" providerId="ADAL" clId="{E5418EA3-ED04-44D7-B695-8570AC1018F6}" dt="2023-11-02T04:56:21.593" v="10543" actId="1076"/>
          <ac:spMkLst>
            <pc:docMk/>
            <pc:sldMk cId="163641860" sldId="649"/>
            <ac:spMk id="28" creationId="{880346B5-B820-1B01-8491-55486788FCEE}"/>
          </ac:spMkLst>
        </pc:spChg>
        <pc:spChg chg="add mod">
          <ac:chgData name="Nursakirah Ab Rahman Muton" userId="423efa6d-ee54-4a96-bb69-a7d6dc1d7e38" providerId="ADAL" clId="{E5418EA3-ED04-44D7-B695-8570AC1018F6}" dt="2023-11-02T04:56:24.725" v="10545" actId="1076"/>
          <ac:spMkLst>
            <pc:docMk/>
            <pc:sldMk cId="163641860" sldId="649"/>
            <ac:spMk id="29" creationId="{1AF004D9-6A01-E177-B30B-3195901B455A}"/>
          </ac:spMkLst>
        </pc:spChg>
        <pc:spChg chg="add mod">
          <ac:chgData name="Nursakirah Ab Rahman Muton" userId="423efa6d-ee54-4a96-bb69-a7d6dc1d7e38" providerId="ADAL" clId="{E5418EA3-ED04-44D7-B695-8570AC1018F6}" dt="2023-11-02T04:56:28.202" v="10547" actId="1076"/>
          <ac:spMkLst>
            <pc:docMk/>
            <pc:sldMk cId="163641860" sldId="649"/>
            <ac:spMk id="30" creationId="{BAD5AEE0-6228-0A25-57DC-1C743361B73E}"/>
          </ac:spMkLst>
        </pc:spChg>
        <pc:spChg chg="add mod">
          <ac:chgData name="Nursakirah Ab Rahman Muton" userId="423efa6d-ee54-4a96-bb69-a7d6dc1d7e38" providerId="ADAL" clId="{E5418EA3-ED04-44D7-B695-8570AC1018F6}" dt="2023-11-13T13:33:50.022" v="18849" actId="1076"/>
          <ac:spMkLst>
            <pc:docMk/>
            <pc:sldMk cId="163641860" sldId="649"/>
            <ac:spMk id="31" creationId="{ACA69393-7FF1-4DC1-7936-03BFDED4287B}"/>
          </ac:spMkLst>
        </pc:spChg>
        <pc:grpChg chg="add mod">
          <ac:chgData name="Nursakirah Ab Rahman Muton" userId="423efa6d-ee54-4a96-bb69-a7d6dc1d7e38" providerId="ADAL" clId="{E5418EA3-ED04-44D7-B695-8570AC1018F6}" dt="2023-11-02T04:44:43.651" v="10451" actId="1076"/>
          <ac:grpSpMkLst>
            <pc:docMk/>
            <pc:sldMk cId="163641860" sldId="649"/>
            <ac:grpSpMk id="3" creationId="{05537B2A-05FF-03A1-0D02-9DC93CE23FBE}"/>
          </ac:grpSpMkLst>
        </pc:grpChg>
        <pc:graphicFrameChg chg="add mod modGraphic">
          <ac:chgData name="Nursakirah Ab Rahman Muton" userId="423efa6d-ee54-4a96-bb69-a7d6dc1d7e38" providerId="ADAL" clId="{E5418EA3-ED04-44D7-B695-8570AC1018F6}" dt="2023-11-02T04:52:13.654" v="10522" actId="2165"/>
          <ac:graphicFrameMkLst>
            <pc:docMk/>
            <pc:sldMk cId="163641860" sldId="649"/>
            <ac:graphicFrameMk id="2" creationId="{55AD2C8A-8BB4-19C2-5149-D39414E51651}"/>
          </ac:graphicFrameMkLst>
        </pc:graphicFrameChg>
        <pc:picChg chg="add mod">
          <ac:chgData name="Nursakirah Ab Rahman Muton" userId="423efa6d-ee54-4a96-bb69-a7d6dc1d7e38" providerId="ADAL" clId="{E5418EA3-ED04-44D7-B695-8570AC1018F6}" dt="2023-11-02T04:45:39.406" v="10463" actId="1076"/>
          <ac:picMkLst>
            <pc:docMk/>
            <pc:sldMk cId="163641860" sldId="649"/>
            <ac:picMk id="12" creationId="{0D927C1C-759F-D0C0-5185-94A86B12F6B8}"/>
          </ac:picMkLst>
        </pc:picChg>
        <pc:picChg chg="add mod">
          <ac:chgData name="Nursakirah Ab Rahman Muton" userId="423efa6d-ee54-4a96-bb69-a7d6dc1d7e38" providerId="ADAL" clId="{E5418EA3-ED04-44D7-B695-8570AC1018F6}" dt="2023-11-02T04:45:49.768" v="10465" actId="1076"/>
          <ac:picMkLst>
            <pc:docMk/>
            <pc:sldMk cId="163641860" sldId="649"/>
            <ac:picMk id="14" creationId="{9C97731B-E304-0958-ADA3-AF7085987A2D}"/>
          </ac:picMkLst>
        </pc:picChg>
        <pc:picChg chg="add mod">
          <ac:chgData name="Nursakirah Ab Rahman Muton" userId="423efa6d-ee54-4a96-bb69-a7d6dc1d7e38" providerId="ADAL" clId="{E5418EA3-ED04-44D7-B695-8570AC1018F6}" dt="2023-11-02T04:45:59.308" v="10467" actId="1076"/>
          <ac:picMkLst>
            <pc:docMk/>
            <pc:sldMk cId="163641860" sldId="649"/>
            <ac:picMk id="16" creationId="{5362CD32-41FC-9AE1-24DE-ED0407ED6100}"/>
          </ac:picMkLst>
        </pc:picChg>
        <pc:picChg chg="add mod">
          <ac:chgData name="Nursakirah Ab Rahman Muton" userId="423efa6d-ee54-4a96-bb69-a7d6dc1d7e38" providerId="ADAL" clId="{E5418EA3-ED04-44D7-B695-8570AC1018F6}" dt="2023-11-02T04:46:10.315" v="10469" actId="1076"/>
          <ac:picMkLst>
            <pc:docMk/>
            <pc:sldMk cId="163641860" sldId="649"/>
            <ac:picMk id="18" creationId="{18E2B81A-69DC-61B8-E750-DAB6D015E4B6}"/>
          </ac:picMkLst>
        </pc:picChg>
        <pc:cxnChg chg="mod">
          <ac:chgData name="Nursakirah Ab Rahman Muton" userId="423efa6d-ee54-4a96-bb69-a7d6dc1d7e38" providerId="ADAL" clId="{E5418EA3-ED04-44D7-B695-8570AC1018F6}" dt="2023-11-02T04:44:43.651" v="10451" actId="1076"/>
          <ac:cxnSpMkLst>
            <pc:docMk/>
            <pc:sldMk cId="163641860" sldId="649"/>
            <ac:cxnSpMk id="5" creationId="{96999093-9249-F93C-5BC5-82C86A4D8C91}"/>
          </ac:cxnSpMkLst>
        </pc:cxnChg>
        <pc:cxnChg chg="mod">
          <ac:chgData name="Nursakirah Ab Rahman Muton" userId="423efa6d-ee54-4a96-bb69-a7d6dc1d7e38" providerId="ADAL" clId="{E5418EA3-ED04-44D7-B695-8570AC1018F6}" dt="2023-11-02T04:44:43.651" v="10451" actId="1076"/>
          <ac:cxnSpMkLst>
            <pc:docMk/>
            <pc:sldMk cId="163641860" sldId="649"/>
            <ac:cxnSpMk id="6" creationId="{6A93FFCE-0F9C-C181-C8B2-194C26665B4F}"/>
          </ac:cxnSpMkLst>
        </pc:cxnChg>
        <pc:cxnChg chg="mod">
          <ac:chgData name="Nursakirah Ab Rahman Muton" userId="423efa6d-ee54-4a96-bb69-a7d6dc1d7e38" providerId="ADAL" clId="{E5418EA3-ED04-44D7-B695-8570AC1018F6}" dt="2023-11-02T04:44:43.651" v="10451" actId="1076"/>
          <ac:cxnSpMkLst>
            <pc:docMk/>
            <pc:sldMk cId="163641860" sldId="649"/>
            <ac:cxnSpMk id="7" creationId="{8FBAC7C6-2650-22A5-5D11-EC32B36ED43E}"/>
          </ac:cxnSpMkLst>
        </pc:cxnChg>
        <pc:cxnChg chg="mod">
          <ac:chgData name="Nursakirah Ab Rahman Muton" userId="423efa6d-ee54-4a96-bb69-a7d6dc1d7e38" providerId="ADAL" clId="{E5418EA3-ED04-44D7-B695-8570AC1018F6}" dt="2023-11-02T04:44:43.651" v="10451" actId="1076"/>
          <ac:cxnSpMkLst>
            <pc:docMk/>
            <pc:sldMk cId="163641860" sldId="649"/>
            <ac:cxnSpMk id="8" creationId="{A0CEDE19-90DE-E77D-CD52-DD162D30707F}"/>
          </ac:cxnSpMkLst>
        </pc:cxnChg>
      </pc:sldChg>
      <pc:sldChg chg="addSp delSp modSp new mod modClrScheme chgLayout">
        <pc:chgData name="Nursakirah Ab Rahman Muton" userId="423efa6d-ee54-4a96-bb69-a7d6dc1d7e38" providerId="ADAL" clId="{E5418EA3-ED04-44D7-B695-8570AC1018F6}" dt="2023-11-21T07:04:28.769" v="28864"/>
        <pc:sldMkLst>
          <pc:docMk/>
          <pc:sldMk cId="1292326086" sldId="650"/>
        </pc:sldMkLst>
        <pc:spChg chg="del">
          <ac:chgData name="Nursakirah Ab Rahman Muton" userId="423efa6d-ee54-4a96-bb69-a7d6dc1d7e38" providerId="ADAL" clId="{E5418EA3-ED04-44D7-B695-8570AC1018F6}" dt="2023-11-02T05:41:15.598" v="12130" actId="700"/>
          <ac:spMkLst>
            <pc:docMk/>
            <pc:sldMk cId="1292326086" sldId="650"/>
            <ac:spMk id="2" creationId="{087F0FBC-BF5B-B2DC-E484-C539C0A05D60}"/>
          </ac:spMkLst>
        </pc:spChg>
        <pc:spChg chg="del">
          <ac:chgData name="Nursakirah Ab Rahman Muton" userId="423efa6d-ee54-4a96-bb69-a7d6dc1d7e38" providerId="ADAL" clId="{E5418EA3-ED04-44D7-B695-8570AC1018F6}" dt="2023-11-02T05:41:15.598" v="12130" actId="700"/>
          <ac:spMkLst>
            <pc:docMk/>
            <pc:sldMk cId="1292326086" sldId="650"/>
            <ac:spMk id="3" creationId="{02841985-8853-B0FF-5968-01D17033C67A}"/>
          </ac:spMkLst>
        </pc:spChg>
        <pc:spChg chg="add mod">
          <ac:chgData name="Nursakirah Ab Rahman Muton" userId="423efa6d-ee54-4a96-bb69-a7d6dc1d7e38" providerId="ADAL" clId="{E5418EA3-ED04-44D7-B695-8570AC1018F6}" dt="2023-11-02T05:43:11.660" v="12144" actId="1076"/>
          <ac:spMkLst>
            <pc:docMk/>
            <pc:sldMk cId="1292326086" sldId="650"/>
            <ac:spMk id="7" creationId="{F1D4C31F-74B2-4C22-81D9-AB9EA3FFDCF9}"/>
          </ac:spMkLst>
        </pc:spChg>
        <pc:spChg chg="add mod">
          <ac:chgData name="Nursakirah Ab Rahman Muton" userId="423efa6d-ee54-4a96-bb69-a7d6dc1d7e38" providerId="ADAL" clId="{E5418EA3-ED04-44D7-B695-8570AC1018F6}" dt="2023-11-02T05:43:16.021" v="12146" actId="1076"/>
          <ac:spMkLst>
            <pc:docMk/>
            <pc:sldMk cId="1292326086" sldId="650"/>
            <ac:spMk id="8" creationId="{7E7AA50F-3F51-4B1D-0556-A30C4EA18925}"/>
          </ac:spMkLst>
        </pc:spChg>
        <pc:spChg chg="add mod">
          <ac:chgData name="Nursakirah Ab Rahman Muton" userId="423efa6d-ee54-4a96-bb69-a7d6dc1d7e38" providerId="ADAL" clId="{E5418EA3-ED04-44D7-B695-8570AC1018F6}" dt="2023-11-02T05:43:31.448" v="12151" actId="1038"/>
          <ac:spMkLst>
            <pc:docMk/>
            <pc:sldMk cId="1292326086" sldId="650"/>
            <ac:spMk id="9" creationId="{021204E7-1239-B62B-ABEC-E947B130BCFF}"/>
          </ac:spMkLst>
        </pc:spChg>
        <pc:spChg chg="add mod">
          <ac:chgData name="Nursakirah Ab Rahman Muton" userId="423efa6d-ee54-4a96-bb69-a7d6dc1d7e38" providerId="ADAL" clId="{E5418EA3-ED04-44D7-B695-8570AC1018F6}" dt="2023-11-02T05:43:44.850" v="12154" actId="20577"/>
          <ac:spMkLst>
            <pc:docMk/>
            <pc:sldMk cId="1292326086" sldId="650"/>
            <ac:spMk id="10" creationId="{027555BA-8BC7-3320-7B98-33D8CDD81AFD}"/>
          </ac:spMkLst>
        </pc:spChg>
        <pc:spChg chg="add mod">
          <ac:chgData name="Nursakirah Ab Rahman Muton" userId="423efa6d-ee54-4a96-bb69-a7d6dc1d7e38" providerId="ADAL" clId="{E5418EA3-ED04-44D7-B695-8570AC1018F6}" dt="2023-11-02T05:43:53.771" v="12157" actId="20577"/>
          <ac:spMkLst>
            <pc:docMk/>
            <pc:sldMk cId="1292326086" sldId="650"/>
            <ac:spMk id="11" creationId="{959DE454-DA58-2ACE-9CBE-1CB90DDAAEB7}"/>
          </ac:spMkLst>
        </pc:spChg>
        <pc:spChg chg="add mod">
          <ac:chgData name="Nursakirah Ab Rahman Muton" userId="423efa6d-ee54-4a96-bb69-a7d6dc1d7e38" providerId="ADAL" clId="{E5418EA3-ED04-44D7-B695-8570AC1018F6}" dt="2023-11-02T05:43:59.937" v="12159" actId="1076"/>
          <ac:spMkLst>
            <pc:docMk/>
            <pc:sldMk cId="1292326086" sldId="650"/>
            <ac:spMk id="12" creationId="{1F042F4C-D7B5-C54D-864E-CF362B51676A}"/>
          </ac:spMkLst>
        </pc:spChg>
        <pc:spChg chg="add mod">
          <ac:chgData name="Nursakirah Ab Rahman Muton" userId="423efa6d-ee54-4a96-bb69-a7d6dc1d7e38" providerId="ADAL" clId="{E5418EA3-ED04-44D7-B695-8570AC1018F6}" dt="2023-11-02T05:44:02.983" v="12161" actId="1076"/>
          <ac:spMkLst>
            <pc:docMk/>
            <pc:sldMk cId="1292326086" sldId="650"/>
            <ac:spMk id="13" creationId="{16A73E85-411A-E003-EF95-6D986B8DFB98}"/>
          </ac:spMkLst>
        </pc:spChg>
        <pc:spChg chg="add mod">
          <ac:chgData name="Nursakirah Ab Rahman Muton" userId="423efa6d-ee54-4a96-bb69-a7d6dc1d7e38" providerId="ADAL" clId="{E5418EA3-ED04-44D7-B695-8570AC1018F6}" dt="2023-11-02T05:44:08.190" v="12163" actId="1076"/>
          <ac:spMkLst>
            <pc:docMk/>
            <pc:sldMk cId="1292326086" sldId="650"/>
            <ac:spMk id="14" creationId="{55B97AD3-A107-D596-C066-5DAAF0B77173}"/>
          </ac:spMkLst>
        </pc:spChg>
        <pc:spChg chg="add mod">
          <ac:chgData name="Nursakirah Ab Rahman Muton" userId="423efa6d-ee54-4a96-bb69-a7d6dc1d7e38" providerId="ADAL" clId="{E5418EA3-ED04-44D7-B695-8570AC1018F6}" dt="2023-11-02T05:44:14.913" v="12165" actId="1076"/>
          <ac:spMkLst>
            <pc:docMk/>
            <pc:sldMk cId="1292326086" sldId="650"/>
            <ac:spMk id="15" creationId="{617CEBAE-19C5-E1D4-58E8-F4FC64BC354A}"/>
          </ac:spMkLst>
        </pc:spChg>
        <pc:spChg chg="add mod">
          <ac:chgData name="Nursakirah Ab Rahman Muton" userId="423efa6d-ee54-4a96-bb69-a7d6dc1d7e38" providerId="ADAL" clId="{E5418EA3-ED04-44D7-B695-8570AC1018F6}" dt="2023-11-02T05:44:43.093" v="12168" actId="1076"/>
          <ac:spMkLst>
            <pc:docMk/>
            <pc:sldMk cId="1292326086" sldId="650"/>
            <ac:spMk id="16" creationId="{73FC34C6-1998-B913-0F36-5368C9CE18EA}"/>
          </ac:spMkLst>
        </pc:spChg>
        <pc:spChg chg="add mod">
          <ac:chgData name="Nursakirah Ab Rahman Muton" userId="423efa6d-ee54-4a96-bb69-a7d6dc1d7e38" providerId="ADAL" clId="{E5418EA3-ED04-44D7-B695-8570AC1018F6}" dt="2023-11-02T05:44:50.348" v="12171" actId="20577"/>
          <ac:spMkLst>
            <pc:docMk/>
            <pc:sldMk cId="1292326086" sldId="650"/>
            <ac:spMk id="17" creationId="{0FEACD73-1D85-0040-B8D4-89EC3D03069A}"/>
          </ac:spMkLst>
        </pc:spChg>
        <pc:spChg chg="add mod">
          <ac:chgData name="Nursakirah Ab Rahman Muton" userId="423efa6d-ee54-4a96-bb69-a7d6dc1d7e38" providerId="ADAL" clId="{E5418EA3-ED04-44D7-B695-8570AC1018F6}" dt="2023-11-02T05:44:55.692" v="12173" actId="1076"/>
          <ac:spMkLst>
            <pc:docMk/>
            <pc:sldMk cId="1292326086" sldId="650"/>
            <ac:spMk id="18" creationId="{D56E9C0C-28AB-384A-7AFD-C1AA3D3900A7}"/>
          </ac:spMkLst>
        </pc:spChg>
        <pc:spChg chg="add mod">
          <ac:chgData name="Nursakirah Ab Rahman Muton" userId="423efa6d-ee54-4a96-bb69-a7d6dc1d7e38" providerId="ADAL" clId="{E5418EA3-ED04-44D7-B695-8570AC1018F6}" dt="2023-11-02T05:45:01.736" v="12176" actId="20577"/>
          <ac:spMkLst>
            <pc:docMk/>
            <pc:sldMk cId="1292326086" sldId="650"/>
            <ac:spMk id="19" creationId="{1E37D147-9599-061B-392F-09A14BED6148}"/>
          </ac:spMkLst>
        </pc:spChg>
        <pc:spChg chg="add mod">
          <ac:chgData name="Nursakirah Ab Rahman Muton" userId="423efa6d-ee54-4a96-bb69-a7d6dc1d7e38" providerId="ADAL" clId="{E5418EA3-ED04-44D7-B695-8570AC1018F6}" dt="2023-11-02T05:45:21.330" v="12187" actId="1076"/>
          <ac:spMkLst>
            <pc:docMk/>
            <pc:sldMk cId="1292326086" sldId="650"/>
            <ac:spMk id="20" creationId="{F4C940C5-C7E7-B3A3-45CE-543482904D07}"/>
          </ac:spMkLst>
        </pc:spChg>
        <pc:spChg chg="add mod">
          <ac:chgData name="Nursakirah Ab Rahman Muton" userId="423efa6d-ee54-4a96-bb69-a7d6dc1d7e38" providerId="ADAL" clId="{E5418EA3-ED04-44D7-B695-8570AC1018F6}" dt="2023-11-02T05:45:35.522" v="12190" actId="20577"/>
          <ac:spMkLst>
            <pc:docMk/>
            <pc:sldMk cId="1292326086" sldId="650"/>
            <ac:spMk id="21" creationId="{A8246446-D6E1-6B22-C1B2-5DEE322FC4AE}"/>
          </ac:spMkLst>
        </pc:spChg>
        <pc:spChg chg="add mod">
          <ac:chgData name="Nursakirah Ab Rahman Muton" userId="423efa6d-ee54-4a96-bb69-a7d6dc1d7e38" providerId="ADAL" clId="{E5418EA3-ED04-44D7-B695-8570AC1018F6}" dt="2023-11-02T05:45:47.440" v="12192" actId="1076"/>
          <ac:spMkLst>
            <pc:docMk/>
            <pc:sldMk cId="1292326086" sldId="650"/>
            <ac:spMk id="22" creationId="{75306987-13BF-0880-C338-9631C14E7465}"/>
          </ac:spMkLst>
        </pc:spChg>
        <pc:spChg chg="add mod">
          <ac:chgData name="Nursakirah Ab Rahman Muton" userId="423efa6d-ee54-4a96-bb69-a7d6dc1d7e38" providerId="ADAL" clId="{E5418EA3-ED04-44D7-B695-8570AC1018F6}" dt="2023-11-02T05:46:02.042" v="12197" actId="20577"/>
          <ac:spMkLst>
            <pc:docMk/>
            <pc:sldMk cId="1292326086" sldId="650"/>
            <ac:spMk id="23" creationId="{3FC5F749-0259-3068-062D-42948CFB4509}"/>
          </ac:spMkLst>
        </pc:spChg>
        <pc:spChg chg="add mod">
          <ac:chgData name="Nursakirah Ab Rahman Muton" userId="423efa6d-ee54-4a96-bb69-a7d6dc1d7e38" providerId="ADAL" clId="{E5418EA3-ED04-44D7-B695-8570AC1018F6}" dt="2023-11-02T05:45:51.873" v="12195" actId="1076"/>
          <ac:spMkLst>
            <pc:docMk/>
            <pc:sldMk cId="1292326086" sldId="650"/>
            <ac:spMk id="24" creationId="{AF2E2AC3-B51B-AD0A-5817-8E8A3B334BBA}"/>
          </ac:spMkLst>
        </pc:spChg>
        <pc:spChg chg="add mod">
          <ac:chgData name="Nursakirah Ab Rahman Muton" userId="423efa6d-ee54-4a96-bb69-a7d6dc1d7e38" providerId="ADAL" clId="{E5418EA3-ED04-44D7-B695-8570AC1018F6}" dt="2023-11-02T05:46:07.551" v="12199" actId="1076"/>
          <ac:spMkLst>
            <pc:docMk/>
            <pc:sldMk cId="1292326086" sldId="650"/>
            <ac:spMk id="25" creationId="{CF76724C-6D85-6F70-B5E2-643D3CA7C893}"/>
          </ac:spMkLst>
        </pc:spChg>
        <pc:spChg chg="add mod">
          <ac:chgData name="Nursakirah Ab Rahman Muton" userId="423efa6d-ee54-4a96-bb69-a7d6dc1d7e38" providerId="ADAL" clId="{E5418EA3-ED04-44D7-B695-8570AC1018F6}" dt="2023-11-02T05:46:18.234" v="12202" actId="20577"/>
          <ac:spMkLst>
            <pc:docMk/>
            <pc:sldMk cId="1292326086" sldId="650"/>
            <ac:spMk id="26" creationId="{8389C1E2-E89E-344B-069E-512259E10867}"/>
          </ac:spMkLst>
        </pc:spChg>
        <pc:spChg chg="add mod">
          <ac:chgData name="Nursakirah Ab Rahman Muton" userId="423efa6d-ee54-4a96-bb69-a7d6dc1d7e38" providerId="ADAL" clId="{E5418EA3-ED04-44D7-B695-8570AC1018F6}" dt="2023-11-02T05:46:24.926" v="12205" actId="20577"/>
          <ac:spMkLst>
            <pc:docMk/>
            <pc:sldMk cId="1292326086" sldId="650"/>
            <ac:spMk id="27" creationId="{0392AC72-474B-4B2B-C85E-C801F579AA8E}"/>
          </ac:spMkLst>
        </pc:spChg>
        <pc:spChg chg="add mod">
          <ac:chgData name="Nursakirah Ab Rahman Muton" userId="423efa6d-ee54-4a96-bb69-a7d6dc1d7e38" providerId="ADAL" clId="{E5418EA3-ED04-44D7-B695-8570AC1018F6}" dt="2023-11-02T05:46:31.902" v="12208" actId="20577"/>
          <ac:spMkLst>
            <pc:docMk/>
            <pc:sldMk cId="1292326086" sldId="650"/>
            <ac:spMk id="28" creationId="{0FCB418D-4D43-667C-344E-DC8ECD2C71C3}"/>
          </ac:spMkLst>
        </pc:spChg>
        <pc:spChg chg="add mod">
          <ac:chgData name="Nursakirah Ab Rahman Muton" userId="423efa6d-ee54-4a96-bb69-a7d6dc1d7e38" providerId="ADAL" clId="{E5418EA3-ED04-44D7-B695-8570AC1018F6}" dt="2023-11-02T05:46:39.828" v="12210" actId="1076"/>
          <ac:spMkLst>
            <pc:docMk/>
            <pc:sldMk cId="1292326086" sldId="650"/>
            <ac:spMk id="29" creationId="{A9451466-8F92-851D-C6CB-212F84A13A97}"/>
          </ac:spMkLst>
        </pc:spChg>
        <pc:spChg chg="add mod">
          <ac:chgData name="Nursakirah Ab Rahman Muton" userId="423efa6d-ee54-4a96-bb69-a7d6dc1d7e38" providerId="ADAL" clId="{E5418EA3-ED04-44D7-B695-8570AC1018F6}" dt="2023-11-02T05:46:45.254" v="12212" actId="1076"/>
          <ac:spMkLst>
            <pc:docMk/>
            <pc:sldMk cId="1292326086" sldId="650"/>
            <ac:spMk id="30" creationId="{1A135F24-9984-AD70-8336-83EFB850CB93}"/>
          </ac:spMkLst>
        </pc:spChg>
        <pc:spChg chg="add mod">
          <ac:chgData name="Nursakirah Ab Rahman Muton" userId="423efa6d-ee54-4a96-bb69-a7d6dc1d7e38" providerId="ADAL" clId="{E5418EA3-ED04-44D7-B695-8570AC1018F6}" dt="2023-11-02T05:46:59.965" v="12217" actId="208"/>
          <ac:spMkLst>
            <pc:docMk/>
            <pc:sldMk cId="1292326086" sldId="650"/>
            <ac:spMk id="31" creationId="{4FFDB2A4-186C-21B7-4186-01DEB5406CAA}"/>
          </ac:spMkLst>
        </pc:spChg>
        <pc:picChg chg="add mod">
          <ac:chgData name="Nursakirah Ab Rahman Muton" userId="423efa6d-ee54-4a96-bb69-a7d6dc1d7e38" providerId="ADAL" clId="{E5418EA3-ED04-44D7-B695-8570AC1018F6}" dt="2023-11-02T05:42:54.793" v="12140" actId="1076"/>
          <ac:picMkLst>
            <pc:docMk/>
            <pc:sldMk cId="1292326086" sldId="650"/>
            <ac:picMk id="5" creationId="{86BBEAAE-49A7-1215-2123-BCCA40BD3FA2}"/>
          </ac:picMkLst>
        </pc:picChg>
        <pc:picChg chg="add mod">
          <ac:chgData name="Nursakirah Ab Rahman Muton" userId="423efa6d-ee54-4a96-bb69-a7d6dc1d7e38" providerId="ADAL" clId="{E5418EA3-ED04-44D7-B695-8570AC1018F6}" dt="2023-11-02T05:42:42.107" v="12138" actId="1076"/>
          <ac:picMkLst>
            <pc:docMk/>
            <pc:sldMk cId="1292326086" sldId="650"/>
            <ac:picMk id="6" creationId="{9CF395ED-2CCB-9329-20F1-3C2CA2F24FD6}"/>
          </ac:picMkLst>
        </pc:picChg>
        <pc:inkChg chg="add">
          <ac:chgData name="Nursakirah Ab Rahman Muton" userId="423efa6d-ee54-4a96-bb69-a7d6dc1d7e38" providerId="ADAL" clId="{E5418EA3-ED04-44D7-B695-8570AC1018F6}" dt="2023-11-21T07:04:28.769" v="28864"/>
          <ac:inkMkLst>
            <pc:docMk/>
            <pc:sldMk cId="1292326086" sldId="650"/>
            <ac:inkMk id="2" creationId="{8645B989-A7EA-49E2-5720-736667871619}"/>
          </ac:inkMkLst>
        </pc:inkChg>
      </pc:sldChg>
      <pc:sldChg chg="addSp delSp modSp add del mod">
        <pc:chgData name="Nursakirah Ab Rahman Muton" userId="423efa6d-ee54-4a96-bb69-a7d6dc1d7e38" providerId="ADAL" clId="{E5418EA3-ED04-44D7-B695-8570AC1018F6}" dt="2023-11-02T04:54:15.581" v="10532" actId="47"/>
        <pc:sldMkLst>
          <pc:docMk/>
          <pc:sldMk cId="1858266354" sldId="650"/>
        </pc:sldMkLst>
        <pc:spChg chg="mod">
          <ac:chgData name="Nursakirah Ab Rahman Muton" userId="423efa6d-ee54-4a96-bb69-a7d6dc1d7e38" providerId="ADAL" clId="{E5418EA3-ED04-44D7-B695-8570AC1018F6}" dt="2023-11-02T04:53:54.875" v="10529"/>
          <ac:spMkLst>
            <pc:docMk/>
            <pc:sldMk cId="1858266354" sldId="650"/>
            <ac:spMk id="3" creationId="{66827EE5-C5AA-0342-4756-14382560AE57}"/>
          </ac:spMkLst>
        </pc:spChg>
        <pc:spChg chg="mod">
          <ac:chgData name="Nursakirah Ab Rahman Muton" userId="423efa6d-ee54-4a96-bb69-a7d6dc1d7e38" providerId="ADAL" clId="{E5418EA3-ED04-44D7-B695-8570AC1018F6}" dt="2023-11-02T04:53:54.875" v="10529"/>
          <ac:spMkLst>
            <pc:docMk/>
            <pc:sldMk cId="1858266354" sldId="650"/>
            <ac:spMk id="13" creationId="{5050395E-87F5-D818-65DD-1B96C360958A}"/>
          </ac:spMkLst>
        </pc:spChg>
        <pc:grpChg chg="add del mod">
          <ac:chgData name="Nursakirah Ab Rahman Muton" userId="423efa6d-ee54-4a96-bb69-a7d6dc1d7e38" providerId="ADAL" clId="{E5418EA3-ED04-44D7-B695-8570AC1018F6}" dt="2023-11-02T04:54:14.833" v="10531" actId="478"/>
          <ac:grpSpMkLst>
            <pc:docMk/>
            <pc:sldMk cId="1858266354" sldId="650"/>
            <ac:grpSpMk id="2" creationId="{540949F3-E5CF-5650-5C84-1ACE51127CA1}"/>
          </ac:grpSpMkLst>
        </pc:grpChg>
        <pc:grpChg chg="add del mod">
          <ac:chgData name="Nursakirah Ab Rahman Muton" userId="423efa6d-ee54-4a96-bb69-a7d6dc1d7e38" providerId="ADAL" clId="{E5418EA3-ED04-44D7-B695-8570AC1018F6}" dt="2023-11-02T04:54:14.833" v="10531" actId="478"/>
          <ac:grpSpMkLst>
            <pc:docMk/>
            <pc:sldMk cId="1858266354" sldId="650"/>
            <ac:grpSpMk id="9" creationId="{711134FE-7A1A-5F71-8FAE-A1EEFB7E71EF}"/>
          </ac:grpSpMkLst>
        </pc:grpChg>
        <pc:cxnChg chg="mod">
          <ac:chgData name="Nursakirah Ab Rahman Muton" userId="423efa6d-ee54-4a96-bb69-a7d6dc1d7e38" providerId="ADAL" clId="{E5418EA3-ED04-44D7-B695-8570AC1018F6}" dt="2023-11-02T04:53:54.875" v="10529"/>
          <ac:cxnSpMkLst>
            <pc:docMk/>
            <pc:sldMk cId="1858266354" sldId="650"/>
            <ac:cxnSpMk id="8" creationId="{32F1F889-E65D-61A6-38DE-35AB98D0E125}"/>
          </ac:cxnSpMkLst>
        </pc:cxnChg>
        <pc:cxnChg chg="mod">
          <ac:chgData name="Nursakirah Ab Rahman Muton" userId="423efa6d-ee54-4a96-bb69-a7d6dc1d7e38" providerId="ADAL" clId="{E5418EA3-ED04-44D7-B695-8570AC1018F6}" dt="2023-11-02T04:53:54.875" v="10529"/>
          <ac:cxnSpMkLst>
            <pc:docMk/>
            <pc:sldMk cId="1858266354" sldId="650"/>
            <ac:cxnSpMk id="14" creationId="{45698D97-E68C-3C30-6A9E-652BFA1E8372}"/>
          </ac:cxnSpMkLst>
        </pc:cxnChg>
      </pc:sldChg>
      <pc:sldChg chg="addSp delSp modSp add mod">
        <pc:chgData name="Nursakirah Ab Rahman Muton" userId="423efa6d-ee54-4a96-bb69-a7d6dc1d7e38" providerId="ADAL" clId="{E5418EA3-ED04-44D7-B695-8570AC1018F6}" dt="2023-11-21T07:04:28.769" v="28864"/>
        <pc:sldMkLst>
          <pc:docMk/>
          <pc:sldMk cId="2052598403" sldId="651"/>
        </pc:sldMkLst>
        <pc:spChg chg="add mod">
          <ac:chgData name="Nursakirah Ab Rahman Muton" userId="423efa6d-ee54-4a96-bb69-a7d6dc1d7e38" providerId="ADAL" clId="{E5418EA3-ED04-44D7-B695-8570AC1018F6}" dt="2023-11-02T05:48:27.806" v="12235" actId="1076"/>
          <ac:spMkLst>
            <pc:docMk/>
            <pc:sldMk cId="2052598403" sldId="651"/>
            <ac:spMk id="2" creationId="{FB4EC69C-493E-F7C0-1C96-B66C4C7489F6}"/>
          </ac:spMkLst>
        </pc:spChg>
        <pc:spChg chg="mod">
          <ac:chgData name="Nursakirah Ab Rahman Muton" userId="423efa6d-ee54-4a96-bb69-a7d6dc1d7e38" providerId="ADAL" clId="{E5418EA3-ED04-44D7-B695-8570AC1018F6}" dt="2023-11-02T05:47:17.378" v="12219" actId="20577"/>
          <ac:spMkLst>
            <pc:docMk/>
            <pc:sldMk cId="2052598403" sldId="651"/>
            <ac:spMk id="8" creationId="{7E7AA50F-3F51-4B1D-0556-A30C4EA18925}"/>
          </ac:spMkLst>
        </pc:spChg>
        <pc:spChg chg="mod">
          <ac:chgData name="Nursakirah Ab Rahman Muton" userId="423efa6d-ee54-4a96-bb69-a7d6dc1d7e38" providerId="ADAL" clId="{E5418EA3-ED04-44D7-B695-8570AC1018F6}" dt="2023-11-13T14:18:36.922" v="19410" actId="1076"/>
          <ac:spMkLst>
            <pc:docMk/>
            <pc:sldMk cId="2052598403" sldId="651"/>
            <ac:spMk id="9" creationId="{021204E7-1239-B62B-ABEC-E947B130BCFF}"/>
          </ac:spMkLst>
        </pc:spChg>
        <pc:spChg chg="mod">
          <ac:chgData name="Nursakirah Ab Rahman Muton" userId="423efa6d-ee54-4a96-bb69-a7d6dc1d7e38" providerId="ADAL" clId="{E5418EA3-ED04-44D7-B695-8570AC1018F6}" dt="2023-11-02T05:47:40.651" v="12224" actId="20577"/>
          <ac:spMkLst>
            <pc:docMk/>
            <pc:sldMk cId="2052598403" sldId="651"/>
            <ac:spMk id="13" creationId="{16A73E85-411A-E003-EF95-6D986B8DFB98}"/>
          </ac:spMkLst>
        </pc:spChg>
        <pc:spChg chg="mod">
          <ac:chgData name="Nursakirah Ab Rahman Muton" userId="423efa6d-ee54-4a96-bb69-a7d6dc1d7e38" providerId="ADAL" clId="{E5418EA3-ED04-44D7-B695-8570AC1018F6}" dt="2023-11-02T05:47:38.160" v="12223" actId="20577"/>
          <ac:spMkLst>
            <pc:docMk/>
            <pc:sldMk cId="2052598403" sldId="651"/>
            <ac:spMk id="14" creationId="{55B97AD3-A107-D596-C066-5DAAF0B77173}"/>
          </ac:spMkLst>
        </pc:spChg>
        <pc:spChg chg="mod">
          <ac:chgData name="Nursakirah Ab Rahman Muton" userId="423efa6d-ee54-4a96-bb69-a7d6dc1d7e38" providerId="ADAL" clId="{E5418EA3-ED04-44D7-B695-8570AC1018F6}" dt="2023-11-02T05:48:03.284" v="12229" actId="1076"/>
          <ac:spMkLst>
            <pc:docMk/>
            <pc:sldMk cId="2052598403" sldId="651"/>
            <ac:spMk id="15" creationId="{617CEBAE-19C5-E1D4-58E8-F4FC64BC354A}"/>
          </ac:spMkLst>
        </pc:spChg>
        <pc:spChg chg="mod">
          <ac:chgData name="Nursakirah Ab Rahman Muton" userId="423efa6d-ee54-4a96-bb69-a7d6dc1d7e38" providerId="ADAL" clId="{E5418EA3-ED04-44D7-B695-8570AC1018F6}" dt="2023-11-02T05:47:56.183" v="12227" actId="20577"/>
          <ac:spMkLst>
            <pc:docMk/>
            <pc:sldMk cId="2052598403" sldId="651"/>
            <ac:spMk id="17" creationId="{0FEACD73-1D85-0040-B8D4-89EC3D03069A}"/>
          </ac:spMkLst>
        </pc:spChg>
        <pc:spChg chg="mod">
          <ac:chgData name="Nursakirah Ab Rahman Muton" userId="423efa6d-ee54-4a96-bb69-a7d6dc1d7e38" providerId="ADAL" clId="{E5418EA3-ED04-44D7-B695-8570AC1018F6}" dt="2023-11-02T05:47:58.354" v="12228" actId="20577"/>
          <ac:spMkLst>
            <pc:docMk/>
            <pc:sldMk cId="2052598403" sldId="651"/>
            <ac:spMk id="19" creationId="{1E37D147-9599-061B-392F-09A14BED6148}"/>
          </ac:spMkLst>
        </pc:spChg>
        <pc:spChg chg="mod">
          <ac:chgData name="Nursakirah Ab Rahman Muton" userId="423efa6d-ee54-4a96-bb69-a7d6dc1d7e38" providerId="ADAL" clId="{E5418EA3-ED04-44D7-B695-8570AC1018F6}" dt="2023-11-02T05:47:47.789" v="12226" actId="1076"/>
          <ac:spMkLst>
            <pc:docMk/>
            <pc:sldMk cId="2052598403" sldId="651"/>
            <ac:spMk id="20" creationId="{F4C940C5-C7E7-B3A3-45CE-543482904D07}"/>
          </ac:spMkLst>
        </pc:spChg>
        <pc:spChg chg="mod">
          <ac:chgData name="Nursakirah Ab Rahman Muton" userId="423efa6d-ee54-4a96-bb69-a7d6dc1d7e38" providerId="ADAL" clId="{E5418EA3-ED04-44D7-B695-8570AC1018F6}" dt="2023-11-02T05:48:09.344" v="12230" actId="20577"/>
          <ac:spMkLst>
            <pc:docMk/>
            <pc:sldMk cId="2052598403" sldId="651"/>
            <ac:spMk id="22" creationId="{75306987-13BF-0880-C338-9631C14E7465}"/>
          </ac:spMkLst>
        </pc:spChg>
        <pc:spChg chg="mod">
          <ac:chgData name="Nursakirah Ab Rahman Muton" userId="423efa6d-ee54-4a96-bb69-a7d6dc1d7e38" providerId="ADAL" clId="{E5418EA3-ED04-44D7-B695-8570AC1018F6}" dt="2023-11-02T05:48:12.571" v="12233" actId="20577"/>
          <ac:spMkLst>
            <pc:docMk/>
            <pc:sldMk cId="2052598403" sldId="651"/>
            <ac:spMk id="24" creationId="{AF2E2AC3-B51B-AD0A-5817-8E8A3B334BBA}"/>
          </ac:spMkLst>
        </pc:spChg>
        <pc:spChg chg="del">
          <ac:chgData name="Nursakirah Ab Rahman Muton" userId="423efa6d-ee54-4a96-bb69-a7d6dc1d7e38" providerId="ADAL" clId="{E5418EA3-ED04-44D7-B695-8570AC1018F6}" dt="2023-11-02T05:47:19.959" v="12220" actId="478"/>
          <ac:spMkLst>
            <pc:docMk/>
            <pc:sldMk cId="2052598403" sldId="651"/>
            <ac:spMk id="31" creationId="{4FFDB2A4-186C-21B7-4186-01DEB5406CAA}"/>
          </ac:spMkLst>
        </pc:spChg>
        <pc:picChg chg="mod">
          <ac:chgData name="Nursakirah Ab Rahman Muton" userId="423efa6d-ee54-4a96-bb69-a7d6dc1d7e38" providerId="ADAL" clId="{E5418EA3-ED04-44D7-B695-8570AC1018F6}" dt="2023-11-13T14:18:30.232" v="19409" actId="1076"/>
          <ac:picMkLst>
            <pc:docMk/>
            <pc:sldMk cId="2052598403" sldId="651"/>
            <ac:picMk id="5" creationId="{86BBEAAE-49A7-1215-2123-BCCA40BD3FA2}"/>
          </ac:picMkLst>
        </pc:picChg>
        <pc:inkChg chg="add">
          <ac:chgData name="Nursakirah Ab Rahman Muton" userId="423efa6d-ee54-4a96-bb69-a7d6dc1d7e38" providerId="ADAL" clId="{E5418EA3-ED04-44D7-B695-8570AC1018F6}" dt="2023-11-21T07:04:28.769" v="28864"/>
          <ac:inkMkLst>
            <pc:docMk/>
            <pc:sldMk cId="2052598403" sldId="651"/>
            <ac:inkMk id="3" creationId="{1A804EEA-5750-8B4B-975D-4DC13D8D19EC}"/>
          </ac:inkMkLst>
        </pc:inkChg>
      </pc:sldChg>
      <pc:sldChg chg="addSp delSp modSp new mod">
        <pc:chgData name="Nursakirah Ab Rahman Muton" userId="423efa6d-ee54-4a96-bb69-a7d6dc1d7e38" providerId="ADAL" clId="{E5418EA3-ED04-44D7-B695-8570AC1018F6}" dt="2023-11-09T09:47:34.033" v="13289" actId="22"/>
        <pc:sldMkLst>
          <pc:docMk/>
          <pc:sldMk cId="4050843904" sldId="652"/>
        </pc:sldMkLst>
        <pc:spChg chg="mod">
          <ac:chgData name="Nursakirah Ab Rahman Muton" userId="423efa6d-ee54-4a96-bb69-a7d6dc1d7e38" providerId="ADAL" clId="{E5418EA3-ED04-44D7-B695-8570AC1018F6}" dt="2023-11-09T09:40:38.055" v="13287" actId="20577"/>
          <ac:spMkLst>
            <pc:docMk/>
            <pc:sldMk cId="4050843904" sldId="652"/>
            <ac:spMk id="2" creationId="{856512B4-6FBA-3FA4-E3B6-A6316CC7E872}"/>
          </ac:spMkLst>
        </pc:spChg>
        <pc:spChg chg="del">
          <ac:chgData name="Nursakirah Ab Rahman Muton" userId="423efa6d-ee54-4a96-bb69-a7d6dc1d7e38" providerId="ADAL" clId="{E5418EA3-ED04-44D7-B695-8570AC1018F6}" dt="2023-11-09T09:47:32.798" v="13288" actId="478"/>
          <ac:spMkLst>
            <pc:docMk/>
            <pc:sldMk cId="4050843904" sldId="652"/>
            <ac:spMk id="3" creationId="{658C7AC6-9A34-9896-E0E9-6B84583805E6}"/>
          </ac:spMkLst>
        </pc:spChg>
        <pc:picChg chg="add">
          <ac:chgData name="Nursakirah Ab Rahman Muton" userId="423efa6d-ee54-4a96-bb69-a7d6dc1d7e38" providerId="ADAL" clId="{E5418EA3-ED04-44D7-B695-8570AC1018F6}" dt="2023-11-09T09:47:34.033" v="13289" actId="22"/>
          <ac:picMkLst>
            <pc:docMk/>
            <pc:sldMk cId="4050843904" sldId="652"/>
            <ac:picMk id="5" creationId="{47373D4D-DE50-13C1-3B13-0DFE0E044648}"/>
          </ac:picMkLst>
        </pc:picChg>
      </pc:sldChg>
      <pc:sldChg chg="addSp modSp new mod modNotesTx">
        <pc:chgData name="Nursakirah Ab Rahman Muton" userId="423efa6d-ee54-4a96-bb69-a7d6dc1d7e38" providerId="ADAL" clId="{E5418EA3-ED04-44D7-B695-8570AC1018F6}" dt="2023-11-13T09:17:32.839" v="15538" actId="20577"/>
        <pc:sldMkLst>
          <pc:docMk/>
          <pc:sldMk cId="1471886025" sldId="653"/>
        </pc:sldMkLst>
        <pc:spChg chg="mod">
          <ac:chgData name="Nursakirah Ab Rahman Muton" userId="423efa6d-ee54-4a96-bb69-a7d6dc1d7e38" providerId="ADAL" clId="{E5418EA3-ED04-44D7-B695-8570AC1018F6}" dt="2023-11-13T09:14:54.151" v="15464" actId="20577"/>
          <ac:spMkLst>
            <pc:docMk/>
            <pc:sldMk cId="1471886025" sldId="653"/>
            <ac:spMk id="2" creationId="{F387C683-EC61-B003-F6AE-C6EA516B22A5}"/>
          </ac:spMkLst>
        </pc:spChg>
        <pc:spChg chg="mod">
          <ac:chgData name="Nursakirah Ab Rahman Muton" userId="423efa6d-ee54-4a96-bb69-a7d6dc1d7e38" providerId="ADAL" clId="{E5418EA3-ED04-44D7-B695-8570AC1018F6}" dt="2023-11-13T09:15:25.148" v="15491" actId="20577"/>
          <ac:spMkLst>
            <pc:docMk/>
            <pc:sldMk cId="1471886025" sldId="653"/>
            <ac:spMk id="3" creationId="{917367EA-0C95-408F-5B9D-3A2580B66ADA}"/>
          </ac:spMkLst>
        </pc:spChg>
        <pc:picChg chg="add mod modCrop">
          <ac:chgData name="Nursakirah Ab Rahman Muton" userId="423efa6d-ee54-4a96-bb69-a7d6dc1d7e38" providerId="ADAL" clId="{E5418EA3-ED04-44D7-B695-8570AC1018F6}" dt="2023-11-13T09:16:05.205" v="15499" actId="1076"/>
          <ac:picMkLst>
            <pc:docMk/>
            <pc:sldMk cId="1471886025" sldId="653"/>
            <ac:picMk id="5" creationId="{19377D8B-1BB7-023B-EAA1-ECC640499FC7}"/>
          </ac:picMkLst>
        </pc:picChg>
      </pc:sldChg>
      <pc:sldChg chg="addSp modSp new mod">
        <pc:chgData name="Nursakirah Ab Rahman Muton" userId="423efa6d-ee54-4a96-bb69-a7d6dc1d7e38" providerId="ADAL" clId="{E5418EA3-ED04-44D7-B695-8570AC1018F6}" dt="2023-11-13T10:02:57.134" v="16047" actId="20577"/>
        <pc:sldMkLst>
          <pc:docMk/>
          <pc:sldMk cId="779240205" sldId="654"/>
        </pc:sldMkLst>
        <pc:spChg chg="mod">
          <ac:chgData name="Nursakirah Ab Rahman Muton" userId="423efa6d-ee54-4a96-bb69-a7d6dc1d7e38" providerId="ADAL" clId="{E5418EA3-ED04-44D7-B695-8570AC1018F6}" dt="2023-11-13T09:20:08.558" v="15561" actId="20577"/>
          <ac:spMkLst>
            <pc:docMk/>
            <pc:sldMk cId="779240205" sldId="654"/>
            <ac:spMk id="2" creationId="{C31CE967-AE43-817C-F54A-2A4FED93DA8A}"/>
          </ac:spMkLst>
        </pc:spChg>
        <pc:spChg chg="mod">
          <ac:chgData name="Nursakirah Ab Rahman Muton" userId="423efa6d-ee54-4a96-bb69-a7d6dc1d7e38" providerId="ADAL" clId="{E5418EA3-ED04-44D7-B695-8570AC1018F6}" dt="2023-11-13T10:02:57.134" v="16047" actId="20577"/>
          <ac:spMkLst>
            <pc:docMk/>
            <pc:sldMk cId="779240205" sldId="654"/>
            <ac:spMk id="3" creationId="{0CB58CFA-151C-143D-B603-3D820FD6F2D2}"/>
          </ac:spMkLst>
        </pc:spChg>
        <pc:picChg chg="add mod modCrop">
          <ac:chgData name="Nursakirah Ab Rahman Muton" userId="423efa6d-ee54-4a96-bb69-a7d6dc1d7e38" providerId="ADAL" clId="{E5418EA3-ED04-44D7-B695-8570AC1018F6}" dt="2023-11-13T09:21:23.628" v="15698" actId="732"/>
          <ac:picMkLst>
            <pc:docMk/>
            <pc:sldMk cId="779240205" sldId="654"/>
            <ac:picMk id="5" creationId="{FCFC38D4-9511-77B8-1EAE-3F1BC1E4E943}"/>
          </ac:picMkLst>
        </pc:picChg>
      </pc:sldChg>
      <pc:sldChg chg="addSp delSp modSp new mod ord modClrScheme chgLayout">
        <pc:chgData name="Nursakirah Ab Rahman Muton" userId="423efa6d-ee54-4a96-bb69-a7d6dc1d7e38" providerId="ADAL" clId="{E5418EA3-ED04-44D7-B695-8570AC1018F6}" dt="2023-11-13T09:23:59.067" v="15733" actId="1076"/>
        <pc:sldMkLst>
          <pc:docMk/>
          <pc:sldMk cId="3588494218" sldId="655"/>
        </pc:sldMkLst>
        <pc:spChg chg="mod ord">
          <ac:chgData name="Nursakirah Ab Rahman Muton" userId="423efa6d-ee54-4a96-bb69-a7d6dc1d7e38" providerId="ADAL" clId="{E5418EA3-ED04-44D7-B695-8570AC1018F6}" dt="2023-11-13T09:23:59.067" v="15733" actId="1076"/>
          <ac:spMkLst>
            <pc:docMk/>
            <pc:sldMk cId="3588494218" sldId="655"/>
            <ac:spMk id="2" creationId="{684D4F84-39C1-9BFC-E4CD-B318579092CD}"/>
          </ac:spMkLst>
        </pc:spChg>
        <pc:spChg chg="del">
          <ac:chgData name="Nursakirah Ab Rahman Muton" userId="423efa6d-ee54-4a96-bb69-a7d6dc1d7e38" providerId="ADAL" clId="{E5418EA3-ED04-44D7-B695-8570AC1018F6}" dt="2023-11-13T09:23:50.508" v="15731" actId="700"/>
          <ac:spMkLst>
            <pc:docMk/>
            <pc:sldMk cId="3588494218" sldId="655"/>
            <ac:spMk id="3" creationId="{D0BB89EB-40A1-11D9-789E-9EB84E66DFBC}"/>
          </ac:spMkLst>
        </pc:spChg>
        <pc:picChg chg="add mod">
          <ac:chgData name="Nursakirah Ab Rahman Muton" userId="423efa6d-ee54-4a96-bb69-a7d6dc1d7e38" providerId="ADAL" clId="{E5418EA3-ED04-44D7-B695-8570AC1018F6}" dt="2023-11-13T09:23:43.126" v="15730" actId="1076"/>
          <ac:picMkLst>
            <pc:docMk/>
            <pc:sldMk cId="3588494218" sldId="655"/>
            <ac:picMk id="5" creationId="{2D5625A2-8B97-AACF-E193-0B734C302835}"/>
          </ac:picMkLst>
        </pc:picChg>
      </pc:sldChg>
      <pc:sldChg chg="addSp delSp modSp new mod modClrScheme chgLayout">
        <pc:chgData name="Nursakirah Ab Rahman Muton" userId="423efa6d-ee54-4a96-bb69-a7d6dc1d7e38" providerId="ADAL" clId="{E5418EA3-ED04-44D7-B695-8570AC1018F6}" dt="2023-11-13T09:53:23.147" v="15891" actId="164"/>
        <pc:sldMkLst>
          <pc:docMk/>
          <pc:sldMk cId="3446453624" sldId="656"/>
        </pc:sldMkLst>
        <pc:spChg chg="del">
          <ac:chgData name="Nursakirah Ab Rahman Muton" userId="423efa6d-ee54-4a96-bb69-a7d6dc1d7e38" providerId="ADAL" clId="{E5418EA3-ED04-44D7-B695-8570AC1018F6}" dt="2023-11-13T09:26:41.562" v="15735" actId="700"/>
          <ac:spMkLst>
            <pc:docMk/>
            <pc:sldMk cId="3446453624" sldId="656"/>
            <ac:spMk id="2" creationId="{81E88663-3072-8D5F-5E77-AB4EF341BAEB}"/>
          </ac:spMkLst>
        </pc:spChg>
        <pc:spChg chg="del">
          <ac:chgData name="Nursakirah Ab Rahman Muton" userId="423efa6d-ee54-4a96-bb69-a7d6dc1d7e38" providerId="ADAL" clId="{E5418EA3-ED04-44D7-B695-8570AC1018F6}" dt="2023-11-13T09:26:41.562" v="15735" actId="700"/>
          <ac:spMkLst>
            <pc:docMk/>
            <pc:sldMk cId="3446453624" sldId="656"/>
            <ac:spMk id="3" creationId="{4E5DEC6F-00DC-6A29-A25D-78FC51AABA29}"/>
          </ac:spMkLst>
        </pc:spChg>
        <pc:spChg chg="add mod">
          <ac:chgData name="Nursakirah Ab Rahman Muton" userId="423efa6d-ee54-4a96-bb69-a7d6dc1d7e38" providerId="ADAL" clId="{E5418EA3-ED04-44D7-B695-8570AC1018F6}" dt="2023-11-13T09:27:57.487" v="15775" actId="14100"/>
          <ac:spMkLst>
            <pc:docMk/>
            <pc:sldMk cId="3446453624" sldId="656"/>
            <ac:spMk id="5" creationId="{3B8CA43F-4ABA-37CE-97F9-A5951B904DC2}"/>
          </ac:spMkLst>
        </pc:spChg>
        <pc:spChg chg="add mod">
          <ac:chgData name="Nursakirah Ab Rahman Muton" userId="423efa6d-ee54-4a96-bb69-a7d6dc1d7e38" providerId="ADAL" clId="{E5418EA3-ED04-44D7-B695-8570AC1018F6}" dt="2023-11-13T09:28:02.929" v="15777" actId="1076"/>
          <ac:spMkLst>
            <pc:docMk/>
            <pc:sldMk cId="3446453624" sldId="656"/>
            <ac:spMk id="6" creationId="{88F36BAB-7BD3-5970-3790-7C19A7600A18}"/>
          </ac:spMkLst>
        </pc:spChg>
        <pc:spChg chg="add mod">
          <ac:chgData name="Nursakirah Ab Rahman Muton" userId="423efa6d-ee54-4a96-bb69-a7d6dc1d7e38" providerId="ADAL" clId="{E5418EA3-ED04-44D7-B695-8570AC1018F6}" dt="2023-11-13T09:28:07.385" v="15779" actId="1076"/>
          <ac:spMkLst>
            <pc:docMk/>
            <pc:sldMk cId="3446453624" sldId="656"/>
            <ac:spMk id="7" creationId="{EBD8D819-CBA2-0004-9A69-6CA783FCB00B}"/>
          </ac:spMkLst>
        </pc:spChg>
        <pc:spChg chg="add mod">
          <ac:chgData name="Nursakirah Ab Rahman Muton" userId="423efa6d-ee54-4a96-bb69-a7d6dc1d7e38" providerId="ADAL" clId="{E5418EA3-ED04-44D7-B695-8570AC1018F6}" dt="2023-11-13T09:28:37.539" v="15789" actId="403"/>
          <ac:spMkLst>
            <pc:docMk/>
            <pc:sldMk cId="3446453624" sldId="656"/>
            <ac:spMk id="8" creationId="{1A097AB5-D344-C4F1-B65E-AE47B48F8196}"/>
          </ac:spMkLst>
        </pc:spChg>
        <pc:spChg chg="add mod">
          <ac:chgData name="Nursakirah Ab Rahman Muton" userId="423efa6d-ee54-4a96-bb69-a7d6dc1d7e38" providerId="ADAL" clId="{E5418EA3-ED04-44D7-B695-8570AC1018F6}" dt="2023-11-13T09:53:23.147" v="15891" actId="164"/>
          <ac:spMkLst>
            <pc:docMk/>
            <pc:sldMk cId="3446453624" sldId="656"/>
            <ac:spMk id="9" creationId="{F187FBBF-D4FC-8536-0B7F-BAB221F59BC0}"/>
          </ac:spMkLst>
        </pc:spChg>
        <pc:grpChg chg="add mod">
          <ac:chgData name="Nursakirah Ab Rahman Muton" userId="423efa6d-ee54-4a96-bb69-a7d6dc1d7e38" providerId="ADAL" clId="{E5418EA3-ED04-44D7-B695-8570AC1018F6}" dt="2023-11-13T09:53:23.147" v="15891" actId="164"/>
          <ac:grpSpMkLst>
            <pc:docMk/>
            <pc:sldMk cId="3446453624" sldId="656"/>
            <ac:grpSpMk id="15" creationId="{959C3939-C9C0-2B4A-5A9F-5CAB60C99F48}"/>
          </ac:grpSpMkLst>
        </pc:grpChg>
        <pc:picChg chg="add mod">
          <ac:chgData name="Nursakirah Ab Rahman Muton" userId="423efa6d-ee54-4a96-bb69-a7d6dc1d7e38" providerId="ADAL" clId="{E5418EA3-ED04-44D7-B695-8570AC1018F6}" dt="2023-11-13T09:26:48.882" v="15737" actId="1076"/>
          <ac:picMkLst>
            <pc:docMk/>
            <pc:sldMk cId="3446453624" sldId="656"/>
            <ac:picMk id="4" creationId="{541E5CAC-D405-C96C-A3EC-5FBA51EAF73C}"/>
          </ac:picMkLst>
        </pc:picChg>
        <pc:cxnChg chg="add mod">
          <ac:chgData name="Nursakirah Ab Rahman Muton" userId="423efa6d-ee54-4a96-bb69-a7d6dc1d7e38" providerId="ADAL" clId="{E5418EA3-ED04-44D7-B695-8570AC1018F6}" dt="2023-11-13T09:53:23.147" v="15891" actId="164"/>
          <ac:cxnSpMkLst>
            <pc:docMk/>
            <pc:sldMk cId="3446453624" sldId="656"/>
            <ac:cxnSpMk id="11" creationId="{CB0C7312-0B16-201A-6779-B3CC5780D7FA}"/>
          </ac:cxnSpMkLst>
        </pc:cxnChg>
        <pc:cxnChg chg="add mod">
          <ac:chgData name="Nursakirah Ab Rahman Muton" userId="423efa6d-ee54-4a96-bb69-a7d6dc1d7e38" providerId="ADAL" clId="{E5418EA3-ED04-44D7-B695-8570AC1018F6}" dt="2023-11-13T09:53:23.147" v="15891" actId="164"/>
          <ac:cxnSpMkLst>
            <pc:docMk/>
            <pc:sldMk cId="3446453624" sldId="656"/>
            <ac:cxnSpMk id="12" creationId="{5691E5DB-3185-F904-CB22-D45481AD6623}"/>
          </ac:cxnSpMkLst>
        </pc:cxnChg>
        <pc:cxnChg chg="add mod">
          <ac:chgData name="Nursakirah Ab Rahman Muton" userId="423efa6d-ee54-4a96-bb69-a7d6dc1d7e38" providerId="ADAL" clId="{E5418EA3-ED04-44D7-B695-8570AC1018F6}" dt="2023-11-13T09:53:23.147" v="15891" actId="164"/>
          <ac:cxnSpMkLst>
            <pc:docMk/>
            <pc:sldMk cId="3446453624" sldId="656"/>
            <ac:cxnSpMk id="13" creationId="{308721DB-6587-0662-6B51-72D9B6F5A05C}"/>
          </ac:cxnSpMkLst>
        </pc:cxnChg>
        <pc:cxnChg chg="add del mod">
          <ac:chgData name="Nursakirah Ab Rahman Muton" userId="423efa6d-ee54-4a96-bb69-a7d6dc1d7e38" providerId="ADAL" clId="{E5418EA3-ED04-44D7-B695-8570AC1018F6}" dt="2023-11-13T09:50:41.379" v="15854" actId="478"/>
          <ac:cxnSpMkLst>
            <pc:docMk/>
            <pc:sldMk cId="3446453624" sldId="656"/>
            <ac:cxnSpMk id="14" creationId="{CB74161F-CBB1-6C20-CE56-296CA812DBBA}"/>
          </ac:cxnSpMkLst>
        </pc:cxnChg>
      </pc:sldChg>
      <pc:sldChg chg="addSp delSp modSp add mod">
        <pc:chgData name="Nursakirah Ab Rahman Muton" userId="423efa6d-ee54-4a96-bb69-a7d6dc1d7e38" providerId="ADAL" clId="{E5418EA3-ED04-44D7-B695-8570AC1018F6}" dt="2023-11-13T09:53:19.406" v="15890" actId="164"/>
        <pc:sldMkLst>
          <pc:docMk/>
          <pc:sldMk cId="677127815" sldId="657"/>
        </pc:sldMkLst>
        <pc:spChg chg="add mod">
          <ac:chgData name="Nursakirah Ab Rahman Muton" userId="423efa6d-ee54-4a96-bb69-a7d6dc1d7e38" providerId="ADAL" clId="{E5418EA3-ED04-44D7-B695-8570AC1018F6}" dt="2023-11-13T09:28:53.288" v="15793" actId="20577"/>
          <ac:spMkLst>
            <pc:docMk/>
            <pc:sldMk cId="677127815" sldId="657"/>
            <ac:spMk id="2" creationId="{C0442B57-7A14-A705-AD14-A354F6E9CBD1}"/>
          </ac:spMkLst>
        </pc:spChg>
        <pc:spChg chg="add mod">
          <ac:chgData name="Nursakirah Ab Rahman Muton" userId="423efa6d-ee54-4a96-bb69-a7d6dc1d7e38" providerId="ADAL" clId="{E5418EA3-ED04-44D7-B695-8570AC1018F6}" dt="2023-11-13T09:30:07.775" v="15815" actId="1037"/>
          <ac:spMkLst>
            <pc:docMk/>
            <pc:sldMk cId="677127815" sldId="657"/>
            <ac:spMk id="3" creationId="{55583DDE-7128-AD21-BB75-39B3EB041F1E}"/>
          </ac:spMkLst>
        </pc:spChg>
        <pc:spChg chg="del mod">
          <ac:chgData name="Nursakirah Ab Rahman Muton" userId="423efa6d-ee54-4a96-bb69-a7d6dc1d7e38" providerId="ADAL" clId="{E5418EA3-ED04-44D7-B695-8570AC1018F6}" dt="2023-11-13T09:29:13.109" v="15799" actId="478"/>
          <ac:spMkLst>
            <pc:docMk/>
            <pc:sldMk cId="677127815" sldId="657"/>
            <ac:spMk id="5" creationId="{3B8CA43F-4ABA-37CE-97F9-A5951B904DC2}"/>
          </ac:spMkLst>
        </pc:spChg>
        <pc:spChg chg="del mod">
          <ac:chgData name="Nursakirah Ab Rahman Muton" userId="423efa6d-ee54-4a96-bb69-a7d6dc1d7e38" providerId="ADAL" clId="{E5418EA3-ED04-44D7-B695-8570AC1018F6}" dt="2023-11-13T09:29:12.189" v="15798" actId="478"/>
          <ac:spMkLst>
            <pc:docMk/>
            <pc:sldMk cId="677127815" sldId="657"/>
            <ac:spMk id="6" creationId="{88F36BAB-7BD3-5970-3790-7C19A7600A18}"/>
          </ac:spMkLst>
        </pc:spChg>
        <pc:spChg chg="mod">
          <ac:chgData name="Nursakirah Ab Rahman Muton" userId="423efa6d-ee54-4a96-bb69-a7d6dc1d7e38" providerId="ADAL" clId="{E5418EA3-ED04-44D7-B695-8570AC1018F6}" dt="2023-11-13T09:30:07.775" v="15815" actId="1037"/>
          <ac:spMkLst>
            <pc:docMk/>
            <pc:sldMk cId="677127815" sldId="657"/>
            <ac:spMk id="7" creationId="{EBD8D819-CBA2-0004-9A69-6CA783FCB00B}"/>
          </ac:spMkLst>
        </pc:spChg>
        <pc:spChg chg="add mod">
          <ac:chgData name="Nursakirah Ab Rahman Muton" userId="423efa6d-ee54-4a96-bb69-a7d6dc1d7e38" providerId="ADAL" clId="{E5418EA3-ED04-44D7-B695-8570AC1018F6}" dt="2023-11-13T09:30:07.775" v="15815" actId="1037"/>
          <ac:spMkLst>
            <pc:docMk/>
            <pc:sldMk cId="677127815" sldId="657"/>
            <ac:spMk id="8" creationId="{9D46F672-A587-4F66-BCE6-FA7D70081083}"/>
          </ac:spMkLst>
        </pc:spChg>
        <pc:spChg chg="add mod">
          <ac:chgData name="Nursakirah Ab Rahman Muton" userId="423efa6d-ee54-4a96-bb69-a7d6dc1d7e38" providerId="ADAL" clId="{E5418EA3-ED04-44D7-B695-8570AC1018F6}" dt="2023-11-13T09:30:07.775" v="15815" actId="1037"/>
          <ac:spMkLst>
            <pc:docMk/>
            <pc:sldMk cId="677127815" sldId="657"/>
            <ac:spMk id="9" creationId="{94F8CA1B-C043-A902-F348-8E4148D761A5}"/>
          </ac:spMkLst>
        </pc:spChg>
        <pc:spChg chg="add mod">
          <ac:chgData name="Nursakirah Ab Rahman Muton" userId="423efa6d-ee54-4a96-bb69-a7d6dc1d7e38" providerId="ADAL" clId="{E5418EA3-ED04-44D7-B695-8570AC1018F6}" dt="2023-11-13T09:30:07.775" v="15815" actId="1037"/>
          <ac:spMkLst>
            <pc:docMk/>
            <pc:sldMk cId="677127815" sldId="657"/>
            <ac:spMk id="10" creationId="{9C0FE6EA-C40D-576A-0252-1EF2F5C92164}"/>
          </ac:spMkLst>
        </pc:spChg>
        <pc:spChg chg="add mod">
          <ac:chgData name="Nursakirah Ab Rahman Muton" userId="423efa6d-ee54-4a96-bb69-a7d6dc1d7e38" providerId="ADAL" clId="{E5418EA3-ED04-44D7-B695-8570AC1018F6}" dt="2023-11-13T09:53:19.406" v="15890" actId="164"/>
          <ac:spMkLst>
            <pc:docMk/>
            <pc:sldMk cId="677127815" sldId="657"/>
            <ac:spMk id="11" creationId="{D9F53B64-6BD2-5170-9138-DD22A2E6A9D3}"/>
          </ac:spMkLst>
        </pc:spChg>
        <pc:grpChg chg="add mod">
          <ac:chgData name="Nursakirah Ab Rahman Muton" userId="423efa6d-ee54-4a96-bb69-a7d6dc1d7e38" providerId="ADAL" clId="{E5418EA3-ED04-44D7-B695-8570AC1018F6}" dt="2023-11-13T09:53:19.406" v="15890" actId="164"/>
          <ac:grpSpMkLst>
            <pc:docMk/>
            <pc:sldMk cId="677127815" sldId="657"/>
            <ac:grpSpMk id="22" creationId="{556DDBC2-720D-8350-0C61-CD935CC90307}"/>
          </ac:grpSpMkLst>
        </pc:grpChg>
        <pc:cxnChg chg="add mod">
          <ac:chgData name="Nursakirah Ab Rahman Muton" userId="423efa6d-ee54-4a96-bb69-a7d6dc1d7e38" providerId="ADAL" clId="{E5418EA3-ED04-44D7-B695-8570AC1018F6}" dt="2023-11-13T09:53:19.406" v="15890" actId="164"/>
          <ac:cxnSpMkLst>
            <pc:docMk/>
            <pc:sldMk cId="677127815" sldId="657"/>
            <ac:cxnSpMk id="12" creationId="{2EED3DE7-917D-89F4-1E61-276D804B55A6}"/>
          </ac:cxnSpMkLst>
        </pc:cxnChg>
        <pc:cxnChg chg="add mod">
          <ac:chgData name="Nursakirah Ab Rahman Muton" userId="423efa6d-ee54-4a96-bb69-a7d6dc1d7e38" providerId="ADAL" clId="{E5418EA3-ED04-44D7-B695-8570AC1018F6}" dt="2023-11-13T09:53:19.406" v="15890" actId="164"/>
          <ac:cxnSpMkLst>
            <pc:docMk/>
            <pc:sldMk cId="677127815" sldId="657"/>
            <ac:cxnSpMk id="13" creationId="{10CE41BA-5125-EDC7-7AB6-6DD152A04D5F}"/>
          </ac:cxnSpMkLst>
        </pc:cxnChg>
        <pc:cxnChg chg="add mod">
          <ac:chgData name="Nursakirah Ab Rahman Muton" userId="423efa6d-ee54-4a96-bb69-a7d6dc1d7e38" providerId="ADAL" clId="{E5418EA3-ED04-44D7-B695-8570AC1018F6}" dt="2023-11-13T09:53:19.406" v="15890" actId="164"/>
          <ac:cxnSpMkLst>
            <pc:docMk/>
            <pc:sldMk cId="677127815" sldId="657"/>
            <ac:cxnSpMk id="14" creationId="{220D09C6-184A-8B60-23E2-AF9C75799A1F}"/>
          </ac:cxnSpMkLst>
        </pc:cxnChg>
        <pc:cxnChg chg="add mod">
          <ac:chgData name="Nursakirah Ab Rahman Muton" userId="423efa6d-ee54-4a96-bb69-a7d6dc1d7e38" providerId="ADAL" clId="{E5418EA3-ED04-44D7-B695-8570AC1018F6}" dt="2023-11-13T09:53:19.406" v="15890" actId="164"/>
          <ac:cxnSpMkLst>
            <pc:docMk/>
            <pc:sldMk cId="677127815" sldId="657"/>
            <ac:cxnSpMk id="15" creationId="{0ED2CCB6-7005-8E55-A018-4D8085FD980F}"/>
          </ac:cxnSpMkLst>
        </pc:cxnChg>
        <pc:cxnChg chg="add mod">
          <ac:chgData name="Nursakirah Ab Rahman Muton" userId="423efa6d-ee54-4a96-bb69-a7d6dc1d7e38" providerId="ADAL" clId="{E5418EA3-ED04-44D7-B695-8570AC1018F6}" dt="2023-11-13T09:53:19.406" v="15890" actId="164"/>
          <ac:cxnSpMkLst>
            <pc:docMk/>
            <pc:sldMk cId="677127815" sldId="657"/>
            <ac:cxnSpMk id="16" creationId="{02EF69DE-A31A-D87A-5A66-A159052ED236}"/>
          </ac:cxnSpMkLst>
        </pc:cxnChg>
        <pc:cxnChg chg="add mod">
          <ac:chgData name="Nursakirah Ab Rahman Muton" userId="423efa6d-ee54-4a96-bb69-a7d6dc1d7e38" providerId="ADAL" clId="{E5418EA3-ED04-44D7-B695-8570AC1018F6}" dt="2023-11-13T09:53:19.406" v="15890" actId="164"/>
          <ac:cxnSpMkLst>
            <pc:docMk/>
            <pc:sldMk cId="677127815" sldId="657"/>
            <ac:cxnSpMk id="17" creationId="{F686773A-7E72-5FD4-FB85-780CCFC634A8}"/>
          </ac:cxnSpMkLst>
        </pc:cxnChg>
        <pc:cxnChg chg="add mod">
          <ac:chgData name="Nursakirah Ab Rahman Muton" userId="423efa6d-ee54-4a96-bb69-a7d6dc1d7e38" providerId="ADAL" clId="{E5418EA3-ED04-44D7-B695-8570AC1018F6}" dt="2023-11-13T09:53:19.406" v="15890" actId="164"/>
          <ac:cxnSpMkLst>
            <pc:docMk/>
            <pc:sldMk cId="677127815" sldId="657"/>
            <ac:cxnSpMk id="18" creationId="{C5682F59-13E0-FC46-E7D9-0785AC82EF87}"/>
          </ac:cxnSpMkLst>
        </pc:cxnChg>
        <pc:cxnChg chg="add mod">
          <ac:chgData name="Nursakirah Ab Rahman Muton" userId="423efa6d-ee54-4a96-bb69-a7d6dc1d7e38" providerId="ADAL" clId="{E5418EA3-ED04-44D7-B695-8570AC1018F6}" dt="2023-11-13T09:53:19.406" v="15890" actId="164"/>
          <ac:cxnSpMkLst>
            <pc:docMk/>
            <pc:sldMk cId="677127815" sldId="657"/>
            <ac:cxnSpMk id="19" creationId="{022CE350-C796-AD12-2A12-DA7BA2A42503}"/>
          </ac:cxnSpMkLst>
        </pc:cxnChg>
        <pc:cxnChg chg="add mod">
          <ac:chgData name="Nursakirah Ab Rahman Muton" userId="423efa6d-ee54-4a96-bb69-a7d6dc1d7e38" providerId="ADAL" clId="{E5418EA3-ED04-44D7-B695-8570AC1018F6}" dt="2023-11-13T09:53:19.406" v="15890" actId="164"/>
          <ac:cxnSpMkLst>
            <pc:docMk/>
            <pc:sldMk cId="677127815" sldId="657"/>
            <ac:cxnSpMk id="20" creationId="{925C5D82-444C-C3FB-E75E-A9353B661ACC}"/>
          </ac:cxnSpMkLst>
        </pc:cxnChg>
        <pc:cxnChg chg="add mod">
          <ac:chgData name="Nursakirah Ab Rahman Muton" userId="423efa6d-ee54-4a96-bb69-a7d6dc1d7e38" providerId="ADAL" clId="{E5418EA3-ED04-44D7-B695-8570AC1018F6}" dt="2023-11-13T09:53:19.406" v="15890" actId="164"/>
          <ac:cxnSpMkLst>
            <pc:docMk/>
            <pc:sldMk cId="677127815" sldId="657"/>
            <ac:cxnSpMk id="21" creationId="{8944FA75-E3D5-8E03-68B1-7C9EA83105A5}"/>
          </ac:cxnSpMkLst>
        </pc:cxnChg>
      </pc:sldChg>
      <pc:sldChg chg="addSp delSp modSp new mod">
        <pc:chgData name="Nursakirah Ab Rahman Muton" userId="423efa6d-ee54-4a96-bb69-a7d6dc1d7e38" providerId="ADAL" clId="{E5418EA3-ED04-44D7-B695-8570AC1018F6}" dt="2023-11-13T10:00:14.365" v="16045" actId="478"/>
        <pc:sldMkLst>
          <pc:docMk/>
          <pc:sldMk cId="4283763039" sldId="658"/>
        </pc:sldMkLst>
        <pc:spChg chg="mod">
          <ac:chgData name="Nursakirah Ab Rahman Muton" userId="423efa6d-ee54-4a96-bb69-a7d6dc1d7e38" providerId="ADAL" clId="{E5418EA3-ED04-44D7-B695-8570AC1018F6}" dt="2023-11-13T09:53:33.790" v="15893"/>
          <ac:spMkLst>
            <pc:docMk/>
            <pc:sldMk cId="4283763039" sldId="658"/>
            <ac:spMk id="3" creationId="{0EEA6696-EFC0-3C39-5FE6-D1D7BC75C5E7}"/>
          </ac:spMkLst>
        </pc:spChg>
        <pc:spChg chg="mod topLvl">
          <ac:chgData name="Nursakirah Ab Rahman Muton" userId="423efa6d-ee54-4a96-bb69-a7d6dc1d7e38" providerId="ADAL" clId="{E5418EA3-ED04-44D7-B695-8570AC1018F6}" dt="2023-11-13T09:53:50.073" v="15897" actId="165"/>
          <ac:spMkLst>
            <pc:docMk/>
            <pc:sldMk cId="4283763039" sldId="658"/>
            <ac:spMk id="15" creationId="{08FE0A98-4902-9805-8AFE-B3FD7760F7BB}"/>
          </ac:spMkLst>
        </pc:spChg>
        <pc:spChg chg="add mod">
          <ac:chgData name="Nursakirah Ab Rahman Muton" userId="423efa6d-ee54-4a96-bb69-a7d6dc1d7e38" providerId="ADAL" clId="{E5418EA3-ED04-44D7-B695-8570AC1018F6}" dt="2023-11-13T09:59:51.147" v="16031" actId="164"/>
          <ac:spMkLst>
            <pc:docMk/>
            <pc:sldMk cId="4283763039" sldId="658"/>
            <ac:spMk id="27" creationId="{3ABD5D42-7494-E53C-5DBD-DC27EBBC482E}"/>
          </ac:spMkLst>
        </pc:spChg>
        <pc:spChg chg="add mod">
          <ac:chgData name="Nursakirah Ab Rahman Muton" userId="423efa6d-ee54-4a96-bb69-a7d6dc1d7e38" providerId="ADAL" clId="{E5418EA3-ED04-44D7-B695-8570AC1018F6}" dt="2023-11-13T09:59:45.159" v="16029" actId="164"/>
          <ac:spMkLst>
            <pc:docMk/>
            <pc:sldMk cId="4283763039" sldId="658"/>
            <ac:spMk id="54" creationId="{08949E63-F4C6-A661-AD28-BDD3CA9F36AB}"/>
          </ac:spMkLst>
        </pc:spChg>
        <pc:spChg chg="add del mod topLvl">
          <ac:chgData name="Nursakirah Ab Rahman Muton" userId="423efa6d-ee54-4a96-bb69-a7d6dc1d7e38" providerId="ADAL" clId="{E5418EA3-ED04-44D7-B695-8570AC1018F6}" dt="2023-11-13T10:00:07.954" v="16042" actId="478"/>
          <ac:spMkLst>
            <pc:docMk/>
            <pc:sldMk cId="4283763039" sldId="658"/>
            <ac:spMk id="105" creationId="{AAA6412A-0034-9445-86A2-A572D77D4AF5}"/>
          </ac:spMkLst>
        </pc:spChg>
        <pc:grpChg chg="add mod">
          <ac:chgData name="Nursakirah Ab Rahman Muton" userId="423efa6d-ee54-4a96-bb69-a7d6dc1d7e38" providerId="ADAL" clId="{E5418EA3-ED04-44D7-B695-8570AC1018F6}" dt="2023-11-13T09:53:39.643" v="15894" actId="1076"/>
          <ac:grpSpMkLst>
            <pc:docMk/>
            <pc:sldMk cId="4283763039" sldId="658"/>
            <ac:grpSpMk id="2" creationId="{2C52E69C-D139-B64B-6C65-FA46832DBA66}"/>
          </ac:grpSpMkLst>
        </pc:grpChg>
        <pc:grpChg chg="add del mod">
          <ac:chgData name="Nursakirah Ab Rahman Muton" userId="423efa6d-ee54-4a96-bb69-a7d6dc1d7e38" providerId="ADAL" clId="{E5418EA3-ED04-44D7-B695-8570AC1018F6}" dt="2023-11-13T09:53:50.073" v="15897" actId="165"/>
          <ac:grpSpMkLst>
            <pc:docMk/>
            <pc:sldMk cId="4283763039" sldId="658"/>
            <ac:grpSpMk id="14" creationId="{92A348E4-1BAD-E022-8926-1543F5FFD378}"/>
          </ac:grpSpMkLst>
        </pc:grpChg>
        <pc:grpChg chg="add del mod">
          <ac:chgData name="Nursakirah Ab Rahman Muton" userId="423efa6d-ee54-4a96-bb69-a7d6dc1d7e38" providerId="ADAL" clId="{E5418EA3-ED04-44D7-B695-8570AC1018F6}" dt="2023-11-13T09:59:45.159" v="16029" actId="164"/>
          <ac:grpSpMkLst>
            <pc:docMk/>
            <pc:sldMk cId="4283763039" sldId="658"/>
            <ac:grpSpMk id="72" creationId="{E6806FDD-9ABA-C3BC-446B-4DCAF88633F9}"/>
          </ac:grpSpMkLst>
        </pc:grpChg>
        <pc:grpChg chg="add del mod">
          <ac:chgData name="Nursakirah Ab Rahman Muton" userId="423efa6d-ee54-4a96-bb69-a7d6dc1d7e38" providerId="ADAL" clId="{E5418EA3-ED04-44D7-B695-8570AC1018F6}" dt="2023-11-13T09:59:45.159" v="16029" actId="164"/>
          <ac:grpSpMkLst>
            <pc:docMk/>
            <pc:sldMk cId="4283763039" sldId="658"/>
            <ac:grpSpMk id="73" creationId="{0AC062F0-FA9A-789A-B057-52A485EE6A62}"/>
          </ac:grpSpMkLst>
        </pc:grpChg>
        <pc:grpChg chg="add del mod">
          <ac:chgData name="Nursakirah Ab Rahman Muton" userId="423efa6d-ee54-4a96-bb69-a7d6dc1d7e38" providerId="ADAL" clId="{E5418EA3-ED04-44D7-B695-8570AC1018F6}" dt="2023-11-13T09:59:45.159" v="16029" actId="164"/>
          <ac:grpSpMkLst>
            <pc:docMk/>
            <pc:sldMk cId="4283763039" sldId="658"/>
            <ac:grpSpMk id="74" creationId="{F591E057-FC30-7B69-C373-201AC00F6C71}"/>
          </ac:grpSpMkLst>
        </pc:grpChg>
        <pc:grpChg chg="add mod">
          <ac:chgData name="Nursakirah Ab Rahman Muton" userId="423efa6d-ee54-4a96-bb69-a7d6dc1d7e38" providerId="ADAL" clId="{E5418EA3-ED04-44D7-B695-8570AC1018F6}" dt="2023-11-13T09:59:45.159" v="16029" actId="164"/>
          <ac:grpSpMkLst>
            <pc:docMk/>
            <pc:sldMk cId="4283763039" sldId="658"/>
            <ac:grpSpMk id="77" creationId="{107E497A-F415-0E85-B3CD-A7873067271E}"/>
          </ac:grpSpMkLst>
        </pc:grpChg>
        <pc:grpChg chg="add mod">
          <ac:chgData name="Nursakirah Ab Rahman Muton" userId="423efa6d-ee54-4a96-bb69-a7d6dc1d7e38" providerId="ADAL" clId="{E5418EA3-ED04-44D7-B695-8570AC1018F6}" dt="2023-11-13T09:59:45.159" v="16029" actId="164"/>
          <ac:grpSpMkLst>
            <pc:docMk/>
            <pc:sldMk cId="4283763039" sldId="658"/>
            <ac:grpSpMk id="80" creationId="{653C72AD-2537-6619-3C47-010BB161CD4C}"/>
          </ac:grpSpMkLst>
        </pc:grpChg>
        <pc:grpChg chg="add del mod">
          <ac:chgData name="Nursakirah Ab Rahman Muton" userId="423efa6d-ee54-4a96-bb69-a7d6dc1d7e38" providerId="ADAL" clId="{E5418EA3-ED04-44D7-B695-8570AC1018F6}" dt="2023-11-13T09:58:53.546" v="16008" actId="165"/>
          <ac:grpSpMkLst>
            <pc:docMk/>
            <pc:sldMk cId="4283763039" sldId="658"/>
            <ac:grpSpMk id="83" creationId="{8C0DD129-CB35-990F-3BBF-A7A3BA975207}"/>
          </ac:grpSpMkLst>
        </pc:grpChg>
        <pc:grpChg chg="add mod">
          <ac:chgData name="Nursakirah Ab Rahman Muton" userId="423efa6d-ee54-4a96-bb69-a7d6dc1d7e38" providerId="ADAL" clId="{E5418EA3-ED04-44D7-B695-8570AC1018F6}" dt="2023-11-13T09:59:45.159" v="16029" actId="164"/>
          <ac:grpSpMkLst>
            <pc:docMk/>
            <pc:sldMk cId="4283763039" sldId="658"/>
            <ac:grpSpMk id="86" creationId="{BC34CF62-428C-EB2E-5AF3-8814E1001A24}"/>
          </ac:grpSpMkLst>
        </pc:grpChg>
        <pc:grpChg chg="add mod">
          <ac:chgData name="Nursakirah Ab Rahman Muton" userId="423efa6d-ee54-4a96-bb69-a7d6dc1d7e38" providerId="ADAL" clId="{E5418EA3-ED04-44D7-B695-8570AC1018F6}" dt="2023-11-13T09:59:45.159" v="16029" actId="164"/>
          <ac:grpSpMkLst>
            <pc:docMk/>
            <pc:sldMk cId="4283763039" sldId="658"/>
            <ac:grpSpMk id="89" creationId="{54197E60-B165-BDC7-DDC5-6867C2F1EFA6}"/>
          </ac:grpSpMkLst>
        </pc:grpChg>
        <pc:grpChg chg="add mod">
          <ac:chgData name="Nursakirah Ab Rahman Muton" userId="423efa6d-ee54-4a96-bb69-a7d6dc1d7e38" providerId="ADAL" clId="{E5418EA3-ED04-44D7-B695-8570AC1018F6}" dt="2023-11-13T09:59:45.159" v="16029" actId="164"/>
          <ac:grpSpMkLst>
            <pc:docMk/>
            <pc:sldMk cId="4283763039" sldId="658"/>
            <ac:grpSpMk id="92" creationId="{AA5EBDDF-664C-ABCA-7641-E00536074568}"/>
          </ac:grpSpMkLst>
        </pc:grpChg>
        <pc:grpChg chg="add mod">
          <ac:chgData name="Nursakirah Ab Rahman Muton" userId="423efa6d-ee54-4a96-bb69-a7d6dc1d7e38" providerId="ADAL" clId="{E5418EA3-ED04-44D7-B695-8570AC1018F6}" dt="2023-11-13T09:59:45.159" v="16029" actId="164"/>
          <ac:grpSpMkLst>
            <pc:docMk/>
            <pc:sldMk cId="4283763039" sldId="658"/>
            <ac:grpSpMk id="95" creationId="{9CDC0765-F739-92BA-3501-B2A8AEED2F9D}"/>
          </ac:grpSpMkLst>
        </pc:grpChg>
        <pc:grpChg chg="add mod">
          <ac:chgData name="Nursakirah Ab Rahman Muton" userId="423efa6d-ee54-4a96-bb69-a7d6dc1d7e38" providerId="ADAL" clId="{E5418EA3-ED04-44D7-B695-8570AC1018F6}" dt="2023-11-13T09:59:48.402" v="16030" actId="1076"/>
          <ac:grpSpMkLst>
            <pc:docMk/>
            <pc:sldMk cId="4283763039" sldId="658"/>
            <ac:grpSpMk id="102" creationId="{0AA87661-A1F2-2404-7D58-4ABC9F6955B2}"/>
          </ac:grpSpMkLst>
        </pc:grpChg>
        <pc:grpChg chg="add mod">
          <ac:chgData name="Nursakirah Ab Rahman Muton" userId="423efa6d-ee54-4a96-bb69-a7d6dc1d7e38" providerId="ADAL" clId="{E5418EA3-ED04-44D7-B695-8570AC1018F6}" dt="2023-11-13T09:59:51.147" v="16031" actId="164"/>
          <ac:grpSpMkLst>
            <pc:docMk/>
            <pc:sldMk cId="4283763039" sldId="658"/>
            <ac:grpSpMk id="103" creationId="{F6457FFA-12F6-8FFB-B795-4BD424A5C9E1}"/>
          </ac:grpSpMkLst>
        </pc:grpChg>
        <pc:grpChg chg="add del mod">
          <ac:chgData name="Nursakirah Ab Rahman Muton" userId="423efa6d-ee54-4a96-bb69-a7d6dc1d7e38" providerId="ADAL" clId="{E5418EA3-ED04-44D7-B695-8570AC1018F6}" dt="2023-11-13T09:59:59.673" v="16034" actId="165"/>
          <ac:grpSpMkLst>
            <pc:docMk/>
            <pc:sldMk cId="4283763039" sldId="658"/>
            <ac:grpSpMk id="104" creationId="{B2AD7726-275A-99D8-E07B-DE5F91ABDAB6}"/>
          </ac:grpSpMkLst>
        </pc:grpChg>
        <pc:grpChg chg="del mod topLvl">
          <ac:chgData name="Nursakirah Ab Rahman Muton" userId="423efa6d-ee54-4a96-bb69-a7d6dc1d7e38" providerId="ADAL" clId="{E5418EA3-ED04-44D7-B695-8570AC1018F6}" dt="2023-11-13T10:00:02.361" v="16035" actId="478"/>
          <ac:grpSpMkLst>
            <pc:docMk/>
            <pc:sldMk cId="4283763039" sldId="658"/>
            <ac:grpSpMk id="106" creationId="{E5745E94-C96F-89C4-87A7-C6C579903FF3}"/>
          </ac:grpSpMkLst>
        </pc:grpChg>
        <pc:grpChg chg="del mod topLvl">
          <ac:chgData name="Nursakirah Ab Rahman Muton" userId="423efa6d-ee54-4a96-bb69-a7d6dc1d7e38" providerId="ADAL" clId="{E5418EA3-ED04-44D7-B695-8570AC1018F6}" dt="2023-11-13T10:00:03.197" v="16036" actId="478"/>
          <ac:grpSpMkLst>
            <pc:docMk/>
            <pc:sldMk cId="4283763039" sldId="658"/>
            <ac:grpSpMk id="107" creationId="{9FF6CAEA-9FF3-67CF-9AB8-101B12424382}"/>
          </ac:grpSpMkLst>
        </pc:grpChg>
        <pc:grpChg chg="del mod topLvl">
          <ac:chgData name="Nursakirah Ab Rahman Muton" userId="423efa6d-ee54-4a96-bb69-a7d6dc1d7e38" providerId="ADAL" clId="{E5418EA3-ED04-44D7-B695-8570AC1018F6}" dt="2023-11-13T10:00:03.918" v="16037" actId="478"/>
          <ac:grpSpMkLst>
            <pc:docMk/>
            <pc:sldMk cId="4283763039" sldId="658"/>
            <ac:grpSpMk id="108" creationId="{42F813E1-EAA3-60F9-5884-077F1D7BD1F3}"/>
          </ac:grpSpMkLst>
        </pc:grpChg>
        <pc:grpChg chg="del mod topLvl">
          <ac:chgData name="Nursakirah Ab Rahman Muton" userId="423efa6d-ee54-4a96-bb69-a7d6dc1d7e38" providerId="ADAL" clId="{E5418EA3-ED04-44D7-B695-8570AC1018F6}" dt="2023-11-13T10:00:04.579" v="16038" actId="478"/>
          <ac:grpSpMkLst>
            <pc:docMk/>
            <pc:sldMk cId="4283763039" sldId="658"/>
            <ac:grpSpMk id="109" creationId="{F31BEC67-193D-0BEB-22DB-6539B04CD3CF}"/>
          </ac:grpSpMkLst>
        </pc:grpChg>
        <pc:grpChg chg="del mod topLvl">
          <ac:chgData name="Nursakirah Ab Rahman Muton" userId="423efa6d-ee54-4a96-bb69-a7d6dc1d7e38" providerId="ADAL" clId="{E5418EA3-ED04-44D7-B695-8570AC1018F6}" dt="2023-11-13T10:00:05.221" v="16039" actId="478"/>
          <ac:grpSpMkLst>
            <pc:docMk/>
            <pc:sldMk cId="4283763039" sldId="658"/>
            <ac:grpSpMk id="110" creationId="{27C2E5E8-2A29-A3B3-A840-7D2FC989563A}"/>
          </ac:grpSpMkLst>
        </pc:grpChg>
        <pc:grpChg chg="del mod topLvl">
          <ac:chgData name="Nursakirah Ab Rahman Muton" userId="423efa6d-ee54-4a96-bb69-a7d6dc1d7e38" providerId="ADAL" clId="{E5418EA3-ED04-44D7-B695-8570AC1018F6}" dt="2023-11-13T10:00:06.101" v="16040" actId="478"/>
          <ac:grpSpMkLst>
            <pc:docMk/>
            <pc:sldMk cId="4283763039" sldId="658"/>
            <ac:grpSpMk id="113" creationId="{69AD5912-320A-4CB0-4030-74A994EC5EF1}"/>
          </ac:grpSpMkLst>
        </pc:grpChg>
        <pc:grpChg chg="del mod topLvl">
          <ac:chgData name="Nursakirah Ab Rahman Muton" userId="423efa6d-ee54-4a96-bb69-a7d6dc1d7e38" providerId="ADAL" clId="{E5418EA3-ED04-44D7-B695-8570AC1018F6}" dt="2023-11-13T10:00:09.666" v="16043" actId="478"/>
          <ac:grpSpMkLst>
            <pc:docMk/>
            <pc:sldMk cId="4283763039" sldId="658"/>
            <ac:grpSpMk id="114" creationId="{ED8FC686-E26D-5CE4-0074-C7956D67CCB6}"/>
          </ac:grpSpMkLst>
        </pc:grpChg>
        <pc:grpChg chg="del mod topLvl">
          <ac:chgData name="Nursakirah Ab Rahman Muton" userId="423efa6d-ee54-4a96-bb69-a7d6dc1d7e38" providerId="ADAL" clId="{E5418EA3-ED04-44D7-B695-8570AC1018F6}" dt="2023-11-13T10:00:12.445" v="16044" actId="478"/>
          <ac:grpSpMkLst>
            <pc:docMk/>
            <pc:sldMk cId="4283763039" sldId="658"/>
            <ac:grpSpMk id="115" creationId="{5A1CA8B3-347C-75E6-3BFE-A8F91597465B}"/>
          </ac:grpSpMkLst>
        </pc:grpChg>
        <pc:grpChg chg="del mod topLvl">
          <ac:chgData name="Nursakirah Ab Rahman Muton" userId="423efa6d-ee54-4a96-bb69-a7d6dc1d7e38" providerId="ADAL" clId="{E5418EA3-ED04-44D7-B695-8570AC1018F6}" dt="2023-11-13T10:00:14.365" v="16045" actId="478"/>
          <ac:grpSpMkLst>
            <pc:docMk/>
            <pc:sldMk cId="4283763039" sldId="658"/>
            <ac:grpSpMk id="116" creationId="{4F2FC64C-CB48-2D26-4113-85221CAF7527}"/>
          </ac:grpSpMkLst>
        </pc:grpChg>
        <pc:cxnChg chg="mod">
          <ac:chgData name="Nursakirah Ab Rahman Muton" userId="423efa6d-ee54-4a96-bb69-a7d6dc1d7e38" providerId="ADAL" clId="{E5418EA3-ED04-44D7-B695-8570AC1018F6}" dt="2023-11-13T09:53:33.790" v="15893"/>
          <ac:cxnSpMkLst>
            <pc:docMk/>
            <pc:sldMk cId="4283763039" sldId="658"/>
            <ac:cxnSpMk id="4" creationId="{305D9DB3-E9A4-C489-9B50-635F0459DDE5}"/>
          </ac:cxnSpMkLst>
        </pc:cxnChg>
        <pc:cxnChg chg="mod">
          <ac:chgData name="Nursakirah Ab Rahman Muton" userId="423efa6d-ee54-4a96-bb69-a7d6dc1d7e38" providerId="ADAL" clId="{E5418EA3-ED04-44D7-B695-8570AC1018F6}" dt="2023-11-13T09:53:33.790" v="15893"/>
          <ac:cxnSpMkLst>
            <pc:docMk/>
            <pc:sldMk cId="4283763039" sldId="658"/>
            <ac:cxnSpMk id="5" creationId="{E46FA946-722D-5405-8BA7-FD5FAC3A46E8}"/>
          </ac:cxnSpMkLst>
        </pc:cxnChg>
        <pc:cxnChg chg="mod">
          <ac:chgData name="Nursakirah Ab Rahman Muton" userId="423efa6d-ee54-4a96-bb69-a7d6dc1d7e38" providerId="ADAL" clId="{E5418EA3-ED04-44D7-B695-8570AC1018F6}" dt="2023-11-13T09:53:33.790" v="15893"/>
          <ac:cxnSpMkLst>
            <pc:docMk/>
            <pc:sldMk cId="4283763039" sldId="658"/>
            <ac:cxnSpMk id="6" creationId="{70D73661-8190-6BD6-8219-83B7C153FF0B}"/>
          </ac:cxnSpMkLst>
        </pc:cxnChg>
        <pc:cxnChg chg="mod">
          <ac:chgData name="Nursakirah Ab Rahman Muton" userId="423efa6d-ee54-4a96-bb69-a7d6dc1d7e38" providerId="ADAL" clId="{E5418EA3-ED04-44D7-B695-8570AC1018F6}" dt="2023-11-13T09:53:33.790" v="15893"/>
          <ac:cxnSpMkLst>
            <pc:docMk/>
            <pc:sldMk cId="4283763039" sldId="658"/>
            <ac:cxnSpMk id="7" creationId="{C4BBC0DC-FF30-C6C3-B2AB-CB91D9884D43}"/>
          </ac:cxnSpMkLst>
        </pc:cxnChg>
        <pc:cxnChg chg="mod">
          <ac:chgData name="Nursakirah Ab Rahman Muton" userId="423efa6d-ee54-4a96-bb69-a7d6dc1d7e38" providerId="ADAL" clId="{E5418EA3-ED04-44D7-B695-8570AC1018F6}" dt="2023-11-13T09:53:33.790" v="15893"/>
          <ac:cxnSpMkLst>
            <pc:docMk/>
            <pc:sldMk cId="4283763039" sldId="658"/>
            <ac:cxnSpMk id="8" creationId="{D42BECF7-D1C8-4D0E-376D-57F67AE1BC0F}"/>
          </ac:cxnSpMkLst>
        </pc:cxnChg>
        <pc:cxnChg chg="mod">
          <ac:chgData name="Nursakirah Ab Rahman Muton" userId="423efa6d-ee54-4a96-bb69-a7d6dc1d7e38" providerId="ADAL" clId="{E5418EA3-ED04-44D7-B695-8570AC1018F6}" dt="2023-11-13T09:53:33.790" v="15893"/>
          <ac:cxnSpMkLst>
            <pc:docMk/>
            <pc:sldMk cId="4283763039" sldId="658"/>
            <ac:cxnSpMk id="9" creationId="{D71B268D-352C-662C-C64D-636734181AFC}"/>
          </ac:cxnSpMkLst>
        </pc:cxnChg>
        <pc:cxnChg chg="mod">
          <ac:chgData name="Nursakirah Ab Rahman Muton" userId="423efa6d-ee54-4a96-bb69-a7d6dc1d7e38" providerId="ADAL" clId="{E5418EA3-ED04-44D7-B695-8570AC1018F6}" dt="2023-11-13T09:53:33.790" v="15893"/>
          <ac:cxnSpMkLst>
            <pc:docMk/>
            <pc:sldMk cId="4283763039" sldId="658"/>
            <ac:cxnSpMk id="10" creationId="{57C282C8-ABFA-52BD-F7EF-A2F4B71FEF13}"/>
          </ac:cxnSpMkLst>
        </pc:cxnChg>
        <pc:cxnChg chg="mod">
          <ac:chgData name="Nursakirah Ab Rahman Muton" userId="423efa6d-ee54-4a96-bb69-a7d6dc1d7e38" providerId="ADAL" clId="{E5418EA3-ED04-44D7-B695-8570AC1018F6}" dt="2023-11-13T09:53:33.790" v="15893"/>
          <ac:cxnSpMkLst>
            <pc:docMk/>
            <pc:sldMk cId="4283763039" sldId="658"/>
            <ac:cxnSpMk id="11" creationId="{02244A05-702D-257A-3F44-3A99E65F48D8}"/>
          </ac:cxnSpMkLst>
        </pc:cxnChg>
        <pc:cxnChg chg="mod">
          <ac:chgData name="Nursakirah Ab Rahman Muton" userId="423efa6d-ee54-4a96-bb69-a7d6dc1d7e38" providerId="ADAL" clId="{E5418EA3-ED04-44D7-B695-8570AC1018F6}" dt="2023-11-13T09:53:33.790" v="15893"/>
          <ac:cxnSpMkLst>
            <pc:docMk/>
            <pc:sldMk cId="4283763039" sldId="658"/>
            <ac:cxnSpMk id="12" creationId="{A7F1B8FC-5AB7-6BBC-313D-2B0A56D66CCC}"/>
          </ac:cxnSpMkLst>
        </pc:cxnChg>
        <pc:cxnChg chg="mod">
          <ac:chgData name="Nursakirah Ab Rahman Muton" userId="423efa6d-ee54-4a96-bb69-a7d6dc1d7e38" providerId="ADAL" clId="{E5418EA3-ED04-44D7-B695-8570AC1018F6}" dt="2023-11-13T09:53:33.790" v="15893"/>
          <ac:cxnSpMkLst>
            <pc:docMk/>
            <pc:sldMk cId="4283763039" sldId="658"/>
            <ac:cxnSpMk id="13" creationId="{7AD25BB9-8D4E-B543-036C-F0D616B02720}"/>
          </ac:cxnSpMkLst>
        </pc:cxnChg>
        <pc:cxnChg chg="mod topLvl">
          <ac:chgData name="Nursakirah Ab Rahman Muton" userId="423efa6d-ee54-4a96-bb69-a7d6dc1d7e38" providerId="ADAL" clId="{E5418EA3-ED04-44D7-B695-8570AC1018F6}" dt="2023-11-13T09:53:57.991" v="15899" actId="14100"/>
          <ac:cxnSpMkLst>
            <pc:docMk/>
            <pc:sldMk cId="4283763039" sldId="658"/>
            <ac:cxnSpMk id="16" creationId="{585193EB-8158-309C-80DF-689E7C90CE0A}"/>
          </ac:cxnSpMkLst>
        </pc:cxnChg>
        <pc:cxnChg chg="mod topLvl">
          <ac:chgData name="Nursakirah Ab Rahman Muton" userId="423efa6d-ee54-4a96-bb69-a7d6dc1d7e38" providerId="ADAL" clId="{E5418EA3-ED04-44D7-B695-8570AC1018F6}" dt="2023-11-13T09:53:50.073" v="15897" actId="165"/>
          <ac:cxnSpMkLst>
            <pc:docMk/>
            <pc:sldMk cId="4283763039" sldId="658"/>
            <ac:cxnSpMk id="17" creationId="{452F54EA-82AA-2AF0-7A96-7ABE545AB5A4}"/>
          </ac:cxnSpMkLst>
        </pc:cxnChg>
        <pc:cxnChg chg="mod topLvl">
          <ac:chgData name="Nursakirah Ab Rahman Muton" userId="423efa6d-ee54-4a96-bb69-a7d6dc1d7e38" providerId="ADAL" clId="{E5418EA3-ED04-44D7-B695-8570AC1018F6}" dt="2023-11-13T09:53:50.073" v="15897" actId="165"/>
          <ac:cxnSpMkLst>
            <pc:docMk/>
            <pc:sldMk cId="4283763039" sldId="658"/>
            <ac:cxnSpMk id="18" creationId="{CD7AB0D4-D0FE-635D-EEA0-697B89E5666F}"/>
          </ac:cxnSpMkLst>
        </pc:cxnChg>
        <pc:cxnChg chg="mod topLvl">
          <ac:chgData name="Nursakirah Ab Rahman Muton" userId="423efa6d-ee54-4a96-bb69-a7d6dc1d7e38" providerId="ADAL" clId="{E5418EA3-ED04-44D7-B695-8570AC1018F6}" dt="2023-11-13T09:53:50.073" v="15897" actId="165"/>
          <ac:cxnSpMkLst>
            <pc:docMk/>
            <pc:sldMk cId="4283763039" sldId="658"/>
            <ac:cxnSpMk id="19" creationId="{5974D820-90AE-B54A-82A3-23344642D0B6}"/>
          </ac:cxnSpMkLst>
        </pc:cxnChg>
        <pc:cxnChg chg="mod topLvl">
          <ac:chgData name="Nursakirah Ab Rahman Muton" userId="423efa6d-ee54-4a96-bb69-a7d6dc1d7e38" providerId="ADAL" clId="{E5418EA3-ED04-44D7-B695-8570AC1018F6}" dt="2023-11-13T09:53:50.073" v="15897" actId="165"/>
          <ac:cxnSpMkLst>
            <pc:docMk/>
            <pc:sldMk cId="4283763039" sldId="658"/>
            <ac:cxnSpMk id="20" creationId="{E1D1A5E4-320C-A9FE-3354-561CA0712BA9}"/>
          </ac:cxnSpMkLst>
        </pc:cxnChg>
        <pc:cxnChg chg="mod topLvl">
          <ac:chgData name="Nursakirah Ab Rahman Muton" userId="423efa6d-ee54-4a96-bb69-a7d6dc1d7e38" providerId="ADAL" clId="{E5418EA3-ED04-44D7-B695-8570AC1018F6}" dt="2023-11-13T09:53:50.073" v="15897" actId="165"/>
          <ac:cxnSpMkLst>
            <pc:docMk/>
            <pc:sldMk cId="4283763039" sldId="658"/>
            <ac:cxnSpMk id="21" creationId="{C9820F9A-F479-D6C2-D79C-C03FB8D6540F}"/>
          </ac:cxnSpMkLst>
        </pc:cxnChg>
        <pc:cxnChg chg="mod topLvl">
          <ac:chgData name="Nursakirah Ab Rahman Muton" userId="423efa6d-ee54-4a96-bb69-a7d6dc1d7e38" providerId="ADAL" clId="{E5418EA3-ED04-44D7-B695-8570AC1018F6}" dt="2023-11-13T09:53:50.073" v="15897" actId="165"/>
          <ac:cxnSpMkLst>
            <pc:docMk/>
            <pc:sldMk cId="4283763039" sldId="658"/>
            <ac:cxnSpMk id="22" creationId="{7C12EEB9-9B36-5CB2-6B48-E41DBDB43967}"/>
          </ac:cxnSpMkLst>
        </pc:cxnChg>
        <pc:cxnChg chg="mod topLvl">
          <ac:chgData name="Nursakirah Ab Rahman Muton" userId="423efa6d-ee54-4a96-bb69-a7d6dc1d7e38" providerId="ADAL" clId="{E5418EA3-ED04-44D7-B695-8570AC1018F6}" dt="2023-11-13T09:53:50.073" v="15897" actId="165"/>
          <ac:cxnSpMkLst>
            <pc:docMk/>
            <pc:sldMk cId="4283763039" sldId="658"/>
            <ac:cxnSpMk id="23" creationId="{9A56E818-ADA2-4270-E3D1-7D050E218DBD}"/>
          </ac:cxnSpMkLst>
        </pc:cxnChg>
        <pc:cxnChg chg="mod topLvl">
          <ac:chgData name="Nursakirah Ab Rahman Muton" userId="423efa6d-ee54-4a96-bb69-a7d6dc1d7e38" providerId="ADAL" clId="{E5418EA3-ED04-44D7-B695-8570AC1018F6}" dt="2023-11-13T09:53:50.073" v="15897" actId="165"/>
          <ac:cxnSpMkLst>
            <pc:docMk/>
            <pc:sldMk cId="4283763039" sldId="658"/>
            <ac:cxnSpMk id="24" creationId="{391A777F-CD89-3765-EAF3-5C6712D6D0B1}"/>
          </ac:cxnSpMkLst>
        </pc:cxnChg>
        <pc:cxnChg chg="mod topLvl">
          <ac:chgData name="Nursakirah Ab Rahman Muton" userId="423efa6d-ee54-4a96-bb69-a7d6dc1d7e38" providerId="ADAL" clId="{E5418EA3-ED04-44D7-B695-8570AC1018F6}" dt="2023-11-13T09:53:50.073" v="15897" actId="165"/>
          <ac:cxnSpMkLst>
            <pc:docMk/>
            <pc:sldMk cId="4283763039" sldId="658"/>
            <ac:cxnSpMk id="25" creationId="{30615794-8C26-29D1-F9F7-008C24B0B2EE}"/>
          </ac:cxnSpMkLst>
        </pc:cxnChg>
        <pc:cxnChg chg="add del mod">
          <ac:chgData name="Nursakirah Ab Rahman Muton" userId="423efa6d-ee54-4a96-bb69-a7d6dc1d7e38" providerId="ADAL" clId="{E5418EA3-ED04-44D7-B695-8570AC1018F6}" dt="2023-11-13T09:54:20.920" v="15902" actId="478"/>
          <ac:cxnSpMkLst>
            <pc:docMk/>
            <pc:sldMk cId="4283763039" sldId="658"/>
            <ac:cxnSpMk id="28" creationId="{436D2C7E-C04D-A34E-C965-288D50D923B5}"/>
          </ac:cxnSpMkLst>
        </pc:cxnChg>
        <pc:cxnChg chg="add del mod">
          <ac:chgData name="Nursakirah Ab Rahman Muton" userId="423efa6d-ee54-4a96-bb69-a7d6dc1d7e38" providerId="ADAL" clId="{E5418EA3-ED04-44D7-B695-8570AC1018F6}" dt="2023-11-13T09:55:15.691" v="15919" actId="478"/>
          <ac:cxnSpMkLst>
            <pc:docMk/>
            <pc:sldMk cId="4283763039" sldId="658"/>
            <ac:cxnSpMk id="29" creationId="{4A588A49-2CF5-413F-64FC-0F2C2A8F1EC6}"/>
          </ac:cxnSpMkLst>
        </pc:cxnChg>
        <pc:cxnChg chg="add del mod">
          <ac:chgData name="Nursakirah Ab Rahman Muton" userId="423efa6d-ee54-4a96-bb69-a7d6dc1d7e38" providerId="ADAL" clId="{E5418EA3-ED04-44D7-B695-8570AC1018F6}" dt="2023-11-13T09:55:16.629" v="15920" actId="478"/>
          <ac:cxnSpMkLst>
            <pc:docMk/>
            <pc:sldMk cId="4283763039" sldId="658"/>
            <ac:cxnSpMk id="30" creationId="{C50B2392-C111-9082-E13F-05FD31DB72C6}"/>
          </ac:cxnSpMkLst>
        </pc:cxnChg>
        <pc:cxnChg chg="add mod">
          <ac:chgData name="Nursakirah Ab Rahman Muton" userId="423efa6d-ee54-4a96-bb69-a7d6dc1d7e38" providerId="ADAL" clId="{E5418EA3-ED04-44D7-B695-8570AC1018F6}" dt="2023-11-13T09:59:51.147" v="16031" actId="164"/>
          <ac:cxnSpMkLst>
            <pc:docMk/>
            <pc:sldMk cId="4283763039" sldId="658"/>
            <ac:cxnSpMk id="31" creationId="{F77631F0-B670-F894-A2E5-DDE0EED7980E}"/>
          </ac:cxnSpMkLst>
        </pc:cxnChg>
        <pc:cxnChg chg="add del mod">
          <ac:chgData name="Nursakirah Ab Rahman Muton" userId="423efa6d-ee54-4a96-bb69-a7d6dc1d7e38" providerId="ADAL" clId="{E5418EA3-ED04-44D7-B695-8570AC1018F6}" dt="2023-11-13T09:55:21.305" v="15926" actId="478"/>
          <ac:cxnSpMkLst>
            <pc:docMk/>
            <pc:sldMk cId="4283763039" sldId="658"/>
            <ac:cxnSpMk id="32" creationId="{4532F499-CF19-9190-6EBA-72AE8A78C7C9}"/>
          </ac:cxnSpMkLst>
        </pc:cxnChg>
        <pc:cxnChg chg="add del mod">
          <ac:chgData name="Nursakirah Ab Rahman Muton" userId="423efa6d-ee54-4a96-bb69-a7d6dc1d7e38" providerId="ADAL" clId="{E5418EA3-ED04-44D7-B695-8570AC1018F6}" dt="2023-11-13T09:55:17.438" v="15921" actId="478"/>
          <ac:cxnSpMkLst>
            <pc:docMk/>
            <pc:sldMk cId="4283763039" sldId="658"/>
            <ac:cxnSpMk id="33" creationId="{3AB10AEC-F39F-F68A-A59A-A3C8AB62E908}"/>
          </ac:cxnSpMkLst>
        </pc:cxnChg>
        <pc:cxnChg chg="add del mod">
          <ac:chgData name="Nursakirah Ab Rahman Muton" userId="423efa6d-ee54-4a96-bb69-a7d6dc1d7e38" providerId="ADAL" clId="{E5418EA3-ED04-44D7-B695-8570AC1018F6}" dt="2023-11-13T09:55:18.003" v="15922" actId="478"/>
          <ac:cxnSpMkLst>
            <pc:docMk/>
            <pc:sldMk cId="4283763039" sldId="658"/>
            <ac:cxnSpMk id="34" creationId="{1EAB6AF0-47B2-26C2-9B21-9AD2DCFBC71E}"/>
          </ac:cxnSpMkLst>
        </pc:cxnChg>
        <pc:cxnChg chg="add del mod">
          <ac:chgData name="Nursakirah Ab Rahman Muton" userId="423efa6d-ee54-4a96-bb69-a7d6dc1d7e38" providerId="ADAL" clId="{E5418EA3-ED04-44D7-B695-8570AC1018F6}" dt="2023-11-13T09:55:19.361" v="15923" actId="478"/>
          <ac:cxnSpMkLst>
            <pc:docMk/>
            <pc:sldMk cId="4283763039" sldId="658"/>
            <ac:cxnSpMk id="35" creationId="{41377BBC-4F60-F414-C7FD-28391F70276F}"/>
          </ac:cxnSpMkLst>
        </pc:cxnChg>
        <pc:cxnChg chg="add del mod">
          <ac:chgData name="Nursakirah Ab Rahman Muton" userId="423efa6d-ee54-4a96-bb69-a7d6dc1d7e38" providerId="ADAL" clId="{E5418EA3-ED04-44D7-B695-8570AC1018F6}" dt="2023-11-13T09:55:20.309" v="15925" actId="478"/>
          <ac:cxnSpMkLst>
            <pc:docMk/>
            <pc:sldMk cId="4283763039" sldId="658"/>
            <ac:cxnSpMk id="36" creationId="{B0CFE4CA-5B94-6312-D0EF-EE4A7976FB27}"/>
          </ac:cxnSpMkLst>
        </pc:cxnChg>
        <pc:cxnChg chg="add del mod">
          <ac:chgData name="Nursakirah Ab Rahman Muton" userId="423efa6d-ee54-4a96-bb69-a7d6dc1d7e38" providerId="ADAL" clId="{E5418EA3-ED04-44D7-B695-8570AC1018F6}" dt="2023-11-13T09:55:22.820" v="15928" actId="478"/>
          <ac:cxnSpMkLst>
            <pc:docMk/>
            <pc:sldMk cId="4283763039" sldId="658"/>
            <ac:cxnSpMk id="37" creationId="{4EADEDEC-A68F-8B75-F177-97095159E784}"/>
          </ac:cxnSpMkLst>
        </pc:cxnChg>
        <pc:cxnChg chg="add del mod">
          <ac:chgData name="Nursakirah Ab Rahman Muton" userId="423efa6d-ee54-4a96-bb69-a7d6dc1d7e38" providerId="ADAL" clId="{E5418EA3-ED04-44D7-B695-8570AC1018F6}" dt="2023-11-13T09:57:42.317" v="15978" actId="478"/>
          <ac:cxnSpMkLst>
            <pc:docMk/>
            <pc:sldMk cId="4283763039" sldId="658"/>
            <ac:cxnSpMk id="39" creationId="{DE6BD834-530D-26A3-82FB-6E627A2BD2BE}"/>
          </ac:cxnSpMkLst>
        </pc:cxnChg>
        <pc:cxnChg chg="add mod">
          <ac:chgData name="Nursakirah Ab Rahman Muton" userId="423efa6d-ee54-4a96-bb69-a7d6dc1d7e38" providerId="ADAL" clId="{E5418EA3-ED04-44D7-B695-8570AC1018F6}" dt="2023-11-13T09:59:51.147" v="16031" actId="164"/>
          <ac:cxnSpMkLst>
            <pc:docMk/>
            <pc:sldMk cId="4283763039" sldId="658"/>
            <ac:cxnSpMk id="40" creationId="{64DAC2AF-40D1-D223-B2A6-4AF290CFCC79}"/>
          </ac:cxnSpMkLst>
        </pc:cxnChg>
        <pc:cxnChg chg="add mod">
          <ac:chgData name="Nursakirah Ab Rahman Muton" userId="423efa6d-ee54-4a96-bb69-a7d6dc1d7e38" providerId="ADAL" clId="{E5418EA3-ED04-44D7-B695-8570AC1018F6}" dt="2023-11-13T09:59:51.147" v="16031" actId="164"/>
          <ac:cxnSpMkLst>
            <pc:docMk/>
            <pc:sldMk cId="4283763039" sldId="658"/>
            <ac:cxnSpMk id="41" creationId="{EAEC471B-E123-5828-00E9-6525E01B03CC}"/>
          </ac:cxnSpMkLst>
        </pc:cxnChg>
        <pc:cxnChg chg="add mod">
          <ac:chgData name="Nursakirah Ab Rahman Muton" userId="423efa6d-ee54-4a96-bb69-a7d6dc1d7e38" providerId="ADAL" clId="{E5418EA3-ED04-44D7-B695-8570AC1018F6}" dt="2023-11-13T09:59:51.147" v="16031" actId="164"/>
          <ac:cxnSpMkLst>
            <pc:docMk/>
            <pc:sldMk cId="4283763039" sldId="658"/>
            <ac:cxnSpMk id="42" creationId="{58B9E7B0-F852-BA7D-A77F-2010B3D7816E}"/>
          </ac:cxnSpMkLst>
        </pc:cxnChg>
        <pc:cxnChg chg="add mod">
          <ac:chgData name="Nursakirah Ab Rahman Muton" userId="423efa6d-ee54-4a96-bb69-a7d6dc1d7e38" providerId="ADAL" clId="{E5418EA3-ED04-44D7-B695-8570AC1018F6}" dt="2023-11-13T09:59:51.147" v="16031" actId="164"/>
          <ac:cxnSpMkLst>
            <pc:docMk/>
            <pc:sldMk cId="4283763039" sldId="658"/>
            <ac:cxnSpMk id="43" creationId="{377817E9-6AAA-96C9-73B6-18928B08C881}"/>
          </ac:cxnSpMkLst>
        </pc:cxnChg>
        <pc:cxnChg chg="add mod">
          <ac:chgData name="Nursakirah Ab Rahman Muton" userId="423efa6d-ee54-4a96-bb69-a7d6dc1d7e38" providerId="ADAL" clId="{E5418EA3-ED04-44D7-B695-8570AC1018F6}" dt="2023-11-13T09:59:51.147" v="16031" actId="164"/>
          <ac:cxnSpMkLst>
            <pc:docMk/>
            <pc:sldMk cId="4283763039" sldId="658"/>
            <ac:cxnSpMk id="44" creationId="{3442BED9-1E9E-1A60-2D7C-371B8A6E8923}"/>
          </ac:cxnSpMkLst>
        </pc:cxnChg>
        <pc:cxnChg chg="add mod">
          <ac:chgData name="Nursakirah Ab Rahman Muton" userId="423efa6d-ee54-4a96-bb69-a7d6dc1d7e38" providerId="ADAL" clId="{E5418EA3-ED04-44D7-B695-8570AC1018F6}" dt="2023-11-13T09:59:51.147" v="16031" actId="164"/>
          <ac:cxnSpMkLst>
            <pc:docMk/>
            <pc:sldMk cId="4283763039" sldId="658"/>
            <ac:cxnSpMk id="45" creationId="{0FC45729-0B2D-5AAE-3CD2-7FABDD1C05BF}"/>
          </ac:cxnSpMkLst>
        </pc:cxnChg>
        <pc:cxnChg chg="add mod">
          <ac:chgData name="Nursakirah Ab Rahman Muton" userId="423efa6d-ee54-4a96-bb69-a7d6dc1d7e38" providerId="ADAL" clId="{E5418EA3-ED04-44D7-B695-8570AC1018F6}" dt="2023-11-13T09:59:51.147" v="16031" actId="164"/>
          <ac:cxnSpMkLst>
            <pc:docMk/>
            <pc:sldMk cId="4283763039" sldId="658"/>
            <ac:cxnSpMk id="46" creationId="{48C136CB-F42F-F335-D1B7-FD0B588B100E}"/>
          </ac:cxnSpMkLst>
        </pc:cxnChg>
        <pc:cxnChg chg="add mod">
          <ac:chgData name="Nursakirah Ab Rahman Muton" userId="423efa6d-ee54-4a96-bb69-a7d6dc1d7e38" providerId="ADAL" clId="{E5418EA3-ED04-44D7-B695-8570AC1018F6}" dt="2023-11-13T09:59:51.147" v="16031" actId="164"/>
          <ac:cxnSpMkLst>
            <pc:docMk/>
            <pc:sldMk cId="4283763039" sldId="658"/>
            <ac:cxnSpMk id="47" creationId="{45399E70-C9DB-A127-6AF7-46A64E40A028}"/>
          </ac:cxnSpMkLst>
        </pc:cxnChg>
        <pc:cxnChg chg="add mod">
          <ac:chgData name="Nursakirah Ab Rahman Muton" userId="423efa6d-ee54-4a96-bb69-a7d6dc1d7e38" providerId="ADAL" clId="{E5418EA3-ED04-44D7-B695-8570AC1018F6}" dt="2023-11-13T09:59:51.147" v="16031" actId="164"/>
          <ac:cxnSpMkLst>
            <pc:docMk/>
            <pc:sldMk cId="4283763039" sldId="658"/>
            <ac:cxnSpMk id="48" creationId="{6BC33606-5B5E-7B9D-B295-F635A6272F71}"/>
          </ac:cxnSpMkLst>
        </pc:cxnChg>
        <pc:cxnChg chg="add mod">
          <ac:chgData name="Nursakirah Ab Rahman Muton" userId="423efa6d-ee54-4a96-bb69-a7d6dc1d7e38" providerId="ADAL" clId="{E5418EA3-ED04-44D7-B695-8570AC1018F6}" dt="2023-11-13T09:59:51.147" v="16031" actId="164"/>
          <ac:cxnSpMkLst>
            <pc:docMk/>
            <pc:sldMk cId="4283763039" sldId="658"/>
            <ac:cxnSpMk id="50" creationId="{BD9663EB-E3E6-2DB7-861C-477745431A49}"/>
          </ac:cxnSpMkLst>
        </pc:cxnChg>
        <pc:cxnChg chg="add mod">
          <ac:chgData name="Nursakirah Ab Rahman Muton" userId="423efa6d-ee54-4a96-bb69-a7d6dc1d7e38" providerId="ADAL" clId="{E5418EA3-ED04-44D7-B695-8570AC1018F6}" dt="2023-11-13T09:59:51.147" v="16031" actId="164"/>
          <ac:cxnSpMkLst>
            <pc:docMk/>
            <pc:sldMk cId="4283763039" sldId="658"/>
            <ac:cxnSpMk id="51" creationId="{708D6AA5-6FB1-30B5-B516-CB8DAAEE70F6}"/>
          </ac:cxnSpMkLst>
        </pc:cxnChg>
        <pc:cxnChg chg="add mod">
          <ac:chgData name="Nursakirah Ab Rahman Muton" userId="423efa6d-ee54-4a96-bb69-a7d6dc1d7e38" providerId="ADAL" clId="{E5418EA3-ED04-44D7-B695-8570AC1018F6}" dt="2023-11-13T09:59:51.147" v="16031" actId="164"/>
          <ac:cxnSpMkLst>
            <pc:docMk/>
            <pc:sldMk cId="4283763039" sldId="658"/>
            <ac:cxnSpMk id="52" creationId="{0B09D451-B83F-A18E-538E-B48373E87AB6}"/>
          </ac:cxnSpMkLst>
        </pc:cxnChg>
        <pc:cxnChg chg="add mod">
          <ac:chgData name="Nursakirah Ab Rahman Muton" userId="423efa6d-ee54-4a96-bb69-a7d6dc1d7e38" providerId="ADAL" clId="{E5418EA3-ED04-44D7-B695-8570AC1018F6}" dt="2023-11-13T09:59:51.147" v="16031" actId="164"/>
          <ac:cxnSpMkLst>
            <pc:docMk/>
            <pc:sldMk cId="4283763039" sldId="658"/>
            <ac:cxnSpMk id="53" creationId="{E23BC177-D688-0274-7F7E-12883012DF6D}"/>
          </ac:cxnSpMkLst>
        </pc:cxnChg>
        <pc:cxnChg chg="add mod">
          <ac:chgData name="Nursakirah Ab Rahman Muton" userId="423efa6d-ee54-4a96-bb69-a7d6dc1d7e38" providerId="ADAL" clId="{E5418EA3-ED04-44D7-B695-8570AC1018F6}" dt="2023-11-13T09:58:24.225" v="15996" actId="164"/>
          <ac:cxnSpMkLst>
            <pc:docMk/>
            <pc:sldMk cId="4283763039" sldId="658"/>
            <ac:cxnSpMk id="55" creationId="{BF7689B9-DBD6-5D29-072A-98841311E3AF}"/>
          </ac:cxnSpMkLst>
        </pc:cxnChg>
        <pc:cxnChg chg="add mod">
          <ac:chgData name="Nursakirah Ab Rahman Muton" userId="423efa6d-ee54-4a96-bb69-a7d6dc1d7e38" providerId="ADAL" clId="{E5418EA3-ED04-44D7-B695-8570AC1018F6}" dt="2023-11-13T09:58:24.225" v="15996" actId="164"/>
          <ac:cxnSpMkLst>
            <pc:docMk/>
            <pc:sldMk cId="4283763039" sldId="658"/>
            <ac:cxnSpMk id="56" creationId="{6C687B2D-18B2-42A9-3F6F-F6ACCF74B959}"/>
          </ac:cxnSpMkLst>
        </pc:cxnChg>
        <pc:cxnChg chg="add del mod">
          <ac:chgData name="Nursakirah Ab Rahman Muton" userId="423efa6d-ee54-4a96-bb69-a7d6dc1d7e38" providerId="ADAL" clId="{E5418EA3-ED04-44D7-B695-8570AC1018F6}" dt="2023-11-13T09:58:35.837" v="16001" actId="478"/>
          <ac:cxnSpMkLst>
            <pc:docMk/>
            <pc:sldMk cId="4283763039" sldId="658"/>
            <ac:cxnSpMk id="57" creationId="{58F6B378-54B0-CF2E-C21A-D9CBC2290D7D}"/>
          </ac:cxnSpMkLst>
        </pc:cxnChg>
        <pc:cxnChg chg="add del mod">
          <ac:chgData name="Nursakirah Ab Rahman Muton" userId="423efa6d-ee54-4a96-bb69-a7d6dc1d7e38" providerId="ADAL" clId="{E5418EA3-ED04-44D7-B695-8570AC1018F6}" dt="2023-11-13T09:58:35.837" v="16001" actId="478"/>
          <ac:cxnSpMkLst>
            <pc:docMk/>
            <pc:sldMk cId="4283763039" sldId="658"/>
            <ac:cxnSpMk id="58" creationId="{8ECC8C8D-0CA1-1647-7AB6-F1326E794D54}"/>
          </ac:cxnSpMkLst>
        </pc:cxnChg>
        <pc:cxnChg chg="add del mod">
          <ac:chgData name="Nursakirah Ab Rahman Muton" userId="423efa6d-ee54-4a96-bb69-a7d6dc1d7e38" providerId="ADAL" clId="{E5418EA3-ED04-44D7-B695-8570AC1018F6}" dt="2023-11-13T09:58:35.837" v="16001" actId="478"/>
          <ac:cxnSpMkLst>
            <pc:docMk/>
            <pc:sldMk cId="4283763039" sldId="658"/>
            <ac:cxnSpMk id="59" creationId="{355AE305-894F-25FD-B5A8-6D2CE3FB99D2}"/>
          </ac:cxnSpMkLst>
        </pc:cxnChg>
        <pc:cxnChg chg="add del mod">
          <ac:chgData name="Nursakirah Ab Rahman Muton" userId="423efa6d-ee54-4a96-bb69-a7d6dc1d7e38" providerId="ADAL" clId="{E5418EA3-ED04-44D7-B695-8570AC1018F6}" dt="2023-11-13T09:58:35.837" v="16001" actId="478"/>
          <ac:cxnSpMkLst>
            <pc:docMk/>
            <pc:sldMk cId="4283763039" sldId="658"/>
            <ac:cxnSpMk id="60" creationId="{9CD9B063-BDCB-D827-DE11-0F173367F48C}"/>
          </ac:cxnSpMkLst>
        </pc:cxnChg>
        <pc:cxnChg chg="add del mod">
          <ac:chgData name="Nursakirah Ab Rahman Muton" userId="423efa6d-ee54-4a96-bb69-a7d6dc1d7e38" providerId="ADAL" clId="{E5418EA3-ED04-44D7-B695-8570AC1018F6}" dt="2023-11-13T09:58:35.837" v="16001" actId="478"/>
          <ac:cxnSpMkLst>
            <pc:docMk/>
            <pc:sldMk cId="4283763039" sldId="658"/>
            <ac:cxnSpMk id="61" creationId="{25FF18BA-C033-3EBE-4E98-5C6AF4CA2288}"/>
          </ac:cxnSpMkLst>
        </pc:cxnChg>
        <pc:cxnChg chg="add del mod">
          <ac:chgData name="Nursakirah Ab Rahman Muton" userId="423efa6d-ee54-4a96-bb69-a7d6dc1d7e38" providerId="ADAL" clId="{E5418EA3-ED04-44D7-B695-8570AC1018F6}" dt="2023-11-13T09:58:35.837" v="16001" actId="478"/>
          <ac:cxnSpMkLst>
            <pc:docMk/>
            <pc:sldMk cId="4283763039" sldId="658"/>
            <ac:cxnSpMk id="62" creationId="{E7F02A71-A4DC-B6E0-98E0-2ECACD43F1C0}"/>
          </ac:cxnSpMkLst>
        </pc:cxnChg>
        <pc:cxnChg chg="add del mod">
          <ac:chgData name="Nursakirah Ab Rahman Muton" userId="423efa6d-ee54-4a96-bb69-a7d6dc1d7e38" providerId="ADAL" clId="{E5418EA3-ED04-44D7-B695-8570AC1018F6}" dt="2023-11-13T09:58:35.837" v="16001" actId="478"/>
          <ac:cxnSpMkLst>
            <pc:docMk/>
            <pc:sldMk cId="4283763039" sldId="658"/>
            <ac:cxnSpMk id="63" creationId="{07A17E41-CEE1-F241-3D15-957F4684E49D}"/>
          </ac:cxnSpMkLst>
        </pc:cxnChg>
        <pc:cxnChg chg="add del mod">
          <ac:chgData name="Nursakirah Ab Rahman Muton" userId="423efa6d-ee54-4a96-bb69-a7d6dc1d7e38" providerId="ADAL" clId="{E5418EA3-ED04-44D7-B695-8570AC1018F6}" dt="2023-11-13T09:58:35.837" v="16001" actId="478"/>
          <ac:cxnSpMkLst>
            <pc:docMk/>
            <pc:sldMk cId="4283763039" sldId="658"/>
            <ac:cxnSpMk id="64" creationId="{1AD4C9E6-045E-20E9-C9FF-44B0A8DDF048}"/>
          </ac:cxnSpMkLst>
        </pc:cxnChg>
        <pc:cxnChg chg="add del mod">
          <ac:chgData name="Nursakirah Ab Rahman Muton" userId="423efa6d-ee54-4a96-bb69-a7d6dc1d7e38" providerId="ADAL" clId="{E5418EA3-ED04-44D7-B695-8570AC1018F6}" dt="2023-11-13T09:58:35.837" v="16001" actId="478"/>
          <ac:cxnSpMkLst>
            <pc:docMk/>
            <pc:sldMk cId="4283763039" sldId="658"/>
            <ac:cxnSpMk id="65" creationId="{05C2EFB5-7F18-5AAF-A12E-2EF11F01839F}"/>
          </ac:cxnSpMkLst>
        </pc:cxnChg>
        <pc:cxnChg chg="add del mod">
          <ac:chgData name="Nursakirah Ab Rahman Muton" userId="423efa6d-ee54-4a96-bb69-a7d6dc1d7e38" providerId="ADAL" clId="{E5418EA3-ED04-44D7-B695-8570AC1018F6}" dt="2023-11-13T09:58:35.837" v="16001" actId="478"/>
          <ac:cxnSpMkLst>
            <pc:docMk/>
            <pc:sldMk cId="4283763039" sldId="658"/>
            <ac:cxnSpMk id="66" creationId="{3E4E9097-D9D8-7F52-AE0A-42A3637398BD}"/>
          </ac:cxnSpMkLst>
        </pc:cxnChg>
        <pc:cxnChg chg="add del mod">
          <ac:chgData name="Nursakirah Ab Rahman Muton" userId="423efa6d-ee54-4a96-bb69-a7d6dc1d7e38" providerId="ADAL" clId="{E5418EA3-ED04-44D7-B695-8570AC1018F6}" dt="2023-11-13T09:58:35.837" v="16001" actId="478"/>
          <ac:cxnSpMkLst>
            <pc:docMk/>
            <pc:sldMk cId="4283763039" sldId="658"/>
            <ac:cxnSpMk id="67" creationId="{3C707DA5-EBEB-C534-6149-3E1A4AFBC9C9}"/>
          </ac:cxnSpMkLst>
        </pc:cxnChg>
        <pc:cxnChg chg="add del mod">
          <ac:chgData name="Nursakirah Ab Rahman Muton" userId="423efa6d-ee54-4a96-bb69-a7d6dc1d7e38" providerId="ADAL" clId="{E5418EA3-ED04-44D7-B695-8570AC1018F6}" dt="2023-11-13T09:58:35.837" v="16001" actId="478"/>
          <ac:cxnSpMkLst>
            <pc:docMk/>
            <pc:sldMk cId="4283763039" sldId="658"/>
            <ac:cxnSpMk id="68" creationId="{1DEC0196-C5DF-D1F6-D0B8-AB93B62D22F9}"/>
          </ac:cxnSpMkLst>
        </pc:cxnChg>
        <pc:cxnChg chg="add del mod">
          <ac:chgData name="Nursakirah Ab Rahman Muton" userId="423efa6d-ee54-4a96-bb69-a7d6dc1d7e38" providerId="ADAL" clId="{E5418EA3-ED04-44D7-B695-8570AC1018F6}" dt="2023-11-13T09:58:35.837" v="16001" actId="478"/>
          <ac:cxnSpMkLst>
            <pc:docMk/>
            <pc:sldMk cId="4283763039" sldId="658"/>
            <ac:cxnSpMk id="69" creationId="{91C4880B-3042-9A8B-499E-4B6968C80B93}"/>
          </ac:cxnSpMkLst>
        </pc:cxnChg>
        <pc:cxnChg chg="add mod">
          <ac:chgData name="Nursakirah Ab Rahman Muton" userId="423efa6d-ee54-4a96-bb69-a7d6dc1d7e38" providerId="ADAL" clId="{E5418EA3-ED04-44D7-B695-8570AC1018F6}" dt="2023-11-13T09:58:18.195" v="15994" actId="164"/>
          <ac:cxnSpMkLst>
            <pc:docMk/>
            <pc:sldMk cId="4283763039" sldId="658"/>
            <ac:cxnSpMk id="70" creationId="{EA0829E6-D815-A677-57C7-282B912EE29B}"/>
          </ac:cxnSpMkLst>
        </pc:cxnChg>
        <pc:cxnChg chg="add mod">
          <ac:chgData name="Nursakirah Ab Rahman Muton" userId="423efa6d-ee54-4a96-bb69-a7d6dc1d7e38" providerId="ADAL" clId="{E5418EA3-ED04-44D7-B695-8570AC1018F6}" dt="2023-11-13T09:58:18.195" v="15994" actId="164"/>
          <ac:cxnSpMkLst>
            <pc:docMk/>
            <pc:sldMk cId="4283763039" sldId="658"/>
            <ac:cxnSpMk id="71" creationId="{04066FD3-9169-552A-CD2F-E5F657EFA0F6}"/>
          </ac:cxnSpMkLst>
        </pc:cxnChg>
        <pc:cxnChg chg="mod">
          <ac:chgData name="Nursakirah Ab Rahman Muton" userId="423efa6d-ee54-4a96-bb69-a7d6dc1d7e38" providerId="ADAL" clId="{E5418EA3-ED04-44D7-B695-8570AC1018F6}" dt="2023-11-13T09:58:25.483" v="15997"/>
          <ac:cxnSpMkLst>
            <pc:docMk/>
            <pc:sldMk cId="4283763039" sldId="658"/>
            <ac:cxnSpMk id="75" creationId="{B03E8D97-B20E-0A63-25DA-464A3BCEA120}"/>
          </ac:cxnSpMkLst>
        </pc:cxnChg>
        <pc:cxnChg chg="mod">
          <ac:chgData name="Nursakirah Ab Rahman Muton" userId="423efa6d-ee54-4a96-bb69-a7d6dc1d7e38" providerId="ADAL" clId="{E5418EA3-ED04-44D7-B695-8570AC1018F6}" dt="2023-11-13T09:58:25.483" v="15997"/>
          <ac:cxnSpMkLst>
            <pc:docMk/>
            <pc:sldMk cId="4283763039" sldId="658"/>
            <ac:cxnSpMk id="76" creationId="{9C17C69C-D5FD-7E08-02AE-1E585EAEF9CE}"/>
          </ac:cxnSpMkLst>
        </pc:cxnChg>
        <pc:cxnChg chg="mod">
          <ac:chgData name="Nursakirah Ab Rahman Muton" userId="423efa6d-ee54-4a96-bb69-a7d6dc1d7e38" providerId="ADAL" clId="{E5418EA3-ED04-44D7-B695-8570AC1018F6}" dt="2023-11-13T09:58:39.310" v="16002"/>
          <ac:cxnSpMkLst>
            <pc:docMk/>
            <pc:sldMk cId="4283763039" sldId="658"/>
            <ac:cxnSpMk id="78" creationId="{DBB3C2E3-723D-7660-B344-0269EDD677CF}"/>
          </ac:cxnSpMkLst>
        </pc:cxnChg>
        <pc:cxnChg chg="mod">
          <ac:chgData name="Nursakirah Ab Rahman Muton" userId="423efa6d-ee54-4a96-bb69-a7d6dc1d7e38" providerId="ADAL" clId="{E5418EA3-ED04-44D7-B695-8570AC1018F6}" dt="2023-11-13T09:58:39.310" v="16002"/>
          <ac:cxnSpMkLst>
            <pc:docMk/>
            <pc:sldMk cId="4283763039" sldId="658"/>
            <ac:cxnSpMk id="79" creationId="{FCA88EDB-4D6B-97C3-D012-E76381360872}"/>
          </ac:cxnSpMkLst>
        </pc:cxnChg>
        <pc:cxnChg chg="mod">
          <ac:chgData name="Nursakirah Ab Rahman Muton" userId="423efa6d-ee54-4a96-bb69-a7d6dc1d7e38" providerId="ADAL" clId="{E5418EA3-ED04-44D7-B695-8570AC1018F6}" dt="2023-11-13T09:58:44.293" v="16004"/>
          <ac:cxnSpMkLst>
            <pc:docMk/>
            <pc:sldMk cId="4283763039" sldId="658"/>
            <ac:cxnSpMk id="81" creationId="{0B6658D4-3F55-7422-6D65-CC96B545A3CF}"/>
          </ac:cxnSpMkLst>
        </pc:cxnChg>
        <pc:cxnChg chg="mod">
          <ac:chgData name="Nursakirah Ab Rahman Muton" userId="423efa6d-ee54-4a96-bb69-a7d6dc1d7e38" providerId="ADAL" clId="{E5418EA3-ED04-44D7-B695-8570AC1018F6}" dt="2023-11-13T09:58:44.293" v="16004"/>
          <ac:cxnSpMkLst>
            <pc:docMk/>
            <pc:sldMk cId="4283763039" sldId="658"/>
            <ac:cxnSpMk id="82" creationId="{56F5B59D-EDD5-9041-3735-A586F31D69AE}"/>
          </ac:cxnSpMkLst>
        </pc:cxnChg>
        <pc:cxnChg chg="mod topLvl">
          <ac:chgData name="Nursakirah Ab Rahman Muton" userId="423efa6d-ee54-4a96-bb69-a7d6dc1d7e38" providerId="ADAL" clId="{E5418EA3-ED04-44D7-B695-8570AC1018F6}" dt="2023-11-13T09:59:45.159" v="16029" actId="164"/>
          <ac:cxnSpMkLst>
            <pc:docMk/>
            <pc:sldMk cId="4283763039" sldId="658"/>
            <ac:cxnSpMk id="84" creationId="{BE09F03C-734E-682E-1082-F14661583599}"/>
          </ac:cxnSpMkLst>
        </pc:cxnChg>
        <pc:cxnChg chg="mod topLvl">
          <ac:chgData name="Nursakirah Ab Rahman Muton" userId="423efa6d-ee54-4a96-bb69-a7d6dc1d7e38" providerId="ADAL" clId="{E5418EA3-ED04-44D7-B695-8570AC1018F6}" dt="2023-11-13T09:59:45.159" v="16029" actId="164"/>
          <ac:cxnSpMkLst>
            <pc:docMk/>
            <pc:sldMk cId="4283763039" sldId="658"/>
            <ac:cxnSpMk id="85" creationId="{712BD5D5-5C57-3FFB-A4EB-3510ECA623E2}"/>
          </ac:cxnSpMkLst>
        </pc:cxnChg>
        <pc:cxnChg chg="mod">
          <ac:chgData name="Nursakirah Ab Rahman Muton" userId="423efa6d-ee54-4a96-bb69-a7d6dc1d7e38" providerId="ADAL" clId="{E5418EA3-ED04-44D7-B695-8570AC1018F6}" dt="2023-11-13T09:59:02.144" v="16011"/>
          <ac:cxnSpMkLst>
            <pc:docMk/>
            <pc:sldMk cId="4283763039" sldId="658"/>
            <ac:cxnSpMk id="87" creationId="{F42D71B1-C1E0-9A30-695E-D03B10127468}"/>
          </ac:cxnSpMkLst>
        </pc:cxnChg>
        <pc:cxnChg chg="mod">
          <ac:chgData name="Nursakirah Ab Rahman Muton" userId="423efa6d-ee54-4a96-bb69-a7d6dc1d7e38" providerId="ADAL" clId="{E5418EA3-ED04-44D7-B695-8570AC1018F6}" dt="2023-11-13T09:59:02.144" v="16011"/>
          <ac:cxnSpMkLst>
            <pc:docMk/>
            <pc:sldMk cId="4283763039" sldId="658"/>
            <ac:cxnSpMk id="88" creationId="{CBEBCF65-8A76-5AAB-17E4-F2C2D3DC189F}"/>
          </ac:cxnSpMkLst>
        </pc:cxnChg>
        <pc:cxnChg chg="mod">
          <ac:chgData name="Nursakirah Ab Rahman Muton" userId="423efa6d-ee54-4a96-bb69-a7d6dc1d7e38" providerId="ADAL" clId="{E5418EA3-ED04-44D7-B695-8570AC1018F6}" dt="2023-11-13T09:59:06.204" v="16013"/>
          <ac:cxnSpMkLst>
            <pc:docMk/>
            <pc:sldMk cId="4283763039" sldId="658"/>
            <ac:cxnSpMk id="90" creationId="{7F804DBD-A58A-E154-5836-A9D898807253}"/>
          </ac:cxnSpMkLst>
        </pc:cxnChg>
        <pc:cxnChg chg="mod">
          <ac:chgData name="Nursakirah Ab Rahman Muton" userId="423efa6d-ee54-4a96-bb69-a7d6dc1d7e38" providerId="ADAL" clId="{E5418EA3-ED04-44D7-B695-8570AC1018F6}" dt="2023-11-13T09:59:06.204" v="16013"/>
          <ac:cxnSpMkLst>
            <pc:docMk/>
            <pc:sldMk cId="4283763039" sldId="658"/>
            <ac:cxnSpMk id="91" creationId="{E11FC14B-FB62-4D8F-8B44-E1A3AB388395}"/>
          </ac:cxnSpMkLst>
        </pc:cxnChg>
        <pc:cxnChg chg="mod">
          <ac:chgData name="Nursakirah Ab Rahman Muton" userId="423efa6d-ee54-4a96-bb69-a7d6dc1d7e38" providerId="ADAL" clId="{E5418EA3-ED04-44D7-B695-8570AC1018F6}" dt="2023-11-13T09:59:09.712" v="16015"/>
          <ac:cxnSpMkLst>
            <pc:docMk/>
            <pc:sldMk cId="4283763039" sldId="658"/>
            <ac:cxnSpMk id="93" creationId="{5D6BCC78-0819-526D-F151-1D9BF2860D74}"/>
          </ac:cxnSpMkLst>
        </pc:cxnChg>
        <pc:cxnChg chg="mod">
          <ac:chgData name="Nursakirah Ab Rahman Muton" userId="423efa6d-ee54-4a96-bb69-a7d6dc1d7e38" providerId="ADAL" clId="{E5418EA3-ED04-44D7-B695-8570AC1018F6}" dt="2023-11-13T09:59:09.712" v="16015"/>
          <ac:cxnSpMkLst>
            <pc:docMk/>
            <pc:sldMk cId="4283763039" sldId="658"/>
            <ac:cxnSpMk id="94" creationId="{BCE4EBB8-9C9B-9CA8-8DAE-BA932D793DC4}"/>
          </ac:cxnSpMkLst>
        </pc:cxnChg>
        <pc:cxnChg chg="mod">
          <ac:chgData name="Nursakirah Ab Rahman Muton" userId="423efa6d-ee54-4a96-bb69-a7d6dc1d7e38" providerId="ADAL" clId="{E5418EA3-ED04-44D7-B695-8570AC1018F6}" dt="2023-11-13T09:59:13.713" v="16017"/>
          <ac:cxnSpMkLst>
            <pc:docMk/>
            <pc:sldMk cId="4283763039" sldId="658"/>
            <ac:cxnSpMk id="96" creationId="{6B34FD20-1991-830F-853C-B30033DDAF84}"/>
          </ac:cxnSpMkLst>
        </pc:cxnChg>
        <pc:cxnChg chg="mod">
          <ac:chgData name="Nursakirah Ab Rahman Muton" userId="423efa6d-ee54-4a96-bb69-a7d6dc1d7e38" providerId="ADAL" clId="{E5418EA3-ED04-44D7-B695-8570AC1018F6}" dt="2023-11-13T09:59:13.713" v="16017"/>
          <ac:cxnSpMkLst>
            <pc:docMk/>
            <pc:sldMk cId="4283763039" sldId="658"/>
            <ac:cxnSpMk id="97" creationId="{06E79B45-C759-5BA6-3E98-7ABF143AA563}"/>
          </ac:cxnSpMkLst>
        </pc:cxnChg>
        <pc:cxnChg chg="add mod">
          <ac:chgData name="Nursakirah Ab Rahman Muton" userId="423efa6d-ee54-4a96-bb69-a7d6dc1d7e38" providerId="ADAL" clId="{E5418EA3-ED04-44D7-B695-8570AC1018F6}" dt="2023-11-13T09:59:45.159" v="16029" actId="164"/>
          <ac:cxnSpMkLst>
            <pc:docMk/>
            <pc:sldMk cId="4283763039" sldId="658"/>
            <ac:cxnSpMk id="98" creationId="{8C614C8E-C3ED-95A4-0DE4-BB1A170CD8D6}"/>
          </ac:cxnSpMkLst>
        </pc:cxnChg>
        <pc:cxnChg chg="add mod">
          <ac:chgData name="Nursakirah Ab Rahman Muton" userId="423efa6d-ee54-4a96-bb69-a7d6dc1d7e38" providerId="ADAL" clId="{E5418EA3-ED04-44D7-B695-8570AC1018F6}" dt="2023-11-13T09:59:45.159" v="16029" actId="164"/>
          <ac:cxnSpMkLst>
            <pc:docMk/>
            <pc:sldMk cId="4283763039" sldId="658"/>
            <ac:cxnSpMk id="99" creationId="{9E5601DD-E093-C8DF-D6A5-8DBBF69E8019}"/>
          </ac:cxnSpMkLst>
        </pc:cxnChg>
        <pc:cxnChg chg="add mod">
          <ac:chgData name="Nursakirah Ab Rahman Muton" userId="423efa6d-ee54-4a96-bb69-a7d6dc1d7e38" providerId="ADAL" clId="{E5418EA3-ED04-44D7-B695-8570AC1018F6}" dt="2023-11-13T09:59:45.159" v="16029" actId="164"/>
          <ac:cxnSpMkLst>
            <pc:docMk/>
            <pc:sldMk cId="4283763039" sldId="658"/>
            <ac:cxnSpMk id="100" creationId="{92E699B3-1D37-9121-31C3-46A1CE9E92F0}"/>
          </ac:cxnSpMkLst>
        </pc:cxnChg>
        <pc:cxnChg chg="add mod">
          <ac:chgData name="Nursakirah Ab Rahman Muton" userId="423efa6d-ee54-4a96-bb69-a7d6dc1d7e38" providerId="ADAL" clId="{E5418EA3-ED04-44D7-B695-8570AC1018F6}" dt="2023-11-13T09:59:45.159" v="16029" actId="164"/>
          <ac:cxnSpMkLst>
            <pc:docMk/>
            <pc:sldMk cId="4283763039" sldId="658"/>
            <ac:cxnSpMk id="101" creationId="{207591F8-E209-8080-EB49-A92BD1DAE50E}"/>
          </ac:cxnSpMkLst>
        </pc:cxnChg>
        <pc:cxnChg chg="mod topLvl">
          <ac:chgData name="Nursakirah Ab Rahman Muton" userId="423efa6d-ee54-4a96-bb69-a7d6dc1d7e38" providerId="ADAL" clId="{E5418EA3-ED04-44D7-B695-8570AC1018F6}" dt="2023-11-13T09:59:59.673" v="16034" actId="165"/>
          <ac:cxnSpMkLst>
            <pc:docMk/>
            <pc:sldMk cId="4283763039" sldId="658"/>
            <ac:cxnSpMk id="111" creationId="{F5DC3F74-419B-FF24-0202-811E97D974C5}"/>
          </ac:cxnSpMkLst>
        </pc:cxnChg>
        <pc:cxnChg chg="mod topLvl">
          <ac:chgData name="Nursakirah Ab Rahman Muton" userId="423efa6d-ee54-4a96-bb69-a7d6dc1d7e38" providerId="ADAL" clId="{E5418EA3-ED04-44D7-B695-8570AC1018F6}" dt="2023-11-13T09:59:59.673" v="16034" actId="165"/>
          <ac:cxnSpMkLst>
            <pc:docMk/>
            <pc:sldMk cId="4283763039" sldId="658"/>
            <ac:cxnSpMk id="112" creationId="{52BD0317-3F94-CA59-40AE-1D9B20C88C0F}"/>
          </ac:cxnSpMkLst>
        </pc:cxnChg>
        <pc:cxnChg chg="mod topLvl">
          <ac:chgData name="Nursakirah Ab Rahman Muton" userId="423efa6d-ee54-4a96-bb69-a7d6dc1d7e38" providerId="ADAL" clId="{E5418EA3-ED04-44D7-B695-8570AC1018F6}" dt="2023-11-13T09:59:59.673" v="16034" actId="165"/>
          <ac:cxnSpMkLst>
            <pc:docMk/>
            <pc:sldMk cId="4283763039" sldId="658"/>
            <ac:cxnSpMk id="117" creationId="{FC46C4D2-96D9-D18B-8464-31AB1CD9AE73}"/>
          </ac:cxnSpMkLst>
        </pc:cxnChg>
        <pc:cxnChg chg="mod topLvl">
          <ac:chgData name="Nursakirah Ab Rahman Muton" userId="423efa6d-ee54-4a96-bb69-a7d6dc1d7e38" providerId="ADAL" clId="{E5418EA3-ED04-44D7-B695-8570AC1018F6}" dt="2023-11-13T09:59:59.673" v="16034" actId="165"/>
          <ac:cxnSpMkLst>
            <pc:docMk/>
            <pc:sldMk cId="4283763039" sldId="658"/>
            <ac:cxnSpMk id="118" creationId="{06CF0DBE-6DA2-D08A-DD0B-A213F3700BCB}"/>
          </ac:cxnSpMkLst>
        </pc:cxnChg>
        <pc:cxnChg chg="mod topLvl">
          <ac:chgData name="Nursakirah Ab Rahman Muton" userId="423efa6d-ee54-4a96-bb69-a7d6dc1d7e38" providerId="ADAL" clId="{E5418EA3-ED04-44D7-B695-8570AC1018F6}" dt="2023-11-13T09:59:59.673" v="16034" actId="165"/>
          <ac:cxnSpMkLst>
            <pc:docMk/>
            <pc:sldMk cId="4283763039" sldId="658"/>
            <ac:cxnSpMk id="119" creationId="{D886ECA0-E310-A3FC-4889-8B31AD399F3B}"/>
          </ac:cxnSpMkLst>
        </pc:cxnChg>
        <pc:cxnChg chg="mod topLvl">
          <ac:chgData name="Nursakirah Ab Rahman Muton" userId="423efa6d-ee54-4a96-bb69-a7d6dc1d7e38" providerId="ADAL" clId="{E5418EA3-ED04-44D7-B695-8570AC1018F6}" dt="2023-11-13T09:59:59.673" v="16034" actId="165"/>
          <ac:cxnSpMkLst>
            <pc:docMk/>
            <pc:sldMk cId="4283763039" sldId="658"/>
            <ac:cxnSpMk id="120" creationId="{DC74FF1B-E182-7C81-D470-ECD740A18BF8}"/>
          </ac:cxnSpMkLst>
        </pc:cxnChg>
        <pc:cxnChg chg="mod">
          <ac:chgData name="Nursakirah Ab Rahman Muton" userId="423efa6d-ee54-4a96-bb69-a7d6dc1d7e38" providerId="ADAL" clId="{E5418EA3-ED04-44D7-B695-8570AC1018F6}" dt="2023-11-13T09:59:59.673" v="16034" actId="165"/>
          <ac:cxnSpMkLst>
            <pc:docMk/>
            <pc:sldMk cId="4283763039" sldId="658"/>
            <ac:cxnSpMk id="121" creationId="{F605F2E2-ABAF-F564-84D9-DF530C6E4A02}"/>
          </ac:cxnSpMkLst>
        </pc:cxnChg>
        <pc:cxnChg chg="mod">
          <ac:chgData name="Nursakirah Ab Rahman Muton" userId="423efa6d-ee54-4a96-bb69-a7d6dc1d7e38" providerId="ADAL" clId="{E5418EA3-ED04-44D7-B695-8570AC1018F6}" dt="2023-11-13T09:59:59.673" v="16034" actId="165"/>
          <ac:cxnSpMkLst>
            <pc:docMk/>
            <pc:sldMk cId="4283763039" sldId="658"/>
            <ac:cxnSpMk id="122" creationId="{DCFCD352-5AE2-EFA8-A2E7-CAC70888AA52}"/>
          </ac:cxnSpMkLst>
        </pc:cxnChg>
        <pc:cxnChg chg="mod">
          <ac:chgData name="Nursakirah Ab Rahman Muton" userId="423efa6d-ee54-4a96-bb69-a7d6dc1d7e38" providerId="ADAL" clId="{E5418EA3-ED04-44D7-B695-8570AC1018F6}" dt="2023-11-13T09:59:59.673" v="16034" actId="165"/>
          <ac:cxnSpMkLst>
            <pc:docMk/>
            <pc:sldMk cId="4283763039" sldId="658"/>
            <ac:cxnSpMk id="123" creationId="{529707E5-E9FC-466B-0C6F-429C3EFDA7F1}"/>
          </ac:cxnSpMkLst>
        </pc:cxnChg>
        <pc:cxnChg chg="mod">
          <ac:chgData name="Nursakirah Ab Rahman Muton" userId="423efa6d-ee54-4a96-bb69-a7d6dc1d7e38" providerId="ADAL" clId="{E5418EA3-ED04-44D7-B695-8570AC1018F6}" dt="2023-11-13T09:59:59.673" v="16034" actId="165"/>
          <ac:cxnSpMkLst>
            <pc:docMk/>
            <pc:sldMk cId="4283763039" sldId="658"/>
            <ac:cxnSpMk id="124" creationId="{B7962758-F44B-A96F-FFB6-57D9011BADAA}"/>
          </ac:cxnSpMkLst>
        </pc:cxnChg>
        <pc:cxnChg chg="mod">
          <ac:chgData name="Nursakirah Ab Rahman Muton" userId="423efa6d-ee54-4a96-bb69-a7d6dc1d7e38" providerId="ADAL" clId="{E5418EA3-ED04-44D7-B695-8570AC1018F6}" dt="2023-11-13T09:59:59.673" v="16034" actId="165"/>
          <ac:cxnSpMkLst>
            <pc:docMk/>
            <pc:sldMk cId="4283763039" sldId="658"/>
            <ac:cxnSpMk id="125" creationId="{06ADEA89-3775-C0A8-50B5-35BC48811B31}"/>
          </ac:cxnSpMkLst>
        </pc:cxnChg>
        <pc:cxnChg chg="mod">
          <ac:chgData name="Nursakirah Ab Rahman Muton" userId="423efa6d-ee54-4a96-bb69-a7d6dc1d7e38" providerId="ADAL" clId="{E5418EA3-ED04-44D7-B695-8570AC1018F6}" dt="2023-11-13T09:59:59.673" v="16034" actId="165"/>
          <ac:cxnSpMkLst>
            <pc:docMk/>
            <pc:sldMk cId="4283763039" sldId="658"/>
            <ac:cxnSpMk id="126" creationId="{C7BE29ED-7685-1B48-F665-C2073B821A5A}"/>
          </ac:cxnSpMkLst>
        </pc:cxnChg>
        <pc:cxnChg chg="mod">
          <ac:chgData name="Nursakirah Ab Rahman Muton" userId="423efa6d-ee54-4a96-bb69-a7d6dc1d7e38" providerId="ADAL" clId="{E5418EA3-ED04-44D7-B695-8570AC1018F6}" dt="2023-11-13T09:59:59.673" v="16034" actId="165"/>
          <ac:cxnSpMkLst>
            <pc:docMk/>
            <pc:sldMk cId="4283763039" sldId="658"/>
            <ac:cxnSpMk id="127" creationId="{3DC58987-B7CF-7C07-EBEE-68297459D0DE}"/>
          </ac:cxnSpMkLst>
        </pc:cxnChg>
        <pc:cxnChg chg="mod">
          <ac:chgData name="Nursakirah Ab Rahman Muton" userId="423efa6d-ee54-4a96-bb69-a7d6dc1d7e38" providerId="ADAL" clId="{E5418EA3-ED04-44D7-B695-8570AC1018F6}" dt="2023-11-13T09:59:59.673" v="16034" actId="165"/>
          <ac:cxnSpMkLst>
            <pc:docMk/>
            <pc:sldMk cId="4283763039" sldId="658"/>
            <ac:cxnSpMk id="128" creationId="{B332BC7F-6CD9-B0CE-D8B4-B2521AB84D07}"/>
          </ac:cxnSpMkLst>
        </pc:cxnChg>
        <pc:cxnChg chg="mod">
          <ac:chgData name="Nursakirah Ab Rahman Muton" userId="423efa6d-ee54-4a96-bb69-a7d6dc1d7e38" providerId="ADAL" clId="{E5418EA3-ED04-44D7-B695-8570AC1018F6}" dt="2023-11-13T09:59:59.673" v="16034" actId="165"/>
          <ac:cxnSpMkLst>
            <pc:docMk/>
            <pc:sldMk cId="4283763039" sldId="658"/>
            <ac:cxnSpMk id="129" creationId="{34A1400D-4B41-73AF-CD46-C804D087DE5B}"/>
          </ac:cxnSpMkLst>
        </pc:cxnChg>
        <pc:cxnChg chg="mod">
          <ac:chgData name="Nursakirah Ab Rahman Muton" userId="423efa6d-ee54-4a96-bb69-a7d6dc1d7e38" providerId="ADAL" clId="{E5418EA3-ED04-44D7-B695-8570AC1018F6}" dt="2023-11-13T09:59:59.673" v="16034" actId="165"/>
          <ac:cxnSpMkLst>
            <pc:docMk/>
            <pc:sldMk cId="4283763039" sldId="658"/>
            <ac:cxnSpMk id="130" creationId="{C1DC24FE-E0BB-E193-0D98-3672E8A80F14}"/>
          </ac:cxnSpMkLst>
        </pc:cxnChg>
        <pc:cxnChg chg="mod">
          <ac:chgData name="Nursakirah Ab Rahman Muton" userId="423efa6d-ee54-4a96-bb69-a7d6dc1d7e38" providerId="ADAL" clId="{E5418EA3-ED04-44D7-B695-8570AC1018F6}" dt="2023-11-13T09:59:59.673" v="16034" actId="165"/>
          <ac:cxnSpMkLst>
            <pc:docMk/>
            <pc:sldMk cId="4283763039" sldId="658"/>
            <ac:cxnSpMk id="131" creationId="{628A7DE1-1C67-540E-69EB-8CA651C649FB}"/>
          </ac:cxnSpMkLst>
        </pc:cxnChg>
        <pc:cxnChg chg="mod">
          <ac:chgData name="Nursakirah Ab Rahman Muton" userId="423efa6d-ee54-4a96-bb69-a7d6dc1d7e38" providerId="ADAL" clId="{E5418EA3-ED04-44D7-B695-8570AC1018F6}" dt="2023-11-13T09:59:59.673" v="16034" actId="165"/>
          <ac:cxnSpMkLst>
            <pc:docMk/>
            <pc:sldMk cId="4283763039" sldId="658"/>
            <ac:cxnSpMk id="132" creationId="{ED83449A-3E08-18FC-B00A-B8AF0DC8851B}"/>
          </ac:cxnSpMkLst>
        </pc:cxnChg>
        <pc:cxnChg chg="mod">
          <ac:chgData name="Nursakirah Ab Rahman Muton" userId="423efa6d-ee54-4a96-bb69-a7d6dc1d7e38" providerId="ADAL" clId="{E5418EA3-ED04-44D7-B695-8570AC1018F6}" dt="2023-11-13T09:59:59.673" v="16034" actId="165"/>
          <ac:cxnSpMkLst>
            <pc:docMk/>
            <pc:sldMk cId="4283763039" sldId="658"/>
            <ac:cxnSpMk id="133" creationId="{B1B8855A-E886-C9B5-8FE9-AA121F787EF6}"/>
          </ac:cxnSpMkLst>
        </pc:cxnChg>
        <pc:cxnChg chg="mod">
          <ac:chgData name="Nursakirah Ab Rahman Muton" userId="423efa6d-ee54-4a96-bb69-a7d6dc1d7e38" providerId="ADAL" clId="{E5418EA3-ED04-44D7-B695-8570AC1018F6}" dt="2023-11-13T09:59:59.673" v="16034" actId="165"/>
          <ac:cxnSpMkLst>
            <pc:docMk/>
            <pc:sldMk cId="4283763039" sldId="658"/>
            <ac:cxnSpMk id="134" creationId="{68A436C9-23E3-FB99-36CB-26BF718D3D25}"/>
          </ac:cxnSpMkLst>
        </pc:cxnChg>
        <pc:cxnChg chg="mod">
          <ac:chgData name="Nursakirah Ab Rahman Muton" userId="423efa6d-ee54-4a96-bb69-a7d6dc1d7e38" providerId="ADAL" clId="{E5418EA3-ED04-44D7-B695-8570AC1018F6}" dt="2023-11-13T09:59:59.673" v="16034" actId="165"/>
          <ac:cxnSpMkLst>
            <pc:docMk/>
            <pc:sldMk cId="4283763039" sldId="658"/>
            <ac:cxnSpMk id="135" creationId="{70998264-72D0-5538-874D-FA79B7FC115C}"/>
          </ac:cxnSpMkLst>
        </pc:cxnChg>
        <pc:cxnChg chg="mod">
          <ac:chgData name="Nursakirah Ab Rahman Muton" userId="423efa6d-ee54-4a96-bb69-a7d6dc1d7e38" providerId="ADAL" clId="{E5418EA3-ED04-44D7-B695-8570AC1018F6}" dt="2023-11-13T09:59:59.673" v="16034" actId="165"/>
          <ac:cxnSpMkLst>
            <pc:docMk/>
            <pc:sldMk cId="4283763039" sldId="658"/>
            <ac:cxnSpMk id="136" creationId="{16FC53E8-AAD8-CD1E-929E-05ED183ECA56}"/>
          </ac:cxnSpMkLst>
        </pc:cxnChg>
        <pc:cxnChg chg="mod">
          <ac:chgData name="Nursakirah Ab Rahman Muton" userId="423efa6d-ee54-4a96-bb69-a7d6dc1d7e38" providerId="ADAL" clId="{E5418EA3-ED04-44D7-B695-8570AC1018F6}" dt="2023-11-13T09:59:59.673" v="16034" actId="165"/>
          <ac:cxnSpMkLst>
            <pc:docMk/>
            <pc:sldMk cId="4283763039" sldId="658"/>
            <ac:cxnSpMk id="137" creationId="{5BCAE187-D90B-9038-3B4A-C56B664AA910}"/>
          </ac:cxnSpMkLst>
        </pc:cxnChg>
        <pc:cxnChg chg="mod">
          <ac:chgData name="Nursakirah Ab Rahman Muton" userId="423efa6d-ee54-4a96-bb69-a7d6dc1d7e38" providerId="ADAL" clId="{E5418EA3-ED04-44D7-B695-8570AC1018F6}" dt="2023-11-13T09:59:59.673" v="16034" actId="165"/>
          <ac:cxnSpMkLst>
            <pc:docMk/>
            <pc:sldMk cId="4283763039" sldId="658"/>
            <ac:cxnSpMk id="138" creationId="{BADAB5FE-07D0-5D48-691D-553BFBB42966}"/>
          </ac:cxnSpMkLst>
        </pc:cxnChg>
      </pc:sldChg>
      <pc:sldChg chg="addSp modSp add mod">
        <pc:chgData name="Nursakirah Ab Rahman Muton" userId="423efa6d-ee54-4a96-bb69-a7d6dc1d7e38" providerId="ADAL" clId="{E5418EA3-ED04-44D7-B695-8570AC1018F6}" dt="2023-11-17T01:55:05.548" v="26991"/>
        <pc:sldMkLst>
          <pc:docMk/>
          <pc:sldMk cId="221743275" sldId="659"/>
        </pc:sldMkLst>
        <pc:spChg chg="mod">
          <ac:chgData name="Nursakirah Ab Rahman Muton" userId="423efa6d-ee54-4a96-bb69-a7d6dc1d7e38" providerId="ADAL" clId="{E5418EA3-ED04-44D7-B695-8570AC1018F6}" dt="2023-11-13T10:36:09.541" v="17195" actId="1076"/>
          <ac:spMkLst>
            <pc:docMk/>
            <pc:sldMk cId="221743275" sldId="659"/>
            <ac:spMk id="4" creationId="{4CC7946D-C9EB-6781-3FB1-4A947BA42A08}"/>
          </ac:spMkLst>
        </pc:spChg>
        <pc:spChg chg="mod">
          <ac:chgData name="Nursakirah Ab Rahman Muton" userId="423efa6d-ee54-4a96-bb69-a7d6dc1d7e38" providerId="ADAL" clId="{E5418EA3-ED04-44D7-B695-8570AC1018F6}" dt="2023-11-13T10:36:09.541" v="17195" actId="1076"/>
          <ac:spMkLst>
            <pc:docMk/>
            <pc:sldMk cId="221743275" sldId="659"/>
            <ac:spMk id="5" creationId="{9E2AF773-A450-D805-1620-0B0118EDCB79}"/>
          </ac:spMkLst>
        </pc:spChg>
        <pc:spChg chg="mod">
          <ac:chgData name="Nursakirah Ab Rahman Muton" userId="423efa6d-ee54-4a96-bb69-a7d6dc1d7e38" providerId="ADAL" clId="{E5418EA3-ED04-44D7-B695-8570AC1018F6}" dt="2023-11-13T10:36:09.541" v="17195" actId="1076"/>
          <ac:spMkLst>
            <pc:docMk/>
            <pc:sldMk cId="221743275" sldId="659"/>
            <ac:spMk id="6" creationId="{93F0B996-AAA4-1471-34DB-8684FB6E95BF}"/>
          </ac:spMkLst>
        </pc:spChg>
        <pc:spChg chg="mod">
          <ac:chgData name="Nursakirah Ab Rahman Muton" userId="423efa6d-ee54-4a96-bb69-a7d6dc1d7e38" providerId="ADAL" clId="{E5418EA3-ED04-44D7-B695-8570AC1018F6}" dt="2023-11-13T10:36:09.541" v="17195" actId="1076"/>
          <ac:spMkLst>
            <pc:docMk/>
            <pc:sldMk cId="221743275" sldId="659"/>
            <ac:spMk id="7" creationId="{289639D1-B12E-4ACD-85C6-341A61E8CAFA}"/>
          </ac:spMkLst>
        </pc:spChg>
        <pc:graphicFrameChg chg="mod modGraphic">
          <ac:chgData name="Nursakirah Ab Rahman Muton" userId="423efa6d-ee54-4a96-bb69-a7d6dc1d7e38" providerId="ADAL" clId="{E5418EA3-ED04-44D7-B695-8570AC1018F6}" dt="2023-11-13T10:36:09.541" v="17195" actId="1076"/>
          <ac:graphicFrameMkLst>
            <pc:docMk/>
            <pc:sldMk cId="221743275" sldId="659"/>
            <ac:graphicFrameMk id="3" creationId="{E380927B-D629-5864-A52A-7ED9B2D2B214}"/>
          </ac:graphicFrameMkLst>
        </pc:graphicFrameChg>
        <pc:inkChg chg="add">
          <ac:chgData name="Nursakirah Ab Rahman Muton" userId="423efa6d-ee54-4a96-bb69-a7d6dc1d7e38" providerId="ADAL" clId="{E5418EA3-ED04-44D7-B695-8570AC1018F6}" dt="2023-11-17T01:55:05.548" v="26991"/>
          <ac:inkMkLst>
            <pc:docMk/>
            <pc:sldMk cId="221743275" sldId="659"/>
            <ac:inkMk id="9" creationId="{E5F3F9E9-2C09-0CBE-D404-30FD15906FBC}"/>
          </ac:inkMkLst>
        </pc:inkChg>
      </pc:sldChg>
      <pc:sldChg chg="modSp new del mod">
        <pc:chgData name="Nursakirah Ab Rahman Muton" userId="423efa6d-ee54-4a96-bb69-a7d6dc1d7e38" providerId="ADAL" clId="{E5418EA3-ED04-44D7-B695-8570AC1018F6}" dt="2023-11-13T11:47:43.748" v="18312" actId="47"/>
        <pc:sldMkLst>
          <pc:docMk/>
          <pc:sldMk cId="3957215024" sldId="660"/>
        </pc:sldMkLst>
        <pc:spChg chg="mod">
          <ac:chgData name="Nursakirah Ab Rahman Muton" userId="423efa6d-ee54-4a96-bb69-a7d6dc1d7e38" providerId="ADAL" clId="{E5418EA3-ED04-44D7-B695-8570AC1018F6}" dt="2023-11-13T11:47:36.430" v="18308" actId="20577"/>
          <ac:spMkLst>
            <pc:docMk/>
            <pc:sldMk cId="3957215024" sldId="660"/>
            <ac:spMk id="2" creationId="{88B67BAD-A169-2301-CAEC-DECD20DDDBCE}"/>
          </ac:spMkLst>
        </pc:spChg>
      </pc:sldChg>
      <pc:sldChg chg="addSp modSp new mod ord">
        <pc:chgData name="Nursakirah Ab Rahman Muton" userId="423efa6d-ee54-4a96-bb69-a7d6dc1d7e38" providerId="ADAL" clId="{E5418EA3-ED04-44D7-B695-8570AC1018F6}" dt="2023-11-13T11:49:19.996" v="18438" actId="1076"/>
        <pc:sldMkLst>
          <pc:docMk/>
          <pc:sldMk cId="3230178431" sldId="661"/>
        </pc:sldMkLst>
        <pc:spChg chg="mod">
          <ac:chgData name="Nursakirah Ab Rahman Muton" userId="423efa6d-ee54-4a96-bb69-a7d6dc1d7e38" providerId="ADAL" clId="{E5418EA3-ED04-44D7-B695-8570AC1018F6}" dt="2023-11-13T11:47:49.932" v="18331" actId="20577"/>
          <ac:spMkLst>
            <pc:docMk/>
            <pc:sldMk cId="3230178431" sldId="661"/>
            <ac:spMk id="2" creationId="{E11AA8CD-9CF7-D796-944D-92A5E4CB6667}"/>
          </ac:spMkLst>
        </pc:spChg>
        <pc:spChg chg="mod">
          <ac:chgData name="Nursakirah Ab Rahman Muton" userId="423efa6d-ee54-4a96-bb69-a7d6dc1d7e38" providerId="ADAL" clId="{E5418EA3-ED04-44D7-B695-8570AC1018F6}" dt="2023-11-13T11:49:04.741" v="18434" actId="20577"/>
          <ac:spMkLst>
            <pc:docMk/>
            <pc:sldMk cId="3230178431" sldId="661"/>
            <ac:spMk id="3" creationId="{FCDB8A14-7FF4-5426-9FDC-22B64B925C6C}"/>
          </ac:spMkLst>
        </pc:spChg>
        <pc:picChg chg="add mod">
          <ac:chgData name="Nursakirah Ab Rahman Muton" userId="423efa6d-ee54-4a96-bb69-a7d6dc1d7e38" providerId="ADAL" clId="{E5418EA3-ED04-44D7-B695-8570AC1018F6}" dt="2023-11-13T11:49:19.996" v="18438" actId="1076"/>
          <ac:picMkLst>
            <pc:docMk/>
            <pc:sldMk cId="3230178431" sldId="661"/>
            <ac:picMk id="5" creationId="{47910675-1B30-540F-810B-3FF79E8292AD}"/>
          </ac:picMkLst>
        </pc:picChg>
      </pc:sldChg>
      <pc:sldChg chg="addSp modSp new del mod modClrScheme chgLayout">
        <pc:chgData name="Nursakirah Ab Rahman Muton" userId="423efa6d-ee54-4a96-bb69-a7d6dc1d7e38" providerId="ADAL" clId="{E5418EA3-ED04-44D7-B695-8570AC1018F6}" dt="2023-11-13T13:38:38.896" v="18852" actId="47"/>
        <pc:sldMkLst>
          <pc:docMk/>
          <pc:sldMk cId="1520295866" sldId="662"/>
        </pc:sldMkLst>
        <pc:spChg chg="add mod">
          <ac:chgData name="Nursakirah Ab Rahman Muton" userId="423efa6d-ee54-4a96-bb69-a7d6dc1d7e38" providerId="ADAL" clId="{E5418EA3-ED04-44D7-B695-8570AC1018F6}" dt="2023-11-13T13:38:36.926" v="18851" actId="700"/>
          <ac:spMkLst>
            <pc:docMk/>
            <pc:sldMk cId="1520295866" sldId="662"/>
            <ac:spMk id="2" creationId="{BBD0E2D7-A159-C869-26E9-B3750DB48390}"/>
          </ac:spMkLst>
        </pc:spChg>
        <pc:spChg chg="add mod">
          <ac:chgData name="Nursakirah Ab Rahman Muton" userId="423efa6d-ee54-4a96-bb69-a7d6dc1d7e38" providerId="ADAL" clId="{E5418EA3-ED04-44D7-B695-8570AC1018F6}" dt="2023-11-13T13:38:36.926" v="18851" actId="700"/>
          <ac:spMkLst>
            <pc:docMk/>
            <pc:sldMk cId="1520295866" sldId="662"/>
            <ac:spMk id="3" creationId="{67EFD4C9-CF64-796D-F6B3-9E985B8B3BF1}"/>
          </ac:spMkLst>
        </pc:spChg>
      </pc:sldChg>
      <pc:sldChg chg="addSp modSp new mod ord">
        <pc:chgData name="Nursakirah Ab Rahman Muton" userId="423efa6d-ee54-4a96-bb69-a7d6dc1d7e38" providerId="ADAL" clId="{E5418EA3-ED04-44D7-B695-8570AC1018F6}" dt="2023-11-13T13:48:51.852" v="19154" actId="1076"/>
        <pc:sldMkLst>
          <pc:docMk/>
          <pc:sldMk cId="2776527032" sldId="662"/>
        </pc:sldMkLst>
        <pc:spChg chg="mod">
          <ac:chgData name="Nursakirah Ab Rahman Muton" userId="423efa6d-ee54-4a96-bb69-a7d6dc1d7e38" providerId="ADAL" clId="{E5418EA3-ED04-44D7-B695-8570AC1018F6}" dt="2023-11-13T13:39:04.040" v="18881" actId="20577"/>
          <ac:spMkLst>
            <pc:docMk/>
            <pc:sldMk cId="2776527032" sldId="662"/>
            <ac:spMk id="2" creationId="{21B130D7-1DCC-AB02-95CA-1F1B94E28AA8}"/>
          </ac:spMkLst>
        </pc:spChg>
        <pc:spChg chg="mod">
          <ac:chgData name="Nursakirah Ab Rahman Muton" userId="423efa6d-ee54-4a96-bb69-a7d6dc1d7e38" providerId="ADAL" clId="{E5418EA3-ED04-44D7-B695-8570AC1018F6}" dt="2023-11-13T13:45:36.816" v="19092" actId="403"/>
          <ac:spMkLst>
            <pc:docMk/>
            <pc:sldMk cId="2776527032" sldId="662"/>
            <ac:spMk id="3" creationId="{36B1235E-C250-C2EB-5B57-5A00112C0A1D}"/>
          </ac:spMkLst>
        </pc:spChg>
        <pc:spChg chg="add mod">
          <ac:chgData name="Nursakirah Ab Rahman Muton" userId="423efa6d-ee54-4a96-bb69-a7d6dc1d7e38" providerId="ADAL" clId="{E5418EA3-ED04-44D7-B695-8570AC1018F6}" dt="2023-11-13T13:48:42.604" v="19153" actId="164"/>
          <ac:spMkLst>
            <pc:docMk/>
            <pc:sldMk cId="2776527032" sldId="662"/>
            <ac:spMk id="4" creationId="{6EA64F2C-E191-0C43-7C2B-40C4F211A42B}"/>
          </ac:spMkLst>
        </pc:spChg>
        <pc:grpChg chg="add mod">
          <ac:chgData name="Nursakirah Ab Rahman Muton" userId="423efa6d-ee54-4a96-bb69-a7d6dc1d7e38" providerId="ADAL" clId="{E5418EA3-ED04-44D7-B695-8570AC1018F6}" dt="2023-11-13T13:48:42.604" v="19153" actId="164"/>
          <ac:grpSpMkLst>
            <pc:docMk/>
            <pc:sldMk cId="2776527032" sldId="662"/>
            <ac:grpSpMk id="20" creationId="{0C090D90-2F0F-9888-1B49-19D07596808F}"/>
          </ac:grpSpMkLst>
        </pc:grpChg>
        <pc:grpChg chg="add mod">
          <ac:chgData name="Nursakirah Ab Rahman Muton" userId="423efa6d-ee54-4a96-bb69-a7d6dc1d7e38" providerId="ADAL" clId="{E5418EA3-ED04-44D7-B695-8570AC1018F6}" dt="2023-11-13T13:48:51.852" v="19154" actId="1076"/>
          <ac:grpSpMkLst>
            <pc:docMk/>
            <pc:sldMk cId="2776527032" sldId="662"/>
            <ac:grpSpMk id="21" creationId="{436EBEBA-08E2-11E3-A003-33FF385FFD55}"/>
          </ac:grpSpMkLst>
        </pc:grpChg>
        <pc:cxnChg chg="add mod">
          <ac:chgData name="Nursakirah Ab Rahman Muton" userId="423efa6d-ee54-4a96-bb69-a7d6dc1d7e38" providerId="ADAL" clId="{E5418EA3-ED04-44D7-B695-8570AC1018F6}" dt="2023-11-13T13:48:36.708" v="19152" actId="164"/>
          <ac:cxnSpMkLst>
            <pc:docMk/>
            <pc:sldMk cId="2776527032" sldId="662"/>
            <ac:cxnSpMk id="6" creationId="{CE823337-FFE0-9070-7C8F-ECFF7BBD10C8}"/>
          </ac:cxnSpMkLst>
        </pc:cxnChg>
        <pc:cxnChg chg="add mod">
          <ac:chgData name="Nursakirah Ab Rahman Muton" userId="423efa6d-ee54-4a96-bb69-a7d6dc1d7e38" providerId="ADAL" clId="{E5418EA3-ED04-44D7-B695-8570AC1018F6}" dt="2023-11-13T13:48:36.708" v="19152" actId="164"/>
          <ac:cxnSpMkLst>
            <pc:docMk/>
            <pc:sldMk cId="2776527032" sldId="662"/>
            <ac:cxnSpMk id="8" creationId="{92ABD0DD-2527-89FA-1950-305E3431DB0A}"/>
          </ac:cxnSpMkLst>
        </pc:cxnChg>
        <pc:cxnChg chg="add mod">
          <ac:chgData name="Nursakirah Ab Rahman Muton" userId="423efa6d-ee54-4a96-bb69-a7d6dc1d7e38" providerId="ADAL" clId="{E5418EA3-ED04-44D7-B695-8570AC1018F6}" dt="2023-11-13T13:48:36.708" v="19152" actId="164"/>
          <ac:cxnSpMkLst>
            <pc:docMk/>
            <pc:sldMk cId="2776527032" sldId="662"/>
            <ac:cxnSpMk id="9" creationId="{489332C2-90D6-A21F-E553-477DD125DD4C}"/>
          </ac:cxnSpMkLst>
        </pc:cxnChg>
        <pc:cxnChg chg="add mod">
          <ac:chgData name="Nursakirah Ab Rahman Muton" userId="423efa6d-ee54-4a96-bb69-a7d6dc1d7e38" providerId="ADAL" clId="{E5418EA3-ED04-44D7-B695-8570AC1018F6}" dt="2023-11-13T13:48:36.708" v="19152" actId="164"/>
          <ac:cxnSpMkLst>
            <pc:docMk/>
            <pc:sldMk cId="2776527032" sldId="662"/>
            <ac:cxnSpMk id="10" creationId="{CE259635-950C-8CEC-CC80-F2A29D009E40}"/>
          </ac:cxnSpMkLst>
        </pc:cxnChg>
        <pc:cxnChg chg="add mod">
          <ac:chgData name="Nursakirah Ab Rahman Muton" userId="423efa6d-ee54-4a96-bb69-a7d6dc1d7e38" providerId="ADAL" clId="{E5418EA3-ED04-44D7-B695-8570AC1018F6}" dt="2023-11-13T13:48:36.708" v="19152" actId="164"/>
          <ac:cxnSpMkLst>
            <pc:docMk/>
            <pc:sldMk cId="2776527032" sldId="662"/>
            <ac:cxnSpMk id="11" creationId="{438C0535-C694-667E-21B2-75AB577EE211}"/>
          </ac:cxnSpMkLst>
        </pc:cxnChg>
        <pc:cxnChg chg="add mod">
          <ac:chgData name="Nursakirah Ab Rahman Muton" userId="423efa6d-ee54-4a96-bb69-a7d6dc1d7e38" providerId="ADAL" clId="{E5418EA3-ED04-44D7-B695-8570AC1018F6}" dt="2023-11-13T13:48:36.708" v="19152" actId="164"/>
          <ac:cxnSpMkLst>
            <pc:docMk/>
            <pc:sldMk cId="2776527032" sldId="662"/>
            <ac:cxnSpMk id="12" creationId="{B94D20CC-165C-504A-88C3-CA45CE2BA69B}"/>
          </ac:cxnSpMkLst>
        </pc:cxnChg>
        <pc:cxnChg chg="add mod">
          <ac:chgData name="Nursakirah Ab Rahman Muton" userId="423efa6d-ee54-4a96-bb69-a7d6dc1d7e38" providerId="ADAL" clId="{E5418EA3-ED04-44D7-B695-8570AC1018F6}" dt="2023-11-13T13:48:36.708" v="19152" actId="164"/>
          <ac:cxnSpMkLst>
            <pc:docMk/>
            <pc:sldMk cId="2776527032" sldId="662"/>
            <ac:cxnSpMk id="13" creationId="{57E37DBA-1F48-66CB-1711-5ACD299CC829}"/>
          </ac:cxnSpMkLst>
        </pc:cxnChg>
        <pc:cxnChg chg="add mod">
          <ac:chgData name="Nursakirah Ab Rahman Muton" userId="423efa6d-ee54-4a96-bb69-a7d6dc1d7e38" providerId="ADAL" clId="{E5418EA3-ED04-44D7-B695-8570AC1018F6}" dt="2023-11-13T13:48:36.708" v="19152" actId="164"/>
          <ac:cxnSpMkLst>
            <pc:docMk/>
            <pc:sldMk cId="2776527032" sldId="662"/>
            <ac:cxnSpMk id="14" creationId="{783FD43A-6130-DC75-C1DB-F926EC20CD82}"/>
          </ac:cxnSpMkLst>
        </pc:cxnChg>
        <pc:cxnChg chg="add mod">
          <ac:chgData name="Nursakirah Ab Rahman Muton" userId="423efa6d-ee54-4a96-bb69-a7d6dc1d7e38" providerId="ADAL" clId="{E5418EA3-ED04-44D7-B695-8570AC1018F6}" dt="2023-11-13T13:48:36.708" v="19152" actId="164"/>
          <ac:cxnSpMkLst>
            <pc:docMk/>
            <pc:sldMk cId="2776527032" sldId="662"/>
            <ac:cxnSpMk id="15" creationId="{3343C664-E0FE-5C4D-80E7-8CBC8981DE15}"/>
          </ac:cxnSpMkLst>
        </pc:cxnChg>
        <pc:cxnChg chg="add mod">
          <ac:chgData name="Nursakirah Ab Rahman Muton" userId="423efa6d-ee54-4a96-bb69-a7d6dc1d7e38" providerId="ADAL" clId="{E5418EA3-ED04-44D7-B695-8570AC1018F6}" dt="2023-11-13T13:48:36.708" v="19152" actId="164"/>
          <ac:cxnSpMkLst>
            <pc:docMk/>
            <pc:sldMk cId="2776527032" sldId="662"/>
            <ac:cxnSpMk id="16" creationId="{BD60D8CE-36C2-7142-A12E-F43CEAC79FBB}"/>
          </ac:cxnSpMkLst>
        </pc:cxnChg>
        <pc:cxnChg chg="add mod">
          <ac:chgData name="Nursakirah Ab Rahman Muton" userId="423efa6d-ee54-4a96-bb69-a7d6dc1d7e38" providerId="ADAL" clId="{E5418EA3-ED04-44D7-B695-8570AC1018F6}" dt="2023-11-13T13:48:36.708" v="19152" actId="164"/>
          <ac:cxnSpMkLst>
            <pc:docMk/>
            <pc:sldMk cId="2776527032" sldId="662"/>
            <ac:cxnSpMk id="17" creationId="{BE087C94-886B-D81F-2378-3A9C080D7245}"/>
          </ac:cxnSpMkLst>
        </pc:cxnChg>
        <pc:cxnChg chg="add mod">
          <ac:chgData name="Nursakirah Ab Rahman Muton" userId="423efa6d-ee54-4a96-bb69-a7d6dc1d7e38" providerId="ADAL" clId="{E5418EA3-ED04-44D7-B695-8570AC1018F6}" dt="2023-11-13T13:48:36.708" v="19152" actId="164"/>
          <ac:cxnSpMkLst>
            <pc:docMk/>
            <pc:sldMk cId="2776527032" sldId="662"/>
            <ac:cxnSpMk id="18" creationId="{166FFE95-96BF-B4B3-359E-58295033572E}"/>
          </ac:cxnSpMkLst>
        </pc:cxnChg>
        <pc:cxnChg chg="add mod">
          <ac:chgData name="Nursakirah Ab Rahman Muton" userId="423efa6d-ee54-4a96-bb69-a7d6dc1d7e38" providerId="ADAL" clId="{E5418EA3-ED04-44D7-B695-8570AC1018F6}" dt="2023-11-13T13:48:36.708" v="19152" actId="164"/>
          <ac:cxnSpMkLst>
            <pc:docMk/>
            <pc:sldMk cId="2776527032" sldId="662"/>
            <ac:cxnSpMk id="19" creationId="{6A1D5AB4-4C2B-1DC7-CEBF-9A6B379A2E07}"/>
          </ac:cxnSpMkLst>
        </pc:cxnChg>
      </pc:sldChg>
      <pc:sldChg chg="new del">
        <pc:chgData name="Nursakirah Ab Rahman Muton" userId="423efa6d-ee54-4a96-bb69-a7d6dc1d7e38" providerId="ADAL" clId="{E5418EA3-ED04-44D7-B695-8570AC1018F6}" dt="2023-11-13T11:51:00.593" v="18440" actId="47"/>
        <pc:sldMkLst>
          <pc:docMk/>
          <pc:sldMk cId="3572635033" sldId="662"/>
        </pc:sldMkLst>
      </pc:sldChg>
      <pc:sldChg chg="addSp delSp modSp new mod setBg modAnim modShow modNotesTx">
        <pc:chgData name="Nursakirah Ab Rahman Muton" userId="423efa6d-ee54-4a96-bb69-a7d6dc1d7e38" providerId="ADAL" clId="{E5418EA3-ED04-44D7-B695-8570AC1018F6}" dt="2023-11-21T04:45:09.141" v="27349" actId="729"/>
        <pc:sldMkLst>
          <pc:docMk/>
          <pc:sldMk cId="1575292313" sldId="663"/>
        </pc:sldMkLst>
        <pc:spChg chg="mod">
          <ac:chgData name="Nursakirah Ab Rahman Muton" userId="423efa6d-ee54-4a96-bb69-a7d6dc1d7e38" providerId="ADAL" clId="{E5418EA3-ED04-44D7-B695-8570AC1018F6}" dt="2023-11-14T02:22:36.140" v="22655" actId="26606"/>
          <ac:spMkLst>
            <pc:docMk/>
            <pc:sldMk cId="1575292313" sldId="663"/>
            <ac:spMk id="2" creationId="{BA9ED73A-3CE3-0EF4-D18D-FC8E6A7F262C}"/>
          </ac:spMkLst>
        </pc:spChg>
        <pc:spChg chg="add del mod">
          <ac:chgData name="Nursakirah Ab Rahman Muton" userId="423efa6d-ee54-4a96-bb69-a7d6dc1d7e38" providerId="ADAL" clId="{E5418EA3-ED04-44D7-B695-8570AC1018F6}" dt="2023-11-21T04:43:56.305" v="27339" actId="478"/>
          <ac:spMkLst>
            <pc:docMk/>
            <pc:sldMk cId="1575292313" sldId="663"/>
            <ac:spMk id="3" creationId="{5C36230A-FE1A-B4E6-8112-519CC98CE9E8}"/>
          </ac:spMkLst>
        </pc:spChg>
        <pc:spChg chg="del">
          <ac:chgData name="Nursakirah Ab Rahman Muton" userId="423efa6d-ee54-4a96-bb69-a7d6dc1d7e38" providerId="ADAL" clId="{E5418EA3-ED04-44D7-B695-8570AC1018F6}" dt="2023-11-14T02:22:18.895" v="22646" actId="931"/>
          <ac:spMkLst>
            <pc:docMk/>
            <pc:sldMk cId="1575292313" sldId="663"/>
            <ac:spMk id="3" creationId="{9DB376F5-015C-A7CD-D760-D4A617A6AF74}"/>
          </ac:spMkLst>
        </pc:spChg>
        <pc:spChg chg="add del mod">
          <ac:chgData name="Nursakirah Ab Rahman Muton" userId="423efa6d-ee54-4a96-bb69-a7d6dc1d7e38" providerId="ADAL" clId="{E5418EA3-ED04-44D7-B695-8570AC1018F6}" dt="2023-11-21T04:45:04.328" v="27348" actId="478"/>
          <ac:spMkLst>
            <pc:docMk/>
            <pc:sldMk cId="1575292313" sldId="663"/>
            <ac:spMk id="4" creationId="{846D447B-7DFA-0717-2548-448C82E2BCFD}"/>
          </ac:spMkLst>
        </pc:spChg>
        <pc:spChg chg="add mod">
          <ac:chgData name="Nursakirah Ab Rahman Muton" userId="423efa6d-ee54-4a96-bb69-a7d6dc1d7e38" providerId="ADAL" clId="{E5418EA3-ED04-44D7-B695-8570AC1018F6}" dt="2023-11-14T02:23:22.210" v="22664" actId="693"/>
          <ac:spMkLst>
            <pc:docMk/>
            <pc:sldMk cId="1575292313" sldId="663"/>
            <ac:spMk id="7" creationId="{8E7C6F0C-05A0-0105-E9ED-3FA5F38C4F9F}"/>
          </ac:spMkLst>
        </pc:spChg>
        <pc:spChg chg="add del">
          <ac:chgData name="Nursakirah Ab Rahman Muton" userId="423efa6d-ee54-4a96-bb69-a7d6dc1d7e38" providerId="ADAL" clId="{E5418EA3-ED04-44D7-B695-8570AC1018F6}" dt="2023-11-14T02:22:39.099" v="22656" actId="478"/>
          <ac:spMkLst>
            <pc:docMk/>
            <pc:sldMk cId="1575292313" sldId="663"/>
            <ac:spMk id="9" creationId="{E466ADEE-A71B-3433-8F1F-4628DE5B4E88}"/>
          </ac:spMkLst>
        </pc:spChg>
        <pc:spChg chg="add del mod">
          <ac:chgData name="Nursakirah Ab Rahman Muton" userId="423efa6d-ee54-4a96-bb69-a7d6dc1d7e38" providerId="ADAL" clId="{E5418EA3-ED04-44D7-B695-8570AC1018F6}" dt="2023-11-21T04:44:14.103" v="27342" actId="478"/>
          <ac:spMkLst>
            <pc:docMk/>
            <pc:sldMk cId="1575292313" sldId="663"/>
            <ac:spMk id="18" creationId="{F4087EC6-DF7B-0552-EEAF-8F16ED1F44B1}"/>
          </ac:spMkLst>
        </pc:spChg>
        <pc:spChg chg="add del mod">
          <ac:chgData name="Nursakirah Ab Rahman Muton" userId="423efa6d-ee54-4a96-bb69-a7d6dc1d7e38" providerId="ADAL" clId="{E5418EA3-ED04-44D7-B695-8570AC1018F6}" dt="2023-11-21T04:44:40.978" v="27346" actId="478"/>
          <ac:spMkLst>
            <pc:docMk/>
            <pc:sldMk cId="1575292313" sldId="663"/>
            <ac:spMk id="22" creationId="{AB37B9CE-9A4D-64FA-3505-F7AE3646CC0C}"/>
          </ac:spMkLst>
        </pc:spChg>
        <pc:spChg chg="add del mod">
          <ac:chgData name="Nursakirah Ab Rahman Muton" userId="423efa6d-ee54-4a96-bb69-a7d6dc1d7e38" providerId="ADAL" clId="{E5418EA3-ED04-44D7-B695-8570AC1018F6}" dt="2023-11-21T04:44:40.978" v="27346" actId="478"/>
          <ac:spMkLst>
            <pc:docMk/>
            <pc:sldMk cId="1575292313" sldId="663"/>
            <ac:spMk id="23" creationId="{465A5D7C-2869-C6A4-F397-F9F3D7EBE40C}"/>
          </ac:spMkLst>
        </pc:spChg>
        <pc:spChg chg="add del mod">
          <ac:chgData name="Nursakirah Ab Rahman Muton" userId="423efa6d-ee54-4a96-bb69-a7d6dc1d7e38" providerId="ADAL" clId="{E5418EA3-ED04-44D7-B695-8570AC1018F6}" dt="2023-11-21T04:44:40.978" v="27346" actId="478"/>
          <ac:spMkLst>
            <pc:docMk/>
            <pc:sldMk cId="1575292313" sldId="663"/>
            <ac:spMk id="24" creationId="{2F601944-E2E2-943B-6A11-7F2B545CD314}"/>
          </ac:spMkLst>
        </pc:spChg>
        <pc:spChg chg="add del mod">
          <ac:chgData name="Nursakirah Ab Rahman Muton" userId="423efa6d-ee54-4a96-bb69-a7d6dc1d7e38" providerId="ADAL" clId="{E5418EA3-ED04-44D7-B695-8570AC1018F6}" dt="2023-11-21T04:44:40.978" v="27346" actId="478"/>
          <ac:spMkLst>
            <pc:docMk/>
            <pc:sldMk cId="1575292313" sldId="663"/>
            <ac:spMk id="25" creationId="{1A054AA4-9F89-536E-AD90-9C75BBC685F0}"/>
          </ac:spMkLst>
        </pc:spChg>
        <pc:grpChg chg="add del">
          <ac:chgData name="Nursakirah Ab Rahman Muton" userId="423efa6d-ee54-4a96-bb69-a7d6dc1d7e38" providerId="ADAL" clId="{E5418EA3-ED04-44D7-B695-8570AC1018F6}" dt="2023-11-14T02:22:29.921" v="22652" actId="26606"/>
          <ac:grpSpMkLst>
            <pc:docMk/>
            <pc:sldMk cId="1575292313" sldId="663"/>
            <ac:grpSpMk id="10" creationId="{B4DE830A-B531-4A3B-96F6-0ECE88B08555}"/>
          </ac:grpSpMkLst>
        </pc:grpChg>
        <pc:grpChg chg="add del">
          <ac:chgData name="Nursakirah Ab Rahman Muton" userId="423efa6d-ee54-4a96-bb69-a7d6dc1d7e38" providerId="ADAL" clId="{E5418EA3-ED04-44D7-B695-8570AC1018F6}" dt="2023-11-14T02:22:36.131" v="22654" actId="26606"/>
          <ac:grpSpMkLst>
            <pc:docMk/>
            <pc:sldMk cId="1575292313" sldId="663"/>
            <ac:grpSpMk id="22" creationId="{B4DE830A-B531-4A3B-96F6-0ECE88B08555}"/>
          </ac:grpSpMkLst>
        </pc:grpChg>
        <pc:picChg chg="add mod">
          <ac:chgData name="Nursakirah Ab Rahman Muton" userId="423efa6d-ee54-4a96-bb69-a7d6dc1d7e38" providerId="ADAL" clId="{E5418EA3-ED04-44D7-B695-8570AC1018F6}" dt="2023-11-14T02:22:41.785" v="22657" actId="1076"/>
          <ac:picMkLst>
            <pc:docMk/>
            <pc:sldMk cId="1575292313" sldId="663"/>
            <ac:picMk id="5" creationId="{9DA2CF59-3B84-292C-9066-FE92875E797B}"/>
          </ac:picMkLst>
        </pc:picChg>
        <pc:picChg chg="add mod">
          <ac:chgData name="Nursakirah Ab Rahman Muton" userId="423efa6d-ee54-4a96-bb69-a7d6dc1d7e38" providerId="ADAL" clId="{E5418EA3-ED04-44D7-B695-8570AC1018F6}" dt="2023-11-14T02:22:57.446" v="22659" actId="1076"/>
          <ac:picMkLst>
            <pc:docMk/>
            <pc:sldMk cId="1575292313" sldId="663"/>
            <ac:picMk id="6" creationId="{854B49A0-8F50-3F74-1694-D96952D12361}"/>
          </ac:picMkLst>
        </pc:picChg>
        <pc:cxnChg chg="add del mod">
          <ac:chgData name="Nursakirah Ab Rahman Muton" userId="423efa6d-ee54-4a96-bb69-a7d6dc1d7e38" providerId="ADAL" clId="{E5418EA3-ED04-44D7-B695-8570AC1018F6}" dt="2023-11-21T04:44:40.978" v="27346" actId="478"/>
          <ac:cxnSpMkLst>
            <pc:docMk/>
            <pc:sldMk cId="1575292313" sldId="663"/>
            <ac:cxnSpMk id="8" creationId="{3D62720C-93B2-D650-22D3-265C906C9CFC}"/>
          </ac:cxnSpMkLst>
        </pc:cxnChg>
        <pc:cxnChg chg="add del mod">
          <ac:chgData name="Nursakirah Ab Rahman Muton" userId="423efa6d-ee54-4a96-bb69-a7d6dc1d7e38" providerId="ADAL" clId="{E5418EA3-ED04-44D7-B695-8570AC1018F6}" dt="2023-11-21T04:44:40.978" v="27346" actId="478"/>
          <ac:cxnSpMkLst>
            <pc:docMk/>
            <pc:sldMk cId="1575292313" sldId="663"/>
            <ac:cxnSpMk id="9" creationId="{1C0D9723-25CA-2CB0-7B84-5A5A185511A0}"/>
          </ac:cxnSpMkLst>
        </pc:cxnChg>
        <pc:cxnChg chg="add del mod">
          <ac:chgData name="Nursakirah Ab Rahman Muton" userId="423efa6d-ee54-4a96-bb69-a7d6dc1d7e38" providerId="ADAL" clId="{E5418EA3-ED04-44D7-B695-8570AC1018F6}" dt="2023-11-21T04:44:40.978" v="27346" actId="478"/>
          <ac:cxnSpMkLst>
            <pc:docMk/>
            <pc:sldMk cId="1575292313" sldId="663"/>
            <ac:cxnSpMk id="10" creationId="{5D6BD27D-3288-4574-82D3-290A572C6CE6}"/>
          </ac:cxnSpMkLst>
        </pc:cxnChg>
        <pc:cxnChg chg="add del mod">
          <ac:chgData name="Nursakirah Ab Rahman Muton" userId="423efa6d-ee54-4a96-bb69-a7d6dc1d7e38" providerId="ADAL" clId="{E5418EA3-ED04-44D7-B695-8570AC1018F6}" dt="2023-11-21T04:44:40.978" v="27346" actId="478"/>
          <ac:cxnSpMkLst>
            <pc:docMk/>
            <pc:sldMk cId="1575292313" sldId="663"/>
            <ac:cxnSpMk id="11" creationId="{BBF25C7F-6A98-77CF-CE18-604810D25059}"/>
          </ac:cxnSpMkLst>
        </pc:cxnChg>
        <pc:cxnChg chg="add del mod">
          <ac:chgData name="Nursakirah Ab Rahman Muton" userId="423efa6d-ee54-4a96-bb69-a7d6dc1d7e38" providerId="ADAL" clId="{E5418EA3-ED04-44D7-B695-8570AC1018F6}" dt="2023-11-21T04:44:40.978" v="27346" actId="478"/>
          <ac:cxnSpMkLst>
            <pc:docMk/>
            <pc:sldMk cId="1575292313" sldId="663"/>
            <ac:cxnSpMk id="12" creationId="{5B09189E-C20E-F14B-21E4-7F4501868D4D}"/>
          </ac:cxnSpMkLst>
        </pc:cxnChg>
        <pc:cxnChg chg="add del mod">
          <ac:chgData name="Nursakirah Ab Rahman Muton" userId="423efa6d-ee54-4a96-bb69-a7d6dc1d7e38" providerId="ADAL" clId="{E5418EA3-ED04-44D7-B695-8570AC1018F6}" dt="2023-11-21T04:44:40.978" v="27346" actId="478"/>
          <ac:cxnSpMkLst>
            <pc:docMk/>
            <pc:sldMk cId="1575292313" sldId="663"/>
            <ac:cxnSpMk id="13" creationId="{A7DF2379-1A91-3B6E-6761-E3F88B72D682}"/>
          </ac:cxnSpMkLst>
        </pc:cxnChg>
        <pc:cxnChg chg="add del mod">
          <ac:chgData name="Nursakirah Ab Rahman Muton" userId="423efa6d-ee54-4a96-bb69-a7d6dc1d7e38" providerId="ADAL" clId="{E5418EA3-ED04-44D7-B695-8570AC1018F6}" dt="2023-11-21T04:44:40.978" v="27346" actId="478"/>
          <ac:cxnSpMkLst>
            <pc:docMk/>
            <pc:sldMk cId="1575292313" sldId="663"/>
            <ac:cxnSpMk id="14" creationId="{41F428A7-116B-882C-8B5A-3E9353562BA1}"/>
          </ac:cxnSpMkLst>
        </pc:cxnChg>
        <pc:cxnChg chg="add del mod">
          <ac:chgData name="Nursakirah Ab Rahman Muton" userId="423efa6d-ee54-4a96-bb69-a7d6dc1d7e38" providerId="ADAL" clId="{E5418EA3-ED04-44D7-B695-8570AC1018F6}" dt="2023-11-21T04:44:40.978" v="27346" actId="478"/>
          <ac:cxnSpMkLst>
            <pc:docMk/>
            <pc:sldMk cId="1575292313" sldId="663"/>
            <ac:cxnSpMk id="15" creationId="{8AE81277-46C6-7A23-D2CE-A224984CF416}"/>
          </ac:cxnSpMkLst>
        </pc:cxnChg>
        <pc:cxnChg chg="add del mod">
          <ac:chgData name="Nursakirah Ab Rahman Muton" userId="423efa6d-ee54-4a96-bb69-a7d6dc1d7e38" providerId="ADAL" clId="{E5418EA3-ED04-44D7-B695-8570AC1018F6}" dt="2023-11-21T04:44:40.978" v="27346" actId="478"/>
          <ac:cxnSpMkLst>
            <pc:docMk/>
            <pc:sldMk cId="1575292313" sldId="663"/>
            <ac:cxnSpMk id="16" creationId="{CB1965BE-25D9-6B31-1625-679B2D35B7C6}"/>
          </ac:cxnSpMkLst>
        </pc:cxnChg>
        <pc:cxnChg chg="add del mod">
          <ac:chgData name="Nursakirah Ab Rahman Muton" userId="423efa6d-ee54-4a96-bb69-a7d6dc1d7e38" providerId="ADAL" clId="{E5418EA3-ED04-44D7-B695-8570AC1018F6}" dt="2023-11-21T04:44:40.978" v="27346" actId="478"/>
          <ac:cxnSpMkLst>
            <pc:docMk/>
            <pc:sldMk cId="1575292313" sldId="663"/>
            <ac:cxnSpMk id="17" creationId="{A99220A6-7A94-EFFD-A678-6D333F4A670E}"/>
          </ac:cxnSpMkLst>
        </pc:cxnChg>
        <pc:cxnChg chg="add del mod">
          <ac:chgData name="Nursakirah Ab Rahman Muton" userId="423efa6d-ee54-4a96-bb69-a7d6dc1d7e38" providerId="ADAL" clId="{E5418EA3-ED04-44D7-B695-8570AC1018F6}" dt="2023-11-21T04:44:40.978" v="27346" actId="478"/>
          <ac:cxnSpMkLst>
            <pc:docMk/>
            <pc:sldMk cId="1575292313" sldId="663"/>
            <ac:cxnSpMk id="19" creationId="{44395E56-48DD-C58D-A22B-F64623BA74A1}"/>
          </ac:cxnSpMkLst>
        </pc:cxnChg>
        <pc:cxnChg chg="add del mod">
          <ac:chgData name="Nursakirah Ab Rahman Muton" userId="423efa6d-ee54-4a96-bb69-a7d6dc1d7e38" providerId="ADAL" clId="{E5418EA3-ED04-44D7-B695-8570AC1018F6}" dt="2023-11-21T04:44:40.978" v="27346" actId="478"/>
          <ac:cxnSpMkLst>
            <pc:docMk/>
            <pc:sldMk cId="1575292313" sldId="663"/>
            <ac:cxnSpMk id="20" creationId="{238091F0-0F0C-47CB-3393-A35F225DC92D}"/>
          </ac:cxnSpMkLst>
        </pc:cxnChg>
        <pc:cxnChg chg="add del mod">
          <ac:chgData name="Nursakirah Ab Rahman Muton" userId="423efa6d-ee54-4a96-bb69-a7d6dc1d7e38" providerId="ADAL" clId="{E5418EA3-ED04-44D7-B695-8570AC1018F6}" dt="2023-11-21T04:44:40.978" v="27346" actId="478"/>
          <ac:cxnSpMkLst>
            <pc:docMk/>
            <pc:sldMk cId="1575292313" sldId="663"/>
            <ac:cxnSpMk id="21" creationId="{9FBE04B4-F04E-16F3-2807-C96AA208549E}"/>
          </ac:cxnSpMkLst>
        </pc:cxnChg>
      </pc:sldChg>
      <pc:sldChg chg="addSp delSp modSp new mod modClrScheme chgLayout">
        <pc:chgData name="Nursakirah Ab Rahman Muton" userId="423efa6d-ee54-4a96-bb69-a7d6dc1d7e38" providerId="ADAL" clId="{E5418EA3-ED04-44D7-B695-8570AC1018F6}" dt="2023-11-17T00:47:04.601" v="26990"/>
        <pc:sldMkLst>
          <pc:docMk/>
          <pc:sldMk cId="1477017787" sldId="664"/>
        </pc:sldMkLst>
        <pc:spChg chg="del mod ord">
          <ac:chgData name="Nursakirah Ab Rahman Muton" userId="423efa6d-ee54-4a96-bb69-a7d6dc1d7e38" providerId="ADAL" clId="{E5418EA3-ED04-44D7-B695-8570AC1018F6}" dt="2023-11-16T12:58:45.062" v="26558" actId="700"/>
          <ac:spMkLst>
            <pc:docMk/>
            <pc:sldMk cId="1477017787" sldId="664"/>
            <ac:spMk id="2" creationId="{28A28EA0-2DD6-3B36-89D8-F71026B37912}"/>
          </ac:spMkLst>
        </pc:spChg>
        <pc:spChg chg="add mod ord">
          <ac:chgData name="Nursakirah Ab Rahman Muton" userId="423efa6d-ee54-4a96-bb69-a7d6dc1d7e38" providerId="ADAL" clId="{E5418EA3-ED04-44D7-B695-8570AC1018F6}" dt="2023-11-16T12:59:13.526" v="26629" actId="27636"/>
          <ac:spMkLst>
            <pc:docMk/>
            <pc:sldMk cId="1477017787" sldId="664"/>
            <ac:spMk id="3" creationId="{B1A1E19A-A2B8-A5F3-2EF2-F6EF80E75DBE}"/>
          </ac:spMkLst>
        </pc:spChg>
        <pc:spChg chg="add del mod ord">
          <ac:chgData name="Nursakirah Ab Rahman Muton" userId="423efa6d-ee54-4a96-bb69-a7d6dc1d7e38" providerId="ADAL" clId="{E5418EA3-ED04-44D7-B695-8570AC1018F6}" dt="2023-11-16T12:59:40.929" v="26682" actId="478"/>
          <ac:spMkLst>
            <pc:docMk/>
            <pc:sldMk cId="1477017787" sldId="664"/>
            <ac:spMk id="4" creationId="{79D3A910-1FDB-7ED2-2F73-CCC9A7166090}"/>
          </ac:spMkLst>
        </pc:spChg>
        <pc:spChg chg="add mod">
          <ac:chgData name="Nursakirah Ab Rahman Muton" userId="423efa6d-ee54-4a96-bb69-a7d6dc1d7e38" providerId="ADAL" clId="{E5418EA3-ED04-44D7-B695-8570AC1018F6}" dt="2023-11-16T13:02:56.410" v="26726" actId="14100"/>
          <ac:spMkLst>
            <pc:docMk/>
            <pc:sldMk cId="1477017787" sldId="664"/>
            <ac:spMk id="5" creationId="{610DB39D-D7BF-9492-939A-FAF845904EF4}"/>
          </ac:spMkLst>
        </pc:spChg>
        <pc:spChg chg="add mod">
          <ac:chgData name="Nursakirah Ab Rahman Muton" userId="423efa6d-ee54-4a96-bb69-a7d6dc1d7e38" providerId="ADAL" clId="{E5418EA3-ED04-44D7-B695-8570AC1018F6}" dt="2023-11-16T13:02:49.290" v="26724" actId="164"/>
          <ac:spMkLst>
            <pc:docMk/>
            <pc:sldMk cId="1477017787" sldId="664"/>
            <ac:spMk id="6" creationId="{3AED5B90-D717-B09D-39B2-694BA1D8FD08}"/>
          </ac:spMkLst>
        </pc:spChg>
        <pc:spChg chg="add mod">
          <ac:chgData name="Nursakirah Ab Rahman Muton" userId="423efa6d-ee54-4a96-bb69-a7d6dc1d7e38" providerId="ADAL" clId="{E5418EA3-ED04-44D7-B695-8570AC1018F6}" dt="2023-11-16T13:02:49.290" v="26724" actId="164"/>
          <ac:spMkLst>
            <pc:docMk/>
            <pc:sldMk cId="1477017787" sldId="664"/>
            <ac:spMk id="7" creationId="{81E0847C-F1D9-9A91-1A8C-638CCB29C194}"/>
          </ac:spMkLst>
        </pc:spChg>
        <pc:spChg chg="add mod">
          <ac:chgData name="Nursakirah Ab Rahman Muton" userId="423efa6d-ee54-4a96-bb69-a7d6dc1d7e38" providerId="ADAL" clId="{E5418EA3-ED04-44D7-B695-8570AC1018F6}" dt="2023-11-16T13:02:49.290" v="26724" actId="164"/>
          <ac:spMkLst>
            <pc:docMk/>
            <pc:sldMk cId="1477017787" sldId="664"/>
            <ac:spMk id="17" creationId="{B762E144-835F-8924-C3BE-507FE273E5B5}"/>
          </ac:spMkLst>
        </pc:spChg>
        <pc:spChg chg="add mod">
          <ac:chgData name="Nursakirah Ab Rahman Muton" userId="423efa6d-ee54-4a96-bb69-a7d6dc1d7e38" providerId="ADAL" clId="{E5418EA3-ED04-44D7-B695-8570AC1018F6}" dt="2023-11-16T13:02:49.290" v="26724" actId="164"/>
          <ac:spMkLst>
            <pc:docMk/>
            <pc:sldMk cId="1477017787" sldId="664"/>
            <ac:spMk id="18" creationId="{0365A2C9-AA98-2A49-238F-0491C4B849F3}"/>
          </ac:spMkLst>
        </pc:spChg>
        <pc:spChg chg="add mod">
          <ac:chgData name="Nursakirah Ab Rahman Muton" userId="423efa6d-ee54-4a96-bb69-a7d6dc1d7e38" providerId="ADAL" clId="{E5418EA3-ED04-44D7-B695-8570AC1018F6}" dt="2023-11-16T13:02:49.290" v="26724" actId="164"/>
          <ac:spMkLst>
            <pc:docMk/>
            <pc:sldMk cId="1477017787" sldId="664"/>
            <ac:spMk id="19" creationId="{B9542FB6-4EB8-A94A-663D-BE3513F6E5B9}"/>
          </ac:spMkLst>
        </pc:spChg>
        <pc:spChg chg="add mod">
          <ac:chgData name="Nursakirah Ab Rahman Muton" userId="423efa6d-ee54-4a96-bb69-a7d6dc1d7e38" providerId="ADAL" clId="{E5418EA3-ED04-44D7-B695-8570AC1018F6}" dt="2023-11-16T13:02:49.290" v="26724" actId="164"/>
          <ac:spMkLst>
            <pc:docMk/>
            <pc:sldMk cId="1477017787" sldId="664"/>
            <ac:spMk id="20" creationId="{517BA176-65AF-D201-2CAA-B9F0841EFAA4}"/>
          </ac:spMkLst>
        </pc:spChg>
        <pc:spChg chg="add mod">
          <ac:chgData name="Nursakirah Ab Rahman Muton" userId="423efa6d-ee54-4a96-bb69-a7d6dc1d7e38" providerId="ADAL" clId="{E5418EA3-ED04-44D7-B695-8570AC1018F6}" dt="2023-11-16T13:05:34.511" v="26757" actId="14100"/>
          <ac:spMkLst>
            <pc:docMk/>
            <pc:sldMk cId="1477017787" sldId="664"/>
            <ac:spMk id="22" creationId="{65DCCCF4-2E53-4D7D-523E-8D4EA47D1960}"/>
          </ac:spMkLst>
        </pc:spChg>
        <pc:spChg chg="mod topLvl">
          <ac:chgData name="Nursakirah Ab Rahman Muton" userId="423efa6d-ee54-4a96-bb69-a7d6dc1d7e38" providerId="ADAL" clId="{E5418EA3-ED04-44D7-B695-8570AC1018F6}" dt="2023-11-16T13:05:29.634" v="26756" actId="164"/>
          <ac:spMkLst>
            <pc:docMk/>
            <pc:sldMk cId="1477017787" sldId="664"/>
            <ac:spMk id="24" creationId="{ADAF6D92-9290-AA02-055F-323ECF8EB2CA}"/>
          </ac:spMkLst>
        </pc:spChg>
        <pc:spChg chg="del mod topLvl">
          <ac:chgData name="Nursakirah Ab Rahman Muton" userId="423efa6d-ee54-4a96-bb69-a7d6dc1d7e38" providerId="ADAL" clId="{E5418EA3-ED04-44D7-B695-8570AC1018F6}" dt="2023-11-16T13:05:24.688" v="26755" actId="478"/>
          <ac:spMkLst>
            <pc:docMk/>
            <pc:sldMk cId="1477017787" sldId="664"/>
            <ac:spMk id="25" creationId="{38C85C63-955F-01EA-DE02-B3EB7307016A}"/>
          </ac:spMkLst>
        </pc:spChg>
        <pc:spChg chg="mod topLvl">
          <ac:chgData name="Nursakirah Ab Rahman Muton" userId="423efa6d-ee54-4a96-bb69-a7d6dc1d7e38" providerId="ADAL" clId="{E5418EA3-ED04-44D7-B695-8570AC1018F6}" dt="2023-11-16T13:05:29.634" v="26756" actId="164"/>
          <ac:spMkLst>
            <pc:docMk/>
            <pc:sldMk cId="1477017787" sldId="664"/>
            <ac:spMk id="31" creationId="{0739E62C-9892-0415-BC66-5717A82E2B10}"/>
          </ac:spMkLst>
        </pc:spChg>
        <pc:spChg chg="mod topLvl">
          <ac:chgData name="Nursakirah Ab Rahman Muton" userId="423efa6d-ee54-4a96-bb69-a7d6dc1d7e38" providerId="ADAL" clId="{E5418EA3-ED04-44D7-B695-8570AC1018F6}" dt="2023-11-16T13:05:29.634" v="26756" actId="164"/>
          <ac:spMkLst>
            <pc:docMk/>
            <pc:sldMk cId="1477017787" sldId="664"/>
            <ac:spMk id="32" creationId="{2A5FBFBD-2089-6F59-AEB6-09460502D152}"/>
          </ac:spMkLst>
        </pc:spChg>
        <pc:spChg chg="del mod topLvl">
          <ac:chgData name="Nursakirah Ab Rahman Muton" userId="423efa6d-ee54-4a96-bb69-a7d6dc1d7e38" providerId="ADAL" clId="{E5418EA3-ED04-44D7-B695-8570AC1018F6}" dt="2023-11-16T13:05:36.844" v="26758" actId="478"/>
          <ac:spMkLst>
            <pc:docMk/>
            <pc:sldMk cId="1477017787" sldId="664"/>
            <ac:spMk id="33" creationId="{18371EA4-C395-B842-E75B-0D0947CFED6D}"/>
          </ac:spMkLst>
        </pc:spChg>
        <pc:spChg chg="mod topLvl">
          <ac:chgData name="Nursakirah Ab Rahman Muton" userId="423efa6d-ee54-4a96-bb69-a7d6dc1d7e38" providerId="ADAL" clId="{E5418EA3-ED04-44D7-B695-8570AC1018F6}" dt="2023-11-16T13:05:29.634" v="26756" actId="164"/>
          <ac:spMkLst>
            <pc:docMk/>
            <pc:sldMk cId="1477017787" sldId="664"/>
            <ac:spMk id="34" creationId="{18EDC9D5-D961-F420-29E7-99C1EC1ED304}"/>
          </ac:spMkLst>
        </pc:spChg>
        <pc:spChg chg="add mod">
          <ac:chgData name="Nursakirah Ab Rahman Muton" userId="423efa6d-ee54-4a96-bb69-a7d6dc1d7e38" providerId="ADAL" clId="{E5418EA3-ED04-44D7-B695-8570AC1018F6}" dt="2023-11-16T13:05:29.634" v="26756" actId="164"/>
          <ac:spMkLst>
            <pc:docMk/>
            <pc:sldMk cId="1477017787" sldId="664"/>
            <ac:spMk id="35" creationId="{7084A0F3-7C44-367B-1C26-60B39D70A1A7}"/>
          </ac:spMkLst>
        </pc:spChg>
        <pc:spChg chg="add mod">
          <ac:chgData name="Nursakirah Ab Rahman Muton" userId="423efa6d-ee54-4a96-bb69-a7d6dc1d7e38" providerId="ADAL" clId="{E5418EA3-ED04-44D7-B695-8570AC1018F6}" dt="2023-11-16T13:05:29.634" v="26756" actId="164"/>
          <ac:spMkLst>
            <pc:docMk/>
            <pc:sldMk cId="1477017787" sldId="664"/>
            <ac:spMk id="38" creationId="{FF57A8E8-5971-01DD-B2B2-1BC71621A783}"/>
          </ac:spMkLst>
        </pc:spChg>
        <pc:spChg chg="add mod">
          <ac:chgData name="Nursakirah Ab Rahman Muton" userId="423efa6d-ee54-4a96-bb69-a7d6dc1d7e38" providerId="ADAL" clId="{E5418EA3-ED04-44D7-B695-8570AC1018F6}" dt="2023-11-16T13:05:29.634" v="26756" actId="164"/>
          <ac:spMkLst>
            <pc:docMk/>
            <pc:sldMk cId="1477017787" sldId="664"/>
            <ac:spMk id="39" creationId="{7F874F01-C476-8E55-BD50-244E338567B2}"/>
          </ac:spMkLst>
        </pc:spChg>
        <pc:spChg chg="add mod">
          <ac:chgData name="Nursakirah Ab Rahman Muton" userId="423efa6d-ee54-4a96-bb69-a7d6dc1d7e38" providerId="ADAL" clId="{E5418EA3-ED04-44D7-B695-8570AC1018F6}" dt="2023-11-16T13:05:29.634" v="26756" actId="164"/>
          <ac:spMkLst>
            <pc:docMk/>
            <pc:sldMk cId="1477017787" sldId="664"/>
            <ac:spMk id="40" creationId="{D811BAF3-5B3C-D656-4823-AAF4B7A2DFD4}"/>
          </ac:spMkLst>
        </pc:spChg>
        <pc:spChg chg="add mod">
          <ac:chgData name="Nursakirah Ab Rahman Muton" userId="423efa6d-ee54-4a96-bb69-a7d6dc1d7e38" providerId="ADAL" clId="{E5418EA3-ED04-44D7-B695-8570AC1018F6}" dt="2023-11-16T13:05:51.292" v="26760" actId="1076"/>
          <ac:spMkLst>
            <pc:docMk/>
            <pc:sldMk cId="1477017787" sldId="664"/>
            <ac:spMk id="47" creationId="{0BF7D4ED-0E73-E121-8AD7-C7A237D29C2E}"/>
          </ac:spMkLst>
        </pc:spChg>
        <pc:spChg chg="mod topLvl">
          <ac:chgData name="Nursakirah Ab Rahman Muton" userId="423efa6d-ee54-4a96-bb69-a7d6dc1d7e38" providerId="ADAL" clId="{E5418EA3-ED04-44D7-B695-8570AC1018F6}" dt="2023-11-16T13:07:29.800" v="26783" actId="164"/>
          <ac:spMkLst>
            <pc:docMk/>
            <pc:sldMk cId="1477017787" sldId="664"/>
            <ac:spMk id="49" creationId="{70B0B4D1-4631-CD72-A7A7-E8C37F7256F3}"/>
          </ac:spMkLst>
        </pc:spChg>
        <pc:spChg chg="mod topLvl">
          <ac:chgData name="Nursakirah Ab Rahman Muton" userId="423efa6d-ee54-4a96-bb69-a7d6dc1d7e38" providerId="ADAL" clId="{E5418EA3-ED04-44D7-B695-8570AC1018F6}" dt="2023-11-16T13:07:29.800" v="26783" actId="164"/>
          <ac:spMkLst>
            <pc:docMk/>
            <pc:sldMk cId="1477017787" sldId="664"/>
            <ac:spMk id="55" creationId="{A67C738D-4AC2-D927-EF09-6240D0533A55}"/>
          </ac:spMkLst>
        </pc:spChg>
        <pc:spChg chg="mod topLvl">
          <ac:chgData name="Nursakirah Ab Rahman Muton" userId="423efa6d-ee54-4a96-bb69-a7d6dc1d7e38" providerId="ADAL" clId="{E5418EA3-ED04-44D7-B695-8570AC1018F6}" dt="2023-11-16T13:07:29.800" v="26783" actId="164"/>
          <ac:spMkLst>
            <pc:docMk/>
            <pc:sldMk cId="1477017787" sldId="664"/>
            <ac:spMk id="56" creationId="{5FBEA873-D562-8641-CF3C-DC45D58736EF}"/>
          </ac:spMkLst>
        </pc:spChg>
        <pc:spChg chg="mod topLvl">
          <ac:chgData name="Nursakirah Ab Rahman Muton" userId="423efa6d-ee54-4a96-bb69-a7d6dc1d7e38" providerId="ADAL" clId="{E5418EA3-ED04-44D7-B695-8570AC1018F6}" dt="2023-11-16T13:07:29.800" v="26783" actId="164"/>
          <ac:spMkLst>
            <pc:docMk/>
            <pc:sldMk cId="1477017787" sldId="664"/>
            <ac:spMk id="57" creationId="{E025F339-9ACE-7053-D9B9-283293548687}"/>
          </ac:spMkLst>
        </pc:spChg>
        <pc:spChg chg="del mod topLvl">
          <ac:chgData name="Nursakirah Ab Rahman Muton" userId="423efa6d-ee54-4a96-bb69-a7d6dc1d7e38" providerId="ADAL" clId="{E5418EA3-ED04-44D7-B695-8570AC1018F6}" dt="2023-11-16T13:07:24.107" v="26782" actId="478"/>
          <ac:spMkLst>
            <pc:docMk/>
            <pc:sldMk cId="1477017787" sldId="664"/>
            <ac:spMk id="58" creationId="{B5D6CF2F-BC12-21C3-5BF8-296AE892D24D}"/>
          </ac:spMkLst>
        </pc:spChg>
        <pc:spChg chg="mod topLvl">
          <ac:chgData name="Nursakirah Ab Rahman Muton" userId="423efa6d-ee54-4a96-bb69-a7d6dc1d7e38" providerId="ADAL" clId="{E5418EA3-ED04-44D7-B695-8570AC1018F6}" dt="2023-11-16T13:07:29.800" v="26783" actId="164"/>
          <ac:spMkLst>
            <pc:docMk/>
            <pc:sldMk cId="1477017787" sldId="664"/>
            <ac:spMk id="61" creationId="{A9B193B7-0A9D-BC70-5E0E-C1DC6AAA13F8}"/>
          </ac:spMkLst>
        </pc:spChg>
        <pc:spChg chg="mod topLvl">
          <ac:chgData name="Nursakirah Ab Rahman Muton" userId="423efa6d-ee54-4a96-bb69-a7d6dc1d7e38" providerId="ADAL" clId="{E5418EA3-ED04-44D7-B695-8570AC1018F6}" dt="2023-11-16T13:07:29.800" v="26783" actId="164"/>
          <ac:spMkLst>
            <pc:docMk/>
            <pc:sldMk cId="1477017787" sldId="664"/>
            <ac:spMk id="62" creationId="{B223D7C7-7571-8127-2F6D-1FD0099BC3D7}"/>
          </ac:spMkLst>
        </pc:spChg>
        <pc:spChg chg="mod topLvl">
          <ac:chgData name="Nursakirah Ab Rahman Muton" userId="423efa6d-ee54-4a96-bb69-a7d6dc1d7e38" providerId="ADAL" clId="{E5418EA3-ED04-44D7-B695-8570AC1018F6}" dt="2023-11-16T13:07:29.800" v="26783" actId="164"/>
          <ac:spMkLst>
            <pc:docMk/>
            <pc:sldMk cId="1477017787" sldId="664"/>
            <ac:spMk id="63" creationId="{686EEC72-33F9-32E5-50AB-2D83ED4858B2}"/>
          </ac:spMkLst>
        </pc:spChg>
        <pc:spChg chg="add mod">
          <ac:chgData name="Nursakirah Ab Rahman Muton" userId="423efa6d-ee54-4a96-bb69-a7d6dc1d7e38" providerId="ADAL" clId="{E5418EA3-ED04-44D7-B695-8570AC1018F6}" dt="2023-11-16T13:07:29.800" v="26783" actId="164"/>
          <ac:spMkLst>
            <pc:docMk/>
            <pc:sldMk cId="1477017787" sldId="664"/>
            <ac:spMk id="65" creationId="{627119B3-2990-6643-67BD-DBCC9FFA2BBC}"/>
          </ac:spMkLst>
        </pc:spChg>
        <pc:spChg chg="add mod">
          <ac:chgData name="Nursakirah Ab Rahman Muton" userId="423efa6d-ee54-4a96-bb69-a7d6dc1d7e38" providerId="ADAL" clId="{E5418EA3-ED04-44D7-B695-8570AC1018F6}" dt="2023-11-16T13:07:49.822" v="26785" actId="1076"/>
          <ac:spMkLst>
            <pc:docMk/>
            <pc:sldMk cId="1477017787" sldId="664"/>
            <ac:spMk id="74" creationId="{9D1AA1D0-DB40-BAD3-0E6E-672BD843CD47}"/>
          </ac:spMkLst>
        </pc:spChg>
        <pc:spChg chg="mod">
          <ac:chgData name="Nursakirah Ab Rahman Muton" userId="423efa6d-ee54-4a96-bb69-a7d6dc1d7e38" providerId="ADAL" clId="{E5418EA3-ED04-44D7-B695-8570AC1018F6}" dt="2023-11-16T13:07:45.539" v="26784"/>
          <ac:spMkLst>
            <pc:docMk/>
            <pc:sldMk cId="1477017787" sldId="664"/>
            <ac:spMk id="76" creationId="{2C44F60A-8348-E6BE-60B6-4E1AA150DA4B}"/>
          </ac:spMkLst>
        </pc:spChg>
        <pc:spChg chg="mod">
          <ac:chgData name="Nursakirah Ab Rahman Muton" userId="423efa6d-ee54-4a96-bb69-a7d6dc1d7e38" providerId="ADAL" clId="{E5418EA3-ED04-44D7-B695-8570AC1018F6}" dt="2023-11-16T13:07:58.051" v="26786" actId="20577"/>
          <ac:spMkLst>
            <pc:docMk/>
            <pc:sldMk cId="1477017787" sldId="664"/>
            <ac:spMk id="82" creationId="{9415120F-BE24-09BE-68A7-DFC44A755A02}"/>
          </ac:spMkLst>
        </pc:spChg>
        <pc:spChg chg="mod">
          <ac:chgData name="Nursakirah Ab Rahman Muton" userId="423efa6d-ee54-4a96-bb69-a7d6dc1d7e38" providerId="ADAL" clId="{E5418EA3-ED04-44D7-B695-8570AC1018F6}" dt="2023-11-16T13:08:01.786" v="26787" actId="20577"/>
          <ac:spMkLst>
            <pc:docMk/>
            <pc:sldMk cId="1477017787" sldId="664"/>
            <ac:spMk id="83" creationId="{30AAA9B1-268F-BD25-5697-26AED3FF3664}"/>
          </ac:spMkLst>
        </pc:spChg>
        <pc:spChg chg="mod">
          <ac:chgData name="Nursakirah Ab Rahman Muton" userId="423efa6d-ee54-4a96-bb69-a7d6dc1d7e38" providerId="ADAL" clId="{E5418EA3-ED04-44D7-B695-8570AC1018F6}" dt="2023-11-16T13:07:45.539" v="26784"/>
          <ac:spMkLst>
            <pc:docMk/>
            <pc:sldMk cId="1477017787" sldId="664"/>
            <ac:spMk id="84" creationId="{6E21898A-B242-02A9-785E-250AC9A67770}"/>
          </ac:spMkLst>
        </pc:spChg>
        <pc:spChg chg="mod">
          <ac:chgData name="Nursakirah Ab Rahman Muton" userId="423efa6d-ee54-4a96-bb69-a7d6dc1d7e38" providerId="ADAL" clId="{E5418EA3-ED04-44D7-B695-8570AC1018F6}" dt="2023-11-16T13:08:06.461" v="26788" actId="20577"/>
          <ac:spMkLst>
            <pc:docMk/>
            <pc:sldMk cId="1477017787" sldId="664"/>
            <ac:spMk id="87" creationId="{CCA76C70-D5CB-C20E-D032-2A68B551E21F}"/>
          </ac:spMkLst>
        </pc:spChg>
        <pc:spChg chg="mod">
          <ac:chgData name="Nursakirah Ab Rahman Muton" userId="423efa6d-ee54-4a96-bb69-a7d6dc1d7e38" providerId="ADAL" clId="{E5418EA3-ED04-44D7-B695-8570AC1018F6}" dt="2023-11-16T13:08:08.707" v="26789" actId="20577"/>
          <ac:spMkLst>
            <pc:docMk/>
            <pc:sldMk cId="1477017787" sldId="664"/>
            <ac:spMk id="88" creationId="{1347D469-FBEF-00F3-0B39-C79420E4CD79}"/>
          </ac:spMkLst>
        </pc:spChg>
        <pc:spChg chg="mod">
          <ac:chgData name="Nursakirah Ab Rahman Muton" userId="423efa6d-ee54-4a96-bb69-a7d6dc1d7e38" providerId="ADAL" clId="{E5418EA3-ED04-44D7-B695-8570AC1018F6}" dt="2023-11-16T13:07:45.539" v="26784"/>
          <ac:spMkLst>
            <pc:docMk/>
            <pc:sldMk cId="1477017787" sldId="664"/>
            <ac:spMk id="89" creationId="{38DD8721-7762-4948-C985-F5026305BA5D}"/>
          </ac:spMkLst>
        </pc:spChg>
        <pc:spChg chg="mod">
          <ac:chgData name="Nursakirah Ab Rahman Muton" userId="423efa6d-ee54-4a96-bb69-a7d6dc1d7e38" providerId="ADAL" clId="{E5418EA3-ED04-44D7-B695-8570AC1018F6}" dt="2023-11-16T13:07:45.539" v="26784"/>
          <ac:spMkLst>
            <pc:docMk/>
            <pc:sldMk cId="1477017787" sldId="664"/>
            <ac:spMk id="91" creationId="{78CC6F32-D939-6A95-A17E-89938C277C61}"/>
          </ac:spMkLst>
        </pc:spChg>
        <pc:grpChg chg="add mod">
          <ac:chgData name="Nursakirah Ab Rahman Muton" userId="423efa6d-ee54-4a96-bb69-a7d6dc1d7e38" providerId="ADAL" clId="{E5418EA3-ED04-44D7-B695-8570AC1018F6}" dt="2023-11-16T13:02:49.290" v="26724" actId="164"/>
          <ac:grpSpMkLst>
            <pc:docMk/>
            <pc:sldMk cId="1477017787" sldId="664"/>
            <ac:grpSpMk id="21" creationId="{2C3920D2-5F57-75BC-043A-987BA9BDA053}"/>
          </ac:grpSpMkLst>
        </pc:grpChg>
        <pc:grpChg chg="add del mod">
          <ac:chgData name="Nursakirah Ab Rahman Muton" userId="423efa6d-ee54-4a96-bb69-a7d6dc1d7e38" providerId="ADAL" clId="{E5418EA3-ED04-44D7-B695-8570AC1018F6}" dt="2023-11-16T13:03:16.282" v="26729" actId="165"/>
          <ac:grpSpMkLst>
            <pc:docMk/>
            <pc:sldMk cId="1477017787" sldId="664"/>
            <ac:grpSpMk id="23" creationId="{9BE7825B-1BAE-5F3F-2168-F7B6C5062D55}"/>
          </ac:grpSpMkLst>
        </pc:grpChg>
        <pc:grpChg chg="add mod">
          <ac:chgData name="Nursakirah Ab Rahman Muton" userId="423efa6d-ee54-4a96-bb69-a7d6dc1d7e38" providerId="ADAL" clId="{E5418EA3-ED04-44D7-B695-8570AC1018F6}" dt="2023-11-16T13:05:29.634" v="26756" actId="164"/>
          <ac:grpSpMkLst>
            <pc:docMk/>
            <pc:sldMk cId="1477017787" sldId="664"/>
            <ac:grpSpMk id="46" creationId="{90503BC0-C795-40A4-CFDE-3AAEEBB6A3BA}"/>
          </ac:grpSpMkLst>
        </pc:grpChg>
        <pc:grpChg chg="add del mod">
          <ac:chgData name="Nursakirah Ab Rahman Muton" userId="423efa6d-ee54-4a96-bb69-a7d6dc1d7e38" providerId="ADAL" clId="{E5418EA3-ED04-44D7-B695-8570AC1018F6}" dt="2023-11-16T13:06:05.283" v="26761" actId="165"/>
          <ac:grpSpMkLst>
            <pc:docMk/>
            <pc:sldMk cId="1477017787" sldId="664"/>
            <ac:grpSpMk id="48" creationId="{02C71B7F-5274-DF09-BC16-F55A52BACF17}"/>
          </ac:grpSpMkLst>
        </pc:grpChg>
        <pc:grpChg chg="add mod">
          <ac:chgData name="Nursakirah Ab Rahman Muton" userId="423efa6d-ee54-4a96-bb69-a7d6dc1d7e38" providerId="ADAL" clId="{E5418EA3-ED04-44D7-B695-8570AC1018F6}" dt="2023-11-16T13:07:29.800" v="26783" actId="164"/>
          <ac:grpSpMkLst>
            <pc:docMk/>
            <pc:sldMk cId="1477017787" sldId="664"/>
            <ac:grpSpMk id="73" creationId="{EF4E593F-4BCF-ADE2-17BD-72B811D74D74}"/>
          </ac:grpSpMkLst>
        </pc:grpChg>
        <pc:grpChg chg="add mod">
          <ac:chgData name="Nursakirah Ab Rahman Muton" userId="423efa6d-ee54-4a96-bb69-a7d6dc1d7e38" providerId="ADAL" clId="{E5418EA3-ED04-44D7-B695-8570AC1018F6}" dt="2023-11-16T13:07:49.822" v="26785" actId="1076"/>
          <ac:grpSpMkLst>
            <pc:docMk/>
            <pc:sldMk cId="1477017787" sldId="664"/>
            <ac:grpSpMk id="75" creationId="{3D014795-42FA-07A8-B284-EAD0B4B1E1CE}"/>
          </ac:grpSpMkLst>
        </pc:grpChg>
        <pc:inkChg chg="add">
          <ac:chgData name="Nursakirah Ab Rahman Muton" userId="423efa6d-ee54-4a96-bb69-a7d6dc1d7e38" providerId="ADAL" clId="{E5418EA3-ED04-44D7-B695-8570AC1018F6}" dt="2023-11-17T00:47:04.601" v="26990"/>
          <ac:inkMkLst>
            <pc:docMk/>
            <pc:sldMk cId="1477017787" sldId="664"/>
            <ac:inkMk id="2" creationId="{856F2EFA-2A91-794D-96A4-AF41F16CD2BB}"/>
          </ac:inkMkLst>
        </pc:inkChg>
        <pc:cxnChg chg="add mod">
          <ac:chgData name="Nursakirah Ab Rahman Muton" userId="423efa6d-ee54-4a96-bb69-a7d6dc1d7e38" providerId="ADAL" clId="{E5418EA3-ED04-44D7-B695-8570AC1018F6}" dt="2023-11-16T13:02:49.290" v="26724" actId="164"/>
          <ac:cxnSpMkLst>
            <pc:docMk/>
            <pc:sldMk cId="1477017787" sldId="664"/>
            <ac:cxnSpMk id="9" creationId="{DE942244-37FF-433D-CFFE-F0D2AA8D9240}"/>
          </ac:cxnSpMkLst>
        </pc:cxnChg>
        <pc:cxnChg chg="add mod">
          <ac:chgData name="Nursakirah Ab Rahman Muton" userId="423efa6d-ee54-4a96-bb69-a7d6dc1d7e38" providerId="ADAL" clId="{E5418EA3-ED04-44D7-B695-8570AC1018F6}" dt="2023-11-16T13:02:49.290" v="26724" actId="164"/>
          <ac:cxnSpMkLst>
            <pc:docMk/>
            <pc:sldMk cId="1477017787" sldId="664"/>
            <ac:cxnSpMk id="10" creationId="{E447287D-BD46-0B19-0EBC-EAB3D7981B41}"/>
          </ac:cxnSpMkLst>
        </pc:cxnChg>
        <pc:cxnChg chg="add mod">
          <ac:chgData name="Nursakirah Ab Rahman Muton" userId="423efa6d-ee54-4a96-bb69-a7d6dc1d7e38" providerId="ADAL" clId="{E5418EA3-ED04-44D7-B695-8570AC1018F6}" dt="2023-11-16T13:02:49.290" v="26724" actId="164"/>
          <ac:cxnSpMkLst>
            <pc:docMk/>
            <pc:sldMk cId="1477017787" sldId="664"/>
            <ac:cxnSpMk id="11" creationId="{ED63BC75-6FAA-003D-2BDA-C4AB1B119707}"/>
          </ac:cxnSpMkLst>
        </pc:cxnChg>
        <pc:cxnChg chg="add mod">
          <ac:chgData name="Nursakirah Ab Rahman Muton" userId="423efa6d-ee54-4a96-bb69-a7d6dc1d7e38" providerId="ADAL" clId="{E5418EA3-ED04-44D7-B695-8570AC1018F6}" dt="2023-11-16T13:02:49.290" v="26724" actId="164"/>
          <ac:cxnSpMkLst>
            <pc:docMk/>
            <pc:sldMk cId="1477017787" sldId="664"/>
            <ac:cxnSpMk id="14" creationId="{30089378-C7C1-F541-006E-A26474924F3F}"/>
          </ac:cxnSpMkLst>
        </pc:cxnChg>
        <pc:cxnChg chg="add mod">
          <ac:chgData name="Nursakirah Ab Rahman Muton" userId="423efa6d-ee54-4a96-bb69-a7d6dc1d7e38" providerId="ADAL" clId="{E5418EA3-ED04-44D7-B695-8570AC1018F6}" dt="2023-11-16T13:02:49.290" v="26724" actId="164"/>
          <ac:cxnSpMkLst>
            <pc:docMk/>
            <pc:sldMk cId="1477017787" sldId="664"/>
            <ac:cxnSpMk id="16" creationId="{4BB92999-3393-84EA-D1F2-27EE5AC41B36}"/>
          </ac:cxnSpMkLst>
        </pc:cxnChg>
        <pc:cxnChg chg="mod topLvl">
          <ac:chgData name="Nursakirah Ab Rahman Muton" userId="423efa6d-ee54-4a96-bb69-a7d6dc1d7e38" providerId="ADAL" clId="{E5418EA3-ED04-44D7-B695-8570AC1018F6}" dt="2023-11-16T13:05:29.634" v="26756" actId="164"/>
          <ac:cxnSpMkLst>
            <pc:docMk/>
            <pc:sldMk cId="1477017787" sldId="664"/>
            <ac:cxnSpMk id="26" creationId="{D33F125B-9F9D-3DFF-0166-26DDEC54E3CC}"/>
          </ac:cxnSpMkLst>
        </pc:cxnChg>
        <pc:cxnChg chg="mod topLvl">
          <ac:chgData name="Nursakirah Ab Rahman Muton" userId="423efa6d-ee54-4a96-bb69-a7d6dc1d7e38" providerId="ADAL" clId="{E5418EA3-ED04-44D7-B695-8570AC1018F6}" dt="2023-11-16T13:05:29.634" v="26756" actId="164"/>
          <ac:cxnSpMkLst>
            <pc:docMk/>
            <pc:sldMk cId="1477017787" sldId="664"/>
            <ac:cxnSpMk id="27" creationId="{F70A313D-97CE-8037-D7B3-470C36FF9793}"/>
          </ac:cxnSpMkLst>
        </pc:cxnChg>
        <pc:cxnChg chg="mod topLvl">
          <ac:chgData name="Nursakirah Ab Rahman Muton" userId="423efa6d-ee54-4a96-bb69-a7d6dc1d7e38" providerId="ADAL" clId="{E5418EA3-ED04-44D7-B695-8570AC1018F6}" dt="2023-11-16T13:05:29.634" v="26756" actId="164"/>
          <ac:cxnSpMkLst>
            <pc:docMk/>
            <pc:sldMk cId="1477017787" sldId="664"/>
            <ac:cxnSpMk id="28" creationId="{73C07FD1-3F4E-CAB3-9489-2FD7BA37AE4F}"/>
          </ac:cxnSpMkLst>
        </pc:cxnChg>
        <pc:cxnChg chg="mod topLvl">
          <ac:chgData name="Nursakirah Ab Rahman Muton" userId="423efa6d-ee54-4a96-bb69-a7d6dc1d7e38" providerId="ADAL" clId="{E5418EA3-ED04-44D7-B695-8570AC1018F6}" dt="2023-11-16T13:05:29.634" v="26756" actId="164"/>
          <ac:cxnSpMkLst>
            <pc:docMk/>
            <pc:sldMk cId="1477017787" sldId="664"/>
            <ac:cxnSpMk id="29" creationId="{78081339-511A-AC28-8B28-332AF1F3A095}"/>
          </ac:cxnSpMkLst>
        </pc:cxnChg>
        <pc:cxnChg chg="mod topLvl">
          <ac:chgData name="Nursakirah Ab Rahman Muton" userId="423efa6d-ee54-4a96-bb69-a7d6dc1d7e38" providerId="ADAL" clId="{E5418EA3-ED04-44D7-B695-8570AC1018F6}" dt="2023-11-16T13:05:29.634" v="26756" actId="164"/>
          <ac:cxnSpMkLst>
            <pc:docMk/>
            <pc:sldMk cId="1477017787" sldId="664"/>
            <ac:cxnSpMk id="30" creationId="{800A9121-3CC3-D4D4-50B2-70962415229B}"/>
          </ac:cxnSpMkLst>
        </pc:cxnChg>
        <pc:cxnChg chg="add mod">
          <ac:chgData name="Nursakirah Ab Rahman Muton" userId="423efa6d-ee54-4a96-bb69-a7d6dc1d7e38" providerId="ADAL" clId="{E5418EA3-ED04-44D7-B695-8570AC1018F6}" dt="2023-11-16T13:05:29.634" v="26756" actId="164"/>
          <ac:cxnSpMkLst>
            <pc:docMk/>
            <pc:sldMk cId="1477017787" sldId="664"/>
            <ac:cxnSpMk id="36" creationId="{DA6ED0EB-6DD8-C524-E8B2-A623AE8E3699}"/>
          </ac:cxnSpMkLst>
        </pc:cxnChg>
        <pc:cxnChg chg="add mod">
          <ac:chgData name="Nursakirah Ab Rahman Muton" userId="423efa6d-ee54-4a96-bb69-a7d6dc1d7e38" providerId="ADAL" clId="{E5418EA3-ED04-44D7-B695-8570AC1018F6}" dt="2023-11-16T13:05:29.634" v="26756" actId="164"/>
          <ac:cxnSpMkLst>
            <pc:docMk/>
            <pc:sldMk cId="1477017787" sldId="664"/>
            <ac:cxnSpMk id="37" creationId="{DF0B8C00-CD19-0275-D516-F8452F8214E3}"/>
          </ac:cxnSpMkLst>
        </pc:cxnChg>
        <pc:cxnChg chg="add mod">
          <ac:chgData name="Nursakirah Ab Rahman Muton" userId="423efa6d-ee54-4a96-bb69-a7d6dc1d7e38" providerId="ADAL" clId="{E5418EA3-ED04-44D7-B695-8570AC1018F6}" dt="2023-11-16T13:05:29.634" v="26756" actId="164"/>
          <ac:cxnSpMkLst>
            <pc:docMk/>
            <pc:sldMk cId="1477017787" sldId="664"/>
            <ac:cxnSpMk id="42" creationId="{EDC3DA38-0BBC-7CF1-611D-A8281BF12701}"/>
          </ac:cxnSpMkLst>
        </pc:cxnChg>
        <pc:cxnChg chg="mod topLvl">
          <ac:chgData name="Nursakirah Ab Rahman Muton" userId="423efa6d-ee54-4a96-bb69-a7d6dc1d7e38" providerId="ADAL" clId="{E5418EA3-ED04-44D7-B695-8570AC1018F6}" dt="2023-11-16T13:07:29.800" v="26783" actId="164"/>
          <ac:cxnSpMkLst>
            <pc:docMk/>
            <pc:sldMk cId="1477017787" sldId="664"/>
            <ac:cxnSpMk id="50" creationId="{CCE337E2-2498-C0AB-FCB5-E482A994BADD}"/>
          </ac:cxnSpMkLst>
        </pc:cxnChg>
        <pc:cxnChg chg="mod topLvl">
          <ac:chgData name="Nursakirah Ab Rahman Muton" userId="423efa6d-ee54-4a96-bb69-a7d6dc1d7e38" providerId="ADAL" clId="{E5418EA3-ED04-44D7-B695-8570AC1018F6}" dt="2023-11-16T13:07:29.800" v="26783" actId="164"/>
          <ac:cxnSpMkLst>
            <pc:docMk/>
            <pc:sldMk cId="1477017787" sldId="664"/>
            <ac:cxnSpMk id="51" creationId="{365C129B-34A0-50CB-3FAB-C190C79DD16D}"/>
          </ac:cxnSpMkLst>
        </pc:cxnChg>
        <pc:cxnChg chg="mod topLvl">
          <ac:chgData name="Nursakirah Ab Rahman Muton" userId="423efa6d-ee54-4a96-bb69-a7d6dc1d7e38" providerId="ADAL" clId="{E5418EA3-ED04-44D7-B695-8570AC1018F6}" dt="2023-11-16T13:07:29.800" v="26783" actId="164"/>
          <ac:cxnSpMkLst>
            <pc:docMk/>
            <pc:sldMk cId="1477017787" sldId="664"/>
            <ac:cxnSpMk id="52" creationId="{A6B31320-A972-4514-6D1E-7CB6F0C7EAA9}"/>
          </ac:cxnSpMkLst>
        </pc:cxnChg>
        <pc:cxnChg chg="mod topLvl">
          <ac:chgData name="Nursakirah Ab Rahman Muton" userId="423efa6d-ee54-4a96-bb69-a7d6dc1d7e38" providerId="ADAL" clId="{E5418EA3-ED04-44D7-B695-8570AC1018F6}" dt="2023-11-16T13:07:29.800" v="26783" actId="164"/>
          <ac:cxnSpMkLst>
            <pc:docMk/>
            <pc:sldMk cId="1477017787" sldId="664"/>
            <ac:cxnSpMk id="53" creationId="{FED10343-4E36-287C-7046-2EBFB4B9C06D}"/>
          </ac:cxnSpMkLst>
        </pc:cxnChg>
        <pc:cxnChg chg="mod topLvl">
          <ac:chgData name="Nursakirah Ab Rahman Muton" userId="423efa6d-ee54-4a96-bb69-a7d6dc1d7e38" providerId="ADAL" clId="{E5418EA3-ED04-44D7-B695-8570AC1018F6}" dt="2023-11-16T13:07:29.800" v="26783" actId="164"/>
          <ac:cxnSpMkLst>
            <pc:docMk/>
            <pc:sldMk cId="1477017787" sldId="664"/>
            <ac:cxnSpMk id="54" creationId="{8B20F260-C9B7-5F8D-23F5-8F5985DB2029}"/>
          </ac:cxnSpMkLst>
        </pc:cxnChg>
        <pc:cxnChg chg="mod topLvl">
          <ac:chgData name="Nursakirah Ab Rahman Muton" userId="423efa6d-ee54-4a96-bb69-a7d6dc1d7e38" providerId="ADAL" clId="{E5418EA3-ED04-44D7-B695-8570AC1018F6}" dt="2023-11-16T13:07:29.800" v="26783" actId="164"/>
          <ac:cxnSpMkLst>
            <pc:docMk/>
            <pc:sldMk cId="1477017787" sldId="664"/>
            <ac:cxnSpMk id="59" creationId="{64C20E5B-94FE-4117-8334-2D939FB97068}"/>
          </ac:cxnSpMkLst>
        </pc:cxnChg>
        <pc:cxnChg chg="mod topLvl">
          <ac:chgData name="Nursakirah Ab Rahman Muton" userId="423efa6d-ee54-4a96-bb69-a7d6dc1d7e38" providerId="ADAL" clId="{E5418EA3-ED04-44D7-B695-8570AC1018F6}" dt="2023-11-16T13:07:29.800" v="26783" actId="164"/>
          <ac:cxnSpMkLst>
            <pc:docMk/>
            <pc:sldMk cId="1477017787" sldId="664"/>
            <ac:cxnSpMk id="60" creationId="{E7F1BAD6-428C-A80C-FCA0-96BEE8CF0352}"/>
          </ac:cxnSpMkLst>
        </pc:cxnChg>
        <pc:cxnChg chg="mod topLvl">
          <ac:chgData name="Nursakirah Ab Rahman Muton" userId="423efa6d-ee54-4a96-bb69-a7d6dc1d7e38" providerId="ADAL" clId="{E5418EA3-ED04-44D7-B695-8570AC1018F6}" dt="2023-11-16T13:07:29.800" v="26783" actId="164"/>
          <ac:cxnSpMkLst>
            <pc:docMk/>
            <pc:sldMk cId="1477017787" sldId="664"/>
            <ac:cxnSpMk id="64" creationId="{BA2B86FB-B264-2ED7-99BC-7B7378FD1DD9}"/>
          </ac:cxnSpMkLst>
        </pc:cxnChg>
        <pc:cxnChg chg="mod">
          <ac:chgData name="Nursakirah Ab Rahman Muton" userId="423efa6d-ee54-4a96-bb69-a7d6dc1d7e38" providerId="ADAL" clId="{E5418EA3-ED04-44D7-B695-8570AC1018F6}" dt="2023-11-16T13:07:45.539" v="26784"/>
          <ac:cxnSpMkLst>
            <pc:docMk/>
            <pc:sldMk cId="1477017787" sldId="664"/>
            <ac:cxnSpMk id="77" creationId="{837A8383-9417-6B20-740F-CBEF424608DF}"/>
          </ac:cxnSpMkLst>
        </pc:cxnChg>
        <pc:cxnChg chg="mod">
          <ac:chgData name="Nursakirah Ab Rahman Muton" userId="423efa6d-ee54-4a96-bb69-a7d6dc1d7e38" providerId="ADAL" clId="{E5418EA3-ED04-44D7-B695-8570AC1018F6}" dt="2023-11-16T13:07:45.539" v="26784"/>
          <ac:cxnSpMkLst>
            <pc:docMk/>
            <pc:sldMk cId="1477017787" sldId="664"/>
            <ac:cxnSpMk id="78" creationId="{AB4A28C4-BA71-DB18-AFFA-A6B6DA8275ED}"/>
          </ac:cxnSpMkLst>
        </pc:cxnChg>
        <pc:cxnChg chg="mod">
          <ac:chgData name="Nursakirah Ab Rahman Muton" userId="423efa6d-ee54-4a96-bb69-a7d6dc1d7e38" providerId="ADAL" clId="{E5418EA3-ED04-44D7-B695-8570AC1018F6}" dt="2023-11-16T13:07:45.539" v="26784"/>
          <ac:cxnSpMkLst>
            <pc:docMk/>
            <pc:sldMk cId="1477017787" sldId="664"/>
            <ac:cxnSpMk id="79" creationId="{11B2EE0F-14F2-BE1F-9BC2-A6A1E42EB954}"/>
          </ac:cxnSpMkLst>
        </pc:cxnChg>
        <pc:cxnChg chg="mod">
          <ac:chgData name="Nursakirah Ab Rahman Muton" userId="423efa6d-ee54-4a96-bb69-a7d6dc1d7e38" providerId="ADAL" clId="{E5418EA3-ED04-44D7-B695-8570AC1018F6}" dt="2023-11-16T13:07:45.539" v="26784"/>
          <ac:cxnSpMkLst>
            <pc:docMk/>
            <pc:sldMk cId="1477017787" sldId="664"/>
            <ac:cxnSpMk id="80" creationId="{509A9608-44F8-2BB0-3010-10D5EFC11EAD}"/>
          </ac:cxnSpMkLst>
        </pc:cxnChg>
        <pc:cxnChg chg="mod">
          <ac:chgData name="Nursakirah Ab Rahman Muton" userId="423efa6d-ee54-4a96-bb69-a7d6dc1d7e38" providerId="ADAL" clId="{E5418EA3-ED04-44D7-B695-8570AC1018F6}" dt="2023-11-16T13:07:45.539" v="26784"/>
          <ac:cxnSpMkLst>
            <pc:docMk/>
            <pc:sldMk cId="1477017787" sldId="664"/>
            <ac:cxnSpMk id="81" creationId="{19212F61-3AC4-8860-6E26-99748326A3E2}"/>
          </ac:cxnSpMkLst>
        </pc:cxnChg>
        <pc:cxnChg chg="mod">
          <ac:chgData name="Nursakirah Ab Rahman Muton" userId="423efa6d-ee54-4a96-bb69-a7d6dc1d7e38" providerId="ADAL" clId="{E5418EA3-ED04-44D7-B695-8570AC1018F6}" dt="2023-11-16T13:07:45.539" v="26784"/>
          <ac:cxnSpMkLst>
            <pc:docMk/>
            <pc:sldMk cId="1477017787" sldId="664"/>
            <ac:cxnSpMk id="85" creationId="{EA1C27EA-B27B-B60D-9090-6DE067D5F4F1}"/>
          </ac:cxnSpMkLst>
        </pc:cxnChg>
        <pc:cxnChg chg="mod">
          <ac:chgData name="Nursakirah Ab Rahman Muton" userId="423efa6d-ee54-4a96-bb69-a7d6dc1d7e38" providerId="ADAL" clId="{E5418EA3-ED04-44D7-B695-8570AC1018F6}" dt="2023-11-16T13:07:45.539" v="26784"/>
          <ac:cxnSpMkLst>
            <pc:docMk/>
            <pc:sldMk cId="1477017787" sldId="664"/>
            <ac:cxnSpMk id="86" creationId="{8E54947A-8CDE-B9BE-A6F1-5469765CAD54}"/>
          </ac:cxnSpMkLst>
        </pc:cxnChg>
        <pc:cxnChg chg="mod">
          <ac:chgData name="Nursakirah Ab Rahman Muton" userId="423efa6d-ee54-4a96-bb69-a7d6dc1d7e38" providerId="ADAL" clId="{E5418EA3-ED04-44D7-B695-8570AC1018F6}" dt="2023-11-16T13:07:45.539" v="26784"/>
          <ac:cxnSpMkLst>
            <pc:docMk/>
            <pc:sldMk cId="1477017787" sldId="664"/>
            <ac:cxnSpMk id="90" creationId="{88B48B88-EE80-5CCA-C373-DA26BE2CFA58}"/>
          </ac:cxnSpMkLst>
        </pc:cxnChg>
      </pc:sldChg>
      <pc:sldChg chg="addSp delSp modSp add mod">
        <pc:chgData name="Nursakirah Ab Rahman Muton" userId="423efa6d-ee54-4a96-bb69-a7d6dc1d7e38" providerId="ADAL" clId="{E5418EA3-ED04-44D7-B695-8570AC1018F6}" dt="2023-11-17T00:47:04.601" v="26990"/>
        <pc:sldMkLst>
          <pc:docMk/>
          <pc:sldMk cId="596464860" sldId="665"/>
        </pc:sldMkLst>
        <pc:spChg chg="add mod">
          <ac:chgData name="Nursakirah Ab Rahman Muton" userId="423efa6d-ee54-4a96-bb69-a7d6dc1d7e38" providerId="ADAL" clId="{E5418EA3-ED04-44D7-B695-8570AC1018F6}" dt="2023-11-16T13:11:03.204" v="26880" actId="1076"/>
          <ac:spMkLst>
            <pc:docMk/>
            <pc:sldMk cId="596464860" sldId="665"/>
            <ac:spMk id="2" creationId="{9FA6BA59-09D1-D5A1-CAB6-CEAC543945E0}"/>
          </ac:spMkLst>
        </pc:spChg>
        <pc:spChg chg="mod">
          <ac:chgData name="Nursakirah Ab Rahman Muton" userId="423efa6d-ee54-4a96-bb69-a7d6dc1d7e38" providerId="ADAL" clId="{E5418EA3-ED04-44D7-B695-8570AC1018F6}" dt="2023-11-16T12:59:30.722" v="26680" actId="20577"/>
          <ac:spMkLst>
            <pc:docMk/>
            <pc:sldMk cId="596464860" sldId="665"/>
            <ac:spMk id="3" creationId="{B1A1E19A-A2B8-A5F3-2EF2-F6EF80E75DBE}"/>
          </ac:spMkLst>
        </pc:spChg>
        <pc:spChg chg="del">
          <ac:chgData name="Nursakirah Ab Rahman Muton" userId="423efa6d-ee54-4a96-bb69-a7d6dc1d7e38" providerId="ADAL" clId="{E5418EA3-ED04-44D7-B695-8570AC1018F6}" dt="2023-11-16T12:59:37.217" v="26681" actId="478"/>
          <ac:spMkLst>
            <pc:docMk/>
            <pc:sldMk cId="596464860" sldId="665"/>
            <ac:spMk id="4" creationId="{79D3A910-1FDB-7ED2-2F73-CCC9A7166090}"/>
          </ac:spMkLst>
        </pc:spChg>
        <pc:spChg chg="add mod">
          <ac:chgData name="Nursakirah Ab Rahman Muton" userId="423efa6d-ee54-4a96-bb69-a7d6dc1d7e38" providerId="ADAL" clId="{E5418EA3-ED04-44D7-B695-8570AC1018F6}" dt="2023-11-16T13:09:55.632" v="26838" actId="164"/>
          <ac:spMkLst>
            <pc:docMk/>
            <pc:sldMk cId="596464860" sldId="665"/>
            <ac:spMk id="5" creationId="{8DDF3842-1278-346D-09DB-652B9A569A9F}"/>
          </ac:spMkLst>
        </pc:spChg>
        <pc:spChg chg="mod topLvl">
          <ac:chgData name="Nursakirah Ab Rahman Muton" userId="423efa6d-ee54-4a96-bb69-a7d6dc1d7e38" providerId="ADAL" clId="{E5418EA3-ED04-44D7-B695-8570AC1018F6}" dt="2023-11-16T13:10:49.985" v="26878" actId="164"/>
          <ac:spMkLst>
            <pc:docMk/>
            <pc:sldMk cId="596464860" sldId="665"/>
            <ac:spMk id="14" creationId="{EA595CCB-83C1-6460-586E-33D032330EF3}"/>
          </ac:spMkLst>
        </pc:spChg>
        <pc:grpChg chg="add mod">
          <ac:chgData name="Nursakirah Ab Rahman Muton" userId="423efa6d-ee54-4a96-bb69-a7d6dc1d7e38" providerId="ADAL" clId="{E5418EA3-ED04-44D7-B695-8570AC1018F6}" dt="2023-11-16T13:11:03.204" v="26880" actId="1076"/>
          <ac:grpSpMkLst>
            <pc:docMk/>
            <pc:sldMk cId="596464860" sldId="665"/>
            <ac:grpSpMk id="12" creationId="{54289708-6A0F-BE44-3C63-B47420EF9E58}"/>
          </ac:grpSpMkLst>
        </pc:grpChg>
        <pc:grpChg chg="add del mod">
          <ac:chgData name="Nursakirah Ab Rahman Muton" userId="423efa6d-ee54-4a96-bb69-a7d6dc1d7e38" providerId="ADAL" clId="{E5418EA3-ED04-44D7-B695-8570AC1018F6}" dt="2023-11-16T13:10:05.494" v="26841" actId="165"/>
          <ac:grpSpMkLst>
            <pc:docMk/>
            <pc:sldMk cId="596464860" sldId="665"/>
            <ac:grpSpMk id="13" creationId="{F0BDFC6E-F0DF-E783-ECE6-B9A1D3B8040A}"/>
          </ac:grpSpMkLst>
        </pc:grpChg>
        <pc:grpChg chg="add mod">
          <ac:chgData name="Nursakirah Ab Rahman Muton" userId="423efa6d-ee54-4a96-bb69-a7d6dc1d7e38" providerId="ADAL" clId="{E5418EA3-ED04-44D7-B695-8570AC1018F6}" dt="2023-11-16T13:11:03.204" v="26880" actId="1076"/>
          <ac:grpSpMkLst>
            <pc:docMk/>
            <pc:sldMk cId="596464860" sldId="665"/>
            <ac:grpSpMk id="18" creationId="{A2C93AD5-7C1D-4A45-7BDA-F377A1CDE1F5}"/>
          </ac:grpSpMkLst>
        </pc:grpChg>
        <pc:inkChg chg="add">
          <ac:chgData name="Nursakirah Ab Rahman Muton" userId="423efa6d-ee54-4a96-bb69-a7d6dc1d7e38" providerId="ADAL" clId="{E5418EA3-ED04-44D7-B695-8570AC1018F6}" dt="2023-11-17T00:47:04.601" v="26990"/>
          <ac:inkMkLst>
            <pc:docMk/>
            <pc:sldMk cId="596464860" sldId="665"/>
            <ac:inkMk id="4" creationId="{F417C3B6-16DC-1638-44AA-91014EA94105}"/>
          </ac:inkMkLst>
        </pc:inkChg>
        <pc:cxnChg chg="add mod">
          <ac:chgData name="Nursakirah Ab Rahman Muton" userId="423efa6d-ee54-4a96-bb69-a7d6dc1d7e38" providerId="ADAL" clId="{E5418EA3-ED04-44D7-B695-8570AC1018F6}" dt="2023-11-16T13:09:55.632" v="26838" actId="164"/>
          <ac:cxnSpMkLst>
            <pc:docMk/>
            <pc:sldMk cId="596464860" sldId="665"/>
            <ac:cxnSpMk id="7" creationId="{B7DEA1F8-0AB8-A618-B8F3-925793306A7F}"/>
          </ac:cxnSpMkLst>
        </pc:cxnChg>
        <pc:cxnChg chg="add mod">
          <ac:chgData name="Nursakirah Ab Rahman Muton" userId="423efa6d-ee54-4a96-bb69-a7d6dc1d7e38" providerId="ADAL" clId="{E5418EA3-ED04-44D7-B695-8570AC1018F6}" dt="2023-11-16T13:09:55.632" v="26838" actId="164"/>
          <ac:cxnSpMkLst>
            <pc:docMk/>
            <pc:sldMk cId="596464860" sldId="665"/>
            <ac:cxnSpMk id="11" creationId="{7978D3E5-E926-8F60-7A56-EA0A4ADD7C5F}"/>
          </ac:cxnSpMkLst>
        </pc:cxnChg>
        <pc:cxnChg chg="mod topLvl">
          <ac:chgData name="Nursakirah Ab Rahman Muton" userId="423efa6d-ee54-4a96-bb69-a7d6dc1d7e38" providerId="ADAL" clId="{E5418EA3-ED04-44D7-B695-8570AC1018F6}" dt="2023-11-16T13:10:49.985" v="26878" actId="164"/>
          <ac:cxnSpMkLst>
            <pc:docMk/>
            <pc:sldMk cId="596464860" sldId="665"/>
            <ac:cxnSpMk id="15" creationId="{0B510E0B-9458-6A26-F67A-8462593E5369}"/>
          </ac:cxnSpMkLst>
        </pc:cxnChg>
        <pc:cxnChg chg="mod topLvl">
          <ac:chgData name="Nursakirah Ab Rahman Muton" userId="423efa6d-ee54-4a96-bb69-a7d6dc1d7e38" providerId="ADAL" clId="{E5418EA3-ED04-44D7-B695-8570AC1018F6}" dt="2023-11-16T13:10:49.985" v="26878" actId="164"/>
          <ac:cxnSpMkLst>
            <pc:docMk/>
            <pc:sldMk cId="596464860" sldId="665"/>
            <ac:cxnSpMk id="16" creationId="{593F527A-5743-9501-1A91-A25FF01DD33F}"/>
          </ac:cxnSpMkLst>
        </pc:cxnChg>
        <pc:cxnChg chg="add mod">
          <ac:chgData name="Nursakirah Ab Rahman Muton" userId="423efa6d-ee54-4a96-bb69-a7d6dc1d7e38" providerId="ADAL" clId="{E5418EA3-ED04-44D7-B695-8570AC1018F6}" dt="2023-11-16T13:10:49.985" v="26878" actId="164"/>
          <ac:cxnSpMkLst>
            <pc:docMk/>
            <pc:sldMk cId="596464860" sldId="665"/>
            <ac:cxnSpMk id="17" creationId="{5B02AE94-BBDA-9BC8-8FDA-004AD5A042AC}"/>
          </ac:cxnSpMkLst>
        </pc:cxnChg>
      </pc:sldChg>
      <pc:sldChg chg="addSp new mod">
        <pc:chgData name="Nursakirah Ab Rahman Muton" userId="423efa6d-ee54-4a96-bb69-a7d6dc1d7e38" providerId="ADAL" clId="{E5418EA3-ED04-44D7-B695-8570AC1018F6}" dt="2023-11-17T00:06:24.845" v="26989" actId="22"/>
        <pc:sldMkLst>
          <pc:docMk/>
          <pc:sldMk cId="3648501082" sldId="666"/>
        </pc:sldMkLst>
        <pc:picChg chg="add">
          <ac:chgData name="Nursakirah Ab Rahman Muton" userId="423efa6d-ee54-4a96-bb69-a7d6dc1d7e38" providerId="ADAL" clId="{E5418EA3-ED04-44D7-B695-8570AC1018F6}" dt="2023-11-17T00:06:24.845" v="26989" actId="22"/>
          <ac:picMkLst>
            <pc:docMk/>
            <pc:sldMk cId="3648501082" sldId="666"/>
            <ac:picMk id="4" creationId="{EDAACA3B-414E-A68D-DAA7-32DF4D3A27A3}"/>
          </ac:picMkLst>
        </pc:picChg>
      </pc:sldChg>
      <pc:sldChg chg="addSp delSp modSp add mod">
        <pc:chgData name="Nursakirah Ab Rahman Muton" userId="423efa6d-ee54-4a96-bb69-a7d6dc1d7e38" providerId="ADAL" clId="{E5418EA3-ED04-44D7-B695-8570AC1018F6}" dt="2023-12-14T14:59:53.904" v="29055" actId="1037"/>
        <pc:sldMkLst>
          <pc:docMk/>
          <pc:sldMk cId="4279226345" sldId="667"/>
        </pc:sldMkLst>
        <pc:spChg chg="del">
          <ac:chgData name="Nursakirah Ab Rahman Muton" userId="423efa6d-ee54-4a96-bb69-a7d6dc1d7e38" providerId="ADAL" clId="{E5418EA3-ED04-44D7-B695-8570AC1018F6}" dt="2023-12-14T14:45:41.014" v="28876" actId="478"/>
          <ac:spMkLst>
            <pc:docMk/>
            <pc:sldMk cId="4279226345" sldId="667"/>
            <ac:spMk id="2" creationId="{0CB07AA3-6712-7446-4960-C84CAB8EE5E9}"/>
          </ac:spMkLst>
        </pc:spChg>
        <pc:spChg chg="mod">
          <ac:chgData name="Nursakirah Ab Rahman Muton" userId="423efa6d-ee54-4a96-bb69-a7d6dc1d7e38" providerId="ADAL" clId="{E5418EA3-ED04-44D7-B695-8570AC1018F6}" dt="2023-12-14T14:45:56.895" v="28881"/>
          <ac:spMkLst>
            <pc:docMk/>
            <pc:sldMk cId="4279226345" sldId="667"/>
            <ac:spMk id="4" creationId="{92A51CA2-FD8E-1633-5C72-91B04D6E9626}"/>
          </ac:spMkLst>
        </pc:spChg>
        <pc:spChg chg="del">
          <ac:chgData name="Nursakirah Ab Rahman Muton" userId="423efa6d-ee54-4a96-bb69-a7d6dc1d7e38" providerId="ADAL" clId="{E5418EA3-ED04-44D7-B695-8570AC1018F6}" dt="2023-12-14T14:45:42.258" v="28877" actId="478"/>
          <ac:spMkLst>
            <pc:docMk/>
            <pc:sldMk cId="4279226345" sldId="667"/>
            <ac:spMk id="6" creationId="{CF3DFEE9-725A-78F4-36D7-2134086F534C}"/>
          </ac:spMkLst>
        </pc:spChg>
        <pc:spChg chg="del">
          <ac:chgData name="Nursakirah Ab Rahman Muton" userId="423efa6d-ee54-4a96-bb69-a7d6dc1d7e38" providerId="ADAL" clId="{E5418EA3-ED04-44D7-B695-8570AC1018F6}" dt="2023-12-14T14:45:21.012" v="28866" actId="478"/>
          <ac:spMkLst>
            <pc:docMk/>
            <pc:sldMk cId="4279226345" sldId="667"/>
            <ac:spMk id="7" creationId="{4E1EC1AF-C277-BF4A-A973-55429E606D65}"/>
          </ac:spMkLst>
        </pc:spChg>
        <pc:spChg chg="mod">
          <ac:chgData name="Nursakirah Ab Rahman Muton" userId="423efa6d-ee54-4a96-bb69-a7d6dc1d7e38" providerId="ADAL" clId="{E5418EA3-ED04-44D7-B695-8570AC1018F6}" dt="2023-12-14T14:46:09.678" v="28887" actId="20577"/>
          <ac:spMkLst>
            <pc:docMk/>
            <pc:sldMk cId="4279226345" sldId="667"/>
            <ac:spMk id="16" creationId="{87526853-D099-485D-D569-29D45B834566}"/>
          </ac:spMkLst>
        </pc:spChg>
        <pc:spChg chg="del">
          <ac:chgData name="Nursakirah Ab Rahman Muton" userId="423efa6d-ee54-4a96-bb69-a7d6dc1d7e38" providerId="ADAL" clId="{E5418EA3-ED04-44D7-B695-8570AC1018F6}" dt="2023-12-14T14:47:36.817" v="28906" actId="478"/>
          <ac:spMkLst>
            <pc:docMk/>
            <pc:sldMk cId="4279226345" sldId="667"/>
            <ac:spMk id="17" creationId="{E3843C92-E741-8F3E-3053-B11E0DAB78E8}"/>
          </ac:spMkLst>
        </pc:spChg>
        <pc:spChg chg="mod">
          <ac:chgData name="Nursakirah Ab Rahman Muton" userId="423efa6d-ee54-4a96-bb69-a7d6dc1d7e38" providerId="ADAL" clId="{E5418EA3-ED04-44D7-B695-8570AC1018F6}" dt="2023-12-14T14:54:09.931" v="28938" actId="208"/>
          <ac:spMkLst>
            <pc:docMk/>
            <pc:sldMk cId="4279226345" sldId="667"/>
            <ac:spMk id="18" creationId="{84981F9A-BD38-8668-93C2-DC2659FAC48E}"/>
          </ac:spMkLst>
        </pc:spChg>
        <pc:spChg chg="add del">
          <ac:chgData name="Nursakirah Ab Rahman Muton" userId="423efa6d-ee54-4a96-bb69-a7d6dc1d7e38" providerId="ADAL" clId="{E5418EA3-ED04-44D7-B695-8570AC1018F6}" dt="2023-12-14T14:47:44.540" v="28910" actId="478"/>
          <ac:spMkLst>
            <pc:docMk/>
            <pc:sldMk cId="4279226345" sldId="667"/>
            <ac:spMk id="19" creationId="{457E0824-491F-7E3B-9C9C-99620BDBC26F}"/>
          </ac:spMkLst>
        </pc:spChg>
        <pc:spChg chg="del">
          <ac:chgData name="Nursakirah Ab Rahman Muton" userId="423efa6d-ee54-4a96-bb69-a7d6dc1d7e38" providerId="ADAL" clId="{E5418EA3-ED04-44D7-B695-8570AC1018F6}" dt="2023-12-14T14:45:36.973" v="28874" actId="478"/>
          <ac:spMkLst>
            <pc:docMk/>
            <pc:sldMk cId="4279226345" sldId="667"/>
            <ac:spMk id="20" creationId="{D32BBE25-4F94-B8F4-D103-11B64EE9F299}"/>
          </ac:spMkLst>
        </pc:spChg>
        <pc:spChg chg="del">
          <ac:chgData name="Nursakirah Ab Rahman Muton" userId="423efa6d-ee54-4a96-bb69-a7d6dc1d7e38" providerId="ADAL" clId="{E5418EA3-ED04-44D7-B695-8570AC1018F6}" dt="2023-12-14T14:45:35.569" v="28873" actId="478"/>
          <ac:spMkLst>
            <pc:docMk/>
            <pc:sldMk cId="4279226345" sldId="667"/>
            <ac:spMk id="21" creationId="{6352ADC8-CB65-D539-488A-D63A217BE273}"/>
          </ac:spMkLst>
        </pc:spChg>
        <pc:spChg chg="del">
          <ac:chgData name="Nursakirah Ab Rahman Muton" userId="423efa6d-ee54-4a96-bb69-a7d6dc1d7e38" providerId="ADAL" clId="{E5418EA3-ED04-44D7-B695-8570AC1018F6}" dt="2023-12-14T14:45:33.832" v="28872" actId="478"/>
          <ac:spMkLst>
            <pc:docMk/>
            <pc:sldMk cId="4279226345" sldId="667"/>
            <ac:spMk id="22" creationId="{8CF6E0F9-3944-90CC-A158-765346A3724D}"/>
          </ac:spMkLst>
        </pc:spChg>
        <pc:spChg chg="mod">
          <ac:chgData name="Nursakirah Ab Rahman Muton" userId="423efa6d-ee54-4a96-bb69-a7d6dc1d7e38" providerId="ADAL" clId="{E5418EA3-ED04-44D7-B695-8570AC1018F6}" dt="2023-12-14T14:45:51.230" v="28880" actId="1076"/>
          <ac:spMkLst>
            <pc:docMk/>
            <pc:sldMk cId="4279226345" sldId="667"/>
            <ac:spMk id="27" creationId="{CC0FFDB5-81DD-75CE-810B-9461FCB3898D}"/>
          </ac:spMkLst>
        </pc:spChg>
        <pc:spChg chg="mod">
          <ac:chgData name="Nursakirah Ab Rahman Muton" userId="423efa6d-ee54-4a96-bb69-a7d6dc1d7e38" providerId="ADAL" clId="{E5418EA3-ED04-44D7-B695-8570AC1018F6}" dt="2023-12-14T14:46:23.823" v="28891"/>
          <ac:spMkLst>
            <pc:docMk/>
            <pc:sldMk cId="4279226345" sldId="667"/>
            <ac:spMk id="30" creationId="{1BAA6E13-6F64-FFF1-BED3-FBA1B9112B29}"/>
          </ac:spMkLst>
        </pc:spChg>
        <pc:spChg chg="add mod">
          <ac:chgData name="Nursakirah Ab Rahman Muton" userId="423efa6d-ee54-4a96-bb69-a7d6dc1d7e38" providerId="ADAL" clId="{E5418EA3-ED04-44D7-B695-8570AC1018F6}" dt="2023-12-14T14:52:30.440" v="28921" actId="14100"/>
          <ac:spMkLst>
            <pc:docMk/>
            <pc:sldMk cId="4279226345" sldId="667"/>
            <ac:spMk id="37" creationId="{5BF00A08-31E7-8D7A-090C-B46835212F50}"/>
          </ac:spMkLst>
        </pc:spChg>
        <pc:spChg chg="add mod">
          <ac:chgData name="Nursakirah Ab Rahman Muton" userId="423efa6d-ee54-4a96-bb69-a7d6dc1d7e38" providerId="ADAL" clId="{E5418EA3-ED04-44D7-B695-8570AC1018F6}" dt="2023-12-14T14:52:30.440" v="28921" actId="14100"/>
          <ac:spMkLst>
            <pc:docMk/>
            <pc:sldMk cId="4279226345" sldId="667"/>
            <ac:spMk id="38" creationId="{6A1D054B-6AA2-EE33-4C7F-6D6DACDFDA80}"/>
          </ac:spMkLst>
        </pc:spChg>
        <pc:spChg chg="del">
          <ac:chgData name="Nursakirah Ab Rahman Muton" userId="423efa6d-ee54-4a96-bb69-a7d6dc1d7e38" providerId="ADAL" clId="{E5418EA3-ED04-44D7-B695-8570AC1018F6}" dt="2023-12-14T14:47:35.931" v="28905" actId="478"/>
          <ac:spMkLst>
            <pc:docMk/>
            <pc:sldMk cId="4279226345" sldId="667"/>
            <ac:spMk id="39" creationId="{2C503AE4-2B68-1C81-2ADA-A761FCC907DF}"/>
          </ac:spMkLst>
        </pc:spChg>
        <pc:spChg chg="mod">
          <ac:chgData name="Nursakirah Ab Rahman Muton" userId="423efa6d-ee54-4a96-bb69-a7d6dc1d7e38" providerId="ADAL" clId="{E5418EA3-ED04-44D7-B695-8570AC1018F6}" dt="2023-12-14T14:47:22.077" v="28903"/>
          <ac:spMkLst>
            <pc:docMk/>
            <pc:sldMk cId="4279226345" sldId="667"/>
            <ac:spMk id="49" creationId="{5E1B2D66-2971-05F7-FD78-463E912D8ABC}"/>
          </ac:spMkLst>
        </pc:spChg>
        <pc:spChg chg="mod">
          <ac:chgData name="Nursakirah Ab Rahman Muton" userId="423efa6d-ee54-4a96-bb69-a7d6dc1d7e38" providerId="ADAL" clId="{E5418EA3-ED04-44D7-B695-8570AC1018F6}" dt="2023-12-14T14:54:15.698" v="28939" actId="208"/>
          <ac:spMkLst>
            <pc:docMk/>
            <pc:sldMk cId="4279226345" sldId="667"/>
            <ac:spMk id="50" creationId="{FE7EDF79-09FB-7EEB-012C-F944E56E1BB0}"/>
          </ac:spMkLst>
        </pc:spChg>
        <pc:spChg chg="del">
          <ac:chgData name="Nursakirah Ab Rahman Muton" userId="423efa6d-ee54-4a96-bb69-a7d6dc1d7e38" providerId="ADAL" clId="{E5418EA3-ED04-44D7-B695-8570AC1018F6}" dt="2023-12-14T14:47:38.551" v="28907" actId="478"/>
          <ac:spMkLst>
            <pc:docMk/>
            <pc:sldMk cId="4279226345" sldId="667"/>
            <ac:spMk id="55" creationId="{D0874955-181F-9588-CD5C-FB738FB49E42}"/>
          </ac:spMkLst>
        </pc:spChg>
        <pc:spChg chg="del">
          <ac:chgData name="Nursakirah Ab Rahman Muton" userId="423efa6d-ee54-4a96-bb69-a7d6dc1d7e38" providerId="ADAL" clId="{E5418EA3-ED04-44D7-B695-8570AC1018F6}" dt="2023-12-14T14:45:24.315" v="28868" actId="478"/>
          <ac:spMkLst>
            <pc:docMk/>
            <pc:sldMk cId="4279226345" sldId="667"/>
            <ac:spMk id="57" creationId="{6A112769-35E5-6668-8456-F808FFE9ABC0}"/>
          </ac:spMkLst>
        </pc:spChg>
        <pc:spChg chg="del">
          <ac:chgData name="Nursakirah Ab Rahman Muton" userId="423efa6d-ee54-4a96-bb69-a7d6dc1d7e38" providerId="ADAL" clId="{E5418EA3-ED04-44D7-B695-8570AC1018F6}" dt="2023-12-14T14:45:25.949" v="28869" actId="478"/>
          <ac:spMkLst>
            <pc:docMk/>
            <pc:sldMk cId="4279226345" sldId="667"/>
            <ac:spMk id="59" creationId="{4D50A60E-7001-2A6D-3478-02B29915299E}"/>
          </ac:spMkLst>
        </pc:spChg>
        <pc:spChg chg="mod">
          <ac:chgData name="Nursakirah Ab Rahman Muton" userId="423efa6d-ee54-4a96-bb69-a7d6dc1d7e38" providerId="ADAL" clId="{E5418EA3-ED04-44D7-B695-8570AC1018F6}" dt="2023-12-14T14:47:22.077" v="28903"/>
          <ac:spMkLst>
            <pc:docMk/>
            <pc:sldMk cId="4279226345" sldId="667"/>
            <ac:spMk id="60" creationId="{53B48447-DBBE-5DB7-5AA6-4F95C04CE6A1}"/>
          </ac:spMkLst>
        </pc:spChg>
        <pc:spChg chg="del">
          <ac:chgData name="Nursakirah Ab Rahman Muton" userId="423efa6d-ee54-4a96-bb69-a7d6dc1d7e38" providerId="ADAL" clId="{E5418EA3-ED04-44D7-B695-8570AC1018F6}" dt="2023-12-14T14:45:25.949" v="28869" actId="478"/>
          <ac:spMkLst>
            <pc:docMk/>
            <pc:sldMk cId="4279226345" sldId="667"/>
            <ac:spMk id="62" creationId="{57271B0A-912B-9F2F-8DD0-B4C179106AA5}"/>
          </ac:spMkLst>
        </pc:spChg>
        <pc:spChg chg="del">
          <ac:chgData name="Nursakirah Ab Rahman Muton" userId="423efa6d-ee54-4a96-bb69-a7d6dc1d7e38" providerId="ADAL" clId="{E5418EA3-ED04-44D7-B695-8570AC1018F6}" dt="2023-12-14T14:45:30.104" v="28870" actId="478"/>
          <ac:spMkLst>
            <pc:docMk/>
            <pc:sldMk cId="4279226345" sldId="667"/>
            <ac:spMk id="63" creationId="{E0BF5AD3-78E1-013D-2171-75A6F5266D8A}"/>
          </ac:spMkLst>
        </pc:spChg>
        <pc:spChg chg="del">
          <ac:chgData name="Nursakirah Ab Rahman Muton" userId="423efa6d-ee54-4a96-bb69-a7d6dc1d7e38" providerId="ADAL" clId="{E5418EA3-ED04-44D7-B695-8570AC1018F6}" dt="2023-12-14T14:45:31.658" v="28871" actId="478"/>
          <ac:spMkLst>
            <pc:docMk/>
            <pc:sldMk cId="4279226345" sldId="667"/>
            <ac:spMk id="80896" creationId="{113B99CC-8B10-8C6B-4BEB-923E4D3FDD77}"/>
          </ac:spMkLst>
        </pc:spChg>
        <pc:spChg chg="del">
          <ac:chgData name="Nursakirah Ab Rahman Muton" userId="423efa6d-ee54-4a96-bb69-a7d6dc1d7e38" providerId="ADAL" clId="{E5418EA3-ED04-44D7-B695-8570AC1018F6}" dt="2023-12-14T14:45:38.437" v="28875" actId="478"/>
          <ac:spMkLst>
            <pc:docMk/>
            <pc:sldMk cId="4279226345" sldId="667"/>
            <ac:spMk id="80897" creationId="{B1A9F8B3-EDFB-A5E2-2F57-75D0588CB454}"/>
          </ac:spMkLst>
        </pc:spChg>
        <pc:spChg chg="add del mod">
          <ac:chgData name="Nursakirah Ab Rahman Muton" userId="423efa6d-ee54-4a96-bb69-a7d6dc1d7e38" providerId="ADAL" clId="{E5418EA3-ED04-44D7-B695-8570AC1018F6}" dt="2023-12-14T14:52:39.492" v="28922" actId="478"/>
          <ac:spMkLst>
            <pc:docMk/>
            <pc:sldMk cId="4279226345" sldId="667"/>
            <ac:spMk id="80899" creationId="{B58FF7D4-C372-3D6E-F1AD-DAD83002730E}"/>
          </ac:spMkLst>
        </pc:spChg>
        <pc:spChg chg="add del mod">
          <ac:chgData name="Nursakirah Ab Rahman Muton" userId="423efa6d-ee54-4a96-bb69-a7d6dc1d7e38" providerId="ADAL" clId="{E5418EA3-ED04-44D7-B695-8570AC1018F6}" dt="2023-12-14T14:52:39.492" v="28922" actId="478"/>
          <ac:spMkLst>
            <pc:docMk/>
            <pc:sldMk cId="4279226345" sldId="667"/>
            <ac:spMk id="80900" creationId="{CFE47EE3-CD3A-A6A5-BB9F-A70131EB08AB}"/>
          </ac:spMkLst>
        </pc:spChg>
        <pc:spChg chg="del">
          <ac:chgData name="Nursakirah Ab Rahman Muton" userId="423efa6d-ee54-4a96-bb69-a7d6dc1d7e38" providerId="ADAL" clId="{E5418EA3-ED04-44D7-B695-8570AC1018F6}" dt="2023-12-14T14:45:25.949" v="28869" actId="478"/>
          <ac:spMkLst>
            <pc:docMk/>
            <pc:sldMk cId="4279226345" sldId="667"/>
            <ac:spMk id="80901" creationId="{1C04CB52-293E-8FF1-06A1-9B4F165BA324}"/>
          </ac:spMkLst>
        </pc:spChg>
        <pc:spChg chg="add mod">
          <ac:chgData name="Nursakirah Ab Rahman Muton" userId="423efa6d-ee54-4a96-bb69-a7d6dc1d7e38" providerId="ADAL" clId="{E5418EA3-ED04-44D7-B695-8570AC1018F6}" dt="2023-12-14T14:54:20.407" v="28940" actId="208"/>
          <ac:spMkLst>
            <pc:docMk/>
            <pc:sldMk cId="4279226345" sldId="667"/>
            <ac:spMk id="80904" creationId="{FFCB5ACC-0A79-AFB8-C2B8-3CF8606C44CA}"/>
          </ac:spMkLst>
        </pc:spChg>
        <pc:spChg chg="add mod">
          <ac:chgData name="Nursakirah Ab Rahman Muton" userId="423efa6d-ee54-4a96-bb69-a7d6dc1d7e38" providerId="ADAL" clId="{E5418EA3-ED04-44D7-B695-8570AC1018F6}" dt="2023-12-14T14:54:20.407" v="28940" actId="208"/>
          <ac:spMkLst>
            <pc:docMk/>
            <pc:sldMk cId="4279226345" sldId="667"/>
            <ac:spMk id="80905" creationId="{32792B0F-21AB-0BCA-4D5B-2B4FF7EED00E}"/>
          </ac:spMkLst>
        </pc:spChg>
        <pc:spChg chg="mod">
          <ac:chgData name="Nursakirah Ab Rahman Muton" userId="423efa6d-ee54-4a96-bb69-a7d6dc1d7e38" providerId="ADAL" clId="{E5418EA3-ED04-44D7-B695-8570AC1018F6}" dt="2023-12-14T14:53:51.887" v="28936"/>
          <ac:spMkLst>
            <pc:docMk/>
            <pc:sldMk cId="4279226345" sldId="667"/>
            <ac:spMk id="80909" creationId="{A21A8AAE-7F7F-715A-6E3F-5142B6BE9A4F}"/>
          </ac:spMkLst>
        </pc:spChg>
        <pc:spChg chg="mod">
          <ac:chgData name="Nursakirah Ab Rahman Muton" userId="423efa6d-ee54-4a96-bb69-a7d6dc1d7e38" providerId="ADAL" clId="{E5418EA3-ED04-44D7-B695-8570AC1018F6}" dt="2023-12-14T14:53:51.887" v="28936"/>
          <ac:spMkLst>
            <pc:docMk/>
            <pc:sldMk cId="4279226345" sldId="667"/>
            <ac:spMk id="80912" creationId="{9FACFBE1-499D-9227-77B8-FBB1AE7DACAA}"/>
          </ac:spMkLst>
        </pc:spChg>
        <pc:spChg chg="add mod">
          <ac:chgData name="Nursakirah Ab Rahman Muton" userId="423efa6d-ee54-4a96-bb69-a7d6dc1d7e38" providerId="ADAL" clId="{E5418EA3-ED04-44D7-B695-8570AC1018F6}" dt="2023-12-14T14:55:33.772" v="28949" actId="1076"/>
          <ac:spMkLst>
            <pc:docMk/>
            <pc:sldMk cId="4279226345" sldId="667"/>
            <ac:spMk id="80914" creationId="{6BAE3653-552B-1108-63B5-F98B419105F0}"/>
          </ac:spMkLst>
        </pc:spChg>
        <pc:spChg chg="add mod">
          <ac:chgData name="Nursakirah Ab Rahman Muton" userId="423efa6d-ee54-4a96-bb69-a7d6dc1d7e38" providerId="ADAL" clId="{E5418EA3-ED04-44D7-B695-8570AC1018F6}" dt="2023-12-14T14:55:37.419" v="28950" actId="1076"/>
          <ac:spMkLst>
            <pc:docMk/>
            <pc:sldMk cId="4279226345" sldId="667"/>
            <ac:spMk id="80915" creationId="{A18D04DF-4066-224D-212A-C3FC8B341A3D}"/>
          </ac:spMkLst>
        </pc:spChg>
        <pc:spChg chg="add mod">
          <ac:chgData name="Nursakirah Ab Rahman Muton" userId="423efa6d-ee54-4a96-bb69-a7d6dc1d7e38" providerId="ADAL" clId="{E5418EA3-ED04-44D7-B695-8570AC1018F6}" dt="2023-12-14T14:55:07.970" v="28946" actId="208"/>
          <ac:spMkLst>
            <pc:docMk/>
            <pc:sldMk cId="4279226345" sldId="667"/>
            <ac:spMk id="80916" creationId="{0977FBAB-9F64-2A30-59D8-4E46AEA5C345}"/>
          </ac:spMkLst>
        </pc:spChg>
        <pc:spChg chg="add mod">
          <ac:chgData name="Nursakirah Ab Rahman Muton" userId="423efa6d-ee54-4a96-bb69-a7d6dc1d7e38" providerId="ADAL" clId="{E5418EA3-ED04-44D7-B695-8570AC1018F6}" dt="2023-12-14T14:55:07.970" v="28946" actId="208"/>
          <ac:spMkLst>
            <pc:docMk/>
            <pc:sldMk cId="4279226345" sldId="667"/>
            <ac:spMk id="80917" creationId="{BCF2CD4E-67BC-41BD-E794-9B29D7CD840E}"/>
          </ac:spMkLst>
        </pc:spChg>
        <pc:spChg chg="add mod">
          <ac:chgData name="Nursakirah Ab Rahman Muton" userId="423efa6d-ee54-4a96-bb69-a7d6dc1d7e38" providerId="ADAL" clId="{E5418EA3-ED04-44D7-B695-8570AC1018F6}" dt="2023-12-14T14:56:16.669" v="29001" actId="1076"/>
          <ac:spMkLst>
            <pc:docMk/>
            <pc:sldMk cId="4279226345" sldId="667"/>
            <ac:spMk id="80918" creationId="{03290405-CBF2-61AE-CBD4-7C3025C974A9}"/>
          </ac:spMkLst>
        </pc:spChg>
        <pc:spChg chg="add mod">
          <ac:chgData name="Nursakirah Ab Rahman Muton" userId="423efa6d-ee54-4a96-bb69-a7d6dc1d7e38" providerId="ADAL" clId="{E5418EA3-ED04-44D7-B695-8570AC1018F6}" dt="2023-12-14T14:56:38.879" v="29018" actId="20577"/>
          <ac:spMkLst>
            <pc:docMk/>
            <pc:sldMk cId="4279226345" sldId="667"/>
            <ac:spMk id="80920" creationId="{0F87A5AD-A57C-DA20-64F7-27A8380BCE15}"/>
          </ac:spMkLst>
        </pc:spChg>
        <pc:spChg chg="add mod">
          <ac:chgData name="Nursakirah Ab Rahman Muton" userId="423efa6d-ee54-4a96-bb69-a7d6dc1d7e38" providerId="ADAL" clId="{E5418EA3-ED04-44D7-B695-8570AC1018F6}" dt="2023-12-14T14:56:46.777" v="29032" actId="20577"/>
          <ac:spMkLst>
            <pc:docMk/>
            <pc:sldMk cId="4279226345" sldId="667"/>
            <ac:spMk id="80922" creationId="{F499403B-7FD8-7FEB-B1AF-C5A86D2EDCFB}"/>
          </ac:spMkLst>
        </pc:spChg>
        <pc:spChg chg="mod">
          <ac:chgData name="Nursakirah Ab Rahman Muton" userId="423efa6d-ee54-4a96-bb69-a7d6dc1d7e38" providerId="ADAL" clId="{E5418EA3-ED04-44D7-B695-8570AC1018F6}" dt="2023-12-14T14:58:12.412" v="29033"/>
          <ac:spMkLst>
            <pc:docMk/>
            <pc:sldMk cId="4279226345" sldId="667"/>
            <ac:spMk id="80926" creationId="{E98BDFAA-D666-F4A5-899E-602A09CAFC48}"/>
          </ac:spMkLst>
        </pc:spChg>
        <pc:spChg chg="mod">
          <ac:chgData name="Nursakirah Ab Rahman Muton" userId="423efa6d-ee54-4a96-bb69-a7d6dc1d7e38" providerId="ADAL" clId="{E5418EA3-ED04-44D7-B695-8570AC1018F6}" dt="2023-12-14T14:58:12.412" v="29033"/>
          <ac:spMkLst>
            <pc:docMk/>
            <pc:sldMk cId="4279226345" sldId="667"/>
            <ac:spMk id="80929" creationId="{1B9912EC-3E76-63AE-8933-BF66135B01B1}"/>
          </ac:spMkLst>
        </pc:spChg>
        <pc:spChg chg="add mod">
          <ac:chgData name="Nursakirah Ab Rahman Muton" userId="423efa6d-ee54-4a96-bb69-a7d6dc1d7e38" providerId="ADAL" clId="{E5418EA3-ED04-44D7-B695-8570AC1018F6}" dt="2023-12-14T14:59:23.167" v="29044" actId="208"/>
          <ac:spMkLst>
            <pc:docMk/>
            <pc:sldMk cId="4279226345" sldId="667"/>
            <ac:spMk id="80931" creationId="{3A1FD7CE-FED2-67E9-EFBB-8694E379E84C}"/>
          </ac:spMkLst>
        </pc:spChg>
        <pc:spChg chg="add mod">
          <ac:chgData name="Nursakirah Ab Rahman Muton" userId="423efa6d-ee54-4a96-bb69-a7d6dc1d7e38" providerId="ADAL" clId="{E5418EA3-ED04-44D7-B695-8570AC1018F6}" dt="2023-12-14T14:59:23.167" v="29044" actId="208"/>
          <ac:spMkLst>
            <pc:docMk/>
            <pc:sldMk cId="4279226345" sldId="667"/>
            <ac:spMk id="80932" creationId="{CB3533E1-B59A-551A-87D4-AFCB283B98AC}"/>
          </ac:spMkLst>
        </pc:spChg>
        <pc:spChg chg="add mod">
          <ac:chgData name="Nursakirah Ab Rahman Muton" userId="423efa6d-ee54-4a96-bb69-a7d6dc1d7e38" providerId="ADAL" clId="{E5418EA3-ED04-44D7-B695-8570AC1018F6}" dt="2023-12-14T14:58:16.421" v="29034" actId="1076"/>
          <ac:spMkLst>
            <pc:docMk/>
            <pc:sldMk cId="4279226345" sldId="667"/>
            <ac:spMk id="80934" creationId="{ED35C78D-E21C-CDD4-58C0-9D03E363F3CE}"/>
          </ac:spMkLst>
        </pc:spChg>
        <pc:spChg chg="add mod">
          <ac:chgData name="Nursakirah Ab Rahman Muton" userId="423efa6d-ee54-4a96-bb69-a7d6dc1d7e38" providerId="ADAL" clId="{E5418EA3-ED04-44D7-B695-8570AC1018F6}" dt="2023-12-14T14:59:17.061" v="29043" actId="208"/>
          <ac:spMkLst>
            <pc:docMk/>
            <pc:sldMk cId="4279226345" sldId="667"/>
            <ac:spMk id="80935" creationId="{82EE0FDC-974A-D1BC-BF00-686AF7E468E3}"/>
          </ac:spMkLst>
        </pc:spChg>
        <pc:spChg chg="add mod">
          <ac:chgData name="Nursakirah Ab Rahman Muton" userId="423efa6d-ee54-4a96-bb69-a7d6dc1d7e38" providerId="ADAL" clId="{E5418EA3-ED04-44D7-B695-8570AC1018F6}" dt="2023-12-14T14:59:17.061" v="29043" actId="208"/>
          <ac:spMkLst>
            <pc:docMk/>
            <pc:sldMk cId="4279226345" sldId="667"/>
            <ac:spMk id="80936" creationId="{47E0A012-5CB7-6AC4-AF07-B2C6FA4A28EC}"/>
          </ac:spMkLst>
        </pc:spChg>
        <pc:grpChg chg="add del mod">
          <ac:chgData name="Nursakirah Ab Rahman Muton" userId="423efa6d-ee54-4a96-bb69-a7d6dc1d7e38" providerId="ADAL" clId="{E5418EA3-ED04-44D7-B695-8570AC1018F6}" dt="2023-12-14T14:46:00.508" v="28884"/>
          <ac:grpSpMkLst>
            <pc:docMk/>
            <pc:sldMk cId="4279226345" sldId="667"/>
            <ac:grpSpMk id="3" creationId="{99EBAD3C-5EBF-A1BB-F562-6526CF45478B}"/>
          </ac:grpSpMkLst>
        </pc:grpChg>
        <pc:grpChg chg="add mod">
          <ac:chgData name="Nursakirah Ab Rahman Muton" userId="423efa6d-ee54-4a96-bb69-a7d6dc1d7e38" providerId="ADAL" clId="{E5418EA3-ED04-44D7-B695-8570AC1018F6}" dt="2023-12-14T14:46:06.999" v="28886" actId="1076"/>
          <ac:grpSpMkLst>
            <pc:docMk/>
            <pc:sldMk cId="4279226345" sldId="667"/>
            <ac:grpSpMk id="15" creationId="{D1374890-F629-A848-0AF3-A61FFCC7C8F6}"/>
          </ac:grpSpMkLst>
        </pc:grpChg>
        <pc:grpChg chg="del">
          <ac:chgData name="Nursakirah Ab Rahman Muton" userId="423efa6d-ee54-4a96-bb69-a7d6dc1d7e38" providerId="ADAL" clId="{E5418EA3-ED04-44D7-B695-8570AC1018F6}" dt="2023-12-14T14:45:23.302" v="28867" actId="478"/>
          <ac:grpSpMkLst>
            <pc:docMk/>
            <pc:sldMk cId="4279226345" sldId="667"/>
            <ac:grpSpMk id="26" creationId="{779F1493-B1FB-CECF-E7C6-5E9B8589E932}"/>
          </ac:grpSpMkLst>
        </pc:grpChg>
        <pc:grpChg chg="add del mod">
          <ac:chgData name="Nursakirah Ab Rahman Muton" userId="423efa6d-ee54-4a96-bb69-a7d6dc1d7e38" providerId="ADAL" clId="{E5418EA3-ED04-44D7-B695-8570AC1018F6}" dt="2023-12-14T14:46:33.124" v="28894" actId="478"/>
          <ac:grpSpMkLst>
            <pc:docMk/>
            <pc:sldMk cId="4279226345" sldId="667"/>
            <ac:grpSpMk id="28" creationId="{7D1CBA20-1D64-F1EB-22A2-8B8EF117C480}"/>
          </ac:grpSpMkLst>
        </pc:grpChg>
        <pc:grpChg chg="mod">
          <ac:chgData name="Nursakirah Ab Rahman Muton" userId="423efa6d-ee54-4a96-bb69-a7d6dc1d7e38" providerId="ADAL" clId="{E5418EA3-ED04-44D7-B695-8570AC1018F6}" dt="2023-12-14T14:45:51.230" v="28880" actId="1076"/>
          <ac:grpSpMkLst>
            <pc:docMk/>
            <pc:sldMk cId="4279226345" sldId="667"/>
            <ac:grpSpMk id="33" creationId="{5EDF1DBB-F898-56D7-3650-8766D6F68952}"/>
          </ac:grpSpMkLst>
        </pc:grpChg>
        <pc:grpChg chg="add mod">
          <ac:chgData name="Nursakirah Ab Rahman Muton" userId="423efa6d-ee54-4a96-bb69-a7d6dc1d7e38" providerId="ADAL" clId="{E5418EA3-ED04-44D7-B695-8570AC1018F6}" dt="2023-12-14T14:46:38.136" v="28895" actId="1076"/>
          <ac:grpSpMkLst>
            <pc:docMk/>
            <pc:sldMk cId="4279226345" sldId="667"/>
            <ac:grpSpMk id="36" creationId="{39DF5EB4-705A-D0FE-C7AD-29FA9FF55DA0}"/>
          </ac:grpSpMkLst>
        </pc:grpChg>
        <pc:grpChg chg="mod">
          <ac:chgData name="Nursakirah Ab Rahman Muton" userId="423efa6d-ee54-4a96-bb69-a7d6dc1d7e38" providerId="ADAL" clId="{E5418EA3-ED04-44D7-B695-8570AC1018F6}" dt="2023-12-14T14:46:00.074" v="28883" actId="1076"/>
          <ac:grpSpMkLst>
            <pc:docMk/>
            <pc:sldMk cId="4279226345" sldId="667"/>
            <ac:grpSpMk id="40" creationId="{B167E497-2120-611F-FB4C-192960F0FD82}"/>
          </ac:grpSpMkLst>
        </pc:grpChg>
        <pc:grpChg chg="mod">
          <ac:chgData name="Nursakirah Ab Rahman Muton" userId="423efa6d-ee54-4a96-bb69-a7d6dc1d7e38" providerId="ADAL" clId="{E5418EA3-ED04-44D7-B695-8570AC1018F6}" dt="2023-12-14T14:45:51.230" v="28880" actId="1076"/>
          <ac:grpSpMkLst>
            <pc:docMk/>
            <pc:sldMk cId="4279226345" sldId="667"/>
            <ac:grpSpMk id="45" creationId="{506FC51C-19BC-6133-9ED4-F2A939A09A12}"/>
          </ac:grpSpMkLst>
        </pc:grpChg>
        <pc:grpChg chg="add mod">
          <ac:chgData name="Nursakirah Ab Rahman Muton" userId="423efa6d-ee54-4a96-bb69-a7d6dc1d7e38" providerId="ADAL" clId="{E5418EA3-ED04-44D7-B695-8570AC1018F6}" dt="2023-12-14T14:53:21.791" v="28929" actId="164"/>
          <ac:grpSpMkLst>
            <pc:docMk/>
            <pc:sldMk cId="4279226345" sldId="667"/>
            <ac:grpSpMk id="47" creationId="{7A8924A5-966B-7B0D-E538-3A2D4F76C6DA}"/>
          </ac:grpSpMkLst>
        </pc:grpChg>
        <pc:grpChg chg="mod">
          <ac:chgData name="Nursakirah Ab Rahman Muton" userId="423efa6d-ee54-4a96-bb69-a7d6dc1d7e38" providerId="ADAL" clId="{E5418EA3-ED04-44D7-B695-8570AC1018F6}" dt="2023-12-14T14:45:51.230" v="28880" actId="1076"/>
          <ac:grpSpMkLst>
            <pc:docMk/>
            <pc:sldMk cId="4279226345" sldId="667"/>
            <ac:grpSpMk id="56" creationId="{B73E4853-8F2E-6AB9-BCE9-69569578BCB8}"/>
          </ac:grpSpMkLst>
        </pc:grpChg>
        <pc:grpChg chg="add mod">
          <ac:chgData name="Nursakirah Ab Rahman Muton" userId="423efa6d-ee54-4a96-bb69-a7d6dc1d7e38" providerId="ADAL" clId="{E5418EA3-ED04-44D7-B695-8570AC1018F6}" dt="2023-12-14T14:53:32.262" v="28931" actId="1076"/>
          <ac:grpSpMkLst>
            <pc:docMk/>
            <pc:sldMk cId="4279226345" sldId="667"/>
            <ac:grpSpMk id="58" creationId="{350483FC-C8E9-DA6C-14F2-DCEF61C4F772}"/>
          </ac:grpSpMkLst>
        </pc:grpChg>
        <pc:grpChg chg="add mod">
          <ac:chgData name="Nursakirah Ab Rahman Muton" userId="423efa6d-ee54-4a96-bb69-a7d6dc1d7e38" providerId="ADAL" clId="{E5418EA3-ED04-44D7-B695-8570AC1018F6}" dt="2023-12-14T14:53:21.791" v="28929" actId="164"/>
          <ac:grpSpMkLst>
            <pc:docMk/>
            <pc:sldMk cId="4279226345" sldId="667"/>
            <ac:grpSpMk id="80903" creationId="{B8298434-16AB-9856-3AEB-3A4801FA238E}"/>
          </ac:grpSpMkLst>
        </pc:grpChg>
        <pc:grpChg chg="add mod">
          <ac:chgData name="Nursakirah Ab Rahman Muton" userId="423efa6d-ee54-4a96-bb69-a7d6dc1d7e38" providerId="ADAL" clId="{E5418EA3-ED04-44D7-B695-8570AC1018F6}" dt="2023-12-14T14:53:55.553" v="28937" actId="1076"/>
          <ac:grpSpMkLst>
            <pc:docMk/>
            <pc:sldMk cId="4279226345" sldId="667"/>
            <ac:grpSpMk id="80906" creationId="{30B7E0C8-CB42-9863-6B78-68F512820C47}"/>
          </ac:grpSpMkLst>
        </pc:grpChg>
        <pc:grpChg chg="mod">
          <ac:chgData name="Nursakirah Ab Rahman Muton" userId="423efa6d-ee54-4a96-bb69-a7d6dc1d7e38" providerId="ADAL" clId="{E5418EA3-ED04-44D7-B695-8570AC1018F6}" dt="2023-12-14T14:53:51.887" v="28936"/>
          <ac:grpSpMkLst>
            <pc:docMk/>
            <pc:sldMk cId="4279226345" sldId="667"/>
            <ac:grpSpMk id="80907" creationId="{DAFD6A69-F05B-2EC7-1F94-2E03BEE72BB0}"/>
          </ac:grpSpMkLst>
        </pc:grpChg>
        <pc:grpChg chg="add mod">
          <ac:chgData name="Nursakirah Ab Rahman Muton" userId="423efa6d-ee54-4a96-bb69-a7d6dc1d7e38" providerId="ADAL" clId="{E5418EA3-ED04-44D7-B695-8570AC1018F6}" dt="2023-12-14T14:53:55.553" v="28937" actId="1076"/>
          <ac:grpSpMkLst>
            <pc:docMk/>
            <pc:sldMk cId="4279226345" sldId="667"/>
            <ac:grpSpMk id="80911" creationId="{0DE1993F-100D-7EBC-8D26-0C886382F2B1}"/>
          </ac:grpSpMkLst>
        </pc:grpChg>
        <pc:grpChg chg="add mod">
          <ac:chgData name="Nursakirah Ab Rahman Muton" userId="423efa6d-ee54-4a96-bb69-a7d6dc1d7e38" providerId="ADAL" clId="{E5418EA3-ED04-44D7-B695-8570AC1018F6}" dt="2023-12-14T14:58:16.421" v="29034" actId="1076"/>
          <ac:grpSpMkLst>
            <pc:docMk/>
            <pc:sldMk cId="4279226345" sldId="667"/>
            <ac:grpSpMk id="80923" creationId="{9799FE3B-C336-95DC-86BF-29F5EB5F0716}"/>
          </ac:grpSpMkLst>
        </pc:grpChg>
        <pc:grpChg chg="mod">
          <ac:chgData name="Nursakirah Ab Rahman Muton" userId="423efa6d-ee54-4a96-bb69-a7d6dc1d7e38" providerId="ADAL" clId="{E5418EA3-ED04-44D7-B695-8570AC1018F6}" dt="2023-12-14T14:58:12.412" v="29033"/>
          <ac:grpSpMkLst>
            <pc:docMk/>
            <pc:sldMk cId="4279226345" sldId="667"/>
            <ac:grpSpMk id="80924" creationId="{AF000631-5ACD-9CBC-88C9-70D32CE69265}"/>
          </ac:grpSpMkLst>
        </pc:grpChg>
        <pc:grpChg chg="add mod">
          <ac:chgData name="Nursakirah Ab Rahman Muton" userId="423efa6d-ee54-4a96-bb69-a7d6dc1d7e38" providerId="ADAL" clId="{E5418EA3-ED04-44D7-B695-8570AC1018F6}" dt="2023-12-14T14:58:16.421" v="29034" actId="1076"/>
          <ac:grpSpMkLst>
            <pc:docMk/>
            <pc:sldMk cId="4279226345" sldId="667"/>
            <ac:grpSpMk id="80928" creationId="{EA1F57C7-80A6-BC4A-9900-FDF4BFE0C519}"/>
          </ac:grpSpMkLst>
        </pc:grpChg>
        <pc:cxnChg chg="mod">
          <ac:chgData name="Nursakirah Ab Rahman Muton" userId="423efa6d-ee54-4a96-bb69-a7d6dc1d7e38" providerId="ADAL" clId="{E5418EA3-ED04-44D7-B695-8570AC1018F6}" dt="2023-12-14T14:45:56.895" v="28881"/>
          <ac:cxnSpMkLst>
            <pc:docMk/>
            <pc:sldMk cId="4279226345" sldId="667"/>
            <ac:cxnSpMk id="13" creationId="{819AF795-B9B2-0CCA-B576-C6F0D46AB85E}"/>
          </ac:cxnSpMkLst>
        </pc:cxnChg>
        <pc:cxnChg chg="mod">
          <ac:chgData name="Nursakirah Ab Rahman Muton" userId="423efa6d-ee54-4a96-bb69-a7d6dc1d7e38" providerId="ADAL" clId="{E5418EA3-ED04-44D7-B695-8570AC1018F6}" dt="2023-12-14T14:46:15.455" v="28888" actId="1076"/>
          <ac:cxnSpMkLst>
            <pc:docMk/>
            <pc:sldMk cId="4279226345" sldId="667"/>
            <ac:cxnSpMk id="23" creationId="{FF073A50-93B5-4577-8B2F-3EFA9ED713BC}"/>
          </ac:cxnSpMkLst>
        </pc:cxnChg>
        <pc:cxnChg chg="add mod">
          <ac:chgData name="Nursakirah Ab Rahman Muton" userId="423efa6d-ee54-4a96-bb69-a7d6dc1d7e38" providerId="ADAL" clId="{E5418EA3-ED04-44D7-B695-8570AC1018F6}" dt="2023-12-14T14:46:21.184" v="28890" actId="1076"/>
          <ac:cxnSpMkLst>
            <pc:docMk/>
            <pc:sldMk cId="4279226345" sldId="667"/>
            <ac:cxnSpMk id="24" creationId="{4692ADE7-9230-6CA8-BC5D-BE1BADD9A326}"/>
          </ac:cxnSpMkLst>
        </pc:cxnChg>
        <pc:cxnChg chg="del mod">
          <ac:chgData name="Nursakirah Ab Rahman Muton" userId="423efa6d-ee54-4a96-bb69-a7d6dc1d7e38" providerId="ADAL" clId="{E5418EA3-ED04-44D7-B695-8570AC1018F6}" dt="2023-12-14T14:46:33.124" v="28894" actId="478"/>
          <ac:cxnSpMkLst>
            <pc:docMk/>
            <pc:sldMk cId="4279226345" sldId="667"/>
            <ac:cxnSpMk id="34" creationId="{2D370E33-B497-E941-D747-33B33E4D0AA2}"/>
          </ac:cxnSpMkLst>
        </pc:cxnChg>
        <pc:cxnChg chg="add mod">
          <ac:chgData name="Nursakirah Ab Rahman Muton" userId="423efa6d-ee54-4a96-bb69-a7d6dc1d7e38" providerId="ADAL" clId="{E5418EA3-ED04-44D7-B695-8570AC1018F6}" dt="2023-12-14T14:46:25.526" v="28892" actId="164"/>
          <ac:cxnSpMkLst>
            <pc:docMk/>
            <pc:sldMk cId="4279226345" sldId="667"/>
            <ac:cxnSpMk id="35" creationId="{A18A1F0B-2C14-8A13-9654-73BF51B6528F}"/>
          </ac:cxnSpMkLst>
        </pc:cxnChg>
        <pc:cxnChg chg="add mod">
          <ac:chgData name="Nursakirah Ab Rahman Muton" userId="423efa6d-ee54-4a96-bb69-a7d6dc1d7e38" providerId="ADAL" clId="{E5418EA3-ED04-44D7-B695-8570AC1018F6}" dt="2023-12-14T14:56:20.212" v="29002" actId="13822"/>
          <ac:cxnSpMkLst>
            <pc:docMk/>
            <pc:sldMk cId="4279226345" sldId="667"/>
            <ac:cxnSpMk id="44" creationId="{52FA8DC4-4DFB-E73D-7CD6-3BA7ABF263B9}"/>
          </ac:cxnSpMkLst>
        </pc:cxnChg>
        <pc:cxnChg chg="mod">
          <ac:chgData name="Nursakirah Ab Rahman Muton" userId="423efa6d-ee54-4a96-bb69-a7d6dc1d7e38" providerId="ADAL" clId="{E5418EA3-ED04-44D7-B695-8570AC1018F6}" dt="2023-12-14T14:47:22.077" v="28903"/>
          <ac:cxnSpMkLst>
            <pc:docMk/>
            <pc:sldMk cId="4279226345" sldId="667"/>
            <ac:cxnSpMk id="51" creationId="{46D13734-A143-7F29-2035-4EE1585AB997}"/>
          </ac:cxnSpMkLst>
        </pc:cxnChg>
        <pc:cxnChg chg="add mod">
          <ac:chgData name="Nursakirah Ab Rahman Muton" userId="423efa6d-ee54-4a96-bb69-a7d6dc1d7e38" providerId="ADAL" clId="{E5418EA3-ED04-44D7-B695-8570AC1018F6}" dt="2023-12-14T14:53:21.791" v="28929" actId="164"/>
          <ac:cxnSpMkLst>
            <pc:docMk/>
            <pc:sldMk cId="4279226345" sldId="667"/>
            <ac:cxnSpMk id="52" creationId="{842D1D03-0343-982D-A0A9-B29A88B74229}"/>
          </ac:cxnSpMkLst>
        </pc:cxnChg>
        <pc:cxnChg chg="mod">
          <ac:chgData name="Nursakirah Ab Rahman Muton" userId="423efa6d-ee54-4a96-bb69-a7d6dc1d7e38" providerId="ADAL" clId="{E5418EA3-ED04-44D7-B695-8570AC1018F6}" dt="2023-12-14T14:52:56.278" v="28924" actId="1076"/>
          <ac:cxnSpMkLst>
            <pc:docMk/>
            <pc:sldMk cId="4279226345" sldId="667"/>
            <ac:cxnSpMk id="61" creationId="{1759E07E-34AC-556C-3C1E-A7CC80BAB794}"/>
          </ac:cxnSpMkLst>
        </pc:cxnChg>
        <pc:cxnChg chg="mod">
          <ac:chgData name="Nursakirah Ab Rahman Muton" userId="423efa6d-ee54-4a96-bb69-a7d6dc1d7e38" providerId="ADAL" clId="{E5418EA3-ED04-44D7-B695-8570AC1018F6}" dt="2023-12-14T14:55:31.010" v="28948" actId="1076"/>
          <ac:cxnSpMkLst>
            <pc:docMk/>
            <pc:sldMk cId="4279226345" sldId="667"/>
            <ac:cxnSpMk id="80908" creationId="{BD019EBD-72D1-FEA6-D3B6-B3BA3F3607D9}"/>
          </ac:cxnSpMkLst>
        </pc:cxnChg>
        <pc:cxnChg chg="mod">
          <ac:chgData name="Nursakirah Ab Rahman Muton" userId="423efa6d-ee54-4a96-bb69-a7d6dc1d7e38" providerId="ADAL" clId="{E5418EA3-ED04-44D7-B695-8570AC1018F6}" dt="2023-12-14T14:53:51.887" v="28936"/>
          <ac:cxnSpMkLst>
            <pc:docMk/>
            <pc:sldMk cId="4279226345" sldId="667"/>
            <ac:cxnSpMk id="80910" creationId="{BF0281F1-AB83-DC10-2712-D56811BA8F42}"/>
          </ac:cxnSpMkLst>
        </pc:cxnChg>
        <pc:cxnChg chg="mod">
          <ac:chgData name="Nursakirah Ab Rahman Muton" userId="423efa6d-ee54-4a96-bb69-a7d6dc1d7e38" providerId="ADAL" clId="{E5418EA3-ED04-44D7-B695-8570AC1018F6}" dt="2023-12-14T14:53:51.887" v="28936"/>
          <ac:cxnSpMkLst>
            <pc:docMk/>
            <pc:sldMk cId="4279226345" sldId="667"/>
            <ac:cxnSpMk id="80913" creationId="{6FEDFDE7-F851-B393-C34C-51D2BB6C2E9D}"/>
          </ac:cxnSpMkLst>
        </pc:cxnChg>
        <pc:cxnChg chg="add mod">
          <ac:chgData name="Nursakirah Ab Rahman Muton" userId="423efa6d-ee54-4a96-bb69-a7d6dc1d7e38" providerId="ADAL" clId="{E5418EA3-ED04-44D7-B695-8570AC1018F6}" dt="2023-12-14T14:56:25.424" v="29004" actId="1076"/>
          <ac:cxnSpMkLst>
            <pc:docMk/>
            <pc:sldMk cId="4279226345" sldId="667"/>
            <ac:cxnSpMk id="80919" creationId="{BC95935D-7A13-EBCD-E770-557630CEDBDC}"/>
          </ac:cxnSpMkLst>
        </pc:cxnChg>
        <pc:cxnChg chg="add mod">
          <ac:chgData name="Nursakirah Ab Rahman Muton" userId="423efa6d-ee54-4a96-bb69-a7d6dc1d7e38" providerId="ADAL" clId="{E5418EA3-ED04-44D7-B695-8570AC1018F6}" dt="2023-12-14T14:56:28.363" v="29006" actId="1076"/>
          <ac:cxnSpMkLst>
            <pc:docMk/>
            <pc:sldMk cId="4279226345" sldId="667"/>
            <ac:cxnSpMk id="80921" creationId="{B0F89E5D-1831-74B5-2F47-BD87525A6879}"/>
          </ac:cxnSpMkLst>
        </pc:cxnChg>
        <pc:cxnChg chg="mod">
          <ac:chgData name="Nursakirah Ab Rahman Muton" userId="423efa6d-ee54-4a96-bb69-a7d6dc1d7e38" providerId="ADAL" clId="{E5418EA3-ED04-44D7-B695-8570AC1018F6}" dt="2023-12-14T14:58:12.412" v="29033"/>
          <ac:cxnSpMkLst>
            <pc:docMk/>
            <pc:sldMk cId="4279226345" sldId="667"/>
            <ac:cxnSpMk id="80925" creationId="{DF1221FA-D886-F2AE-25B0-A64C381262C0}"/>
          </ac:cxnSpMkLst>
        </pc:cxnChg>
        <pc:cxnChg chg="mod">
          <ac:chgData name="Nursakirah Ab Rahman Muton" userId="423efa6d-ee54-4a96-bb69-a7d6dc1d7e38" providerId="ADAL" clId="{E5418EA3-ED04-44D7-B695-8570AC1018F6}" dt="2023-12-14T14:59:37.638" v="29047" actId="1076"/>
          <ac:cxnSpMkLst>
            <pc:docMk/>
            <pc:sldMk cId="4279226345" sldId="667"/>
            <ac:cxnSpMk id="80927" creationId="{E290FD88-54E4-EEE6-43C8-0A4114EAAFD4}"/>
          </ac:cxnSpMkLst>
        </pc:cxnChg>
        <pc:cxnChg chg="mod">
          <ac:chgData name="Nursakirah Ab Rahman Muton" userId="423efa6d-ee54-4a96-bb69-a7d6dc1d7e38" providerId="ADAL" clId="{E5418EA3-ED04-44D7-B695-8570AC1018F6}" dt="2023-12-14T14:59:53.904" v="29055" actId="1037"/>
          <ac:cxnSpMkLst>
            <pc:docMk/>
            <pc:sldMk cId="4279226345" sldId="667"/>
            <ac:cxnSpMk id="80930" creationId="{A4DCFC21-370D-F337-40E9-DB81344AB765}"/>
          </ac:cxnSpMkLst>
        </pc:cxnChg>
        <pc:cxnChg chg="add mod">
          <ac:chgData name="Nursakirah Ab Rahman Muton" userId="423efa6d-ee54-4a96-bb69-a7d6dc1d7e38" providerId="ADAL" clId="{E5418EA3-ED04-44D7-B695-8570AC1018F6}" dt="2023-12-14T14:58:16.421" v="29034" actId="1076"/>
          <ac:cxnSpMkLst>
            <pc:docMk/>
            <pc:sldMk cId="4279226345" sldId="667"/>
            <ac:cxnSpMk id="80933" creationId="{10CDC198-E0CC-5ABF-2699-DE8BF1BAC0BE}"/>
          </ac:cxnSpMkLst>
        </pc:cxnChg>
      </pc:sldChg>
      <pc:sldMasterChg chg="del delSldLayout">
        <pc:chgData name="Nursakirah Ab Rahman Muton" userId="423efa6d-ee54-4a96-bb69-a7d6dc1d7e38" providerId="ADAL" clId="{E5418EA3-ED04-44D7-B695-8570AC1018F6}" dt="2023-11-02T07:04:12.686" v="13231" actId="47"/>
        <pc:sldMasterMkLst>
          <pc:docMk/>
          <pc:sldMasterMk cId="3779883569" sldId="2147484788"/>
        </pc:sldMasterMkLst>
        <pc:sldLayoutChg chg="del">
          <pc:chgData name="Nursakirah Ab Rahman Muton" userId="423efa6d-ee54-4a96-bb69-a7d6dc1d7e38" providerId="ADAL" clId="{E5418EA3-ED04-44D7-B695-8570AC1018F6}" dt="2023-11-02T07:04:12.686" v="13231" actId="47"/>
          <pc:sldLayoutMkLst>
            <pc:docMk/>
            <pc:sldMasterMk cId="3779883569" sldId="2147484788"/>
            <pc:sldLayoutMk cId="2270180998" sldId="2147484789"/>
          </pc:sldLayoutMkLst>
        </pc:sldLayoutChg>
        <pc:sldLayoutChg chg="del">
          <pc:chgData name="Nursakirah Ab Rahman Muton" userId="423efa6d-ee54-4a96-bb69-a7d6dc1d7e38" providerId="ADAL" clId="{E5418EA3-ED04-44D7-B695-8570AC1018F6}" dt="2023-11-02T07:04:12.686" v="13231" actId="47"/>
          <pc:sldLayoutMkLst>
            <pc:docMk/>
            <pc:sldMasterMk cId="3779883569" sldId="2147484788"/>
            <pc:sldLayoutMk cId="2100639868" sldId="2147484790"/>
          </pc:sldLayoutMkLst>
        </pc:sldLayoutChg>
        <pc:sldLayoutChg chg="del">
          <pc:chgData name="Nursakirah Ab Rahman Muton" userId="423efa6d-ee54-4a96-bb69-a7d6dc1d7e38" providerId="ADAL" clId="{E5418EA3-ED04-44D7-B695-8570AC1018F6}" dt="2023-11-02T07:04:12.686" v="13231" actId="47"/>
          <pc:sldLayoutMkLst>
            <pc:docMk/>
            <pc:sldMasterMk cId="3779883569" sldId="2147484788"/>
            <pc:sldLayoutMk cId="182088558" sldId="2147484791"/>
          </pc:sldLayoutMkLst>
        </pc:sldLayoutChg>
        <pc:sldLayoutChg chg="del">
          <pc:chgData name="Nursakirah Ab Rahman Muton" userId="423efa6d-ee54-4a96-bb69-a7d6dc1d7e38" providerId="ADAL" clId="{E5418EA3-ED04-44D7-B695-8570AC1018F6}" dt="2023-11-02T07:04:12.686" v="13231" actId="47"/>
          <pc:sldLayoutMkLst>
            <pc:docMk/>
            <pc:sldMasterMk cId="3779883569" sldId="2147484788"/>
            <pc:sldLayoutMk cId="3381814166" sldId="2147484792"/>
          </pc:sldLayoutMkLst>
        </pc:sldLayoutChg>
        <pc:sldLayoutChg chg="del">
          <pc:chgData name="Nursakirah Ab Rahman Muton" userId="423efa6d-ee54-4a96-bb69-a7d6dc1d7e38" providerId="ADAL" clId="{E5418EA3-ED04-44D7-B695-8570AC1018F6}" dt="2023-11-02T07:04:12.686" v="13231" actId="47"/>
          <pc:sldLayoutMkLst>
            <pc:docMk/>
            <pc:sldMasterMk cId="3779883569" sldId="2147484788"/>
            <pc:sldLayoutMk cId="3413999686" sldId="2147484793"/>
          </pc:sldLayoutMkLst>
        </pc:sldLayoutChg>
        <pc:sldLayoutChg chg="del">
          <pc:chgData name="Nursakirah Ab Rahman Muton" userId="423efa6d-ee54-4a96-bb69-a7d6dc1d7e38" providerId="ADAL" clId="{E5418EA3-ED04-44D7-B695-8570AC1018F6}" dt="2023-11-02T07:04:12.686" v="13231" actId="47"/>
          <pc:sldLayoutMkLst>
            <pc:docMk/>
            <pc:sldMasterMk cId="3779883569" sldId="2147484788"/>
            <pc:sldLayoutMk cId="2978869490" sldId="2147484794"/>
          </pc:sldLayoutMkLst>
        </pc:sldLayoutChg>
        <pc:sldLayoutChg chg="del">
          <pc:chgData name="Nursakirah Ab Rahman Muton" userId="423efa6d-ee54-4a96-bb69-a7d6dc1d7e38" providerId="ADAL" clId="{E5418EA3-ED04-44D7-B695-8570AC1018F6}" dt="2023-11-02T07:04:12.686" v="13231" actId="47"/>
          <pc:sldLayoutMkLst>
            <pc:docMk/>
            <pc:sldMasterMk cId="3779883569" sldId="2147484788"/>
            <pc:sldLayoutMk cId="2149485673" sldId="2147484795"/>
          </pc:sldLayoutMkLst>
        </pc:sldLayoutChg>
        <pc:sldLayoutChg chg="del">
          <pc:chgData name="Nursakirah Ab Rahman Muton" userId="423efa6d-ee54-4a96-bb69-a7d6dc1d7e38" providerId="ADAL" clId="{E5418EA3-ED04-44D7-B695-8570AC1018F6}" dt="2023-11-02T07:04:12.686" v="13231" actId="47"/>
          <pc:sldLayoutMkLst>
            <pc:docMk/>
            <pc:sldMasterMk cId="3779883569" sldId="2147484788"/>
            <pc:sldLayoutMk cId="223470778" sldId="2147484796"/>
          </pc:sldLayoutMkLst>
        </pc:sldLayoutChg>
        <pc:sldLayoutChg chg="del">
          <pc:chgData name="Nursakirah Ab Rahman Muton" userId="423efa6d-ee54-4a96-bb69-a7d6dc1d7e38" providerId="ADAL" clId="{E5418EA3-ED04-44D7-B695-8570AC1018F6}" dt="2023-11-02T07:04:12.686" v="13231" actId="47"/>
          <pc:sldLayoutMkLst>
            <pc:docMk/>
            <pc:sldMasterMk cId="3779883569" sldId="2147484788"/>
            <pc:sldLayoutMk cId="3056295257" sldId="2147484797"/>
          </pc:sldLayoutMkLst>
        </pc:sldLayoutChg>
        <pc:sldLayoutChg chg="del">
          <pc:chgData name="Nursakirah Ab Rahman Muton" userId="423efa6d-ee54-4a96-bb69-a7d6dc1d7e38" providerId="ADAL" clId="{E5418EA3-ED04-44D7-B695-8570AC1018F6}" dt="2023-11-02T07:04:12.686" v="13231" actId="47"/>
          <pc:sldLayoutMkLst>
            <pc:docMk/>
            <pc:sldMasterMk cId="3779883569" sldId="2147484788"/>
            <pc:sldLayoutMk cId="868079412" sldId="2147484798"/>
          </pc:sldLayoutMkLst>
        </pc:sldLayoutChg>
        <pc:sldLayoutChg chg="del">
          <pc:chgData name="Nursakirah Ab Rahman Muton" userId="423efa6d-ee54-4a96-bb69-a7d6dc1d7e38" providerId="ADAL" clId="{E5418EA3-ED04-44D7-B695-8570AC1018F6}" dt="2023-11-02T07:04:12.686" v="13231" actId="47"/>
          <pc:sldLayoutMkLst>
            <pc:docMk/>
            <pc:sldMasterMk cId="3779883569" sldId="2147484788"/>
            <pc:sldLayoutMk cId="522460630" sldId="2147484799"/>
          </pc:sldLayoutMkLst>
        </pc:sldLayoutChg>
      </pc:sldMasterChg>
    </pc:docChg>
  </pc:docChgLst>
  <pc:docChgLst>
    <pc:chgData name="Nursakirah Ab Rahman Muton" userId="f84698cea26ccaf4" providerId="LiveId" clId="{7969D0CC-6CE5-4727-B2E0-F12A56B7AF9B}"/>
    <pc:docChg chg="undo custSel addSld delSld modSld sldOrd modMainMaster">
      <pc:chgData name="Nursakirah Ab Rahman Muton" userId="f84698cea26ccaf4" providerId="LiveId" clId="{7969D0CC-6CE5-4727-B2E0-F12A56B7AF9B}" dt="2024-11-22T01:16:35.198" v="4795" actId="14100"/>
      <pc:docMkLst>
        <pc:docMk/>
      </pc:docMkLst>
      <pc:sldChg chg="addSp modSp mod">
        <pc:chgData name="Nursakirah Ab Rahman Muton" userId="f84698cea26ccaf4" providerId="LiveId" clId="{7969D0CC-6CE5-4727-B2E0-F12A56B7AF9B}" dt="2024-11-03T08:31:35.928" v="481"/>
        <pc:sldMkLst>
          <pc:docMk/>
          <pc:sldMk cId="0" sldId="256"/>
        </pc:sldMkLst>
        <pc:spChg chg="add mod">
          <ac:chgData name="Nursakirah Ab Rahman Muton" userId="f84698cea26ccaf4" providerId="LiveId" clId="{7969D0CC-6CE5-4727-B2E0-F12A56B7AF9B}" dt="2024-11-03T08:31:35.928" v="481"/>
          <ac:spMkLst>
            <pc:docMk/>
            <pc:sldMk cId="0" sldId="256"/>
            <ac:spMk id="2" creationId="{5CAC5F35-83C9-F12F-97B1-3EC3F2CFAB8B}"/>
          </ac:spMkLst>
        </pc:spChg>
        <pc:spChg chg="mod">
          <ac:chgData name="Nursakirah Ab Rahman Muton" userId="f84698cea26ccaf4" providerId="LiveId" clId="{7969D0CC-6CE5-4727-B2E0-F12A56B7AF9B}" dt="2024-11-03T07:56:53.901" v="127" actId="207"/>
          <ac:spMkLst>
            <pc:docMk/>
            <pc:sldMk cId="0" sldId="256"/>
            <ac:spMk id="14338" creationId="{9E72989C-9C12-BD93-7BD5-BD41295754C4}"/>
          </ac:spMkLst>
        </pc:spChg>
        <pc:spChg chg="mod">
          <ac:chgData name="Nursakirah Ab Rahman Muton" userId="f84698cea26ccaf4" providerId="LiveId" clId="{7969D0CC-6CE5-4727-B2E0-F12A56B7AF9B}" dt="2024-11-03T07:57:02.575" v="129" actId="14100"/>
          <ac:spMkLst>
            <pc:docMk/>
            <pc:sldMk cId="0" sldId="256"/>
            <ac:spMk id="14339" creationId="{71EE8A14-21CB-BF56-9118-AF1DCB7437A9}"/>
          </ac:spMkLst>
        </pc:spChg>
        <pc:spChg chg="mod">
          <ac:chgData name="Nursakirah Ab Rahman Muton" userId="f84698cea26ccaf4" providerId="LiveId" clId="{7969D0CC-6CE5-4727-B2E0-F12A56B7AF9B}" dt="2024-11-03T07:56:59.742" v="128" actId="1076"/>
          <ac:spMkLst>
            <pc:docMk/>
            <pc:sldMk cId="0" sldId="256"/>
            <ac:spMk id="14340" creationId="{CE7964F4-B052-B65C-CA43-E91992DE4773}"/>
          </ac:spMkLst>
        </pc:spChg>
      </pc:sldChg>
      <pc:sldChg chg="addSp delSp modSp mod modNotesTx">
        <pc:chgData name="Nursakirah Ab Rahman Muton" userId="f84698cea26ccaf4" providerId="LiveId" clId="{7969D0CC-6CE5-4727-B2E0-F12A56B7AF9B}" dt="2024-11-14T03:00:51.484" v="716"/>
        <pc:sldMkLst>
          <pc:docMk/>
          <pc:sldMk cId="0" sldId="485"/>
        </pc:sldMkLst>
        <pc:spChg chg="add del mod">
          <ac:chgData name="Nursakirah Ab Rahman Muton" userId="f84698cea26ccaf4" providerId="LiveId" clId="{7969D0CC-6CE5-4727-B2E0-F12A56B7AF9B}" dt="2024-11-03T07:48:17.982" v="33" actId="478"/>
          <ac:spMkLst>
            <pc:docMk/>
            <pc:sldMk cId="0" sldId="485"/>
            <ac:spMk id="3" creationId="{063FB331-36DD-342F-1997-9C8E7A39DFDB}"/>
          </ac:spMkLst>
        </pc:spChg>
        <pc:graphicFrameChg chg="mod modGraphic">
          <ac:chgData name="Nursakirah Ab Rahman Muton" userId="f84698cea26ccaf4" providerId="LiveId" clId="{7969D0CC-6CE5-4727-B2E0-F12A56B7AF9B}" dt="2024-11-03T07:51:10.753" v="84" actId="20577"/>
          <ac:graphicFrameMkLst>
            <pc:docMk/>
            <pc:sldMk cId="0" sldId="485"/>
            <ac:graphicFrameMk id="2" creationId="{E9993C0F-AE46-2674-88EA-98EE68F56671}"/>
          </ac:graphicFrameMkLst>
        </pc:graphicFrameChg>
        <pc:cxnChg chg="add del">
          <ac:chgData name="Nursakirah Ab Rahman Muton" userId="f84698cea26ccaf4" providerId="LiveId" clId="{7969D0CC-6CE5-4727-B2E0-F12A56B7AF9B}" dt="2024-11-03T07:51:08.384" v="83" actId="478"/>
          <ac:cxnSpMkLst>
            <pc:docMk/>
            <pc:sldMk cId="0" sldId="485"/>
            <ac:cxnSpMk id="5" creationId="{C83AA93F-0E42-9983-2A49-3D248B581DC4}"/>
          </ac:cxnSpMkLst>
        </pc:cxnChg>
        <pc:cxnChg chg="mod">
          <ac:chgData name="Nursakirah Ab Rahman Muton" userId="f84698cea26ccaf4" providerId="LiveId" clId="{7969D0CC-6CE5-4727-B2E0-F12A56B7AF9B}" dt="2024-11-03T08:10:49.432" v="193" actId="1076"/>
          <ac:cxnSpMkLst>
            <pc:docMk/>
            <pc:sldMk cId="0" sldId="485"/>
            <ac:cxnSpMk id="9" creationId="{70B9BAE6-F79A-C8B8-6E0E-F3E53B888425}"/>
          </ac:cxnSpMkLst>
        </pc:cxnChg>
        <pc:cxnChg chg="mod">
          <ac:chgData name="Nursakirah Ab Rahman Muton" userId="f84698cea26ccaf4" providerId="LiveId" clId="{7969D0CC-6CE5-4727-B2E0-F12A56B7AF9B}" dt="2024-11-03T08:10:50.913" v="194" actId="1076"/>
          <ac:cxnSpMkLst>
            <pc:docMk/>
            <pc:sldMk cId="0" sldId="485"/>
            <ac:cxnSpMk id="11" creationId="{CC2CA6E2-8411-A23C-D56A-DFFBDC7F89EE}"/>
          </ac:cxnSpMkLst>
        </pc:cxnChg>
        <pc:cxnChg chg="mod">
          <ac:chgData name="Nursakirah Ab Rahman Muton" userId="f84698cea26ccaf4" providerId="LiveId" clId="{7969D0CC-6CE5-4727-B2E0-F12A56B7AF9B}" dt="2024-11-03T08:10:52.469" v="195" actId="1076"/>
          <ac:cxnSpMkLst>
            <pc:docMk/>
            <pc:sldMk cId="0" sldId="485"/>
            <ac:cxnSpMk id="12" creationId="{41F98148-85C2-6E2F-A4B1-4A07F9C89321}"/>
          </ac:cxnSpMkLst>
        </pc:cxnChg>
        <pc:cxnChg chg="mod">
          <ac:chgData name="Nursakirah Ab Rahman Muton" userId="f84698cea26ccaf4" providerId="LiveId" clId="{7969D0CC-6CE5-4727-B2E0-F12A56B7AF9B}" dt="2024-11-03T08:10:59.436" v="197" actId="1076"/>
          <ac:cxnSpMkLst>
            <pc:docMk/>
            <pc:sldMk cId="0" sldId="485"/>
            <ac:cxnSpMk id="13" creationId="{57CBC615-4482-19AF-8076-C4B297948D66}"/>
          </ac:cxnSpMkLst>
        </pc:cxnChg>
        <pc:cxnChg chg="mod">
          <ac:chgData name="Nursakirah Ab Rahman Muton" userId="f84698cea26ccaf4" providerId="LiveId" clId="{7969D0CC-6CE5-4727-B2E0-F12A56B7AF9B}" dt="2024-11-03T08:11:01.002" v="198" actId="1076"/>
          <ac:cxnSpMkLst>
            <pc:docMk/>
            <pc:sldMk cId="0" sldId="485"/>
            <ac:cxnSpMk id="14" creationId="{0C2E8C5E-1210-984D-B4C7-9C70E2E679E6}"/>
          </ac:cxnSpMkLst>
        </pc:cxnChg>
        <pc:cxnChg chg="mod">
          <ac:chgData name="Nursakirah Ab Rahman Muton" userId="f84698cea26ccaf4" providerId="LiveId" clId="{7969D0CC-6CE5-4727-B2E0-F12A56B7AF9B}" dt="2024-11-03T08:10:55.338" v="196" actId="1076"/>
          <ac:cxnSpMkLst>
            <pc:docMk/>
            <pc:sldMk cId="0" sldId="485"/>
            <ac:cxnSpMk id="18" creationId="{2EF4F2B7-3678-A603-B371-FE1AC9DA9DF3}"/>
          </ac:cxnSpMkLst>
        </pc:cxnChg>
      </pc:sldChg>
      <pc:sldChg chg="modSp mod">
        <pc:chgData name="Nursakirah Ab Rahman Muton" userId="f84698cea26ccaf4" providerId="LiveId" clId="{7969D0CC-6CE5-4727-B2E0-F12A56B7AF9B}" dt="2024-11-03T07:57:46.434" v="133" actId="14100"/>
        <pc:sldMkLst>
          <pc:docMk/>
          <pc:sldMk cId="0" sldId="491"/>
        </pc:sldMkLst>
        <pc:spChg chg="mod">
          <ac:chgData name="Nursakirah Ab Rahman Muton" userId="f84698cea26ccaf4" providerId="LiveId" clId="{7969D0CC-6CE5-4727-B2E0-F12A56B7AF9B}" dt="2024-11-03T07:57:46.434" v="133" actId="14100"/>
          <ac:spMkLst>
            <pc:docMk/>
            <pc:sldMk cId="0" sldId="491"/>
            <ac:spMk id="38915" creationId="{126A3B1E-D1DF-D9E9-787E-E7E271E65C95}"/>
          </ac:spMkLst>
        </pc:spChg>
      </pc:sldChg>
      <pc:sldChg chg="modNotesTx">
        <pc:chgData name="Nursakirah Ab Rahman Muton" userId="f84698cea26ccaf4" providerId="LiveId" clId="{7969D0CC-6CE5-4727-B2E0-F12A56B7AF9B}" dt="2024-11-18T12:40:37.769" v="2395"/>
        <pc:sldMkLst>
          <pc:docMk/>
          <pc:sldMk cId="0" sldId="503"/>
        </pc:sldMkLst>
      </pc:sldChg>
      <pc:sldChg chg="addSp">
        <pc:chgData name="Nursakirah Ab Rahman Muton" userId="f84698cea26ccaf4" providerId="LiveId" clId="{7969D0CC-6CE5-4727-B2E0-F12A56B7AF9B}" dt="2024-11-19T06:44:25.930" v="2529"/>
        <pc:sldMkLst>
          <pc:docMk/>
          <pc:sldMk cId="0" sldId="506"/>
        </pc:sldMkLst>
        <pc:inkChg chg="add">
          <ac:chgData name="Nursakirah Ab Rahman Muton" userId="f84698cea26ccaf4" providerId="LiveId" clId="{7969D0CC-6CE5-4727-B2E0-F12A56B7AF9B}" dt="2024-11-19T06:44:25.930" v="2529"/>
          <ac:inkMkLst>
            <pc:docMk/>
            <pc:sldMk cId="0" sldId="506"/>
            <ac:inkMk id="20" creationId="{50416391-2625-E1BD-6336-82910757D383}"/>
          </ac:inkMkLst>
        </pc:inkChg>
      </pc:sldChg>
      <pc:sldChg chg="addSp delSp mod">
        <pc:chgData name="Nursakirah Ab Rahman Muton" userId="f84698cea26ccaf4" providerId="LiveId" clId="{7969D0CC-6CE5-4727-B2E0-F12A56B7AF9B}" dt="2024-11-21T14:32:29.720" v="4780" actId="478"/>
        <pc:sldMkLst>
          <pc:docMk/>
          <pc:sldMk cId="0" sldId="512"/>
        </pc:sldMkLst>
        <pc:inkChg chg="add del">
          <ac:chgData name="Nursakirah Ab Rahman Muton" userId="f84698cea26ccaf4" providerId="LiveId" clId="{7969D0CC-6CE5-4727-B2E0-F12A56B7AF9B}" dt="2024-11-21T14:32:29.720" v="4780" actId="478"/>
          <ac:inkMkLst>
            <pc:docMk/>
            <pc:sldMk cId="0" sldId="512"/>
            <ac:inkMk id="3" creationId="{C9DE81FC-1AF8-3E6A-D75B-5043FA5AE694}"/>
          </ac:inkMkLst>
        </pc:inkChg>
      </pc:sldChg>
      <pc:sldChg chg="modSp mod">
        <pc:chgData name="Nursakirah Ab Rahman Muton" userId="f84698cea26ccaf4" providerId="LiveId" clId="{7969D0CC-6CE5-4727-B2E0-F12A56B7AF9B}" dt="2024-11-03T07:54:13.663" v="120" actId="27636"/>
        <pc:sldMkLst>
          <pc:docMk/>
          <pc:sldMk cId="0" sldId="515"/>
        </pc:sldMkLst>
        <pc:spChg chg="mod">
          <ac:chgData name="Nursakirah Ab Rahman Muton" userId="f84698cea26ccaf4" providerId="LiveId" clId="{7969D0CC-6CE5-4727-B2E0-F12A56B7AF9B}" dt="2024-11-03T07:54:13.663" v="120" actId="27636"/>
          <ac:spMkLst>
            <pc:docMk/>
            <pc:sldMk cId="0" sldId="515"/>
            <ac:spMk id="99330" creationId="{8DE0DE23-8F1C-38F9-DCBE-BFB0FE0831E1}"/>
          </ac:spMkLst>
        </pc:spChg>
      </pc:sldChg>
      <pc:sldChg chg="modSp mod">
        <pc:chgData name="Nursakirah Ab Rahman Muton" userId="f84698cea26ccaf4" providerId="LiveId" clId="{7969D0CC-6CE5-4727-B2E0-F12A56B7AF9B}" dt="2024-11-03T07:54:13.683" v="121" actId="27636"/>
        <pc:sldMkLst>
          <pc:docMk/>
          <pc:sldMk cId="0" sldId="517"/>
        </pc:sldMkLst>
        <pc:spChg chg="mod">
          <ac:chgData name="Nursakirah Ab Rahman Muton" userId="f84698cea26ccaf4" providerId="LiveId" clId="{7969D0CC-6CE5-4727-B2E0-F12A56B7AF9B}" dt="2024-11-03T07:54:13.683" v="121" actId="27636"/>
          <ac:spMkLst>
            <pc:docMk/>
            <pc:sldMk cId="0" sldId="517"/>
            <ac:spMk id="105474" creationId="{B9A74F57-7A1F-1BDD-9FD7-56AD18A2AA64}"/>
          </ac:spMkLst>
        </pc:spChg>
      </pc:sldChg>
      <pc:sldChg chg="modSp mod">
        <pc:chgData name="Nursakirah Ab Rahman Muton" userId="f84698cea26ccaf4" providerId="LiveId" clId="{7969D0CC-6CE5-4727-B2E0-F12A56B7AF9B}" dt="2024-11-03T07:32:39.639" v="2" actId="20577"/>
        <pc:sldMkLst>
          <pc:docMk/>
          <pc:sldMk cId="0" sldId="529"/>
        </pc:sldMkLst>
        <pc:spChg chg="mod">
          <ac:chgData name="Nursakirah Ab Rahman Muton" userId="f84698cea26ccaf4" providerId="LiveId" clId="{7969D0CC-6CE5-4727-B2E0-F12A56B7AF9B}" dt="2024-11-03T07:32:39.639" v="2" actId="20577"/>
          <ac:spMkLst>
            <pc:docMk/>
            <pc:sldMk cId="0" sldId="529"/>
            <ac:spMk id="2" creationId="{45B5AE7F-BEC8-56E7-BE09-DCF961986352}"/>
          </ac:spMkLst>
        </pc:spChg>
      </pc:sldChg>
      <pc:sldChg chg="modSp mod">
        <pc:chgData name="Nursakirah Ab Rahman Muton" userId="f84698cea26ccaf4" providerId="LiveId" clId="{7969D0CC-6CE5-4727-B2E0-F12A56B7AF9B}" dt="2024-11-03T07:57:28.666" v="132" actId="207"/>
        <pc:sldMkLst>
          <pc:docMk/>
          <pc:sldMk cId="0" sldId="530"/>
        </pc:sldMkLst>
        <pc:spChg chg="mod">
          <ac:chgData name="Nursakirah Ab Rahman Muton" userId="f84698cea26ccaf4" providerId="LiveId" clId="{7969D0CC-6CE5-4727-B2E0-F12A56B7AF9B}" dt="2024-11-03T07:57:28.666" v="132" actId="207"/>
          <ac:spMkLst>
            <pc:docMk/>
            <pc:sldMk cId="0" sldId="530"/>
            <ac:spMk id="22530" creationId="{CF24BBBE-1F85-29B7-C9FE-6C1AA49816A1}"/>
          </ac:spMkLst>
        </pc:spChg>
      </pc:sldChg>
      <pc:sldChg chg="modSp mod">
        <pc:chgData name="Nursakirah Ab Rahman Muton" userId="f84698cea26ccaf4" providerId="LiveId" clId="{7969D0CC-6CE5-4727-B2E0-F12A56B7AF9B}" dt="2024-11-03T07:57:50.760" v="134" actId="14100"/>
        <pc:sldMkLst>
          <pc:docMk/>
          <pc:sldMk cId="0" sldId="532"/>
        </pc:sldMkLst>
        <pc:spChg chg="mod">
          <ac:chgData name="Nursakirah Ab Rahman Muton" userId="f84698cea26ccaf4" providerId="LiveId" clId="{7969D0CC-6CE5-4727-B2E0-F12A56B7AF9B}" dt="2024-11-03T07:57:50.760" v="134" actId="14100"/>
          <ac:spMkLst>
            <pc:docMk/>
            <pc:sldMk cId="0" sldId="532"/>
            <ac:spMk id="39938" creationId="{0602E77E-4C72-33D7-2FB1-6C726D003A50}"/>
          </ac:spMkLst>
        </pc:spChg>
      </pc:sldChg>
      <pc:sldChg chg="modSp mod">
        <pc:chgData name="Nursakirah Ab Rahman Muton" userId="f84698cea26ccaf4" providerId="LiveId" clId="{7969D0CC-6CE5-4727-B2E0-F12A56B7AF9B}" dt="2024-11-14T09:07:17.538" v="2290" actId="1076"/>
        <pc:sldMkLst>
          <pc:docMk/>
          <pc:sldMk cId="0" sldId="534"/>
        </pc:sldMkLst>
        <pc:spChg chg="mod">
          <ac:chgData name="Nursakirah Ab Rahman Muton" userId="f84698cea26ccaf4" providerId="LiveId" clId="{7969D0CC-6CE5-4727-B2E0-F12A56B7AF9B}" dt="2024-11-14T09:07:12.310" v="2289" actId="1076"/>
          <ac:spMkLst>
            <pc:docMk/>
            <pc:sldMk cId="0" sldId="534"/>
            <ac:spMk id="2" creationId="{A5331BBF-CF4E-2AB8-A55D-C13EA25F6FB6}"/>
          </ac:spMkLst>
        </pc:spChg>
        <pc:spChg chg="mod">
          <ac:chgData name="Nursakirah Ab Rahman Muton" userId="f84698cea26ccaf4" providerId="LiveId" clId="{7969D0CC-6CE5-4727-B2E0-F12A56B7AF9B}" dt="2024-11-14T09:07:17.538" v="2290" actId="1076"/>
          <ac:spMkLst>
            <pc:docMk/>
            <pc:sldMk cId="0" sldId="534"/>
            <ac:spMk id="3" creationId="{D3084E48-F2EF-03BC-0FCB-A4BEA14B2F15}"/>
          </ac:spMkLst>
        </pc:spChg>
        <pc:spChg chg="mod">
          <ac:chgData name="Nursakirah Ab Rahman Muton" userId="f84698cea26ccaf4" providerId="LiveId" clId="{7969D0CC-6CE5-4727-B2E0-F12A56B7AF9B}" dt="2024-11-14T09:07:01.448" v="2287" actId="14100"/>
          <ac:spMkLst>
            <pc:docMk/>
            <pc:sldMk cId="0" sldId="534"/>
            <ac:spMk id="44034" creationId="{4C252B2D-5C95-5041-4371-D02341F7EA7D}"/>
          </ac:spMkLst>
        </pc:spChg>
        <pc:spChg chg="mod">
          <ac:chgData name="Nursakirah Ab Rahman Muton" userId="f84698cea26ccaf4" providerId="LiveId" clId="{7969D0CC-6CE5-4727-B2E0-F12A56B7AF9B}" dt="2024-11-14T09:07:06.928" v="2288" actId="1076"/>
          <ac:spMkLst>
            <pc:docMk/>
            <pc:sldMk cId="0" sldId="534"/>
            <ac:spMk id="44035" creationId="{13CB9958-E588-2DA2-253D-ACE4AC2AD4E3}"/>
          </ac:spMkLst>
        </pc:spChg>
      </pc:sldChg>
      <pc:sldChg chg="modSp mod">
        <pc:chgData name="Nursakirah Ab Rahman Muton" userId="f84698cea26ccaf4" providerId="LiveId" clId="{7969D0CC-6CE5-4727-B2E0-F12A56B7AF9B}" dt="2024-11-14T11:03:50.171" v="2328" actId="27636"/>
        <pc:sldMkLst>
          <pc:docMk/>
          <pc:sldMk cId="0" sldId="539"/>
        </pc:sldMkLst>
        <pc:spChg chg="mod">
          <ac:chgData name="Nursakirah Ab Rahman Muton" userId="f84698cea26ccaf4" providerId="LiveId" clId="{7969D0CC-6CE5-4727-B2E0-F12A56B7AF9B}" dt="2024-11-03T07:54:13.611" v="117" actId="27636"/>
          <ac:spMkLst>
            <pc:docMk/>
            <pc:sldMk cId="0" sldId="539"/>
            <ac:spMk id="51202" creationId="{52D06F94-D367-6960-92F1-C53EAF7A1B6A}"/>
          </ac:spMkLst>
        </pc:spChg>
        <pc:spChg chg="mod">
          <ac:chgData name="Nursakirah Ab Rahman Muton" userId="f84698cea26ccaf4" providerId="LiveId" clId="{7969D0CC-6CE5-4727-B2E0-F12A56B7AF9B}" dt="2024-11-14T11:03:50.171" v="2328" actId="27636"/>
          <ac:spMkLst>
            <pc:docMk/>
            <pc:sldMk cId="0" sldId="539"/>
            <ac:spMk id="51203" creationId="{9135AAE1-00AC-71B0-B0F5-23430A0B0A1E}"/>
          </ac:spMkLst>
        </pc:spChg>
      </pc:sldChg>
      <pc:sldChg chg="addSp delSp mod">
        <pc:chgData name="Nursakirah Ab Rahman Muton" userId="f84698cea26ccaf4" providerId="LiveId" clId="{7969D0CC-6CE5-4727-B2E0-F12A56B7AF9B}" dt="2024-11-20T06:02:50.649" v="2943" actId="478"/>
        <pc:sldMkLst>
          <pc:docMk/>
          <pc:sldMk cId="0" sldId="544"/>
        </pc:sldMkLst>
        <pc:inkChg chg="add del">
          <ac:chgData name="Nursakirah Ab Rahman Muton" userId="f84698cea26ccaf4" providerId="LiveId" clId="{7969D0CC-6CE5-4727-B2E0-F12A56B7AF9B}" dt="2024-11-20T06:02:50.649" v="2943" actId="478"/>
          <ac:inkMkLst>
            <pc:docMk/>
            <pc:sldMk cId="0" sldId="544"/>
            <ac:inkMk id="27" creationId="{BF6369A3-DE6D-7AC8-DA28-B5FF0096687C}"/>
          </ac:inkMkLst>
        </pc:inkChg>
      </pc:sldChg>
      <pc:sldChg chg="addSp delSp mod">
        <pc:chgData name="Nursakirah Ab Rahman Muton" userId="f84698cea26ccaf4" providerId="LiveId" clId="{7969D0CC-6CE5-4727-B2E0-F12A56B7AF9B}" dt="2024-11-20T06:02:47.684" v="2942" actId="478"/>
        <pc:sldMkLst>
          <pc:docMk/>
          <pc:sldMk cId="0" sldId="545"/>
        </pc:sldMkLst>
        <pc:inkChg chg="add del">
          <ac:chgData name="Nursakirah Ab Rahman Muton" userId="f84698cea26ccaf4" providerId="LiveId" clId="{7969D0CC-6CE5-4727-B2E0-F12A56B7AF9B}" dt="2024-11-20T06:02:47.684" v="2942" actId="478"/>
          <ac:inkMkLst>
            <pc:docMk/>
            <pc:sldMk cId="0" sldId="545"/>
            <ac:inkMk id="23" creationId="{669B7AF9-8796-A0C1-0CBD-5C28CA1485BE}"/>
          </ac:inkMkLst>
        </pc:inkChg>
      </pc:sldChg>
      <pc:sldChg chg="addSp delSp modSp mod">
        <pc:chgData name="Nursakirah Ab Rahman Muton" userId="f84698cea26ccaf4" providerId="LiveId" clId="{7969D0CC-6CE5-4727-B2E0-F12A56B7AF9B}" dt="2024-11-20T11:54:21.442" v="4326" actId="478"/>
        <pc:sldMkLst>
          <pc:docMk/>
          <pc:sldMk cId="0" sldId="547"/>
        </pc:sldMkLst>
        <pc:picChg chg="add mod modCrop">
          <ac:chgData name="Nursakirah Ab Rahman Muton" userId="f84698cea26ccaf4" providerId="LiveId" clId="{7969D0CC-6CE5-4727-B2E0-F12A56B7AF9B}" dt="2024-11-18T14:36:30.090" v="2451" actId="1076"/>
          <ac:picMkLst>
            <pc:docMk/>
            <pc:sldMk cId="0" sldId="547"/>
            <ac:picMk id="23" creationId="{DA65F06F-AF94-0087-5F0C-D02C01DE61E8}"/>
          </ac:picMkLst>
        </pc:picChg>
        <pc:inkChg chg="add del">
          <ac:chgData name="Nursakirah Ab Rahman Muton" userId="f84698cea26ccaf4" providerId="LiveId" clId="{7969D0CC-6CE5-4727-B2E0-F12A56B7AF9B}" dt="2024-11-20T11:54:21.442" v="4326" actId="478"/>
          <ac:inkMkLst>
            <pc:docMk/>
            <pc:sldMk cId="0" sldId="547"/>
            <ac:inkMk id="4" creationId="{428DBAE2-A4E1-A33E-308B-7AA7A5973E42}"/>
          </ac:inkMkLst>
        </pc:inkChg>
      </pc:sldChg>
      <pc:sldChg chg="addSp delSp mod modNotesTx">
        <pc:chgData name="Nursakirah Ab Rahman Muton" userId="f84698cea26ccaf4" providerId="LiveId" clId="{7969D0CC-6CE5-4727-B2E0-F12A56B7AF9B}" dt="2024-11-21T14:32:56.432" v="4781" actId="478"/>
        <pc:sldMkLst>
          <pc:docMk/>
          <pc:sldMk cId="0" sldId="551"/>
        </pc:sldMkLst>
        <pc:inkChg chg="add del">
          <ac:chgData name="Nursakirah Ab Rahman Muton" userId="f84698cea26ccaf4" providerId="LiveId" clId="{7969D0CC-6CE5-4727-B2E0-F12A56B7AF9B}" dt="2024-11-21T14:32:56.432" v="4781" actId="478"/>
          <ac:inkMkLst>
            <pc:docMk/>
            <pc:sldMk cId="0" sldId="551"/>
            <ac:inkMk id="13" creationId="{4BBA9091-9D2C-5DA8-54B8-BA0111000903}"/>
          </ac:inkMkLst>
        </pc:inkChg>
      </pc:sldChg>
      <pc:sldChg chg="addSp delSp mod">
        <pc:chgData name="Nursakirah Ab Rahman Muton" userId="f84698cea26ccaf4" providerId="LiveId" clId="{7969D0CC-6CE5-4727-B2E0-F12A56B7AF9B}" dt="2024-11-21T14:33:01.693" v="4782" actId="478"/>
        <pc:sldMkLst>
          <pc:docMk/>
          <pc:sldMk cId="0" sldId="554"/>
        </pc:sldMkLst>
        <pc:inkChg chg="add del">
          <ac:chgData name="Nursakirah Ab Rahman Muton" userId="f84698cea26ccaf4" providerId="LiveId" clId="{7969D0CC-6CE5-4727-B2E0-F12A56B7AF9B}" dt="2024-11-21T14:33:01.693" v="4782" actId="478"/>
          <ac:inkMkLst>
            <pc:docMk/>
            <pc:sldMk cId="0" sldId="554"/>
            <ac:inkMk id="3" creationId="{5FC8BEBE-D115-FCA2-9B4A-28B51A717D83}"/>
          </ac:inkMkLst>
        </pc:inkChg>
      </pc:sldChg>
      <pc:sldChg chg="addSp delSp modSp mod ord">
        <pc:chgData name="Nursakirah Ab Rahman Muton" userId="f84698cea26ccaf4" providerId="LiveId" clId="{7969D0CC-6CE5-4727-B2E0-F12A56B7AF9B}" dt="2024-11-21T14:33:03.919" v="4783" actId="478"/>
        <pc:sldMkLst>
          <pc:docMk/>
          <pc:sldMk cId="0" sldId="555"/>
        </pc:sldMkLst>
        <pc:spChg chg="mod">
          <ac:chgData name="Nursakirah Ab Rahman Muton" userId="f84698cea26ccaf4" providerId="LiveId" clId="{7969D0CC-6CE5-4727-B2E0-F12A56B7AF9B}" dt="2024-11-18T17:21:05.892" v="2520" actId="1076"/>
          <ac:spMkLst>
            <pc:docMk/>
            <pc:sldMk cId="0" sldId="555"/>
            <ac:spMk id="2" creationId="{896329AB-7733-1159-E695-3D6969711C44}"/>
          </ac:spMkLst>
        </pc:spChg>
        <pc:spChg chg="mod">
          <ac:chgData name="Nursakirah Ab Rahman Muton" userId="f84698cea26ccaf4" providerId="LiveId" clId="{7969D0CC-6CE5-4727-B2E0-F12A56B7AF9B}" dt="2024-11-18T17:21:11.615" v="2522" actId="1037"/>
          <ac:spMkLst>
            <pc:docMk/>
            <pc:sldMk cId="0" sldId="555"/>
            <ac:spMk id="3" creationId="{C048A68F-815F-000E-B0F5-EFBD6B8C699E}"/>
          </ac:spMkLst>
        </pc:spChg>
        <pc:spChg chg="mod">
          <ac:chgData name="Nursakirah Ab Rahman Muton" userId="f84698cea26ccaf4" providerId="LiveId" clId="{7969D0CC-6CE5-4727-B2E0-F12A56B7AF9B}" dt="2024-11-18T17:21:16.709" v="2523" actId="1076"/>
          <ac:spMkLst>
            <pc:docMk/>
            <pc:sldMk cId="0" sldId="555"/>
            <ac:spMk id="4" creationId="{2E900BBC-568D-893C-6E15-A6516B32E300}"/>
          </ac:spMkLst>
        </pc:spChg>
        <pc:spChg chg="mod">
          <ac:chgData name="Nursakirah Ab Rahman Muton" userId="f84698cea26ccaf4" providerId="LiveId" clId="{7969D0CC-6CE5-4727-B2E0-F12A56B7AF9B}" dt="2024-11-18T17:20:48.186" v="2519" actId="1076"/>
          <ac:spMkLst>
            <pc:docMk/>
            <pc:sldMk cId="0" sldId="555"/>
            <ac:spMk id="84995" creationId="{24E4C6E1-9357-2CAB-72A2-6D626A92147A}"/>
          </ac:spMkLst>
        </pc:spChg>
        <pc:spChg chg="mod">
          <ac:chgData name="Nursakirah Ab Rahman Muton" userId="f84698cea26ccaf4" providerId="LiveId" clId="{7969D0CC-6CE5-4727-B2E0-F12A56B7AF9B}" dt="2024-11-18T17:20:48.186" v="2519" actId="1076"/>
          <ac:spMkLst>
            <pc:docMk/>
            <pc:sldMk cId="0" sldId="555"/>
            <ac:spMk id="84996" creationId="{9C236768-EF8E-9FC7-AE76-E959C975CA07}"/>
          </ac:spMkLst>
        </pc:spChg>
        <pc:spChg chg="mod">
          <ac:chgData name="Nursakirah Ab Rahman Muton" userId="f84698cea26ccaf4" providerId="LiveId" clId="{7969D0CC-6CE5-4727-B2E0-F12A56B7AF9B}" dt="2024-11-18T17:20:48.186" v="2519" actId="1076"/>
          <ac:spMkLst>
            <pc:docMk/>
            <pc:sldMk cId="0" sldId="555"/>
            <ac:spMk id="84998" creationId="{217D5A76-1747-24B6-6B9E-C5F98BAA6DE9}"/>
          </ac:spMkLst>
        </pc:spChg>
        <pc:inkChg chg="add del">
          <ac:chgData name="Nursakirah Ab Rahman Muton" userId="f84698cea26ccaf4" providerId="LiveId" clId="{7969D0CC-6CE5-4727-B2E0-F12A56B7AF9B}" dt="2024-11-21T14:33:03.919" v="4783" actId="478"/>
          <ac:inkMkLst>
            <pc:docMk/>
            <pc:sldMk cId="0" sldId="555"/>
            <ac:inkMk id="6" creationId="{A2DFDDD3-F860-53BC-C9AB-F2D1B74D2CA5}"/>
          </ac:inkMkLst>
        </pc:inkChg>
      </pc:sldChg>
      <pc:sldChg chg="modSp mod">
        <pc:chgData name="Nursakirah Ab Rahman Muton" userId="f84698cea26ccaf4" providerId="LiveId" clId="{7969D0CC-6CE5-4727-B2E0-F12A56B7AF9B}" dt="2024-11-03T07:57:21.942" v="131" actId="207"/>
        <pc:sldMkLst>
          <pc:docMk/>
          <pc:sldMk cId="0" sldId="585"/>
        </pc:sldMkLst>
        <pc:spChg chg="mod">
          <ac:chgData name="Nursakirah Ab Rahman Muton" userId="f84698cea26ccaf4" providerId="LiveId" clId="{7969D0CC-6CE5-4727-B2E0-F12A56B7AF9B}" dt="2024-11-03T07:57:21.942" v="131" actId="207"/>
          <ac:spMkLst>
            <pc:docMk/>
            <pc:sldMk cId="0" sldId="585"/>
            <ac:spMk id="18434" creationId="{37E06B93-0F31-4E5D-81BB-C212CECD7619}"/>
          </ac:spMkLst>
        </pc:spChg>
      </pc:sldChg>
      <pc:sldChg chg="modSp mod">
        <pc:chgData name="Nursakirah Ab Rahman Muton" userId="f84698cea26ccaf4" providerId="LiveId" clId="{7969D0CC-6CE5-4727-B2E0-F12A56B7AF9B}" dt="2024-11-14T11:04:08.367" v="2330" actId="1076"/>
        <pc:sldMkLst>
          <pc:docMk/>
          <pc:sldMk cId="0" sldId="594"/>
        </pc:sldMkLst>
        <pc:spChg chg="mod">
          <ac:chgData name="Nursakirah Ab Rahman Muton" userId="f84698cea26ccaf4" providerId="LiveId" clId="{7969D0CC-6CE5-4727-B2E0-F12A56B7AF9B}" dt="2024-11-14T11:04:08.367" v="2330" actId="1076"/>
          <ac:spMkLst>
            <pc:docMk/>
            <pc:sldMk cId="0" sldId="594"/>
            <ac:spMk id="2" creationId="{714AEB8A-553B-00CF-868A-11C6A4B1ED7E}"/>
          </ac:spMkLst>
        </pc:spChg>
        <pc:spChg chg="mod">
          <ac:chgData name="Nursakirah Ab Rahman Muton" userId="f84698cea26ccaf4" providerId="LiveId" clId="{7969D0CC-6CE5-4727-B2E0-F12A56B7AF9B}" dt="2024-11-14T11:04:08.367" v="2330" actId="1076"/>
          <ac:spMkLst>
            <pc:docMk/>
            <pc:sldMk cId="0" sldId="594"/>
            <ac:spMk id="3" creationId="{1D63A40E-7CB2-1A71-9092-5C4CDCA86E9C}"/>
          </ac:spMkLst>
        </pc:spChg>
        <pc:spChg chg="mod">
          <ac:chgData name="Nursakirah Ab Rahman Muton" userId="f84698cea26ccaf4" providerId="LiveId" clId="{7969D0CC-6CE5-4727-B2E0-F12A56B7AF9B}" dt="2024-11-14T11:04:08.367" v="2330" actId="1076"/>
          <ac:spMkLst>
            <pc:docMk/>
            <pc:sldMk cId="0" sldId="594"/>
            <ac:spMk id="4" creationId="{CBD4F8C0-1E09-00D6-3EA4-6768BB0A6DCB}"/>
          </ac:spMkLst>
        </pc:spChg>
        <pc:spChg chg="mod">
          <ac:chgData name="Nursakirah Ab Rahman Muton" userId="f84698cea26ccaf4" providerId="LiveId" clId="{7969D0CC-6CE5-4727-B2E0-F12A56B7AF9B}" dt="2024-11-03T07:54:13.623" v="118" actId="27636"/>
          <ac:spMkLst>
            <pc:docMk/>
            <pc:sldMk cId="0" sldId="594"/>
            <ac:spMk id="52226" creationId="{0F8CFAA0-F6EF-84FE-8AD3-C7813B6898B7}"/>
          </ac:spMkLst>
        </pc:spChg>
        <pc:spChg chg="mod">
          <ac:chgData name="Nursakirah Ab Rahman Muton" userId="f84698cea26ccaf4" providerId="LiveId" clId="{7969D0CC-6CE5-4727-B2E0-F12A56B7AF9B}" dt="2024-11-14T11:03:58.566" v="2329" actId="403"/>
          <ac:spMkLst>
            <pc:docMk/>
            <pc:sldMk cId="0" sldId="594"/>
            <ac:spMk id="52227" creationId="{99FFECB2-4A14-670B-A7BA-5869C30FF32C}"/>
          </ac:spMkLst>
        </pc:spChg>
      </pc:sldChg>
      <pc:sldChg chg="addSp modSp mod">
        <pc:chgData name="Nursakirah Ab Rahman Muton" userId="f84698cea26ccaf4" providerId="LiveId" clId="{7969D0CC-6CE5-4727-B2E0-F12A56B7AF9B}" dt="2024-11-18T13:32:29.189" v="2442" actId="207"/>
        <pc:sldMkLst>
          <pc:docMk/>
          <pc:sldMk cId="0" sldId="597"/>
        </pc:sldMkLst>
        <pc:spChg chg="add mod">
          <ac:chgData name="Nursakirah Ab Rahman Muton" userId="f84698cea26ccaf4" providerId="LiveId" clId="{7969D0CC-6CE5-4727-B2E0-F12A56B7AF9B}" dt="2024-11-18T13:32:29.189" v="2442" actId="207"/>
          <ac:spMkLst>
            <pc:docMk/>
            <pc:sldMk cId="0" sldId="597"/>
            <ac:spMk id="4" creationId="{80312D03-203E-F96B-7E4F-B97E8BA0989D}"/>
          </ac:spMkLst>
        </pc:spChg>
        <pc:spChg chg="add mod">
          <ac:chgData name="Nursakirah Ab Rahman Muton" userId="f84698cea26ccaf4" providerId="LiveId" clId="{7969D0CC-6CE5-4727-B2E0-F12A56B7AF9B}" dt="2024-11-18T13:32:29.189" v="2442" actId="207"/>
          <ac:spMkLst>
            <pc:docMk/>
            <pc:sldMk cId="0" sldId="597"/>
            <ac:spMk id="5" creationId="{DCA28C1B-9B83-7697-FC76-0342C421BBCF}"/>
          </ac:spMkLst>
        </pc:spChg>
        <pc:spChg chg="add mod">
          <ac:chgData name="Nursakirah Ab Rahman Muton" userId="f84698cea26ccaf4" providerId="LiveId" clId="{7969D0CC-6CE5-4727-B2E0-F12A56B7AF9B}" dt="2024-11-18T13:32:29.189" v="2442" actId="207"/>
          <ac:spMkLst>
            <pc:docMk/>
            <pc:sldMk cId="0" sldId="597"/>
            <ac:spMk id="6" creationId="{2D767905-E7D8-BD45-06A4-1DF9B7909A1D}"/>
          </ac:spMkLst>
        </pc:spChg>
        <pc:picChg chg="mod modCrop">
          <ac:chgData name="Nursakirah Ab Rahman Muton" userId="f84698cea26ccaf4" providerId="LiveId" clId="{7969D0CC-6CE5-4727-B2E0-F12A56B7AF9B}" dt="2024-11-18T13:27:28.567" v="2401" actId="14100"/>
          <ac:picMkLst>
            <pc:docMk/>
            <pc:sldMk cId="0" sldId="597"/>
            <ac:picMk id="2" creationId="{1E0C2FFA-DA98-589E-EC5B-0B9E6585830C}"/>
          </ac:picMkLst>
        </pc:picChg>
      </pc:sldChg>
      <pc:sldChg chg="addSp modSp mod">
        <pc:chgData name="Nursakirah Ab Rahman Muton" userId="f84698cea26ccaf4" providerId="LiveId" clId="{7969D0CC-6CE5-4727-B2E0-F12A56B7AF9B}" dt="2024-11-14T11:11:41.543" v="2391" actId="207"/>
        <pc:sldMkLst>
          <pc:docMk/>
          <pc:sldMk cId="0" sldId="598"/>
        </pc:sldMkLst>
        <pc:spChg chg="add mod">
          <ac:chgData name="Nursakirah Ab Rahman Muton" userId="f84698cea26ccaf4" providerId="LiveId" clId="{7969D0CC-6CE5-4727-B2E0-F12A56B7AF9B}" dt="2024-11-14T11:11:41.543" v="2391" actId="207"/>
          <ac:spMkLst>
            <pc:docMk/>
            <pc:sldMk cId="0" sldId="598"/>
            <ac:spMk id="6" creationId="{4C7C4FEA-CBAC-68D5-3EBB-7A6F8BAA7DBB}"/>
          </ac:spMkLst>
        </pc:spChg>
      </pc:sldChg>
      <pc:sldChg chg="del">
        <pc:chgData name="Nursakirah Ab Rahman Muton" userId="f84698cea26ccaf4" providerId="LiveId" clId="{7969D0CC-6CE5-4727-B2E0-F12A56B7AF9B}" dt="2024-10-25T18:13:10.197" v="0" actId="47"/>
        <pc:sldMkLst>
          <pc:docMk/>
          <pc:sldMk cId="0" sldId="605"/>
        </pc:sldMkLst>
      </pc:sldChg>
      <pc:sldChg chg="modSp">
        <pc:chgData name="Nursakirah Ab Rahman Muton" userId="f84698cea26ccaf4" providerId="LiveId" clId="{7969D0CC-6CE5-4727-B2E0-F12A56B7AF9B}" dt="2024-11-03T07:57:15.172" v="130" actId="12100"/>
        <pc:sldMkLst>
          <pc:docMk/>
          <pc:sldMk cId="3243871597" sldId="615"/>
        </pc:sldMkLst>
        <pc:graphicFrameChg chg="mod">
          <ac:chgData name="Nursakirah Ab Rahman Muton" userId="f84698cea26ccaf4" providerId="LiveId" clId="{7969D0CC-6CE5-4727-B2E0-F12A56B7AF9B}" dt="2024-11-03T07:57:15.172" v="130" actId="12100"/>
          <ac:graphicFrameMkLst>
            <pc:docMk/>
            <pc:sldMk cId="3243871597" sldId="615"/>
            <ac:graphicFrameMk id="4" creationId="{A3D90030-1E00-BC84-88FB-AC100BE238F1}"/>
          </ac:graphicFrameMkLst>
        </pc:graphicFrameChg>
      </pc:sldChg>
      <pc:sldChg chg="modSp mod">
        <pc:chgData name="Nursakirah Ab Rahman Muton" userId="f84698cea26ccaf4" providerId="LiveId" clId="{7969D0CC-6CE5-4727-B2E0-F12A56B7AF9B}" dt="2024-11-03T07:53:22.550" v="113" actId="27636"/>
        <pc:sldMkLst>
          <pc:docMk/>
          <pc:sldMk cId="2175687205" sldId="619"/>
        </pc:sldMkLst>
        <pc:spChg chg="mod">
          <ac:chgData name="Nursakirah Ab Rahman Muton" userId="f84698cea26ccaf4" providerId="LiveId" clId="{7969D0CC-6CE5-4727-B2E0-F12A56B7AF9B}" dt="2024-11-03T07:53:22.550" v="113" actId="27636"/>
          <ac:spMkLst>
            <pc:docMk/>
            <pc:sldMk cId="2175687205" sldId="619"/>
            <ac:spMk id="2" creationId="{484DF874-F958-EEBE-1D27-F0077ADCE3DD}"/>
          </ac:spMkLst>
        </pc:spChg>
      </pc:sldChg>
      <pc:sldChg chg="modSp mod">
        <pc:chgData name="Nursakirah Ab Rahman Muton" userId="f84698cea26ccaf4" providerId="LiveId" clId="{7969D0CC-6CE5-4727-B2E0-F12A56B7AF9B}" dt="2024-11-14T03:13:07.083" v="717" actId="1076"/>
        <pc:sldMkLst>
          <pc:docMk/>
          <pc:sldMk cId="42167514" sldId="620"/>
        </pc:sldMkLst>
        <pc:cxnChg chg="mod">
          <ac:chgData name="Nursakirah Ab Rahman Muton" userId="f84698cea26ccaf4" providerId="LiveId" clId="{7969D0CC-6CE5-4727-B2E0-F12A56B7AF9B}" dt="2024-11-14T03:13:07.083" v="717" actId="1076"/>
          <ac:cxnSpMkLst>
            <pc:docMk/>
            <pc:sldMk cId="42167514" sldId="620"/>
            <ac:cxnSpMk id="5" creationId="{3C5D1CBC-3383-1767-FCF3-225DB704938F}"/>
          </ac:cxnSpMkLst>
        </pc:cxnChg>
      </pc:sldChg>
      <pc:sldChg chg="modAnim">
        <pc:chgData name="Nursakirah Ab Rahman Muton" userId="f84698cea26ccaf4" providerId="LiveId" clId="{7969D0CC-6CE5-4727-B2E0-F12A56B7AF9B}" dt="2024-11-14T05:42:34.442" v="1643"/>
        <pc:sldMkLst>
          <pc:docMk/>
          <pc:sldMk cId="1735247876" sldId="621"/>
        </pc:sldMkLst>
      </pc:sldChg>
      <pc:sldChg chg="addSp delSp modSp mod">
        <pc:chgData name="Nursakirah Ab Rahman Muton" userId="f84698cea26ccaf4" providerId="LiveId" clId="{7969D0CC-6CE5-4727-B2E0-F12A56B7AF9B}" dt="2024-11-14T09:19:59.532" v="2298" actId="1076"/>
        <pc:sldMkLst>
          <pc:docMk/>
          <pc:sldMk cId="914273507" sldId="623"/>
        </pc:sldMkLst>
        <pc:spChg chg="add del mod">
          <ac:chgData name="Nursakirah Ab Rahman Muton" userId="f84698cea26ccaf4" providerId="LiveId" clId="{7969D0CC-6CE5-4727-B2E0-F12A56B7AF9B}" dt="2024-11-14T09:12:16.845" v="2296" actId="478"/>
          <ac:spMkLst>
            <pc:docMk/>
            <pc:sldMk cId="914273507" sldId="623"/>
            <ac:spMk id="3" creationId="{7DB576BC-4D13-67C7-F440-3A07D2D892F8}"/>
          </ac:spMkLst>
        </pc:spChg>
        <pc:spChg chg="mod">
          <ac:chgData name="Nursakirah Ab Rahman Muton" userId="f84698cea26ccaf4" providerId="LiveId" clId="{7969D0CC-6CE5-4727-B2E0-F12A56B7AF9B}" dt="2024-11-14T09:19:53.952" v="2297" actId="1076"/>
          <ac:spMkLst>
            <pc:docMk/>
            <pc:sldMk cId="914273507" sldId="623"/>
            <ac:spMk id="48" creationId="{A1125485-ACA3-65D5-70FE-3743D0649B70}"/>
          </ac:spMkLst>
        </pc:spChg>
        <pc:grpChg chg="mod">
          <ac:chgData name="Nursakirah Ab Rahman Muton" userId="f84698cea26ccaf4" providerId="LiveId" clId="{7969D0CC-6CE5-4727-B2E0-F12A56B7AF9B}" dt="2024-11-14T09:19:59.532" v="2298" actId="1076"/>
          <ac:grpSpMkLst>
            <pc:docMk/>
            <pc:sldMk cId="914273507" sldId="623"/>
            <ac:grpSpMk id="25" creationId="{D55395FA-73D6-CC5D-394C-D9E35562E55D}"/>
          </ac:grpSpMkLst>
        </pc:grpChg>
      </pc:sldChg>
      <pc:sldChg chg="modSp mod">
        <pc:chgData name="Nursakirah Ab Rahman Muton" userId="f84698cea26ccaf4" providerId="LiveId" clId="{7969D0CC-6CE5-4727-B2E0-F12A56B7AF9B}" dt="2024-11-14T09:22:03.276" v="2319" actId="1076"/>
        <pc:sldMkLst>
          <pc:docMk/>
          <pc:sldMk cId="3591261421" sldId="625"/>
        </pc:sldMkLst>
        <pc:grpChg chg="mod">
          <ac:chgData name="Nursakirah Ab Rahman Muton" userId="f84698cea26ccaf4" providerId="LiveId" clId="{7969D0CC-6CE5-4727-B2E0-F12A56B7AF9B}" dt="2024-11-14T09:22:03.276" v="2319" actId="1076"/>
          <ac:grpSpMkLst>
            <pc:docMk/>
            <pc:sldMk cId="3591261421" sldId="625"/>
            <ac:grpSpMk id="25" creationId="{D55395FA-73D6-CC5D-394C-D9E35562E55D}"/>
          </ac:grpSpMkLst>
        </pc:grpChg>
        <pc:grpChg chg="mod">
          <ac:chgData name="Nursakirah Ab Rahman Muton" userId="f84698cea26ccaf4" providerId="LiveId" clId="{7969D0CC-6CE5-4727-B2E0-F12A56B7AF9B}" dt="2024-11-14T09:22:03.276" v="2319" actId="1076"/>
          <ac:grpSpMkLst>
            <pc:docMk/>
            <pc:sldMk cId="3591261421" sldId="625"/>
            <ac:grpSpMk id="43" creationId="{6390476F-258E-42B3-5FE5-799D9E4A6E82}"/>
          </ac:grpSpMkLst>
        </pc:grpChg>
        <pc:picChg chg="mod">
          <ac:chgData name="Nursakirah Ab Rahman Muton" userId="f84698cea26ccaf4" providerId="LiveId" clId="{7969D0CC-6CE5-4727-B2E0-F12A56B7AF9B}" dt="2024-11-14T09:21:57.142" v="2318" actId="1076"/>
          <ac:picMkLst>
            <pc:docMk/>
            <pc:sldMk cId="3591261421" sldId="625"/>
            <ac:picMk id="3" creationId="{8B3A0A7A-F438-A55A-C0DA-1E3A8E540BBF}"/>
          </ac:picMkLst>
        </pc:picChg>
      </pc:sldChg>
      <pc:sldChg chg="addSp delSp modSp mod">
        <pc:chgData name="Nursakirah Ab Rahman Muton" userId="f84698cea26ccaf4" providerId="LiveId" clId="{7969D0CC-6CE5-4727-B2E0-F12A56B7AF9B}" dt="2024-11-14T09:21:05.031" v="2314" actId="1076"/>
        <pc:sldMkLst>
          <pc:docMk/>
          <pc:sldMk cId="2708658373" sldId="626"/>
        </pc:sldMkLst>
        <pc:spChg chg="add mod">
          <ac:chgData name="Nursakirah Ab Rahman Muton" userId="f84698cea26ccaf4" providerId="LiveId" clId="{7969D0CC-6CE5-4727-B2E0-F12A56B7AF9B}" dt="2024-11-14T09:20:55.494" v="2311" actId="1076"/>
          <ac:spMkLst>
            <pc:docMk/>
            <pc:sldMk cId="2708658373" sldId="626"/>
            <ac:spMk id="5" creationId="{8ECD8FC2-85CC-91CB-C958-927E4933D0AA}"/>
          </ac:spMkLst>
        </pc:spChg>
        <pc:spChg chg="add mod">
          <ac:chgData name="Nursakirah Ab Rahman Muton" userId="f84698cea26ccaf4" providerId="LiveId" clId="{7969D0CC-6CE5-4727-B2E0-F12A56B7AF9B}" dt="2024-11-14T09:21:05.031" v="2314" actId="1076"/>
          <ac:spMkLst>
            <pc:docMk/>
            <pc:sldMk cId="2708658373" sldId="626"/>
            <ac:spMk id="7" creationId="{5368588F-F337-F8F0-1CB3-460BED69DF8D}"/>
          </ac:spMkLst>
        </pc:spChg>
        <pc:spChg chg="del mod">
          <ac:chgData name="Nursakirah Ab Rahman Muton" userId="f84698cea26ccaf4" providerId="LiveId" clId="{7969D0CC-6CE5-4727-B2E0-F12A56B7AF9B}" dt="2024-11-14T09:20:37.128" v="2306" actId="478"/>
          <ac:spMkLst>
            <pc:docMk/>
            <pc:sldMk cId="2708658373" sldId="626"/>
            <ac:spMk id="10" creationId="{A57529D3-4F22-6632-FFDC-B741321714AE}"/>
          </ac:spMkLst>
        </pc:spChg>
        <pc:spChg chg="mod">
          <ac:chgData name="Nursakirah Ab Rahman Muton" userId="f84698cea26ccaf4" providerId="LiveId" clId="{7969D0CC-6CE5-4727-B2E0-F12A56B7AF9B}" dt="2024-11-14T09:20:48.816" v="2309" actId="14100"/>
          <ac:spMkLst>
            <pc:docMk/>
            <pc:sldMk cId="2708658373" sldId="626"/>
            <ac:spMk id="11" creationId="{7B05C042-D98A-58C4-200A-59399C625FD3}"/>
          </ac:spMkLst>
        </pc:spChg>
        <pc:spChg chg="del">
          <ac:chgData name="Nursakirah Ab Rahman Muton" userId="f84698cea26ccaf4" providerId="LiveId" clId="{7969D0CC-6CE5-4727-B2E0-F12A56B7AF9B}" dt="2024-11-14T09:20:58.614" v="2313" actId="478"/>
          <ac:spMkLst>
            <pc:docMk/>
            <pc:sldMk cId="2708658373" sldId="626"/>
            <ac:spMk id="12" creationId="{F750E734-E628-5AB6-8C4A-21BE83CA3E29}"/>
          </ac:spMkLst>
        </pc:spChg>
        <pc:picChg chg="mod">
          <ac:chgData name="Nursakirah Ab Rahman Muton" userId="f84698cea26ccaf4" providerId="LiveId" clId="{7969D0CC-6CE5-4727-B2E0-F12A56B7AF9B}" dt="2024-11-14T09:20:32.818" v="2304" actId="14100"/>
          <ac:picMkLst>
            <pc:docMk/>
            <pc:sldMk cId="2708658373" sldId="626"/>
            <ac:picMk id="6" creationId="{8F353430-B82F-2C28-32C6-2C377CDE192B}"/>
          </ac:picMkLst>
        </pc:picChg>
      </pc:sldChg>
      <pc:sldChg chg="modSp mod">
        <pc:chgData name="Nursakirah Ab Rahman Muton" userId="f84698cea26ccaf4" providerId="LiveId" clId="{7969D0CC-6CE5-4727-B2E0-F12A56B7AF9B}" dt="2024-11-14T10:51:02.018" v="2324" actId="1076"/>
        <pc:sldMkLst>
          <pc:docMk/>
          <pc:sldMk cId="2377268244" sldId="627"/>
        </pc:sldMkLst>
        <pc:spChg chg="mod">
          <ac:chgData name="Nursakirah Ab Rahman Muton" userId="f84698cea26ccaf4" providerId="LiveId" clId="{7969D0CC-6CE5-4727-B2E0-F12A56B7AF9B}" dt="2024-11-14T10:50:58.062" v="2323" actId="1076"/>
          <ac:spMkLst>
            <pc:docMk/>
            <pc:sldMk cId="2377268244" sldId="627"/>
            <ac:spMk id="9" creationId="{576D8CE3-339D-4003-3AF0-3B79DF101289}"/>
          </ac:spMkLst>
        </pc:spChg>
        <pc:spChg chg="mod">
          <ac:chgData name="Nursakirah Ab Rahman Muton" userId="f84698cea26ccaf4" providerId="LiveId" clId="{7969D0CC-6CE5-4727-B2E0-F12A56B7AF9B}" dt="2024-11-14T10:51:02.018" v="2324" actId="1076"/>
          <ac:spMkLst>
            <pc:docMk/>
            <pc:sldMk cId="2377268244" sldId="627"/>
            <ac:spMk id="14" creationId="{A9FC6423-48E4-B5FC-040E-808B688F189A}"/>
          </ac:spMkLst>
        </pc:spChg>
        <pc:grpChg chg="mod">
          <ac:chgData name="Nursakirah Ab Rahman Muton" userId="f84698cea26ccaf4" providerId="LiveId" clId="{7969D0CC-6CE5-4727-B2E0-F12A56B7AF9B}" dt="2024-11-14T10:51:02.018" v="2324" actId="1076"/>
          <ac:grpSpMkLst>
            <pc:docMk/>
            <pc:sldMk cId="2377268244" sldId="627"/>
            <ac:grpSpMk id="13" creationId="{FFD6D7C8-FD63-D523-F10F-FBB4EF1B3459}"/>
          </ac:grpSpMkLst>
        </pc:grpChg>
        <pc:cxnChg chg="mod">
          <ac:chgData name="Nursakirah Ab Rahman Muton" userId="f84698cea26ccaf4" providerId="LiveId" clId="{7969D0CC-6CE5-4727-B2E0-F12A56B7AF9B}" dt="2024-11-14T10:51:02.018" v="2324" actId="1076"/>
          <ac:cxnSpMkLst>
            <pc:docMk/>
            <pc:sldMk cId="2377268244" sldId="627"/>
            <ac:cxnSpMk id="15" creationId="{74D71D5C-D2F6-B4C0-BF3C-B3797C477775}"/>
          </ac:cxnSpMkLst>
        </pc:cxnChg>
        <pc:cxnChg chg="mod">
          <ac:chgData name="Nursakirah Ab Rahman Muton" userId="f84698cea26ccaf4" providerId="LiveId" clId="{7969D0CC-6CE5-4727-B2E0-F12A56B7AF9B}" dt="2024-11-14T10:51:02.018" v="2324" actId="1076"/>
          <ac:cxnSpMkLst>
            <pc:docMk/>
            <pc:sldMk cId="2377268244" sldId="627"/>
            <ac:cxnSpMk id="16" creationId="{BF6AFAF3-526F-29FD-F19C-5F00F1D37C85}"/>
          </ac:cxnSpMkLst>
        </pc:cxnChg>
        <pc:cxnChg chg="mod">
          <ac:chgData name="Nursakirah Ab Rahman Muton" userId="f84698cea26ccaf4" providerId="LiveId" clId="{7969D0CC-6CE5-4727-B2E0-F12A56B7AF9B}" dt="2024-11-14T10:51:02.018" v="2324" actId="1076"/>
          <ac:cxnSpMkLst>
            <pc:docMk/>
            <pc:sldMk cId="2377268244" sldId="627"/>
            <ac:cxnSpMk id="17" creationId="{BF80A280-F6BD-2CC7-F700-E7BE72B93100}"/>
          </ac:cxnSpMkLst>
        </pc:cxnChg>
        <pc:cxnChg chg="mod">
          <ac:chgData name="Nursakirah Ab Rahman Muton" userId="f84698cea26ccaf4" providerId="LiveId" clId="{7969D0CC-6CE5-4727-B2E0-F12A56B7AF9B}" dt="2024-11-14T10:51:02.018" v="2324" actId="1076"/>
          <ac:cxnSpMkLst>
            <pc:docMk/>
            <pc:sldMk cId="2377268244" sldId="627"/>
            <ac:cxnSpMk id="18" creationId="{789FFCC6-4F66-BF48-19AE-3FA9E429E59A}"/>
          </ac:cxnSpMkLst>
        </pc:cxnChg>
        <pc:cxnChg chg="mod">
          <ac:chgData name="Nursakirah Ab Rahman Muton" userId="f84698cea26ccaf4" providerId="LiveId" clId="{7969D0CC-6CE5-4727-B2E0-F12A56B7AF9B}" dt="2024-11-14T10:51:02.018" v="2324" actId="1076"/>
          <ac:cxnSpMkLst>
            <pc:docMk/>
            <pc:sldMk cId="2377268244" sldId="627"/>
            <ac:cxnSpMk id="19" creationId="{2980BF6A-FF45-F6A9-33F0-5E946FFDE16C}"/>
          </ac:cxnSpMkLst>
        </pc:cxnChg>
        <pc:cxnChg chg="mod">
          <ac:chgData name="Nursakirah Ab Rahman Muton" userId="f84698cea26ccaf4" providerId="LiveId" clId="{7969D0CC-6CE5-4727-B2E0-F12A56B7AF9B}" dt="2024-11-14T10:51:02.018" v="2324" actId="1076"/>
          <ac:cxnSpMkLst>
            <pc:docMk/>
            <pc:sldMk cId="2377268244" sldId="627"/>
            <ac:cxnSpMk id="20" creationId="{41F8B6A6-02D2-15DE-18FA-2BF3899CC3F9}"/>
          </ac:cxnSpMkLst>
        </pc:cxnChg>
        <pc:cxnChg chg="mod">
          <ac:chgData name="Nursakirah Ab Rahman Muton" userId="f84698cea26ccaf4" providerId="LiveId" clId="{7969D0CC-6CE5-4727-B2E0-F12A56B7AF9B}" dt="2024-11-14T10:51:02.018" v="2324" actId="1076"/>
          <ac:cxnSpMkLst>
            <pc:docMk/>
            <pc:sldMk cId="2377268244" sldId="627"/>
            <ac:cxnSpMk id="21" creationId="{B9D55880-551E-210E-03B6-5AA6CE18E313}"/>
          </ac:cxnSpMkLst>
        </pc:cxnChg>
        <pc:cxnChg chg="mod">
          <ac:chgData name="Nursakirah Ab Rahman Muton" userId="f84698cea26ccaf4" providerId="LiveId" clId="{7969D0CC-6CE5-4727-B2E0-F12A56B7AF9B}" dt="2024-11-14T10:51:02.018" v="2324" actId="1076"/>
          <ac:cxnSpMkLst>
            <pc:docMk/>
            <pc:sldMk cId="2377268244" sldId="627"/>
            <ac:cxnSpMk id="22" creationId="{0D8FE8B6-7391-D711-741A-87AF32BA893B}"/>
          </ac:cxnSpMkLst>
        </pc:cxnChg>
        <pc:cxnChg chg="mod">
          <ac:chgData name="Nursakirah Ab Rahman Muton" userId="f84698cea26ccaf4" providerId="LiveId" clId="{7969D0CC-6CE5-4727-B2E0-F12A56B7AF9B}" dt="2024-11-14T10:51:02.018" v="2324" actId="1076"/>
          <ac:cxnSpMkLst>
            <pc:docMk/>
            <pc:sldMk cId="2377268244" sldId="627"/>
            <ac:cxnSpMk id="23" creationId="{8C24A69E-29EC-BA10-78DF-C8173AECD876}"/>
          </ac:cxnSpMkLst>
        </pc:cxnChg>
      </pc:sldChg>
      <pc:sldChg chg="delSp modSp mod delAnim">
        <pc:chgData name="Nursakirah Ab Rahman Muton" userId="f84698cea26ccaf4" providerId="LiveId" clId="{7969D0CC-6CE5-4727-B2E0-F12A56B7AF9B}" dt="2024-11-14T07:59:26.533" v="1665" actId="1036"/>
        <pc:sldMkLst>
          <pc:docMk/>
          <pc:sldMk cId="4284674540" sldId="628"/>
        </pc:sldMkLst>
        <pc:spChg chg="mod">
          <ac:chgData name="Nursakirah Ab Rahman Muton" userId="f84698cea26ccaf4" providerId="LiveId" clId="{7969D0CC-6CE5-4727-B2E0-F12A56B7AF9B}" dt="2024-11-14T07:59:22.271" v="1662" actId="27636"/>
          <ac:spMkLst>
            <pc:docMk/>
            <pc:sldMk cId="4284674540" sldId="628"/>
            <ac:spMk id="3" creationId="{8C225D9C-D3F2-831D-06C7-67627083E23B}"/>
          </ac:spMkLst>
        </pc:spChg>
        <pc:spChg chg="mod">
          <ac:chgData name="Nursakirah Ab Rahman Muton" userId="f84698cea26ccaf4" providerId="LiveId" clId="{7969D0CC-6CE5-4727-B2E0-F12A56B7AF9B}" dt="2024-11-14T07:59:26.533" v="1665" actId="1036"/>
          <ac:spMkLst>
            <pc:docMk/>
            <pc:sldMk cId="4284674540" sldId="628"/>
            <ac:spMk id="11" creationId="{27791AD9-3D97-2A2A-E5AB-4D7B0DF08F77}"/>
          </ac:spMkLst>
        </pc:spChg>
        <pc:spChg chg="mod">
          <ac:chgData name="Nursakirah Ab Rahman Muton" userId="f84698cea26ccaf4" providerId="LiveId" clId="{7969D0CC-6CE5-4727-B2E0-F12A56B7AF9B}" dt="2024-11-14T07:59:26.533" v="1665" actId="1036"/>
          <ac:spMkLst>
            <pc:docMk/>
            <pc:sldMk cId="4284674540" sldId="628"/>
            <ac:spMk id="16" creationId="{2EFB95C2-E517-E6DB-982F-F41A69824901}"/>
          </ac:spMkLst>
        </pc:spChg>
        <pc:grpChg chg="mod">
          <ac:chgData name="Nursakirah Ab Rahman Muton" userId="f84698cea26ccaf4" providerId="LiveId" clId="{7969D0CC-6CE5-4727-B2E0-F12A56B7AF9B}" dt="2024-11-14T07:59:26.533" v="1665" actId="1036"/>
          <ac:grpSpMkLst>
            <pc:docMk/>
            <pc:sldMk cId="4284674540" sldId="628"/>
            <ac:grpSpMk id="32" creationId="{5ECBB75D-F609-F1BA-01E3-149B34793693}"/>
          </ac:grpSpMkLst>
        </pc:grpChg>
        <pc:grpChg chg="del">
          <ac:chgData name="Nursakirah Ab Rahman Muton" userId="f84698cea26ccaf4" providerId="LiveId" clId="{7969D0CC-6CE5-4727-B2E0-F12A56B7AF9B}" dt="2024-11-14T07:58:50.327" v="1649" actId="478"/>
          <ac:grpSpMkLst>
            <pc:docMk/>
            <pc:sldMk cId="4284674540" sldId="628"/>
            <ac:grpSpMk id="34" creationId="{D7B59BB5-AD55-F5A6-D10B-AFC7E52559B0}"/>
          </ac:grpSpMkLst>
        </pc:grpChg>
        <pc:grpChg chg="mod">
          <ac:chgData name="Nursakirah Ab Rahman Muton" userId="f84698cea26ccaf4" providerId="LiveId" clId="{7969D0CC-6CE5-4727-B2E0-F12A56B7AF9B}" dt="2024-11-14T07:59:26.533" v="1665" actId="1036"/>
          <ac:grpSpMkLst>
            <pc:docMk/>
            <pc:sldMk cId="4284674540" sldId="628"/>
            <ac:grpSpMk id="35" creationId="{2B5AC5E6-D228-6ACC-A74C-3D4607CDD188}"/>
          </ac:grpSpMkLst>
        </pc:grpChg>
        <pc:grpChg chg="mod">
          <ac:chgData name="Nursakirah Ab Rahman Muton" userId="f84698cea26ccaf4" providerId="LiveId" clId="{7969D0CC-6CE5-4727-B2E0-F12A56B7AF9B}" dt="2024-11-14T07:59:26.533" v="1665" actId="1036"/>
          <ac:grpSpMkLst>
            <pc:docMk/>
            <pc:sldMk cId="4284674540" sldId="628"/>
            <ac:grpSpMk id="37" creationId="{81D6D3F6-2DA1-0DE0-7501-456BE4BB620E}"/>
          </ac:grpSpMkLst>
        </pc:grpChg>
      </pc:sldChg>
      <pc:sldChg chg="addSp delSp modSp mod addAnim delAnim modAnim">
        <pc:chgData name="Nursakirah Ab Rahman Muton" userId="f84698cea26ccaf4" providerId="LiveId" clId="{7969D0CC-6CE5-4727-B2E0-F12A56B7AF9B}" dt="2024-11-14T03:21:59.498" v="864" actId="1076"/>
        <pc:sldMkLst>
          <pc:docMk/>
          <pc:sldMk cId="2580856331" sldId="629"/>
        </pc:sldMkLst>
        <pc:spChg chg="mod">
          <ac:chgData name="Nursakirah Ab Rahman Muton" userId="f84698cea26ccaf4" providerId="LiveId" clId="{7969D0CC-6CE5-4727-B2E0-F12A56B7AF9B}" dt="2024-11-14T03:16:19.470" v="785" actId="14100"/>
          <ac:spMkLst>
            <pc:docMk/>
            <pc:sldMk cId="2580856331" sldId="629"/>
            <ac:spMk id="7" creationId="{EC872F2F-0B1D-0E6D-C13D-8ED26DAFC1A2}"/>
          </ac:spMkLst>
        </pc:spChg>
        <pc:spChg chg="del mod">
          <ac:chgData name="Nursakirah Ab Rahman Muton" userId="f84698cea26ccaf4" providerId="LiveId" clId="{7969D0CC-6CE5-4727-B2E0-F12A56B7AF9B}" dt="2024-11-14T03:16:27.213" v="788" actId="478"/>
          <ac:spMkLst>
            <pc:docMk/>
            <pc:sldMk cId="2580856331" sldId="629"/>
            <ac:spMk id="8" creationId="{39FAF3B9-02B9-DC76-CB0F-AC41E57AB569}"/>
          </ac:spMkLst>
        </pc:spChg>
        <pc:spChg chg="add del mod">
          <ac:chgData name="Nursakirah Ab Rahman Muton" userId="f84698cea26ccaf4" providerId="LiveId" clId="{7969D0CC-6CE5-4727-B2E0-F12A56B7AF9B}" dt="2024-11-14T03:20:33.839" v="830" actId="478"/>
          <ac:spMkLst>
            <pc:docMk/>
            <pc:sldMk cId="2580856331" sldId="629"/>
            <ac:spMk id="9" creationId="{6FB7F127-2634-585C-BC4D-1C491EA9B5AF}"/>
          </ac:spMkLst>
        </pc:spChg>
        <pc:spChg chg="add mod">
          <ac:chgData name="Nursakirah Ab Rahman Muton" userId="f84698cea26ccaf4" providerId="LiveId" clId="{7969D0CC-6CE5-4727-B2E0-F12A56B7AF9B}" dt="2024-11-14T03:15:29.203" v="746" actId="1076"/>
          <ac:spMkLst>
            <pc:docMk/>
            <pc:sldMk cId="2580856331" sldId="629"/>
            <ac:spMk id="10" creationId="{43321E69-30FF-BE34-E4A5-756E8F554E0E}"/>
          </ac:spMkLst>
        </pc:spChg>
        <pc:spChg chg="del">
          <ac:chgData name="Nursakirah Ab Rahman Muton" userId="f84698cea26ccaf4" providerId="LiveId" clId="{7969D0CC-6CE5-4727-B2E0-F12A56B7AF9B}" dt="2024-11-14T03:14:40.136" v="721" actId="478"/>
          <ac:spMkLst>
            <pc:docMk/>
            <pc:sldMk cId="2580856331" sldId="629"/>
            <ac:spMk id="12" creationId="{346965D2-8D4D-E5FC-B1D3-0855C9DC6225}"/>
          </ac:spMkLst>
        </pc:spChg>
        <pc:spChg chg="del">
          <ac:chgData name="Nursakirah Ab Rahman Muton" userId="f84698cea26ccaf4" providerId="LiveId" clId="{7969D0CC-6CE5-4727-B2E0-F12A56B7AF9B}" dt="2024-11-14T03:14:40.136" v="721" actId="478"/>
          <ac:spMkLst>
            <pc:docMk/>
            <pc:sldMk cId="2580856331" sldId="629"/>
            <ac:spMk id="13" creationId="{95B51B6A-9907-CBAC-6A3C-8AA81FA07DD1}"/>
          </ac:spMkLst>
        </pc:spChg>
        <pc:spChg chg="del">
          <ac:chgData name="Nursakirah Ab Rahman Muton" userId="f84698cea26ccaf4" providerId="LiveId" clId="{7969D0CC-6CE5-4727-B2E0-F12A56B7AF9B}" dt="2024-11-14T03:14:40.136" v="721" actId="478"/>
          <ac:spMkLst>
            <pc:docMk/>
            <pc:sldMk cId="2580856331" sldId="629"/>
            <ac:spMk id="14" creationId="{E0A1B195-1710-656E-4B07-A18D1E5D86F5}"/>
          </ac:spMkLst>
        </pc:spChg>
        <pc:spChg chg="del">
          <ac:chgData name="Nursakirah Ab Rahman Muton" userId="f84698cea26ccaf4" providerId="LiveId" clId="{7969D0CC-6CE5-4727-B2E0-F12A56B7AF9B}" dt="2024-11-14T03:14:40.136" v="721" actId="478"/>
          <ac:spMkLst>
            <pc:docMk/>
            <pc:sldMk cId="2580856331" sldId="629"/>
            <ac:spMk id="15" creationId="{0F38C3EA-919A-883B-F1EA-8CD74EFA6DF4}"/>
          </ac:spMkLst>
        </pc:spChg>
        <pc:spChg chg="add del mod">
          <ac:chgData name="Nursakirah Ab Rahman Muton" userId="f84698cea26ccaf4" providerId="LiveId" clId="{7969D0CC-6CE5-4727-B2E0-F12A56B7AF9B}" dt="2024-11-14T03:19:27.500" v="825" actId="478"/>
          <ac:spMkLst>
            <pc:docMk/>
            <pc:sldMk cId="2580856331" sldId="629"/>
            <ac:spMk id="23" creationId="{E8FC29CC-B5E7-EE1E-D4A2-67CC05777987}"/>
          </ac:spMkLst>
        </pc:spChg>
        <pc:spChg chg="add mod">
          <ac:chgData name="Nursakirah Ab Rahman Muton" userId="f84698cea26ccaf4" providerId="LiveId" clId="{7969D0CC-6CE5-4727-B2E0-F12A56B7AF9B}" dt="2024-11-14T03:16:25.675" v="787" actId="1076"/>
          <ac:spMkLst>
            <pc:docMk/>
            <pc:sldMk cId="2580856331" sldId="629"/>
            <ac:spMk id="24" creationId="{E370417B-4FC3-C05B-3C78-BEB3A173C258}"/>
          </ac:spMkLst>
        </pc:spChg>
        <pc:spChg chg="add mod">
          <ac:chgData name="Nursakirah Ab Rahman Muton" userId="f84698cea26ccaf4" providerId="LiveId" clId="{7969D0CC-6CE5-4727-B2E0-F12A56B7AF9B}" dt="2024-11-14T03:21:41.976" v="860" actId="403"/>
          <ac:spMkLst>
            <pc:docMk/>
            <pc:sldMk cId="2580856331" sldId="629"/>
            <ac:spMk id="25" creationId="{9EB90B8C-5BF7-04C0-4C5D-8869EBA6D278}"/>
          </ac:spMkLst>
        </pc:spChg>
        <pc:spChg chg="add mod">
          <ac:chgData name="Nursakirah Ab Rahman Muton" userId="f84698cea26ccaf4" providerId="LiveId" clId="{7969D0CC-6CE5-4727-B2E0-F12A56B7AF9B}" dt="2024-11-14T03:21:41.976" v="860" actId="403"/>
          <ac:spMkLst>
            <pc:docMk/>
            <pc:sldMk cId="2580856331" sldId="629"/>
            <ac:spMk id="26" creationId="{29DD210A-7513-CDC4-5D46-99BA76E90F6B}"/>
          </ac:spMkLst>
        </pc:spChg>
        <pc:spChg chg="add mod">
          <ac:chgData name="Nursakirah Ab Rahman Muton" userId="f84698cea26ccaf4" providerId="LiveId" clId="{7969D0CC-6CE5-4727-B2E0-F12A56B7AF9B}" dt="2024-11-14T03:21:51.797" v="861" actId="14100"/>
          <ac:spMkLst>
            <pc:docMk/>
            <pc:sldMk cId="2580856331" sldId="629"/>
            <ac:spMk id="27" creationId="{10980E12-07C6-6B97-B6B1-FD2AC4B9CE15}"/>
          </ac:spMkLst>
        </pc:spChg>
        <pc:spChg chg="add mod">
          <ac:chgData name="Nursakirah Ab Rahman Muton" userId="f84698cea26ccaf4" providerId="LiveId" clId="{7969D0CC-6CE5-4727-B2E0-F12A56B7AF9B}" dt="2024-11-14T03:21:57.085" v="863" actId="14100"/>
          <ac:spMkLst>
            <pc:docMk/>
            <pc:sldMk cId="2580856331" sldId="629"/>
            <ac:spMk id="28" creationId="{00EFE742-478C-FE11-EBC1-3FB9B7408A02}"/>
          </ac:spMkLst>
        </pc:spChg>
        <pc:spChg chg="add mod">
          <ac:chgData name="Nursakirah Ab Rahman Muton" userId="f84698cea26ccaf4" providerId="LiveId" clId="{7969D0CC-6CE5-4727-B2E0-F12A56B7AF9B}" dt="2024-11-14T03:21:59.498" v="864" actId="1076"/>
          <ac:spMkLst>
            <pc:docMk/>
            <pc:sldMk cId="2580856331" sldId="629"/>
            <ac:spMk id="29" creationId="{9481214D-8E06-7029-562B-4005EDBB8CD2}"/>
          </ac:spMkLst>
        </pc:spChg>
        <pc:spChg chg="add mod">
          <ac:chgData name="Nursakirah Ab Rahman Muton" userId="f84698cea26ccaf4" providerId="LiveId" clId="{7969D0CC-6CE5-4727-B2E0-F12A56B7AF9B}" dt="2024-11-14T03:21:41.976" v="860" actId="403"/>
          <ac:spMkLst>
            <pc:docMk/>
            <pc:sldMk cId="2580856331" sldId="629"/>
            <ac:spMk id="30" creationId="{0AEE08EE-F1AD-BCC8-7C96-D309A10E39CF}"/>
          </ac:spMkLst>
        </pc:spChg>
        <pc:spChg chg="add del mod">
          <ac:chgData name="Nursakirah Ab Rahman Muton" userId="f84698cea26ccaf4" providerId="LiveId" clId="{7969D0CC-6CE5-4727-B2E0-F12A56B7AF9B}" dt="2024-11-14T03:21:35.725" v="859" actId="478"/>
          <ac:spMkLst>
            <pc:docMk/>
            <pc:sldMk cId="2580856331" sldId="629"/>
            <ac:spMk id="31" creationId="{B3B9DDEB-F4D8-84DB-22C5-D0CF54EF9F68}"/>
          </ac:spMkLst>
        </pc:spChg>
        <pc:grpChg chg="del">
          <ac:chgData name="Nursakirah Ab Rahman Muton" userId="f84698cea26ccaf4" providerId="LiveId" clId="{7969D0CC-6CE5-4727-B2E0-F12A56B7AF9B}" dt="2024-11-14T03:14:40.136" v="721" actId="478"/>
          <ac:grpSpMkLst>
            <pc:docMk/>
            <pc:sldMk cId="2580856331" sldId="629"/>
            <ac:grpSpMk id="22" creationId="{68C9C3C9-062D-D495-4F89-EF9EECDC6873}"/>
          </ac:grpSpMkLst>
        </pc:grpChg>
        <pc:picChg chg="del mod">
          <ac:chgData name="Nursakirah Ab Rahman Muton" userId="f84698cea26ccaf4" providerId="LiveId" clId="{7969D0CC-6CE5-4727-B2E0-F12A56B7AF9B}" dt="2024-11-14T03:15:19.745" v="739" actId="478"/>
          <ac:picMkLst>
            <pc:docMk/>
            <pc:sldMk cId="2580856331" sldId="629"/>
            <ac:picMk id="6" creationId="{4493EDBE-6092-1A22-6629-F9F64A83A928}"/>
          </ac:picMkLst>
        </pc:picChg>
        <pc:picChg chg="del">
          <ac:chgData name="Nursakirah Ab Rahman Muton" userId="f84698cea26ccaf4" providerId="LiveId" clId="{7969D0CC-6CE5-4727-B2E0-F12A56B7AF9B}" dt="2024-11-14T03:14:40.136" v="721" actId="478"/>
          <ac:picMkLst>
            <pc:docMk/>
            <pc:sldMk cId="2580856331" sldId="629"/>
            <ac:picMk id="11" creationId="{1E93AB8F-FE6D-A41A-185C-ACA5AECFF312}"/>
          </ac:picMkLst>
        </pc:picChg>
      </pc:sldChg>
      <pc:sldChg chg="addSp modSp del mod">
        <pc:chgData name="Nursakirah Ab Rahman Muton" userId="f84698cea26ccaf4" providerId="LiveId" clId="{7969D0CC-6CE5-4727-B2E0-F12A56B7AF9B}" dt="2024-11-14T05:15:46.669" v="1186" actId="47"/>
        <pc:sldMkLst>
          <pc:docMk/>
          <pc:sldMk cId="2862185381" sldId="631"/>
        </pc:sldMkLst>
        <pc:spChg chg="add mod">
          <ac:chgData name="Nursakirah Ab Rahman Muton" userId="f84698cea26ccaf4" providerId="LiveId" clId="{7969D0CC-6CE5-4727-B2E0-F12A56B7AF9B}" dt="2024-11-14T03:29:29.565" v="1019" actId="20577"/>
          <ac:spMkLst>
            <pc:docMk/>
            <pc:sldMk cId="2862185381" sldId="631"/>
            <ac:spMk id="5" creationId="{6EE1BF80-F412-4A3D-641A-888876EFE9BB}"/>
          </ac:spMkLst>
        </pc:spChg>
      </pc:sldChg>
      <pc:sldChg chg="del">
        <pc:chgData name="Nursakirah Ab Rahman Muton" userId="f84698cea26ccaf4" providerId="LiveId" clId="{7969D0CC-6CE5-4727-B2E0-F12A56B7AF9B}" dt="2024-11-14T05:27:16.986" v="1373" actId="47"/>
        <pc:sldMkLst>
          <pc:docMk/>
          <pc:sldMk cId="1077070475" sldId="632"/>
        </pc:sldMkLst>
      </pc:sldChg>
      <pc:sldChg chg="modSp mod">
        <pc:chgData name="Nursakirah Ab Rahman Muton" userId="f84698cea26ccaf4" providerId="LiveId" clId="{7969D0CC-6CE5-4727-B2E0-F12A56B7AF9B}" dt="2024-11-14T09:21:48.980" v="2317" actId="1076"/>
        <pc:sldMkLst>
          <pc:docMk/>
          <pc:sldMk cId="2728040476" sldId="633"/>
        </pc:sldMkLst>
        <pc:picChg chg="mod">
          <ac:chgData name="Nursakirah Ab Rahman Muton" userId="f84698cea26ccaf4" providerId="LiveId" clId="{7969D0CC-6CE5-4727-B2E0-F12A56B7AF9B}" dt="2024-11-14T09:21:48.980" v="2317" actId="1076"/>
          <ac:picMkLst>
            <pc:docMk/>
            <pc:sldMk cId="2728040476" sldId="633"/>
            <ac:picMk id="4" creationId="{5923B282-48C7-1406-2C55-334EDBEB18AE}"/>
          </ac:picMkLst>
        </pc:picChg>
      </pc:sldChg>
      <pc:sldChg chg="delSp modSp mod">
        <pc:chgData name="Nursakirah Ab Rahman Muton" userId="f84698cea26ccaf4" providerId="LiveId" clId="{7969D0CC-6CE5-4727-B2E0-F12A56B7AF9B}" dt="2024-11-18T14:39:50.732" v="2454" actId="478"/>
        <pc:sldMkLst>
          <pc:docMk/>
          <pc:sldMk cId="993444699" sldId="635"/>
        </pc:sldMkLst>
        <pc:spChg chg="del">
          <ac:chgData name="Nursakirah Ab Rahman Muton" userId="f84698cea26ccaf4" providerId="LiveId" clId="{7969D0CC-6CE5-4727-B2E0-F12A56B7AF9B}" dt="2024-11-18T14:39:44.209" v="2452" actId="478"/>
          <ac:spMkLst>
            <pc:docMk/>
            <pc:sldMk cId="993444699" sldId="635"/>
            <ac:spMk id="25" creationId="{9269802F-302E-382D-163D-1549CE4ED1A5}"/>
          </ac:spMkLst>
        </pc:spChg>
        <pc:grpChg chg="mod">
          <ac:chgData name="Nursakirah Ab Rahman Muton" userId="f84698cea26ccaf4" providerId="LiveId" clId="{7969D0CC-6CE5-4727-B2E0-F12A56B7AF9B}" dt="2024-11-18T13:46:34.815" v="2443" actId="1076"/>
          <ac:grpSpMkLst>
            <pc:docMk/>
            <pc:sldMk cId="993444699" sldId="635"/>
            <ac:grpSpMk id="28" creationId="{BB0A6DB8-8CDD-99F6-3C00-DB8BFF0175E4}"/>
          </ac:grpSpMkLst>
        </pc:grpChg>
        <pc:cxnChg chg="del">
          <ac:chgData name="Nursakirah Ab Rahman Muton" userId="f84698cea26ccaf4" providerId="LiveId" clId="{7969D0CC-6CE5-4727-B2E0-F12A56B7AF9B}" dt="2024-11-18T14:39:50.732" v="2454" actId="478"/>
          <ac:cxnSpMkLst>
            <pc:docMk/>
            <pc:sldMk cId="993444699" sldId="635"/>
            <ac:cxnSpMk id="22" creationId="{B794643F-0572-07E7-7501-4AFE35BAF992}"/>
          </ac:cxnSpMkLst>
        </pc:cxnChg>
        <pc:cxnChg chg="del">
          <ac:chgData name="Nursakirah Ab Rahman Muton" userId="f84698cea26ccaf4" providerId="LiveId" clId="{7969D0CC-6CE5-4727-B2E0-F12A56B7AF9B}" dt="2024-11-18T14:39:47.559" v="2453" actId="478"/>
          <ac:cxnSpMkLst>
            <pc:docMk/>
            <pc:sldMk cId="993444699" sldId="635"/>
            <ac:cxnSpMk id="27" creationId="{7D29C361-1028-E07D-BC28-102B1FBF97C3}"/>
          </ac:cxnSpMkLst>
        </pc:cxnChg>
      </pc:sldChg>
      <pc:sldChg chg="addSp delSp mod">
        <pc:chgData name="Nursakirah Ab Rahman Muton" userId="f84698cea26ccaf4" providerId="LiveId" clId="{7969D0CC-6CE5-4727-B2E0-F12A56B7AF9B}" dt="2024-11-20T06:04:33.694" v="2946" actId="478"/>
        <pc:sldMkLst>
          <pc:docMk/>
          <pc:sldMk cId="670992597" sldId="636"/>
        </pc:sldMkLst>
        <pc:inkChg chg="add del">
          <ac:chgData name="Nursakirah Ab Rahman Muton" userId="f84698cea26ccaf4" providerId="LiveId" clId="{7969D0CC-6CE5-4727-B2E0-F12A56B7AF9B}" dt="2024-11-20T06:04:33.694" v="2946" actId="478"/>
          <ac:inkMkLst>
            <pc:docMk/>
            <pc:sldMk cId="670992597" sldId="636"/>
            <ac:inkMk id="10" creationId="{1CFAAEFF-0D6B-3F14-2527-C804AE79576B}"/>
          </ac:inkMkLst>
        </pc:inkChg>
      </pc:sldChg>
      <pc:sldChg chg="addSp delSp mod">
        <pc:chgData name="Nursakirah Ab Rahman Muton" userId="f84698cea26ccaf4" providerId="LiveId" clId="{7969D0CC-6CE5-4727-B2E0-F12A56B7AF9B}" dt="2024-11-20T06:03:09.348" v="2945" actId="478"/>
        <pc:sldMkLst>
          <pc:docMk/>
          <pc:sldMk cId="782917239" sldId="637"/>
        </pc:sldMkLst>
        <pc:inkChg chg="add del">
          <ac:chgData name="Nursakirah Ab Rahman Muton" userId="f84698cea26ccaf4" providerId="LiveId" clId="{7969D0CC-6CE5-4727-B2E0-F12A56B7AF9B}" dt="2024-11-20T06:03:09.348" v="2945" actId="478"/>
          <ac:inkMkLst>
            <pc:docMk/>
            <pc:sldMk cId="782917239" sldId="637"/>
            <ac:inkMk id="10" creationId="{20EDE6E1-E69E-18F4-9131-ACC43D86B43D}"/>
          </ac:inkMkLst>
        </pc:inkChg>
      </pc:sldChg>
      <pc:sldChg chg="addSp delSp mod">
        <pc:chgData name="Nursakirah Ab Rahman Muton" userId="f84698cea26ccaf4" providerId="LiveId" clId="{7969D0CC-6CE5-4727-B2E0-F12A56B7AF9B}" dt="2024-11-20T06:03:04.682" v="2944" actId="478"/>
        <pc:sldMkLst>
          <pc:docMk/>
          <pc:sldMk cId="1867736607" sldId="640"/>
        </pc:sldMkLst>
        <pc:inkChg chg="add del">
          <ac:chgData name="Nursakirah Ab Rahman Muton" userId="f84698cea26ccaf4" providerId="LiveId" clId="{7969D0CC-6CE5-4727-B2E0-F12A56B7AF9B}" dt="2024-11-20T06:03:04.682" v="2944" actId="478"/>
          <ac:inkMkLst>
            <pc:docMk/>
            <pc:sldMk cId="1867736607" sldId="640"/>
            <ac:inkMk id="6" creationId="{E72AC4C9-E3FE-9ED2-1A86-8DD12E424C9B}"/>
          </ac:inkMkLst>
        </pc:inkChg>
      </pc:sldChg>
      <pc:sldChg chg="addSp">
        <pc:chgData name="Nursakirah Ab Rahman Muton" userId="f84698cea26ccaf4" providerId="LiveId" clId="{7969D0CC-6CE5-4727-B2E0-F12A56B7AF9B}" dt="2024-11-19T06:44:25.930" v="2529"/>
        <pc:sldMkLst>
          <pc:docMk/>
          <pc:sldMk cId="4136805434" sldId="641"/>
        </pc:sldMkLst>
        <pc:inkChg chg="add">
          <ac:chgData name="Nursakirah Ab Rahman Muton" userId="f84698cea26ccaf4" providerId="LiveId" clId="{7969D0CC-6CE5-4727-B2E0-F12A56B7AF9B}" dt="2024-11-19T06:44:25.930" v="2529"/>
          <ac:inkMkLst>
            <pc:docMk/>
            <pc:sldMk cId="4136805434" sldId="641"/>
            <ac:inkMk id="3" creationId="{55583680-4113-6E4D-4225-58CF49C9EB75}"/>
          </ac:inkMkLst>
        </pc:inkChg>
      </pc:sldChg>
      <pc:sldChg chg="addSp modSp mod modAnim">
        <pc:chgData name="Nursakirah Ab Rahman Muton" userId="f84698cea26ccaf4" providerId="LiveId" clId="{7969D0CC-6CE5-4727-B2E0-F12A56B7AF9B}" dt="2024-11-20T13:58:08.077" v="4327"/>
        <pc:sldMkLst>
          <pc:docMk/>
          <pc:sldMk cId="1989284760" sldId="644"/>
        </pc:sldMkLst>
        <pc:spChg chg="mod">
          <ac:chgData name="Nursakirah Ab Rahman Muton" userId="f84698cea26ccaf4" providerId="LiveId" clId="{7969D0CC-6CE5-4727-B2E0-F12A56B7AF9B}" dt="2024-11-03T07:54:13.652" v="119" actId="27636"/>
          <ac:spMkLst>
            <pc:docMk/>
            <pc:sldMk cId="1989284760" sldId="644"/>
            <ac:spMk id="80899" creationId="{AD21EB7B-E656-4927-5901-F97C676E67B4}"/>
          </ac:spMkLst>
        </pc:spChg>
        <pc:inkChg chg="add">
          <ac:chgData name="Nursakirah Ab Rahman Muton" userId="f84698cea26ccaf4" providerId="LiveId" clId="{7969D0CC-6CE5-4727-B2E0-F12A56B7AF9B}" dt="2024-11-20T13:58:08.077" v="4327"/>
          <ac:inkMkLst>
            <pc:docMk/>
            <pc:sldMk cId="1989284760" sldId="644"/>
            <ac:inkMk id="12" creationId="{34478698-2A30-CA3B-4FFD-9F76AA70EA96}"/>
          </ac:inkMkLst>
        </pc:inkChg>
      </pc:sldChg>
      <pc:sldChg chg="addSp delSp mod">
        <pc:chgData name="Nursakirah Ab Rahman Muton" userId="f84698cea26ccaf4" providerId="LiveId" clId="{7969D0CC-6CE5-4727-B2E0-F12A56B7AF9B}" dt="2024-11-21T14:33:06.805" v="4784" actId="478"/>
        <pc:sldMkLst>
          <pc:docMk/>
          <pc:sldMk cId="1216804273" sldId="646"/>
        </pc:sldMkLst>
        <pc:inkChg chg="add del">
          <ac:chgData name="Nursakirah Ab Rahman Muton" userId="f84698cea26ccaf4" providerId="LiveId" clId="{7969D0CC-6CE5-4727-B2E0-F12A56B7AF9B}" dt="2024-11-21T14:33:06.805" v="4784" actId="478"/>
          <ac:inkMkLst>
            <pc:docMk/>
            <pc:sldMk cId="1216804273" sldId="646"/>
            <ac:inkMk id="4" creationId="{93EC7EDA-5150-2026-1DF3-3F9CAAC0FD7D}"/>
          </ac:inkMkLst>
        </pc:inkChg>
      </pc:sldChg>
      <pc:sldChg chg="modSp mod">
        <pc:chgData name="Nursakirah Ab Rahman Muton" userId="f84698cea26ccaf4" providerId="LiveId" clId="{7969D0CC-6CE5-4727-B2E0-F12A56B7AF9B}" dt="2024-11-18T17:26:14.944" v="2528" actId="1076"/>
        <pc:sldMkLst>
          <pc:docMk/>
          <pc:sldMk cId="1468377657" sldId="647"/>
        </pc:sldMkLst>
        <pc:spChg chg="mod">
          <ac:chgData name="Nursakirah Ab Rahman Muton" userId="f84698cea26ccaf4" providerId="LiveId" clId="{7969D0CC-6CE5-4727-B2E0-F12A56B7AF9B}" dt="2024-11-18T17:25:06.741" v="2525" actId="1076"/>
          <ac:spMkLst>
            <pc:docMk/>
            <pc:sldMk cId="1468377657" sldId="647"/>
            <ac:spMk id="8" creationId="{6F8B4A26-EF30-91D2-C254-0F2966710FAA}"/>
          </ac:spMkLst>
        </pc:spChg>
        <pc:spChg chg="mod">
          <ac:chgData name="Nursakirah Ab Rahman Muton" userId="f84698cea26ccaf4" providerId="LiveId" clId="{7969D0CC-6CE5-4727-B2E0-F12A56B7AF9B}" dt="2024-11-18T17:25:09.299" v="2526" actId="1076"/>
          <ac:spMkLst>
            <pc:docMk/>
            <pc:sldMk cId="1468377657" sldId="647"/>
            <ac:spMk id="9" creationId="{6ED6BDDD-B195-EE3C-43D0-119B15ABD324}"/>
          </ac:spMkLst>
        </pc:spChg>
        <pc:spChg chg="mod">
          <ac:chgData name="Nursakirah Ab Rahman Muton" userId="f84698cea26ccaf4" providerId="LiveId" clId="{7969D0CC-6CE5-4727-B2E0-F12A56B7AF9B}" dt="2024-11-18T17:25:12.102" v="2527" actId="1076"/>
          <ac:spMkLst>
            <pc:docMk/>
            <pc:sldMk cId="1468377657" sldId="647"/>
            <ac:spMk id="10" creationId="{245265FD-A9C1-8522-1F1B-721C9381A5B7}"/>
          </ac:spMkLst>
        </pc:spChg>
        <pc:picChg chg="mod">
          <ac:chgData name="Nursakirah Ab Rahman Muton" userId="f84698cea26ccaf4" providerId="LiveId" clId="{7969D0CC-6CE5-4727-B2E0-F12A56B7AF9B}" dt="2024-11-18T17:26:14.944" v="2528" actId="1076"/>
          <ac:picMkLst>
            <pc:docMk/>
            <pc:sldMk cId="1468377657" sldId="647"/>
            <ac:picMk id="20" creationId="{A3C060DC-8896-84CC-39BA-E4A5CFC8652E}"/>
          </ac:picMkLst>
        </pc:picChg>
      </pc:sldChg>
      <pc:sldChg chg="del">
        <pc:chgData name="Nursakirah Ab Rahman Muton" userId="f84698cea26ccaf4" providerId="LiveId" clId="{7969D0CC-6CE5-4727-B2E0-F12A56B7AF9B}" dt="2024-11-14T05:31:16.201" v="1623" actId="47"/>
        <pc:sldMkLst>
          <pc:docMk/>
          <pc:sldMk cId="4050843904" sldId="652"/>
        </pc:sldMkLst>
      </pc:sldChg>
      <pc:sldChg chg="modSp mod">
        <pc:chgData name="Nursakirah Ab Rahman Muton" userId="f84698cea26ccaf4" providerId="LiveId" clId="{7969D0CC-6CE5-4727-B2E0-F12A56B7AF9B}" dt="2024-11-14T11:03:23.634" v="2325" actId="1076"/>
        <pc:sldMkLst>
          <pc:docMk/>
          <pc:sldMk cId="1471886025" sldId="653"/>
        </pc:sldMkLst>
        <pc:picChg chg="mod">
          <ac:chgData name="Nursakirah Ab Rahman Muton" userId="f84698cea26ccaf4" providerId="LiveId" clId="{7969D0CC-6CE5-4727-B2E0-F12A56B7AF9B}" dt="2024-11-14T11:03:23.634" v="2325" actId="1076"/>
          <ac:picMkLst>
            <pc:docMk/>
            <pc:sldMk cId="1471886025" sldId="653"/>
            <ac:picMk id="5" creationId="{19377D8B-1BB7-023B-EAA1-ECC640499FC7}"/>
          </ac:picMkLst>
        </pc:picChg>
      </pc:sldChg>
      <pc:sldChg chg="del">
        <pc:chgData name="Nursakirah Ab Rahman Muton" userId="f84698cea26ccaf4" providerId="LiveId" clId="{7969D0CC-6CE5-4727-B2E0-F12A56B7AF9B}" dt="2024-11-03T07:58:12.616" v="137" actId="2696"/>
        <pc:sldMkLst>
          <pc:docMk/>
          <pc:sldMk cId="3588494218" sldId="655"/>
        </pc:sldMkLst>
      </pc:sldChg>
      <pc:sldChg chg="modSp mod">
        <pc:chgData name="Nursakirah Ab Rahman Muton" userId="f84698cea26ccaf4" providerId="LiveId" clId="{7969D0CC-6CE5-4727-B2E0-F12A56B7AF9B}" dt="2024-11-18T06:47:15.238" v="2392" actId="1076"/>
        <pc:sldMkLst>
          <pc:docMk/>
          <pc:sldMk cId="677127815" sldId="657"/>
        </pc:sldMkLst>
        <pc:picChg chg="mod">
          <ac:chgData name="Nursakirah Ab Rahman Muton" userId="f84698cea26ccaf4" providerId="LiveId" clId="{7969D0CC-6CE5-4727-B2E0-F12A56B7AF9B}" dt="2024-11-18T06:47:15.238" v="2392" actId="1076"/>
          <ac:picMkLst>
            <pc:docMk/>
            <pc:sldMk cId="677127815" sldId="657"/>
            <ac:picMk id="4" creationId="{541E5CAC-D405-C96C-A3EC-5FBA51EAF73C}"/>
          </ac:picMkLst>
        </pc:picChg>
      </pc:sldChg>
      <pc:sldChg chg="addSp delSp modSp mod">
        <pc:chgData name="Nursakirah Ab Rahman Muton" userId="f84698cea26ccaf4" providerId="LiveId" clId="{7969D0CC-6CE5-4727-B2E0-F12A56B7AF9B}" dt="2024-11-20T10:42:42.252" v="3834" actId="1076"/>
        <pc:sldMkLst>
          <pc:docMk/>
          <pc:sldMk cId="3230178431" sldId="661"/>
        </pc:sldMkLst>
        <pc:spChg chg="add mod">
          <ac:chgData name="Nursakirah Ab Rahman Muton" userId="f84698cea26ccaf4" providerId="LiveId" clId="{7969D0CC-6CE5-4727-B2E0-F12A56B7AF9B}" dt="2024-11-20T10:42:42.252" v="3834" actId="1076"/>
          <ac:spMkLst>
            <pc:docMk/>
            <pc:sldMk cId="3230178431" sldId="661"/>
            <ac:spMk id="6" creationId="{838B0066-BE61-3293-1DA8-FFC9678F1C10}"/>
          </ac:spMkLst>
        </pc:spChg>
        <pc:picChg chg="del">
          <ac:chgData name="Nursakirah Ab Rahman Muton" userId="f84698cea26ccaf4" providerId="LiveId" clId="{7969D0CC-6CE5-4727-B2E0-F12A56B7AF9B}" dt="2024-11-20T10:42:29.498" v="3827" actId="478"/>
          <ac:picMkLst>
            <pc:docMk/>
            <pc:sldMk cId="3230178431" sldId="661"/>
            <ac:picMk id="5" creationId="{47910675-1B30-540F-810B-3FF79E8292AD}"/>
          </ac:picMkLst>
        </pc:picChg>
      </pc:sldChg>
      <pc:sldChg chg="modSp mod">
        <pc:chgData name="Nursakirah Ab Rahman Muton" userId="f84698cea26ccaf4" providerId="LiveId" clId="{7969D0CC-6CE5-4727-B2E0-F12A56B7AF9B}" dt="2024-11-03T07:57:59.706" v="136" actId="1076"/>
        <pc:sldMkLst>
          <pc:docMk/>
          <pc:sldMk cId="1477017787" sldId="664"/>
        </pc:sldMkLst>
        <pc:spChg chg="mod">
          <ac:chgData name="Nursakirah Ab Rahman Muton" userId="f84698cea26ccaf4" providerId="LiveId" clId="{7969D0CC-6CE5-4727-B2E0-F12A56B7AF9B}" dt="2024-11-03T07:57:59.706" v="136" actId="1076"/>
          <ac:spMkLst>
            <pc:docMk/>
            <pc:sldMk cId="1477017787" sldId="664"/>
            <ac:spMk id="3" creationId="{B1A1E19A-A2B8-A5F3-2EF2-F6EF80E75DBE}"/>
          </ac:spMkLst>
        </pc:spChg>
      </pc:sldChg>
      <pc:sldChg chg="addSp delSp modSp mod">
        <pc:chgData name="Nursakirah Ab Rahman Muton" userId="f84698cea26ccaf4" providerId="LiveId" clId="{7969D0CC-6CE5-4727-B2E0-F12A56B7AF9B}" dt="2024-11-14T09:06:08.313" v="2286" actId="403"/>
        <pc:sldMkLst>
          <pc:docMk/>
          <pc:sldMk cId="596464860" sldId="665"/>
        </pc:sldMkLst>
        <pc:spChg chg="mod">
          <ac:chgData name="Nursakirah Ab Rahman Muton" userId="f84698cea26ccaf4" providerId="LiveId" clId="{7969D0CC-6CE5-4727-B2E0-F12A56B7AF9B}" dt="2024-11-14T09:06:08.313" v="2286" actId="403"/>
          <ac:spMkLst>
            <pc:docMk/>
            <pc:sldMk cId="596464860" sldId="665"/>
            <ac:spMk id="2" creationId="{9FA6BA59-09D1-D5A1-CAB6-CEAC543945E0}"/>
          </ac:spMkLst>
        </pc:spChg>
        <pc:spChg chg="mod">
          <ac:chgData name="Nursakirah Ab Rahman Muton" userId="f84698cea26ccaf4" providerId="LiveId" clId="{7969D0CC-6CE5-4727-B2E0-F12A56B7AF9B}" dt="2024-11-14T09:06:08.313" v="2286" actId="403"/>
          <ac:spMkLst>
            <pc:docMk/>
            <pc:sldMk cId="596464860" sldId="665"/>
            <ac:spMk id="5" creationId="{8DDF3842-1278-346D-09DB-652B9A569A9F}"/>
          </ac:spMkLst>
        </pc:spChg>
        <pc:spChg chg="mod topLvl">
          <ac:chgData name="Nursakirah Ab Rahman Muton" userId="f84698cea26ccaf4" providerId="LiveId" clId="{7969D0CC-6CE5-4727-B2E0-F12A56B7AF9B}" dt="2024-11-14T09:06:08.313" v="2286" actId="403"/>
          <ac:spMkLst>
            <pc:docMk/>
            <pc:sldMk cId="596464860" sldId="665"/>
            <ac:spMk id="8" creationId="{8981428D-4C64-E691-F00F-682A46729864}"/>
          </ac:spMkLst>
        </pc:spChg>
        <pc:spChg chg="mod">
          <ac:chgData name="Nursakirah Ab Rahman Muton" userId="f84698cea26ccaf4" providerId="LiveId" clId="{7969D0CC-6CE5-4727-B2E0-F12A56B7AF9B}" dt="2024-11-14T09:02:58.338" v="2235" actId="20577"/>
          <ac:spMkLst>
            <pc:docMk/>
            <pc:sldMk cId="596464860" sldId="665"/>
            <ac:spMk id="14" creationId="{EA595CCB-83C1-6460-586E-33D032330EF3}"/>
          </ac:spMkLst>
        </pc:spChg>
        <pc:grpChg chg="add del mod">
          <ac:chgData name="Nursakirah Ab Rahman Muton" userId="f84698cea26ccaf4" providerId="LiveId" clId="{7969D0CC-6CE5-4727-B2E0-F12A56B7AF9B}" dt="2024-11-14T09:05:44.805" v="2278" actId="165"/>
          <ac:grpSpMkLst>
            <pc:docMk/>
            <pc:sldMk cId="596464860" sldId="665"/>
            <ac:grpSpMk id="6" creationId="{7E38A7E5-670D-331F-121F-E09D5D2945DD}"/>
          </ac:grpSpMkLst>
        </pc:grpChg>
        <pc:grpChg chg="add del">
          <ac:chgData name="Nursakirah Ab Rahman Muton" userId="f84698cea26ccaf4" providerId="LiveId" clId="{7969D0CC-6CE5-4727-B2E0-F12A56B7AF9B}" dt="2024-11-14T09:05:57.181" v="2281" actId="478"/>
          <ac:grpSpMkLst>
            <pc:docMk/>
            <pc:sldMk cId="596464860" sldId="665"/>
            <ac:grpSpMk id="18" creationId="{A2C93AD5-7C1D-4A45-7BDA-F377A1CDE1F5}"/>
          </ac:grpSpMkLst>
        </pc:grpChg>
        <pc:cxnChg chg="add del mod topLvl">
          <ac:chgData name="Nursakirah Ab Rahman Muton" userId="f84698cea26ccaf4" providerId="LiveId" clId="{7969D0CC-6CE5-4727-B2E0-F12A56B7AF9B}" dt="2024-11-14T09:05:44.805" v="2278" actId="165"/>
          <ac:cxnSpMkLst>
            <pc:docMk/>
            <pc:sldMk cId="596464860" sldId="665"/>
            <ac:cxnSpMk id="9" creationId="{598A7275-DFF3-D04F-EBD5-6B4A28F91F69}"/>
          </ac:cxnSpMkLst>
        </pc:cxnChg>
        <pc:cxnChg chg="del mod topLvl">
          <ac:chgData name="Nursakirah Ab Rahman Muton" userId="f84698cea26ccaf4" providerId="LiveId" clId="{7969D0CC-6CE5-4727-B2E0-F12A56B7AF9B}" dt="2024-11-14T09:05:48.352" v="2279" actId="478"/>
          <ac:cxnSpMkLst>
            <pc:docMk/>
            <pc:sldMk cId="596464860" sldId="665"/>
            <ac:cxnSpMk id="10" creationId="{42F87BC6-922D-B6ED-4106-0D0A768D384E}"/>
          </ac:cxnSpMkLst>
        </pc:cxnChg>
        <pc:cxnChg chg="add del mod topLvl">
          <ac:chgData name="Nursakirah Ab Rahman Muton" userId="f84698cea26ccaf4" providerId="LiveId" clId="{7969D0CC-6CE5-4727-B2E0-F12A56B7AF9B}" dt="2024-11-14T09:05:48.352" v="2279" actId="478"/>
          <ac:cxnSpMkLst>
            <pc:docMk/>
            <pc:sldMk cId="596464860" sldId="665"/>
            <ac:cxnSpMk id="13" creationId="{5673BF52-A5D4-D343-7788-06E715D240D5}"/>
          </ac:cxnSpMkLst>
        </pc:cxnChg>
      </pc:sldChg>
      <pc:sldChg chg="del">
        <pc:chgData name="Nursakirah Ab Rahman Muton" userId="f84698cea26ccaf4" providerId="LiveId" clId="{7969D0CC-6CE5-4727-B2E0-F12A56B7AF9B}" dt="2024-10-25T18:13:19.255" v="1" actId="47"/>
        <pc:sldMkLst>
          <pc:docMk/>
          <pc:sldMk cId="3648501082" sldId="666"/>
        </pc:sldMkLst>
      </pc:sldChg>
      <pc:sldChg chg="addSp delSp modSp add del mod">
        <pc:chgData name="Nursakirah Ab Rahman Muton" userId="f84698cea26ccaf4" providerId="LiveId" clId="{7969D0CC-6CE5-4727-B2E0-F12A56B7AF9B}" dt="2024-11-03T08:30:03.952" v="473" actId="47"/>
        <pc:sldMkLst>
          <pc:docMk/>
          <pc:sldMk cId="1074220371" sldId="668"/>
        </pc:sldMkLst>
        <pc:spChg chg="mod">
          <ac:chgData name="Nursakirah Ab Rahman Muton" userId="f84698cea26ccaf4" providerId="LiveId" clId="{7969D0CC-6CE5-4727-B2E0-F12A56B7AF9B}" dt="2024-11-03T07:51:48.357" v="97" actId="20577"/>
          <ac:spMkLst>
            <pc:docMk/>
            <pc:sldMk cId="1074220371" sldId="668"/>
            <ac:spMk id="24578" creationId="{B7534B0C-1571-6999-4D10-2F7302E06161}"/>
          </ac:spMkLst>
        </pc:spChg>
        <pc:graphicFrameChg chg="mod modGraphic">
          <ac:chgData name="Nursakirah Ab Rahman Muton" userId="f84698cea26ccaf4" providerId="LiveId" clId="{7969D0CC-6CE5-4727-B2E0-F12A56B7AF9B}" dt="2024-11-03T08:10:13.577" v="189" actId="2165"/>
          <ac:graphicFrameMkLst>
            <pc:docMk/>
            <pc:sldMk cId="1074220371" sldId="668"/>
            <ac:graphicFrameMk id="2" creationId="{F5A9C64E-E458-7A17-BF48-B3599E9ADAFF}"/>
          </ac:graphicFrameMkLst>
        </pc:graphicFrameChg>
        <pc:cxnChg chg="del mod">
          <ac:chgData name="Nursakirah Ab Rahman Muton" userId="f84698cea26ccaf4" providerId="LiveId" clId="{7969D0CC-6CE5-4727-B2E0-F12A56B7AF9B}" dt="2024-11-03T07:59:43.793" v="147" actId="478"/>
          <ac:cxnSpMkLst>
            <pc:docMk/>
            <pc:sldMk cId="1074220371" sldId="668"/>
            <ac:cxnSpMk id="5" creationId="{62669379-28C0-B98F-AEE3-A6BD8FD4AB99}"/>
          </ac:cxnSpMkLst>
        </pc:cxnChg>
        <pc:cxnChg chg="add mod">
          <ac:chgData name="Nursakirah Ab Rahman Muton" userId="f84698cea26ccaf4" providerId="LiveId" clId="{7969D0CC-6CE5-4727-B2E0-F12A56B7AF9B}" dt="2024-11-03T08:10:34.198" v="191" actId="1076"/>
          <ac:cxnSpMkLst>
            <pc:docMk/>
            <pc:sldMk cId="1074220371" sldId="668"/>
            <ac:cxnSpMk id="6" creationId="{5B596ED3-9C9C-5D16-1806-C151801C2144}"/>
          </ac:cxnSpMkLst>
        </pc:cxnChg>
        <pc:cxnChg chg="add mod">
          <ac:chgData name="Nursakirah Ab Rahman Muton" userId="f84698cea26ccaf4" providerId="LiveId" clId="{7969D0CC-6CE5-4727-B2E0-F12A56B7AF9B}" dt="2024-11-03T07:59:56.835" v="151" actId="1038"/>
          <ac:cxnSpMkLst>
            <pc:docMk/>
            <pc:sldMk cId="1074220371" sldId="668"/>
            <ac:cxnSpMk id="7" creationId="{78A8798A-228E-7E19-0B0F-8E10D38ACF1B}"/>
          </ac:cxnSpMkLst>
        </pc:cxnChg>
        <pc:cxnChg chg="mod">
          <ac:chgData name="Nursakirah Ab Rahman Muton" userId="f84698cea26ccaf4" providerId="LiveId" clId="{7969D0CC-6CE5-4727-B2E0-F12A56B7AF9B}" dt="2024-11-03T08:12:33.345" v="199" actId="1076"/>
          <ac:cxnSpMkLst>
            <pc:docMk/>
            <pc:sldMk cId="1074220371" sldId="668"/>
            <ac:cxnSpMk id="8" creationId="{23467723-4E3A-4893-163F-F4AF94F333A2}"/>
          </ac:cxnSpMkLst>
        </pc:cxnChg>
        <pc:cxnChg chg="mod">
          <ac:chgData name="Nursakirah Ab Rahman Muton" userId="f84698cea26ccaf4" providerId="LiveId" clId="{7969D0CC-6CE5-4727-B2E0-F12A56B7AF9B}" dt="2024-11-03T08:10:29.099" v="190" actId="1076"/>
          <ac:cxnSpMkLst>
            <pc:docMk/>
            <pc:sldMk cId="1074220371" sldId="668"/>
            <ac:cxnSpMk id="9" creationId="{B1720647-A049-EC94-88F9-3BEBE1EB9508}"/>
          </ac:cxnSpMkLst>
        </pc:cxnChg>
        <pc:cxnChg chg="del mod">
          <ac:chgData name="Nursakirah Ab Rahman Muton" userId="f84698cea26ccaf4" providerId="LiveId" clId="{7969D0CC-6CE5-4727-B2E0-F12A56B7AF9B}" dt="2024-11-03T07:59:33.144" v="144" actId="478"/>
          <ac:cxnSpMkLst>
            <pc:docMk/>
            <pc:sldMk cId="1074220371" sldId="668"/>
            <ac:cxnSpMk id="11" creationId="{8B4B876A-5742-EB80-FC25-A81D3429121F}"/>
          </ac:cxnSpMkLst>
        </pc:cxnChg>
        <pc:cxnChg chg="mod">
          <ac:chgData name="Nursakirah Ab Rahman Muton" userId="f84698cea26ccaf4" providerId="LiveId" clId="{7969D0CC-6CE5-4727-B2E0-F12A56B7AF9B}" dt="2024-11-03T08:10:37.702" v="192" actId="1076"/>
          <ac:cxnSpMkLst>
            <pc:docMk/>
            <pc:sldMk cId="1074220371" sldId="668"/>
            <ac:cxnSpMk id="12" creationId="{374D8711-4813-BB31-DD1A-CDF095E4A4D2}"/>
          </ac:cxnSpMkLst>
        </pc:cxnChg>
        <pc:cxnChg chg="mod">
          <ac:chgData name="Nursakirah Ab Rahman Muton" userId="f84698cea26ccaf4" providerId="LiveId" clId="{7969D0CC-6CE5-4727-B2E0-F12A56B7AF9B}" dt="2024-11-03T08:12:39.407" v="201" actId="1076"/>
          <ac:cxnSpMkLst>
            <pc:docMk/>
            <pc:sldMk cId="1074220371" sldId="668"/>
            <ac:cxnSpMk id="13" creationId="{54799E96-8130-CB95-6418-424DCB613D75}"/>
          </ac:cxnSpMkLst>
        </pc:cxnChg>
        <pc:cxnChg chg="mod">
          <ac:chgData name="Nursakirah Ab Rahman Muton" userId="f84698cea26ccaf4" providerId="LiveId" clId="{7969D0CC-6CE5-4727-B2E0-F12A56B7AF9B}" dt="2024-11-03T08:12:41.420" v="202" actId="1076"/>
          <ac:cxnSpMkLst>
            <pc:docMk/>
            <pc:sldMk cId="1074220371" sldId="668"/>
            <ac:cxnSpMk id="14" creationId="{72B937A5-3855-E9C5-6DDF-1C831A99164E}"/>
          </ac:cxnSpMkLst>
        </pc:cxnChg>
        <pc:cxnChg chg="mod">
          <ac:chgData name="Nursakirah Ab Rahman Muton" userId="f84698cea26ccaf4" providerId="LiveId" clId="{7969D0CC-6CE5-4727-B2E0-F12A56B7AF9B}" dt="2024-11-03T08:12:36.370" v="200" actId="1076"/>
          <ac:cxnSpMkLst>
            <pc:docMk/>
            <pc:sldMk cId="1074220371" sldId="668"/>
            <ac:cxnSpMk id="18" creationId="{B71ADF1D-D423-C865-116D-7708ED5FB1B2}"/>
          </ac:cxnSpMkLst>
        </pc:cxnChg>
      </pc:sldChg>
      <pc:sldChg chg="delSp modSp add del mod">
        <pc:chgData name="Nursakirah Ab Rahman Muton" userId="f84698cea26ccaf4" providerId="LiveId" clId="{7969D0CC-6CE5-4727-B2E0-F12A56B7AF9B}" dt="2024-11-03T07:51:39.960" v="85" actId="47"/>
        <pc:sldMkLst>
          <pc:docMk/>
          <pc:sldMk cId="2494366387" sldId="668"/>
        </pc:sldMkLst>
        <pc:spChg chg="mod">
          <ac:chgData name="Nursakirah Ab Rahman Muton" userId="f84698cea26ccaf4" providerId="LiveId" clId="{7969D0CC-6CE5-4727-B2E0-F12A56B7AF9B}" dt="2024-11-03T07:49:47.153" v="67" actId="14100"/>
          <ac:spMkLst>
            <pc:docMk/>
            <pc:sldMk cId="2494366387" sldId="668"/>
            <ac:spMk id="24578" creationId="{419244F3-4339-96EB-9360-488B6A535780}"/>
          </ac:spMkLst>
        </pc:spChg>
        <pc:graphicFrameChg chg="del mod modGraphic">
          <ac:chgData name="Nursakirah Ab Rahman Muton" userId="f84698cea26ccaf4" providerId="LiveId" clId="{7969D0CC-6CE5-4727-B2E0-F12A56B7AF9B}" dt="2024-11-03T07:50:31.973" v="79" actId="478"/>
          <ac:graphicFrameMkLst>
            <pc:docMk/>
            <pc:sldMk cId="2494366387" sldId="668"/>
            <ac:graphicFrameMk id="2" creationId="{CC65EBC2-B5F7-8FBE-DFC7-49CB83EFD068}"/>
          </ac:graphicFrameMkLst>
        </pc:graphicFrameChg>
        <pc:cxnChg chg="del">
          <ac:chgData name="Nursakirah Ab Rahman Muton" userId="f84698cea26ccaf4" providerId="LiveId" clId="{7969D0CC-6CE5-4727-B2E0-F12A56B7AF9B}" dt="2024-11-03T07:50:20.659" v="78" actId="478"/>
          <ac:cxnSpMkLst>
            <pc:docMk/>
            <pc:sldMk cId="2494366387" sldId="668"/>
            <ac:cxnSpMk id="5" creationId="{3E637280-9B5F-6293-24DA-7889CEFC542E}"/>
          </ac:cxnSpMkLst>
        </pc:cxnChg>
        <pc:cxnChg chg="del">
          <ac:chgData name="Nursakirah Ab Rahman Muton" userId="f84698cea26ccaf4" providerId="LiveId" clId="{7969D0CC-6CE5-4727-B2E0-F12A56B7AF9B}" dt="2024-11-03T07:50:15.058" v="71" actId="478"/>
          <ac:cxnSpMkLst>
            <pc:docMk/>
            <pc:sldMk cId="2494366387" sldId="668"/>
            <ac:cxnSpMk id="8" creationId="{2DA9A328-D494-1A31-6602-8322C6EC0AB1}"/>
          </ac:cxnSpMkLst>
        </pc:cxnChg>
        <pc:cxnChg chg="del">
          <ac:chgData name="Nursakirah Ab Rahman Muton" userId="f84698cea26ccaf4" providerId="LiveId" clId="{7969D0CC-6CE5-4727-B2E0-F12A56B7AF9B}" dt="2024-11-03T07:50:19.640" v="77" actId="478"/>
          <ac:cxnSpMkLst>
            <pc:docMk/>
            <pc:sldMk cId="2494366387" sldId="668"/>
            <ac:cxnSpMk id="9" creationId="{84DAA7F5-F67F-C28A-3A19-9852735D9B79}"/>
          </ac:cxnSpMkLst>
        </pc:cxnChg>
        <pc:cxnChg chg="del">
          <ac:chgData name="Nursakirah Ab Rahman Muton" userId="f84698cea26ccaf4" providerId="LiveId" clId="{7969D0CC-6CE5-4727-B2E0-F12A56B7AF9B}" dt="2024-11-03T07:50:19.076" v="76" actId="478"/>
          <ac:cxnSpMkLst>
            <pc:docMk/>
            <pc:sldMk cId="2494366387" sldId="668"/>
            <ac:cxnSpMk id="11" creationId="{3AFE5D08-5ECB-F5EF-A7EE-71CE7F499C58}"/>
          </ac:cxnSpMkLst>
        </pc:cxnChg>
        <pc:cxnChg chg="del">
          <ac:chgData name="Nursakirah Ab Rahman Muton" userId="f84698cea26ccaf4" providerId="LiveId" clId="{7969D0CC-6CE5-4727-B2E0-F12A56B7AF9B}" dt="2024-11-03T07:50:18.472" v="75" actId="478"/>
          <ac:cxnSpMkLst>
            <pc:docMk/>
            <pc:sldMk cId="2494366387" sldId="668"/>
            <ac:cxnSpMk id="12" creationId="{714CBA19-5A16-ECB2-FA58-1007D426893C}"/>
          </ac:cxnSpMkLst>
        </pc:cxnChg>
        <pc:cxnChg chg="del">
          <ac:chgData name="Nursakirah Ab Rahman Muton" userId="f84698cea26ccaf4" providerId="LiveId" clId="{7969D0CC-6CE5-4727-B2E0-F12A56B7AF9B}" dt="2024-11-03T07:50:16.341" v="72" actId="478"/>
          <ac:cxnSpMkLst>
            <pc:docMk/>
            <pc:sldMk cId="2494366387" sldId="668"/>
            <ac:cxnSpMk id="13" creationId="{B4C60EC3-4DA6-7D6E-2573-C6B0B0C27F05}"/>
          </ac:cxnSpMkLst>
        </pc:cxnChg>
        <pc:cxnChg chg="del">
          <ac:chgData name="Nursakirah Ab Rahman Muton" userId="f84698cea26ccaf4" providerId="LiveId" clId="{7969D0CC-6CE5-4727-B2E0-F12A56B7AF9B}" dt="2024-11-03T07:50:16.905" v="73" actId="478"/>
          <ac:cxnSpMkLst>
            <pc:docMk/>
            <pc:sldMk cId="2494366387" sldId="668"/>
            <ac:cxnSpMk id="14" creationId="{31D59C5F-B156-DDC8-1F7B-0C28DDE7159A}"/>
          </ac:cxnSpMkLst>
        </pc:cxnChg>
        <pc:cxnChg chg="del">
          <ac:chgData name="Nursakirah Ab Rahman Muton" userId="f84698cea26ccaf4" providerId="LiveId" clId="{7969D0CC-6CE5-4727-B2E0-F12A56B7AF9B}" dt="2024-11-03T07:50:17.616" v="74" actId="478"/>
          <ac:cxnSpMkLst>
            <pc:docMk/>
            <pc:sldMk cId="2494366387" sldId="668"/>
            <ac:cxnSpMk id="18" creationId="{AB02322D-A204-C8E7-C805-959082432355}"/>
          </ac:cxnSpMkLst>
        </pc:cxnChg>
      </pc:sldChg>
      <pc:sldChg chg="addSp delSp modSp add mod">
        <pc:chgData name="Nursakirah Ab Rahman Muton" userId="f84698cea26ccaf4" providerId="LiveId" clId="{7969D0CC-6CE5-4727-B2E0-F12A56B7AF9B}" dt="2024-11-03T08:37:22.960" v="529"/>
        <pc:sldMkLst>
          <pc:docMk/>
          <pc:sldMk cId="1199392015" sldId="669"/>
        </pc:sldMkLst>
        <pc:spChg chg="add">
          <ac:chgData name="Nursakirah Ab Rahman Muton" userId="f84698cea26ccaf4" providerId="LiveId" clId="{7969D0CC-6CE5-4727-B2E0-F12A56B7AF9B}" dt="2024-11-03T08:07:53.022" v="160"/>
          <ac:spMkLst>
            <pc:docMk/>
            <pc:sldMk cId="1199392015" sldId="669"/>
            <ac:spMk id="7" creationId="{C08A7EEA-1694-6EDD-C34E-38AF9FB94D07}"/>
          </ac:spMkLst>
        </pc:spChg>
        <pc:spChg chg="add del mod">
          <ac:chgData name="Nursakirah Ab Rahman Muton" userId="f84698cea26ccaf4" providerId="LiveId" clId="{7969D0CC-6CE5-4727-B2E0-F12A56B7AF9B}" dt="2024-11-03T08:08:25.463" v="165" actId="478"/>
          <ac:spMkLst>
            <pc:docMk/>
            <pc:sldMk cId="1199392015" sldId="669"/>
            <ac:spMk id="10" creationId="{F3C6FF3C-FE48-AD85-008C-F212B2B73F3A}"/>
          </ac:spMkLst>
        </pc:spChg>
        <pc:spChg chg="add">
          <ac:chgData name="Nursakirah Ab Rahman Muton" userId="f84698cea26ccaf4" providerId="LiveId" clId="{7969D0CC-6CE5-4727-B2E0-F12A56B7AF9B}" dt="2024-11-03T08:08:04.561" v="162"/>
          <ac:spMkLst>
            <pc:docMk/>
            <pc:sldMk cId="1199392015" sldId="669"/>
            <ac:spMk id="15" creationId="{D77993A9-6EAA-B803-5613-3429B6188BF6}"/>
          </ac:spMkLst>
        </pc:spChg>
        <pc:spChg chg="add del">
          <ac:chgData name="Nursakirah Ab Rahman Muton" userId="f84698cea26ccaf4" providerId="LiveId" clId="{7969D0CC-6CE5-4727-B2E0-F12A56B7AF9B}" dt="2024-11-03T08:08:25.463" v="165" actId="478"/>
          <ac:spMkLst>
            <pc:docMk/>
            <pc:sldMk cId="1199392015" sldId="669"/>
            <ac:spMk id="16" creationId="{958A619A-732D-48B1-8C5C-31A8D15E6B53}"/>
          </ac:spMkLst>
        </pc:spChg>
        <pc:spChg chg="add del mod">
          <ac:chgData name="Nursakirah Ab Rahman Muton" userId="f84698cea26ccaf4" providerId="LiveId" clId="{7969D0CC-6CE5-4727-B2E0-F12A56B7AF9B}" dt="2024-11-03T08:08:47.701" v="169" actId="478"/>
          <ac:spMkLst>
            <pc:docMk/>
            <pc:sldMk cId="1199392015" sldId="669"/>
            <ac:spMk id="17" creationId="{656EEAB3-8D03-15AD-A6E8-8424FE94FAFA}"/>
          </ac:spMkLst>
        </pc:spChg>
        <pc:spChg chg="add del mod">
          <ac:chgData name="Nursakirah Ab Rahman Muton" userId="f84698cea26ccaf4" providerId="LiveId" clId="{7969D0CC-6CE5-4727-B2E0-F12A56B7AF9B}" dt="2024-11-03T08:08:47.701" v="169" actId="478"/>
          <ac:spMkLst>
            <pc:docMk/>
            <pc:sldMk cId="1199392015" sldId="669"/>
            <ac:spMk id="19" creationId="{F78BA460-237A-F1A8-2596-CF8F82BDB9D2}"/>
          </ac:spMkLst>
        </pc:spChg>
        <pc:spChg chg="add del mod">
          <ac:chgData name="Nursakirah Ab Rahman Muton" userId="f84698cea26ccaf4" providerId="LiveId" clId="{7969D0CC-6CE5-4727-B2E0-F12A56B7AF9B}" dt="2024-11-03T08:30:26.851" v="475" actId="478"/>
          <ac:spMkLst>
            <pc:docMk/>
            <pc:sldMk cId="1199392015" sldId="669"/>
            <ac:spMk id="20" creationId="{BBF33311-F18B-9662-1E12-D7CDCB6ADA30}"/>
          </ac:spMkLst>
        </pc:spChg>
        <pc:spChg chg="add del mod">
          <ac:chgData name="Nursakirah Ab Rahman Muton" userId="f84698cea26ccaf4" providerId="LiveId" clId="{7969D0CC-6CE5-4727-B2E0-F12A56B7AF9B}" dt="2024-11-03T08:30:26.851" v="475" actId="478"/>
          <ac:spMkLst>
            <pc:docMk/>
            <pc:sldMk cId="1199392015" sldId="669"/>
            <ac:spMk id="21" creationId="{2C265BEC-EB9B-697C-C25D-CFDB30D2007D}"/>
          </ac:spMkLst>
        </pc:spChg>
        <pc:spChg chg="add del mod">
          <ac:chgData name="Nursakirah Ab Rahman Muton" userId="f84698cea26ccaf4" providerId="LiveId" clId="{7969D0CC-6CE5-4727-B2E0-F12A56B7AF9B}" dt="2024-11-03T08:30:26.851" v="475" actId="478"/>
          <ac:spMkLst>
            <pc:docMk/>
            <pc:sldMk cId="1199392015" sldId="669"/>
            <ac:spMk id="24" creationId="{4E232F33-6EE5-1715-5D61-828116EF6F5F}"/>
          </ac:spMkLst>
        </pc:spChg>
        <pc:spChg chg="add del mod">
          <ac:chgData name="Nursakirah Ab Rahman Muton" userId="f84698cea26ccaf4" providerId="LiveId" clId="{7969D0CC-6CE5-4727-B2E0-F12A56B7AF9B}" dt="2024-11-03T08:30:26.851" v="475" actId="478"/>
          <ac:spMkLst>
            <pc:docMk/>
            <pc:sldMk cId="1199392015" sldId="669"/>
            <ac:spMk id="25" creationId="{82AFA79F-DD16-C004-180F-90DADE0EFF7B}"/>
          </ac:spMkLst>
        </pc:spChg>
        <pc:spChg chg="add del mod">
          <ac:chgData name="Nursakirah Ab Rahman Muton" userId="f84698cea26ccaf4" providerId="LiveId" clId="{7969D0CC-6CE5-4727-B2E0-F12A56B7AF9B}" dt="2024-11-03T08:15:25.428" v="233" actId="478"/>
          <ac:spMkLst>
            <pc:docMk/>
            <pc:sldMk cId="1199392015" sldId="669"/>
            <ac:spMk id="28" creationId="{C5193981-A862-B9E4-2765-490989EC4974}"/>
          </ac:spMkLst>
        </pc:spChg>
        <pc:spChg chg="add del mod">
          <ac:chgData name="Nursakirah Ab Rahman Muton" userId="f84698cea26ccaf4" providerId="LiveId" clId="{7969D0CC-6CE5-4727-B2E0-F12A56B7AF9B}" dt="2024-11-03T08:30:26.851" v="475" actId="478"/>
          <ac:spMkLst>
            <pc:docMk/>
            <pc:sldMk cId="1199392015" sldId="669"/>
            <ac:spMk id="29" creationId="{825996B5-6184-D6FB-D315-1F48566C2A11}"/>
          </ac:spMkLst>
        </pc:spChg>
        <pc:spChg chg="add del mod">
          <ac:chgData name="Nursakirah Ab Rahman Muton" userId="f84698cea26ccaf4" providerId="LiveId" clId="{7969D0CC-6CE5-4727-B2E0-F12A56B7AF9B}" dt="2024-11-03T08:30:26.851" v="475" actId="478"/>
          <ac:spMkLst>
            <pc:docMk/>
            <pc:sldMk cId="1199392015" sldId="669"/>
            <ac:spMk id="30" creationId="{AA771FC6-82C5-78BC-BB36-316E535EF19E}"/>
          </ac:spMkLst>
        </pc:spChg>
        <pc:spChg chg="add del mod">
          <ac:chgData name="Nursakirah Ab Rahman Muton" userId="f84698cea26ccaf4" providerId="LiveId" clId="{7969D0CC-6CE5-4727-B2E0-F12A56B7AF9B}" dt="2024-11-03T08:22:04.044" v="328" actId="478"/>
          <ac:spMkLst>
            <pc:docMk/>
            <pc:sldMk cId="1199392015" sldId="669"/>
            <ac:spMk id="31" creationId="{F8B74723-A8C2-FB36-5B32-C6A80073776F}"/>
          </ac:spMkLst>
        </pc:spChg>
        <pc:spChg chg="add del mod">
          <ac:chgData name="Nursakirah Ab Rahman Muton" userId="f84698cea26ccaf4" providerId="LiveId" clId="{7969D0CC-6CE5-4727-B2E0-F12A56B7AF9B}" dt="2024-11-03T08:30:26.851" v="475" actId="478"/>
          <ac:spMkLst>
            <pc:docMk/>
            <pc:sldMk cId="1199392015" sldId="669"/>
            <ac:spMk id="34" creationId="{693FF79E-D395-1B39-998D-6A4623E26649}"/>
          </ac:spMkLst>
        </pc:spChg>
        <pc:spChg chg="add del mod">
          <ac:chgData name="Nursakirah Ab Rahman Muton" userId="f84698cea26ccaf4" providerId="LiveId" clId="{7969D0CC-6CE5-4727-B2E0-F12A56B7AF9B}" dt="2024-11-03T08:30:26.851" v="475" actId="478"/>
          <ac:spMkLst>
            <pc:docMk/>
            <pc:sldMk cId="1199392015" sldId="669"/>
            <ac:spMk id="35" creationId="{4BCA6ADF-7767-DD78-9BE4-DC9FAD8BF467}"/>
          </ac:spMkLst>
        </pc:spChg>
        <pc:spChg chg="add mod">
          <ac:chgData name="Nursakirah Ab Rahman Muton" userId="f84698cea26ccaf4" providerId="LiveId" clId="{7969D0CC-6CE5-4727-B2E0-F12A56B7AF9B}" dt="2024-11-03T08:31:49.221" v="488" actId="207"/>
          <ac:spMkLst>
            <pc:docMk/>
            <pc:sldMk cId="1199392015" sldId="669"/>
            <ac:spMk id="38" creationId="{569C6710-AAF3-91B8-B199-5D36F2F69F11}"/>
          </ac:spMkLst>
        </pc:spChg>
        <pc:spChg chg="add mod">
          <ac:chgData name="Nursakirah Ab Rahman Muton" userId="f84698cea26ccaf4" providerId="LiveId" clId="{7969D0CC-6CE5-4727-B2E0-F12A56B7AF9B}" dt="2024-11-03T08:31:56.972" v="492" actId="20577"/>
          <ac:spMkLst>
            <pc:docMk/>
            <pc:sldMk cId="1199392015" sldId="669"/>
            <ac:spMk id="39" creationId="{955938A6-346E-E19B-249A-F310F74E9B1A}"/>
          </ac:spMkLst>
        </pc:spChg>
        <pc:spChg chg="add mod">
          <ac:chgData name="Nursakirah Ab Rahman Muton" userId="f84698cea26ccaf4" providerId="LiveId" clId="{7969D0CC-6CE5-4727-B2E0-F12A56B7AF9B}" dt="2024-11-03T08:32:49.328" v="500" actId="1076"/>
          <ac:spMkLst>
            <pc:docMk/>
            <pc:sldMk cId="1199392015" sldId="669"/>
            <ac:spMk id="40" creationId="{D7F2225E-608A-0057-2DFA-616C931A2748}"/>
          </ac:spMkLst>
        </pc:spChg>
        <pc:spChg chg="add del mod">
          <ac:chgData name="Nursakirah Ab Rahman Muton" userId="f84698cea26ccaf4" providerId="LiveId" clId="{7969D0CC-6CE5-4727-B2E0-F12A56B7AF9B}" dt="2024-11-03T08:32:54.355" v="504" actId="478"/>
          <ac:spMkLst>
            <pc:docMk/>
            <pc:sldMk cId="1199392015" sldId="669"/>
            <ac:spMk id="41" creationId="{B76418AF-07DA-5FF8-6F7E-A0B464093F32}"/>
          </ac:spMkLst>
        </pc:spChg>
        <pc:spChg chg="add mod">
          <ac:chgData name="Nursakirah Ab Rahman Muton" userId="f84698cea26ccaf4" providerId="LiveId" clId="{7969D0CC-6CE5-4727-B2E0-F12A56B7AF9B}" dt="2024-11-03T08:33:14.159" v="507"/>
          <ac:spMkLst>
            <pc:docMk/>
            <pc:sldMk cId="1199392015" sldId="669"/>
            <ac:spMk id="42" creationId="{5A9C667F-D49D-89E5-DCEC-A70158F56B8B}"/>
          </ac:spMkLst>
        </pc:spChg>
        <pc:spChg chg="add mod">
          <ac:chgData name="Nursakirah Ab Rahman Muton" userId="f84698cea26ccaf4" providerId="LiveId" clId="{7969D0CC-6CE5-4727-B2E0-F12A56B7AF9B}" dt="2024-11-03T08:36:58.219" v="526" actId="207"/>
          <ac:spMkLst>
            <pc:docMk/>
            <pc:sldMk cId="1199392015" sldId="669"/>
            <ac:spMk id="47" creationId="{6F96C759-AB7D-9F3A-17FB-9715B3861C6B}"/>
          </ac:spMkLst>
        </pc:spChg>
        <pc:spChg chg="add mod">
          <ac:chgData name="Nursakirah Ab Rahman Muton" userId="f84698cea26ccaf4" providerId="LiveId" clId="{7969D0CC-6CE5-4727-B2E0-F12A56B7AF9B}" dt="2024-11-03T08:37:22.960" v="529"/>
          <ac:spMkLst>
            <pc:docMk/>
            <pc:sldMk cId="1199392015" sldId="669"/>
            <ac:spMk id="48" creationId="{0471791B-80F3-7C23-FB29-25867905E918}"/>
          </ac:spMkLst>
        </pc:spChg>
        <pc:spChg chg="mod">
          <ac:chgData name="Nursakirah Ab Rahman Muton" userId="f84698cea26ccaf4" providerId="LiveId" clId="{7969D0CC-6CE5-4727-B2E0-F12A56B7AF9B}" dt="2024-11-03T08:10:00.422" v="186" actId="14100"/>
          <ac:spMkLst>
            <pc:docMk/>
            <pc:sldMk cId="1199392015" sldId="669"/>
            <ac:spMk id="24578" creationId="{5AC7EA22-0AAB-725E-58F0-6FB61B56B79E}"/>
          </ac:spMkLst>
        </pc:spChg>
        <pc:graphicFrameChg chg="del">
          <ac:chgData name="Nursakirah Ab Rahman Muton" userId="f84698cea26ccaf4" providerId="LiveId" clId="{7969D0CC-6CE5-4727-B2E0-F12A56B7AF9B}" dt="2024-11-03T07:52:29.712" v="106" actId="478"/>
          <ac:graphicFrameMkLst>
            <pc:docMk/>
            <pc:sldMk cId="1199392015" sldId="669"/>
            <ac:graphicFrameMk id="2" creationId="{6D9D7EF0-73D8-81CB-0E82-689D6BE63465}"/>
          </ac:graphicFrameMkLst>
        </pc:graphicFrameChg>
        <pc:picChg chg="add del mod">
          <ac:chgData name="Nursakirah Ab Rahman Muton" userId="f84698cea26ccaf4" providerId="LiveId" clId="{7969D0CC-6CE5-4727-B2E0-F12A56B7AF9B}" dt="2024-11-03T08:30:26.851" v="475" actId="478"/>
          <ac:picMkLst>
            <pc:docMk/>
            <pc:sldMk cId="1199392015" sldId="669"/>
            <ac:picMk id="6" creationId="{E0503376-E71F-9938-9651-BB9916A74C85}"/>
          </ac:picMkLst>
        </pc:picChg>
        <pc:picChg chg="add del mod modCrop">
          <ac:chgData name="Nursakirah Ab Rahman Muton" userId="f84698cea26ccaf4" providerId="LiveId" clId="{7969D0CC-6CE5-4727-B2E0-F12A56B7AF9B}" dt="2024-11-03T08:30:26.851" v="475" actId="478"/>
          <ac:picMkLst>
            <pc:docMk/>
            <pc:sldMk cId="1199392015" sldId="669"/>
            <ac:picMk id="23" creationId="{CCD19CA3-3BCE-6021-9AC8-2FE79DC34558}"/>
          </ac:picMkLst>
        </pc:picChg>
        <pc:picChg chg="add del mod">
          <ac:chgData name="Nursakirah Ab Rahman Muton" userId="f84698cea26ccaf4" providerId="LiveId" clId="{7969D0CC-6CE5-4727-B2E0-F12A56B7AF9B}" dt="2024-11-03T08:30:26.851" v="475" actId="478"/>
          <ac:picMkLst>
            <pc:docMk/>
            <pc:sldMk cId="1199392015" sldId="669"/>
            <ac:picMk id="27" creationId="{2AB31641-403F-E953-0012-94B313A6C730}"/>
          </ac:picMkLst>
        </pc:picChg>
        <pc:picChg chg="add del mod">
          <ac:chgData name="Nursakirah Ab Rahman Muton" userId="f84698cea26ccaf4" providerId="LiveId" clId="{7969D0CC-6CE5-4727-B2E0-F12A56B7AF9B}" dt="2024-11-03T08:30:26.851" v="475" actId="478"/>
          <ac:picMkLst>
            <pc:docMk/>
            <pc:sldMk cId="1199392015" sldId="669"/>
            <ac:picMk id="33" creationId="{72EDA5D7-C0AA-754A-50BD-FAF9CECB0B72}"/>
          </ac:picMkLst>
        </pc:picChg>
        <pc:picChg chg="add mod modCrop">
          <ac:chgData name="Nursakirah Ab Rahman Muton" userId="f84698cea26ccaf4" providerId="LiveId" clId="{7969D0CC-6CE5-4727-B2E0-F12A56B7AF9B}" dt="2024-11-03T08:32:15.685" v="495" actId="732"/>
          <ac:picMkLst>
            <pc:docMk/>
            <pc:sldMk cId="1199392015" sldId="669"/>
            <ac:picMk id="37" creationId="{3C3CEC22-275E-DA82-EC88-A10BCA34F2C6}"/>
          </ac:picMkLst>
        </pc:picChg>
        <pc:picChg chg="add del mod modCrop">
          <ac:chgData name="Nursakirah Ab Rahman Muton" userId="f84698cea26ccaf4" providerId="LiveId" clId="{7969D0CC-6CE5-4727-B2E0-F12A56B7AF9B}" dt="2024-11-03T08:35:24.731" v="513" actId="478"/>
          <ac:picMkLst>
            <pc:docMk/>
            <pc:sldMk cId="1199392015" sldId="669"/>
            <ac:picMk id="44" creationId="{66F45342-1330-C7CF-F80E-649D2B76F328}"/>
          </ac:picMkLst>
        </pc:picChg>
        <pc:picChg chg="add mod">
          <ac:chgData name="Nursakirah Ab Rahman Muton" userId="f84698cea26ccaf4" providerId="LiveId" clId="{7969D0CC-6CE5-4727-B2E0-F12A56B7AF9B}" dt="2024-11-03T08:36:05.199" v="519" actId="14100"/>
          <ac:picMkLst>
            <pc:docMk/>
            <pc:sldMk cId="1199392015" sldId="669"/>
            <ac:picMk id="46" creationId="{D8D23598-5B7D-8C7A-FE72-441A478B87AC}"/>
          </ac:picMkLst>
        </pc:picChg>
        <pc:cxnChg chg="del">
          <ac:chgData name="Nursakirah Ab Rahman Muton" userId="f84698cea26ccaf4" providerId="LiveId" clId="{7969D0CC-6CE5-4727-B2E0-F12A56B7AF9B}" dt="2024-11-03T07:52:29.712" v="106" actId="478"/>
          <ac:cxnSpMkLst>
            <pc:docMk/>
            <pc:sldMk cId="1199392015" sldId="669"/>
            <ac:cxnSpMk id="5" creationId="{8217E4DD-8A76-9AAA-C46E-87CC1FC3615B}"/>
          </ac:cxnSpMkLst>
        </pc:cxnChg>
        <pc:cxnChg chg="del">
          <ac:chgData name="Nursakirah Ab Rahman Muton" userId="f84698cea26ccaf4" providerId="LiveId" clId="{7969D0CC-6CE5-4727-B2E0-F12A56B7AF9B}" dt="2024-11-03T07:52:29.712" v="106" actId="478"/>
          <ac:cxnSpMkLst>
            <pc:docMk/>
            <pc:sldMk cId="1199392015" sldId="669"/>
            <ac:cxnSpMk id="8" creationId="{461BBDB9-2D5E-3378-1804-425E9166AC44}"/>
          </ac:cxnSpMkLst>
        </pc:cxnChg>
        <pc:cxnChg chg="del">
          <ac:chgData name="Nursakirah Ab Rahman Muton" userId="f84698cea26ccaf4" providerId="LiveId" clId="{7969D0CC-6CE5-4727-B2E0-F12A56B7AF9B}" dt="2024-11-03T07:52:29.712" v="106" actId="478"/>
          <ac:cxnSpMkLst>
            <pc:docMk/>
            <pc:sldMk cId="1199392015" sldId="669"/>
            <ac:cxnSpMk id="9" creationId="{5EF10E61-8DB6-3C66-4535-7C81CA304E90}"/>
          </ac:cxnSpMkLst>
        </pc:cxnChg>
        <pc:cxnChg chg="del">
          <ac:chgData name="Nursakirah Ab Rahman Muton" userId="f84698cea26ccaf4" providerId="LiveId" clId="{7969D0CC-6CE5-4727-B2E0-F12A56B7AF9B}" dt="2024-11-03T07:52:29.712" v="106" actId="478"/>
          <ac:cxnSpMkLst>
            <pc:docMk/>
            <pc:sldMk cId="1199392015" sldId="669"/>
            <ac:cxnSpMk id="11" creationId="{4B39C6DC-79AB-BF80-14D4-48447F79D0A7}"/>
          </ac:cxnSpMkLst>
        </pc:cxnChg>
        <pc:cxnChg chg="del">
          <ac:chgData name="Nursakirah Ab Rahman Muton" userId="f84698cea26ccaf4" providerId="LiveId" clId="{7969D0CC-6CE5-4727-B2E0-F12A56B7AF9B}" dt="2024-11-03T07:52:29.712" v="106" actId="478"/>
          <ac:cxnSpMkLst>
            <pc:docMk/>
            <pc:sldMk cId="1199392015" sldId="669"/>
            <ac:cxnSpMk id="12" creationId="{07B9C54C-3695-8902-45DF-96924D63C6F4}"/>
          </ac:cxnSpMkLst>
        </pc:cxnChg>
        <pc:cxnChg chg="del">
          <ac:chgData name="Nursakirah Ab Rahman Muton" userId="f84698cea26ccaf4" providerId="LiveId" clId="{7969D0CC-6CE5-4727-B2E0-F12A56B7AF9B}" dt="2024-11-03T07:52:29.712" v="106" actId="478"/>
          <ac:cxnSpMkLst>
            <pc:docMk/>
            <pc:sldMk cId="1199392015" sldId="669"/>
            <ac:cxnSpMk id="13" creationId="{AEABD7D0-8CC9-8EB1-9C99-EEEE941824C8}"/>
          </ac:cxnSpMkLst>
        </pc:cxnChg>
        <pc:cxnChg chg="del">
          <ac:chgData name="Nursakirah Ab Rahman Muton" userId="f84698cea26ccaf4" providerId="LiveId" clId="{7969D0CC-6CE5-4727-B2E0-F12A56B7AF9B}" dt="2024-11-03T07:52:29.712" v="106" actId="478"/>
          <ac:cxnSpMkLst>
            <pc:docMk/>
            <pc:sldMk cId="1199392015" sldId="669"/>
            <ac:cxnSpMk id="14" creationId="{897B7950-9608-E6D0-B83F-D3FD2737E635}"/>
          </ac:cxnSpMkLst>
        </pc:cxnChg>
        <pc:cxnChg chg="del">
          <ac:chgData name="Nursakirah Ab Rahman Muton" userId="f84698cea26ccaf4" providerId="LiveId" clId="{7969D0CC-6CE5-4727-B2E0-F12A56B7AF9B}" dt="2024-11-03T07:52:29.712" v="106" actId="478"/>
          <ac:cxnSpMkLst>
            <pc:docMk/>
            <pc:sldMk cId="1199392015" sldId="669"/>
            <ac:cxnSpMk id="18" creationId="{FEF85060-1A0D-A9E1-FA9F-8192D604DEDD}"/>
          </ac:cxnSpMkLst>
        </pc:cxnChg>
      </pc:sldChg>
      <pc:sldChg chg="add ord">
        <pc:chgData name="Nursakirah Ab Rahman Muton" userId="f84698cea26ccaf4" providerId="LiveId" clId="{7969D0CC-6CE5-4727-B2E0-F12A56B7AF9B}" dt="2024-11-03T08:30:39.783" v="477"/>
        <pc:sldMkLst>
          <pc:docMk/>
          <pc:sldMk cId="908275508" sldId="670"/>
        </pc:sldMkLst>
      </pc:sldChg>
      <pc:sldChg chg="addSp delSp modSp add mod addAnim delAnim modAnim">
        <pc:chgData name="Nursakirah Ab Rahman Muton" userId="f84698cea26ccaf4" providerId="LiveId" clId="{7969D0CC-6CE5-4727-B2E0-F12A56B7AF9B}" dt="2024-11-14T03:28:11.155" v="956" actId="1076"/>
        <pc:sldMkLst>
          <pc:docMk/>
          <pc:sldMk cId="3749673270" sldId="671"/>
        </pc:sldMkLst>
        <pc:spChg chg="mod">
          <ac:chgData name="Nursakirah Ab Rahman Muton" userId="f84698cea26ccaf4" providerId="LiveId" clId="{7969D0CC-6CE5-4727-B2E0-F12A56B7AF9B}" dt="2024-11-14T03:26:31.874" v="933" actId="14100"/>
          <ac:spMkLst>
            <pc:docMk/>
            <pc:sldMk cId="3749673270" sldId="671"/>
            <ac:spMk id="3" creationId="{1622F9D1-CD9E-77B4-CBAB-6E25246D026C}"/>
          </ac:spMkLst>
        </pc:spChg>
        <pc:spChg chg="del">
          <ac:chgData name="Nursakirah Ab Rahman Muton" userId="f84698cea26ccaf4" providerId="LiveId" clId="{7969D0CC-6CE5-4727-B2E0-F12A56B7AF9B}" dt="2024-11-14T03:14:28.233" v="719" actId="478"/>
          <ac:spMkLst>
            <pc:docMk/>
            <pc:sldMk cId="3749673270" sldId="671"/>
            <ac:spMk id="7" creationId="{8AFDA05F-1B49-73BC-A31A-58ADC176F8ED}"/>
          </ac:spMkLst>
        </pc:spChg>
        <pc:spChg chg="del">
          <ac:chgData name="Nursakirah Ab Rahman Muton" userId="f84698cea26ccaf4" providerId="LiveId" clId="{7969D0CC-6CE5-4727-B2E0-F12A56B7AF9B}" dt="2024-11-14T03:14:28.233" v="719" actId="478"/>
          <ac:spMkLst>
            <pc:docMk/>
            <pc:sldMk cId="3749673270" sldId="671"/>
            <ac:spMk id="8" creationId="{7981678E-4751-B424-623A-05541242DDC9}"/>
          </ac:spMkLst>
        </pc:spChg>
        <pc:spChg chg="del">
          <ac:chgData name="Nursakirah Ab Rahman Muton" userId="f84698cea26ccaf4" providerId="LiveId" clId="{7969D0CC-6CE5-4727-B2E0-F12A56B7AF9B}" dt="2024-11-14T03:14:28.233" v="719" actId="478"/>
          <ac:spMkLst>
            <pc:docMk/>
            <pc:sldMk cId="3749673270" sldId="671"/>
            <ac:spMk id="9" creationId="{E7DC6A28-A730-4D58-BE36-405D70FCDE4D}"/>
          </ac:spMkLst>
        </pc:spChg>
        <pc:spChg chg="add del mod">
          <ac:chgData name="Nursakirah Ab Rahman Muton" userId="f84698cea26ccaf4" providerId="LiveId" clId="{7969D0CC-6CE5-4727-B2E0-F12A56B7AF9B}" dt="2024-11-14T03:26:02.071" v="916" actId="478"/>
          <ac:spMkLst>
            <pc:docMk/>
            <pc:sldMk cId="3749673270" sldId="671"/>
            <ac:spMk id="10" creationId="{A7C4D9F0-9D77-7A68-44BE-86F1359DE3DA}"/>
          </ac:spMkLst>
        </pc:spChg>
        <pc:spChg chg="add del mod">
          <ac:chgData name="Nursakirah Ab Rahman Muton" userId="f84698cea26ccaf4" providerId="LiveId" clId="{7969D0CC-6CE5-4727-B2E0-F12A56B7AF9B}" dt="2024-11-14T03:25:36.266" v="909" actId="478"/>
          <ac:spMkLst>
            <pc:docMk/>
            <pc:sldMk cId="3749673270" sldId="671"/>
            <ac:spMk id="12" creationId="{E3AAAA6C-5831-4D00-1430-DB59AE1662C8}"/>
          </ac:spMkLst>
        </pc:spChg>
        <pc:spChg chg="add del mod">
          <ac:chgData name="Nursakirah Ab Rahman Muton" userId="f84698cea26ccaf4" providerId="LiveId" clId="{7969D0CC-6CE5-4727-B2E0-F12A56B7AF9B}" dt="2024-11-14T03:25:36.266" v="909" actId="478"/>
          <ac:spMkLst>
            <pc:docMk/>
            <pc:sldMk cId="3749673270" sldId="671"/>
            <ac:spMk id="13" creationId="{DD482D7B-AD5C-2FA6-7E08-BFCFADD2DFB9}"/>
          </ac:spMkLst>
        </pc:spChg>
        <pc:spChg chg="add del mod">
          <ac:chgData name="Nursakirah Ab Rahman Muton" userId="f84698cea26ccaf4" providerId="LiveId" clId="{7969D0CC-6CE5-4727-B2E0-F12A56B7AF9B}" dt="2024-11-14T03:25:36.266" v="909" actId="478"/>
          <ac:spMkLst>
            <pc:docMk/>
            <pc:sldMk cId="3749673270" sldId="671"/>
            <ac:spMk id="14" creationId="{D5539DDA-8E10-AE1B-C487-58B55CEA467B}"/>
          </ac:spMkLst>
        </pc:spChg>
        <pc:spChg chg="add del mod">
          <ac:chgData name="Nursakirah Ab Rahman Muton" userId="f84698cea26ccaf4" providerId="LiveId" clId="{7969D0CC-6CE5-4727-B2E0-F12A56B7AF9B}" dt="2024-11-14T03:25:36.266" v="909" actId="478"/>
          <ac:spMkLst>
            <pc:docMk/>
            <pc:sldMk cId="3749673270" sldId="671"/>
            <ac:spMk id="15" creationId="{41528BF5-C4D0-B5DA-10F0-6E77579CAFF7}"/>
          </ac:spMkLst>
        </pc:spChg>
        <pc:spChg chg="add mod">
          <ac:chgData name="Nursakirah Ab Rahman Muton" userId="f84698cea26ccaf4" providerId="LiveId" clId="{7969D0CC-6CE5-4727-B2E0-F12A56B7AF9B}" dt="2024-11-14T03:24:43.956" v="887" actId="1076"/>
          <ac:spMkLst>
            <pc:docMk/>
            <pc:sldMk cId="3749673270" sldId="671"/>
            <ac:spMk id="23" creationId="{ADCD77B3-8D96-E99B-D092-9CF30CAEDCD1}"/>
          </ac:spMkLst>
        </pc:spChg>
        <pc:spChg chg="add mod">
          <ac:chgData name="Nursakirah Ab Rahman Muton" userId="f84698cea26ccaf4" providerId="LiveId" clId="{7969D0CC-6CE5-4727-B2E0-F12A56B7AF9B}" dt="2024-11-14T03:24:42.746" v="884" actId="1076"/>
          <ac:spMkLst>
            <pc:docMk/>
            <pc:sldMk cId="3749673270" sldId="671"/>
            <ac:spMk id="24" creationId="{412E58E8-52D1-A9E0-37D0-AA4B4B5C07AB}"/>
          </ac:spMkLst>
        </pc:spChg>
        <pc:spChg chg="add mod">
          <ac:chgData name="Nursakirah Ab Rahman Muton" userId="f84698cea26ccaf4" providerId="LiveId" clId="{7969D0CC-6CE5-4727-B2E0-F12A56B7AF9B}" dt="2024-11-14T03:25:40.003" v="910" actId="1076"/>
          <ac:spMkLst>
            <pc:docMk/>
            <pc:sldMk cId="3749673270" sldId="671"/>
            <ac:spMk id="25" creationId="{85C5730A-07BF-1A69-1259-563E32C39C29}"/>
          </ac:spMkLst>
        </pc:spChg>
        <pc:spChg chg="add mod">
          <ac:chgData name="Nursakirah Ab Rahman Muton" userId="f84698cea26ccaf4" providerId="LiveId" clId="{7969D0CC-6CE5-4727-B2E0-F12A56B7AF9B}" dt="2024-11-14T03:25:51.812" v="913" actId="14100"/>
          <ac:spMkLst>
            <pc:docMk/>
            <pc:sldMk cId="3749673270" sldId="671"/>
            <ac:spMk id="26" creationId="{FC37A15C-A25C-CF7A-94A1-D70C506FE370}"/>
          </ac:spMkLst>
        </pc:spChg>
        <pc:spChg chg="add mod">
          <ac:chgData name="Nursakirah Ab Rahman Muton" userId="f84698cea26ccaf4" providerId="LiveId" clId="{7969D0CC-6CE5-4727-B2E0-F12A56B7AF9B}" dt="2024-11-14T03:25:57.124" v="915" actId="1076"/>
          <ac:spMkLst>
            <pc:docMk/>
            <pc:sldMk cId="3749673270" sldId="671"/>
            <ac:spMk id="27" creationId="{60319BA3-22E3-83CA-8D39-9B520028C739}"/>
          </ac:spMkLst>
        </pc:spChg>
        <pc:spChg chg="add mod">
          <ac:chgData name="Nursakirah Ab Rahman Muton" userId="f84698cea26ccaf4" providerId="LiveId" clId="{7969D0CC-6CE5-4727-B2E0-F12A56B7AF9B}" dt="2024-11-14T03:26:18.718" v="930" actId="20577"/>
          <ac:spMkLst>
            <pc:docMk/>
            <pc:sldMk cId="3749673270" sldId="671"/>
            <ac:spMk id="28" creationId="{9816D84A-8789-E5AC-BEF9-0574EB708D05}"/>
          </ac:spMkLst>
        </pc:spChg>
        <pc:spChg chg="add mod">
          <ac:chgData name="Nursakirah Ab Rahman Muton" userId="f84698cea26ccaf4" providerId="LiveId" clId="{7969D0CC-6CE5-4727-B2E0-F12A56B7AF9B}" dt="2024-11-14T03:26:48.484" v="936" actId="20577"/>
          <ac:spMkLst>
            <pc:docMk/>
            <pc:sldMk cId="3749673270" sldId="671"/>
            <ac:spMk id="29" creationId="{EA27196C-3A8B-804A-A3BC-BF3D82D747E1}"/>
          </ac:spMkLst>
        </pc:spChg>
        <pc:spChg chg="add mod">
          <ac:chgData name="Nursakirah Ab Rahman Muton" userId="f84698cea26ccaf4" providerId="LiveId" clId="{7969D0CC-6CE5-4727-B2E0-F12A56B7AF9B}" dt="2024-11-14T03:27:03.503" v="939" actId="14100"/>
          <ac:spMkLst>
            <pc:docMk/>
            <pc:sldMk cId="3749673270" sldId="671"/>
            <ac:spMk id="30" creationId="{5FFFFDFC-EF3B-D259-0725-AF532D388702}"/>
          </ac:spMkLst>
        </pc:spChg>
        <pc:spChg chg="add mod">
          <ac:chgData name="Nursakirah Ab Rahman Muton" userId="f84698cea26ccaf4" providerId="LiveId" clId="{7969D0CC-6CE5-4727-B2E0-F12A56B7AF9B}" dt="2024-11-14T03:27:08.464" v="941" actId="1076"/>
          <ac:spMkLst>
            <pc:docMk/>
            <pc:sldMk cId="3749673270" sldId="671"/>
            <ac:spMk id="31" creationId="{01654C2A-797E-6679-23FE-B7B32E9A2F5B}"/>
          </ac:spMkLst>
        </pc:spChg>
        <pc:spChg chg="add mod">
          <ac:chgData name="Nursakirah Ab Rahman Muton" userId="f84698cea26ccaf4" providerId="LiveId" clId="{7969D0CC-6CE5-4727-B2E0-F12A56B7AF9B}" dt="2024-11-14T03:27:24.573" v="946" actId="313"/>
          <ac:spMkLst>
            <pc:docMk/>
            <pc:sldMk cId="3749673270" sldId="671"/>
            <ac:spMk id="32" creationId="{3767281B-C483-14F6-0EF2-6188F6C1BC1E}"/>
          </ac:spMkLst>
        </pc:spChg>
        <pc:spChg chg="add mod">
          <ac:chgData name="Nursakirah Ab Rahman Muton" userId="f84698cea26ccaf4" providerId="LiveId" clId="{7969D0CC-6CE5-4727-B2E0-F12A56B7AF9B}" dt="2024-11-14T03:27:49.092" v="952" actId="207"/>
          <ac:spMkLst>
            <pc:docMk/>
            <pc:sldMk cId="3749673270" sldId="671"/>
            <ac:spMk id="33" creationId="{FCC67F2A-956C-C645-FF6D-9476193B760C}"/>
          </ac:spMkLst>
        </pc:spChg>
        <pc:spChg chg="add mod">
          <ac:chgData name="Nursakirah Ab Rahman Muton" userId="f84698cea26ccaf4" providerId="LiveId" clId="{7969D0CC-6CE5-4727-B2E0-F12A56B7AF9B}" dt="2024-11-14T03:28:06.821" v="954" actId="1076"/>
          <ac:spMkLst>
            <pc:docMk/>
            <pc:sldMk cId="3749673270" sldId="671"/>
            <ac:spMk id="34" creationId="{0C3352DF-5779-996A-CF7A-6637FB768BB4}"/>
          </ac:spMkLst>
        </pc:spChg>
        <pc:spChg chg="add mod">
          <ac:chgData name="Nursakirah Ab Rahman Muton" userId="f84698cea26ccaf4" providerId="LiveId" clId="{7969D0CC-6CE5-4727-B2E0-F12A56B7AF9B}" dt="2024-11-14T03:28:11.155" v="956" actId="1076"/>
          <ac:spMkLst>
            <pc:docMk/>
            <pc:sldMk cId="3749673270" sldId="671"/>
            <ac:spMk id="35" creationId="{86413C02-5E2D-231C-757C-1F51BB90BCAA}"/>
          </ac:spMkLst>
        </pc:spChg>
        <pc:grpChg chg="del mod">
          <ac:chgData name="Nursakirah Ab Rahman Muton" userId="f84698cea26ccaf4" providerId="LiveId" clId="{7969D0CC-6CE5-4727-B2E0-F12A56B7AF9B}" dt="2024-11-14T03:27:43.935" v="950" actId="478"/>
          <ac:grpSpMkLst>
            <pc:docMk/>
            <pc:sldMk cId="3749673270" sldId="671"/>
            <ac:grpSpMk id="22" creationId="{71EE8C27-7D92-E38E-C825-8770D9CD2EC6}"/>
          </ac:grpSpMkLst>
        </pc:grpChg>
        <pc:picChg chg="del">
          <ac:chgData name="Nursakirah Ab Rahman Muton" userId="f84698cea26ccaf4" providerId="LiveId" clId="{7969D0CC-6CE5-4727-B2E0-F12A56B7AF9B}" dt="2024-11-14T03:14:28.233" v="719" actId="478"/>
          <ac:picMkLst>
            <pc:docMk/>
            <pc:sldMk cId="3749673270" sldId="671"/>
            <ac:picMk id="6" creationId="{B94321A9-FA6D-B699-A736-10C4E0277A2D}"/>
          </ac:picMkLst>
        </pc:picChg>
        <pc:picChg chg="add del mod">
          <ac:chgData name="Nursakirah Ab Rahman Muton" userId="f84698cea26ccaf4" providerId="LiveId" clId="{7969D0CC-6CE5-4727-B2E0-F12A56B7AF9B}" dt="2024-11-14T03:25:32.806" v="908" actId="478"/>
          <ac:picMkLst>
            <pc:docMk/>
            <pc:sldMk cId="3749673270" sldId="671"/>
            <ac:picMk id="11" creationId="{5FF52187-88E7-B7BE-E877-59B525308C41}"/>
          </ac:picMkLst>
        </pc:picChg>
      </pc:sldChg>
      <pc:sldChg chg="new del">
        <pc:chgData name="Nursakirah Ab Rahman Muton" userId="f84698cea26ccaf4" providerId="LiveId" clId="{7969D0CC-6CE5-4727-B2E0-F12A56B7AF9B}" dt="2024-11-03T08:41:30.022" v="532" actId="47"/>
        <pc:sldMkLst>
          <pc:docMk/>
          <pc:sldMk cId="4097981758" sldId="671"/>
        </pc:sldMkLst>
      </pc:sldChg>
      <pc:sldChg chg="addSp delSp modSp add mod delAnim modAnim">
        <pc:chgData name="Nursakirah Ab Rahman Muton" userId="f84698cea26ccaf4" providerId="LiveId" clId="{7969D0CC-6CE5-4727-B2E0-F12A56B7AF9B}" dt="2024-11-14T05:13:56.764" v="1185" actId="1038"/>
        <pc:sldMkLst>
          <pc:docMk/>
          <pc:sldMk cId="1204877354" sldId="672"/>
        </pc:sldMkLst>
        <pc:spChg chg="mod">
          <ac:chgData name="Nursakirah Ab Rahman Muton" userId="f84698cea26ccaf4" providerId="LiveId" clId="{7969D0CC-6CE5-4727-B2E0-F12A56B7AF9B}" dt="2024-11-14T03:35:56.882" v="1033" actId="313"/>
          <ac:spMkLst>
            <pc:docMk/>
            <pc:sldMk cId="1204877354" sldId="672"/>
            <ac:spMk id="5" creationId="{9FC31225-C450-6038-79CB-F7FAEA8CA1AB}"/>
          </ac:spMkLst>
        </pc:spChg>
        <pc:spChg chg="mod">
          <ac:chgData name="Nursakirah Ab Rahman Muton" userId="f84698cea26ccaf4" providerId="LiveId" clId="{7969D0CC-6CE5-4727-B2E0-F12A56B7AF9B}" dt="2024-11-14T03:34:48.609" v="1028"/>
          <ac:spMkLst>
            <pc:docMk/>
            <pc:sldMk cId="1204877354" sldId="672"/>
            <ac:spMk id="11" creationId="{AD2067DE-F510-DDCE-B953-8C30C31A8652}"/>
          </ac:spMkLst>
        </pc:spChg>
        <pc:spChg chg="del">
          <ac:chgData name="Nursakirah Ab Rahman Muton" userId="f84698cea26ccaf4" providerId="LiveId" clId="{7969D0CC-6CE5-4727-B2E0-F12A56B7AF9B}" dt="2024-11-14T03:33:27.420" v="1021" actId="478"/>
          <ac:spMkLst>
            <pc:docMk/>
            <pc:sldMk cId="1204877354" sldId="672"/>
            <ac:spMk id="18" creationId="{EE037081-8897-8A08-0AED-FD385B2B6022}"/>
          </ac:spMkLst>
        </pc:spChg>
        <pc:spChg chg="del">
          <ac:chgData name="Nursakirah Ab Rahman Muton" userId="f84698cea26ccaf4" providerId="LiveId" clId="{7969D0CC-6CE5-4727-B2E0-F12A56B7AF9B}" dt="2024-11-14T03:33:27.420" v="1021" actId="478"/>
          <ac:spMkLst>
            <pc:docMk/>
            <pc:sldMk cId="1204877354" sldId="672"/>
            <ac:spMk id="20" creationId="{BE60ABDD-918B-BBA4-F556-E65A68B55AC0}"/>
          </ac:spMkLst>
        </pc:spChg>
        <pc:spChg chg="del">
          <ac:chgData name="Nursakirah Ab Rahman Muton" userId="f84698cea26ccaf4" providerId="LiveId" clId="{7969D0CC-6CE5-4727-B2E0-F12A56B7AF9B}" dt="2024-11-14T03:33:27.420" v="1021" actId="478"/>
          <ac:spMkLst>
            <pc:docMk/>
            <pc:sldMk cId="1204877354" sldId="672"/>
            <ac:spMk id="21" creationId="{1E7BE74F-4424-C08F-EB0D-26BA3A4B7524}"/>
          </ac:spMkLst>
        </pc:spChg>
        <pc:spChg chg="del">
          <ac:chgData name="Nursakirah Ab Rahman Muton" userId="f84698cea26ccaf4" providerId="LiveId" clId="{7969D0CC-6CE5-4727-B2E0-F12A56B7AF9B}" dt="2024-11-14T03:33:27.420" v="1021" actId="478"/>
          <ac:spMkLst>
            <pc:docMk/>
            <pc:sldMk cId="1204877354" sldId="672"/>
            <ac:spMk id="22" creationId="{557F8E07-32EF-E54D-6C2C-8F102318BAF0}"/>
          </ac:spMkLst>
        </pc:spChg>
        <pc:spChg chg="del">
          <ac:chgData name="Nursakirah Ab Rahman Muton" userId="f84698cea26ccaf4" providerId="LiveId" clId="{7969D0CC-6CE5-4727-B2E0-F12A56B7AF9B}" dt="2024-11-14T03:33:27.420" v="1021" actId="478"/>
          <ac:spMkLst>
            <pc:docMk/>
            <pc:sldMk cId="1204877354" sldId="672"/>
            <ac:spMk id="23" creationId="{C4DF303F-45E0-E0B3-6F1D-6AFB162794E6}"/>
          </ac:spMkLst>
        </pc:spChg>
        <pc:spChg chg="del">
          <ac:chgData name="Nursakirah Ab Rahman Muton" userId="f84698cea26ccaf4" providerId="LiveId" clId="{7969D0CC-6CE5-4727-B2E0-F12A56B7AF9B}" dt="2024-11-14T03:33:31.164" v="1022" actId="478"/>
          <ac:spMkLst>
            <pc:docMk/>
            <pc:sldMk cId="1204877354" sldId="672"/>
            <ac:spMk id="24" creationId="{DE139513-44BC-84EF-44F1-DF1F63C7A68F}"/>
          </ac:spMkLst>
        </pc:spChg>
        <pc:spChg chg="del">
          <ac:chgData name="Nursakirah Ab Rahman Muton" userId="f84698cea26ccaf4" providerId="LiveId" clId="{7969D0CC-6CE5-4727-B2E0-F12A56B7AF9B}" dt="2024-11-14T03:33:27.420" v="1021" actId="478"/>
          <ac:spMkLst>
            <pc:docMk/>
            <pc:sldMk cId="1204877354" sldId="672"/>
            <ac:spMk id="32" creationId="{B804E478-E54F-030C-F6CA-5AE3BA6F2417}"/>
          </ac:spMkLst>
        </pc:spChg>
        <pc:spChg chg="del">
          <ac:chgData name="Nursakirah Ab Rahman Muton" userId="f84698cea26ccaf4" providerId="LiveId" clId="{7969D0CC-6CE5-4727-B2E0-F12A56B7AF9B}" dt="2024-11-14T03:33:27.420" v="1021" actId="478"/>
          <ac:spMkLst>
            <pc:docMk/>
            <pc:sldMk cId="1204877354" sldId="672"/>
            <ac:spMk id="33" creationId="{B07A1F4A-96ED-DB7A-B2B1-03432860DD2A}"/>
          </ac:spMkLst>
        </pc:spChg>
        <pc:spChg chg="del">
          <ac:chgData name="Nursakirah Ab Rahman Muton" userId="f84698cea26ccaf4" providerId="LiveId" clId="{7969D0CC-6CE5-4727-B2E0-F12A56B7AF9B}" dt="2024-11-14T03:33:27.420" v="1021" actId="478"/>
          <ac:spMkLst>
            <pc:docMk/>
            <pc:sldMk cId="1204877354" sldId="672"/>
            <ac:spMk id="34" creationId="{45A70D19-9F5A-31B3-D54F-6897271AA123}"/>
          </ac:spMkLst>
        </pc:spChg>
        <pc:spChg chg="del">
          <ac:chgData name="Nursakirah Ab Rahman Muton" userId="f84698cea26ccaf4" providerId="LiveId" clId="{7969D0CC-6CE5-4727-B2E0-F12A56B7AF9B}" dt="2024-11-14T03:33:27.420" v="1021" actId="478"/>
          <ac:spMkLst>
            <pc:docMk/>
            <pc:sldMk cId="1204877354" sldId="672"/>
            <ac:spMk id="35" creationId="{34167CCE-C9FE-BDF6-9101-4B4535182636}"/>
          </ac:spMkLst>
        </pc:spChg>
        <pc:spChg chg="del">
          <ac:chgData name="Nursakirah Ab Rahman Muton" userId="f84698cea26ccaf4" providerId="LiveId" clId="{7969D0CC-6CE5-4727-B2E0-F12A56B7AF9B}" dt="2024-11-14T03:33:27.420" v="1021" actId="478"/>
          <ac:spMkLst>
            <pc:docMk/>
            <pc:sldMk cId="1204877354" sldId="672"/>
            <ac:spMk id="36" creationId="{FBE1070B-FFCB-907B-14A7-E115CF8641F4}"/>
          </ac:spMkLst>
        </pc:spChg>
        <pc:spChg chg="del">
          <ac:chgData name="Nursakirah Ab Rahman Muton" userId="f84698cea26ccaf4" providerId="LiveId" clId="{7969D0CC-6CE5-4727-B2E0-F12A56B7AF9B}" dt="2024-11-14T03:33:27.420" v="1021" actId="478"/>
          <ac:spMkLst>
            <pc:docMk/>
            <pc:sldMk cId="1204877354" sldId="672"/>
            <ac:spMk id="37" creationId="{E802A855-29D5-D23C-EF37-C3F77DF223BB}"/>
          </ac:spMkLst>
        </pc:spChg>
        <pc:spChg chg="del">
          <ac:chgData name="Nursakirah Ab Rahman Muton" userId="f84698cea26ccaf4" providerId="LiveId" clId="{7969D0CC-6CE5-4727-B2E0-F12A56B7AF9B}" dt="2024-11-14T03:33:27.420" v="1021" actId="478"/>
          <ac:spMkLst>
            <pc:docMk/>
            <pc:sldMk cId="1204877354" sldId="672"/>
            <ac:spMk id="53" creationId="{94D3B19E-1143-0322-A642-B2FC37AC8E1D}"/>
          </ac:spMkLst>
        </pc:spChg>
        <pc:spChg chg="del">
          <ac:chgData name="Nursakirah Ab Rahman Muton" userId="f84698cea26ccaf4" providerId="LiveId" clId="{7969D0CC-6CE5-4727-B2E0-F12A56B7AF9B}" dt="2024-11-14T03:33:27.420" v="1021" actId="478"/>
          <ac:spMkLst>
            <pc:docMk/>
            <pc:sldMk cId="1204877354" sldId="672"/>
            <ac:spMk id="54" creationId="{02BECECA-5237-ACD8-F700-1400CCDF7723}"/>
          </ac:spMkLst>
        </pc:spChg>
        <pc:spChg chg="del">
          <ac:chgData name="Nursakirah Ab Rahman Muton" userId="f84698cea26ccaf4" providerId="LiveId" clId="{7969D0CC-6CE5-4727-B2E0-F12A56B7AF9B}" dt="2024-11-14T03:33:27.420" v="1021" actId="478"/>
          <ac:spMkLst>
            <pc:docMk/>
            <pc:sldMk cId="1204877354" sldId="672"/>
            <ac:spMk id="55" creationId="{E4CFBBEB-5875-2D40-A5FA-58EE525CF2AB}"/>
          </ac:spMkLst>
        </pc:spChg>
        <pc:spChg chg="del">
          <ac:chgData name="Nursakirah Ab Rahman Muton" userId="f84698cea26ccaf4" providerId="LiveId" clId="{7969D0CC-6CE5-4727-B2E0-F12A56B7AF9B}" dt="2024-11-14T03:33:27.420" v="1021" actId="478"/>
          <ac:spMkLst>
            <pc:docMk/>
            <pc:sldMk cId="1204877354" sldId="672"/>
            <ac:spMk id="56" creationId="{654FA2B7-9BBE-37B2-0E42-7465DDF47E11}"/>
          </ac:spMkLst>
        </pc:spChg>
        <pc:spChg chg="add del mod">
          <ac:chgData name="Nursakirah Ab Rahman Muton" userId="f84698cea26ccaf4" providerId="LiveId" clId="{7969D0CC-6CE5-4727-B2E0-F12A56B7AF9B}" dt="2024-11-14T03:39:19.114" v="1056" actId="478"/>
          <ac:spMkLst>
            <pc:docMk/>
            <pc:sldMk cId="1204877354" sldId="672"/>
            <ac:spMk id="70" creationId="{68236891-B207-0A76-0DF2-4A04EBB32D74}"/>
          </ac:spMkLst>
        </pc:spChg>
        <pc:spChg chg="del">
          <ac:chgData name="Nursakirah Ab Rahman Muton" userId="f84698cea26ccaf4" providerId="LiveId" clId="{7969D0CC-6CE5-4727-B2E0-F12A56B7AF9B}" dt="2024-11-14T03:33:27.420" v="1021" actId="478"/>
          <ac:spMkLst>
            <pc:docMk/>
            <pc:sldMk cId="1204877354" sldId="672"/>
            <ac:spMk id="73" creationId="{2D3D9B78-E2BC-DAB4-B58B-680E4EA8F3EC}"/>
          </ac:spMkLst>
        </pc:spChg>
        <pc:spChg chg="add del mod">
          <ac:chgData name="Nursakirah Ab Rahman Muton" userId="f84698cea26ccaf4" providerId="LiveId" clId="{7969D0CC-6CE5-4727-B2E0-F12A56B7AF9B}" dt="2024-11-14T03:39:19.114" v="1056" actId="478"/>
          <ac:spMkLst>
            <pc:docMk/>
            <pc:sldMk cId="1204877354" sldId="672"/>
            <ac:spMk id="75" creationId="{50031261-88C9-D448-CA6D-DC661FAB7975}"/>
          </ac:spMkLst>
        </pc:spChg>
        <pc:spChg chg="add del mod">
          <ac:chgData name="Nursakirah Ab Rahman Muton" userId="f84698cea26ccaf4" providerId="LiveId" clId="{7969D0CC-6CE5-4727-B2E0-F12A56B7AF9B}" dt="2024-11-14T03:39:19.114" v="1056" actId="478"/>
          <ac:spMkLst>
            <pc:docMk/>
            <pc:sldMk cId="1204877354" sldId="672"/>
            <ac:spMk id="76" creationId="{051FF789-457C-C7CA-3DA1-53AEC3EBE820}"/>
          </ac:spMkLst>
        </pc:spChg>
        <pc:spChg chg="add del mod">
          <ac:chgData name="Nursakirah Ab Rahman Muton" userId="f84698cea26ccaf4" providerId="LiveId" clId="{7969D0CC-6CE5-4727-B2E0-F12A56B7AF9B}" dt="2024-11-14T03:39:19.114" v="1056" actId="478"/>
          <ac:spMkLst>
            <pc:docMk/>
            <pc:sldMk cId="1204877354" sldId="672"/>
            <ac:spMk id="77" creationId="{0E3CE6E9-9D1D-8BF9-EC0B-252A705253EB}"/>
          </ac:spMkLst>
        </pc:spChg>
        <pc:spChg chg="add del mod">
          <ac:chgData name="Nursakirah Ab Rahman Muton" userId="f84698cea26ccaf4" providerId="LiveId" clId="{7969D0CC-6CE5-4727-B2E0-F12A56B7AF9B}" dt="2024-11-14T03:39:19.114" v="1056" actId="478"/>
          <ac:spMkLst>
            <pc:docMk/>
            <pc:sldMk cId="1204877354" sldId="672"/>
            <ac:spMk id="78" creationId="{0C0594EB-F66A-85CC-84A0-31C59BF73F75}"/>
          </ac:spMkLst>
        </pc:spChg>
        <pc:spChg chg="add del mod">
          <ac:chgData name="Nursakirah Ab Rahman Muton" userId="f84698cea26ccaf4" providerId="LiveId" clId="{7969D0CC-6CE5-4727-B2E0-F12A56B7AF9B}" dt="2024-11-14T03:39:19.114" v="1056" actId="478"/>
          <ac:spMkLst>
            <pc:docMk/>
            <pc:sldMk cId="1204877354" sldId="672"/>
            <ac:spMk id="79" creationId="{E2200B10-7071-0FBA-C423-EB0A572B72F0}"/>
          </ac:spMkLst>
        </pc:spChg>
        <pc:spChg chg="add del mod">
          <ac:chgData name="Nursakirah Ab Rahman Muton" userId="f84698cea26ccaf4" providerId="LiveId" clId="{7969D0CC-6CE5-4727-B2E0-F12A56B7AF9B}" dt="2024-11-14T03:39:19.114" v="1056" actId="478"/>
          <ac:spMkLst>
            <pc:docMk/>
            <pc:sldMk cId="1204877354" sldId="672"/>
            <ac:spMk id="80" creationId="{DBF3FADD-715D-4851-184C-659F78F81C18}"/>
          </ac:spMkLst>
        </pc:spChg>
        <pc:spChg chg="add del mod">
          <ac:chgData name="Nursakirah Ab Rahman Muton" userId="f84698cea26ccaf4" providerId="LiveId" clId="{7969D0CC-6CE5-4727-B2E0-F12A56B7AF9B}" dt="2024-11-14T03:39:19.114" v="1056" actId="478"/>
          <ac:spMkLst>
            <pc:docMk/>
            <pc:sldMk cId="1204877354" sldId="672"/>
            <ac:spMk id="81" creationId="{38E0708A-AD03-C744-44C7-65099CAC36AA}"/>
          </ac:spMkLst>
        </pc:spChg>
        <pc:spChg chg="add del mod">
          <ac:chgData name="Nursakirah Ab Rahman Muton" userId="f84698cea26ccaf4" providerId="LiveId" clId="{7969D0CC-6CE5-4727-B2E0-F12A56B7AF9B}" dt="2024-11-14T03:39:19.114" v="1056" actId="478"/>
          <ac:spMkLst>
            <pc:docMk/>
            <pc:sldMk cId="1204877354" sldId="672"/>
            <ac:spMk id="82" creationId="{83C08BA9-281F-3509-FCDE-D069462FE109}"/>
          </ac:spMkLst>
        </pc:spChg>
        <pc:spChg chg="add del mod">
          <ac:chgData name="Nursakirah Ab Rahman Muton" userId="f84698cea26ccaf4" providerId="LiveId" clId="{7969D0CC-6CE5-4727-B2E0-F12A56B7AF9B}" dt="2024-11-14T03:39:19.114" v="1056" actId="478"/>
          <ac:spMkLst>
            <pc:docMk/>
            <pc:sldMk cId="1204877354" sldId="672"/>
            <ac:spMk id="83" creationId="{4B7018E5-8F00-BC37-01FD-0DAB33685057}"/>
          </ac:spMkLst>
        </pc:spChg>
        <pc:spChg chg="add del mod">
          <ac:chgData name="Nursakirah Ab Rahman Muton" userId="f84698cea26ccaf4" providerId="LiveId" clId="{7969D0CC-6CE5-4727-B2E0-F12A56B7AF9B}" dt="2024-11-14T03:39:19.114" v="1056" actId="478"/>
          <ac:spMkLst>
            <pc:docMk/>
            <pc:sldMk cId="1204877354" sldId="672"/>
            <ac:spMk id="84" creationId="{EC211310-D8B1-6B68-8582-96D1A81AB9F2}"/>
          </ac:spMkLst>
        </pc:spChg>
        <pc:spChg chg="add mod">
          <ac:chgData name="Nursakirah Ab Rahman Muton" userId="f84698cea26ccaf4" providerId="LiveId" clId="{7969D0CC-6CE5-4727-B2E0-F12A56B7AF9B}" dt="2024-11-14T03:36:06.849" v="1037" actId="14100"/>
          <ac:spMkLst>
            <pc:docMk/>
            <pc:sldMk cId="1204877354" sldId="672"/>
            <ac:spMk id="85" creationId="{77814CFF-5744-5F4D-B371-84B65D2EFAFB}"/>
          </ac:spMkLst>
        </pc:spChg>
        <pc:spChg chg="add mod">
          <ac:chgData name="Nursakirah Ab Rahman Muton" userId="f84698cea26ccaf4" providerId="LiveId" clId="{7969D0CC-6CE5-4727-B2E0-F12A56B7AF9B}" dt="2024-11-14T03:36:11.594" v="1039" actId="1076"/>
          <ac:spMkLst>
            <pc:docMk/>
            <pc:sldMk cId="1204877354" sldId="672"/>
            <ac:spMk id="86" creationId="{9FFEFD50-4EC4-37A3-3199-83CA1EEFF8B8}"/>
          </ac:spMkLst>
        </pc:spChg>
        <pc:spChg chg="add mod">
          <ac:chgData name="Nursakirah Ab Rahman Muton" userId="f84698cea26ccaf4" providerId="LiveId" clId="{7969D0CC-6CE5-4727-B2E0-F12A56B7AF9B}" dt="2024-11-14T03:36:56.611" v="1047" actId="208"/>
          <ac:spMkLst>
            <pc:docMk/>
            <pc:sldMk cId="1204877354" sldId="672"/>
            <ac:spMk id="87" creationId="{44DAC310-26CD-0FA4-5C72-84655CA9E44A}"/>
          </ac:spMkLst>
        </pc:spChg>
        <pc:spChg chg="add mod">
          <ac:chgData name="Nursakirah Ab Rahman Muton" userId="f84698cea26ccaf4" providerId="LiveId" clId="{7969D0CC-6CE5-4727-B2E0-F12A56B7AF9B}" dt="2024-11-14T03:36:56.611" v="1047" actId="208"/>
          <ac:spMkLst>
            <pc:docMk/>
            <pc:sldMk cId="1204877354" sldId="672"/>
            <ac:spMk id="88" creationId="{247B8DCF-C763-A108-DD8B-22A8738A7991}"/>
          </ac:spMkLst>
        </pc:spChg>
        <pc:spChg chg="add mod">
          <ac:chgData name="Nursakirah Ab Rahman Muton" userId="f84698cea26ccaf4" providerId="LiveId" clId="{7969D0CC-6CE5-4727-B2E0-F12A56B7AF9B}" dt="2024-11-14T03:37:29.534" v="1055" actId="208"/>
          <ac:spMkLst>
            <pc:docMk/>
            <pc:sldMk cId="1204877354" sldId="672"/>
            <ac:spMk id="89" creationId="{36EB277F-F2C9-6606-2ADE-50C51C2D1FD7}"/>
          </ac:spMkLst>
        </pc:spChg>
        <pc:spChg chg="add mod">
          <ac:chgData name="Nursakirah Ab Rahman Muton" userId="f84698cea26ccaf4" providerId="LiveId" clId="{7969D0CC-6CE5-4727-B2E0-F12A56B7AF9B}" dt="2024-11-14T03:37:29.534" v="1055" actId="208"/>
          <ac:spMkLst>
            <pc:docMk/>
            <pc:sldMk cId="1204877354" sldId="672"/>
            <ac:spMk id="90" creationId="{6A00F693-E4EF-C426-576D-9F823A7BBE65}"/>
          </ac:spMkLst>
        </pc:spChg>
        <pc:spChg chg="mod">
          <ac:chgData name="Nursakirah Ab Rahman Muton" userId="f84698cea26ccaf4" providerId="LiveId" clId="{7969D0CC-6CE5-4727-B2E0-F12A56B7AF9B}" dt="2024-11-14T03:39:29.239" v="1057"/>
          <ac:spMkLst>
            <pc:docMk/>
            <pc:sldMk cId="1204877354" sldId="672"/>
            <ac:spMk id="92" creationId="{168FCE5F-54FF-D7AE-21D5-8FB6743195FD}"/>
          </ac:spMkLst>
        </pc:spChg>
        <pc:spChg chg="add mod">
          <ac:chgData name="Nursakirah Ab Rahman Muton" userId="f84698cea26ccaf4" providerId="LiveId" clId="{7969D0CC-6CE5-4727-B2E0-F12A56B7AF9B}" dt="2024-11-14T05:13:56.764" v="1185" actId="1038"/>
          <ac:spMkLst>
            <pc:docMk/>
            <pc:sldMk cId="1204877354" sldId="672"/>
            <ac:spMk id="99" creationId="{A61E4323-7A2B-0E5F-619B-7CF51BA5C6EC}"/>
          </ac:spMkLst>
        </pc:spChg>
        <pc:spChg chg="add mod">
          <ac:chgData name="Nursakirah Ab Rahman Muton" userId="f84698cea26ccaf4" providerId="LiveId" clId="{7969D0CC-6CE5-4727-B2E0-F12A56B7AF9B}" dt="2024-11-14T05:13:56.764" v="1185" actId="1038"/>
          <ac:spMkLst>
            <pc:docMk/>
            <pc:sldMk cId="1204877354" sldId="672"/>
            <ac:spMk id="100" creationId="{4E2936C7-75F7-6284-C812-61F56B446681}"/>
          </ac:spMkLst>
        </pc:spChg>
        <pc:spChg chg="add del mod">
          <ac:chgData name="Nursakirah Ab Rahman Muton" userId="f84698cea26ccaf4" providerId="LiveId" clId="{7969D0CC-6CE5-4727-B2E0-F12A56B7AF9B}" dt="2024-11-14T03:44:04.923" v="1084" actId="478"/>
          <ac:spMkLst>
            <pc:docMk/>
            <pc:sldMk cId="1204877354" sldId="672"/>
            <ac:spMk id="101" creationId="{42D02825-375F-B0C2-E590-A607EBF1FABF}"/>
          </ac:spMkLst>
        </pc:spChg>
        <pc:spChg chg="add mod">
          <ac:chgData name="Nursakirah Ab Rahman Muton" userId="f84698cea26ccaf4" providerId="LiveId" clId="{7969D0CC-6CE5-4727-B2E0-F12A56B7AF9B}" dt="2024-11-14T05:13:56.764" v="1185" actId="1038"/>
          <ac:spMkLst>
            <pc:docMk/>
            <pc:sldMk cId="1204877354" sldId="672"/>
            <ac:spMk id="102" creationId="{19236AB2-DA85-5AB1-992F-0AA144D57EBA}"/>
          </ac:spMkLst>
        </pc:spChg>
        <pc:spChg chg="add mod">
          <ac:chgData name="Nursakirah Ab Rahman Muton" userId="f84698cea26ccaf4" providerId="LiveId" clId="{7969D0CC-6CE5-4727-B2E0-F12A56B7AF9B}" dt="2024-11-14T05:13:56.764" v="1185" actId="1038"/>
          <ac:spMkLst>
            <pc:docMk/>
            <pc:sldMk cId="1204877354" sldId="672"/>
            <ac:spMk id="103" creationId="{3CE4BF50-3959-0A3C-12EB-E503D465DBD2}"/>
          </ac:spMkLst>
        </pc:spChg>
        <pc:spChg chg="add mod">
          <ac:chgData name="Nursakirah Ab Rahman Muton" userId="f84698cea26ccaf4" providerId="LiveId" clId="{7969D0CC-6CE5-4727-B2E0-F12A56B7AF9B}" dt="2024-11-14T05:13:56.764" v="1185" actId="1038"/>
          <ac:spMkLst>
            <pc:docMk/>
            <pc:sldMk cId="1204877354" sldId="672"/>
            <ac:spMk id="104" creationId="{F04E4D60-5005-F3DB-C830-D1D1DDA762EC}"/>
          </ac:spMkLst>
        </pc:spChg>
        <pc:spChg chg="add mod">
          <ac:chgData name="Nursakirah Ab Rahman Muton" userId="f84698cea26ccaf4" providerId="LiveId" clId="{7969D0CC-6CE5-4727-B2E0-F12A56B7AF9B}" dt="2024-11-14T05:13:56.764" v="1185" actId="1038"/>
          <ac:spMkLst>
            <pc:docMk/>
            <pc:sldMk cId="1204877354" sldId="672"/>
            <ac:spMk id="105" creationId="{20B6CD23-EA4A-67C8-48E0-5E287FA87912}"/>
          </ac:spMkLst>
        </pc:spChg>
        <pc:spChg chg="add del mod">
          <ac:chgData name="Nursakirah Ab Rahman Muton" userId="f84698cea26ccaf4" providerId="LiveId" clId="{7969D0CC-6CE5-4727-B2E0-F12A56B7AF9B}" dt="2024-11-14T03:45:58.284" v="1111" actId="478"/>
          <ac:spMkLst>
            <pc:docMk/>
            <pc:sldMk cId="1204877354" sldId="672"/>
            <ac:spMk id="106" creationId="{358C3DD4-8902-6C53-3E56-D47D58D57721}"/>
          </ac:spMkLst>
        </pc:spChg>
        <pc:spChg chg="add mod">
          <ac:chgData name="Nursakirah Ab Rahman Muton" userId="f84698cea26ccaf4" providerId="LiveId" clId="{7969D0CC-6CE5-4727-B2E0-F12A56B7AF9B}" dt="2024-11-14T05:13:56.764" v="1185" actId="1038"/>
          <ac:spMkLst>
            <pc:docMk/>
            <pc:sldMk cId="1204877354" sldId="672"/>
            <ac:spMk id="107" creationId="{C36EDA1B-2492-5AD0-D8E0-68314193F6A2}"/>
          </ac:spMkLst>
        </pc:spChg>
        <pc:spChg chg="add mod">
          <ac:chgData name="Nursakirah Ab Rahman Muton" userId="f84698cea26ccaf4" providerId="LiveId" clId="{7969D0CC-6CE5-4727-B2E0-F12A56B7AF9B}" dt="2024-11-14T05:13:56.764" v="1185" actId="1038"/>
          <ac:spMkLst>
            <pc:docMk/>
            <pc:sldMk cId="1204877354" sldId="672"/>
            <ac:spMk id="108" creationId="{B80930D8-68F6-8C21-4942-F4997B474B1C}"/>
          </ac:spMkLst>
        </pc:spChg>
        <pc:spChg chg="add mod">
          <ac:chgData name="Nursakirah Ab Rahman Muton" userId="f84698cea26ccaf4" providerId="LiveId" clId="{7969D0CC-6CE5-4727-B2E0-F12A56B7AF9B}" dt="2024-11-14T05:13:56.764" v="1185" actId="1038"/>
          <ac:spMkLst>
            <pc:docMk/>
            <pc:sldMk cId="1204877354" sldId="672"/>
            <ac:spMk id="109" creationId="{6CF08F0E-79F8-1E1E-ED21-E1FDC51127B3}"/>
          </ac:spMkLst>
        </pc:spChg>
        <pc:spChg chg="add mod">
          <ac:chgData name="Nursakirah Ab Rahman Muton" userId="f84698cea26ccaf4" providerId="LiveId" clId="{7969D0CC-6CE5-4727-B2E0-F12A56B7AF9B}" dt="2024-11-14T05:13:56.764" v="1185" actId="1038"/>
          <ac:spMkLst>
            <pc:docMk/>
            <pc:sldMk cId="1204877354" sldId="672"/>
            <ac:spMk id="110" creationId="{B3D883CE-29D9-22CB-A286-232CC107BA0E}"/>
          </ac:spMkLst>
        </pc:spChg>
        <pc:spChg chg="add mod">
          <ac:chgData name="Nursakirah Ab Rahman Muton" userId="f84698cea26ccaf4" providerId="LiveId" clId="{7969D0CC-6CE5-4727-B2E0-F12A56B7AF9B}" dt="2024-11-14T05:13:56.764" v="1185" actId="1038"/>
          <ac:spMkLst>
            <pc:docMk/>
            <pc:sldMk cId="1204877354" sldId="672"/>
            <ac:spMk id="111" creationId="{B851F552-1A95-E074-ADEA-25A5A1300A8F}"/>
          </ac:spMkLst>
        </pc:spChg>
        <pc:spChg chg="add mod">
          <ac:chgData name="Nursakirah Ab Rahman Muton" userId="f84698cea26ccaf4" providerId="LiveId" clId="{7969D0CC-6CE5-4727-B2E0-F12A56B7AF9B}" dt="2024-11-14T05:13:56.764" v="1185" actId="1038"/>
          <ac:spMkLst>
            <pc:docMk/>
            <pc:sldMk cId="1204877354" sldId="672"/>
            <ac:spMk id="112" creationId="{8CB2F069-F9DB-E311-89AA-C7AB0C448834}"/>
          </ac:spMkLst>
        </pc:spChg>
        <pc:spChg chg="add mod">
          <ac:chgData name="Nursakirah Ab Rahman Muton" userId="f84698cea26ccaf4" providerId="LiveId" clId="{7969D0CC-6CE5-4727-B2E0-F12A56B7AF9B}" dt="2024-11-14T05:13:56.764" v="1185" actId="1038"/>
          <ac:spMkLst>
            <pc:docMk/>
            <pc:sldMk cId="1204877354" sldId="672"/>
            <ac:spMk id="113" creationId="{80A6B2CD-5E5C-EF89-79AB-995FFB0C157F}"/>
          </ac:spMkLst>
        </pc:spChg>
        <pc:spChg chg="add del mod">
          <ac:chgData name="Nursakirah Ab Rahman Muton" userId="f84698cea26ccaf4" providerId="LiveId" clId="{7969D0CC-6CE5-4727-B2E0-F12A56B7AF9B}" dt="2024-11-14T05:13:26.052" v="1173" actId="478"/>
          <ac:spMkLst>
            <pc:docMk/>
            <pc:sldMk cId="1204877354" sldId="672"/>
            <ac:spMk id="114" creationId="{0D529A16-DA20-FAD8-2AD0-572961F918C6}"/>
          </ac:spMkLst>
        </pc:spChg>
        <pc:grpChg chg="add del mod">
          <ac:chgData name="Nursakirah Ab Rahman Muton" userId="f84698cea26ccaf4" providerId="LiveId" clId="{7969D0CC-6CE5-4727-B2E0-F12A56B7AF9B}" dt="2024-11-14T03:39:19.114" v="1056" actId="478"/>
          <ac:grpSpMkLst>
            <pc:docMk/>
            <pc:sldMk cId="1204877354" sldId="672"/>
            <ac:grpSpMk id="7" creationId="{B9D151B9-DEE0-4A27-B78A-A36AFF3A82C9}"/>
          </ac:grpSpMkLst>
        </pc:grpChg>
        <pc:grpChg chg="del">
          <ac:chgData name="Nursakirah Ab Rahman Muton" userId="f84698cea26ccaf4" providerId="LiveId" clId="{7969D0CC-6CE5-4727-B2E0-F12A56B7AF9B}" dt="2024-11-14T03:33:27.420" v="1021" actId="478"/>
          <ac:grpSpMkLst>
            <pc:docMk/>
            <pc:sldMk cId="1204877354" sldId="672"/>
            <ac:grpSpMk id="38" creationId="{E1C50F3C-58FF-0C13-B7E4-23147A352B78}"/>
          </ac:grpSpMkLst>
        </pc:grpChg>
        <pc:grpChg chg="del">
          <ac:chgData name="Nursakirah Ab Rahman Muton" userId="f84698cea26ccaf4" providerId="LiveId" clId="{7969D0CC-6CE5-4727-B2E0-F12A56B7AF9B}" dt="2024-11-14T03:33:27.420" v="1021" actId="478"/>
          <ac:grpSpMkLst>
            <pc:docMk/>
            <pc:sldMk cId="1204877354" sldId="672"/>
            <ac:grpSpMk id="51" creationId="{F89671BC-58B7-7EE3-6143-B3473FCF0AAE}"/>
          </ac:grpSpMkLst>
        </pc:grpChg>
        <pc:grpChg chg="del">
          <ac:chgData name="Nursakirah Ab Rahman Muton" userId="f84698cea26ccaf4" providerId="LiveId" clId="{7969D0CC-6CE5-4727-B2E0-F12A56B7AF9B}" dt="2024-11-14T03:33:27.420" v="1021" actId="478"/>
          <ac:grpSpMkLst>
            <pc:docMk/>
            <pc:sldMk cId="1204877354" sldId="672"/>
            <ac:grpSpMk id="52" creationId="{FA137017-D2E5-C2E5-3196-FFBA30C9F840}"/>
          </ac:grpSpMkLst>
        </pc:grpChg>
        <pc:grpChg chg="del">
          <ac:chgData name="Nursakirah Ab Rahman Muton" userId="f84698cea26ccaf4" providerId="LiveId" clId="{7969D0CC-6CE5-4727-B2E0-F12A56B7AF9B}" dt="2024-11-14T03:33:27.420" v="1021" actId="478"/>
          <ac:grpSpMkLst>
            <pc:docMk/>
            <pc:sldMk cId="1204877354" sldId="672"/>
            <ac:grpSpMk id="62" creationId="{09CC457E-F40F-0045-FBDB-38C0BA96E0DD}"/>
          </ac:grpSpMkLst>
        </pc:grpChg>
        <pc:grpChg chg="del">
          <ac:chgData name="Nursakirah Ab Rahman Muton" userId="f84698cea26ccaf4" providerId="LiveId" clId="{7969D0CC-6CE5-4727-B2E0-F12A56B7AF9B}" dt="2024-11-14T03:33:27.420" v="1021" actId="478"/>
          <ac:grpSpMkLst>
            <pc:docMk/>
            <pc:sldMk cId="1204877354" sldId="672"/>
            <ac:grpSpMk id="63" creationId="{25FB57CA-2339-B926-2A80-6D3392E8138D}"/>
          </ac:grpSpMkLst>
        </pc:grpChg>
        <pc:grpChg chg="del">
          <ac:chgData name="Nursakirah Ab Rahman Muton" userId="f84698cea26ccaf4" providerId="LiveId" clId="{7969D0CC-6CE5-4727-B2E0-F12A56B7AF9B}" dt="2024-11-14T03:33:27.420" v="1021" actId="478"/>
          <ac:grpSpMkLst>
            <pc:docMk/>
            <pc:sldMk cId="1204877354" sldId="672"/>
            <ac:grpSpMk id="67" creationId="{30E04CFA-C36C-7244-3EB4-4236D89D2E9E}"/>
          </ac:grpSpMkLst>
        </pc:grpChg>
        <pc:grpChg chg="del">
          <ac:chgData name="Nursakirah Ab Rahman Muton" userId="f84698cea26ccaf4" providerId="LiveId" clId="{7969D0CC-6CE5-4727-B2E0-F12A56B7AF9B}" dt="2024-11-14T03:33:27.420" v="1021" actId="478"/>
          <ac:grpSpMkLst>
            <pc:docMk/>
            <pc:sldMk cId="1204877354" sldId="672"/>
            <ac:grpSpMk id="74" creationId="{2D6C254D-33C4-A95A-52FC-B46FF64CBF69}"/>
          </ac:grpSpMkLst>
        </pc:grpChg>
        <pc:grpChg chg="add del mod">
          <ac:chgData name="Nursakirah Ab Rahman Muton" userId="f84698cea26ccaf4" providerId="LiveId" clId="{7969D0CC-6CE5-4727-B2E0-F12A56B7AF9B}" dt="2024-11-14T03:45:09.729" v="1106" actId="478"/>
          <ac:grpSpMkLst>
            <pc:docMk/>
            <pc:sldMk cId="1204877354" sldId="672"/>
            <ac:grpSpMk id="91" creationId="{9277432E-3229-05E0-0D3F-A84268344CC1}"/>
          </ac:grpSpMkLst>
        </pc:grpChg>
        <pc:cxnChg chg="mod">
          <ac:chgData name="Nursakirah Ab Rahman Muton" userId="f84698cea26ccaf4" providerId="LiveId" clId="{7969D0CC-6CE5-4727-B2E0-F12A56B7AF9B}" dt="2024-11-14T03:34:48.609" v="1028"/>
          <ac:cxnSpMkLst>
            <pc:docMk/>
            <pc:sldMk cId="1204877354" sldId="672"/>
            <ac:cxnSpMk id="14" creationId="{06472C6B-6209-FF14-21B2-318C7BCF284A}"/>
          </ac:cxnSpMkLst>
        </pc:cxnChg>
        <pc:cxnChg chg="mod">
          <ac:chgData name="Nursakirah Ab Rahman Muton" userId="f84698cea26ccaf4" providerId="LiveId" clId="{7969D0CC-6CE5-4727-B2E0-F12A56B7AF9B}" dt="2024-11-14T03:34:48.609" v="1028"/>
          <ac:cxnSpMkLst>
            <pc:docMk/>
            <pc:sldMk cId="1204877354" sldId="672"/>
            <ac:cxnSpMk id="19" creationId="{55CEA7AA-FC9A-24FA-294C-06120A0A99B1}"/>
          </ac:cxnSpMkLst>
        </pc:cxnChg>
        <pc:cxnChg chg="mod">
          <ac:chgData name="Nursakirah Ab Rahman Muton" userId="f84698cea26ccaf4" providerId="LiveId" clId="{7969D0CC-6CE5-4727-B2E0-F12A56B7AF9B}" dt="2024-11-14T03:34:48.609" v="1028"/>
          <ac:cxnSpMkLst>
            <pc:docMk/>
            <pc:sldMk cId="1204877354" sldId="672"/>
            <ac:cxnSpMk id="39" creationId="{05FDDED5-0287-E124-F7D8-808D836537E1}"/>
          </ac:cxnSpMkLst>
        </pc:cxnChg>
        <pc:cxnChg chg="mod">
          <ac:chgData name="Nursakirah Ab Rahman Muton" userId="f84698cea26ccaf4" providerId="LiveId" clId="{7969D0CC-6CE5-4727-B2E0-F12A56B7AF9B}" dt="2024-11-14T03:34:48.609" v="1028"/>
          <ac:cxnSpMkLst>
            <pc:docMk/>
            <pc:sldMk cId="1204877354" sldId="672"/>
            <ac:cxnSpMk id="44" creationId="{F311DA4D-54A2-02D2-E318-860DBEBD6C91}"/>
          </ac:cxnSpMkLst>
        </pc:cxnChg>
        <pc:cxnChg chg="mod">
          <ac:chgData name="Nursakirah Ab Rahman Muton" userId="f84698cea26ccaf4" providerId="LiveId" clId="{7969D0CC-6CE5-4727-B2E0-F12A56B7AF9B}" dt="2024-11-14T03:34:48.609" v="1028"/>
          <ac:cxnSpMkLst>
            <pc:docMk/>
            <pc:sldMk cId="1204877354" sldId="672"/>
            <ac:cxnSpMk id="45" creationId="{C8465184-0205-DCAF-5DD8-5027EA84C6D7}"/>
          </ac:cxnSpMkLst>
        </pc:cxnChg>
        <pc:cxnChg chg="mod">
          <ac:chgData name="Nursakirah Ab Rahman Muton" userId="f84698cea26ccaf4" providerId="LiveId" clId="{7969D0CC-6CE5-4727-B2E0-F12A56B7AF9B}" dt="2024-11-14T03:34:48.609" v="1028"/>
          <ac:cxnSpMkLst>
            <pc:docMk/>
            <pc:sldMk cId="1204877354" sldId="672"/>
            <ac:cxnSpMk id="46" creationId="{38BBB70C-BDFA-45A4-BDD4-40FE46AB3A6C}"/>
          </ac:cxnSpMkLst>
        </pc:cxnChg>
        <pc:cxnChg chg="mod">
          <ac:chgData name="Nursakirah Ab Rahman Muton" userId="f84698cea26ccaf4" providerId="LiveId" clId="{7969D0CC-6CE5-4727-B2E0-F12A56B7AF9B}" dt="2024-11-14T03:34:48.609" v="1028"/>
          <ac:cxnSpMkLst>
            <pc:docMk/>
            <pc:sldMk cId="1204877354" sldId="672"/>
            <ac:cxnSpMk id="57" creationId="{847D0ED7-EFE1-11B9-1C83-A343C3790F0B}"/>
          </ac:cxnSpMkLst>
        </pc:cxnChg>
        <pc:cxnChg chg="mod">
          <ac:chgData name="Nursakirah Ab Rahman Muton" userId="f84698cea26ccaf4" providerId="LiveId" clId="{7969D0CC-6CE5-4727-B2E0-F12A56B7AF9B}" dt="2024-11-14T03:34:48.609" v="1028"/>
          <ac:cxnSpMkLst>
            <pc:docMk/>
            <pc:sldMk cId="1204877354" sldId="672"/>
            <ac:cxnSpMk id="59" creationId="{1B81F02D-D5A1-3A87-06D4-F10CA07EA7DC}"/>
          </ac:cxnSpMkLst>
        </pc:cxnChg>
        <pc:cxnChg chg="mod">
          <ac:chgData name="Nursakirah Ab Rahman Muton" userId="f84698cea26ccaf4" providerId="LiveId" clId="{7969D0CC-6CE5-4727-B2E0-F12A56B7AF9B}" dt="2024-11-14T03:34:48.609" v="1028"/>
          <ac:cxnSpMkLst>
            <pc:docMk/>
            <pc:sldMk cId="1204877354" sldId="672"/>
            <ac:cxnSpMk id="66" creationId="{F0E76B68-1F3B-F9D4-D2FD-4A8AE458F6D8}"/>
          </ac:cxnSpMkLst>
        </pc:cxnChg>
        <pc:cxnChg chg="del mod">
          <ac:chgData name="Nursakirah Ab Rahman Muton" userId="f84698cea26ccaf4" providerId="LiveId" clId="{7969D0CC-6CE5-4727-B2E0-F12A56B7AF9B}" dt="2024-11-14T03:33:27.420" v="1021" actId="478"/>
          <ac:cxnSpMkLst>
            <pc:docMk/>
            <pc:sldMk cId="1204877354" sldId="672"/>
            <ac:cxnSpMk id="71" creationId="{91765EE4-BEFE-74FC-A54A-A9EB34E9A3D3}"/>
          </ac:cxnSpMkLst>
        </pc:cxnChg>
        <pc:cxnChg chg="del">
          <ac:chgData name="Nursakirah Ab Rahman Muton" userId="f84698cea26ccaf4" providerId="LiveId" clId="{7969D0CC-6CE5-4727-B2E0-F12A56B7AF9B}" dt="2024-11-14T03:33:27.420" v="1021" actId="478"/>
          <ac:cxnSpMkLst>
            <pc:docMk/>
            <pc:sldMk cId="1204877354" sldId="672"/>
            <ac:cxnSpMk id="72" creationId="{286BF5E8-B361-5080-9DE5-D731ACC5C78E}"/>
          </ac:cxnSpMkLst>
        </pc:cxnChg>
        <pc:cxnChg chg="mod">
          <ac:chgData name="Nursakirah Ab Rahman Muton" userId="f84698cea26ccaf4" providerId="LiveId" clId="{7969D0CC-6CE5-4727-B2E0-F12A56B7AF9B}" dt="2024-11-14T03:39:29.239" v="1057"/>
          <ac:cxnSpMkLst>
            <pc:docMk/>
            <pc:sldMk cId="1204877354" sldId="672"/>
            <ac:cxnSpMk id="93" creationId="{B93AFF24-11D6-96D3-CEE1-DD0E87487623}"/>
          </ac:cxnSpMkLst>
        </pc:cxnChg>
        <pc:cxnChg chg="mod">
          <ac:chgData name="Nursakirah Ab Rahman Muton" userId="f84698cea26ccaf4" providerId="LiveId" clId="{7969D0CC-6CE5-4727-B2E0-F12A56B7AF9B}" dt="2024-11-14T03:39:29.239" v="1057"/>
          <ac:cxnSpMkLst>
            <pc:docMk/>
            <pc:sldMk cId="1204877354" sldId="672"/>
            <ac:cxnSpMk id="94" creationId="{CF745DE9-4791-D5C9-26F3-6CA5FF3CFA18}"/>
          </ac:cxnSpMkLst>
        </pc:cxnChg>
        <pc:cxnChg chg="mod">
          <ac:chgData name="Nursakirah Ab Rahman Muton" userId="f84698cea26ccaf4" providerId="LiveId" clId="{7969D0CC-6CE5-4727-B2E0-F12A56B7AF9B}" dt="2024-11-14T03:39:29.239" v="1057"/>
          <ac:cxnSpMkLst>
            <pc:docMk/>
            <pc:sldMk cId="1204877354" sldId="672"/>
            <ac:cxnSpMk id="95" creationId="{0C540ABD-01E1-48EE-F878-EFF74F10E429}"/>
          </ac:cxnSpMkLst>
        </pc:cxnChg>
        <pc:cxnChg chg="mod">
          <ac:chgData name="Nursakirah Ab Rahman Muton" userId="f84698cea26ccaf4" providerId="LiveId" clId="{7969D0CC-6CE5-4727-B2E0-F12A56B7AF9B}" dt="2024-11-14T03:39:29.239" v="1057"/>
          <ac:cxnSpMkLst>
            <pc:docMk/>
            <pc:sldMk cId="1204877354" sldId="672"/>
            <ac:cxnSpMk id="96" creationId="{2D9CC400-47B5-910F-2AC6-27F76C6569FA}"/>
          </ac:cxnSpMkLst>
        </pc:cxnChg>
        <pc:cxnChg chg="mod">
          <ac:chgData name="Nursakirah Ab Rahman Muton" userId="f84698cea26ccaf4" providerId="LiveId" clId="{7969D0CC-6CE5-4727-B2E0-F12A56B7AF9B}" dt="2024-11-14T03:39:29.239" v="1057"/>
          <ac:cxnSpMkLst>
            <pc:docMk/>
            <pc:sldMk cId="1204877354" sldId="672"/>
            <ac:cxnSpMk id="97" creationId="{1F25DA6E-0AAA-185D-AEF5-35EC53AE85AA}"/>
          </ac:cxnSpMkLst>
        </pc:cxnChg>
        <pc:cxnChg chg="mod">
          <ac:chgData name="Nursakirah Ab Rahman Muton" userId="f84698cea26ccaf4" providerId="LiveId" clId="{7969D0CC-6CE5-4727-B2E0-F12A56B7AF9B}" dt="2024-11-14T03:39:29.239" v="1057"/>
          <ac:cxnSpMkLst>
            <pc:docMk/>
            <pc:sldMk cId="1204877354" sldId="672"/>
            <ac:cxnSpMk id="98" creationId="{D55881C6-5938-F9D9-51E8-CD030704FD4A}"/>
          </ac:cxnSpMkLst>
        </pc:cxnChg>
      </pc:sldChg>
      <pc:sldChg chg="new del">
        <pc:chgData name="Nursakirah Ab Rahman Muton" userId="f84698cea26ccaf4" providerId="LiveId" clId="{7969D0CC-6CE5-4727-B2E0-F12A56B7AF9B}" dt="2024-11-03T08:41:31.716" v="533" actId="47"/>
        <pc:sldMkLst>
          <pc:docMk/>
          <pc:sldMk cId="3197840405" sldId="672"/>
        </pc:sldMkLst>
      </pc:sldChg>
      <pc:sldChg chg="addSp delSp modSp new mod delAnim modAnim">
        <pc:chgData name="Nursakirah Ab Rahman Muton" userId="f84698cea26ccaf4" providerId="LiveId" clId="{7969D0CC-6CE5-4727-B2E0-F12A56B7AF9B}" dt="2024-11-14T08:00:05.701" v="1683" actId="1038"/>
        <pc:sldMkLst>
          <pc:docMk/>
          <pc:sldMk cId="3571841333" sldId="673"/>
        </pc:sldMkLst>
        <pc:spChg chg="mod">
          <ac:chgData name="Nursakirah Ab Rahman Muton" userId="f84698cea26ccaf4" providerId="LiveId" clId="{7969D0CC-6CE5-4727-B2E0-F12A56B7AF9B}" dt="2024-11-14T05:16:12.289" v="1188"/>
          <ac:spMkLst>
            <pc:docMk/>
            <pc:sldMk cId="3571841333" sldId="673"/>
            <ac:spMk id="2" creationId="{D22F892C-4BEC-EED1-7351-737DEF7A98F1}"/>
          </ac:spMkLst>
        </pc:spChg>
        <pc:spChg chg="del">
          <ac:chgData name="Nursakirah Ab Rahman Muton" userId="f84698cea26ccaf4" providerId="LiveId" clId="{7969D0CC-6CE5-4727-B2E0-F12A56B7AF9B}" dt="2024-11-14T05:16:15.089" v="1189" actId="478"/>
          <ac:spMkLst>
            <pc:docMk/>
            <pc:sldMk cId="3571841333" sldId="673"/>
            <ac:spMk id="3" creationId="{198A1E30-692B-1A40-9E34-B1F6C12B2AFC}"/>
          </ac:spMkLst>
        </pc:spChg>
        <pc:spChg chg="add del mod">
          <ac:chgData name="Nursakirah Ab Rahman Muton" userId="f84698cea26ccaf4" providerId="LiveId" clId="{7969D0CC-6CE5-4727-B2E0-F12A56B7AF9B}" dt="2024-11-14T05:26:49.233" v="1371" actId="478"/>
          <ac:spMkLst>
            <pc:docMk/>
            <pc:sldMk cId="3571841333" sldId="673"/>
            <ac:spMk id="5" creationId="{CE80E2CF-9698-D8AE-8DEB-1766DB6FB1B3}"/>
          </ac:spMkLst>
        </pc:spChg>
        <pc:spChg chg="add del mod">
          <ac:chgData name="Nursakirah Ab Rahman Muton" userId="f84698cea26ccaf4" providerId="LiveId" clId="{7969D0CC-6CE5-4727-B2E0-F12A56B7AF9B}" dt="2024-11-14T05:26:49.233" v="1371" actId="478"/>
          <ac:spMkLst>
            <pc:docMk/>
            <pc:sldMk cId="3571841333" sldId="673"/>
            <ac:spMk id="12" creationId="{52E1E408-B453-81BB-F33B-A8D9FC1E969C}"/>
          </ac:spMkLst>
        </pc:spChg>
        <pc:spChg chg="add del mod">
          <ac:chgData name="Nursakirah Ab Rahman Muton" userId="f84698cea26ccaf4" providerId="LiveId" clId="{7969D0CC-6CE5-4727-B2E0-F12A56B7AF9B}" dt="2024-11-14T05:26:49.233" v="1371" actId="478"/>
          <ac:spMkLst>
            <pc:docMk/>
            <pc:sldMk cId="3571841333" sldId="673"/>
            <ac:spMk id="13" creationId="{AB136BB7-89D4-C0AF-32BA-FD0C86E72904}"/>
          </ac:spMkLst>
        </pc:spChg>
        <pc:spChg chg="add del mod">
          <ac:chgData name="Nursakirah Ab Rahman Muton" userId="f84698cea26ccaf4" providerId="LiveId" clId="{7969D0CC-6CE5-4727-B2E0-F12A56B7AF9B}" dt="2024-11-14T05:26:49.233" v="1371" actId="478"/>
          <ac:spMkLst>
            <pc:docMk/>
            <pc:sldMk cId="3571841333" sldId="673"/>
            <ac:spMk id="14" creationId="{1D209D30-7C55-6E29-30BC-A1EEA6E813CA}"/>
          </ac:spMkLst>
        </pc:spChg>
        <pc:spChg chg="add del mod">
          <ac:chgData name="Nursakirah Ab Rahman Muton" userId="f84698cea26ccaf4" providerId="LiveId" clId="{7969D0CC-6CE5-4727-B2E0-F12A56B7AF9B}" dt="2024-11-14T05:26:49.233" v="1371" actId="478"/>
          <ac:spMkLst>
            <pc:docMk/>
            <pc:sldMk cId="3571841333" sldId="673"/>
            <ac:spMk id="15" creationId="{AAE9A8CE-D3B5-3654-2FFE-FF42A4404FD3}"/>
          </ac:spMkLst>
        </pc:spChg>
        <pc:spChg chg="add del mod">
          <ac:chgData name="Nursakirah Ab Rahman Muton" userId="f84698cea26ccaf4" providerId="LiveId" clId="{7969D0CC-6CE5-4727-B2E0-F12A56B7AF9B}" dt="2024-11-14T05:26:49.233" v="1371" actId="478"/>
          <ac:spMkLst>
            <pc:docMk/>
            <pc:sldMk cId="3571841333" sldId="673"/>
            <ac:spMk id="16" creationId="{7AE6EA61-108C-83F7-760A-F3B01FB4F3D4}"/>
          </ac:spMkLst>
        </pc:spChg>
        <pc:spChg chg="add del mod">
          <ac:chgData name="Nursakirah Ab Rahman Muton" userId="f84698cea26ccaf4" providerId="LiveId" clId="{7969D0CC-6CE5-4727-B2E0-F12A56B7AF9B}" dt="2024-11-14T05:26:49.233" v="1371" actId="478"/>
          <ac:spMkLst>
            <pc:docMk/>
            <pc:sldMk cId="3571841333" sldId="673"/>
            <ac:spMk id="17" creationId="{E3249CD0-B59B-641B-8DAB-50C6A0CE2108}"/>
          </ac:spMkLst>
        </pc:spChg>
        <pc:spChg chg="add del mod">
          <ac:chgData name="Nursakirah Ab Rahman Muton" userId="f84698cea26ccaf4" providerId="LiveId" clId="{7969D0CC-6CE5-4727-B2E0-F12A56B7AF9B}" dt="2024-11-14T05:26:49.233" v="1371" actId="478"/>
          <ac:spMkLst>
            <pc:docMk/>
            <pc:sldMk cId="3571841333" sldId="673"/>
            <ac:spMk id="18" creationId="{B62FD5B7-AA6C-1438-ABEB-8D13419E5F66}"/>
          </ac:spMkLst>
        </pc:spChg>
        <pc:spChg chg="add del mod">
          <ac:chgData name="Nursakirah Ab Rahman Muton" userId="f84698cea26ccaf4" providerId="LiveId" clId="{7969D0CC-6CE5-4727-B2E0-F12A56B7AF9B}" dt="2024-11-14T05:26:49.233" v="1371" actId="478"/>
          <ac:spMkLst>
            <pc:docMk/>
            <pc:sldMk cId="3571841333" sldId="673"/>
            <ac:spMk id="19" creationId="{C5D016CC-7B51-DEF5-4E9F-38BCD5119EE6}"/>
          </ac:spMkLst>
        </pc:spChg>
        <pc:spChg chg="add del mod">
          <ac:chgData name="Nursakirah Ab Rahman Muton" userId="f84698cea26ccaf4" providerId="LiveId" clId="{7969D0CC-6CE5-4727-B2E0-F12A56B7AF9B}" dt="2024-11-14T05:26:49.233" v="1371" actId="478"/>
          <ac:spMkLst>
            <pc:docMk/>
            <pc:sldMk cId="3571841333" sldId="673"/>
            <ac:spMk id="20" creationId="{C2AAF1BE-4CCF-F10E-9AB1-B2755EA0B66E}"/>
          </ac:spMkLst>
        </pc:spChg>
        <pc:spChg chg="add del mod">
          <ac:chgData name="Nursakirah Ab Rahman Muton" userId="f84698cea26ccaf4" providerId="LiveId" clId="{7969D0CC-6CE5-4727-B2E0-F12A56B7AF9B}" dt="2024-11-14T05:26:49.233" v="1371" actId="478"/>
          <ac:spMkLst>
            <pc:docMk/>
            <pc:sldMk cId="3571841333" sldId="673"/>
            <ac:spMk id="21" creationId="{27CF22C1-7CE4-5EFC-127C-CF34641BFA01}"/>
          </ac:spMkLst>
        </pc:spChg>
        <pc:spChg chg="add del mod">
          <ac:chgData name="Nursakirah Ab Rahman Muton" userId="f84698cea26ccaf4" providerId="LiveId" clId="{7969D0CC-6CE5-4727-B2E0-F12A56B7AF9B}" dt="2024-11-14T05:26:49.233" v="1371" actId="478"/>
          <ac:spMkLst>
            <pc:docMk/>
            <pc:sldMk cId="3571841333" sldId="673"/>
            <ac:spMk id="25" creationId="{D8D52AEC-2BA8-C049-C010-1BC73C4F83FA}"/>
          </ac:spMkLst>
        </pc:spChg>
        <pc:spChg chg="add mod">
          <ac:chgData name="Nursakirah Ab Rahman Muton" userId="f84698cea26ccaf4" providerId="LiveId" clId="{7969D0CC-6CE5-4727-B2E0-F12A56B7AF9B}" dt="2024-11-14T05:26:56.176" v="1372" actId="1076"/>
          <ac:spMkLst>
            <pc:docMk/>
            <pc:sldMk cId="3571841333" sldId="673"/>
            <ac:spMk id="26" creationId="{9593961F-0D6F-B47D-F2B7-6207E0AB22C8}"/>
          </ac:spMkLst>
        </pc:spChg>
        <pc:spChg chg="add del mod">
          <ac:chgData name="Nursakirah Ab Rahman Muton" userId="f84698cea26ccaf4" providerId="LiveId" clId="{7969D0CC-6CE5-4727-B2E0-F12A56B7AF9B}" dt="2024-11-14T05:22:04.287" v="1266" actId="478"/>
          <ac:spMkLst>
            <pc:docMk/>
            <pc:sldMk cId="3571841333" sldId="673"/>
            <ac:spMk id="27" creationId="{EE801A26-F414-B47D-0240-8FA775A62025}"/>
          </ac:spMkLst>
        </pc:spChg>
        <pc:spChg chg="add del mod">
          <ac:chgData name="Nursakirah Ab Rahman Muton" userId="f84698cea26ccaf4" providerId="LiveId" clId="{7969D0CC-6CE5-4727-B2E0-F12A56B7AF9B}" dt="2024-11-14T05:22:04.287" v="1266" actId="478"/>
          <ac:spMkLst>
            <pc:docMk/>
            <pc:sldMk cId="3571841333" sldId="673"/>
            <ac:spMk id="28" creationId="{68B20872-FE5D-3978-E8D3-AFAAB5A54FCD}"/>
          </ac:spMkLst>
        </pc:spChg>
        <pc:spChg chg="add mod">
          <ac:chgData name="Nursakirah Ab Rahman Muton" userId="f84698cea26ccaf4" providerId="LiveId" clId="{7969D0CC-6CE5-4727-B2E0-F12A56B7AF9B}" dt="2024-11-14T08:00:05.701" v="1683" actId="1038"/>
          <ac:spMkLst>
            <pc:docMk/>
            <pc:sldMk cId="3571841333" sldId="673"/>
            <ac:spMk id="29" creationId="{EC6BB274-DED9-6978-7503-D5F8F9590211}"/>
          </ac:spMkLst>
        </pc:spChg>
        <pc:spChg chg="add del mod">
          <ac:chgData name="Nursakirah Ab Rahman Muton" userId="f84698cea26ccaf4" providerId="LiveId" clId="{7969D0CC-6CE5-4727-B2E0-F12A56B7AF9B}" dt="2024-11-14T05:22:04.287" v="1266" actId="478"/>
          <ac:spMkLst>
            <pc:docMk/>
            <pc:sldMk cId="3571841333" sldId="673"/>
            <ac:spMk id="30" creationId="{667B23FD-EDBA-5653-EA4C-23DA58F23DAB}"/>
          </ac:spMkLst>
        </pc:spChg>
        <pc:spChg chg="add del mod">
          <ac:chgData name="Nursakirah Ab Rahman Muton" userId="f84698cea26ccaf4" providerId="LiveId" clId="{7969D0CC-6CE5-4727-B2E0-F12A56B7AF9B}" dt="2024-11-14T05:22:04.287" v="1266" actId="478"/>
          <ac:spMkLst>
            <pc:docMk/>
            <pc:sldMk cId="3571841333" sldId="673"/>
            <ac:spMk id="31" creationId="{17AB83DF-A0B2-56B6-9258-3C4E1FE4E415}"/>
          </ac:spMkLst>
        </pc:spChg>
        <pc:spChg chg="add del mod">
          <ac:chgData name="Nursakirah Ab Rahman Muton" userId="f84698cea26ccaf4" providerId="LiveId" clId="{7969D0CC-6CE5-4727-B2E0-F12A56B7AF9B}" dt="2024-11-14T05:22:04.287" v="1266" actId="478"/>
          <ac:spMkLst>
            <pc:docMk/>
            <pc:sldMk cId="3571841333" sldId="673"/>
            <ac:spMk id="32" creationId="{8BDAC2E7-B33E-A013-646C-E3F7209AF31A}"/>
          </ac:spMkLst>
        </pc:spChg>
        <pc:spChg chg="add del mod">
          <ac:chgData name="Nursakirah Ab Rahman Muton" userId="f84698cea26ccaf4" providerId="LiveId" clId="{7969D0CC-6CE5-4727-B2E0-F12A56B7AF9B}" dt="2024-11-14T05:22:04.287" v="1266" actId="478"/>
          <ac:spMkLst>
            <pc:docMk/>
            <pc:sldMk cId="3571841333" sldId="673"/>
            <ac:spMk id="33" creationId="{B9D9C504-46CB-A538-3BB9-8C0990F98A33}"/>
          </ac:spMkLst>
        </pc:spChg>
        <pc:spChg chg="add del mod">
          <ac:chgData name="Nursakirah Ab Rahman Muton" userId="f84698cea26ccaf4" providerId="LiveId" clId="{7969D0CC-6CE5-4727-B2E0-F12A56B7AF9B}" dt="2024-11-14T05:22:04.287" v="1266" actId="478"/>
          <ac:spMkLst>
            <pc:docMk/>
            <pc:sldMk cId="3571841333" sldId="673"/>
            <ac:spMk id="34" creationId="{01BDAB46-D467-94A8-F4A1-6050B7518865}"/>
          </ac:spMkLst>
        </pc:spChg>
        <pc:spChg chg="add del mod">
          <ac:chgData name="Nursakirah Ab Rahman Muton" userId="f84698cea26ccaf4" providerId="LiveId" clId="{7969D0CC-6CE5-4727-B2E0-F12A56B7AF9B}" dt="2024-11-14T05:22:04.287" v="1266" actId="478"/>
          <ac:spMkLst>
            <pc:docMk/>
            <pc:sldMk cId="3571841333" sldId="673"/>
            <ac:spMk id="35" creationId="{87ACB07C-0F75-8CC5-219E-762B7ACE2183}"/>
          </ac:spMkLst>
        </pc:spChg>
        <pc:spChg chg="add mod">
          <ac:chgData name="Nursakirah Ab Rahman Muton" userId="f84698cea26ccaf4" providerId="LiveId" clId="{7969D0CC-6CE5-4727-B2E0-F12A56B7AF9B}" dt="2024-11-14T08:00:05.701" v="1683" actId="1038"/>
          <ac:spMkLst>
            <pc:docMk/>
            <pc:sldMk cId="3571841333" sldId="673"/>
            <ac:spMk id="36" creationId="{BD1A6C11-8A6E-2778-4DBC-3312772B51E2}"/>
          </ac:spMkLst>
        </pc:spChg>
        <pc:spChg chg="add mod">
          <ac:chgData name="Nursakirah Ab Rahman Muton" userId="f84698cea26ccaf4" providerId="LiveId" clId="{7969D0CC-6CE5-4727-B2E0-F12A56B7AF9B}" dt="2024-11-14T08:00:05.701" v="1683" actId="1038"/>
          <ac:spMkLst>
            <pc:docMk/>
            <pc:sldMk cId="3571841333" sldId="673"/>
            <ac:spMk id="37" creationId="{4506DF47-1F10-7509-11DA-C0D0655FCB41}"/>
          </ac:spMkLst>
        </pc:spChg>
        <pc:spChg chg="add mod">
          <ac:chgData name="Nursakirah Ab Rahman Muton" userId="f84698cea26ccaf4" providerId="LiveId" clId="{7969D0CC-6CE5-4727-B2E0-F12A56B7AF9B}" dt="2024-11-14T08:00:05.701" v="1683" actId="1038"/>
          <ac:spMkLst>
            <pc:docMk/>
            <pc:sldMk cId="3571841333" sldId="673"/>
            <ac:spMk id="38" creationId="{1A593FE5-5A75-4CB5-18B0-B0C4068EA6CD}"/>
          </ac:spMkLst>
        </pc:spChg>
        <pc:spChg chg="add mod">
          <ac:chgData name="Nursakirah Ab Rahman Muton" userId="f84698cea26ccaf4" providerId="LiveId" clId="{7969D0CC-6CE5-4727-B2E0-F12A56B7AF9B}" dt="2024-11-14T08:00:05.701" v="1683" actId="1038"/>
          <ac:spMkLst>
            <pc:docMk/>
            <pc:sldMk cId="3571841333" sldId="673"/>
            <ac:spMk id="39" creationId="{A610ABD4-05D7-0069-437B-98780F8FFA39}"/>
          </ac:spMkLst>
        </pc:spChg>
        <pc:spChg chg="add mod">
          <ac:chgData name="Nursakirah Ab Rahman Muton" userId="f84698cea26ccaf4" providerId="LiveId" clId="{7969D0CC-6CE5-4727-B2E0-F12A56B7AF9B}" dt="2024-11-14T08:00:05.701" v="1683" actId="1038"/>
          <ac:spMkLst>
            <pc:docMk/>
            <pc:sldMk cId="3571841333" sldId="673"/>
            <ac:spMk id="40" creationId="{DC13802A-B2C5-5B44-D96B-36C918774A96}"/>
          </ac:spMkLst>
        </pc:spChg>
        <pc:spChg chg="add mod">
          <ac:chgData name="Nursakirah Ab Rahman Muton" userId="f84698cea26ccaf4" providerId="LiveId" clId="{7969D0CC-6CE5-4727-B2E0-F12A56B7AF9B}" dt="2024-11-14T08:00:05.701" v="1683" actId="1038"/>
          <ac:spMkLst>
            <pc:docMk/>
            <pc:sldMk cId="3571841333" sldId="673"/>
            <ac:spMk id="41" creationId="{8BB1C5B4-4D35-DA0B-66F5-FE84FA100CC9}"/>
          </ac:spMkLst>
        </pc:spChg>
        <pc:spChg chg="add del mod">
          <ac:chgData name="Nursakirah Ab Rahman Muton" userId="f84698cea26ccaf4" providerId="LiveId" clId="{7969D0CC-6CE5-4727-B2E0-F12A56B7AF9B}" dt="2024-11-14T05:24:33.506" v="1320" actId="478"/>
          <ac:spMkLst>
            <pc:docMk/>
            <pc:sldMk cId="3571841333" sldId="673"/>
            <ac:spMk id="42" creationId="{3A357B79-F32D-9BE1-5C7F-920426511AED}"/>
          </ac:spMkLst>
        </pc:spChg>
        <pc:spChg chg="add mod">
          <ac:chgData name="Nursakirah Ab Rahman Muton" userId="f84698cea26ccaf4" providerId="LiveId" clId="{7969D0CC-6CE5-4727-B2E0-F12A56B7AF9B}" dt="2024-11-14T07:59:59.070" v="1677" actId="1038"/>
          <ac:spMkLst>
            <pc:docMk/>
            <pc:sldMk cId="3571841333" sldId="673"/>
            <ac:spMk id="43" creationId="{DFBDE3F2-36B4-D4D7-0115-B5C7212C0F41}"/>
          </ac:spMkLst>
        </pc:spChg>
        <pc:spChg chg="add mod">
          <ac:chgData name="Nursakirah Ab Rahman Muton" userId="f84698cea26ccaf4" providerId="LiveId" clId="{7969D0CC-6CE5-4727-B2E0-F12A56B7AF9B}" dt="2024-11-14T07:59:59.070" v="1677" actId="1038"/>
          <ac:spMkLst>
            <pc:docMk/>
            <pc:sldMk cId="3571841333" sldId="673"/>
            <ac:spMk id="44" creationId="{6DC810F4-D77C-4C82-0028-269D35EB5518}"/>
          </ac:spMkLst>
        </pc:spChg>
        <pc:spChg chg="add mod">
          <ac:chgData name="Nursakirah Ab Rahman Muton" userId="f84698cea26ccaf4" providerId="LiveId" clId="{7969D0CC-6CE5-4727-B2E0-F12A56B7AF9B}" dt="2024-11-14T07:59:59.070" v="1677" actId="1038"/>
          <ac:spMkLst>
            <pc:docMk/>
            <pc:sldMk cId="3571841333" sldId="673"/>
            <ac:spMk id="45" creationId="{01156AD3-9A00-8C01-074C-2EEE804C1FDA}"/>
          </ac:spMkLst>
        </pc:spChg>
        <pc:spChg chg="add mod">
          <ac:chgData name="Nursakirah Ab Rahman Muton" userId="f84698cea26ccaf4" providerId="LiveId" clId="{7969D0CC-6CE5-4727-B2E0-F12A56B7AF9B}" dt="2024-11-14T07:59:59.070" v="1677" actId="1038"/>
          <ac:spMkLst>
            <pc:docMk/>
            <pc:sldMk cId="3571841333" sldId="673"/>
            <ac:spMk id="46" creationId="{B15D2EC3-015C-7E81-B456-BD3BD2955E8B}"/>
          </ac:spMkLst>
        </pc:spChg>
        <pc:spChg chg="add mod">
          <ac:chgData name="Nursakirah Ab Rahman Muton" userId="f84698cea26ccaf4" providerId="LiveId" clId="{7969D0CC-6CE5-4727-B2E0-F12A56B7AF9B}" dt="2024-11-14T07:59:59.070" v="1677" actId="1038"/>
          <ac:spMkLst>
            <pc:docMk/>
            <pc:sldMk cId="3571841333" sldId="673"/>
            <ac:spMk id="47" creationId="{8E2FF936-A90B-B729-6CB5-A0ADED133BEF}"/>
          </ac:spMkLst>
        </pc:spChg>
        <pc:spChg chg="add mod">
          <ac:chgData name="Nursakirah Ab Rahman Muton" userId="f84698cea26ccaf4" providerId="LiveId" clId="{7969D0CC-6CE5-4727-B2E0-F12A56B7AF9B}" dt="2024-11-14T07:59:59.070" v="1677" actId="1038"/>
          <ac:spMkLst>
            <pc:docMk/>
            <pc:sldMk cId="3571841333" sldId="673"/>
            <ac:spMk id="48" creationId="{E123662D-03C1-93D6-1B16-C02A28628C1F}"/>
          </ac:spMkLst>
        </pc:spChg>
        <pc:cxnChg chg="add del mod">
          <ac:chgData name="Nursakirah Ab Rahman Muton" userId="f84698cea26ccaf4" providerId="LiveId" clId="{7969D0CC-6CE5-4727-B2E0-F12A56B7AF9B}" dt="2024-11-14T05:26:49.233" v="1371" actId="478"/>
          <ac:cxnSpMkLst>
            <pc:docMk/>
            <pc:sldMk cId="3571841333" sldId="673"/>
            <ac:cxnSpMk id="6" creationId="{296165A5-E9D9-206F-CDF4-C52322210C61}"/>
          </ac:cxnSpMkLst>
        </pc:cxnChg>
        <pc:cxnChg chg="add del mod">
          <ac:chgData name="Nursakirah Ab Rahman Muton" userId="f84698cea26ccaf4" providerId="LiveId" clId="{7969D0CC-6CE5-4727-B2E0-F12A56B7AF9B}" dt="2024-11-14T05:26:49.233" v="1371" actId="478"/>
          <ac:cxnSpMkLst>
            <pc:docMk/>
            <pc:sldMk cId="3571841333" sldId="673"/>
            <ac:cxnSpMk id="7" creationId="{7D86D79F-8BEF-5E30-DC87-0FB6AEC8CB39}"/>
          </ac:cxnSpMkLst>
        </pc:cxnChg>
        <pc:cxnChg chg="add del mod">
          <ac:chgData name="Nursakirah Ab Rahman Muton" userId="f84698cea26ccaf4" providerId="LiveId" clId="{7969D0CC-6CE5-4727-B2E0-F12A56B7AF9B}" dt="2024-11-14T05:26:49.233" v="1371" actId="478"/>
          <ac:cxnSpMkLst>
            <pc:docMk/>
            <pc:sldMk cId="3571841333" sldId="673"/>
            <ac:cxnSpMk id="8" creationId="{3B601E6F-CD63-97AE-4FC3-F3B71997D70C}"/>
          </ac:cxnSpMkLst>
        </pc:cxnChg>
        <pc:cxnChg chg="add del mod">
          <ac:chgData name="Nursakirah Ab Rahman Muton" userId="f84698cea26ccaf4" providerId="LiveId" clId="{7969D0CC-6CE5-4727-B2E0-F12A56B7AF9B}" dt="2024-11-14T05:26:49.233" v="1371" actId="478"/>
          <ac:cxnSpMkLst>
            <pc:docMk/>
            <pc:sldMk cId="3571841333" sldId="673"/>
            <ac:cxnSpMk id="9" creationId="{BA5325F3-B281-2596-ED05-2A71D80A7BA9}"/>
          </ac:cxnSpMkLst>
        </pc:cxnChg>
        <pc:cxnChg chg="add del mod">
          <ac:chgData name="Nursakirah Ab Rahman Muton" userId="f84698cea26ccaf4" providerId="LiveId" clId="{7969D0CC-6CE5-4727-B2E0-F12A56B7AF9B}" dt="2024-11-14T05:26:49.233" v="1371" actId="478"/>
          <ac:cxnSpMkLst>
            <pc:docMk/>
            <pc:sldMk cId="3571841333" sldId="673"/>
            <ac:cxnSpMk id="10" creationId="{D7EE0F3D-EC65-4CD3-51DF-6DD966C030BA}"/>
          </ac:cxnSpMkLst>
        </pc:cxnChg>
        <pc:cxnChg chg="add del mod">
          <ac:chgData name="Nursakirah Ab Rahman Muton" userId="f84698cea26ccaf4" providerId="LiveId" clId="{7969D0CC-6CE5-4727-B2E0-F12A56B7AF9B}" dt="2024-11-14T05:26:49.233" v="1371" actId="478"/>
          <ac:cxnSpMkLst>
            <pc:docMk/>
            <pc:sldMk cId="3571841333" sldId="673"/>
            <ac:cxnSpMk id="11" creationId="{DC15AC74-AA91-BE25-5441-1D26AAB31598}"/>
          </ac:cxnSpMkLst>
        </pc:cxnChg>
        <pc:cxnChg chg="add del mod">
          <ac:chgData name="Nursakirah Ab Rahman Muton" userId="f84698cea26ccaf4" providerId="LiveId" clId="{7969D0CC-6CE5-4727-B2E0-F12A56B7AF9B}" dt="2024-11-14T05:26:49.233" v="1371" actId="478"/>
          <ac:cxnSpMkLst>
            <pc:docMk/>
            <pc:sldMk cId="3571841333" sldId="673"/>
            <ac:cxnSpMk id="22" creationId="{57A44941-35EE-5E51-DE7A-117ED6858950}"/>
          </ac:cxnSpMkLst>
        </pc:cxnChg>
        <pc:cxnChg chg="add del mod">
          <ac:chgData name="Nursakirah Ab Rahman Muton" userId="f84698cea26ccaf4" providerId="LiveId" clId="{7969D0CC-6CE5-4727-B2E0-F12A56B7AF9B}" dt="2024-11-14T05:26:49.233" v="1371" actId="478"/>
          <ac:cxnSpMkLst>
            <pc:docMk/>
            <pc:sldMk cId="3571841333" sldId="673"/>
            <ac:cxnSpMk id="23" creationId="{D0602D20-AEE4-A8C5-9688-938FF4B75A02}"/>
          </ac:cxnSpMkLst>
        </pc:cxnChg>
        <pc:cxnChg chg="add del mod">
          <ac:chgData name="Nursakirah Ab Rahman Muton" userId="f84698cea26ccaf4" providerId="LiveId" clId="{7969D0CC-6CE5-4727-B2E0-F12A56B7AF9B}" dt="2024-11-14T05:26:49.233" v="1371" actId="478"/>
          <ac:cxnSpMkLst>
            <pc:docMk/>
            <pc:sldMk cId="3571841333" sldId="673"/>
            <ac:cxnSpMk id="24" creationId="{12CB2792-0CD3-681C-AA84-BDCCC67D8BA6}"/>
          </ac:cxnSpMkLst>
        </pc:cxnChg>
      </pc:sldChg>
      <pc:sldChg chg="addSp delSp modSp new mod">
        <pc:chgData name="Nursakirah Ab Rahman Muton" userId="f84698cea26ccaf4" providerId="LiveId" clId="{7969D0CC-6CE5-4727-B2E0-F12A56B7AF9B}" dt="2024-11-14T08:50:33.642" v="2180" actId="12"/>
        <pc:sldMkLst>
          <pc:docMk/>
          <pc:sldMk cId="172672555" sldId="674"/>
        </pc:sldMkLst>
        <pc:spChg chg="mod">
          <ac:chgData name="Nursakirah Ab Rahman Muton" userId="f84698cea26ccaf4" providerId="LiveId" clId="{7969D0CC-6CE5-4727-B2E0-F12A56B7AF9B}" dt="2024-11-14T05:27:31.479" v="1375"/>
          <ac:spMkLst>
            <pc:docMk/>
            <pc:sldMk cId="172672555" sldId="674"/>
            <ac:spMk id="2" creationId="{16667A63-5C33-208B-BF8C-65451F2B638B}"/>
          </ac:spMkLst>
        </pc:spChg>
        <pc:spChg chg="del">
          <ac:chgData name="Nursakirah Ab Rahman Muton" userId="f84698cea26ccaf4" providerId="LiveId" clId="{7969D0CC-6CE5-4727-B2E0-F12A56B7AF9B}" dt="2024-11-14T05:27:33.181" v="1376" actId="478"/>
          <ac:spMkLst>
            <pc:docMk/>
            <pc:sldMk cId="172672555" sldId="674"/>
            <ac:spMk id="3" creationId="{EFD8CC40-A5C5-54F9-288E-637A905D50A4}"/>
          </ac:spMkLst>
        </pc:spChg>
        <pc:spChg chg="add mod">
          <ac:chgData name="Nursakirah Ab Rahman Muton" userId="f84698cea26ccaf4" providerId="LiveId" clId="{7969D0CC-6CE5-4727-B2E0-F12A56B7AF9B}" dt="2024-11-14T08:50:33.642" v="2180" actId="12"/>
          <ac:spMkLst>
            <pc:docMk/>
            <pc:sldMk cId="172672555" sldId="674"/>
            <ac:spMk id="6" creationId="{00EDE0AF-26F7-A8B5-239A-61B8D19F95A4}"/>
          </ac:spMkLst>
        </pc:spChg>
        <pc:picChg chg="add del mod">
          <ac:chgData name="Nursakirah Ab Rahman Muton" userId="f84698cea26ccaf4" providerId="LiveId" clId="{7969D0CC-6CE5-4727-B2E0-F12A56B7AF9B}" dt="2024-11-14T05:31:13.735" v="1622" actId="478"/>
          <ac:picMkLst>
            <pc:docMk/>
            <pc:sldMk cId="172672555" sldId="674"/>
            <ac:picMk id="5" creationId="{73D70451-2267-A653-7DD3-0E4D33132525}"/>
          </ac:picMkLst>
        </pc:picChg>
      </pc:sldChg>
      <pc:sldChg chg="addSp modSp add mod ord modAnim">
        <pc:chgData name="Nursakirah Ab Rahman Muton" userId="f84698cea26ccaf4" providerId="LiveId" clId="{7969D0CC-6CE5-4727-B2E0-F12A56B7AF9B}" dt="2024-11-14T08:19:40.133" v="1775"/>
        <pc:sldMkLst>
          <pc:docMk/>
          <pc:sldMk cId="3739002296" sldId="675"/>
        </pc:sldMkLst>
        <pc:spChg chg="add mod">
          <ac:chgData name="Nursakirah Ab Rahman Muton" userId="f84698cea26ccaf4" providerId="LiveId" clId="{7969D0CC-6CE5-4727-B2E0-F12A56B7AF9B}" dt="2024-11-14T08:12:33.018" v="1695" actId="1076"/>
          <ac:spMkLst>
            <pc:docMk/>
            <pc:sldMk cId="3739002296" sldId="675"/>
            <ac:spMk id="3" creationId="{84306CC3-6856-CFA6-3CE7-AF4AB1F3DD19}"/>
          </ac:spMkLst>
        </pc:spChg>
        <pc:spChg chg="add mod">
          <ac:chgData name="Nursakirah Ab Rahman Muton" userId="f84698cea26ccaf4" providerId="LiveId" clId="{7969D0CC-6CE5-4727-B2E0-F12A56B7AF9B}" dt="2024-11-14T08:12:35.535" v="1696" actId="1076"/>
          <ac:spMkLst>
            <pc:docMk/>
            <pc:sldMk cId="3739002296" sldId="675"/>
            <ac:spMk id="5" creationId="{43DF3B10-2D34-0C85-BF40-73DB5C753B0D}"/>
          </ac:spMkLst>
        </pc:spChg>
        <pc:spChg chg="mod">
          <ac:chgData name="Nursakirah Ab Rahman Muton" userId="f84698cea26ccaf4" providerId="LiveId" clId="{7969D0CC-6CE5-4727-B2E0-F12A56B7AF9B}" dt="2024-11-14T08:00:24.304" v="1687" actId="20577"/>
          <ac:spMkLst>
            <pc:docMk/>
            <pc:sldMk cId="3739002296" sldId="675"/>
            <ac:spMk id="6" creationId="{30935A2D-CC6F-7078-6C6D-696ACD8EBDFD}"/>
          </ac:spMkLst>
        </pc:spChg>
        <pc:spChg chg="add mod">
          <ac:chgData name="Nursakirah Ab Rahman Muton" userId="f84698cea26ccaf4" providerId="LiveId" clId="{7969D0CC-6CE5-4727-B2E0-F12A56B7AF9B}" dt="2024-11-14T08:12:41.746" v="1698" actId="1076"/>
          <ac:spMkLst>
            <pc:docMk/>
            <pc:sldMk cId="3739002296" sldId="675"/>
            <ac:spMk id="7" creationId="{6E51FA77-2AA0-2492-4B14-8ECFF5BD2C74}"/>
          </ac:spMkLst>
        </pc:spChg>
        <pc:spChg chg="add mod">
          <ac:chgData name="Nursakirah Ab Rahman Muton" userId="f84698cea26ccaf4" providerId="LiveId" clId="{7969D0CC-6CE5-4727-B2E0-F12A56B7AF9B}" dt="2024-11-14T08:12:56.737" v="1702" actId="208"/>
          <ac:spMkLst>
            <pc:docMk/>
            <pc:sldMk cId="3739002296" sldId="675"/>
            <ac:spMk id="8" creationId="{C8B31B7D-3C37-31BB-D699-777A64096E2D}"/>
          </ac:spMkLst>
        </pc:spChg>
        <pc:spChg chg="add mod">
          <ac:chgData name="Nursakirah Ab Rahman Muton" userId="f84698cea26ccaf4" providerId="LiveId" clId="{7969D0CC-6CE5-4727-B2E0-F12A56B7AF9B}" dt="2024-11-14T08:13:02.572" v="1704" actId="1076"/>
          <ac:spMkLst>
            <pc:docMk/>
            <pc:sldMk cId="3739002296" sldId="675"/>
            <ac:spMk id="9" creationId="{063E3C5A-0491-CE43-CA0D-AF545B3DB323}"/>
          </ac:spMkLst>
        </pc:spChg>
        <pc:spChg chg="add mod">
          <ac:chgData name="Nursakirah Ab Rahman Muton" userId="f84698cea26ccaf4" providerId="LiveId" clId="{7969D0CC-6CE5-4727-B2E0-F12A56B7AF9B}" dt="2024-11-14T08:15:56.622" v="1770" actId="20577"/>
          <ac:spMkLst>
            <pc:docMk/>
            <pc:sldMk cId="3739002296" sldId="675"/>
            <ac:spMk id="10" creationId="{FC980924-DCA0-44B6-2DC9-A679F324FA6D}"/>
          </ac:spMkLst>
        </pc:spChg>
        <pc:spChg chg="add mod">
          <ac:chgData name="Nursakirah Ab Rahman Muton" userId="f84698cea26ccaf4" providerId="LiveId" clId="{7969D0CC-6CE5-4727-B2E0-F12A56B7AF9B}" dt="2024-11-14T08:13:35.468" v="1712" actId="14100"/>
          <ac:spMkLst>
            <pc:docMk/>
            <pc:sldMk cId="3739002296" sldId="675"/>
            <ac:spMk id="11" creationId="{9AFD8805-E712-5BCC-38C5-71054D823FAD}"/>
          </ac:spMkLst>
        </pc:spChg>
        <pc:spChg chg="add mod">
          <ac:chgData name="Nursakirah Ab Rahman Muton" userId="f84698cea26ccaf4" providerId="LiveId" clId="{7969D0CC-6CE5-4727-B2E0-F12A56B7AF9B}" dt="2024-11-14T08:13:39.180" v="1714" actId="1076"/>
          <ac:spMkLst>
            <pc:docMk/>
            <pc:sldMk cId="3739002296" sldId="675"/>
            <ac:spMk id="12" creationId="{505BA278-F77A-6086-6372-AA5AE4F1092A}"/>
          </ac:spMkLst>
        </pc:spChg>
        <pc:spChg chg="add mod">
          <ac:chgData name="Nursakirah Ab Rahman Muton" userId="f84698cea26ccaf4" providerId="LiveId" clId="{7969D0CC-6CE5-4727-B2E0-F12A56B7AF9B}" dt="2024-11-14T08:16:08.377" v="1772" actId="1076"/>
          <ac:spMkLst>
            <pc:docMk/>
            <pc:sldMk cId="3739002296" sldId="675"/>
            <ac:spMk id="13" creationId="{8C1CB560-2B46-425F-E96E-F536EA69C853}"/>
          </ac:spMkLst>
        </pc:spChg>
      </pc:sldChg>
      <pc:sldChg chg="addSp delSp modSp add mod delAnim modAnim">
        <pc:chgData name="Nursakirah Ab Rahman Muton" userId="f84698cea26ccaf4" providerId="LiveId" clId="{7969D0CC-6CE5-4727-B2E0-F12A56B7AF9B}" dt="2024-11-14T08:48:41.390" v="2178" actId="20577"/>
        <pc:sldMkLst>
          <pc:docMk/>
          <pc:sldMk cId="3414599538" sldId="676"/>
        </pc:sldMkLst>
        <pc:spChg chg="add del mod">
          <ac:chgData name="Nursakirah Ab Rahman Muton" userId="f84698cea26ccaf4" providerId="LiveId" clId="{7969D0CC-6CE5-4727-B2E0-F12A56B7AF9B}" dt="2024-11-14T08:42:33.458" v="2030" actId="478"/>
          <ac:spMkLst>
            <pc:docMk/>
            <pc:sldMk cId="3414599538" sldId="676"/>
            <ac:spMk id="3" creationId="{658E19CE-BABA-0503-3963-75446F172897}"/>
          </ac:spMkLst>
        </pc:spChg>
        <pc:spChg chg="add del mod">
          <ac:chgData name="Nursakirah Ab Rahman Muton" userId="f84698cea26ccaf4" providerId="LiveId" clId="{7969D0CC-6CE5-4727-B2E0-F12A56B7AF9B}" dt="2024-11-14T08:42:33.458" v="2030" actId="478"/>
          <ac:spMkLst>
            <pc:docMk/>
            <pc:sldMk cId="3414599538" sldId="676"/>
            <ac:spMk id="5" creationId="{56BB8D0A-11C9-AC08-3E84-E6B4D475D203}"/>
          </ac:spMkLst>
        </pc:spChg>
        <pc:spChg chg="mod">
          <ac:chgData name="Nursakirah Ab Rahman Muton" userId="f84698cea26ccaf4" providerId="LiveId" clId="{7969D0CC-6CE5-4727-B2E0-F12A56B7AF9B}" dt="2024-11-14T08:43:51.398" v="2043" actId="1076"/>
          <ac:spMkLst>
            <pc:docMk/>
            <pc:sldMk cId="3414599538" sldId="676"/>
            <ac:spMk id="6" creationId="{E7EFE1B3-A8ED-F03A-65D7-6301ADF2210A}"/>
          </ac:spMkLst>
        </pc:spChg>
        <pc:spChg chg="add del mod">
          <ac:chgData name="Nursakirah Ab Rahman Muton" userId="f84698cea26ccaf4" providerId="LiveId" clId="{7969D0CC-6CE5-4727-B2E0-F12A56B7AF9B}" dt="2024-11-14T08:42:33.458" v="2030" actId="478"/>
          <ac:spMkLst>
            <pc:docMk/>
            <pc:sldMk cId="3414599538" sldId="676"/>
            <ac:spMk id="7" creationId="{E4C2D3BE-D530-5AEE-8D31-8655CB5E62D6}"/>
          </ac:spMkLst>
        </pc:spChg>
        <pc:spChg chg="add del mod">
          <ac:chgData name="Nursakirah Ab Rahman Muton" userId="f84698cea26ccaf4" providerId="LiveId" clId="{7969D0CC-6CE5-4727-B2E0-F12A56B7AF9B}" dt="2024-11-14T08:42:33.458" v="2030" actId="478"/>
          <ac:spMkLst>
            <pc:docMk/>
            <pc:sldMk cId="3414599538" sldId="676"/>
            <ac:spMk id="8" creationId="{1D237381-DA5B-C1CD-7C7A-A30E2C1F113D}"/>
          </ac:spMkLst>
        </pc:spChg>
        <pc:spChg chg="add del mod">
          <ac:chgData name="Nursakirah Ab Rahman Muton" userId="f84698cea26ccaf4" providerId="LiveId" clId="{7969D0CC-6CE5-4727-B2E0-F12A56B7AF9B}" dt="2024-11-14T08:42:33.458" v="2030" actId="478"/>
          <ac:spMkLst>
            <pc:docMk/>
            <pc:sldMk cId="3414599538" sldId="676"/>
            <ac:spMk id="9" creationId="{54739FBB-600F-15EC-26BF-E4AB134C0B0F}"/>
          </ac:spMkLst>
        </pc:spChg>
        <pc:spChg chg="add del mod">
          <ac:chgData name="Nursakirah Ab Rahman Muton" userId="f84698cea26ccaf4" providerId="LiveId" clId="{7969D0CC-6CE5-4727-B2E0-F12A56B7AF9B}" dt="2024-11-14T08:42:33.458" v="2030" actId="478"/>
          <ac:spMkLst>
            <pc:docMk/>
            <pc:sldMk cId="3414599538" sldId="676"/>
            <ac:spMk id="10" creationId="{8F9C267E-01BD-6120-FD55-AAF3791EA996}"/>
          </ac:spMkLst>
        </pc:spChg>
        <pc:spChg chg="add del mod">
          <ac:chgData name="Nursakirah Ab Rahman Muton" userId="f84698cea26ccaf4" providerId="LiveId" clId="{7969D0CC-6CE5-4727-B2E0-F12A56B7AF9B}" dt="2024-11-14T08:22:21.871" v="1800" actId="478"/>
          <ac:spMkLst>
            <pc:docMk/>
            <pc:sldMk cId="3414599538" sldId="676"/>
            <ac:spMk id="11" creationId="{C17E6F47-F8C3-E6CE-4F44-3DD99B7BB45C}"/>
          </ac:spMkLst>
        </pc:spChg>
        <pc:spChg chg="add del mod">
          <ac:chgData name="Nursakirah Ab Rahman Muton" userId="f84698cea26ccaf4" providerId="LiveId" clId="{7969D0CC-6CE5-4727-B2E0-F12A56B7AF9B}" dt="2024-11-14T08:42:33.458" v="2030" actId="478"/>
          <ac:spMkLst>
            <pc:docMk/>
            <pc:sldMk cId="3414599538" sldId="676"/>
            <ac:spMk id="12" creationId="{0DB376BE-2672-86A9-C9BB-007FC151E8AD}"/>
          </ac:spMkLst>
        </pc:spChg>
        <pc:spChg chg="add del mod">
          <ac:chgData name="Nursakirah Ab Rahman Muton" userId="f84698cea26ccaf4" providerId="LiveId" clId="{7969D0CC-6CE5-4727-B2E0-F12A56B7AF9B}" dt="2024-11-14T08:42:33.458" v="2030" actId="478"/>
          <ac:spMkLst>
            <pc:docMk/>
            <pc:sldMk cId="3414599538" sldId="676"/>
            <ac:spMk id="13" creationId="{9415E779-258F-F93E-5E38-59CA0169ABE0}"/>
          </ac:spMkLst>
        </pc:spChg>
        <pc:spChg chg="add del mod">
          <ac:chgData name="Nursakirah Ab Rahman Muton" userId="f84698cea26ccaf4" providerId="LiveId" clId="{7969D0CC-6CE5-4727-B2E0-F12A56B7AF9B}" dt="2024-11-14T08:42:33.458" v="2030" actId="478"/>
          <ac:spMkLst>
            <pc:docMk/>
            <pc:sldMk cId="3414599538" sldId="676"/>
            <ac:spMk id="14" creationId="{E60D80CB-4853-4DC9-4865-0EFE118888CF}"/>
          </ac:spMkLst>
        </pc:spChg>
        <pc:spChg chg="add del mod">
          <ac:chgData name="Nursakirah Ab Rahman Muton" userId="f84698cea26ccaf4" providerId="LiveId" clId="{7969D0CC-6CE5-4727-B2E0-F12A56B7AF9B}" dt="2024-11-14T08:42:33.458" v="2030" actId="478"/>
          <ac:spMkLst>
            <pc:docMk/>
            <pc:sldMk cId="3414599538" sldId="676"/>
            <ac:spMk id="15" creationId="{C00F3135-0B48-21E5-6AB0-6E53BA959BE9}"/>
          </ac:spMkLst>
        </pc:spChg>
        <pc:spChg chg="add del mod">
          <ac:chgData name="Nursakirah Ab Rahman Muton" userId="f84698cea26ccaf4" providerId="LiveId" clId="{7969D0CC-6CE5-4727-B2E0-F12A56B7AF9B}" dt="2024-11-14T08:42:33.458" v="2030" actId="478"/>
          <ac:spMkLst>
            <pc:docMk/>
            <pc:sldMk cId="3414599538" sldId="676"/>
            <ac:spMk id="16" creationId="{163DCC70-2B33-BC0D-D445-70B902B2C786}"/>
          </ac:spMkLst>
        </pc:spChg>
        <pc:spChg chg="add del mod">
          <ac:chgData name="Nursakirah Ab Rahman Muton" userId="f84698cea26ccaf4" providerId="LiveId" clId="{7969D0CC-6CE5-4727-B2E0-F12A56B7AF9B}" dt="2024-11-14T08:42:33.458" v="2030" actId="478"/>
          <ac:spMkLst>
            <pc:docMk/>
            <pc:sldMk cId="3414599538" sldId="676"/>
            <ac:spMk id="17" creationId="{ECF7932B-55C7-3276-045B-C1B8CD4F4780}"/>
          </ac:spMkLst>
        </pc:spChg>
        <pc:spChg chg="add del mod">
          <ac:chgData name="Nursakirah Ab Rahman Muton" userId="f84698cea26ccaf4" providerId="LiveId" clId="{7969D0CC-6CE5-4727-B2E0-F12A56B7AF9B}" dt="2024-11-14T08:42:33.458" v="2030" actId="478"/>
          <ac:spMkLst>
            <pc:docMk/>
            <pc:sldMk cId="3414599538" sldId="676"/>
            <ac:spMk id="18" creationId="{E7B120F7-89E8-4522-8BD8-D9BE50A4CE65}"/>
          </ac:spMkLst>
        </pc:spChg>
        <pc:spChg chg="add del mod">
          <ac:chgData name="Nursakirah Ab Rahman Muton" userId="f84698cea26ccaf4" providerId="LiveId" clId="{7969D0CC-6CE5-4727-B2E0-F12A56B7AF9B}" dt="2024-11-14T08:42:33.458" v="2030" actId="478"/>
          <ac:spMkLst>
            <pc:docMk/>
            <pc:sldMk cId="3414599538" sldId="676"/>
            <ac:spMk id="19" creationId="{0BE71489-C494-3A42-4972-3216CA225CFC}"/>
          </ac:spMkLst>
        </pc:spChg>
        <pc:spChg chg="add del mod">
          <ac:chgData name="Nursakirah Ab Rahman Muton" userId="f84698cea26ccaf4" providerId="LiveId" clId="{7969D0CC-6CE5-4727-B2E0-F12A56B7AF9B}" dt="2024-11-14T08:42:33.458" v="2030" actId="478"/>
          <ac:spMkLst>
            <pc:docMk/>
            <pc:sldMk cId="3414599538" sldId="676"/>
            <ac:spMk id="20" creationId="{FC4A2DE0-8456-74F1-1168-B41266459FAA}"/>
          </ac:spMkLst>
        </pc:spChg>
        <pc:spChg chg="add del mod">
          <ac:chgData name="Nursakirah Ab Rahman Muton" userId="f84698cea26ccaf4" providerId="LiveId" clId="{7969D0CC-6CE5-4727-B2E0-F12A56B7AF9B}" dt="2024-11-14T08:42:33.458" v="2030" actId="478"/>
          <ac:spMkLst>
            <pc:docMk/>
            <pc:sldMk cId="3414599538" sldId="676"/>
            <ac:spMk id="21" creationId="{15FABE2F-3FC0-B4A8-0F53-73FA5D19DE6D}"/>
          </ac:spMkLst>
        </pc:spChg>
        <pc:spChg chg="add del mod">
          <ac:chgData name="Nursakirah Ab Rahman Muton" userId="f84698cea26ccaf4" providerId="LiveId" clId="{7969D0CC-6CE5-4727-B2E0-F12A56B7AF9B}" dt="2024-11-14T08:42:33.458" v="2030" actId="478"/>
          <ac:spMkLst>
            <pc:docMk/>
            <pc:sldMk cId="3414599538" sldId="676"/>
            <ac:spMk id="22" creationId="{FCA035AB-B537-5FDF-437C-F4A1E7CB2086}"/>
          </ac:spMkLst>
        </pc:spChg>
        <pc:spChg chg="add del mod">
          <ac:chgData name="Nursakirah Ab Rahman Muton" userId="f84698cea26ccaf4" providerId="LiveId" clId="{7969D0CC-6CE5-4727-B2E0-F12A56B7AF9B}" dt="2024-11-14T08:42:33.458" v="2030" actId="478"/>
          <ac:spMkLst>
            <pc:docMk/>
            <pc:sldMk cId="3414599538" sldId="676"/>
            <ac:spMk id="23" creationId="{B9E38D08-DC94-26E1-E391-2E0144C739E7}"/>
          </ac:spMkLst>
        </pc:spChg>
        <pc:spChg chg="add del mod">
          <ac:chgData name="Nursakirah Ab Rahman Muton" userId="f84698cea26ccaf4" providerId="LiveId" clId="{7969D0CC-6CE5-4727-B2E0-F12A56B7AF9B}" dt="2024-11-14T08:42:33.458" v="2030" actId="478"/>
          <ac:spMkLst>
            <pc:docMk/>
            <pc:sldMk cId="3414599538" sldId="676"/>
            <ac:spMk id="24" creationId="{003B83F7-22BD-3A13-DE5A-6E3E0EFFEC19}"/>
          </ac:spMkLst>
        </pc:spChg>
        <pc:spChg chg="add del mod">
          <ac:chgData name="Nursakirah Ab Rahman Muton" userId="f84698cea26ccaf4" providerId="LiveId" clId="{7969D0CC-6CE5-4727-B2E0-F12A56B7AF9B}" dt="2024-11-14T08:42:33.458" v="2030" actId="478"/>
          <ac:spMkLst>
            <pc:docMk/>
            <pc:sldMk cId="3414599538" sldId="676"/>
            <ac:spMk id="25" creationId="{66496929-321C-3D90-33FF-B97FA907EFD3}"/>
          </ac:spMkLst>
        </pc:spChg>
        <pc:spChg chg="add del mod">
          <ac:chgData name="Nursakirah Ab Rahman Muton" userId="f84698cea26ccaf4" providerId="LiveId" clId="{7969D0CC-6CE5-4727-B2E0-F12A56B7AF9B}" dt="2024-11-14T08:42:33.458" v="2030" actId="478"/>
          <ac:spMkLst>
            <pc:docMk/>
            <pc:sldMk cId="3414599538" sldId="676"/>
            <ac:spMk id="26" creationId="{0E5724B7-0430-D0F2-BDFD-82738A279004}"/>
          </ac:spMkLst>
        </pc:spChg>
        <pc:spChg chg="add del mod">
          <ac:chgData name="Nursakirah Ab Rahman Muton" userId="f84698cea26ccaf4" providerId="LiveId" clId="{7969D0CC-6CE5-4727-B2E0-F12A56B7AF9B}" dt="2024-11-14T08:42:33.458" v="2030" actId="478"/>
          <ac:spMkLst>
            <pc:docMk/>
            <pc:sldMk cId="3414599538" sldId="676"/>
            <ac:spMk id="27" creationId="{CC6FEBA2-483F-CC89-C91E-A374C2488F30}"/>
          </ac:spMkLst>
        </pc:spChg>
        <pc:spChg chg="add del mod">
          <ac:chgData name="Nursakirah Ab Rahman Muton" userId="f84698cea26ccaf4" providerId="LiveId" clId="{7969D0CC-6CE5-4727-B2E0-F12A56B7AF9B}" dt="2024-11-14T08:42:33.458" v="2030" actId="478"/>
          <ac:spMkLst>
            <pc:docMk/>
            <pc:sldMk cId="3414599538" sldId="676"/>
            <ac:spMk id="28" creationId="{4B2652B3-6B62-0336-6504-B3E0CCA1B622}"/>
          </ac:spMkLst>
        </pc:spChg>
        <pc:spChg chg="add del mod">
          <ac:chgData name="Nursakirah Ab Rahman Muton" userId="f84698cea26ccaf4" providerId="LiveId" clId="{7969D0CC-6CE5-4727-B2E0-F12A56B7AF9B}" dt="2024-11-14T08:42:33.458" v="2030" actId="478"/>
          <ac:spMkLst>
            <pc:docMk/>
            <pc:sldMk cId="3414599538" sldId="676"/>
            <ac:spMk id="29" creationId="{C978B0E9-24AB-083E-8A0E-531567BDF1BE}"/>
          </ac:spMkLst>
        </pc:spChg>
        <pc:spChg chg="add del mod">
          <ac:chgData name="Nursakirah Ab Rahman Muton" userId="f84698cea26ccaf4" providerId="LiveId" clId="{7969D0CC-6CE5-4727-B2E0-F12A56B7AF9B}" dt="2024-11-14T08:42:33.458" v="2030" actId="478"/>
          <ac:spMkLst>
            <pc:docMk/>
            <pc:sldMk cId="3414599538" sldId="676"/>
            <ac:spMk id="30" creationId="{56E7F50A-69AD-D18A-2ED3-FCD60077AFE6}"/>
          </ac:spMkLst>
        </pc:spChg>
        <pc:spChg chg="add mod">
          <ac:chgData name="Nursakirah Ab Rahman Muton" userId="f84698cea26ccaf4" providerId="LiveId" clId="{7969D0CC-6CE5-4727-B2E0-F12A56B7AF9B}" dt="2024-11-14T08:45:29.605" v="2067" actId="207"/>
          <ac:spMkLst>
            <pc:docMk/>
            <pc:sldMk cId="3414599538" sldId="676"/>
            <ac:spMk id="31" creationId="{336149DD-3A6F-0D5B-EF5B-E9EFCC106A3B}"/>
          </ac:spMkLst>
        </pc:spChg>
        <pc:spChg chg="add mod">
          <ac:chgData name="Nursakirah Ab Rahman Muton" userId="f84698cea26ccaf4" providerId="LiveId" clId="{7969D0CC-6CE5-4727-B2E0-F12A56B7AF9B}" dt="2024-11-14T08:47:13.228" v="2105" actId="207"/>
          <ac:spMkLst>
            <pc:docMk/>
            <pc:sldMk cId="3414599538" sldId="676"/>
            <ac:spMk id="32" creationId="{2207A82A-58A9-3480-9DA1-BBBA0CACECB6}"/>
          </ac:spMkLst>
        </pc:spChg>
        <pc:spChg chg="add mod">
          <ac:chgData name="Nursakirah Ab Rahman Muton" userId="f84698cea26ccaf4" providerId="LiveId" clId="{7969D0CC-6CE5-4727-B2E0-F12A56B7AF9B}" dt="2024-11-14T08:48:07.885" v="2150" actId="14100"/>
          <ac:spMkLst>
            <pc:docMk/>
            <pc:sldMk cId="3414599538" sldId="676"/>
            <ac:spMk id="33" creationId="{5EB008F2-55F4-ACBF-9581-F118BC47306B}"/>
          </ac:spMkLst>
        </pc:spChg>
        <pc:spChg chg="add mod">
          <ac:chgData name="Nursakirah Ab Rahman Muton" userId="f84698cea26ccaf4" providerId="LiveId" clId="{7969D0CC-6CE5-4727-B2E0-F12A56B7AF9B}" dt="2024-11-14T08:48:41.390" v="2178" actId="20577"/>
          <ac:spMkLst>
            <pc:docMk/>
            <pc:sldMk cId="3414599538" sldId="676"/>
            <ac:spMk id="34" creationId="{66D4816C-CCCC-B64A-3B34-63F76EE55282}"/>
          </ac:spMkLst>
        </pc:spChg>
      </pc:sldChg>
      <pc:sldChg chg="addSp delSp modSp new mod modClrScheme chgLayout">
        <pc:chgData name="Nursakirah Ab Rahman Muton" userId="f84698cea26ccaf4" providerId="LiveId" clId="{7969D0CC-6CE5-4727-B2E0-F12A56B7AF9B}" dt="2024-11-14T11:06:51.856" v="2362" actId="207"/>
        <pc:sldMkLst>
          <pc:docMk/>
          <pc:sldMk cId="2128050614" sldId="677"/>
        </pc:sldMkLst>
        <pc:spChg chg="del mod ord">
          <ac:chgData name="Nursakirah Ab Rahman Muton" userId="f84698cea26ccaf4" providerId="LiveId" clId="{7969D0CC-6CE5-4727-B2E0-F12A56B7AF9B}" dt="2024-11-14T11:04:29.056" v="2332" actId="700"/>
          <ac:spMkLst>
            <pc:docMk/>
            <pc:sldMk cId="2128050614" sldId="677"/>
            <ac:spMk id="2" creationId="{EBEF0D12-3878-C3A5-2F28-04CB6E1E03C7}"/>
          </ac:spMkLst>
        </pc:spChg>
        <pc:spChg chg="del mod ord">
          <ac:chgData name="Nursakirah Ab Rahman Muton" userId="f84698cea26ccaf4" providerId="LiveId" clId="{7969D0CC-6CE5-4727-B2E0-F12A56B7AF9B}" dt="2024-11-14T11:04:29.056" v="2332" actId="700"/>
          <ac:spMkLst>
            <pc:docMk/>
            <pc:sldMk cId="2128050614" sldId="677"/>
            <ac:spMk id="3" creationId="{7363E521-9F90-6E7F-7A0A-31A06AA638DB}"/>
          </ac:spMkLst>
        </pc:spChg>
        <pc:spChg chg="mod ord">
          <ac:chgData name="Nursakirah Ab Rahman Muton" userId="f84698cea26ccaf4" providerId="LiveId" clId="{7969D0CC-6CE5-4727-B2E0-F12A56B7AF9B}" dt="2024-11-14T11:04:29.056" v="2332" actId="700"/>
          <ac:spMkLst>
            <pc:docMk/>
            <pc:sldMk cId="2128050614" sldId="677"/>
            <ac:spMk id="4" creationId="{2ADF2520-3DB2-BEBC-27D3-DF2923278E17}"/>
          </ac:spMkLst>
        </pc:spChg>
        <pc:spChg chg="add mod ord">
          <ac:chgData name="Nursakirah Ab Rahman Muton" userId="f84698cea26ccaf4" providerId="LiveId" clId="{7969D0CC-6CE5-4727-B2E0-F12A56B7AF9B}" dt="2024-11-14T11:06:51.856" v="2362" actId="207"/>
          <ac:spMkLst>
            <pc:docMk/>
            <pc:sldMk cId="2128050614" sldId="677"/>
            <ac:spMk id="5" creationId="{8460445B-BC1A-979D-A925-8CF547EB5AF9}"/>
          </ac:spMkLst>
        </pc:spChg>
        <pc:spChg chg="add del mod ord">
          <ac:chgData name="Nursakirah Ab Rahman Muton" userId="f84698cea26ccaf4" providerId="LiveId" clId="{7969D0CC-6CE5-4727-B2E0-F12A56B7AF9B}" dt="2024-11-14T11:04:39.882" v="2336" actId="478"/>
          <ac:spMkLst>
            <pc:docMk/>
            <pc:sldMk cId="2128050614" sldId="677"/>
            <ac:spMk id="6" creationId="{6C9AEF0D-C324-61D5-42E1-8F244CD1D9EB}"/>
          </ac:spMkLst>
        </pc:spChg>
        <pc:picChg chg="add mod">
          <ac:chgData name="Nursakirah Ab Rahman Muton" userId="f84698cea26ccaf4" providerId="LiveId" clId="{7969D0CC-6CE5-4727-B2E0-F12A56B7AF9B}" dt="2024-11-14T11:05:14.943" v="2348" actId="1076"/>
          <ac:picMkLst>
            <pc:docMk/>
            <pc:sldMk cId="2128050614" sldId="677"/>
            <ac:picMk id="1026" creationId="{E49789A7-D1B1-CB12-34E5-223F18DF64A2}"/>
          </ac:picMkLst>
        </pc:picChg>
      </pc:sldChg>
      <pc:sldChg chg="addSp delSp modSp add mod ord">
        <pc:chgData name="Nursakirah Ab Rahman Muton" userId="f84698cea26ccaf4" providerId="LiveId" clId="{7969D0CC-6CE5-4727-B2E0-F12A56B7AF9B}" dt="2024-11-14T11:07:01.049" v="2363" actId="207"/>
        <pc:sldMkLst>
          <pc:docMk/>
          <pc:sldMk cId="559705123" sldId="678"/>
        </pc:sldMkLst>
        <pc:spChg chg="add del">
          <ac:chgData name="Nursakirah Ab Rahman Muton" userId="f84698cea26ccaf4" providerId="LiveId" clId="{7969D0CC-6CE5-4727-B2E0-F12A56B7AF9B}" dt="2024-11-14T11:06:03.790" v="2356" actId="478"/>
          <ac:spMkLst>
            <pc:docMk/>
            <pc:sldMk cId="559705123" sldId="678"/>
            <ac:spMk id="2" creationId="{8F306B5A-02F2-2A3D-4DB0-6C124608A772}"/>
          </ac:spMkLst>
        </pc:spChg>
        <pc:spChg chg="mod">
          <ac:chgData name="Nursakirah Ab Rahman Muton" userId="f84698cea26ccaf4" providerId="LiveId" clId="{7969D0CC-6CE5-4727-B2E0-F12A56B7AF9B}" dt="2024-11-14T11:07:01.049" v="2363" actId="207"/>
          <ac:spMkLst>
            <pc:docMk/>
            <pc:sldMk cId="559705123" sldId="678"/>
            <ac:spMk id="5" creationId="{64E75209-B279-A0FA-6120-D71617C23A9C}"/>
          </ac:spMkLst>
        </pc:spChg>
        <pc:picChg chg="del">
          <ac:chgData name="Nursakirah Ab Rahman Muton" userId="f84698cea26ccaf4" providerId="LiveId" clId="{7969D0CC-6CE5-4727-B2E0-F12A56B7AF9B}" dt="2024-11-14T11:05:42.975" v="2354" actId="478"/>
          <ac:picMkLst>
            <pc:docMk/>
            <pc:sldMk cId="559705123" sldId="678"/>
            <ac:picMk id="1026" creationId="{A3AA476A-A3E6-90D5-3CB6-F953BF638BD1}"/>
          </ac:picMkLst>
        </pc:picChg>
        <pc:picChg chg="add mod">
          <ac:chgData name="Nursakirah Ab Rahman Muton" userId="f84698cea26ccaf4" providerId="LiveId" clId="{7969D0CC-6CE5-4727-B2E0-F12A56B7AF9B}" dt="2024-11-14T11:06:21.620" v="2359" actId="14100"/>
          <ac:picMkLst>
            <pc:docMk/>
            <pc:sldMk cId="559705123" sldId="678"/>
            <ac:picMk id="2052" creationId="{4631064C-4382-CB95-1C69-FB3D330EABFC}"/>
          </ac:picMkLst>
        </pc:picChg>
      </pc:sldChg>
      <pc:sldChg chg="addSp delSp modSp new mod modClrScheme chgLayout">
        <pc:chgData name="Nursakirah Ab Rahman Muton" userId="f84698cea26ccaf4" providerId="LiveId" clId="{7969D0CC-6CE5-4727-B2E0-F12A56B7AF9B}" dt="2024-11-20T05:39:47.029" v="2538" actId="207"/>
        <pc:sldMkLst>
          <pc:docMk/>
          <pc:sldMk cId="3224018047" sldId="679"/>
        </pc:sldMkLst>
        <pc:spChg chg="del">
          <ac:chgData name="Nursakirah Ab Rahman Muton" userId="f84698cea26ccaf4" providerId="LiveId" clId="{7969D0CC-6CE5-4727-B2E0-F12A56B7AF9B}" dt="2024-11-20T05:38:50.206" v="2531" actId="700"/>
          <ac:spMkLst>
            <pc:docMk/>
            <pc:sldMk cId="3224018047" sldId="679"/>
            <ac:spMk id="2" creationId="{EDF6FA55-74FF-5D7E-75DD-DE1DCC533A76}"/>
          </ac:spMkLst>
        </pc:spChg>
        <pc:spChg chg="del">
          <ac:chgData name="Nursakirah Ab Rahman Muton" userId="f84698cea26ccaf4" providerId="LiveId" clId="{7969D0CC-6CE5-4727-B2E0-F12A56B7AF9B}" dt="2024-11-20T05:38:50.206" v="2531" actId="700"/>
          <ac:spMkLst>
            <pc:docMk/>
            <pc:sldMk cId="3224018047" sldId="679"/>
            <ac:spMk id="3" creationId="{50928D83-B355-1F9F-FC42-5300ADFC2678}"/>
          </ac:spMkLst>
        </pc:spChg>
        <pc:spChg chg="mod ord">
          <ac:chgData name="Nursakirah Ab Rahman Muton" userId="f84698cea26ccaf4" providerId="LiveId" clId="{7969D0CC-6CE5-4727-B2E0-F12A56B7AF9B}" dt="2024-11-20T05:38:50.206" v="2531" actId="700"/>
          <ac:spMkLst>
            <pc:docMk/>
            <pc:sldMk cId="3224018047" sldId="679"/>
            <ac:spMk id="4" creationId="{53917F1E-0FF8-1A0C-C939-B7A8990AE53A}"/>
          </ac:spMkLst>
        </pc:spChg>
        <pc:spChg chg="add mod">
          <ac:chgData name="Nursakirah Ab Rahman Muton" userId="f84698cea26ccaf4" providerId="LiveId" clId="{7969D0CC-6CE5-4727-B2E0-F12A56B7AF9B}" dt="2024-11-20T05:39:47.029" v="2538" actId="207"/>
          <ac:spMkLst>
            <pc:docMk/>
            <pc:sldMk cId="3224018047" sldId="679"/>
            <ac:spMk id="7" creationId="{EBA3B525-6AC3-8735-B2F8-8E4DAC5C61D9}"/>
          </ac:spMkLst>
        </pc:spChg>
        <pc:picChg chg="add mod">
          <ac:chgData name="Nursakirah Ab Rahman Muton" userId="f84698cea26ccaf4" providerId="LiveId" clId="{7969D0CC-6CE5-4727-B2E0-F12A56B7AF9B}" dt="2024-11-20T05:39:16.213" v="2534" actId="14100"/>
          <ac:picMkLst>
            <pc:docMk/>
            <pc:sldMk cId="3224018047" sldId="679"/>
            <ac:picMk id="6" creationId="{73428833-7A8C-D2BA-CA50-55840BE4E1DE}"/>
          </ac:picMkLst>
        </pc:picChg>
      </pc:sldChg>
      <pc:sldChg chg="addSp delSp modSp new mod modClrScheme delAnim modAnim chgLayout">
        <pc:chgData name="Nursakirah Ab Rahman Muton" userId="f84698cea26ccaf4" providerId="LiveId" clId="{7969D0CC-6CE5-4727-B2E0-F12A56B7AF9B}" dt="2024-11-20T05:53:17.485" v="2725" actId="1076"/>
        <pc:sldMkLst>
          <pc:docMk/>
          <pc:sldMk cId="26318747" sldId="680"/>
        </pc:sldMkLst>
        <pc:spChg chg="mod ord">
          <ac:chgData name="Nursakirah Ab Rahman Muton" userId="f84698cea26ccaf4" providerId="LiveId" clId="{7969D0CC-6CE5-4727-B2E0-F12A56B7AF9B}" dt="2024-11-20T05:41:50.385" v="2540" actId="700"/>
          <ac:spMkLst>
            <pc:docMk/>
            <pc:sldMk cId="26318747" sldId="680"/>
            <ac:spMk id="2" creationId="{8E6B50B5-73B5-BA20-F7F1-8ACFDD053236}"/>
          </ac:spMkLst>
        </pc:spChg>
        <pc:spChg chg="add del mod ord">
          <ac:chgData name="Nursakirah Ab Rahman Muton" userId="f84698cea26ccaf4" providerId="LiveId" clId="{7969D0CC-6CE5-4727-B2E0-F12A56B7AF9B}" dt="2024-11-20T05:41:54.347" v="2541" actId="478"/>
          <ac:spMkLst>
            <pc:docMk/>
            <pc:sldMk cId="26318747" sldId="680"/>
            <ac:spMk id="3" creationId="{DBADFEC2-12EC-1BB0-53FD-34C9C2E800BD}"/>
          </ac:spMkLst>
        </pc:spChg>
        <pc:spChg chg="add del mod ord">
          <ac:chgData name="Nursakirah Ab Rahman Muton" userId="f84698cea26ccaf4" providerId="LiveId" clId="{7969D0CC-6CE5-4727-B2E0-F12A56B7AF9B}" dt="2024-11-20T05:42:05.549" v="2543" actId="478"/>
          <ac:spMkLst>
            <pc:docMk/>
            <pc:sldMk cId="26318747" sldId="680"/>
            <ac:spMk id="4" creationId="{64F18BBD-309F-6531-06BC-E19942752161}"/>
          </ac:spMkLst>
        </pc:spChg>
        <pc:spChg chg="add mod">
          <ac:chgData name="Nursakirah Ab Rahman Muton" userId="f84698cea26ccaf4" providerId="LiveId" clId="{7969D0CC-6CE5-4727-B2E0-F12A56B7AF9B}" dt="2024-11-20T05:53:13.816" v="2724" actId="1076"/>
          <ac:spMkLst>
            <pc:docMk/>
            <pc:sldMk cId="26318747" sldId="680"/>
            <ac:spMk id="6" creationId="{42482272-E8C1-FB8F-EC06-8ACFFE91B2E3}"/>
          </ac:spMkLst>
        </pc:spChg>
        <pc:spChg chg="add mod">
          <ac:chgData name="Nursakirah Ab Rahman Muton" userId="f84698cea26ccaf4" providerId="LiveId" clId="{7969D0CC-6CE5-4727-B2E0-F12A56B7AF9B}" dt="2024-11-20T05:53:13.816" v="2724" actId="1076"/>
          <ac:spMkLst>
            <pc:docMk/>
            <pc:sldMk cId="26318747" sldId="680"/>
            <ac:spMk id="7" creationId="{ADEBDEDD-0673-7674-8A48-34C0D6689247}"/>
          </ac:spMkLst>
        </pc:spChg>
        <pc:spChg chg="add mod">
          <ac:chgData name="Nursakirah Ab Rahman Muton" userId="f84698cea26ccaf4" providerId="LiveId" clId="{7969D0CC-6CE5-4727-B2E0-F12A56B7AF9B}" dt="2024-11-20T05:51:04.078" v="2702" actId="1076"/>
          <ac:spMkLst>
            <pc:docMk/>
            <pc:sldMk cId="26318747" sldId="680"/>
            <ac:spMk id="8" creationId="{CC2BBC20-59EB-7F1C-5061-3FC607E5E3C1}"/>
          </ac:spMkLst>
        </pc:spChg>
        <pc:spChg chg="add mod">
          <ac:chgData name="Nursakirah Ab Rahman Muton" userId="f84698cea26ccaf4" providerId="LiveId" clId="{7969D0CC-6CE5-4727-B2E0-F12A56B7AF9B}" dt="2024-11-20T05:51:04.078" v="2702" actId="1076"/>
          <ac:spMkLst>
            <pc:docMk/>
            <pc:sldMk cId="26318747" sldId="680"/>
            <ac:spMk id="9" creationId="{27207363-CD5B-EE4C-27F5-03278BACC2A2}"/>
          </ac:spMkLst>
        </pc:spChg>
        <pc:spChg chg="add mod">
          <ac:chgData name="Nursakirah Ab Rahman Muton" userId="f84698cea26ccaf4" providerId="LiveId" clId="{7969D0CC-6CE5-4727-B2E0-F12A56B7AF9B}" dt="2024-11-20T05:51:04.078" v="2702" actId="1076"/>
          <ac:spMkLst>
            <pc:docMk/>
            <pc:sldMk cId="26318747" sldId="680"/>
            <ac:spMk id="10" creationId="{73C75BCD-C541-DAEC-1F58-45A6A5A7FB75}"/>
          </ac:spMkLst>
        </pc:spChg>
        <pc:spChg chg="add mod">
          <ac:chgData name="Nursakirah Ab Rahman Muton" userId="f84698cea26ccaf4" providerId="LiveId" clId="{7969D0CC-6CE5-4727-B2E0-F12A56B7AF9B}" dt="2024-11-20T05:51:04.078" v="2702" actId="1076"/>
          <ac:spMkLst>
            <pc:docMk/>
            <pc:sldMk cId="26318747" sldId="680"/>
            <ac:spMk id="11" creationId="{4EC9157C-C15F-14AC-7610-CE43F7AFC7CE}"/>
          </ac:spMkLst>
        </pc:spChg>
        <pc:spChg chg="add mod">
          <ac:chgData name="Nursakirah Ab Rahman Muton" userId="f84698cea26ccaf4" providerId="LiveId" clId="{7969D0CC-6CE5-4727-B2E0-F12A56B7AF9B}" dt="2024-11-20T05:51:04.078" v="2702" actId="1076"/>
          <ac:spMkLst>
            <pc:docMk/>
            <pc:sldMk cId="26318747" sldId="680"/>
            <ac:spMk id="12" creationId="{96CB8672-3FAA-0FEA-B4C3-28C9F9731AFE}"/>
          </ac:spMkLst>
        </pc:spChg>
        <pc:spChg chg="add mod">
          <ac:chgData name="Nursakirah Ab Rahman Muton" userId="f84698cea26ccaf4" providerId="LiveId" clId="{7969D0CC-6CE5-4727-B2E0-F12A56B7AF9B}" dt="2024-11-20T05:51:04.078" v="2702" actId="1076"/>
          <ac:spMkLst>
            <pc:docMk/>
            <pc:sldMk cId="26318747" sldId="680"/>
            <ac:spMk id="13" creationId="{9C358E26-5615-44C7-B55C-E0D8C20ECEF4}"/>
          </ac:spMkLst>
        </pc:spChg>
        <pc:spChg chg="add mod">
          <ac:chgData name="Nursakirah Ab Rahman Muton" userId="f84698cea26ccaf4" providerId="LiveId" clId="{7969D0CC-6CE5-4727-B2E0-F12A56B7AF9B}" dt="2024-11-20T05:53:17.485" v="2725" actId="1076"/>
          <ac:spMkLst>
            <pc:docMk/>
            <pc:sldMk cId="26318747" sldId="680"/>
            <ac:spMk id="14" creationId="{FE214F16-F8D8-F3D1-49CA-E716073BD758}"/>
          </ac:spMkLst>
        </pc:spChg>
        <pc:spChg chg="add mod">
          <ac:chgData name="Nursakirah Ab Rahman Muton" userId="f84698cea26ccaf4" providerId="LiveId" clId="{7969D0CC-6CE5-4727-B2E0-F12A56B7AF9B}" dt="2024-11-20T05:51:10.922" v="2703" actId="208"/>
          <ac:spMkLst>
            <pc:docMk/>
            <pc:sldMk cId="26318747" sldId="680"/>
            <ac:spMk id="15" creationId="{26A38B76-8BA9-4227-C9D7-B3E3DB60FAF6}"/>
          </ac:spMkLst>
        </pc:spChg>
        <pc:spChg chg="add mod">
          <ac:chgData name="Nursakirah Ab Rahman Muton" userId="f84698cea26ccaf4" providerId="LiveId" clId="{7969D0CC-6CE5-4727-B2E0-F12A56B7AF9B}" dt="2024-11-20T05:51:25.671" v="2709" actId="14100"/>
          <ac:spMkLst>
            <pc:docMk/>
            <pc:sldMk cId="26318747" sldId="680"/>
            <ac:spMk id="16" creationId="{B0268E0B-631D-533B-4589-5857E5574E4F}"/>
          </ac:spMkLst>
        </pc:spChg>
        <pc:spChg chg="add mod">
          <ac:chgData name="Nursakirah Ab Rahman Muton" userId="f84698cea26ccaf4" providerId="LiveId" clId="{7969D0CC-6CE5-4727-B2E0-F12A56B7AF9B}" dt="2024-11-20T05:52:29.942" v="2714" actId="1076"/>
          <ac:spMkLst>
            <pc:docMk/>
            <pc:sldMk cId="26318747" sldId="680"/>
            <ac:spMk id="17" creationId="{0F84EDF0-45B1-1FDC-034D-2A62A9521272}"/>
          </ac:spMkLst>
        </pc:spChg>
        <pc:spChg chg="add mod">
          <ac:chgData name="Nursakirah Ab Rahman Muton" userId="f84698cea26ccaf4" providerId="LiveId" clId="{7969D0CC-6CE5-4727-B2E0-F12A56B7AF9B}" dt="2024-11-20T05:52:42.226" v="2719" actId="1037"/>
          <ac:spMkLst>
            <pc:docMk/>
            <pc:sldMk cId="26318747" sldId="680"/>
            <ac:spMk id="18" creationId="{B46193B3-2657-F5F8-EF15-2BB6F86B61FC}"/>
          </ac:spMkLst>
        </pc:spChg>
        <pc:spChg chg="add del mod">
          <ac:chgData name="Nursakirah Ab Rahman Muton" userId="f84698cea26ccaf4" providerId="LiveId" clId="{7969D0CC-6CE5-4727-B2E0-F12A56B7AF9B}" dt="2024-11-20T05:53:08.703" v="2723" actId="478"/>
          <ac:spMkLst>
            <pc:docMk/>
            <pc:sldMk cId="26318747" sldId="680"/>
            <ac:spMk id="19" creationId="{AD61CC6B-4F99-D904-4485-AE5D44623A8D}"/>
          </ac:spMkLst>
        </pc:spChg>
        <pc:graphicFrameChg chg="add mod modGraphic">
          <ac:chgData name="Nursakirah Ab Rahman Muton" userId="f84698cea26ccaf4" providerId="LiveId" clId="{7969D0CC-6CE5-4727-B2E0-F12A56B7AF9B}" dt="2024-11-20T05:51:04.078" v="2702" actId="1076"/>
          <ac:graphicFrameMkLst>
            <pc:docMk/>
            <pc:sldMk cId="26318747" sldId="680"/>
            <ac:graphicFrameMk id="5" creationId="{6FF756EA-2F7A-FFA4-E3C1-29A958977AE0}"/>
          </ac:graphicFrameMkLst>
        </pc:graphicFrameChg>
      </pc:sldChg>
      <pc:sldChg chg="addSp delSp modSp new mod modClrScheme modAnim chgLayout">
        <pc:chgData name="Nursakirah Ab Rahman Muton" userId="f84698cea26ccaf4" providerId="LiveId" clId="{7969D0CC-6CE5-4727-B2E0-F12A56B7AF9B}" dt="2024-11-21T13:52:53.694" v="4363" actId="478"/>
        <pc:sldMkLst>
          <pc:docMk/>
          <pc:sldMk cId="4059191041" sldId="681"/>
        </pc:sldMkLst>
        <pc:spChg chg="del">
          <ac:chgData name="Nursakirah Ab Rahman Muton" userId="f84698cea26ccaf4" providerId="LiveId" clId="{7969D0CC-6CE5-4727-B2E0-F12A56B7AF9B}" dt="2024-11-20T05:53:25.744" v="2727" actId="700"/>
          <ac:spMkLst>
            <pc:docMk/>
            <pc:sldMk cId="4059191041" sldId="681"/>
            <ac:spMk id="2" creationId="{44893DE7-AE2F-7C1C-09E9-6FE7FEB6BF00}"/>
          </ac:spMkLst>
        </pc:spChg>
        <pc:spChg chg="del">
          <ac:chgData name="Nursakirah Ab Rahman Muton" userId="f84698cea26ccaf4" providerId="LiveId" clId="{7969D0CC-6CE5-4727-B2E0-F12A56B7AF9B}" dt="2024-11-20T05:53:25.744" v="2727" actId="700"/>
          <ac:spMkLst>
            <pc:docMk/>
            <pc:sldMk cId="4059191041" sldId="681"/>
            <ac:spMk id="3" creationId="{68998170-ECA0-170F-836C-2DCC9F3D27FA}"/>
          </ac:spMkLst>
        </pc:spChg>
        <pc:spChg chg="mod ord">
          <ac:chgData name="Nursakirah Ab Rahman Muton" userId="f84698cea26ccaf4" providerId="LiveId" clId="{7969D0CC-6CE5-4727-B2E0-F12A56B7AF9B}" dt="2024-11-20T05:53:25.744" v="2727" actId="700"/>
          <ac:spMkLst>
            <pc:docMk/>
            <pc:sldMk cId="4059191041" sldId="681"/>
            <ac:spMk id="4" creationId="{B2186D6B-602B-4F08-510B-913583D1E8E5}"/>
          </ac:spMkLst>
        </pc:spChg>
        <pc:spChg chg="add mod">
          <ac:chgData name="Nursakirah Ab Rahman Muton" userId="f84698cea26ccaf4" providerId="LiveId" clId="{7969D0CC-6CE5-4727-B2E0-F12A56B7AF9B}" dt="2024-11-20T06:15:30.870" v="2970" actId="1076"/>
          <ac:spMkLst>
            <pc:docMk/>
            <pc:sldMk cId="4059191041" sldId="681"/>
            <ac:spMk id="6" creationId="{37ACA5A1-E488-4BC5-3CF7-0D75F65426FE}"/>
          </ac:spMkLst>
        </pc:spChg>
        <pc:spChg chg="add mod">
          <ac:chgData name="Nursakirah Ab Rahman Muton" userId="f84698cea26ccaf4" providerId="LiveId" clId="{7969D0CC-6CE5-4727-B2E0-F12A56B7AF9B}" dt="2024-11-20T06:15:30.870" v="2970" actId="1076"/>
          <ac:spMkLst>
            <pc:docMk/>
            <pc:sldMk cId="4059191041" sldId="681"/>
            <ac:spMk id="7" creationId="{58A077C5-68E1-F22A-C041-C656D62DC97B}"/>
          </ac:spMkLst>
        </pc:spChg>
        <pc:spChg chg="add mod">
          <ac:chgData name="Nursakirah Ab Rahman Muton" userId="f84698cea26ccaf4" providerId="LiveId" clId="{7969D0CC-6CE5-4727-B2E0-F12A56B7AF9B}" dt="2024-11-20T06:15:30.870" v="2970" actId="1076"/>
          <ac:spMkLst>
            <pc:docMk/>
            <pc:sldMk cId="4059191041" sldId="681"/>
            <ac:spMk id="8" creationId="{87B3F4C8-BDC1-A007-39FA-3D892B842AE2}"/>
          </ac:spMkLst>
        </pc:spChg>
        <pc:spChg chg="add mod">
          <ac:chgData name="Nursakirah Ab Rahman Muton" userId="f84698cea26ccaf4" providerId="LiveId" clId="{7969D0CC-6CE5-4727-B2E0-F12A56B7AF9B}" dt="2024-11-20T06:15:30.870" v="2970" actId="1076"/>
          <ac:spMkLst>
            <pc:docMk/>
            <pc:sldMk cId="4059191041" sldId="681"/>
            <ac:spMk id="9" creationId="{A615A7E4-A2BD-854A-EFA5-5E174F71336B}"/>
          </ac:spMkLst>
        </pc:spChg>
        <pc:spChg chg="add mod">
          <ac:chgData name="Nursakirah Ab Rahman Muton" userId="f84698cea26ccaf4" providerId="LiveId" clId="{7969D0CC-6CE5-4727-B2E0-F12A56B7AF9B}" dt="2024-11-20T06:15:30.870" v="2970" actId="1076"/>
          <ac:spMkLst>
            <pc:docMk/>
            <pc:sldMk cId="4059191041" sldId="681"/>
            <ac:spMk id="10" creationId="{FDBCC794-9686-7A46-0BF5-26550C7B400B}"/>
          </ac:spMkLst>
        </pc:spChg>
        <pc:spChg chg="add mod">
          <ac:chgData name="Nursakirah Ab Rahman Muton" userId="f84698cea26ccaf4" providerId="LiveId" clId="{7969D0CC-6CE5-4727-B2E0-F12A56B7AF9B}" dt="2024-11-20T06:15:30.870" v="2970" actId="1076"/>
          <ac:spMkLst>
            <pc:docMk/>
            <pc:sldMk cId="4059191041" sldId="681"/>
            <ac:spMk id="11" creationId="{33957076-7E7F-AC03-806A-123317F808E7}"/>
          </ac:spMkLst>
        </pc:spChg>
        <pc:spChg chg="add mod">
          <ac:chgData name="Nursakirah Ab Rahman Muton" userId="f84698cea26ccaf4" providerId="LiveId" clId="{7969D0CC-6CE5-4727-B2E0-F12A56B7AF9B}" dt="2024-11-20T06:15:30.870" v="2970" actId="1076"/>
          <ac:spMkLst>
            <pc:docMk/>
            <pc:sldMk cId="4059191041" sldId="681"/>
            <ac:spMk id="12" creationId="{00F27FC5-06FE-A90D-4A66-6FD253C1B6BE}"/>
          </ac:spMkLst>
        </pc:spChg>
        <pc:spChg chg="add mod">
          <ac:chgData name="Nursakirah Ab Rahman Muton" userId="f84698cea26ccaf4" providerId="LiveId" clId="{7969D0CC-6CE5-4727-B2E0-F12A56B7AF9B}" dt="2024-11-20T06:15:30.870" v="2970" actId="1076"/>
          <ac:spMkLst>
            <pc:docMk/>
            <pc:sldMk cId="4059191041" sldId="681"/>
            <ac:spMk id="13" creationId="{7C586F31-4841-3387-EA7D-34BF52B5100C}"/>
          </ac:spMkLst>
        </pc:spChg>
        <pc:spChg chg="add mod">
          <ac:chgData name="Nursakirah Ab Rahman Muton" userId="f84698cea26ccaf4" providerId="LiveId" clId="{7969D0CC-6CE5-4727-B2E0-F12A56B7AF9B}" dt="2024-11-20T06:15:30.870" v="2970" actId="1076"/>
          <ac:spMkLst>
            <pc:docMk/>
            <pc:sldMk cId="4059191041" sldId="681"/>
            <ac:spMk id="14" creationId="{27876C28-2C7D-79A7-5B62-79FA9B694F02}"/>
          </ac:spMkLst>
        </pc:spChg>
        <pc:spChg chg="add mod">
          <ac:chgData name="Nursakirah Ab Rahman Muton" userId="f84698cea26ccaf4" providerId="LiveId" clId="{7969D0CC-6CE5-4727-B2E0-F12A56B7AF9B}" dt="2024-11-20T06:15:33.435" v="2971" actId="1076"/>
          <ac:spMkLst>
            <pc:docMk/>
            <pc:sldMk cId="4059191041" sldId="681"/>
            <ac:spMk id="15" creationId="{3AA4288C-B3CE-64E7-C099-DB94BC85F2EC}"/>
          </ac:spMkLst>
        </pc:spChg>
        <pc:spChg chg="add mod">
          <ac:chgData name="Nursakirah Ab Rahman Muton" userId="f84698cea26ccaf4" providerId="LiveId" clId="{7969D0CC-6CE5-4727-B2E0-F12A56B7AF9B}" dt="2024-11-20T05:54:58.505" v="2778" actId="1076"/>
          <ac:spMkLst>
            <pc:docMk/>
            <pc:sldMk cId="4059191041" sldId="681"/>
            <ac:spMk id="16" creationId="{FAFE8BA7-DADA-5F52-1D69-C7E025B78434}"/>
          </ac:spMkLst>
        </pc:spChg>
        <pc:spChg chg="add mod">
          <ac:chgData name="Nursakirah Ab Rahman Muton" userId="f84698cea26ccaf4" providerId="LiveId" clId="{7969D0CC-6CE5-4727-B2E0-F12A56B7AF9B}" dt="2024-11-20T05:56:02.900" v="2810" actId="207"/>
          <ac:spMkLst>
            <pc:docMk/>
            <pc:sldMk cId="4059191041" sldId="681"/>
            <ac:spMk id="17" creationId="{D41C027D-54AE-9A14-DB33-5BD168D7593A}"/>
          </ac:spMkLst>
        </pc:spChg>
        <pc:spChg chg="add mod">
          <ac:chgData name="Nursakirah Ab Rahman Muton" userId="f84698cea26ccaf4" providerId="LiveId" clId="{7969D0CC-6CE5-4727-B2E0-F12A56B7AF9B}" dt="2024-11-20T06:15:30.870" v="2970" actId="1076"/>
          <ac:spMkLst>
            <pc:docMk/>
            <pc:sldMk cId="4059191041" sldId="681"/>
            <ac:spMk id="18" creationId="{3C3CBA98-FEAD-3601-F405-9688A6C3F146}"/>
          </ac:spMkLst>
        </pc:spChg>
        <pc:spChg chg="add mod">
          <ac:chgData name="Nursakirah Ab Rahman Muton" userId="f84698cea26ccaf4" providerId="LiveId" clId="{7969D0CC-6CE5-4727-B2E0-F12A56B7AF9B}" dt="2024-11-20T06:15:30.870" v="2970" actId="1076"/>
          <ac:spMkLst>
            <pc:docMk/>
            <pc:sldMk cId="4059191041" sldId="681"/>
            <ac:spMk id="19" creationId="{C466C98B-546E-0E1E-3A4B-0864F2115A2A}"/>
          </ac:spMkLst>
        </pc:spChg>
        <pc:spChg chg="add mod">
          <ac:chgData name="Nursakirah Ab Rahman Muton" userId="f84698cea26ccaf4" providerId="LiveId" clId="{7969D0CC-6CE5-4727-B2E0-F12A56B7AF9B}" dt="2024-11-20T06:15:30.870" v="2970" actId="1076"/>
          <ac:spMkLst>
            <pc:docMk/>
            <pc:sldMk cId="4059191041" sldId="681"/>
            <ac:spMk id="20" creationId="{76C09A37-340F-6D76-EAD3-94944BBDC5BB}"/>
          </ac:spMkLst>
        </pc:spChg>
        <pc:spChg chg="add mod">
          <ac:chgData name="Nursakirah Ab Rahman Muton" userId="f84698cea26ccaf4" providerId="LiveId" clId="{7969D0CC-6CE5-4727-B2E0-F12A56B7AF9B}" dt="2024-11-20T06:15:30.870" v="2970" actId="1076"/>
          <ac:spMkLst>
            <pc:docMk/>
            <pc:sldMk cId="4059191041" sldId="681"/>
            <ac:spMk id="21" creationId="{A4950D54-68CA-0EF5-FAD5-E611D61DEB5C}"/>
          </ac:spMkLst>
        </pc:spChg>
        <pc:spChg chg="add del">
          <ac:chgData name="Nursakirah Ab Rahman Muton" userId="f84698cea26ccaf4" providerId="LiveId" clId="{7969D0CC-6CE5-4727-B2E0-F12A56B7AF9B}" dt="2024-11-20T06:00:14.158" v="2933" actId="478"/>
          <ac:spMkLst>
            <pc:docMk/>
            <pc:sldMk cId="4059191041" sldId="681"/>
            <ac:spMk id="22" creationId="{519E737E-4F1F-8E88-DA87-F0E50F4C99C4}"/>
          </ac:spMkLst>
        </pc:spChg>
        <pc:spChg chg="add mod">
          <ac:chgData name="Nursakirah Ab Rahman Muton" userId="f84698cea26ccaf4" providerId="LiveId" clId="{7969D0CC-6CE5-4727-B2E0-F12A56B7AF9B}" dt="2024-11-20T06:15:30.870" v="2970" actId="1076"/>
          <ac:spMkLst>
            <pc:docMk/>
            <pc:sldMk cId="4059191041" sldId="681"/>
            <ac:spMk id="23" creationId="{84108DB3-8F28-B2A4-93D7-12F27E65C85B}"/>
          </ac:spMkLst>
        </pc:spChg>
        <pc:spChg chg="add mod">
          <ac:chgData name="Nursakirah Ab Rahman Muton" userId="f84698cea26ccaf4" providerId="LiveId" clId="{7969D0CC-6CE5-4727-B2E0-F12A56B7AF9B}" dt="2024-11-20T06:15:30.870" v="2970" actId="1076"/>
          <ac:spMkLst>
            <pc:docMk/>
            <pc:sldMk cId="4059191041" sldId="681"/>
            <ac:spMk id="24" creationId="{410C366F-8CAA-EDBE-D8D0-0E91D4074AFF}"/>
          </ac:spMkLst>
        </pc:spChg>
        <pc:spChg chg="add mod">
          <ac:chgData name="Nursakirah Ab Rahman Muton" userId="f84698cea26ccaf4" providerId="LiveId" clId="{7969D0CC-6CE5-4727-B2E0-F12A56B7AF9B}" dt="2024-11-20T06:08:26.505" v="2967" actId="1076"/>
          <ac:spMkLst>
            <pc:docMk/>
            <pc:sldMk cId="4059191041" sldId="681"/>
            <ac:spMk id="25" creationId="{6F323535-4F83-B977-ADCE-083B1B727B33}"/>
          </ac:spMkLst>
        </pc:spChg>
        <pc:spChg chg="add mod">
          <ac:chgData name="Nursakirah Ab Rahman Muton" userId="f84698cea26ccaf4" providerId="LiveId" clId="{7969D0CC-6CE5-4727-B2E0-F12A56B7AF9B}" dt="2024-11-20T06:16:44.720" v="2997" actId="113"/>
          <ac:spMkLst>
            <pc:docMk/>
            <pc:sldMk cId="4059191041" sldId="681"/>
            <ac:spMk id="26" creationId="{A8B97365-98DA-62D9-0BDF-E31688FE3DE0}"/>
          </ac:spMkLst>
        </pc:spChg>
        <pc:spChg chg="add mod">
          <ac:chgData name="Nursakirah Ab Rahman Muton" userId="f84698cea26ccaf4" providerId="LiveId" clId="{7969D0CC-6CE5-4727-B2E0-F12A56B7AF9B}" dt="2024-11-20T06:16:58.262" v="3005" actId="313"/>
          <ac:spMkLst>
            <pc:docMk/>
            <pc:sldMk cId="4059191041" sldId="681"/>
            <ac:spMk id="27" creationId="{70BBBF63-B692-C784-A591-6325C692F5C7}"/>
          </ac:spMkLst>
        </pc:spChg>
        <pc:graphicFrameChg chg="add mod">
          <ac:chgData name="Nursakirah Ab Rahman Muton" userId="f84698cea26ccaf4" providerId="LiveId" clId="{7969D0CC-6CE5-4727-B2E0-F12A56B7AF9B}" dt="2024-11-20T06:15:30.870" v="2970" actId="1076"/>
          <ac:graphicFrameMkLst>
            <pc:docMk/>
            <pc:sldMk cId="4059191041" sldId="681"/>
            <ac:graphicFrameMk id="5" creationId="{D81622CA-5C2F-B2C6-A914-04AACFF88786}"/>
          </ac:graphicFrameMkLst>
        </pc:graphicFrameChg>
        <pc:inkChg chg="add del">
          <ac:chgData name="Nursakirah Ab Rahman Muton" userId="f84698cea26ccaf4" providerId="LiveId" clId="{7969D0CC-6CE5-4727-B2E0-F12A56B7AF9B}" dt="2024-11-21T13:52:53.694" v="4363" actId="478"/>
          <ac:inkMkLst>
            <pc:docMk/>
            <pc:sldMk cId="4059191041" sldId="681"/>
            <ac:inkMk id="28" creationId="{9E7101D1-0D65-56AC-7593-4A12E558951A}"/>
          </ac:inkMkLst>
        </pc:inkChg>
      </pc:sldChg>
      <pc:sldChg chg="addSp modSp new del mod">
        <pc:chgData name="Nursakirah Ab Rahman Muton" userId="f84698cea26ccaf4" providerId="LiveId" clId="{7969D0CC-6CE5-4727-B2E0-F12A56B7AF9B}" dt="2024-11-20T05:59:52.441" v="2931" actId="47"/>
        <pc:sldMkLst>
          <pc:docMk/>
          <pc:sldMk cId="864303370" sldId="682"/>
        </pc:sldMkLst>
        <pc:spChg chg="add mod">
          <ac:chgData name="Nursakirah Ab Rahman Muton" userId="f84698cea26ccaf4" providerId="LiveId" clId="{7969D0CC-6CE5-4727-B2E0-F12A56B7AF9B}" dt="2024-11-20T05:58:36.308" v="2858" actId="1076"/>
          <ac:spMkLst>
            <pc:docMk/>
            <pc:sldMk cId="864303370" sldId="682"/>
            <ac:spMk id="5" creationId="{A55B4578-29BD-87A0-F5E8-E04D623039CE}"/>
          </ac:spMkLst>
        </pc:spChg>
        <pc:spChg chg="add mod">
          <ac:chgData name="Nursakirah Ab Rahman Muton" userId="f84698cea26ccaf4" providerId="LiveId" clId="{7969D0CC-6CE5-4727-B2E0-F12A56B7AF9B}" dt="2024-11-20T05:58:44.570" v="2866" actId="20577"/>
          <ac:spMkLst>
            <pc:docMk/>
            <pc:sldMk cId="864303370" sldId="682"/>
            <ac:spMk id="6" creationId="{FBCBBE98-2FEA-A1C7-D8E7-DAAC233A80E3}"/>
          </ac:spMkLst>
        </pc:spChg>
        <pc:spChg chg="add mod">
          <ac:chgData name="Nursakirah Ab Rahman Muton" userId="f84698cea26ccaf4" providerId="LiveId" clId="{7969D0CC-6CE5-4727-B2E0-F12A56B7AF9B}" dt="2024-11-20T05:58:52.909" v="2874" actId="20577"/>
          <ac:spMkLst>
            <pc:docMk/>
            <pc:sldMk cId="864303370" sldId="682"/>
            <ac:spMk id="7" creationId="{25FD6708-7554-8648-2447-AD4FDE9840AE}"/>
          </ac:spMkLst>
        </pc:spChg>
        <pc:spChg chg="add mod">
          <ac:chgData name="Nursakirah Ab Rahman Muton" userId="f84698cea26ccaf4" providerId="LiveId" clId="{7969D0CC-6CE5-4727-B2E0-F12A56B7AF9B}" dt="2024-11-20T05:59:07.345" v="2899" actId="20577"/>
          <ac:spMkLst>
            <pc:docMk/>
            <pc:sldMk cId="864303370" sldId="682"/>
            <ac:spMk id="8" creationId="{BD49FCD7-8358-E130-1C21-8E19EBB9AC97}"/>
          </ac:spMkLst>
        </pc:spChg>
        <pc:spChg chg="add mod">
          <ac:chgData name="Nursakirah Ab Rahman Muton" userId="f84698cea26ccaf4" providerId="LiveId" clId="{7969D0CC-6CE5-4727-B2E0-F12A56B7AF9B}" dt="2024-11-20T05:59:16.029" v="2918" actId="20577"/>
          <ac:spMkLst>
            <pc:docMk/>
            <pc:sldMk cId="864303370" sldId="682"/>
            <ac:spMk id="9" creationId="{50EEDBB6-02A2-99C8-EF53-5D2E27E826F9}"/>
          </ac:spMkLst>
        </pc:spChg>
        <pc:spChg chg="add mod">
          <ac:chgData name="Nursakirah Ab Rahman Muton" userId="f84698cea26ccaf4" providerId="LiveId" clId="{7969D0CC-6CE5-4727-B2E0-F12A56B7AF9B}" dt="2024-11-20T05:59:24.486" v="2930" actId="20577"/>
          <ac:spMkLst>
            <pc:docMk/>
            <pc:sldMk cId="864303370" sldId="682"/>
            <ac:spMk id="10" creationId="{36937D49-CE42-1C93-641D-6244A672850F}"/>
          </ac:spMkLst>
        </pc:spChg>
        <pc:picChg chg="add">
          <ac:chgData name="Nursakirah Ab Rahman Muton" userId="f84698cea26ccaf4" providerId="LiveId" clId="{7969D0CC-6CE5-4727-B2E0-F12A56B7AF9B}" dt="2024-11-20T05:58:14.168" v="2823" actId="22"/>
          <ac:picMkLst>
            <pc:docMk/>
            <pc:sldMk cId="864303370" sldId="682"/>
            <ac:picMk id="4" creationId="{670BACED-2F54-AF32-307F-2F75E51A88D0}"/>
          </ac:picMkLst>
        </pc:picChg>
      </pc:sldChg>
      <pc:sldChg chg="addSp delSp modSp new mod">
        <pc:chgData name="Nursakirah Ab Rahman Muton" userId="f84698cea26ccaf4" providerId="LiveId" clId="{7969D0CC-6CE5-4727-B2E0-F12A56B7AF9B}" dt="2024-11-20T10:00:05.560" v="3400" actId="1076"/>
        <pc:sldMkLst>
          <pc:docMk/>
          <pc:sldMk cId="4180365855" sldId="682"/>
        </pc:sldMkLst>
        <pc:spChg chg="add mod">
          <ac:chgData name="Nursakirah Ab Rahman Muton" userId="f84698cea26ccaf4" providerId="LiveId" clId="{7969D0CC-6CE5-4727-B2E0-F12A56B7AF9B}" dt="2024-11-20T10:00:05.560" v="3400" actId="1076"/>
          <ac:spMkLst>
            <pc:docMk/>
            <pc:sldMk cId="4180365855" sldId="682"/>
            <ac:spMk id="5" creationId="{2EEC7341-0ABD-1F70-0423-80CA3C507E97}"/>
          </ac:spMkLst>
        </pc:spChg>
        <pc:spChg chg="add mod">
          <ac:chgData name="Nursakirah Ab Rahman Muton" userId="f84698cea26ccaf4" providerId="LiveId" clId="{7969D0CC-6CE5-4727-B2E0-F12A56B7AF9B}" dt="2024-11-20T09:32:15.849" v="3179" actId="14100"/>
          <ac:spMkLst>
            <pc:docMk/>
            <pc:sldMk cId="4180365855" sldId="682"/>
            <ac:spMk id="6" creationId="{4977B93C-9E7F-2AAB-3A59-6DE9090E64CB}"/>
          </ac:spMkLst>
        </pc:spChg>
        <pc:spChg chg="add mod">
          <ac:chgData name="Nursakirah Ab Rahman Muton" userId="f84698cea26ccaf4" providerId="LiveId" clId="{7969D0CC-6CE5-4727-B2E0-F12A56B7AF9B}" dt="2024-11-20T09:32:22.563" v="3182" actId="14100"/>
          <ac:spMkLst>
            <pc:docMk/>
            <pc:sldMk cId="4180365855" sldId="682"/>
            <ac:spMk id="7" creationId="{31BE2639-A37F-FC39-6C4A-9CE1E3D2A44E}"/>
          </ac:spMkLst>
        </pc:spChg>
        <pc:picChg chg="add del mod">
          <ac:chgData name="Nursakirah Ab Rahman Muton" userId="f84698cea26ccaf4" providerId="LiveId" clId="{7969D0CC-6CE5-4727-B2E0-F12A56B7AF9B}" dt="2024-11-20T09:31:47.852" v="3168" actId="478"/>
          <ac:picMkLst>
            <pc:docMk/>
            <pc:sldMk cId="4180365855" sldId="682"/>
            <ac:picMk id="4" creationId="{CD440988-AF46-7FC6-614E-0FDC6B06B257}"/>
          </ac:picMkLst>
        </pc:picChg>
        <pc:picChg chg="add mod ord">
          <ac:chgData name="Nursakirah Ab Rahman Muton" userId="f84698cea26ccaf4" providerId="LiveId" clId="{7969D0CC-6CE5-4727-B2E0-F12A56B7AF9B}" dt="2024-11-20T09:31:59.281" v="3173" actId="14100"/>
          <ac:picMkLst>
            <pc:docMk/>
            <pc:sldMk cId="4180365855" sldId="682"/>
            <ac:picMk id="9" creationId="{6B86CBC4-4D4F-838F-CD47-518427B11876}"/>
          </ac:picMkLst>
        </pc:picChg>
      </pc:sldChg>
      <pc:sldChg chg="add del ord">
        <pc:chgData name="Nursakirah Ab Rahman Muton" userId="f84698cea26ccaf4" providerId="LiveId" clId="{7969D0CC-6CE5-4727-B2E0-F12A56B7AF9B}" dt="2024-11-20T09:01:27.769" v="3027" actId="47"/>
        <pc:sldMkLst>
          <pc:docMk/>
          <pc:sldMk cId="939571865" sldId="683"/>
        </pc:sldMkLst>
      </pc:sldChg>
      <pc:sldChg chg="addSp delSp modSp add del mod ord modAnim">
        <pc:chgData name="Nursakirah Ab Rahman Muton" userId="f84698cea26ccaf4" providerId="LiveId" clId="{7969D0CC-6CE5-4727-B2E0-F12A56B7AF9B}" dt="2024-11-20T09:55:29.277" v="3395" actId="2696"/>
        <pc:sldMkLst>
          <pc:docMk/>
          <pc:sldMk cId="1607804102" sldId="683"/>
        </pc:sldMkLst>
        <pc:spChg chg="add mod">
          <ac:chgData name="Nursakirah Ab Rahman Muton" userId="f84698cea26ccaf4" providerId="LiveId" clId="{7969D0CC-6CE5-4727-B2E0-F12A56B7AF9B}" dt="2024-11-20T09:36:32.757" v="3304" actId="1076"/>
          <ac:spMkLst>
            <pc:docMk/>
            <pc:sldMk cId="1607804102" sldId="683"/>
            <ac:spMk id="2" creationId="{8A8C40EE-793A-A96C-67A8-5C456EA48D28}"/>
          </ac:spMkLst>
        </pc:spChg>
        <pc:spChg chg="add mod">
          <ac:chgData name="Nursakirah Ab Rahman Muton" userId="f84698cea26ccaf4" providerId="LiveId" clId="{7969D0CC-6CE5-4727-B2E0-F12A56B7AF9B}" dt="2024-11-20T09:37:15.073" v="3313" actId="1076"/>
          <ac:spMkLst>
            <pc:docMk/>
            <pc:sldMk cId="1607804102" sldId="683"/>
            <ac:spMk id="3" creationId="{CE7ACD78-2FDC-FD32-5C42-B38D51D1C700}"/>
          </ac:spMkLst>
        </pc:spChg>
        <pc:spChg chg="mod">
          <ac:chgData name="Nursakirah Ab Rahman Muton" userId="f84698cea26ccaf4" providerId="LiveId" clId="{7969D0CC-6CE5-4727-B2E0-F12A56B7AF9B}" dt="2024-11-20T09:23:07.684" v="3125" actId="20577"/>
          <ac:spMkLst>
            <pc:docMk/>
            <pc:sldMk cId="1607804102" sldId="683"/>
            <ac:spMk id="6" creationId="{94F44313-AE53-A9B8-F0A2-662409A47527}"/>
          </ac:spMkLst>
        </pc:spChg>
        <pc:spChg chg="mod">
          <ac:chgData name="Nursakirah Ab Rahman Muton" userId="f84698cea26ccaf4" providerId="LiveId" clId="{7969D0CC-6CE5-4727-B2E0-F12A56B7AF9B}" dt="2024-11-20T09:23:15.273" v="3127" actId="20577"/>
          <ac:spMkLst>
            <pc:docMk/>
            <pc:sldMk cId="1607804102" sldId="683"/>
            <ac:spMk id="7" creationId="{82E27F17-E2C0-9F3A-57C9-6748CF2CA950}"/>
          </ac:spMkLst>
        </pc:spChg>
        <pc:spChg chg="mod">
          <ac:chgData name="Nursakirah Ab Rahman Muton" userId="f84698cea26ccaf4" providerId="LiveId" clId="{7969D0CC-6CE5-4727-B2E0-F12A56B7AF9B}" dt="2024-11-20T09:23:21.004" v="3128" actId="1076"/>
          <ac:spMkLst>
            <pc:docMk/>
            <pc:sldMk cId="1607804102" sldId="683"/>
            <ac:spMk id="8" creationId="{BC853E5A-8AD1-213F-F5E1-2BD4E9183E0C}"/>
          </ac:spMkLst>
        </pc:spChg>
        <pc:spChg chg="mod">
          <ac:chgData name="Nursakirah Ab Rahman Muton" userId="f84698cea26ccaf4" providerId="LiveId" clId="{7969D0CC-6CE5-4727-B2E0-F12A56B7AF9B}" dt="2024-11-20T09:23:28.493" v="3129" actId="1076"/>
          <ac:spMkLst>
            <pc:docMk/>
            <pc:sldMk cId="1607804102" sldId="683"/>
            <ac:spMk id="9" creationId="{F097D858-FA17-6988-5F12-77F3472AA436}"/>
          </ac:spMkLst>
        </pc:spChg>
        <pc:spChg chg="mod">
          <ac:chgData name="Nursakirah Ab Rahman Muton" userId="f84698cea26ccaf4" providerId="LiveId" clId="{7969D0CC-6CE5-4727-B2E0-F12A56B7AF9B}" dt="2024-11-20T09:27:52.741" v="3155" actId="20577"/>
          <ac:spMkLst>
            <pc:docMk/>
            <pc:sldMk cId="1607804102" sldId="683"/>
            <ac:spMk id="10" creationId="{7715D45A-5492-C9AD-0467-5D743A99974B}"/>
          </ac:spMkLst>
        </pc:spChg>
        <pc:spChg chg="mod">
          <ac:chgData name="Nursakirah Ab Rahman Muton" userId="f84698cea26ccaf4" providerId="LiveId" clId="{7969D0CC-6CE5-4727-B2E0-F12A56B7AF9B}" dt="2024-11-20T09:27:54.686" v="3156" actId="20577"/>
          <ac:spMkLst>
            <pc:docMk/>
            <pc:sldMk cId="1607804102" sldId="683"/>
            <ac:spMk id="11" creationId="{8CD6036F-7EB4-907E-FE6C-CBAB7DFC024B}"/>
          </ac:spMkLst>
        </pc:spChg>
        <pc:spChg chg="mod">
          <ac:chgData name="Nursakirah Ab Rahman Muton" userId="f84698cea26ccaf4" providerId="LiveId" clId="{7969D0CC-6CE5-4727-B2E0-F12A56B7AF9B}" dt="2024-11-20T09:23:04.227" v="3124" actId="14100"/>
          <ac:spMkLst>
            <pc:docMk/>
            <pc:sldMk cId="1607804102" sldId="683"/>
            <ac:spMk id="12" creationId="{313A6018-D779-03F8-B2F2-82CA4AE27EB6}"/>
          </ac:spMkLst>
        </pc:spChg>
        <pc:spChg chg="mod">
          <ac:chgData name="Nursakirah Ab Rahman Muton" userId="f84698cea26ccaf4" providerId="LiveId" clId="{7969D0CC-6CE5-4727-B2E0-F12A56B7AF9B}" dt="2024-11-20T09:25:01.729" v="3145" actId="14100"/>
          <ac:spMkLst>
            <pc:docMk/>
            <pc:sldMk cId="1607804102" sldId="683"/>
            <ac:spMk id="13" creationId="{EDEB7AF1-8062-A8A8-578B-048BF397CB81}"/>
          </ac:spMkLst>
        </pc:spChg>
        <pc:spChg chg="mod">
          <ac:chgData name="Nursakirah Ab Rahman Muton" userId="f84698cea26ccaf4" providerId="LiveId" clId="{7969D0CC-6CE5-4727-B2E0-F12A56B7AF9B}" dt="2024-11-20T09:38:16.114" v="3322" actId="20577"/>
          <ac:spMkLst>
            <pc:docMk/>
            <pc:sldMk cId="1607804102" sldId="683"/>
            <ac:spMk id="14" creationId="{A644508C-926E-C5CC-BF7C-0C8DF63157EC}"/>
          </ac:spMkLst>
        </pc:spChg>
        <pc:spChg chg="mod">
          <ac:chgData name="Nursakirah Ab Rahman Muton" userId="f84698cea26ccaf4" providerId="LiveId" clId="{7969D0CC-6CE5-4727-B2E0-F12A56B7AF9B}" dt="2024-11-20T09:38:22.333" v="3324" actId="20577"/>
          <ac:spMkLst>
            <pc:docMk/>
            <pc:sldMk cId="1607804102" sldId="683"/>
            <ac:spMk id="15" creationId="{B62CECB4-B387-99CB-4B28-EFC5E9DDE1BC}"/>
          </ac:spMkLst>
        </pc:spChg>
        <pc:spChg chg="mod">
          <ac:chgData name="Nursakirah Ab Rahman Muton" userId="f84698cea26ccaf4" providerId="LiveId" clId="{7969D0CC-6CE5-4727-B2E0-F12A56B7AF9B}" dt="2024-11-20T09:34:44.758" v="3236" actId="20577"/>
          <ac:spMkLst>
            <pc:docMk/>
            <pc:sldMk cId="1607804102" sldId="683"/>
            <ac:spMk id="16" creationId="{985FFAD9-7407-BB98-7A70-AE6292EB5701}"/>
          </ac:spMkLst>
        </pc:spChg>
        <pc:spChg chg="mod">
          <ac:chgData name="Nursakirah Ab Rahman Muton" userId="f84698cea26ccaf4" providerId="LiveId" clId="{7969D0CC-6CE5-4727-B2E0-F12A56B7AF9B}" dt="2024-11-20T09:35:20.737" v="3286" actId="20577"/>
          <ac:spMkLst>
            <pc:docMk/>
            <pc:sldMk cId="1607804102" sldId="683"/>
            <ac:spMk id="17" creationId="{97A84DDA-11BF-0A1C-65E4-110164365868}"/>
          </ac:spMkLst>
        </pc:spChg>
        <pc:spChg chg="mod">
          <ac:chgData name="Nursakirah Ab Rahman Muton" userId="f84698cea26ccaf4" providerId="LiveId" clId="{7969D0CC-6CE5-4727-B2E0-F12A56B7AF9B}" dt="2024-11-20T09:36:04.354" v="3298" actId="1076"/>
          <ac:spMkLst>
            <pc:docMk/>
            <pc:sldMk cId="1607804102" sldId="683"/>
            <ac:spMk id="18" creationId="{9BB1F0FF-DB37-05E3-092C-2BC49DF833C6}"/>
          </ac:spMkLst>
        </pc:spChg>
        <pc:spChg chg="mod">
          <ac:chgData name="Nursakirah Ab Rahman Muton" userId="f84698cea26ccaf4" providerId="LiveId" clId="{7969D0CC-6CE5-4727-B2E0-F12A56B7AF9B}" dt="2024-11-20T09:36:10.743" v="3299" actId="1076"/>
          <ac:spMkLst>
            <pc:docMk/>
            <pc:sldMk cId="1607804102" sldId="683"/>
            <ac:spMk id="19" creationId="{2A4743E0-7645-D9FD-554D-9E20AA1FD1EF}"/>
          </ac:spMkLst>
        </pc:spChg>
        <pc:spChg chg="mod">
          <ac:chgData name="Nursakirah Ab Rahman Muton" userId="f84698cea26ccaf4" providerId="LiveId" clId="{7969D0CC-6CE5-4727-B2E0-F12A56B7AF9B}" dt="2024-11-20T09:35:48.584" v="3294" actId="1076"/>
          <ac:spMkLst>
            <pc:docMk/>
            <pc:sldMk cId="1607804102" sldId="683"/>
            <ac:spMk id="20" creationId="{070824C5-7AF7-2F6E-92C3-5FDE172B8C2F}"/>
          </ac:spMkLst>
        </pc:spChg>
        <pc:spChg chg="mod">
          <ac:chgData name="Nursakirah Ab Rahman Muton" userId="f84698cea26ccaf4" providerId="LiveId" clId="{7969D0CC-6CE5-4727-B2E0-F12A56B7AF9B}" dt="2024-11-20T09:36:19.478" v="3301" actId="1076"/>
          <ac:spMkLst>
            <pc:docMk/>
            <pc:sldMk cId="1607804102" sldId="683"/>
            <ac:spMk id="21" creationId="{68C0E96E-1ABF-3C41-5E83-789062F743F4}"/>
          </ac:spMkLst>
        </pc:spChg>
        <pc:spChg chg="add mod">
          <ac:chgData name="Nursakirah Ab Rahman Muton" userId="f84698cea26ccaf4" providerId="LiveId" clId="{7969D0CC-6CE5-4727-B2E0-F12A56B7AF9B}" dt="2024-11-20T09:37:27.827" v="3319" actId="14100"/>
          <ac:spMkLst>
            <pc:docMk/>
            <pc:sldMk cId="1607804102" sldId="683"/>
            <ac:spMk id="22" creationId="{EEEC6D1D-9AB6-003B-1B8D-4F1542F654A3}"/>
          </ac:spMkLst>
        </pc:spChg>
        <pc:spChg chg="del mod">
          <ac:chgData name="Nursakirah Ab Rahman Muton" userId="f84698cea26ccaf4" providerId="LiveId" clId="{7969D0CC-6CE5-4727-B2E0-F12A56B7AF9B}" dt="2024-11-20T09:37:10.853" v="3311" actId="478"/>
          <ac:spMkLst>
            <pc:docMk/>
            <pc:sldMk cId="1607804102" sldId="683"/>
            <ac:spMk id="23" creationId="{BA7B8F41-C91E-0F0E-3580-72B773366562}"/>
          </ac:spMkLst>
        </pc:spChg>
        <pc:spChg chg="mod">
          <ac:chgData name="Nursakirah Ab Rahman Muton" userId="f84698cea26ccaf4" providerId="LiveId" clId="{7969D0CC-6CE5-4727-B2E0-F12A56B7AF9B}" dt="2024-11-20T09:37:04.690" v="3308" actId="14100"/>
          <ac:spMkLst>
            <pc:docMk/>
            <pc:sldMk cId="1607804102" sldId="683"/>
            <ac:spMk id="24" creationId="{E33992AF-41EC-145A-5775-B39BA0A6BD4F}"/>
          </ac:spMkLst>
        </pc:spChg>
        <pc:spChg chg="mod">
          <ac:chgData name="Nursakirah Ab Rahman Muton" userId="f84698cea26ccaf4" providerId="LiveId" clId="{7969D0CC-6CE5-4727-B2E0-F12A56B7AF9B}" dt="2024-11-20T09:21:36.608" v="3107" actId="1076"/>
          <ac:spMkLst>
            <pc:docMk/>
            <pc:sldMk cId="1607804102" sldId="683"/>
            <ac:spMk id="25" creationId="{27FA0266-6100-B81D-1408-27F90F8CA6DF}"/>
          </ac:spMkLst>
        </pc:spChg>
        <pc:spChg chg="mod">
          <ac:chgData name="Nursakirah Ab Rahman Muton" userId="f84698cea26ccaf4" providerId="LiveId" clId="{7969D0CC-6CE5-4727-B2E0-F12A56B7AF9B}" dt="2024-11-20T09:12:32.235" v="3056" actId="1076"/>
          <ac:spMkLst>
            <pc:docMk/>
            <pc:sldMk cId="1607804102" sldId="683"/>
            <ac:spMk id="26" creationId="{43433868-DCC9-C6AB-F175-7BDFC74483FC}"/>
          </ac:spMkLst>
        </pc:spChg>
        <pc:spChg chg="mod">
          <ac:chgData name="Nursakirah Ab Rahman Muton" userId="f84698cea26ccaf4" providerId="LiveId" clId="{7969D0CC-6CE5-4727-B2E0-F12A56B7AF9B}" dt="2024-11-20T09:20:59.467" v="3096" actId="1076"/>
          <ac:spMkLst>
            <pc:docMk/>
            <pc:sldMk cId="1607804102" sldId="683"/>
            <ac:spMk id="27" creationId="{3E47421F-49E1-7871-5500-CC3BA69AD31F}"/>
          </ac:spMkLst>
        </pc:spChg>
        <pc:graphicFrameChg chg="mod modGraphic">
          <ac:chgData name="Nursakirah Ab Rahman Muton" userId="f84698cea26ccaf4" providerId="LiveId" clId="{7969D0CC-6CE5-4727-B2E0-F12A56B7AF9B}" dt="2024-11-20T09:23:12.188" v="3126" actId="2165"/>
          <ac:graphicFrameMkLst>
            <pc:docMk/>
            <pc:sldMk cId="1607804102" sldId="683"/>
            <ac:graphicFrameMk id="5" creationId="{3C0A370E-BC31-21A8-6DA0-D695A7D183E1}"/>
          </ac:graphicFrameMkLst>
        </pc:graphicFrameChg>
      </pc:sldChg>
      <pc:sldChg chg="addSp delSp modSp add mod ord delAnim modAnim">
        <pc:chgData name="Nursakirah Ab Rahman Muton" userId="f84698cea26ccaf4" providerId="LiveId" clId="{7969D0CC-6CE5-4727-B2E0-F12A56B7AF9B}" dt="2024-11-21T14:05:31.063" v="4413" actId="1076"/>
        <pc:sldMkLst>
          <pc:docMk/>
          <pc:sldMk cId="2146269329" sldId="684"/>
        </pc:sldMkLst>
        <pc:spChg chg="mod">
          <ac:chgData name="Nursakirah Ab Rahman Muton" userId="f84698cea26ccaf4" providerId="LiveId" clId="{7969D0CC-6CE5-4727-B2E0-F12A56B7AF9B}" dt="2024-11-21T14:05:23.495" v="4412" actId="1076"/>
          <ac:spMkLst>
            <pc:docMk/>
            <pc:sldMk cId="2146269329" sldId="684"/>
            <ac:spMk id="2" creationId="{F80BABFB-C6F4-D343-71D1-9ACA694C1D46}"/>
          </ac:spMkLst>
        </pc:spChg>
        <pc:spChg chg="mod">
          <ac:chgData name="Nursakirah Ab Rahman Muton" userId="f84698cea26ccaf4" providerId="LiveId" clId="{7969D0CC-6CE5-4727-B2E0-F12A56B7AF9B}" dt="2024-11-21T14:05:23.495" v="4412" actId="1076"/>
          <ac:spMkLst>
            <pc:docMk/>
            <pc:sldMk cId="2146269329" sldId="684"/>
            <ac:spMk id="3" creationId="{F0CF55EA-2838-4625-52F4-66ACC8C90FC8}"/>
          </ac:spMkLst>
        </pc:spChg>
        <pc:spChg chg="mod">
          <ac:chgData name="Nursakirah Ab Rahman Muton" userId="f84698cea26ccaf4" providerId="LiveId" clId="{7969D0CC-6CE5-4727-B2E0-F12A56B7AF9B}" dt="2024-11-21T14:05:23.495" v="4412" actId="1076"/>
          <ac:spMkLst>
            <pc:docMk/>
            <pc:sldMk cId="2146269329" sldId="684"/>
            <ac:spMk id="6" creationId="{2BBEB781-2255-46AC-2A9B-66A1AF34A127}"/>
          </ac:spMkLst>
        </pc:spChg>
        <pc:spChg chg="mod">
          <ac:chgData name="Nursakirah Ab Rahman Muton" userId="f84698cea26ccaf4" providerId="LiveId" clId="{7969D0CC-6CE5-4727-B2E0-F12A56B7AF9B}" dt="2024-11-21T14:05:23.495" v="4412" actId="1076"/>
          <ac:spMkLst>
            <pc:docMk/>
            <pc:sldMk cId="2146269329" sldId="684"/>
            <ac:spMk id="7" creationId="{BB6EFD2F-C271-F8D8-2E21-378D6C0A52C7}"/>
          </ac:spMkLst>
        </pc:spChg>
        <pc:spChg chg="mod">
          <ac:chgData name="Nursakirah Ab Rahman Muton" userId="f84698cea26ccaf4" providerId="LiveId" clId="{7969D0CC-6CE5-4727-B2E0-F12A56B7AF9B}" dt="2024-11-21T14:05:23.495" v="4412" actId="1076"/>
          <ac:spMkLst>
            <pc:docMk/>
            <pc:sldMk cId="2146269329" sldId="684"/>
            <ac:spMk id="8" creationId="{7AC88F38-234A-1754-8527-14E1B28C4587}"/>
          </ac:spMkLst>
        </pc:spChg>
        <pc:spChg chg="mod">
          <ac:chgData name="Nursakirah Ab Rahman Muton" userId="f84698cea26ccaf4" providerId="LiveId" clId="{7969D0CC-6CE5-4727-B2E0-F12A56B7AF9B}" dt="2024-11-21T14:05:23.495" v="4412" actId="1076"/>
          <ac:spMkLst>
            <pc:docMk/>
            <pc:sldMk cId="2146269329" sldId="684"/>
            <ac:spMk id="9" creationId="{24D5C8EE-55BB-2B47-4EC3-6FB888695C6F}"/>
          </ac:spMkLst>
        </pc:spChg>
        <pc:spChg chg="mod">
          <ac:chgData name="Nursakirah Ab Rahman Muton" userId="f84698cea26ccaf4" providerId="LiveId" clId="{7969D0CC-6CE5-4727-B2E0-F12A56B7AF9B}" dt="2024-11-21T14:05:23.495" v="4412" actId="1076"/>
          <ac:spMkLst>
            <pc:docMk/>
            <pc:sldMk cId="2146269329" sldId="684"/>
            <ac:spMk id="10" creationId="{376B3257-9FBE-9026-49A3-FBB732B22102}"/>
          </ac:spMkLst>
        </pc:spChg>
        <pc:spChg chg="mod">
          <ac:chgData name="Nursakirah Ab Rahman Muton" userId="f84698cea26ccaf4" providerId="LiveId" clId="{7969D0CC-6CE5-4727-B2E0-F12A56B7AF9B}" dt="2024-11-21T14:05:23.495" v="4412" actId="1076"/>
          <ac:spMkLst>
            <pc:docMk/>
            <pc:sldMk cId="2146269329" sldId="684"/>
            <ac:spMk id="11" creationId="{D36779DF-D631-8460-EB5C-EABD475AAD48}"/>
          </ac:spMkLst>
        </pc:spChg>
        <pc:spChg chg="mod">
          <ac:chgData name="Nursakirah Ab Rahman Muton" userId="f84698cea26ccaf4" providerId="LiveId" clId="{7969D0CC-6CE5-4727-B2E0-F12A56B7AF9B}" dt="2024-11-21T14:05:23.495" v="4412" actId="1076"/>
          <ac:spMkLst>
            <pc:docMk/>
            <pc:sldMk cId="2146269329" sldId="684"/>
            <ac:spMk id="12" creationId="{237FDC6E-1717-3965-0C26-B6F11E3DB256}"/>
          </ac:spMkLst>
        </pc:spChg>
        <pc:spChg chg="mod">
          <ac:chgData name="Nursakirah Ab Rahman Muton" userId="f84698cea26ccaf4" providerId="LiveId" clId="{7969D0CC-6CE5-4727-B2E0-F12A56B7AF9B}" dt="2024-11-21T14:05:23.495" v="4412" actId="1076"/>
          <ac:spMkLst>
            <pc:docMk/>
            <pc:sldMk cId="2146269329" sldId="684"/>
            <ac:spMk id="13" creationId="{3FC72D02-BCC7-A2E3-6A56-BC73173D7104}"/>
          </ac:spMkLst>
        </pc:spChg>
        <pc:spChg chg="mod">
          <ac:chgData name="Nursakirah Ab Rahman Muton" userId="f84698cea26ccaf4" providerId="LiveId" clId="{7969D0CC-6CE5-4727-B2E0-F12A56B7AF9B}" dt="2024-11-21T14:05:23.495" v="4412" actId="1076"/>
          <ac:spMkLst>
            <pc:docMk/>
            <pc:sldMk cId="2146269329" sldId="684"/>
            <ac:spMk id="14" creationId="{4BF84959-3AD8-5497-2737-744FDB001AE4}"/>
          </ac:spMkLst>
        </pc:spChg>
        <pc:spChg chg="mod">
          <ac:chgData name="Nursakirah Ab Rahman Muton" userId="f84698cea26ccaf4" providerId="LiveId" clId="{7969D0CC-6CE5-4727-B2E0-F12A56B7AF9B}" dt="2024-11-21T14:05:23.495" v="4412" actId="1076"/>
          <ac:spMkLst>
            <pc:docMk/>
            <pc:sldMk cId="2146269329" sldId="684"/>
            <ac:spMk id="15" creationId="{52593294-BC87-2F1E-3048-1E17CBD39925}"/>
          </ac:spMkLst>
        </pc:spChg>
        <pc:spChg chg="mod">
          <ac:chgData name="Nursakirah Ab Rahman Muton" userId="f84698cea26ccaf4" providerId="LiveId" clId="{7969D0CC-6CE5-4727-B2E0-F12A56B7AF9B}" dt="2024-11-21T14:05:23.495" v="4412" actId="1076"/>
          <ac:spMkLst>
            <pc:docMk/>
            <pc:sldMk cId="2146269329" sldId="684"/>
            <ac:spMk id="18" creationId="{4B9B98D7-F8E7-2F42-D392-7FDC8C37CE7F}"/>
          </ac:spMkLst>
        </pc:spChg>
        <pc:spChg chg="mod">
          <ac:chgData name="Nursakirah Ab Rahman Muton" userId="f84698cea26ccaf4" providerId="LiveId" clId="{7969D0CC-6CE5-4727-B2E0-F12A56B7AF9B}" dt="2024-11-21T14:05:23.495" v="4412" actId="1076"/>
          <ac:spMkLst>
            <pc:docMk/>
            <pc:sldMk cId="2146269329" sldId="684"/>
            <ac:spMk id="19" creationId="{BB01D8F1-1343-1A62-5A68-137AF672C987}"/>
          </ac:spMkLst>
        </pc:spChg>
        <pc:spChg chg="mod">
          <ac:chgData name="Nursakirah Ab Rahman Muton" userId="f84698cea26ccaf4" providerId="LiveId" clId="{7969D0CC-6CE5-4727-B2E0-F12A56B7AF9B}" dt="2024-11-21T14:05:23.495" v="4412" actId="1076"/>
          <ac:spMkLst>
            <pc:docMk/>
            <pc:sldMk cId="2146269329" sldId="684"/>
            <ac:spMk id="20" creationId="{0C387AE7-67E9-95C5-DB5B-DF62B2CF0034}"/>
          </ac:spMkLst>
        </pc:spChg>
        <pc:spChg chg="mod">
          <ac:chgData name="Nursakirah Ab Rahman Muton" userId="f84698cea26ccaf4" providerId="LiveId" clId="{7969D0CC-6CE5-4727-B2E0-F12A56B7AF9B}" dt="2024-11-21T14:05:23.495" v="4412" actId="1076"/>
          <ac:spMkLst>
            <pc:docMk/>
            <pc:sldMk cId="2146269329" sldId="684"/>
            <ac:spMk id="21" creationId="{36A4A17B-A225-E722-74C0-8651366D39CC}"/>
          </ac:spMkLst>
        </pc:spChg>
        <pc:spChg chg="mod">
          <ac:chgData name="Nursakirah Ab Rahman Muton" userId="f84698cea26ccaf4" providerId="LiveId" clId="{7969D0CC-6CE5-4727-B2E0-F12A56B7AF9B}" dt="2024-11-21T14:05:23.495" v="4412" actId="1076"/>
          <ac:spMkLst>
            <pc:docMk/>
            <pc:sldMk cId="2146269329" sldId="684"/>
            <ac:spMk id="22" creationId="{9822B611-A9ED-BD1E-2447-3E53B94C93FB}"/>
          </ac:spMkLst>
        </pc:spChg>
        <pc:spChg chg="add del mod">
          <ac:chgData name="Nursakirah Ab Rahman Muton" userId="f84698cea26ccaf4" providerId="LiveId" clId="{7969D0CC-6CE5-4727-B2E0-F12A56B7AF9B}" dt="2024-11-21T14:05:14.571" v="4411" actId="478"/>
          <ac:spMkLst>
            <pc:docMk/>
            <pc:sldMk cId="2146269329" sldId="684"/>
            <ac:spMk id="23" creationId="{94B67923-014F-448B-187D-73585DE8199D}"/>
          </ac:spMkLst>
        </pc:spChg>
        <pc:spChg chg="mod">
          <ac:chgData name="Nursakirah Ab Rahman Muton" userId="f84698cea26ccaf4" providerId="LiveId" clId="{7969D0CC-6CE5-4727-B2E0-F12A56B7AF9B}" dt="2024-11-21T14:05:23.495" v="4412" actId="1076"/>
          <ac:spMkLst>
            <pc:docMk/>
            <pc:sldMk cId="2146269329" sldId="684"/>
            <ac:spMk id="24" creationId="{97537FF5-78EA-CFB3-378A-B3510E216FDC}"/>
          </ac:spMkLst>
        </pc:spChg>
        <pc:spChg chg="mod">
          <ac:chgData name="Nursakirah Ab Rahman Muton" userId="f84698cea26ccaf4" providerId="LiveId" clId="{7969D0CC-6CE5-4727-B2E0-F12A56B7AF9B}" dt="2024-11-21T14:05:31.063" v="4413" actId="1076"/>
          <ac:spMkLst>
            <pc:docMk/>
            <pc:sldMk cId="2146269329" sldId="684"/>
            <ac:spMk id="25" creationId="{ABC39528-DC4E-730E-D59D-3357A98A6F51}"/>
          </ac:spMkLst>
        </pc:spChg>
        <pc:spChg chg="mod">
          <ac:chgData name="Nursakirah Ab Rahman Muton" userId="f84698cea26ccaf4" providerId="LiveId" clId="{7969D0CC-6CE5-4727-B2E0-F12A56B7AF9B}" dt="2024-11-21T14:05:23.495" v="4412" actId="1076"/>
          <ac:spMkLst>
            <pc:docMk/>
            <pc:sldMk cId="2146269329" sldId="684"/>
            <ac:spMk id="26" creationId="{57BFA422-AD70-B9E1-0315-A533E4B3C9E9}"/>
          </ac:spMkLst>
        </pc:spChg>
        <pc:spChg chg="mod">
          <ac:chgData name="Nursakirah Ab Rahman Muton" userId="f84698cea26ccaf4" providerId="LiveId" clId="{7969D0CC-6CE5-4727-B2E0-F12A56B7AF9B}" dt="2024-11-21T14:05:23.495" v="4412" actId="1076"/>
          <ac:spMkLst>
            <pc:docMk/>
            <pc:sldMk cId="2146269329" sldId="684"/>
            <ac:spMk id="27" creationId="{7E19A1FB-5F62-2DB8-D9BB-21F913B57990}"/>
          </ac:spMkLst>
        </pc:spChg>
        <pc:spChg chg="add mod">
          <ac:chgData name="Nursakirah Ab Rahman Muton" userId="f84698cea26ccaf4" providerId="LiveId" clId="{7969D0CC-6CE5-4727-B2E0-F12A56B7AF9B}" dt="2024-11-21T14:05:23.495" v="4412" actId="1076"/>
          <ac:spMkLst>
            <pc:docMk/>
            <pc:sldMk cId="2146269329" sldId="684"/>
            <ac:spMk id="29" creationId="{62BD5053-DBB0-FD98-8C75-C2BAB436DC67}"/>
          </ac:spMkLst>
        </pc:spChg>
        <pc:graphicFrameChg chg="mod modGraphic">
          <ac:chgData name="Nursakirah Ab Rahman Muton" userId="f84698cea26ccaf4" providerId="LiveId" clId="{7969D0CC-6CE5-4727-B2E0-F12A56B7AF9B}" dt="2024-11-21T14:05:23.495" v="4412" actId="1076"/>
          <ac:graphicFrameMkLst>
            <pc:docMk/>
            <pc:sldMk cId="2146269329" sldId="684"/>
            <ac:graphicFrameMk id="5" creationId="{FD399A0A-B03A-F7A1-9518-372FFDCD6632}"/>
          </ac:graphicFrameMkLst>
        </pc:graphicFrameChg>
        <pc:inkChg chg="add del">
          <ac:chgData name="Nursakirah Ab Rahman Muton" userId="f84698cea26ccaf4" providerId="LiveId" clId="{7969D0CC-6CE5-4727-B2E0-F12A56B7AF9B}" dt="2024-11-21T13:54:15.937" v="4366" actId="478"/>
          <ac:inkMkLst>
            <pc:docMk/>
            <pc:sldMk cId="2146269329" sldId="684"/>
            <ac:inkMk id="28" creationId="{160BAD6F-4802-AB99-F42E-4C69B7D15BE8}"/>
          </ac:inkMkLst>
        </pc:inkChg>
      </pc:sldChg>
      <pc:sldChg chg="addSp modSp new mod">
        <pc:chgData name="Nursakirah Ab Rahman Muton" userId="f84698cea26ccaf4" providerId="LiveId" clId="{7969D0CC-6CE5-4727-B2E0-F12A56B7AF9B}" dt="2024-11-20T10:00:29.669" v="3406" actId="1076"/>
        <pc:sldMkLst>
          <pc:docMk/>
          <pc:sldMk cId="2668442779" sldId="685"/>
        </pc:sldMkLst>
        <pc:spChg chg="add mod">
          <ac:chgData name="Nursakirah Ab Rahman Muton" userId="f84698cea26ccaf4" providerId="LiveId" clId="{7969D0CC-6CE5-4727-B2E0-F12A56B7AF9B}" dt="2024-11-20T10:00:25.010" v="3404" actId="14100"/>
          <ac:spMkLst>
            <pc:docMk/>
            <pc:sldMk cId="2668442779" sldId="685"/>
            <ac:spMk id="5" creationId="{E6179EE1-3111-0522-8C5E-E47F63B9DE4F}"/>
          </ac:spMkLst>
        </pc:spChg>
        <pc:spChg chg="add mod">
          <ac:chgData name="Nursakirah Ab Rahman Muton" userId="f84698cea26ccaf4" providerId="LiveId" clId="{7969D0CC-6CE5-4727-B2E0-F12A56B7AF9B}" dt="2024-11-20T10:00:29.669" v="3406" actId="1076"/>
          <ac:spMkLst>
            <pc:docMk/>
            <pc:sldMk cId="2668442779" sldId="685"/>
            <ac:spMk id="6" creationId="{4F617DBA-4942-F7C8-E4F1-B09DF07A932A}"/>
          </ac:spMkLst>
        </pc:spChg>
        <pc:picChg chg="add mod">
          <ac:chgData name="Nursakirah Ab Rahman Muton" userId="f84698cea26ccaf4" providerId="LiveId" clId="{7969D0CC-6CE5-4727-B2E0-F12A56B7AF9B}" dt="2024-11-20T10:00:02.516" v="3399" actId="14100"/>
          <ac:picMkLst>
            <pc:docMk/>
            <pc:sldMk cId="2668442779" sldId="685"/>
            <ac:picMk id="4" creationId="{46EAE293-C328-4744-EF56-84F2D9F0BBD4}"/>
          </ac:picMkLst>
        </pc:picChg>
      </pc:sldChg>
      <pc:sldChg chg="addSp delSp modSp add mod ord modAnim">
        <pc:chgData name="Nursakirah Ab Rahman Muton" userId="f84698cea26ccaf4" providerId="LiveId" clId="{7969D0CC-6CE5-4727-B2E0-F12A56B7AF9B}" dt="2024-11-21T14:27:56.427" v="4778" actId="20577"/>
        <pc:sldMkLst>
          <pc:docMk/>
          <pc:sldMk cId="3640809309" sldId="686"/>
        </pc:sldMkLst>
        <pc:spChg chg="mod">
          <ac:chgData name="Nursakirah Ab Rahman Muton" userId="f84698cea26ccaf4" providerId="LiveId" clId="{7969D0CC-6CE5-4727-B2E0-F12A56B7AF9B}" dt="2024-11-20T10:03:21.782" v="3502" actId="1076"/>
          <ac:spMkLst>
            <pc:docMk/>
            <pc:sldMk cId="3640809309" sldId="686"/>
            <ac:spMk id="2" creationId="{CEB36FEB-9644-E996-B24D-4AEE3822D255}"/>
          </ac:spMkLst>
        </pc:spChg>
        <pc:spChg chg="add mod">
          <ac:chgData name="Nursakirah Ab Rahman Muton" userId="f84698cea26ccaf4" providerId="LiveId" clId="{7969D0CC-6CE5-4727-B2E0-F12A56B7AF9B}" dt="2024-11-21T14:27:56.427" v="4778" actId="20577"/>
          <ac:spMkLst>
            <pc:docMk/>
            <pc:sldMk cId="3640809309" sldId="686"/>
            <ac:spMk id="3" creationId="{0FFFE267-13F6-4280-8035-E62B03AD9A42}"/>
          </ac:spMkLst>
        </pc:spChg>
        <pc:spChg chg="del mod">
          <ac:chgData name="Nursakirah Ab Rahman Muton" userId="f84698cea26ccaf4" providerId="LiveId" clId="{7969D0CC-6CE5-4727-B2E0-F12A56B7AF9B}" dt="2024-11-20T10:03:42.150" v="3509" actId="478"/>
          <ac:spMkLst>
            <pc:docMk/>
            <pc:sldMk cId="3640809309" sldId="686"/>
            <ac:spMk id="3" creationId="{6B3B9F5C-8401-6A4E-BB08-755225505F27}"/>
          </ac:spMkLst>
        </pc:spChg>
        <pc:spChg chg="mod">
          <ac:chgData name="Nursakirah Ab Rahman Muton" userId="f84698cea26ccaf4" providerId="LiveId" clId="{7969D0CC-6CE5-4727-B2E0-F12A56B7AF9B}" dt="2024-11-20T10:03:34.259" v="3506" actId="1076"/>
          <ac:spMkLst>
            <pc:docMk/>
            <pc:sldMk cId="3640809309" sldId="686"/>
            <ac:spMk id="15" creationId="{5C3F9E44-657E-0E85-2BA8-00E6CDE4E163}"/>
          </ac:spMkLst>
        </pc:spChg>
        <pc:spChg chg="mod">
          <ac:chgData name="Nursakirah Ab Rahman Muton" userId="f84698cea26ccaf4" providerId="LiveId" clId="{7969D0CC-6CE5-4727-B2E0-F12A56B7AF9B}" dt="2024-11-20T10:02:15.941" v="3486" actId="6549"/>
          <ac:spMkLst>
            <pc:docMk/>
            <pc:sldMk cId="3640809309" sldId="686"/>
            <ac:spMk id="16" creationId="{77B20C72-A2D3-0798-0EDD-50ABEBF303AC}"/>
          </ac:spMkLst>
        </pc:spChg>
        <pc:spChg chg="mod">
          <ac:chgData name="Nursakirah Ab Rahman Muton" userId="f84698cea26ccaf4" providerId="LiveId" clId="{7969D0CC-6CE5-4727-B2E0-F12A56B7AF9B}" dt="2024-11-20T10:02:11.613" v="3485" actId="20577"/>
          <ac:spMkLst>
            <pc:docMk/>
            <pc:sldMk cId="3640809309" sldId="686"/>
            <ac:spMk id="17" creationId="{1B0FE063-5BE3-B5A3-DCE2-010F1DDE3310}"/>
          </ac:spMkLst>
        </pc:spChg>
        <pc:spChg chg="mod">
          <ac:chgData name="Nursakirah Ab Rahman Muton" userId="f84698cea26ccaf4" providerId="LiveId" clId="{7969D0CC-6CE5-4727-B2E0-F12A56B7AF9B}" dt="2024-11-20T10:02:59.604" v="3498" actId="1076"/>
          <ac:spMkLst>
            <pc:docMk/>
            <pc:sldMk cId="3640809309" sldId="686"/>
            <ac:spMk id="18" creationId="{2A6F249B-FC71-78B6-E951-C48CF1AB88C8}"/>
          </ac:spMkLst>
        </pc:spChg>
        <pc:spChg chg="del mod">
          <ac:chgData name="Nursakirah Ab Rahman Muton" userId="f84698cea26ccaf4" providerId="LiveId" clId="{7969D0CC-6CE5-4727-B2E0-F12A56B7AF9B}" dt="2024-11-20T10:03:25.568" v="3504" actId="478"/>
          <ac:spMkLst>
            <pc:docMk/>
            <pc:sldMk cId="3640809309" sldId="686"/>
            <ac:spMk id="19" creationId="{42019FB9-DDF4-F2E4-B930-058CD166B456}"/>
          </ac:spMkLst>
        </pc:spChg>
        <pc:spChg chg="add mod">
          <ac:chgData name="Nursakirah Ab Rahman Muton" userId="f84698cea26ccaf4" providerId="LiveId" clId="{7969D0CC-6CE5-4727-B2E0-F12A56B7AF9B}" dt="2024-11-21T14:27:31.785" v="4774" actId="14100"/>
          <ac:spMkLst>
            <pc:docMk/>
            <pc:sldMk cId="3640809309" sldId="686"/>
            <ac:spMk id="19" creationId="{5AEDB838-C420-B2D7-03B1-DE71A2E9BA27}"/>
          </ac:spMkLst>
        </pc:spChg>
        <pc:spChg chg="mod">
          <ac:chgData name="Nursakirah Ab Rahman Muton" userId="f84698cea26ccaf4" providerId="LiveId" clId="{7969D0CC-6CE5-4727-B2E0-F12A56B7AF9B}" dt="2024-11-20T10:02:51.055" v="3496" actId="1076"/>
          <ac:spMkLst>
            <pc:docMk/>
            <pc:sldMk cId="3640809309" sldId="686"/>
            <ac:spMk id="20" creationId="{EFEFCADB-2148-4106-2330-ACF7DEB2EFBB}"/>
          </ac:spMkLst>
        </pc:spChg>
        <pc:spChg chg="mod">
          <ac:chgData name="Nursakirah Ab Rahman Muton" userId="f84698cea26ccaf4" providerId="LiveId" clId="{7969D0CC-6CE5-4727-B2E0-F12A56B7AF9B}" dt="2024-11-20T10:03:10.197" v="3500" actId="1076"/>
          <ac:spMkLst>
            <pc:docMk/>
            <pc:sldMk cId="3640809309" sldId="686"/>
            <ac:spMk id="21" creationId="{95E49A95-913F-24D7-7FE7-20B3B92B0473}"/>
          </ac:spMkLst>
        </pc:spChg>
        <pc:spChg chg="add mod">
          <ac:chgData name="Nursakirah Ab Rahman Muton" userId="f84698cea26ccaf4" providerId="LiveId" clId="{7969D0CC-6CE5-4727-B2E0-F12A56B7AF9B}" dt="2024-11-21T14:12:58.658" v="4538" actId="1076"/>
          <ac:spMkLst>
            <pc:docMk/>
            <pc:sldMk cId="3640809309" sldId="686"/>
            <ac:spMk id="22" creationId="{2D62D317-33B3-9652-56AD-4B03B82B9B54}"/>
          </ac:spMkLst>
        </pc:spChg>
        <pc:spChg chg="del mod">
          <ac:chgData name="Nursakirah Ab Rahman Muton" userId="f84698cea26ccaf4" providerId="LiveId" clId="{7969D0CC-6CE5-4727-B2E0-F12A56B7AF9B}" dt="2024-11-20T10:11:59.947" v="3614" actId="478"/>
          <ac:spMkLst>
            <pc:docMk/>
            <pc:sldMk cId="3640809309" sldId="686"/>
            <ac:spMk id="22" creationId="{F12ED06D-CCF4-DBC7-A763-4436AB4D01E2}"/>
          </ac:spMkLst>
        </pc:spChg>
        <pc:spChg chg="del mod">
          <ac:chgData name="Nursakirah Ab Rahman Muton" userId="f84698cea26ccaf4" providerId="LiveId" clId="{7969D0CC-6CE5-4727-B2E0-F12A56B7AF9B}" dt="2024-11-20T10:03:37.727" v="3507" actId="478"/>
          <ac:spMkLst>
            <pc:docMk/>
            <pc:sldMk cId="3640809309" sldId="686"/>
            <ac:spMk id="23" creationId="{BC6657C9-516D-F620-CB11-A25AA0F8C56E}"/>
          </ac:spMkLst>
        </pc:spChg>
        <pc:spChg chg="mod">
          <ac:chgData name="Nursakirah Ab Rahman Muton" userId="f84698cea26ccaf4" providerId="LiveId" clId="{7969D0CC-6CE5-4727-B2E0-F12A56B7AF9B}" dt="2024-11-20T10:03:40.443" v="3508" actId="1076"/>
          <ac:spMkLst>
            <pc:docMk/>
            <pc:sldMk cId="3640809309" sldId="686"/>
            <ac:spMk id="24" creationId="{718B0424-6FD6-36FE-0831-F72180CEB093}"/>
          </ac:spMkLst>
        </pc:spChg>
        <pc:spChg chg="del">
          <ac:chgData name="Nursakirah Ab Rahman Muton" userId="f84698cea26ccaf4" providerId="LiveId" clId="{7969D0CC-6CE5-4727-B2E0-F12A56B7AF9B}" dt="2024-11-21T14:11:57.998" v="4511" actId="478"/>
          <ac:spMkLst>
            <pc:docMk/>
            <pc:sldMk cId="3640809309" sldId="686"/>
            <ac:spMk id="25" creationId="{F9654171-FEA5-17C5-4A92-50FED95C5551}"/>
          </ac:spMkLst>
        </pc:spChg>
        <pc:spChg chg="del mod">
          <ac:chgData name="Nursakirah Ab Rahman Muton" userId="f84698cea26ccaf4" providerId="LiveId" clId="{7969D0CC-6CE5-4727-B2E0-F12A56B7AF9B}" dt="2024-11-20T10:11:58.035" v="3612" actId="478"/>
          <ac:spMkLst>
            <pc:docMk/>
            <pc:sldMk cId="3640809309" sldId="686"/>
            <ac:spMk id="26" creationId="{F7096BD5-4886-2E00-4F60-572C79BB1283}"/>
          </ac:spMkLst>
        </pc:spChg>
        <pc:spChg chg="del mod">
          <ac:chgData name="Nursakirah Ab Rahman Muton" userId="f84698cea26ccaf4" providerId="LiveId" clId="{7969D0CC-6CE5-4727-B2E0-F12A56B7AF9B}" dt="2024-11-20T10:12:01.359" v="3616" actId="478"/>
          <ac:spMkLst>
            <pc:docMk/>
            <pc:sldMk cId="3640809309" sldId="686"/>
            <ac:spMk id="27" creationId="{3C3D7303-5E0F-D622-8237-3C19313366BA}"/>
          </ac:spMkLst>
        </pc:spChg>
        <pc:spChg chg="add mod">
          <ac:chgData name="Nursakirah Ab Rahman Muton" userId="f84698cea26ccaf4" providerId="LiveId" clId="{7969D0CC-6CE5-4727-B2E0-F12A56B7AF9B}" dt="2024-11-20T10:22:23.376" v="3743" actId="14100"/>
          <ac:spMkLst>
            <pc:docMk/>
            <pc:sldMk cId="3640809309" sldId="686"/>
            <ac:spMk id="28" creationId="{99C463D0-D0E4-370C-1F6B-8218F685D62E}"/>
          </ac:spMkLst>
        </pc:spChg>
        <pc:spChg chg="add mod">
          <ac:chgData name="Nursakirah Ab Rahman Muton" userId="f84698cea26ccaf4" providerId="LiveId" clId="{7969D0CC-6CE5-4727-B2E0-F12A56B7AF9B}" dt="2024-11-20T10:22:31.464" v="3747" actId="1076"/>
          <ac:spMkLst>
            <pc:docMk/>
            <pc:sldMk cId="3640809309" sldId="686"/>
            <ac:spMk id="29" creationId="{27226D98-9BAE-176F-CBF2-67882D9B9B5F}"/>
          </ac:spMkLst>
        </pc:spChg>
        <pc:inkChg chg="add del">
          <ac:chgData name="Nursakirah Ab Rahman Muton" userId="f84698cea26ccaf4" providerId="LiveId" clId="{7969D0CC-6CE5-4727-B2E0-F12A56B7AF9B}" dt="2024-11-21T14:11:50.179" v="4510" actId="478"/>
          <ac:inkMkLst>
            <pc:docMk/>
            <pc:sldMk cId="3640809309" sldId="686"/>
            <ac:inkMk id="30" creationId="{E4AFD352-0F46-C1F3-1152-D95D10FAABC7}"/>
          </ac:inkMkLst>
        </pc:inkChg>
      </pc:sldChg>
      <pc:sldChg chg="addSp delSp modSp add mod ord modAnim">
        <pc:chgData name="Nursakirah Ab Rahman Muton" userId="f84698cea26ccaf4" providerId="LiveId" clId="{7969D0CC-6CE5-4727-B2E0-F12A56B7AF9B}" dt="2024-11-21T14:11:43.358" v="4508" actId="478"/>
        <pc:sldMkLst>
          <pc:docMk/>
          <pc:sldMk cId="2372476642" sldId="687"/>
        </pc:sldMkLst>
        <pc:spChg chg="mod">
          <ac:chgData name="Nursakirah Ab Rahman Muton" userId="f84698cea26ccaf4" providerId="LiveId" clId="{7969D0CC-6CE5-4727-B2E0-F12A56B7AF9B}" dt="2024-11-20T10:05:57.462" v="3545" actId="1076"/>
          <ac:spMkLst>
            <pc:docMk/>
            <pc:sldMk cId="2372476642" sldId="687"/>
            <ac:spMk id="2" creationId="{D7BDC10D-A50C-C4CF-F98E-14C2D661CF89}"/>
          </ac:spMkLst>
        </pc:spChg>
        <pc:spChg chg="add del mod">
          <ac:chgData name="Nursakirah Ab Rahman Muton" userId="f84698cea26ccaf4" providerId="LiveId" clId="{7969D0CC-6CE5-4727-B2E0-F12A56B7AF9B}" dt="2024-11-20T10:12:55.708" v="3632" actId="478"/>
          <ac:spMkLst>
            <pc:docMk/>
            <pc:sldMk cId="2372476642" sldId="687"/>
            <ac:spMk id="3" creationId="{F9A0E6B4-FF92-A149-1DC7-4F83401540A2}"/>
          </ac:spMkLst>
        </pc:spChg>
        <pc:spChg chg="mod">
          <ac:chgData name="Nursakirah Ab Rahman Muton" userId="f84698cea26ccaf4" providerId="LiveId" clId="{7969D0CC-6CE5-4727-B2E0-F12A56B7AF9B}" dt="2024-11-20T10:05:08.800" v="3537" actId="1076"/>
          <ac:spMkLst>
            <pc:docMk/>
            <pc:sldMk cId="2372476642" sldId="687"/>
            <ac:spMk id="6" creationId="{9A3D458F-A25D-739F-2426-6169139F141E}"/>
          </ac:spMkLst>
        </pc:spChg>
        <pc:spChg chg="mod">
          <ac:chgData name="Nursakirah Ab Rahman Muton" userId="f84698cea26ccaf4" providerId="LiveId" clId="{7969D0CC-6CE5-4727-B2E0-F12A56B7AF9B}" dt="2024-11-20T10:05:12.925" v="3539" actId="1076"/>
          <ac:spMkLst>
            <pc:docMk/>
            <pc:sldMk cId="2372476642" sldId="687"/>
            <ac:spMk id="7" creationId="{B7A6E5AA-132E-A5DB-4E0C-61B764F2BE0E}"/>
          </ac:spMkLst>
        </pc:spChg>
        <pc:spChg chg="mod">
          <ac:chgData name="Nursakirah Ab Rahman Muton" userId="f84698cea26ccaf4" providerId="LiveId" clId="{7969D0CC-6CE5-4727-B2E0-F12A56B7AF9B}" dt="2024-11-20T10:05:21.122" v="3541" actId="1076"/>
          <ac:spMkLst>
            <pc:docMk/>
            <pc:sldMk cId="2372476642" sldId="687"/>
            <ac:spMk id="8" creationId="{1696C802-83F9-0F38-91E9-11AF51ED59F0}"/>
          </ac:spMkLst>
        </pc:spChg>
        <pc:spChg chg="mod">
          <ac:chgData name="Nursakirah Ab Rahman Muton" userId="f84698cea26ccaf4" providerId="LiveId" clId="{7969D0CC-6CE5-4727-B2E0-F12A56B7AF9B}" dt="2024-11-20T10:05:17.677" v="3540" actId="1076"/>
          <ac:spMkLst>
            <pc:docMk/>
            <pc:sldMk cId="2372476642" sldId="687"/>
            <ac:spMk id="9" creationId="{FC7DE9E6-5963-F969-66A7-66E72A222016}"/>
          </ac:spMkLst>
        </pc:spChg>
        <pc:spChg chg="mod">
          <ac:chgData name="Nursakirah Ab Rahman Muton" userId="f84698cea26ccaf4" providerId="LiveId" clId="{7969D0CC-6CE5-4727-B2E0-F12A56B7AF9B}" dt="2024-11-20T10:04:53.596" v="3533" actId="1076"/>
          <ac:spMkLst>
            <pc:docMk/>
            <pc:sldMk cId="2372476642" sldId="687"/>
            <ac:spMk id="10" creationId="{116FA615-B949-60B3-5872-C5FD24E1AA3B}"/>
          </ac:spMkLst>
        </pc:spChg>
        <pc:spChg chg="mod">
          <ac:chgData name="Nursakirah Ab Rahman Muton" userId="f84698cea26ccaf4" providerId="LiveId" clId="{7969D0CC-6CE5-4727-B2E0-F12A56B7AF9B}" dt="2024-11-20T10:04:56.645" v="3534" actId="1076"/>
          <ac:spMkLst>
            <pc:docMk/>
            <pc:sldMk cId="2372476642" sldId="687"/>
            <ac:spMk id="11" creationId="{5DFAC020-3612-E647-5A1C-0E73F300C8E0}"/>
          </ac:spMkLst>
        </pc:spChg>
        <pc:spChg chg="mod">
          <ac:chgData name="Nursakirah Ab Rahman Muton" userId="f84698cea26ccaf4" providerId="LiveId" clId="{7969D0CC-6CE5-4727-B2E0-F12A56B7AF9B}" dt="2024-11-20T10:04:44.949" v="3529" actId="14100"/>
          <ac:spMkLst>
            <pc:docMk/>
            <pc:sldMk cId="2372476642" sldId="687"/>
            <ac:spMk id="12" creationId="{4CFCE38D-8C6F-625E-344F-2BFB8998FFBE}"/>
          </ac:spMkLst>
        </pc:spChg>
        <pc:spChg chg="mod">
          <ac:chgData name="Nursakirah Ab Rahman Muton" userId="f84698cea26ccaf4" providerId="LiveId" clId="{7969D0CC-6CE5-4727-B2E0-F12A56B7AF9B}" dt="2024-11-20T10:04:32.441" v="3525" actId="14100"/>
          <ac:spMkLst>
            <pc:docMk/>
            <pc:sldMk cId="2372476642" sldId="687"/>
            <ac:spMk id="13" creationId="{3A2E5614-539B-AADC-F7A1-7F66925C94EA}"/>
          </ac:spMkLst>
        </pc:spChg>
        <pc:spChg chg="mod">
          <ac:chgData name="Nursakirah Ab Rahman Muton" userId="f84698cea26ccaf4" providerId="LiveId" clId="{7969D0CC-6CE5-4727-B2E0-F12A56B7AF9B}" dt="2024-11-20T10:04:38.650" v="3527" actId="20577"/>
          <ac:spMkLst>
            <pc:docMk/>
            <pc:sldMk cId="2372476642" sldId="687"/>
            <ac:spMk id="14" creationId="{4D7CE7E2-0E5C-A8CF-C9A7-2291BE43D854}"/>
          </ac:spMkLst>
        </pc:spChg>
        <pc:spChg chg="mod">
          <ac:chgData name="Nursakirah Ab Rahman Muton" userId="f84698cea26ccaf4" providerId="LiveId" clId="{7969D0CC-6CE5-4727-B2E0-F12A56B7AF9B}" dt="2024-11-20T10:04:59.634" v="3535" actId="1076"/>
          <ac:spMkLst>
            <pc:docMk/>
            <pc:sldMk cId="2372476642" sldId="687"/>
            <ac:spMk id="15" creationId="{5131EBC0-ECEC-2DDE-0B73-62B3998B8D2F}"/>
          </ac:spMkLst>
        </pc:spChg>
        <pc:spChg chg="mod">
          <ac:chgData name="Nursakirah Ab Rahman Muton" userId="f84698cea26ccaf4" providerId="LiveId" clId="{7969D0CC-6CE5-4727-B2E0-F12A56B7AF9B}" dt="2024-11-20T10:05:51.940" v="3544" actId="1076"/>
          <ac:spMkLst>
            <pc:docMk/>
            <pc:sldMk cId="2372476642" sldId="687"/>
            <ac:spMk id="18" creationId="{947C34CE-A2F5-E20A-DE93-513B3C57A002}"/>
          </ac:spMkLst>
        </pc:spChg>
        <pc:spChg chg="add del mod">
          <ac:chgData name="Nursakirah Ab Rahman Muton" userId="f84698cea26ccaf4" providerId="LiveId" clId="{7969D0CC-6CE5-4727-B2E0-F12A56B7AF9B}" dt="2024-11-20T10:12:54.925" v="3631" actId="478"/>
          <ac:spMkLst>
            <pc:docMk/>
            <pc:sldMk cId="2372476642" sldId="687"/>
            <ac:spMk id="19" creationId="{203F6666-499D-2401-1F3C-5C82092F2050}"/>
          </ac:spMkLst>
        </pc:spChg>
        <pc:spChg chg="mod">
          <ac:chgData name="Nursakirah Ab Rahman Muton" userId="f84698cea26ccaf4" providerId="LiveId" clId="{7969D0CC-6CE5-4727-B2E0-F12A56B7AF9B}" dt="2024-11-20T10:05:28.353" v="3542" actId="1076"/>
          <ac:spMkLst>
            <pc:docMk/>
            <pc:sldMk cId="2372476642" sldId="687"/>
            <ac:spMk id="20" creationId="{AF289447-5564-DE66-5EF4-D699541992DD}"/>
          </ac:spMkLst>
        </pc:spChg>
        <pc:spChg chg="mod">
          <ac:chgData name="Nursakirah Ab Rahman Muton" userId="f84698cea26ccaf4" providerId="LiveId" clId="{7969D0CC-6CE5-4727-B2E0-F12A56B7AF9B}" dt="2024-11-20T10:06:03.010" v="3546" actId="1076"/>
          <ac:spMkLst>
            <pc:docMk/>
            <pc:sldMk cId="2372476642" sldId="687"/>
            <ac:spMk id="21" creationId="{36C560FA-15E5-63BF-735F-41489A78BB6B}"/>
          </ac:spMkLst>
        </pc:spChg>
        <pc:spChg chg="mod">
          <ac:chgData name="Nursakirah Ab Rahman Muton" userId="f84698cea26ccaf4" providerId="LiveId" clId="{7969D0CC-6CE5-4727-B2E0-F12A56B7AF9B}" dt="2024-11-20T10:13:02.237" v="3634" actId="1076"/>
          <ac:spMkLst>
            <pc:docMk/>
            <pc:sldMk cId="2372476642" sldId="687"/>
            <ac:spMk id="22" creationId="{92550B7F-80B2-F9C4-4068-972317720AAE}"/>
          </ac:spMkLst>
        </pc:spChg>
        <pc:spChg chg="mod">
          <ac:chgData name="Nursakirah Ab Rahman Muton" userId="f84698cea26ccaf4" providerId="LiveId" clId="{7969D0CC-6CE5-4727-B2E0-F12A56B7AF9B}" dt="2024-11-20T10:12:45.186" v="3626" actId="1076"/>
          <ac:spMkLst>
            <pc:docMk/>
            <pc:sldMk cId="2372476642" sldId="687"/>
            <ac:spMk id="24" creationId="{C5504DFD-1565-7B23-D3FB-5C69B7C20EB4}"/>
          </ac:spMkLst>
        </pc:spChg>
        <pc:spChg chg="mod">
          <ac:chgData name="Nursakirah Ab Rahman Muton" userId="f84698cea26ccaf4" providerId="LiveId" clId="{7969D0CC-6CE5-4727-B2E0-F12A56B7AF9B}" dt="2024-11-20T10:10:49.948" v="3596" actId="1076"/>
          <ac:spMkLst>
            <pc:docMk/>
            <pc:sldMk cId="2372476642" sldId="687"/>
            <ac:spMk id="25" creationId="{E76379D7-AAA8-AF9B-6116-C921F16AA77A}"/>
          </ac:spMkLst>
        </pc:spChg>
        <pc:spChg chg="mod">
          <ac:chgData name="Nursakirah Ab Rahman Muton" userId="f84698cea26ccaf4" providerId="LiveId" clId="{7969D0CC-6CE5-4727-B2E0-F12A56B7AF9B}" dt="2024-11-21T14:11:41.028" v="4507" actId="1076"/>
          <ac:spMkLst>
            <pc:docMk/>
            <pc:sldMk cId="2372476642" sldId="687"/>
            <ac:spMk id="26" creationId="{441E15F1-F15B-7FC8-4778-4F33E202E1EE}"/>
          </ac:spMkLst>
        </pc:spChg>
        <pc:spChg chg="mod">
          <ac:chgData name="Nursakirah Ab Rahman Muton" userId="f84698cea26ccaf4" providerId="LiveId" clId="{7969D0CC-6CE5-4727-B2E0-F12A56B7AF9B}" dt="2024-11-20T10:11:22.128" v="3608" actId="313"/>
          <ac:spMkLst>
            <pc:docMk/>
            <pc:sldMk cId="2372476642" sldId="687"/>
            <ac:spMk id="27" creationId="{C9292EA8-250C-8267-F51F-96E9638C528E}"/>
          </ac:spMkLst>
        </pc:spChg>
        <pc:graphicFrameChg chg="mod modGraphic">
          <ac:chgData name="Nursakirah Ab Rahman Muton" userId="f84698cea26ccaf4" providerId="LiveId" clId="{7969D0CC-6CE5-4727-B2E0-F12A56B7AF9B}" dt="2024-11-20T10:04:27.263" v="3523" actId="1076"/>
          <ac:graphicFrameMkLst>
            <pc:docMk/>
            <pc:sldMk cId="2372476642" sldId="687"/>
            <ac:graphicFrameMk id="5" creationId="{F83FFD74-2DA6-33E5-DD2A-E64C8370889C}"/>
          </ac:graphicFrameMkLst>
        </pc:graphicFrameChg>
        <pc:inkChg chg="add del">
          <ac:chgData name="Nursakirah Ab Rahman Muton" userId="f84698cea26ccaf4" providerId="LiveId" clId="{7969D0CC-6CE5-4727-B2E0-F12A56B7AF9B}" dt="2024-11-21T14:11:43.358" v="4508" actId="478"/>
          <ac:inkMkLst>
            <pc:docMk/>
            <pc:sldMk cId="2372476642" sldId="687"/>
            <ac:inkMk id="23" creationId="{FCE02235-DF69-B956-5EC2-E8BAECE0221B}"/>
          </ac:inkMkLst>
        </pc:inkChg>
      </pc:sldChg>
      <pc:sldChg chg="addSp delSp modSp add mod ord delAnim modAnim">
        <pc:chgData name="Nursakirah Ab Rahman Muton" userId="f84698cea26ccaf4" providerId="LiveId" clId="{7969D0CC-6CE5-4727-B2E0-F12A56B7AF9B}" dt="2024-11-21T14:10:02.119" v="4505" actId="1076"/>
        <pc:sldMkLst>
          <pc:docMk/>
          <pc:sldMk cId="2684302639" sldId="688"/>
        </pc:sldMkLst>
        <pc:spChg chg="mod">
          <ac:chgData name="Nursakirah Ab Rahman Muton" userId="f84698cea26ccaf4" providerId="LiveId" clId="{7969D0CC-6CE5-4727-B2E0-F12A56B7AF9B}" dt="2024-11-20T10:14:09.582" v="3651" actId="1076"/>
          <ac:spMkLst>
            <pc:docMk/>
            <pc:sldMk cId="2684302639" sldId="688"/>
            <ac:spMk id="2" creationId="{06958841-9FD1-062C-82EE-FB8E7FF9C743}"/>
          </ac:spMkLst>
        </pc:spChg>
        <pc:spChg chg="add mod">
          <ac:chgData name="Nursakirah Ab Rahman Muton" userId="f84698cea26ccaf4" providerId="LiveId" clId="{7969D0CC-6CE5-4727-B2E0-F12A56B7AF9B}" dt="2024-11-20T10:13:48.152" v="3643" actId="1076"/>
          <ac:spMkLst>
            <pc:docMk/>
            <pc:sldMk cId="2684302639" sldId="688"/>
            <ac:spMk id="3" creationId="{41939C53-7502-C49C-FEE4-A0341FDF78AE}"/>
          </ac:spMkLst>
        </pc:spChg>
        <pc:spChg chg="del">
          <ac:chgData name="Nursakirah Ab Rahman Muton" userId="f84698cea26ccaf4" providerId="LiveId" clId="{7969D0CC-6CE5-4727-B2E0-F12A56B7AF9B}" dt="2024-11-20T10:13:38.662" v="3641" actId="478"/>
          <ac:spMkLst>
            <pc:docMk/>
            <pc:sldMk cId="2684302639" sldId="688"/>
            <ac:spMk id="16" creationId="{2DC2958B-30D4-8686-2DEB-DEEF858480B0}"/>
          </ac:spMkLst>
        </pc:spChg>
        <pc:spChg chg="add mod">
          <ac:chgData name="Nursakirah Ab Rahman Muton" userId="f84698cea26ccaf4" providerId="LiveId" clId="{7969D0CC-6CE5-4727-B2E0-F12A56B7AF9B}" dt="2024-11-21T14:09:21.170" v="4482" actId="20577"/>
          <ac:spMkLst>
            <pc:docMk/>
            <pc:sldMk cId="2684302639" sldId="688"/>
            <ac:spMk id="16" creationId="{958D5D3C-9BC0-3A8E-92B3-7F8B84FA8809}"/>
          </ac:spMkLst>
        </pc:spChg>
        <pc:spChg chg="del">
          <ac:chgData name="Nursakirah Ab Rahman Muton" userId="f84698cea26ccaf4" providerId="LiveId" clId="{7969D0CC-6CE5-4727-B2E0-F12A56B7AF9B}" dt="2024-11-20T10:13:38.662" v="3641" actId="478"/>
          <ac:spMkLst>
            <pc:docMk/>
            <pc:sldMk cId="2684302639" sldId="688"/>
            <ac:spMk id="17" creationId="{3D7823E2-F4AC-4641-943D-1AD22DF4A147}"/>
          </ac:spMkLst>
        </pc:spChg>
        <pc:spChg chg="mod">
          <ac:chgData name="Nursakirah Ab Rahman Muton" userId="f84698cea26ccaf4" providerId="LiveId" clId="{7969D0CC-6CE5-4727-B2E0-F12A56B7AF9B}" dt="2024-11-20T10:14:14.988" v="3652" actId="1076"/>
          <ac:spMkLst>
            <pc:docMk/>
            <pc:sldMk cId="2684302639" sldId="688"/>
            <ac:spMk id="18" creationId="{EE292C85-B9C8-3EAD-6805-43FD6A6A2FEA}"/>
          </ac:spMkLst>
        </pc:spChg>
        <pc:spChg chg="add mod">
          <ac:chgData name="Nursakirah Ab Rahman Muton" userId="f84698cea26ccaf4" providerId="LiveId" clId="{7969D0CC-6CE5-4727-B2E0-F12A56B7AF9B}" dt="2024-11-20T10:13:48.152" v="3643" actId="1076"/>
          <ac:spMkLst>
            <pc:docMk/>
            <pc:sldMk cId="2684302639" sldId="688"/>
            <ac:spMk id="19" creationId="{96CF7CAB-F64B-B6FC-E5A3-A4389F52C9DA}"/>
          </ac:spMkLst>
        </pc:spChg>
        <pc:spChg chg="del mod">
          <ac:chgData name="Nursakirah Ab Rahman Muton" userId="f84698cea26ccaf4" providerId="LiveId" clId="{7969D0CC-6CE5-4727-B2E0-F12A56B7AF9B}" dt="2024-11-20T10:13:53.970" v="3647" actId="478"/>
          <ac:spMkLst>
            <pc:docMk/>
            <pc:sldMk cId="2684302639" sldId="688"/>
            <ac:spMk id="22" creationId="{DE0A322B-3BC4-6C0E-1422-0BB52195729F}"/>
          </ac:spMkLst>
        </pc:spChg>
        <pc:spChg chg="add mod">
          <ac:chgData name="Nursakirah Ab Rahman Muton" userId="f84698cea26ccaf4" providerId="LiveId" clId="{7969D0CC-6CE5-4727-B2E0-F12A56B7AF9B}" dt="2024-11-20T10:14:26.984" v="3654" actId="1076"/>
          <ac:spMkLst>
            <pc:docMk/>
            <pc:sldMk cId="2684302639" sldId="688"/>
            <ac:spMk id="23" creationId="{AA7A20D1-D389-681B-B0EB-C27531575685}"/>
          </ac:spMkLst>
        </pc:spChg>
        <pc:spChg chg="del mod">
          <ac:chgData name="Nursakirah Ab Rahman Muton" userId="f84698cea26ccaf4" providerId="LiveId" clId="{7969D0CC-6CE5-4727-B2E0-F12A56B7AF9B}" dt="2024-11-20T10:13:55.284" v="3649" actId="478"/>
          <ac:spMkLst>
            <pc:docMk/>
            <pc:sldMk cId="2684302639" sldId="688"/>
            <ac:spMk id="24" creationId="{FC1C8976-A2B6-9AF8-8FF2-10EF577A381D}"/>
          </ac:spMkLst>
        </pc:spChg>
        <pc:spChg chg="del">
          <ac:chgData name="Nursakirah Ab Rahman Muton" userId="f84698cea26ccaf4" providerId="LiveId" clId="{7969D0CC-6CE5-4727-B2E0-F12A56B7AF9B}" dt="2024-11-20T10:13:57.443" v="3650" actId="478"/>
          <ac:spMkLst>
            <pc:docMk/>
            <pc:sldMk cId="2684302639" sldId="688"/>
            <ac:spMk id="25" creationId="{B7728968-8A2F-3EF1-301A-4F6FF2CD7E10}"/>
          </ac:spMkLst>
        </pc:spChg>
        <pc:spChg chg="del">
          <ac:chgData name="Nursakirah Ab Rahman Muton" userId="f84698cea26ccaf4" providerId="LiveId" clId="{7969D0CC-6CE5-4727-B2E0-F12A56B7AF9B}" dt="2024-11-20T10:13:51.098" v="3644" actId="478"/>
          <ac:spMkLst>
            <pc:docMk/>
            <pc:sldMk cId="2684302639" sldId="688"/>
            <ac:spMk id="26" creationId="{792ECC58-72E6-0EF8-5203-4CFE106C4A2D}"/>
          </ac:spMkLst>
        </pc:spChg>
        <pc:spChg chg="del">
          <ac:chgData name="Nursakirah Ab Rahman Muton" userId="f84698cea26ccaf4" providerId="LiveId" clId="{7969D0CC-6CE5-4727-B2E0-F12A56B7AF9B}" dt="2024-11-20T10:13:52.588" v="3645" actId="478"/>
          <ac:spMkLst>
            <pc:docMk/>
            <pc:sldMk cId="2684302639" sldId="688"/>
            <ac:spMk id="27" creationId="{50E5BAFC-D400-6929-7CAE-3A9E09C2FA57}"/>
          </ac:spMkLst>
        </pc:spChg>
        <pc:spChg chg="add mod">
          <ac:chgData name="Nursakirah Ab Rahman Muton" userId="f84698cea26ccaf4" providerId="LiveId" clId="{7969D0CC-6CE5-4727-B2E0-F12A56B7AF9B}" dt="2024-11-21T14:06:03.201" v="4415" actId="14100"/>
          <ac:spMkLst>
            <pc:docMk/>
            <pc:sldMk cId="2684302639" sldId="688"/>
            <ac:spMk id="28" creationId="{52B88E4C-87B0-153F-0AC9-44E1ECA9F376}"/>
          </ac:spMkLst>
        </pc:spChg>
        <pc:spChg chg="add mod">
          <ac:chgData name="Nursakirah Ab Rahman Muton" userId="f84698cea26ccaf4" providerId="LiveId" clId="{7969D0CC-6CE5-4727-B2E0-F12A56B7AF9B}" dt="2024-11-20T10:14:58.570" v="3662" actId="1076"/>
          <ac:spMkLst>
            <pc:docMk/>
            <pc:sldMk cId="2684302639" sldId="688"/>
            <ac:spMk id="29" creationId="{39C7708C-71B5-E501-39AC-19EDCFF9B95A}"/>
          </ac:spMkLst>
        </pc:spChg>
        <pc:spChg chg="add mod">
          <ac:chgData name="Nursakirah Ab Rahman Muton" userId="f84698cea26ccaf4" providerId="LiveId" clId="{7969D0CC-6CE5-4727-B2E0-F12A56B7AF9B}" dt="2024-11-21T14:08:34.996" v="4445" actId="14100"/>
          <ac:spMkLst>
            <pc:docMk/>
            <pc:sldMk cId="2684302639" sldId="688"/>
            <ac:spMk id="30" creationId="{66D6CBB8-C890-3517-7485-B3100A1DDD1D}"/>
          </ac:spMkLst>
        </pc:spChg>
        <pc:spChg chg="add mod">
          <ac:chgData name="Nursakirah Ab Rahman Muton" userId="f84698cea26ccaf4" providerId="LiveId" clId="{7969D0CC-6CE5-4727-B2E0-F12A56B7AF9B}" dt="2024-11-21T14:09:25.062" v="4483" actId="1076"/>
          <ac:spMkLst>
            <pc:docMk/>
            <pc:sldMk cId="2684302639" sldId="688"/>
            <ac:spMk id="31" creationId="{FB160764-09DF-DD29-A6B8-7A2CDEAEE2D8}"/>
          </ac:spMkLst>
        </pc:spChg>
        <pc:spChg chg="add mod">
          <ac:chgData name="Nursakirah Ab Rahman Muton" userId="f84698cea26ccaf4" providerId="LiveId" clId="{7969D0CC-6CE5-4727-B2E0-F12A56B7AF9B}" dt="2024-11-21T14:10:02.119" v="4505" actId="1076"/>
          <ac:spMkLst>
            <pc:docMk/>
            <pc:sldMk cId="2684302639" sldId="688"/>
            <ac:spMk id="32" creationId="{F1521BB7-6F0E-74CE-8E82-0584C6129E5E}"/>
          </ac:spMkLst>
        </pc:spChg>
        <pc:spChg chg="add del mod">
          <ac:chgData name="Nursakirah Ab Rahman Muton" userId="f84698cea26ccaf4" providerId="LiveId" clId="{7969D0CC-6CE5-4727-B2E0-F12A56B7AF9B}" dt="2024-11-20T10:16:57.831" v="3687" actId="478"/>
          <ac:spMkLst>
            <pc:docMk/>
            <pc:sldMk cId="2684302639" sldId="688"/>
            <ac:spMk id="33" creationId="{9C1A7BC6-2E34-D799-3CF0-9CE1BBC3B4F8}"/>
          </ac:spMkLst>
        </pc:spChg>
        <pc:spChg chg="add del mod">
          <ac:chgData name="Nursakirah Ab Rahman Muton" userId="f84698cea26ccaf4" providerId="LiveId" clId="{7969D0CC-6CE5-4727-B2E0-F12A56B7AF9B}" dt="2024-11-20T10:16:56.388" v="3686" actId="478"/>
          <ac:spMkLst>
            <pc:docMk/>
            <pc:sldMk cId="2684302639" sldId="688"/>
            <ac:spMk id="34" creationId="{F8FEC2F8-9B68-05D0-56E3-21A1EDB30A21}"/>
          </ac:spMkLst>
        </pc:spChg>
        <pc:spChg chg="add mod">
          <ac:chgData name="Nursakirah Ab Rahman Muton" userId="f84698cea26ccaf4" providerId="LiveId" clId="{7969D0CC-6CE5-4727-B2E0-F12A56B7AF9B}" dt="2024-11-20T10:17:35.728" v="3697" actId="14100"/>
          <ac:spMkLst>
            <pc:docMk/>
            <pc:sldMk cId="2684302639" sldId="688"/>
            <ac:spMk id="35" creationId="{030FBA1C-02C7-4C99-A1DD-336B3A3EF52F}"/>
          </ac:spMkLst>
        </pc:spChg>
        <pc:spChg chg="add mod">
          <ac:chgData name="Nursakirah Ab Rahman Muton" userId="f84698cea26ccaf4" providerId="LiveId" clId="{7969D0CC-6CE5-4727-B2E0-F12A56B7AF9B}" dt="2024-11-20T10:17:45.492" v="3701" actId="1076"/>
          <ac:spMkLst>
            <pc:docMk/>
            <pc:sldMk cId="2684302639" sldId="688"/>
            <ac:spMk id="36" creationId="{E81C5193-10C7-4AFA-86A5-C9949BE4797B}"/>
          </ac:spMkLst>
        </pc:spChg>
        <pc:spChg chg="add mod">
          <ac:chgData name="Nursakirah Ab Rahman Muton" userId="f84698cea26ccaf4" providerId="LiveId" clId="{7969D0CC-6CE5-4727-B2E0-F12A56B7AF9B}" dt="2024-11-21T14:06:44.685" v="4424" actId="20577"/>
          <ac:spMkLst>
            <pc:docMk/>
            <pc:sldMk cId="2684302639" sldId="688"/>
            <ac:spMk id="37" creationId="{1696CCAB-9FD9-F6B2-98DC-749A3C5DF61D}"/>
          </ac:spMkLst>
        </pc:spChg>
        <pc:spChg chg="add mod">
          <ac:chgData name="Nursakirah Ab Rahman Muton" userId="f84698cea26ccaf4" providerId="LiveId" clId="{7969D0CC-6CE5-4727-B2E0-F12A56B7AF9B}" dt="2024-11-21T14:07:07.244" v="4427" actId="20577"/>
          <ac:spMkLst>
            <pc:docMk/>
            <pc:sldMk cId="2684302639" sldId="688"/>
            <ac:spMk id="38" creationId="{631A58E5-A965-4D7F-1C36-29E10D09A283}"/>
          </ac:spMkLst>
        </pc:spChg>
        <pc:spChg chg="add del mod">
          <ac:chgData name="Nursakirah Ab Rahman Muton" userId="f84698cea26ccaf4" providerId="LiveId" clId="{7969D0CC-6CE5-4727-B2E0-F12A56B7AF9B}" dt="2024-11-21T14:07:47.915" v="4431" actId="478"/>
          <ac:spMkLst>
            <pc:docMk/>
            <pc:sldMk cId="2684302639" sldId="688"/>
            <ac:spMk id="39" creationId="{ECBBFFAE-8B58-833E-3049-5A8739B32552}"/>
          </ac:spMkLst>
        </pc:spChg>
        <pc:spChg chg="add mod">
          <ac:chgData name="Nursakirah Ab Rahman Muton" userId="f84698cea26ccaf4" providerId="LiveId" clId="{7969D0CC-6CE5-4727-B2E0-F12A56B7AF9B}" dt="2024-11-21T14:08:25.670" v="4443" actId="313"/>
          <ac:spMkLst>
            <pc:docMk/>
            <pc:sldMk cId="2684302639" sldId="688"/>
            <ac:spMk id="40" creationId="{A1503539-2CC0-6EAF-94B3-9373DC0BBE5F}"/>
          </ac:spMkLst>
        </pc:spChg>
        <pc:inkChg chg="add del">
          <ac:chgData name="Nursakirah Ab Rahman Muton" userId="f84698cea26ccaf4" providerId="LiveId" clId="{7969D0CC-6CE5-4727-B2E0-F12A56B7AF9B}" dt="2024-11-21T13:53:00.590" v="4364" actId="478"/>
          <ac:inkMkLst>
            <pc:docMk/>
            <pc:sldMk cId="2684302639" sldId="688"/>
            <ac:inkMk id="41" creationId="{D42BFC0D-FA28-E520-B256-BD35809E889B}"/>
          </ac:inkMkLst>
        </pc:inkChg>
      </pc:sldChg>
      <pc:sldChg chg="add del">
        <pc:chgData name="Nursakirah Ab Rahman Muton" userId="f84698cea26ccaf4" providerId="LiveId" clId="{7969D0CC-6CE5-4727-B2E0-F12A56B7AF9B}" dt="2024-11-20T10:17:52.975" v="3703" actId="47"/>
        <pc:sldMkLst>
          <pc:docMk/>
          <pc:sldMk cId="865497145" sldId="689"/>
        </pc:sldMkLst>
      </pc:sldChg>
      <pc:sldChg chg="addSp delSp modSp new mod modClrScheme modAnim chgLayout">
        <pc:chgData name="Nursakirah Ab Rahman Muton" userId="f84698cea26ccaf4" providerId="LiveId" clId="{7969D0CC-6CE5-4727-B2E0-F12A56B7AF9B}" dt="2024-11-20T10:45:02.314" v="3908" actId="1076"/>
        <pc:sldMkLst>
          <pc:docMk/>
          <pc:sldMk cId="1406793307" sldId="689"/>
        </pc:sldMkLst>
        <pc:spChg chg="del">
          <ac:chgData name="Nursakirah Ab Rahman Muton" userId="f84698cea26ccaf4" providerId="LiveId" clId="{7969D0CC-6CE5-4727-B2E0-F12A56B7AF9B}" dt="2024-11-20T10:42:51.257" v="3836" actId="700"/>
          <ac:spMkLst>
            <pc:docMk/>
            <pc:sldMk cId="1406793307" sldId="689"/>
            <ac:spMk id="2" creationId="{C07227BF-D003-874D-F2C6-E25929E335AA}"/>
          </ac:spMkLst>
        </pc:spChg>
        <pc:spChg chg="del">
          <ac:chgData name="Nursakirah Ab Rahman Muton" userId="f84698cea26ccaf4" providerId="LiveId" clId="{7969D0CC-6CE5-4727-B2E0-F12A56B7AF9B}" dt="2024-11-20T10:42:51.257" v="3836" actId="700"/>
          <ac:spMkLst>
            <pc:docMk/>
            <pc:sldMk cId="1406793307" sldId="689"/>
            <ac:spMk id="3" creationId="{3C9ECA37-F3C6-AF83-98F8-A5F95AE1B682}"/>
          </ac:spMkLst>
        </pc:spChg>
        <pc:spChg chg="mod ord">
          <ac:chgData name="Nursakirah Ab Rahman Muton" userId="f84698cea26ccaf4" providerId="LiveId" clId="{7969D0CC-6CE5-4727-B2E0-F12A56B7AF9B}" dt="2024-11-20T10:42:51.257" v="3836" actId="700"/>
          <ac:spMkLst>
            <pc:docMk/>
            <pc:sldMk cId="1406793307" sldId="689"/>
            <ac:spMk id="4" creationId="{DDD0B0ED-023F-A6C6-CBA4-DD7F9599CAA7}"/>
          </ac:spMkLst>
        </pc:spChg>
        <pc:spChg chg="add mod">
          <ac:chgData name="Nursakirah Ab Rahman Muton" userId="f84698cea26ccaf4" providerId="LiveId" clId="{7969D0CC-6CE5-4727-B2E0-F12A56B7AF9B}" dt="2024-11-20T10:43:41.970" v="3881" actId="1076"/>
          <ac:spMkLst>
            <pc:docMk/>
            <pc:sldMk cId="1406793307" sldId="689"/>
            <ac:spMk id="5" creationId="{75B7B8B1-2E90-4C33-C7D6-73BAC0019451}"/>
          </ac:spMkLst>
        </pc:spChg>
        <pc:spChg chg="add mod">
          <ac:chgData name="Nursakirah Ab Rahman Muton" userId="f84698cea26ccaf4" providerId="LiveId" clId="{7969D0CC-6CE5-4727-B2E0-F12A56B7AF9B}" dt="2024-11-20T10:43:54.150" v="3883" actId="1076"/>
          <ac:spMkLst>
            <pc:docMk/>
            <pc:sldMk cId="1406793307" sldId="689"/>
            <ac:spMk id="7" creationId="{BB743F3B-E5AF-60C3-10EE-3C7C779A15AF}"/>
          </ac:spMkLst>
        </pc:spChg>
        <pc:spChg chg="add mod">
          <ac:chgData name="Nursakirah Ab Rahman Muton" userId="f84698cea26ccaf4" providerId="LiveId" clId="{7969D0CC-6CE5-4727-B2E0-F12A56B7AF9B}" dt="2024-11-20T10:43:54.150" v="3883" actId="1076"/>
          <ac:spMkLst>
            <pc:docMk/>
            <pc:sldMk cId="1406793307" sldId="689"/>
            <ac:spMk id="8" creationId="{96EEDB87-F13D-1FF0-8F7A-9CD66005B869}"/>
          </ac:spMkLst>
        </pc:spChg>
        <pc:spChg chg="add mod">
          <ac:chgData name="Nursakirah Ab Rahman Muton" userId="f84698cea26ccaf4" providerId="LiveId" clId="{7969D0CC-6CE5-4727-B2E0-F12A56B7AF9B}" dt="2024-11-20T10:43:54.150" v="3883" actId="1076"/>
          <ac:spMkLst>
            <pc:docMk/>
            <pc:sldMk cId="1406793307" sldId="689"/>
            <ac:spMk id="9" creationId="{987F7644-1A1B-7F3F-2A50-247FCB17AF05}"/>
          </ac:spMkLst>
        </pc:spChg>
        <pc:spChg chg="add mod">
          <ac:chgData name="Nursakirah Ab Rahman Muton" userId="f84698cea26ccaf4" providerId="LiveId" clId="{7969D0CC-6CE5-4727-B2E0-F12A56B7AF9B}" dt="2024-11-20T10:43:54.150" v="3883" actId="1076"/>
          <ac:spMkLst>
            <pc:docMk/>
            <pc:sldMk cId="1406793307" sldId="689"/>
            <ac:spMk id="10" creationId="{5B33CE7E-F3E9-9470-B555-ED0B2DA3FCD6}"/>
          </ac:spMkLst>
        </pc:spChg>
        <pc:spChg chg="add mod">
          <ac:chgData name="Nursakirah Ab Rahman Muton" userId="f84698cea26ccaf4" providerId="LiveId" clId="{7969D0CC-6CE5-4727-B2E0-F12A56B7AF9B}" dt="2024-11-20T10:43:54.150" v="3883" actId="1076"/>
          <ac:spMkLst>
            <pc:docMk/>
            <pc:sldMk cId="1406793307" sldId="689"/>
            <ac:spMk id="11" creationId="{EBE5967B-1450-584D-E702-8F71B4A5A7F1}"/>
          </ac:spMkLst>
        </pc:spChg>
        <pc:spChg chg="add mod">
          <ac:chgData name="Nursakirah Ab Rahman Muton" userId="f84698cea26ccaf4" providerId="LiveId" clId="{7969D0CC-6CE5-4727-B2E0-F12A56B7AF9B}" dt="2024-11-20T10:43:54.150" v="3883" actId="1076"/>
          <ac:spMkLst>
            <pc:docMk/>
            <pc:sldMk cId="1406793307" sldId="689"/>
            <ac:spMk id="12" creationId="{1DD85629-01D7-035A-F70E-90CC3E78F485}"/>
          </ac:spMkLst>
        </pc:spChg>
        <pc:spChg chg="add mod">
          <ac:chgData name="Nursakirah Ab Rahman Muton" userId="f84698cea26ccaf4" providerId="LiveId" clId="{7969D0CC-6CE5-4727-B2E0-F12A56B7AF9B}" dt="2024-11-20T10:43:54.150" v="3883" actId="1076"/>
          <ac:spMkLst>
            <pc:docMk/>
            <pc:sldMk cId="1406793307" sldId="689"/>
            <ac:spMk id="13" creationId="{B3552D35-DFC4-4E93-E55E-713C0D3763E6}"/>
          </ac:spMkLst>
        </pc:spChg>
        <pc:spChg chg="add mod">
          <ac:chgData name="Nursakirah Ab Rahman Muton" userId="f84698cea26ccaf4" providerId="LiveId" clId="{7969D0CC-6CE5-4727-B2E0-F12A56B7AF9B}" dt="2024-11-20T10:43:54.150" v="3883" actId="1076"/>
          <ac:spMkLst>
            <pc:docMk/>
            <pc:sldMk cId="1406793307" sldId="689"/>
            <ac:spMk id="14" creationId="{211AAAB0-9974-77E5-D67F-8F3487262128}"/>
          </ac:spMkLst>
        </pc:spChg>
        <pc:spChg chg="add mod">
          <ac:chgData name="Nursakirah Ab Rahman Muton" userId="f84698cea26ccaf4" providerId="LiveId" clId="{7969D0CC-6CE5-4727-B2E0-F12A56B7AF9B}" dt="2024-11-20T10:43:54.150" v="3883" actId="1076"/>
          <ac:spMkLst>
            <pc:docMk/>
            <pc:sldMk cId="1406793307" sldId="689"/>
            <ac:spMk id="15" creationId="{D70D6088-CC6D-76F9-6577-87142BD4D222}"/>
          </ac:spMkLst>
        </pc:spChg>
        <pc:spChg chg="add mod">
          <ac:chgData name="Nursakirah Ab Rahman Muton" userId="f84698cea26ccaf4" providerId="LiveId" clId="{7969D0CC-6CE5-4727-B2E0-F12A56B7AF9B}" dt="2024-11-20T10:43:54.150" v="3883" actId="1076"/>
          <ac:spMkLst>
            <pc:docMk/>
            <pc:sldMk cId="1406793307" sldId="689"/>
            <ac:spMk id="16" creationId="{4EE62DB2-E104-001F-1819-3757844BA1BA}"/>
          </ac:spMkLst>
        </pc:spChg>
        <pc:spChg chg="add mod">
          <ac:chgData name="Nursakirah Ab Rahman Muton" userId="f84698cea26ccaf4" providerId="LiveId" clId="{7969D0CC-6CE5-4727-B2E0-F12A56B7AF9B}" dt="2024-11-20T10:44:21.459" v="3889" actId="1076"/>
          <ac:spMkLst>
            <pc:docMk/>
            <pc:sldMk cId="1406793307" sldId="689"/>
            <ac:spMk id="17" creationId="{7A2887D2-D60C-8391-4295-F2CE6AA5BBCF}"/>
          </ac:spMkLst>
        </pc:spChg>
        <pc:spChg chg="add mod">
          <ac:chgData name="Nursakirah Ab Rahman Muton" userId="f84698cea26ccaf4" providerId="LiveId" clId="{7969D0CC-6CE5-4727-B2E0-F12A56B7AF9B}" dt="2024-11-20T10:44:10.950" v="3887" actId="1076"/>
          <ac:spMkLst>
            <pc:docMk/>
            <pc:sldMk cId="1406793307" sldId="689"/>
            <ac:spMk id="18" creationId="{580768BC-D658-90C8-46BF-162F5889F417}"/>
          </ac:spMkLst>
        </pc:spChg>
        <pc:spChg chg="add mod">
          <ac:chgData name="Nursakirah Ab Rahman Muton" userId="f84698cea26ccaf4" providerId="LiveId" clId="{7969D0CC-6CE5-4727-B2E0-F12A56B7AF9B}" dt="2024-11-20T10:44:25.499" v="3890" actId="1076"/>
          <ac:spMkLst>
            <pc:docMk/>
            <pc:sldMk cId="1406793307" sldId="689"/>
            <ac:spMk id="19" creationId="{349F6263-2EF3-FB3D-2CE1-54A0E1010030}"/>
          </ac:spMkLst>
        </pc:spChg>
        <pc:spChg chg="add mod">
          <ac:chgData name="Nursakirah Ab Rahman Muton" userId="f84698cea26ccaf4" providerId="LiveId" clId="{7969D0CC-6CE5-4727-B2E0-F12A56B7AF9B}" dt="2024-11-20T10:44:32.686" v="3893" actId="1076"/>
          <ac:spMkLst>
            <pc:docMk/>
            <pc:sldMk cId="1406793307" sldId="689"/>
            <ac:spMk id="20" creationId="{56BF5D9E-2D89-D40E-7896-1A9C4A331CCB}"/>
          </ac:spMkLst>
        </pc:spChg>
        <pc:spChg chg="add mod">
          <ac:chgData name="Nursakirah Ab Rahman Muton" userId="f84698cea26ccaf4" providerId="LiveId" clId="{7969D0CC-6CE5-4727-B2E0-F12A56B7AF9B}" dt="2024-11-20T10:44:16.523" v="3888" actId="1076"/>
          <ac:spMkLst>
            <pc:docMk/>
            <pc:sldMk cId="1406793307" sldId="689"/>
            <ac:spMk id="21" creationId="{B9626803-D14F-FB66-E9A2-FB21EE67A547}"/>
          </ac:spMkLst>
        </pc:spChg>
        <pc:spChg chg="add del mod">
          <ac:chgData name="Nursakirah Ab Rahman Muton" userId="f84698cea26ccaf4" providerId="LiveId" clId="{7969D0CC-6CE5-4727-B2E0-F12A56B7AF9B}" dt="2024-11-20T10:44:34.033" v="3894" actId="478"/>
          <ac:spMkLst>
            <pc:docMk/>
            <pc:sldMk cId="1406793307" sldId="689"/>
            <ac:spMk id="22" creationId="{5C5907FC-E7D1-E795-D651-D1D571E871DA}"/>
          </ac:spMkLst>
        </pc:spChg>
        <pc:spChg chg="add mod">
          <ac:chgData name="Nursakirah Ab Rahman Muton" userId="f84698cea26ccaf4" providerId="LiveId" clId="{7969D0CC-6CE5-4727-B2E0-F12A56B7AF9B}" dt="2024-11-20T10:45:02.314" v="3908" actId="1076"/>
          <ac:spMkLst>
            <pc:docMk/>
            <pc:sldMk cId="1406793307" sldId="689"/>
            <ac:spMk id="23" creationId="{9DBFCE69-34CA-FDF5-3C62-76BBEA573883}"/>
          </ac:spMkLst>
        </pc:spChg>
        <pc:graphicFrameChg chg="add mod">
          <ac:chgData name="Nursakirah Ab Rahman Muton" userId="f84698cea26ccaf4" providerId="LiveId" clId="{7969D0CC-6CE5-4727-B2E0-F12A56B7AF9B}" dt="2024-11-20T10:43:54.150" v="3883" actId="1076"/>
          <ac:graphicFrameMkLst>
            <pc:docMk/>
            <pc:sldMk cId="1406793307" sldId="689"/>
            <ac:graphicFrameMk id="6" creationId="{410E5678-27E1-D21B-FC7A-971A79EF0EC5}"/>
          </ac:graphicFrameMkLst>
        </pc:graphicFrameChg>
      </pc:sldChg>
      <pc:sldChg chg="addSp modSp add del mod">
        <pc:chgData name="Nursakirah Ab Rahman Muton" userId="f84698cea26ccaf4" providerId="LiveId" clId="{7969D0CC-6CE5-4727-B2E0-F12A56B7AF9B}" dt="2024-11-21T14:15:53.412" v="4539" actId="2696"/>
        <pc:sldMkLst>
          <pc:docMk/>
          <pc:sldMk cId="54389187" sldId="690"/>
        </pc:sldMkLst>
        <pc:spChg chg="add mod">
          <ac:chgData name="Nursakirah Ab Rahman Muton" userId="f84698cea26ccaf4" providerId="LiveId" clId="{7969D0CC-6CE5-4727-B2E0-F12A56B7AF9B}" dt="2024-11-20T10:47:45.055" v="3969" actId="14100"/>
          <ac:spMkLst>
            <pc:docMk/>
            <pc:sldMk cId="54389187" sldId="690"/>
            <ac:spMk id="2" creationId="{21E47218-BC0C-05D3-9716-B91F4B81BDF9}"/>
          </ac:spMkLst>
        </pc:spChg>
        <pc:spChg chg="add mod">
          <ac:chgData name="Nursakirah Ab Rahman Muton" userId="f84698cea26ccaf4" providerId="LiveId" clId="{7969D0CC-6CE5-4727-B2E0-F12A56B7AF9B}" dt="2024-11-20T10:47:57.918" v="3974" actId="1076"/>
          <ac:spMkLst>
            <pc:docMk/>
            <pc:sldMk cId="54389187" sldId="690"/>
            <ac:spMk id="3" creationId="{C3BB7C9A-27D3-F4D9-AB07-17E933E5CD42}"/>
          </ac:spMkLst>
        </pc:spChg>
        <pc:spChg chg="mod">
          <ac:chgData name="Nursakirah Ab Rahman Muton" userId="f84698cea26ccaf4" providerId="LiveId" clId="{7969D0CC-6CE5-4727-B2E0-F12A56B7AF9B}" dt="2024-11-20T10:46:23.480" v="3952" actId="20577"/>
          <ac:spMkLst>
            <pc:docMk/>
            <pc:sldMk cId="54389187" sldId="690"/>
            <ac:spMk id="5" creationId="{B605E9FC-8D86-3EF8-DA80-0841D738E64F}"/>
          </ac:spMkLst>
        </pc:spChg>
        <pc:spChg chg="mod">
          <ac:chgData name="Nursakirah Ab Rahman Muton" userId="f84698cea26ccaf4" providerId="LiveId" clId="{7969D0CC-6CE5-4727-B2E0-F12A56B7AF9B}" dt="2024-11-20T10:47:02.594" v="3959" actId="1076"/>
          <ac:spMkLst>
            <pc:docMk/>
            <pc:sldMk cId="54389187" sldId="690"/>
            <ac:spMk id="17" creationId="{68F048E5-3AEB-7090-1048-28CB6B13D803}"/>
          </ac:spMkLst>
        </pc:spChg>
        <pc:spChg chg="mod">
          <ac:chgData name="Nursakirah Ab Rahman Muton" userId="f84698cea26ccaf4" providerId="LiveId" clId="{7969D0CC-6CE5-4727-B2E0-F12A56B7AF9B}" dt="2024-11-20T10:47:16.819" v="3961" actId="1076"/>
          <ac:spMkLst>
            <pc:docMk/>
            <pc:sldMk cId="54389187" sldId="690"/>
            <ac:spMk id="18" creationId="{4136C839-22AC-2787-17C9-5A0D33DF3C6B}"/>
          </ac:spMkLst>
        </pc:spChg>
        <pc:spChg chg="mod">
          <ac:chgData name="Nursakirah Ab Rahman Muton" userId="f84698cea26ccaf4" providerId="LiveId" clId="{7969D0CC-6CE5-4727-B2E0-F12A56B7AF9B}" dt="2024-11-20T10:46:55.828" v="3958" actId="1076"/>
          <ac:spMkLst>
            <pc:docMk/>
            <pc:sldMk cId="54389187" sldId="690"/>
            <ac:spMk id="19" creationId="{7DA092FB-E0F2-8F32-2AF5-87CEA2B771FA}"/>
          </ac:spMkLst>
        </pc:spChg>
        <pc:spChg chg="mod">
          <ac:chgData name="Nursakirah Ab Rahman Muton" userId="f84698cea26ccaf4" providerId="LiveId" clId="{7969D0CC-6CE5-4727-B2E0-F12A56B7AF9B}" dt="2024-11-20T10:47:26.075" v="3965" actId="14100"/>
          <ac:spMkLst>
            <pc:docMk/>
            <pc:sldMk cId="54389187" sldId="690"/>
            <ac:spMk id="20" creationId="{33677807-1DB2-0D9A-4079-9AA23500B833}"/>
          </ac:spMkLst>
        </pc:spChg>
        <pc:spChg chg="mod">
          <ac:chgData name="Nursakirah Ab Rahman Muton" userId="f84698cea26ccaf4" providerId="LiveId" clId="{7969D0CC-6CE5-4727-B2E0-F12A56B7AF9B}" dt="2024-11-20T10:47:09.597" v="3960" actId="1076"/>
          <ac:spMkLst>
            <pc:docMk/>
            <pc:sldMk cId="54389187" sldId="690"/>
            <ac:spMk id="21" creationId="{A33679E0-7409-7EAB-AD9C-6BE7E1FF84ED}"/>
          </ac:spMkLst>
        </pc:spChg>
      </pc:sldChg>
      <pc:sldChg chg="delSp modSp add del mod">
        <pc:chgData name="Nursakirah Ab Rahman Muton" userId="f84698cea26ccaf4" providerId="LiveId" clId="{7969D0CC-6CE5-4727-B2E0-F12A56B7AF9B}" dt="2024-11-20T10:52:51.181" v="4031" actId="47"/>
        <pc:sldMkLst>
          <pc:docMk/>
          <pc:sldMk cId="2035928660" sldId="691"/>
        </pc:sldMkLst>
        <pc:spChg chg="del mod">
          <ac:chgData name="Nursakirah Ab Rahman Muton" userId="f84698cea26ccaf4" providerId="LiveId" clId="{7969D0CC-6CE5-4727-B2E0-F12A56B7AF9B}" dt="2024-11-20T10:50:41.547" v="4016" actId="478"/>
          <ac:spMkLst>
            <pc:docMk/>
            <pc:sldMk cId="2035928660" sldId="691"/>
            <ac:spMk id="2" creationId="{45E9DB38-90B6-7A96-4F94-546B25D0ED17}"/>
          </ac:spMkLst>
        </pc:spChg>
        <pc:spChg chg="del mod">
          <ac:chgData name="Nursakirah Ab Rahman Muton" userId="f84698cea26ccaf4" providerId="LiveId" clId="{7969D0CC-6CE5-4727-B2E0-F12A56B7AF9B}" dt="2024-11-20T10:50:42.300" v="4017" actId="478"/>
          <ac:spMkLst>
            <pc:docMk/>
            <pc:sldMk cId="2035928660" sldId="691"/>
            <ac:spMk id="3" creationId="{C55C75E0-08B8-35F3-A6CA-221711E72512}"/>
          </ac:spMkLst>
        </pc:spChg>
        <pc:spChg chg="mod">
          <ac:chgData name="Nursakirah Ab Rahman Muton" userId="f84698cea26ccaf4" providerId="LiveId" clId="{7969D0CC-6CE5-4727-B2E0-F12A56B7AF9B}" dt="2024-11-20T10:49:47.568" v="4003" actId="1076"/>
          <ac:spMkLst>
            <pc:docMk/>
            <pc:sldMk cId="2035928660" sldId="691"/>
            <ac:spMk id="7" creationId="{D9A4398A-7E48-AE28-5A80-3131AAD7DCF7}"/>
          </ac:spMkLst>
        </pc:spChg>
        <pc:spChg chg="mod">
          <ac:chgData name="Nursakirah Ab Rahman Muton" userId="f84698cea26ccaf4" providerId="LiveId" clId="{7969D0CC-6CE5-4727-B2E0-F12A56B7AF9B}" dt="2024-11-20T10:49:47.568" v="4003" actId="1076"/>
          <ac:spMkLst>
            <pc:docMk/>
            <pc:sldMk cId="2035928660" sldId="691"/>
            <ac:spMk id="8" creationId="{88094087-FF42-0597-FFAB-1B148A8620F1}"/>
          </ac:spMkLst>
        </pc:spChg>
        <pc:spChg chg="mod">
          <ac:chgData name="Nursakirah Ab Rahman Muton" userId="f84698cea26ccaf4" providerId="LiveId" clId="{7969D0CC-6CE5-4727-B2E0-F12A56B7AF9B}" dt="2024-11-20T10:49:47.568" v="4003" actId="1076"/>
          <ac:spMkLst>
            <pc:docMk/>
            <pc:sldMk cId="2035928660" sldId="691"/>
            <ac:spMk id="9" creationId="{9D00ADB7-4B43-4EA4-A36A-E0F8720621AE}"/>
          </ac:spMkLst>
        </pc:spChg>
        <pc:spChg chg="mod">
          <ac:chgData name="Nursakirah Ab Rahman Muton" userId="f84698cea26ccaf4" providerId="LiveId" clId="{7969D0CC-6CE5-4727-B2E0-F12A56B7AF9B}" dt="2024-11-20T10:49:47.568" v="4003" actId="1076"/>
          <ac:spMkLst>
            <pc:docMk/>
            <pc:sldMk cId="2035928660" sldId="691"/>
            <ac:spMk id="10" creationId="{90F70CB5-B424-E99B-5F46-276946F44292}"/>
          </ac:spMkLst>
        </pc:spChg>
        <pc:spChg chg="mod">
          <ac:chgData name="Nursakirah Ab Rahman Muton" userId="f84698cea26ccaf4" providerId="LiveId" clId="{7969D0CC-6CE5-4727-B2E0-F12A56B7AF9B}" dt="2024-11-20T10:49:47.568" v="4003" actId="1076"/>
          <ac:spMkLst>
            <pc:docMk/>
            <pc:sldMk cId="2035928660" sldId="691"/>
            <ac:spMk id="11" creationId="{A99B2B0D-DCCD-54C5-8EBA-0C5769F4F415}"/>
          </ac:spMkLst>
        </pc:spChg>
        <pc:spChg chg="mod">
          <ac:chgData name="Nursakirah Ab Rahman Muton" userId="f84698cea26ccaf4" providerId="LiveId" clId="{7969D0CC-6CE5-4727-B2E0-F12A56B7AF9B}" dt="2024-11-20T10:49:47.568" v="4003" actId="1076"/>
          <ac:spMkLst>
            <pc:docMk/>
            <pc:sldMk cId="2035928660" sldId="691"/>
            <ac:spMk id="12" creationId="{3F5CB27E-6563-5AD4-ECEA-23753FB2AEC4}"/>
          </ac:spMkLst>
        </pc:spChg>
        <pc:spChg chg="mod">
          <ac:chgData name="Nursakirah Ab Rahman Muton" userId="f84698cea26ccaf4" providerId="LiveId" clId="{7969D0CC-6CE5-4727-B2E0-F12A56B7AF9B}" dt="2024-11-20T10:49:47.568" v="4003" actId="1076"/>
          <ac:spMkLst>
            <pc:docMk/>
            <pc:sldMk cId="2035928660" sldId="691"/>
            <ac:spMk id="13" creationId="{4B9C28A1-D2E7-5EF2-D7B6-D882751F4B2E}"/>
          </ac:spMkLst>
        </pc:spChg>
        <pc:spChg chg="mod">
          <ac:chgData name="Nursakirah Ab Rahman Muton" userId="f84698cea26ccaf4" providerId="LiveId" clId="{7969D0CC-6CE5-4727-B2E0-F12A56B7AF9B}" dt="2024-11-20T10:49:47.568" v="4003" actId="1076"/>
          <ac:spMkLst>
            <pc:docMk/>
            <pc:sldMk cId="2035928660" sldId="691"/>
            <ac:spMk id="14" creationId="{164B7503-A4B5-6594-9180-33BC6444B8CA}"/>
          </ac:spMkLst>
        </pc:spChg>
        <pc:spChg chg="mod">
          <ac:chgData name="Nursakirah Ab Rahman Muton" userId="f84698cea26ccaf4" providerId="LiveId" clId="{7969D0CC-6CE5-4727-B2E0-F12A56B7AF9B}" dt="2024-11-20T10:50:04.995" v="4009" actId="1076"/>
          <ac:spMkLst>
            <pc:docMk/>
            <pc:sldMk cId="2035928660" sldId="691"/>
            <ac:spMk id="15" creationId="{DFEC8DBF-3542-1CE3-E6AE-92DA57A60CD0}"/>
          </ac:spMkLst>
        </pc:spChg>
        <pc:spChg chg="mod">
          <ac:chgData name="Nursakirah Ab Rahman Muton" userId="f84698cea26ccaf4" providerId="LiveId" clId="{7969D0CC-6CE5-4727-B2E0-F12A56B7AF9B}" dt="2024-11-20T10:49:57.620" v="4007" actId="1038"/>
          <ac:spMkLst>
            <pc:docMk/>
            <pc:sldMk cId="2035928660" sldId="691"/>
            <ac:spMk id="16" creationId="{F563724B-F951-7BF5-FFE0-E51B6F6BB39F}"/>
          </ac:spMkLst>
        </pc:spChg>
        <pc:spChg chg="mod">
          <ac:chgData name="Nursakirah Ab Rahman Muton" userId="f84698cea26ccaf4" providerId="LiveId" clId="{7969D0CC-6CE5-4727-B2E0-F12A56B7AF9B}" dt="2024-11-20T10:50:13.859" v="4010" actId="1076"/>
          <ac:spMkLst>
            <pc:docMk/>
            <pc:sldMk cId="2035928660" sldId="691"/>
            <ac:spMk id="17" creationId="{32F7B395-CAA5-E2E3-ACBF-E38A17AE2FE3}"/>
          </ac:spMkLst>
        </pc:spChg>
        <pc:spChg chg="mod">
          <ac:chgData name="Nursakirah Ab Rahman Muton" userId="f84698cea26ccaf4" providerId="LiveId" clId="{7969D0CC-6CE5-4727-B2E0-F12A56B7AF9B}" dt="2024-11-20T10:50:22.374" v="4012" actId="1076"/>
          <ac:spMkLst>
            <pc:docMk/>
            <pc:sldMk cId="2035928660" sldId="691"/>
            <ac:spMk id="18" creationId="{ACA834B8-C12C-20B3-3054-4E91D6F50F38}"/>
          </ac:spMkLst>
        </pc:spChg>
        <pc:spChg chg="mod">
          <ac:chgData name="Nursakirah Ab Rahman Muton" userId="f84698cea26ccaf4" providerId="LiveId" clId="{7969D0CC-6CE5-4727-B2E0-F12A56B7AF9B}" dt="2024-11-20T10:50:27.513" v="4013" actId="1076"/>
          <ac:spMkLst>
            <pc:docMk/>
            <pc:sldMk cId="2035928660" sldId="691"/>
            <ac:spMk id="19" creationId="{4800B2F6-B097-8B0E-C00B-2E552367F9F7}"/>
          </ac:spMkLst>
        </pc:spChg>
        <pc:spChg chg="mod">
          <ac:chgData name="Nursakirah Ab Rahman Muton" userId="f84698cea26ccaf4" providerId="LiveId" clId="{7969D0CC-6CE5-4727-B2E0-F12A56B7AF9B}" dt="2024-11-20T10:50:39.649" v="4015" actId="14100"/>
          <ac:spMkLst>
            <pc:docMk/>
            <pc:sldMk cId="2035928660" sldId="691"/>
            <ac:spMk id="20" creationId="{5A150A91-90B8-EA44-6988-293EFB500049}"/>
          </ac:spMkLst>
        </pc:spChg>
        <pc:spChg chg="mod">
          <ac:chgData name="Nursakirah Ab Rahman Muton" userId="f84698cea26ccaf4" providerId="LiveId" clId="{7969D0CC-6CE5-4727-B2E0-F12A56B7AF9B}" dt="2024-11-20T10:50:18.255" v="4011" actId="1076"/>
          <ac:spMkLst>
            <pc:docMk/>
            <pc:sldMk cId="2035928660" sldId="691"/>
            <ac:spMk id="21" creationId="{8D8F29A0-C3C7-34A5-43EB-7C5E51593B81}"/>
          </ac:spMkLst>
        </pc:spChg>
        <pc:spChg chg="mod">
          <ac:chgData name="Nursakirah Ab Rahman Muton" userId="f84698cea26ccaf4" providerId="LiveId" clId="{7969D0CC-6CE5-4727-B2E0-F12A56B7AF9B}" dt="2024-11-20T10:51:36.173" v="4030" actId="1076"/>
          <ac:spMkLst>
            <pc:docMk/>
            <pc:sldMk cId="2035928660" sldId="691"/>
            <ac:spMk id="23" creationId="{6E16042A-D745-4E0F-15C1-FE278B00E6DF}"/>
          </ac:spMkLst>
        </pc:spChg>
        <pc:graphicFrameChg chg="mod modGraphic">
          <ac:chgData name="Nursakirah Ab Rahman Muton" userId="f84698cea26ccaf4" providerId="LiveId" clId="{7969D0CC-6CE5-4727-B2E0-F12A56B7AF9B}" dt="2024-11-20T10:49:47.568" v="4003" actId="1076"/>
          <ac:graphicFrameMkLst>
            <pc:docMk/>
            <pc:sldMk cId="2035928660" sldId="691"/>
            <ac:graphicFrameMk id="6" creationId="{C675E49D-F936-DF80-FFE6-37CF87BE9CAF}"/>
          </ac:graphicFrameMkLst>
        </pc:graphicFrameChg>
      </pc:sldChg>
      <pc:sldChg chg="addSp delSp modSp new mod">
        <pc:chgData name="Nursakirah Ab Rahman Muton" userId="f84698cea26ccaf4" providerId="LiveId" clId="{7969D0CC-6CE5-4727-B2E0-F12A56B7AF9B}" dt="2024-11-20T10:59:11.155" v="4206" actId="21"/>
        <pc:sldMkLst>
          <pc:docMk/>
          <pc:sldMk cId="2493743589" sldId="691"/>
        </pc:sldMkLst>
        <pc:spChg chg="add mod">
          <ac:chgData name="Nursakirah Ab Rahman Muton" userId="f84698cea26ccaf4" providerId="LiveId" clId="{7969D0CC-6CE5-4727-B2E0-F12A56B7AF9B}" dt="2024-11-20T10:55:47.561" v="4041" actId="14100"/>
          <ac:spMkLst>
            <pc:docMk/>
            <pc:sldMk cId="2493743589" sldId="691"/>
            <ac:spMk id="5" creationId="{B7E8FA29-3BF6-CA24-CADB-B274DF5BB6C4}"/>
          </ac:spMkLst>
        </pc:spChg>
        <pc:spChg chg="add mod">
          <ac:chgData name="Nursakirah Ab Rahman Muton" userId="f84698cea26ccaf4" providerId="LiveId" clId="{7969D0CC-6CE5-4727-B2E0-F12A56B7AF9B}" dt="2024-11-20T10:55:53.220" v="4044" actId="14100"/>
          <ac:spMkLst>
            <pc:docMk/>
            <pc:sldMk cId="2493743589" sldId="691"/>
            <ac:spMk id="6" creationId="{9FDD18AC-9A5F-CE81-0AE7-98E51FDC5180}"/>
          </ac:spMkLst>
        </pc:spChg>
        <pc:spChg chg="add mod">
          <ac:chgData name="Nursakirah Ab Rahman Muton" userId="f84698cea26ccaf4" providerId="LiveId" clId="{7969D0CC-6CE5-4727-B2E0-F12A56B7AF9B}" dt="2024-11-20T10:56:00.029" v="4047" actId="14100"/>
          <ac:spMkLst>
            <pc:docMk/>
            <pc:sldMk cId="2493743589" sldId="691"/>
            <ac:spMk id="7" creationId="{DC20436C-BABB-154F-639C-5F1C201DBBCA}"/>
          </ac:spMkLst>
        </pc:spChg>
        <pc:spChg chg="add mod">
          <ac:chgData name="Nursakirah Ab Rahman Muton" userId="f84698cea26ccaf4" providerId="LiveId" clId="{7969D0CC-6CE5-4727-B2E0-F12A56B7AF9B}" dt="2024-11-20T10:56:04.858" v="4050" actId="14100"/>
          <ac:spMkLst>
            <pc:docMk/>
            <pc:sldMk cId="2493743589" sldId="691"/>
            <ac:spMk id="8" creationId="{1351B451-2B4B-5B5A-BC10-E4DE7E2497E3}"/>
          </ac:spMkLst>
        </pc:spChg>
        <pc:spChg chg="add del mod">
          <ac:chgData name="Nursakirah Ab Rahman Muton" userId="f84698cea26ccaf4" providerId="LiveId" clId="{7969D0CC-6CE5-4727-B2E0-F12A56B7AF9B}" dt="2024-11-20T10:57:04.082" v="4129" actId="21"/>
          <ac:spMkLst>
            <pc:docMk/>
            <pc:sldMk cId="2493743589" sldId="691"/>
            <ac:spMk id="9" creationId="{E515E392-C99E-7E94-0A1B-E7AF473F2479}"/>
          </ac:spMkLst>
        </pc:spChg>
        <pc:spChg chg="add del mod">
          <ac:chgData name="Nursakirah Ab Rahman Muton" userId="f84698cea26ccaf4" providerId="LiveId" clId="{7969D0CC-6CE5-4727-B2E0-F12A56B7AF9B}" dt="2024-11-20T10:59:11.155" v="4206" actId="21"/>
          <ac:spMkLst>
            <pc:docMk/>
            <pc:sldMk cId="2493743589" sldId="691"/>
            <ac:spMk id="10" creationId="{5095E3F7-3C50-C88F-F032-550844B3E4DF}"/>
          </ac:spMkLst>
        </pc:spChg>
        <pc:picChg chg="add">
          <ac:chgData name="Nursakirah Ab Rahman Muton" userId="f84698cea26ccaf4" providerId="LiveId" clId="{7969D0CC-6CE5-4727-B2E0-F12A56B7AF9B}" dt="2024-11-20T10:55:21.470" v="4033" actId="22"/>
          <ac:picMkLst>
            <pc:docMk/>
            <pc:sldMk cId="2493743589" sldId="691"/>
            <ac:picMk id="4" creationId="{74C48650-FA8E-3F33-6D5C-853016275E29}"/>
          </ac:picMkLst>
        </pc:picChg>
      </pc:sldChg>
      <pc:sldChg chg="addSp delSp modSp new mod modAnim">
        <pc:chgData name="Nursakirah Ab Rahman Muton" userId="f84698cea26ccaf4" providerId="LiveId" clId="{7969D0CC-6CE5-4727-B2E0-F12A56B7AF9B}" dt="2024-11-21T14:29:04.954" v="4779" actId="478"/>
        <pc:sldMkLst>
          <pc:docMk/>
          <pc:sldMk cId="3135496285" sldId="692"/>
        </pc:sldMkLst>
        <pc:spChg chg="add mod">
          <ac:chgData name="Nursakirah Ab Rahman Muton" userId="f84698cea26ccaf4" providerId="LiveId" clId="{7969D0CC-6CE5-4727-B2E0-F12A56B7AF9B}" dt="2024-11-20T10:57:33.251" v="4133" actId="1076"/>
          <ac:spMkLst>
            <pc:docMk/>
            <pc:sldMk cId="3135496285" sldId="692"/>
            <ac:spMk id="4" creationId="{7840CE5F-CCE9-E659-4038-ABF36255A894}"/>
          </ac:spMkLst>
        </pc:spChg>
        <pc:spChg chg="add mod">
          <ac:chgData name="Nursakirah Ab Rahman Muton" userId="f84698cea26ccaf4" providerId="LiveId" clId="{7969D0CC-6CE5-4727-B2E0-F12A56B7AF9B}" dt="2024-11-20T10:57:33.251" v="4133" actId="1076"/>
          <ac:spMkLst>
            <pc:docMk/>
            <pc:sldMk cId="3135496285" sldId="692"/>
            <ac:spMk id="5" creationId="{0597911D-E083-C069-3ADE-86C66D552D5E}"/>
          </ac:spMkLst>
        </pc:spChg>
        <pc:spChg chg="add mod">
          <ac:chgData name="Nursakirah Ab Rahman Muton" userId="f84698cea26ccaf4" providerId="LiveId" clId="{7969D0CC-6CE5-4727-B2E0-F12A56B7AF9B}" dt="2024-11-20T10:57:33.251" v="4133" actId="1076"/>
          <ac:spMkLst>
            <pc:docMk/>
            <pc:sldMk cId="3135496285" sldId="692"/>
            <ac:spMk id="6" creationId="{4E763A08-D9F9-1332-6122-8C64FEA29940}"/>
          </ac:spMkLst>
        </pc:spChg>
        <pc:spChg chg="add mod">
          <ac:chgData name="Nursakirah Ab Rahman Muton" userId="f84698cea26ccaf4" providerId="LiveId" clId="{7969D0CC-6CE5-4727-B2E0-F12A56B7AF9B}" dt="2024-11-20T10:57:33.251" v="4133" actId="1076"/>
          <ac:spMkLst>
            <pc:docMk/>
            <pc:sldMk cId="3135496285" sldId="692"/>
            <ac:spMk id="7" creationId="{17C2BB0B-ECD5-2714-6E0B-B12200A9395E}"/>
          </ac:spMkLst>
        </pc:spChg>
        <pc:spChg chg="add del mod">
          <ac:chgData name="Nursakirah Ab Rahman Muton" userId="f84698cea26ccaf4" providerId="LiveId" clId="{7969D0CC-6CE5-4727-B2E0-F12A56B7AF9B}" dt="2024-11-20T10:57:44.499" v="4137" actId="478"/>
          <ac:spMkLst>
            <pc:docMk/>
            <pc:sldMk cId="3135496285" sldId="692"/>
            <ac:spMk id="8" creationId="{F55C37B7-ED47-BECB-1A5A-B1F38D4F1047}"/>
          </ac:spMkLst>
        </pc:spChg>
        <pc:spChg chg="add mod">
          <ac:chgData name="Nursakirah Ab Rahman Muton" userId="f84698cea26ccaf4" providerId="LiveId" clId="{7969D0CC-6CE5-4727-B2E0-F12A56B7AF9B}" dt="2024-11-20T10:59:18.287" v="4209" actId="1076"/>
          <ac:spMkLst>
            <pc:docMk/>
            <pc:sldMk cId="3135496285" sldId="692"/>
            <ac:spMk id="9" creationId="{E515E392-C99E-7E94-0A1B-E7AF473F2479}"/>
          </ac:spMkLst>
        </pc:spChg>
        <pc:spChg chg="add del mod">
          <ac:chgData name="Nursakirah Ab Rahman Muton" userId="f84698cea26ccaf4" providerId="LiveId" clId="{7969D0CC-6CE5-4727-B2E0-F12A56B7AF9B}" dt="2024-11-20T10:57:45.924" v="4138" actId="478"/>
          <ac:spMkLst>
            <pc:docMk/>
            <pc:sldMk cId="3135496285" sldId="692"/>
            <ac:spMk id="10" creationId="{9389CD36-2A91-66BE-2AB1-41473BC993CD}"/>
          </ac:spMkLst>
        </pc:spChg>
        <pc:spChg chg="add mod">
          <ac:chgData name="Nursakirah Ab Rahman Muton" userId="f84698cea26ccaf4" providerId="LiveId" clId="{7969D0CC-6CE5-4727-B2E0-F12A56B7AF9B}" dt="2024-11-20T11:08:15.337" v="4302" actId="14100"/>
          <ac:spMkLst>
            <pc:docMk/>
            <pc:sldMk cId="3135496285" sldId="692"/>
            <ac:spMk id="11" creationId="{D0A172C9-2454-05F4-DBD2-FB70841509B9}"/>
          </ac:spMkLst>
        </pc:spChg>
        <pc:spChg chg="add mod">
          <ac:chgData name="Nursakirah Ab Rahman Muton" userId="f84698cea26ccaf4" providerId="LiveId" clId="{7969D0CC-6CE5-4727-B2E0-F12A56B7AF9B}" dt="2024-11-20T11:07:58.114" v="4298" actId="14100"/>
          <ac:spMkLst>
            <pc:docMk/>
            <pc:sldMk cId="3135496285" sldId="692"/>
            <ac:spMk id="12" creationId="{E252E092-9B33-BB29-AE02-2A097A086D72}"/>
          </ac:spMkLst>
        </pc:spChg>
        <pc:spChg chg="add mod">
          <ac:chgData name="Nursakirah Ab Rahman Muton" userId="f84698cea26ccaf4" providerId="LiveId" clId="{7969D0CC-6CE5-4727-B2E0-F12A56B7AF9B}" dt="2024-11-20T11:08:07.884" v="4301" actId="1076"/>
          <ac:spMkLst>
            <pc:docMk/>
            <pc:sldMk cId="3135496285" sldId="692"/>
            <ac:spMk id="13" creationId="{A4185ECF-4CDD-4E67-4D4F-EE4E0B1CC26C}"/>
          </ac:spMkLst>
        </pc:spChg>
        <pc:spChg chg="add mod">
          <ac:chgData name="Nursakirah Ab Rahman Muton" userId="f84698cea26ccaf4" providerId="LiveId" clId="{7969D0CC-6CE5-4727-B2E0-F12A56B7AF9B}" dt="2024-11-20T11:08:22.107" v="4305" actId="1038"/>
          <ac:spMkLst>
            <pc:docMk/>
            <pc:sldMk cId="3135496285" sldId="692"/>
            <ac:spMk id="14" creationId="{805DA8DD-5C47-E326-F1D1-BE6687F7F008}"/>
          </ac:spMkLst>
        </pc:spChg>
        <pc:spChg chg="add mod">
          <ac:chgData name="Nursakirah Ab Rahman Muton" userId="f84698cea26ccaf4" providerId="LiveId" clId="{7969D0CC-6CE5-4727-B2E0-F12A56B7AF9B}" dt="2024-11-20T11:00:06.127" v="4218" actId="1076"/>
          <ac:spMkLst>
            <pc:docMk/>
            <pc:sldMk cId="3135496285" sldId="692"/>
            <ac:spMk id="15" creationId="{E54B2509-E327-FE32-8909-D5D0E399ACC7}"/>
          </ac:spMkLst>
        </pc:spChg>
        <pc:spChg chg="add mod">
          <ac:chgData name="Nursakirah Ab Rahman Muton" userId="f84698cea26ccaf4" providerId="LiveId" clId="{7969D0CC-6CE5-4727-B2E0-F12A56B7AF9B}" dt="2024-11-20T10:59:58.595" v="4217" actId="1076"/>
          <ac:spMkLst>
            <pc:docMk/>
            <pc:sldMk cId="3135496285" sldId="692"/>
            <ac:spMk id="16" creationId="{D18CA24B-64A0-B70E-5915-4AF6C458ABF2}"/>
          </ac:spMkLst>
        </pc:spChg>
        <pc:spChg chg="add mod">
          <ac:chgData name="Nursakirah Ab Rahman Muton" userId="f84698cea26ccaf4" providerId="LiveId" clId="{7969D0CC-6CE5-4727-B2E0-F12A56B7AF9B}" dt="2024-11-20T10:59:50.204" v="4216" actId="1076"/>
          <ac:spMkLst>
            <pc:docMk/>
            <pc:sldMk cId="3135496285" sldId="692"/>
            <ac:spMk id="17" creationId="{5327C15E-9700-E092-77FC-B7CD7EBD571C}"/>
          </ac:spMkLst>
        </pc:spChg>
        <pc:spChg chg="add mod">
          <ac:chgData name="Nursakirah Ab Rahman Muton" userId="f84698cea26ccaf4" providerId="LiveId" clId="{7969D0CC-6CE5-4727-B2E0-F12A56B7AF9B}" dt="2024-11-20T11:03:52.708" v="4235" actId="14100"/>
          <ac:spMkLst>
            <pc:docMk/>
            <pc:sldMk cId="3135496285" sldId="692"/>
            <ac:spMk id="18" creationId="{5727B114-E69B-C908-745F-F88E613060A9}"/>
          </ac:spMkLst>
        </pc:spChg>
        <pc:spChg chg="add mod">
          <ac:chgData name="Nursakirah Ab Rahman Muton" userId="f84698cea26ccaf4" providerId="LiveId" clId="{7969D0CC-6CE5-4727-B2E0-F12A56B7AF9B}" dt="2024-11-20T11:00:12.046" v="4219" actId="1076"/>
          <ac:spMkLst>
            <pc:docMk/>
            <pc:sldMk cId="3135496285" sldId="692"/>
            <ac:spMk id="19" creationId="{E718141C-1387-75F3-6C04-D47004FC1E7B}"/>
          </ac:spMkLst>
        </pc:spChg>
        <pc:spChg chg="add mod">
          <ac:chgData name="Nursakirah Ab Rahman Muton" userId="f84698cea26ccaf4" providerId="LiveId" clId="{7969D0CC-6CE5-4727-B2E0-F12A56B7AF9B}" dt="2024-11-20T11:01:05.576" v="4234" actId="1076"/>
          <ac:spMkLst>
            <pc:docMk/>
            <pc:sldMk cId="3135496285" sldId="692"/>
            <ac:spMk id="20" creationId="{B58AFFA7-4874-BDAA-B758-7A0A3847C81A}"/>
          </ac:spMkLst>
        </pc:spChg>
        <pc:spChg chg="add mod">
          <ac:chgData name="Nursakirah Ab Rahman Muton" userId="f84698cea26ccaf4" providerId="LiveId" clId="{7969D0CC-6CE5-4727-B2E0-F12A56B7AF9B}" dt="2024-11-20T11:00:55.250" v="4230" actId="14100"/>
          <ac:spMkLst>
            <pc:docMk/>
            <pc:sldMk cId="3135496285" sldId="692"/>
            <ac:spMk id="21" creationId="{A5B6C244-EBF0-6509-EA13-03579CCCE41D}"/>
          </ac:spMkLst>
        </pc:spChg>
        <pc:spChg chg="add mod">
          <ac:chgData name="Nursakirah Ab Rahman Muton" userId="f84698cea26ccaf4" providerId="LiveId" clId="{7969D0CC-6CE5-4727-B2E0-F12A56B7AF9B}" dt="2024-11-20T10:57:51.959" v="4140" actId="1076"/>
          <ac:spMkLst>
            <pc:docMk/>
            <pc:sldMk cId="3135496285" sldId="692"/>
            <ac:spMk id="22" creationId="{E10872E1-1492-C8BC-0186-B484F0218270}"/>
          </ac:spMkLst>
        </pc:spChg>
        <pc:spChg chg="add mod">
          <ac:chgData name="Nursakirah Ab Rahman Muton" userId="f84698cea26ccaf4" providerId="LiveId" clId="{7969D0CC-6CE5-4727-B2E0-F12A56B7AF9B}" dt="2024-11-20T10:57:58.331" v="4142" actId="1076"/>
          <ac:spMkLst>
            <pc:docMk/>
            <pc:sldMk cId="3135496285" sldId="692"/>
            <ac:spMk id="23" creationId="{3BAB9937-7D2A-9B3C-93A9-FB1705A349C3}"/>
          </ac:spMkLst>
        </pc:spChg>
        <pc:spChg chg="add mod">
          <ac:chgData name="Nursakirah Ab Rahman Muton" userId="f84698cea26ccaf4" providerId="LiveId" clId="{7969D0CC-6CE5-4727-B2E0-F12A56B7AF9B}" dt="2024-11-20T10:58:05.632" v="4144" actId="1076"/>
          <ac:spMkLst>
            <pc:docMk/>
            <pc:sldMk cId="3135496285" sldId="692"/>
            <ac:spMk id="24" creationId="{81DBDF49-7E4D-4610-07FC-ED8DD416B4AF}"/>
          </ac:spMkLst>
        </pc:spChg>
        <pc:spChg chg="add mod">
          <ac:chgData name="Nursakirah Ab Rahman Muton" userId="f84698cea26ccaf4" providerId="LiveId" clId="{7969D0CC-6CE5-4727-B2E0-F12A56B7AF9B}" dt="2024-11-20T10:58:12.171" v="4146" actId="1076"/>
          <ac:spMkLst>
            <pc:docMk/>
            <pc:sldMk cId="3135496285" sldId="692"/>
            <ac:spMk id="25" creationId="{C122A6A2-752F-8755-A65C-7768AFE12A04}"/>
          </ac:spMkLst>
        </pc:spChg>
        <pc:spChg chg="add mod">
          <ac:chgData name="Nursakirah Ab Rahman Muton" userId="f84698cea26ccaf4" providerId="LiveId" clId="{7969D0CC-6CE5-4727-B2E0-F12A56B7AF9B}" dt="2024-11-20T10:59:20.694" v="4210" actId="1076"/>
          <ac:spMkLst>
            <pc:docMk/>
            <pc:sldMk cId="3135496285" sldId="692"/>
            <ac:spMk id="26" creationId="{5095E3F7-3C50-C88F-F032-550844B3E4DF}"/>
          </ac:spMkLst>
        </pc:spChg>
        <pc:spChg chg="add mod">
          <ac:chgData name="Nursakirah Ab Rahman Muton" userId="f84698cea26ccaf4" providerId="LiveId" clId="{7969D0CC-6CE5-4727-B2E0-F12A56B7AF9B}" dt="2024-11-20T11:00:18.946" v="4221" actId="1076"/>
          <ac:spMkLst>
            <pc:docMk/>
            <pc:sldMk cId="3135496285" sldId="692"/>
            <ac:spMk id="27" creationId="{2CF7D9CA-D469-3893-52B6-323C83FB3DA7}"/>
          </ac:spMkLst>
        </pc:spChg>
        <pc:spChg chg="add mod">
          <ac:chgData name="Nursakirah Ab Rahman Muton" userId="f84698cea26ccaf4" providerId="LiveId" clId="{7969D0CC-6CE5-4727-B2E0-F12A56B7AF9B}" dt="2024-11-20T11:00:26.116" v="4223" actId="1076"/>
          <ac:spMkLst>
            <pc:docMk/>
            <pc:sldMk cId="3135496285" sldId="692"/>
            <ac:spMk id="28" creationId="{D40C8E61-010D-A7E2-1701-E43D1059CD67}"/>
          </ac:spMkLst>
        </pc:spChg>
        <pc:spChg chg="add mod">
          <ac:chgData name="Nursakirah Ab Rahman Muton" userId="f84698cea26ccaf4" providerId="LiveId" clId="{7969D0CC-6CE5-4727-B2E0-F12A56B7AF9B}" dt="2024-11-20T11:00:33.943" v="4225" actId="1076"/>
          <ac:spMkLst>
            <pc:docMk/>
            <pc:sldMk cId="3135496285" sldId="692"/>
            <ac:spMk id="29" creationId="{E6ACFD94-8B72-C00B-2C02-B706D513EB5A}"/>
          </ac:spMkLst>
        </pc:spChg>
        <pc:spChg chg="add mod">
          <ac:chgData name="Nursakirah Ab Rahman Muton" userId="f84698cea26ccaf4" providerId="LiveId" clId="{7969D0CC-6CE5-4727-B2E0-F12A56B7AF9B}" dt="2024-11-20T11:03:57.675" v="4237" actId="1076"/>
          <ac:spMkLst>
            <pc:docMk/>
            <pc:sldMk cId="3135496285" sldId="692"/>
            <ac:spMk id="30" creationId="{7074C741-9D6B-4A16-0490-1F04ABE291D9}"/>
          </ac:spMkLst>
        </pc:spChg>
        <pc:spChg chg="add del mod">
          <ac:chgData name="Nursakirah Ab Rahman Muton" userId="f84698cea26ccaf4" providerId="LiveId" clId="{7969D0CC-6CE5-4727-B2E0-F12A56B7AF9B}" dt="2024-11-20T11:04:33.985" v="4242" actId="478"/>
          <ac:spMkLst>
            <pc:docMk/>
            <pc:sldMk cId="3135496285" sldId="692"/>
            <ac:spMk id="31" creationId="{1D7CC0F9-D583-C599-5F7D-F5733CCE478C}"/>
          </ac:spMkLst>
        </pc:spChg>
        <pc:spChg chg="add mod">
          <ac:chgData name="Nursakirah Ab Rahman Muton" userId="f84698cea26ccaf4" providerId="LiveId" clId="{7969D0CC-6CE5-4727-B2E0-F12A56B7AF9B}" dt="2024-11-20T11:04:43.494" v="4244" actId="1076"/>
          <ac:spMkLst>
            <pc:docMk/>
            <pc:sldMk cId="3135496285" sldId="692"/>
            <ac:spMk id="32" creationId="{91B0022C-1FEB-D50A-8660-37A32BE56630}"/>
          </ac:spMkLst>
        </pc:spChg>
        <pc:spChg chg="add mod">
          <ac:chgData name="Nursakirah Ab Rahman Muton" userId="f84698cea26ccaf4" providerId="LiveId" clId="{7969D0CC-6CE5-4727-B2E0-F12A56B7AF9B}" dt="2024-11-20T11:05:02.903" v="4249" actId="1076"/>
          <ac:spMkLst>
            <pc:docMk/>
            <pc:sldMk cId="3135496285" sldId="692"/>
            <ac:spMk id="33" creationId="{ED338EAC-F13C-AFE4-C2AC-4AA0AE3F6093}"/>
          </ac:spMkLst>
        </pc:spChg>
        <pc:spChg chg="add mod">
          <ac:chgData name="Nursakirah Ab Rahman Muton" userId="f84698cea26ccaf4" providerId="LiveId" clId="{7969D0CC-6CE5-4727-B2E0-F12A56B7AF9B}" dt="2024-11-20T11:05:07.258" v="4251" actId="1076"/>
          <ac:spMkLst>
            <pc:docMk/>
            <pc:sldMk cId="3135496285" sldId="692"/>
            <ac:spMk id="34" creationId="{CA248924-C8AF-0972-F3FC-C8CA8E82556B}"/>
          </ac:spMkLst>
        </pc:spChg>
        <pc:spChg chg="add mod">
          <ac:chgData name="Nursakirah Ab Rahman Muton" userId="f84698cea26ccaf4" providerId="LiveId" clId="{7969D0CC-6CE5-4727-B2E0-F12A56B7AF9B}" dt="2024-11-20T11:05:13.682" v="4254" actId="14100"/>
          <ac:spMkLst>
            <pc:docMk/>
            <pc:sldMk cId="3135496285" sldId="692"/>
            <ac:spMk id="35" creationId="{53CC334B-1204-F1F8-8301-CB778D602B80}"/>
          </ac:spMkLst>
        </pc:spChg>
        <pc:spChg chg="add mod">
          <ac:chgData name="Nursakirah Ab Rahman Muton" userId="f84698cea26ccaf4" providerId="LiveId" clId="{7969D0CC-6CE5-4727-B2E0-F12A56B7AF9B}" dt="2024-11-20T11:05:20.536" v="4256" actId="1076"/>
          <ac:spMkLst>
            <pc:docMk/>
            <pc:sldMk cId="3135496285" sldId="692"/>
            <ac:spMk id="36" creationId="{40842CD4-6898-4A28-5E93-53324FA67253}"/>
          </ac:spMkLst>
        </pc:spChg>
        <pc:spChg chg="add mod">
          <ac:chgData name="Nursakirah Ab Rahman Muton" userId="f84698cea26ccaf4" providerId="LiveId" clId="{7969D0CC-6CE5-4727-B2E0-F12A56B7AF9B}" dt="2024-11-20T11:08:57.709" v="4316" actId="1076"/>
          <ac:spMkLst>
            <pc:docMk/>
            <pc:sldMk cId="3135496285" sldId="692"/>
            <ac:spMk id="37" creationId="{9C22902B-8205-534A-5EE7-ECE6BA932AE1}"/>
          </ac:spMkLst>
        </pc:spChg>
        <pc:spChg chg="add mod">
          <ac:chgData name="Nursakirah Ab Rahman Muton" userId="f84698cea26ccaf4" providerId="LiveId" clId="{7969D0CC-6CE5-4727-B2E0-F12A56B7AF9B}" dt="2024-11-20T11:08:43.464" v="4312" actId="14100"/>
          <ac:spMkLst>
            <pc:docMk/>
            <pc:sldMk cId="3135496285" sldId="692"/>
            <ac:spMk id="38" creationId="{27182059-9632-8933-CD23-BE797AD737C4}"/>
          </ac:spMkLst>
        </pc:spChg>
        <pc:spChg chg="add mod">
          <ac:chgData name="Nursakirah Ab Rahman Muton" userId="f84698cea26ccaf4" providerId="LiveId" clId="{7969D0CC-6CE5-4727-B2E0-F12A56B7AF9B}" dt="2024-11-20T11:08:51.118" v="4315" actId="20577"/>
          <ac:spMkLst>
            <pc:docMk/>
            <pc:sldMk cId="3135496285" sldId="692"/>
            <ac:spMk id="39" creationId="{F6CAD04C-E1AF-74A8-53FB-03465D865EB9}"/>
          </ac:spMkLst>
        </pc:spChg>
        <pc:spChg chg="add mod">
          <ac:chgData name="Nursakirah Ab Rahman Muton" userId="f84698cea26ccaf4" providerId="LiveId" clId="{7969D0CC-6CE5-4727-B2E0-F12A56B7AF9B}" dt="2024-11-20T11:09:22.016" v="4323" actId="1076"/>
          <ac:spMkLst>
            <pc:docMk/>
            <pc:sldMk cId="3135496285" sldId="692"/>
            <ac:spMk id="40" creationId="{0D117470-7BB9-5325-17EC-754221E53B7E}"/>
          </ac:spMkLst>
        </pc:spChg>
        <pc:spChg chg="add mod">
          <ac:chgData name="Nursakirah Ab Rahman Muton" userId="f84698cea26ccaf4" providerId="LiveId" clId="{7969D0CC-6CE5-4727-B2E0-F12A56B7AF9B}" dt="2024-11-20T11:09:25.442" v="4324" actId="1076"/>
          <ac:spMkLst>
            <pc:docMk/>
            <pc:sldMk cId="3135496285" sldId="692"/>
            <ac:spMk id="41" creationId="{6A6854D5-BA12-0396-D539-1846F99A8DE7}"/>
          </ac:spMkLst>
        </pc:spChg>
        <pc:graphicFrameChg chg="add mod modGraphic">
          <ac:chgData name="Nursakirah Ab Rahman Muton" userId="f84698cea26ccaf4" providerId="LiveId" clId="{7969D0CC-6CE5-4727-B2E0-F12A56B7AF9B}" dt="2024-11-20T10:57:39.249" v="4135" actId="2161"/>
          <ac:graphicFrameMkLst>
            <pc:docMk/>
            <pc:sldMk cId="3135496285" sldId="692"/>
            <ac:graphicFrameMk id="3" creationId="{3D296B75-7F23-7E60-34FB-619FD719ED4F}"/>
          </ac:graphicFrameMkLst>
        </pc:graphicFrameChg>
        <pc:inkChg chg="add del">
          <ac:chgData name="Nursakirah Ab Rahman Muton" userId="f84698cea26ccaf4" providerId="LiveId" clId="{7969D0CC-6CE5-4727-B2E0-F12A56B7AF9B}" dt="2024-11-21T14:29:04.954" v="4779" actId="478"/>
          <ac:inkMkLst>
            <pc:docMk/>
            <pc:sldMk cId="3135496285" sldId="692"/>
            <ac:inkMk id="42" creationId="{AC3B5C1A-D009-02FD-F6C8-FA4D5ADCA6B6}"/>
          </ac:inkMkLst>
        </pc:inkChg>
      </pc:sldChg>
      <pc:sldChg chg="delSp modSp add mod">
        <pc:chgData name="Nursakirah Ab Rahman Muton" userId="f84698cea26ccaf4" providerId="LiveId" clId="{7969D0CC-6CE5-4727-B2E0-F12A56B7AF9B}" dt="2024-11-21T13:52:47.102" v="4362" actId="14100"/>
        <pc:sldMkLst>
          <pc:docMk/>
          <pc:sldMk cId="1431387607" sldId="693"/>
        </pc:sldMkLst>
        <pc:spChg chg="mod">
          <ac:chgData name="Nursakirah Ab Rahman Muton" userId="f84698cea26ccaf4" providerId="LiveId" clId="{7969D0CC-6CE5-4727-B2E0-F12A56B7AF9B}" dt="2024-11-21T13:52:08.759" v="4354" actId="1076"/>
          <ac:spMkLst>
            <pc:docMk/>
            <pc:sldMk cId="1431387607" sldId="693"/>
            <ac:spMk id="6" creationId="{D7A5794D-0C54-012E-82A1-36165BC77800}"/>
          </ac:spMkLst>
        </pc:spChg>
        <pc:spChg chg="mod">
          <ac:chgData name="Nursakirah Ab Rahman Muton" userId="f84698cea26ccaf4" providerId="LiveId" clId="{7969D0CC-6CE5-4727-B2E0-F12A56B7AF9B}" dt="2024-11-21T13:52:08.759" v="4354" actId="1076"/>
          <ac:spMkLst>
            <pc:docMk/>
            <pc:sldMk cId="1431387607" sldId="693"/>
            <ac:spMk id="7" creationId="{8D5588E8-AD99-C4AB-54B7-8D3EC4A076EE}"/>
          </ac:spMkLst>
        </pc:spChg>
        <pc:spChg chg="mod">
          <ac:chgData name="Nursakirah Ab Rahman Muton" userId="f84698cea26ccaf4" providerId="LiveId" clId="{7969D0CC-6CE5-4727-B2E0-F12A56B7AF9B}" dt="2024-11-21T13:52:08.759" v="4354" actId="1076"/>
          <ac:spMkLst>
            <pc:docMk/>
            <pc:sldMk cId="1431387607" sldId="693"/>
            <ac:spMk id="8" creationId="{9F34FA89-7011-7BB8-A611-D4C66313FD39}"/>
          </ac:spMkLst>
        </pc:spChg>
        <pc:spChg chg="mod">
          <ac:chgData name="Nursakirah Ab Rahman Muton" userId="f84698cea26ccaf4" providerId="LiveId" clId="{7969D0CC-6CE5-4727-B2E0-F12A56B7AF9B}" dt="2024-11-21T13:52:08.759" v="4354" actId="1076"/>
          <ac:spMkLst>
            <pc:docMk/>
            <pc:sldMk cId="1431387607" sldId="693"/>
            <ac:spMk id="9" creationId="{A4A7CC18-1CA3-0EA1-9255-B7E372C8CF0F}"/>
          </ac:spMkLst>
        </pc:spChg>
        <pc:spChg chg="mod">
          <ac:chgData name="Nursakirah Ab Rahman Muton" userId="f84698cea26ccaf4" providerId="LiveId" clId="{7969D0CC-6CE5-4727-B2E0-F12A56B7AF9B}" dt="2024-11-21T13:52:08.759" v="4354" actId="1076"/>
          <ac:spMkLst>
            <pc:docMk/>
            <pc:sldMk cId="1431387607" sldId="693"/>
            <ac:spMk id="10" creationId="{DFADD78B-79C5-CACD-AE0F-7A7FCE7104C3}"/>
          </ac:spMkLst>
        </pc:spChg>
        <pc:spChg chg="mod">
          <ac:chgData name="Nursakirah Ab Rahman Muton" userId="f84698cea26ccaf4" providerId="LiveId" clId="{7969D0CC-6CE5-4727-B2E0-F12A56B7AF9B}" dt="2024-11-21T13:52:08.759" v="4354" actId="1076"/>
          <ac:spMkLst>
            <pc:docMk/>
            <pc:sldMk cId="1431387607" sldId="693"/>
            <ac:spMk id="11" creationId="{AA5110FC-BA03-BA1F-2CBB-6C19184609C5}"/>
          </ac:spMkLst>
        </pc:spChg>
        <pc:spChg chg="mod">
          <ac:chgData name="Nursakirah Ab Rahman Muton" userId="f84698cea26ccaf4" providerId="LiveId" clId="{7969D0CC-6CE5-4727-B2E0-F12A56B7AF9B}" dt="2024-11-21T13:52:08.759" v="4354" actId="1076"/>
          <ac:spMkLst>
            <pc:docMk/>
            <pc:sldMk cId="1431387607" sldId="693"/>
            <ac:spMk id="12" creationId="{50893E97-20FF-CABE-4205-698DFBAFD7EF}"/>
          </ac:spMkLst>
        </pc:spChg>
        <pc:spChg chg="mod">
          <ac:chgData name="Nursakirah Ab Rahman Muton" userId="f84698cea26ccaf4" providerId="LiveId" clId="{7969D0CC-6CE5-4727-B2E0-F12A56B7AF9B}" dt="2024-11-21T13:52:08.759" v="4354" actId="1076"/>
          <ac:spMkLst>
            <pc:docMk/>
            <pc:sldMk cId="1431387607" sldId="693"/>
            <ac:spMk id="13" creationId="{83319886-A902-1341-E927-98AABFEC9989}"/>
          </ac:spMkLst>
        </pc:spChg>
        <pc:spChg chg="mod">
          <ac:chgData name="Nursakirah Ab Rahman Muton" userId="f84698cea26ccaf4" providerId="LiveId" clId="{7969D0CC-6CE5-4727-B2E0-F12A56B7AF9B}" dt="2024-11-21T13:52:08.759" v="4354" actId="1076"/>
          <ac:spMkLst>
            <pc:docMk/>
            <pc:sldMk cId="1431387607" sldId="693"/>
            <ac:spMk id="14" creationId="{2C89B650-D5F0-EC0A-2D52-98B4BCA3527B}"/>
          </ac:spMkLst>
        </pc:spChg>
        <pc:spChg chg="mod">
          <ac:chgData name="Nursakirah Ab Rahman Muton" userId="f84698cea26ccaf4" providerId="LiveId" clId="{7969D0CC-6CE5-4727-B2E0-F12A56B7AF9B}" dt="2024-11-21T13:52:08.759" v="4354" actId="1076"/>
          <ac:spMkLst>
            <pc:docMk/>
            <pc:sldMk cId="1431387607" sldId="693"/>
            <ac:spMk id="15" creationId="{43BDC4B7-3199-CD12-1761-56133AFA069B}"/>
          </ac:spMkLst>
        </pc:spChg>
        <pc:spChg chg="mod">
          <ac:chgData name="Nursakirah Ab Rahman Muton" userId="f84698cea26ccaf4" providerId="LiveId" clId="{7969D0CC-6CE5-4727-B2E0-F12A56B7AF9B}" dt="2024-11-21T13:52:08.759" v="4354" actId="1076"/>
          <ac:spMkLst>
            <pc:docMk/>
            <pc:sldMk cId="1431387607" sldId="693"/>
            <ac:spMk id="18" creationId="{07C7D9F5-5F9D-5E02-D492-DDD76E23FCE8}"/>
          </ac:spMkLst>
        </pc:spChg>
        <pc:spChg chg="mod">
          <ac:chgData name="Nursakirah Ab Rahman Muton" userId="f84698cea26ccaf4" providerId="LiveId" clId="{7969D0CC-6CE5-4727-B2E0-F12A56B7AF9B}" dt="2024-11-21T13:52:08.759" v="4354" actId="1076"/>
          <ac:spMkLst>
            <pc:docMk/>
            <pc:sldMk cId="1431387607" sldId="693"/>
            <ac:spMk id="19" creationId="{0363AFF1-B471-A2E0-201C-1A60DC132941}"/>
          </ac:spMkLst>
        </pc:spChg>
        <pc:spChg chg="mod">
          <ac:chgData name="Nursakirah Ab Rahman Muton" userId="f84698cea26ccaf4" providerId="LiveId" clId="{7969D0CC-6CE5-4727-B2E0-F12A56B7AF9B}" dt="2024-11-21T13:52:08.759" v="4354" actId="1076"/>
          <ac:spMkLst>
            <pc:docMk/>
            <pc:sldMk cId="1431387607" sldId="693"/>
            <ac:spMk id="20" creationId="{3D73472D-CFF5-E089-C67E-058E85EAEC6C}"/>
          </ac:spMkLst>
        </pc:spChg>
        <pc:spChg chg="mod">
          <ac:chgData name="Nursakirah Ab Rahman Muton" userId="f84698cea26ccaf4" providerId="LiveId" clId="{7969D0CC-6CE5-4727-B2E0-F12A56B7AF9B}" dt="2024-11-21T13:52:08.759" v="4354" actId="1076"/>
          <ac:spMkLst>
            <pc:docMk/>
            <pc:sldMk cId="1431387607" sldId="693"/>
            <ac:spMk id="21" creationId="{3B4BDEDF-B2C7-D8A6-60F8-B3B63E896D34}"/>
          </ac:spMkLst>
        </pc:spChg>
        <pc:spChg chg="mod">
          <ac:chgData name="Nursakirah Ab Rahman Muton" userId="f84698cea26ccaf4" providerId="LiveId" clId="{7969D0CC-6CE5-4727-B2E0-F12A56B7AF9B}" dt="2024-11-21T13:52:08.759" v="4354" actId="1076"/>
          <ac:spMkLst>
            <pc:docMk/>
            <pc:sldMk cId="1431387607" sldId="693"/>
            <ac:spMk id="23" creationId="{F41CAB96-DCA2-2A9A-607D-27D872CB73FE}"/>
          </ac:spMkLst>
        </pc:spChg>
        <pc:spChg chg="mod">
          <ac:chgData name="Nursakirah Ab Rahman Muton" userId="f84698cea26ccaf4" providerId="LiveId" clId="{7969D0CC-6CE5-4727-B2E0-F12A56B7AF9B}" dt="2024-11-21T13:52:08.759" v="4354" actId="1076"/>
          <ac:spMkLst>
            <pc:docMk/>
            <pc:sldMk cId="1431387607" sldId="693"/>
            <ac:spMk id="24" creationId="{0D93164E-1A74-6161-D411-4320F9DA65B7}"/>
          </ac:spMkLst>
        </pc:spChg>
        <pc:spChg chg="mod">
          <ac:chgData name="Nursakirah Ab Rahman Muton" userId="f84698cea26ccaf4" providerId="LiveId" clId="{7969D0CC-6CE5-4727-B2E0-F12A56B7AF9B}" dt="2024-11-21T13:52:11.318" v="4355" actId="1076"/>
          <ac:spMkLst>
            <pc:docMk/>
            <pc:sldMk cId="1431387607" sldId="693"/>
            <ac:spMk id="25" creationId="{484E1E80-94AF-3435-3010-DFC8E98C2F2F}"/>
          </ac:spMkLst>
        </pc:spChg>
        <pc:spChg chg="mod">
          <ac:chgData name="Nursakirah Ab Rahman Muton" userId="f84698cea26ccaf4" providerId="LiveId" clId="{7969D0CC-6CE5-4727-B2E0-F12A56B7AF9B}" dt="2024-11-21T13:52:41.759" v="4360" actId="1076"/>
          <ac:spMkLst>
            <pc:docMk/>
            <pc:sldMk cId="1431387607" sldId="693"/>
            <ac:spMk id="26" creationId="{CBFBBA66-093A-65C5-4309-94411EA99EC9}"/>
          </ac:spMkLst>
        </pc:spChg>
        <pc:spChg chg="mod">
          <ac:chgData name="Nursakirah Ab Rahman Muton" userId="f84698cea26ccaf4" providerId="LiveId" clId="{7969D0CC-6CE5-4727-B2E0-F12A56B7AF9B}" dt="2024-11-21T13:52:47.102" v="4362" actId="14100"/>
          <ac:spMkLst>
            <pc:docMk/>
            <pc:sldMk cId="1431387607" sldId="693"/>
            <ac:spMk id="27" creationId="{1A9B4AB8-FD1D-3A26-58BF-F6B73739EC4E}"/>
          </ac:spMkLst>
        </pc:spChg>
        <pc:graphicFrameChg chg="mod modGraphic">
          <ac:chgData name="Nursakirah Ab Rahman Muton" userId="f84698cea26ccaf4" providerId="LiveId" clId="{7969D0CC-6CE5-4727-B2E0-F12A56B7AF9B}" dt="2024-11-21T13:52:08.759" v="4354" actId="1076"/>
          <ac:graphicFrameMkLst>
            <pc:docMk/>
            <pc:sldMk cId="1431387607" sldId="693"/>
            <ac:graphicFrameMk id="5" creationId="{41226C9D-C58A-28EC-937C-EBFA97B9652E}"/>
          </ac:graphicFrameMkLst>
        </pc:graphicFrameChg>
        <pc:inkChg chg="del">
          <ac:chgData name="Nursakirah Ab Rahman Muton" userId="f84698cea26ccaf4" providerId="LiveId" clId="{7969D0CC-6CE5-4727-B2E0-F12A56B7AF9B}" dt="2024-11-21T13:50:36.931" v="4329" actId="478"/>
          <ac:inkMkLst>
            <pc:docMk/>
            <pc:sldMk cId="1431387607" sldId="693"/>
            <ac:inkMk id="28" creationId="{D0EAB1C2-30AC-18A8-3BD1-8655F89FD977}"/>
          </ac:inkMkLst>
        </pc:inkChg>
      </pc:sldChg>
      <pc:sldChg chg="addSp delSp modSp add mod ord delAnim">
        <pc:chgData name="Nursakirah Ab Rahman Muton" userId="f84698cea26ccaf4" providerId="LiveId" clId="{7969D0CC-6CE5-4727-B2E0-F12A56B7AF9B}" dt="2024-11-21T14:17:30.829" v="4570" actId="478"/>
        <pc:sldMkLst>
          <pc:docMk/>
          <pc:sldMk cId="995251934" sldId="694"/>
        </pc:sldMkLst>
        <pc:spChg chg="mod">
          <ac:chgData name="Nursakirah Ab Rahman Muton" userId="f84698cea26ccaf4" providerId="LiveId" clId="{7969D0CC-6CE5-4727-B2E0-F12A56B7AF9B}" dt="2024-11-21T14:16:42.877" v="4553" actId="1076"/>
          <ac:spMkLst>
            <pc:docMk/>
            <pc:sldMk cId="995251934" sldId="694"/>
            <ac:spMk id="2" creationId="{A9F5251A-0043-7803-C914-3DC9EF37479C}"/>
          </ac:spMkLst>
        </pc:spChg>
        <pc:spChg chg="del mod">
          <ac:chgData name="Nursakirah Ab Rahman Muton" userId="f84698cea26ccaf4" providerId="LiveId" clId="{7969D0CC-6CE5-4727-B2E0-F12A56B7AF9B}" dt="2024-11-21T14:17:30.829" v="4570" actId="478"/>
          <ac:spMkLst>
            <pc:docMk/>
            <pc:sldMk cId="995251934" sldId="694"/>
            <ac:spMk id="3" creationId="{99BF9232-8BF4-2A3E-C4A6-92CDE4444B0C}"/>
          </ac:spMkLst>
        </pc:spChg>
        <pc:spChg chg="del">
          <ac:chgData name="Nursakirah Ab Rahman Muton" userId="f84698cea26ccaf4" providerId="LiveId" clId="{7969D0CC-6CE5-4727-B2E0-F12A56B7AF9B}" dt="2024-11-21T14:16:08.804" v="4543" actId="478"/>
          <ac:spMkLst>
            <pc:docMk/>
            <pc:sldMk cId="995251934" sldId="694"/>
            <ac:spMk id="16" creationId="{FEFCE320-72CA-1737-5DC5-579044FEECF8}"/>
          </ac:spMkLst>
        </pc:spChg>
        <pc:spChg chg="del">
          <ac:chgData name="Nursakirah Ab Rahman Muton" userId="f84698cea26ccaf4" providerId="LiveId" clId="{7969D0CC-6CE5-4727-B2E0-F12A56B7AF9B}" dt="2024-11-21T14:16:08.804" v="4543" actId="478"/>
          <ac:spMkLst>
            <pc:docMk/>
            <pc:sldMk cId="995251934" sldId="694"/>
            <ac:spMk id="17" creationId="{75B6F1E2-9391-B8E0-847F-13C95389E70B}"/>
          </ac:spMkLst>
        </pc:spChg>
        <pc:spChg chg="mod">
          <ac:chgData name="Nursakirah Ab Rahman Muton" userId="f84698cea26ccaf4" providerId="LiveId" clId="{7969D0CC-6CE5-4727-B2E0-F12A56B7AF9B}" dt="2024-11-21T14:16:37.769" v="4552" actId="1076"/>
          <ac:spMkLst>
            <pc:docMk/>
            <pc:sldMk cId="995251934" sldId="694"/>
            <ac:spMk id="18" creationId="{B2628AAE-B138-35B0-A781-9915D4B99C54}"/>
          </ac:spMkLst>
        </pc:spChg>
        <pc:spChg chg="del mod">
          <ac:chgData name="Nursakirah Ab Rahman Muton" userId="f84698cea26ccaf4" providerId="LiveId" clId="{7969D0CC-6CE5-4727-B2E0-F12A56B7AF9B}" dt="2024-11-21T14:17:29.587" v="4569" actId="478"/>
          <ac:spMkLst>
            <pc:docMk/>
            <pc:sldMk cId="995251934" sldId="694"/>
            <ac:spMk id="19" creationId="{E213DAE8-79A0-B9F2-6A05-1DB91CA3E8E5}"/>
          </ac:spMkLst>
        </pc:spChg>
        <pc:spChg chg="mod">
          <ac:chgData name="Nursakirah Ab Rahman Muton" userId="f84698cea26ccaf4" providerId="LiveId" clId="{7969D0CC-6CE5-4727-B2E0-F12A56B7AF9B}" dt="2024-11-21T14:16:30.662" v="4551" actId="1076"/>
          <ac:spMkLst>
            <pc:docMk/>
            <pc:sldMk cId="995251934" sldId="694"/>
            <ac:spMk id="20" creationId="{3BC21E91-2519-74CE-0EAC-DA4A12304776}"/>
          </ac:spMkLst>
        </pc:spChg>
        <pc:spChg chg="mod">
          <ac:chgData name="Nursakirah Ab Rahman Muton" userId="f84698cea26ccaf4" providerId="LiveId" clId="{7969D0CC-6CE5-4727-B2E0-F12A56B7AF9B}" dt="2024-11-21T14:17:25.614" v="4567" actId="1076"/>
          <ac:spMkLst>
            <pc:docMk/>
            <pc:sldMk cId="995251934" sldId="694"/>
            <ac:spMk id="22" creationId="{46126388-2510-2315-622E-F0C1193B2386}"/>
          </ac:spMkLst>
        </pc:spChg>
        <pc:spChg chg="add mod">
          <ac:chgData name="Nursakirah Ab Rahman Muton" userId="f84698cea26ccaf4" providerId="LiveId" clId="{7969D0CC-6CE5-4727-B2E0-F12A56B7AF9B}" dt="2024-11-21T14:16:13.815" v="4545" actId="1076"/>
          <ac:spMkLst>
            <pc:docMk/>
            <pc:sldMk cId="995251934" sldId="694"/>
            <ac:spMk id="23" creationId="{9608042E-481F-843A-55A8-784C74612DEA}"/>
          </ac:spMkLst>
        </pc:spChg>
        <pc:spChg chg="del mod">
          <ac:chgData name="Nursakirah Ab Rahman Muton" userId="f84698cea26ccaf4" providerId="LiveId" clId="{7969D0CC-6CE5-4727-B2E0-F12A56B7AF9B}" dt="2024-11-21T14:17:09.047" v="4566" actId="478"/>
          <ac:spMkLst>
            <pc:docMk/>
            <pc:sldMk cId="995251934" sldId="694"/>
            <ac:spMk id="24" creationId="{E82FC376-95B4-3A1B-0A6D-E0F7B3D6486B}"/>
          </ac:spMkLst>
        </pc:spChg>
        <pc:spChg chg="mod">
          <ac:chgData name="Nursakirah Ab Rahman Muton" userId="f84698cea26ccaf4" providerId="LiveId" clId="{7969D0CC-6CE5-4727-B2E0-F12A56B7AF9B}" dt="2024-11-21T14:16:57.194" v="4557" actId="14100"/>
          <ac:spMkLst>
            <pc:docMk/>
            <pc:sldMk cId="995251934" sldId="694"/>
            <ac:spMk id="28" creationId="{160470C1-65C8-5094-5FA2-C471B037200A}"/>
          </ac:spMkLst>
        </pc:spChg>
        <pc:spChg chg="mod">
          <ac:chgData name="Nursakirah Ab Rahman Muton" userId="f84698cea26ccaf4" providerId="LiveId" clId="{7969D0CC-6CE5-4727-B2E0-F12A56B7AF9B}" dt="2024-11-21T14:16:51.961" v="4555" actId="14100"/>
          <ac:spMkLst>
            <pc:docMk/>
            <pc:sldMk cId="995251934" sldId="694"/>
            <ac:spMk id="29" creationId="{E92F9531-702D-6F10-80BA-4B45C7837103}"/>
          </ac:spMkLst>
        </pc:spChg>
      </pc:sldChg>
      <pc:sldChg chg="addSp modSp add mod ord modAnim">
        <pc:chgData name="Nursakirah Ab Rahman Muton" userId="f84698cea26ccaf4" providerId="LiveId" clId="{7969D0CC-6CE5-4727-B2E0-F12A56B7AF9B}" dt="2024-11-21T14:22:10.011" v="4722" actId="1076"/>
        <pc:sldMkLst>
          <pc:docMk/>
          <pc:sldMk cId="2211957822" sldId="695"/>
        </pc:sldMkLst>
        <pc:spChg chg="add mod">
          <ac:chgData name="Nursakirah Ab Rahman Muton" userId="f84698cea26ccaf4" providerId="LiveId" clId="{7969D0CC-6CE5-4727-B2E0-F12A56B7AF9B}" dt="2024-11-21T14:19:36.908" v="4628" actId="1076"/>
          <ac:spMkLst>
            <pc:docMk/>
            <pc:sldMk cId="2211957822" sldId="695"/>
            <ac:spMk id="2" creationId="{4E909B0B-8600-9190-8F59-A47BA0B502EC}"/>
          </ac:spMkLst>
        </pc:spChg>
        <pc:spChg chg="add mod">
          <ac:chgData name="Nursakirah Ab Rahman Muton" userId="f84698cea26ccaf4" providerId="LiveId" clId="{7969D0CC-6CE5-4727-B2E0-F12A56B7AF9B}" dt="2024-11-21T14:19:44.947" v="4631" actId="1076"/>
          <ac:spMkLst>
            <pc:docMk/>
            <pc:sldMk cId="2211957822" sldId="695"/>
            <ac:spMk id="3" creationId="{1CB3A0F3-AF1E-A0A0-A75F-45EC6315AF56}"/>
          </ac:spMkLst>
        </pc:spChg>
        <pc:spChg chg="mod">
          <ac:chgData name="Nursakirah Ab Rahman Muton" userId="f84698cea26ccaf4" providerId="LiveId" clId="{7969D0CC-6CE5-4727-B2E0-F12A56B7AF9B}" dt="2024-11-21T14:18:35.721" v="4617" actId="20577"/>
          <ac:spMkLst>
            <pc:docMk/>
            <pc:sldMk cId="2211957822" sldId="695"/>
            <ac:spMk id="5" creationId="{AAA52DEA-04A3-2B39-689B-03D7517807DF}"/>
          </ac:spMkLst>
        </pc:spChg>
        <pc:spChg chg="mod">
          <ac:chgData name="Nursakirah Ab Rahman Muton" userId="f84698cea26ccaf4" providerId="LiveId" clId="{7969D0CC-6CE5-4727-B2E0-F12A56B7AF9B}" dt="2024-11-21T14:18:59.756" v="4619" actId="1076"/>
          <ac:spMkLst>
            <pc:docMk/>
            <pc:sldMk cId="2211957822" sldId="695"/>
            <ac:spMk id="17" creationId="{2131DD20-F295-0CB9-0591-4786588A86FE}"/>
          </ac:spMkLst>
        </pc:spChg>
        <pc:spChg chg="mod">
          <ac:chgData name="Nursakirah Ab Rahman Muton" userId="f84698cea26ccaf4" providerId="LiveId" clId="{7969D0CC-6CE5-4727-B2E0-F12A56B7AF9B}" dt="2024-11-21T14:19:06.467" v="4620" actId="1076"/>
          <ac:spMkLst>
            <pc:docMk/>
            <pc:sldMk cId="2211957822" sldId="695"/>
            <ac:spMk id="18" creationId="{78D664B0-B707-9765-3AAA-D7E8182F09F4}"/>
          </ac:spMkLst>
        </pc:spChg>
        <pc:spChg chg="mod">
          <ac:chgData name="Nursakirah Ab Rahman Muton" userId="f84698cea26ccaf4" providerId="LiveId" clId="{7969D0CC-6CE5-4727-B2E0-F12A56B7AF9B}" dt="2024-11-21T14:19:12.319" v="4621" actId="1076"/>
          <ac:spMkLst>
            <pc:docMk/>
            <pc:sldMk cId="2211957822" sldId="695"/>
            <ac:spMk id="19" creationId="{79718DFA-948D-D02B-9DFF-EBB8BA9C883B}"/>
          </ac:spMkLst>
        </pc:spChg>
        <pc:spChg chg="mod">
          <ac:chgData name="Nursakirah Ab Rahman Muton" userId="f84698cea26ccaf4" providerId="LiveId" clId="{7969D0CC-6CE5-4727-B2E0-F12A56B7AF9B}" dt="2024-11-21T14:19:19.190" v="4624" actId="1076"/>
          <ac:spMkLst>
            <pc:docMk/>
            <pc:sldMk cId="2211957822" sldId="695"/>
            <ac:spMk id="20" creationId="{EF2AE4E2-FC0B-2488-0F8B-B7C2F019BEC4}"/>
          </ac:spMkLst>
        </pc:spChg>
        <pc:spChg chg="mod">
          <ac:chgData name="Nursakirah Ab Rahman Muton" userId="f84698cea26ccaf4" providerId="LiveId" clId="{7969D0CC-6CE5-4727-B2E0-F12A56B7AF9B}" dt="2024-11-21T14:18:42.770" v="4618" actId="1076"/>
          <ac:spMkLst>
            <pc:docMk/>
            <pc:sldMk cId="2211957822" sldId="695"/>
            <ac:spMk id="21" creationId="{0801EC61-DE11-0474-3B33-54970AD5700F}"/>
          </ac:spMkLst>
        </pc:spChg>
        <pc:spChg chg="add mod">
          <ac:chgData name="Nursakirah Ab Rahman Muton" userId="f84698cea26ccaf4" providerId="LiveId" clId="{7969D0CC-6CE5-4727-B2E0-F12A56B7AF9B}" dt="2024-11-21T14:21:10.788" v="4683" actId="1076"/>
          <ac:spMkLst>
            <pc:docMk/>
            <pc:sldMk cId="2211957822" sldId="695"/>
            <ac:spMk id="22" creationId="{4C61FD06-CE98-B301-D019-5C6444DF9061}"/>
          </ac:spMkLst>
        </pc:spChg>
        <pc:spChg chg="mod">
          <ac:chgData name="Nursakirah Ab Rahman Muton" userId="f84698cea26ccaf4" providerId="LiveId" clId="{7969D0CC-6CE5-4727-B2E0-F12A56B7AF9B}" dt="2024-11-21T14:22:10.011" v="4722" actId="1076"/>
          <ac:spMkLst>
            <pc:docMk/>
            <pc:sldMk cId="2211957822" sldId="695"/>
            <ac:spMk id="23" creationId="{756EC9B0-6930-C75A-9857-5AC7C2A4A7A5}"/>
          </ac:spMkLst>
        </pc:spChg>
        <pc:spChg chg="add mod">
          <ac:chgData name="Nursakirah Ab Rahman Muton" userId="f84698cea26ccaf4" providerId="LiveId" clId="{7969D0CC-6CE5-4727-B2E0-F12A56B7AF9B}" dt="2024-11-21T14:21:07.690" v="4682" actId="313"/>
          <ac:spMkLst>
            <pc:docMk/>
            <pc:sldMk cId="2211957822" sldId="695"/>
            <ac:spMk id="24" creationId="{641FEEEF-FD39-F7A0-DE0F-4C2038A489EF}"/>
          </ac:spMkLst>
        </pc:spChg>
        <pc:spChg chg="add mod">
          <ac:chgData name="Nursakirah Ab Rahman Muton" userId="f84698cea26ccaf4" providerId="LiveId" clId="{7969D0CC-6CE5-4727-B2E0-F12A56B7AF9B}" dt="2024-11-21T14:21:37.865" v="4694" actId="20577"/>
          <ac:spMkLst>
            <pc:docMk/>
            <pc:sldMk cId="2211957822" sldId="695"/>
            <ac:spMk id="25" creationId="{FA8A1E16-A4A6-7E58-0D09-E1B3CDDB136C}"/>
          </ac:spMkLst>
        </pc:spChg>
      </pc:sldChg>
      <pc:sldChg chg="addSp delSp modSp add mod ord delAnim modAnim">
        <pc:chgData name="Nursakirah Ab Rahman Muton" userId="f84698cea26ccaf4" providerId="LiveId" clId="{7969D0CC-6CE5-4727-B2E0-F12A56B7AF9B}" dt="2024-11-21T14:24:44.219" v="4773" actId="1076"/>
        <pc:sldMkLst>
          <pc:docMk/>
          <pc:sldMk cId="879996968" sldId="696"/>
        </pc:sldMkLst>
        <pc:spChg chg="mod">
          <ac:chgData name="Nursakirah Ab Rahman Muton" userId="f84698cea26ccaf4" providerId="LiveId" clId="{7969D0CC-6CE5-4727-B2E0-F12A56B7AF9B}" dt="2024-11-21T14:24:34.410" v="4772" actId="1037"/>
          <ac:spMkLst>
            <pc:docMk/>
            <pc:sldMk cId="879996968" sldId="696"/>
            <ac:spMk id="2" creationId="{46354593-FEFB-8682-6E90-0FC35C93E1DF}"/>
          </ac:spMkLst>
        </pc:spChg>
        <pc:spChg chg="add mod">
          <ac:chgData name="Nursakirah Ab Rahman Muton" userId="f84698cea26ccaf4" providerId="LiveId" clId="{7969D0CC-6CE5-4727-B2E0-F12A56B7AF9B}" dt="2024-11-21T14:22:22.870" v="4725" actId="1076"/>
          <ac:spMkLst>
            <pc:docMk/>
            <pc:sldMk cId="879996968" sldId="696"/>
            <ac:spMk id="3" creationId="{5F64C2BC-3C62-3E21-F449-F698AE692818}"/>
          </ac:spMkLst>
        </pc:spChg>
        <pc:spChg chg="mod">
          <ac:chgData name="Nursakirah Ab Rahman Muton" userId="f84698cea26ccaf4" providerId="LiveId" clId="{7969D0CC-6CE5-4727-B2E0-F12A56B7AF9B}" dt="2024-11-21T14:24:34.410" v="4772" actId="1037"/>
          <ac:spMkLst>
            <pc:docMk/>
            <pc:sldMk cId="879996968" sldId="696"/>
            <ac:spMk id="6" creationId="{F4CAF160-5A56-0E30-7C62-34821F14D619}"/>
          </ac:spMkLst>
        </pc:spChg>
        <pc:spChg chg="mod">
          <ac:chgData name="Nursakirah Ab Rahman Muton" userId="f84698cea26ccaf4" providerId="LiveId" clId="{7969D0CC-6CE5-4727-B2E0-F12A56B7AF9B}" dt="2024-11-21T14:24:34.410" v="4772" actId="1037"/>
          <ac:spMkLst>
            <pc:docMk/>
            <pc:sldMk cId="879996968" sldId="696"/>
            <ac:spMk id="7" creationId="{C92D0BAB-6A53-00C6-081D-05C932B30127}"/>
          </ac:spMkLst>
        </pc:spChg>
        <pc:spChg chg="mod">
          <ac:chgData name="Nursakirah Ab Rahman Muton" userId="f84698cea26ccaf4" providerId="LiveId" clId="{7969D0CC-6CE5-4727-B2E0-F12A56B7AF9B}" dt="2024-11-21T14:24:34.410" v="4772" actId="1037"/>
          <ac:spMkLst>
            <pc:docMk/>
            <pc:sldMk cId="879996968" sldId="696"/>
            <ac:spMk id="8" creationId="{4A445E15-96A1-5317-DF69-F41D97999C37}"/>
          </ac:spMkLst>
        </pc:spChg>
        <pc:spChg chg="mod">
          <ac:chgData name="Nursakirah Ab Rahman Muton" userId="f84698cea26ccaf4" providerId="LiveId" clId="{7969D0CC-6CE5-4727-B2E0-F12A56B7AF9B}" dt="2024-11-21T14:24:34.410" v="4772" actId="1037"/>
          <ac:spMkLst>
            <pc:docMk/>
            <pc:sldMk cId="879996968" sldId="696"/>
            <ac:spMk id="9" creationId="{E9E78135-80BA-D9F0-1609-B7F567C505FA}"/>
          </ac:spMkLst>
        </pc:spChg>
        <pc:spChg chg="mod">
          <ac:chgData name="Nursakirah Ab Rahman Muton" userId="f84698cea26ccaf4" providerId="LiveId" clId="{7969D0CC-6CE5-4727-B2E0-F12A56B7AF9B}" dt="2024-11-21T14:24:34.410" v="4772" actId="1037"/>
          <ac:spMkLst>
            <pc:docMk/>
            <pc:sldMk cId="879996968" sldId="696"/>
            <ac:spMk id="10" creationId="{3DE91B0A-32AC-24ED-6AC5-C0781B47DB3B}"/>
          </ac:spMkLst>
        </pc:spChg>
        <pc:spChg chg="mod">
          <ac:chgData name="Nursakirah Ab Rahman Muton" userId="f84698cea26ccaf4" providerId="LiveId" clId="{7969D0CC-6CE5-4727-B2E0-F12A56B7AF9B}" dt="2024-11-21T14:24:34.410" v="4772" actId="1037"/>
          <ac:spMkLst>
            <pc:docMk/>
            <pc:sldMk cId="879996968" sldId="696"/>
            <ac:spMk id="11" creationId="{D8CD3AE4-7FC8-E3E2-BD94-9061C1D7246A}"/>
          </ac:spMkLst>
        </pc:spChg>
        <pc:spChg chg="mod">
          <ac:chgData name="Nursakirah Ab Rahman Muton" userId="f84698cea26ccaf4" providerId="LiveId" clId="{7969D0CC-6CE5-4727-B2E0-F12A56B7AF9B}" dt="2024-11-21T14:24:34.410" v="4772" actId="1037"/>
          <ac:spMkLst>
            <pc:docMk/>
            <pc:sldMk cId="879996968" sldId="696"/>
            <ac:spMk id="12" creationId="{79A923A9-DCB0-4624-E347-09693DA90F33}"/>
          </ac:spMkLst>
        </pc:spChg>
        <pc:spChg chg="mod">
          <ac:chgData name="Nursakirah Ab Rahman Muton" userId="f84698cea26ccaf4" providerId="LiveId" clId="{7969D0CC-6CE5-4727-B2E0-F12A56B7AF9B}" dt="2024-11-21T14:24:34.410" v="4772" actId="1037"/>
          <ac:spMkLst>
            <pc:docMk/>
            <pc:sldMk cId="879996968" sldId="696"/>
            <ac:spMk id="13" creationId="{521C16EE-061B-1A8B-6649-31B37870F7F8}"/>
          </ac:spMkLst>
        </pc:spChg>
        <pc:spChg chg="mod">
          <ac:chgData name="Nursakirah Ab Rahman Muton" userId="f84698cea26ccaf4" providerId="LiveId" clId="{7969D0CC-6CE5-4727-B2E0-F12A56B7AF9B}" dt="2024-11-21T14:24:34.410" v="4772" actId="1037"/>
          <ac:spMkLst>
            <pc:docMk/>
            <pc:sldMk cId="879996968" sldId="696"/>
            <ac:spMk id="14" creationId="{1C4718D5-3130-5741-8A8A-04F968C70EA1}"/>
          </ac:spMkLst>
        </pc:spChg>
        <pc:spChg chg="mod">
          <ac:chgData name="Nursakirah Ab Rahman Muton" userId="f84698cea26ccaf4" providerId="LiveId" clId="{7969D0CC-6CE5-4727-B2E0-F12A56B7AF9B}" dt="2024-11-21T14:24:34.410" v="4772" actId="1037"/>
          <ac:spMkLst>
            <pc:docMk/>
            <pc:sldMk cId="879996968" sldId="696"/>
            <ac:spMk id="15" creationId="{4EE8E119-31E1-E5F7-874F-EF20ACE23FEC}"/>
          </ac:spMkLst>
        </pc:spChg>
        <pc:spChg chg="add mod">
          <ac:chgData name="Nursakirah Ab Rahman Muton" userId="f84698cea26ccaf4" providerId="LiveId" clId="{7969D0CC-6CE5-4727-B2E0-F12A56B7AF9B}" dt="2024-11-21T14:24:34.410" v="4772" actId="1037"/>
          <ac:spMkLst>
            <pc:docMk/>
            <pc:sldMk cId="879996968" sldId="696"/>
            <ac:spMk id="16" creationId="{1F34F009-E2F3-319B-8A94-878A69593509}"/>
          </ac:spMkLst>
        </pc:spChg>
        <pc:spChg chg="add mod">
          <ac:chgData name="Nursakirah Ab Rahman Muton" userId="f84698cea26ccaf4" providerId="LiveId" clId="{7969D0CC-6CE5-4727-B2E0-F12A56B7AF9B}" dt="2024-11-21T14:24:34.410" v="4772" actId="1037"/>
          <ac:spMkLst>
            <pc:docMk/>
            <pc:sldMk cId="879996968" sldId="696"/>
            <ac:spMk id="17" creationId="{08211BF3-31C9-2357-3A94-99823A38FD98}"/>
          </ac:spMkLst>
        </pc:spChg>
        <pc:spChg chg="mod">
          <ac:chgData name="Nursakirah Ab Rahman Muton" userId="f84698cea26ccaf4" providerId="LiveId" clId="{7969D0CC-6CE5-4727-B2E0-F12A56B7AF9B}" dt="2024-11-21T14:24:34.410" v="4772" actId="1037"/>
          <ac:spMkLst>
            <pc:docMk/>
            <pc:sldMk cId="879996968" sldId="696"/>
            <ac:spMk id="18" creationId="{9358881B-A44F-8744-3E1A-F95641D8494B}"/>
          </ac:spMkLst>
        </pc:spChg>
        <pc:spChg chg="add mod">
          <ac:chgData name="Nursakirah Ab Rahman Muton" userId="f84698cea26ccaf4" providerId="LiveId" clId="{7969D0CC-6CE5-4727-B2E0-F12A56B7AF9B}" dt="2024-11-21T14:24:34.410" v="4772" actId="1037"/>
          <ac:spMkLst>
            <pc:docMk/>
            <pc:sldMk cId="879996968" sldId="696"/>
            <ac:spMk id="19" creationId="{92FE8747-DD8B-80A2-0F7C-E7D7783ED437}"/>
          </ac:spMkLst>
        </pc:spChg>
        <pc:spChg chg="mod">
          <ac:chgData name="Nursakirah Ab Rahman Muton" userId="f84698cea26ccaf4" providerId="LiveId" clId="{7969D0CC-6CE5-4727-B2E0-F12A56B7AF9B}" dt="2024-11-21T14:24:34.410" v="4772" actId="1037"/>
          <ac:spMkLst>
            <pc:docMk/>
            <pc:sldMk cId="879996968" sldId="696"/>
            <ac:spMk id="20" creationId="{A92D6B44-641A-3349-CD43-4AFC13C2A96B}"/>
          </ac:spMkLst>
        </pc:spChg>
        <pc:spChg chg="mod">
          <ac:chgData name="Nursakirah Ab Rahman Muton" userId="f84698cea26ccaf4" providerId="LiveId" clId="{7969D0CC-6CE5-4727-B2E0-F12A56B7AF9B}" dt="2024-11-21T14:24:34.410" v="4772" actId="1037"/>
          <ac:spMkLst>
            <pc:docMk/>
            <pc:sldMk cId="879996968" sldId="696"/>
            <ac:spMk id="21" creationId="{935896C5-1E2F-F7D2-EFEB-FD5BC3654B45}"/>
          </ac:spMkLst>
        </pc:spChg>
        <pc:spChg chg="del">
          <ac:chgData name="Nursakirah Ab Rahman Muton" userId="f84698cea26ccaf4" providerId="LiveId" clId="{7969D0CC-6CE5-4727-B2E0-F12A56B7AF9B}" dt="2024-11-21T14:24:21.861" v="4765" actId="478"/>
          <ac:spMkLst>
            <pc:docMk/>
            <pc:sldMk cId="879996968" sldId="696"/>
            <ac:spMk id="22" creationId="{BCFC4BDC-A97A-E927-5933-299551136052}"/>
          </ac:spMkLst>
        </pc:spChg>
        <pc:spChg chg="del">
          <ac:chgData name="Nursakirah Ab Rahman Muton" userId="f84698cea26ccaf4" providerId="LiveId" clId="{7969D0CC-6CE5-4727-B2E0-F12A56B7AF9B}" dt="2024-11-21T14:22:20.303" v="4723" actId="478"/>
          <ac:spMkLst>
            <pc:docMk/>
            <pc:sldMk cId="879996968" sldId="696"/>
            <ac:spMk id="23" creationId="{6C9AB374-3B7B-07BC-27A4-6AB3BE5BE680}"/>
          </ac:spMkLst>
        </pc:spChg>
        <pc:spChg chg="add mod">
          <ac:chgData name="Nursakirah Ab Rahman Muton" userId="f84698cea26ccaf4" providerId="LiveId" clId="{7969D0CC-6CE5-4727-B2E0-F12A56B7AF9B}" dt="2024-11-21T14:24:34.410" v="4772" actId="1037"/>
          <ac:spMkLst>
            <pc:docMk/>
            <pc:sldMk cId="879996968" sldId="696"/>
            <ac:spMk id="24" creationId="{0CA4B1F2-22AB-5682-D359-B447434BAB9F}"/>
          </ac:spMkLst>
        </pc:spChg>
        <pc:spChg chg="add mod">
          <ac:chgData name="Nursakirah Ab Rahman Muton" userId="f84698cea26ccaf4" providerId="LiveId" clId="{7969D0CC-6CE5-4727-B2E0-F12A56B7AF9B}" dt="2024-11-21T14:24:34.410" v="4772" actId="1037"/>
          <ac:spMkLst>
            <pc:docMk/>
            <pc:sldMk cId="879996968" sldId="696"/>
            <ac:spMk id="25" creationId="{39108AB3-83D2-12AF-1700-15342DB93361}"/>
          </ac:spMkLst>
        </pc:spChg>
        <pc:spChg chg="add mod">
          <ac:chgData name="Nursakirah Ab Rahman Muton" userId="f84698cea26ccaf4" providerId="LiveId" clId="{7969D0CC-6CE5-4727-B2E0-F12A56B7AF9B}" dt="2024-11-21T14:24:44.219" v="4773" actId="1076"/>
          <ac:spMkLst>
            <pc:docMk/>
            <pc:sldMk cId="879996968" sldId="696"/>
            <ac:spMk id="26" creationId="{D08BE372-EAFB-0836-8CE1-18593B985176}"/>
          </ac:spMkLst>
        </pc:spChg>
        <pc:spChg chg="del mod">
          <ac:chgData name="Nursakirah Ab Rahman Muton" userId="f84698cea26ccaf4" providerId="LiveId" clId="{7969D0CC-6CE5-4727-B2E0-F12A56B7AF9B}" dt="2024-11-21T14:22:52.532" v="4732" actId="478"/>
          <ac:spMkLst>
            <pc:docMk/>
            <pc:sldMk cId="879996968" sldId="696"/>
            <ac:spMk id="28" creationId="{37564D24-4296-2067-6838-726DC4DEAAD5}"/>
          </ac:spMkLst>
        </pc:spChg>
        <pc:spChg chg="del mod">
          <ac:chgData name="Nursakirah Ab Rahman Muton" userId="f84698cea26ccaf4" providerId="LiveId" clId="{7969D0CC-6CE5-4727-B2E0-F12A56B7AF9B}" dt="2024-11-21T14:22:52.006" v="4731" actId="478"/>
          <ac:spMkLst>
            <pc:docMk/>
            <pc:sldMk cId="879996968" sldId="696"/>
            <ac:spMk id="29" creationId="{D0D05B30-0293-64F2-DA14-FBF5673F8909}"/>
          </ac:spMkLst>
        </pc:spChg>
        <pc:graphicFrameChg chg="mod">
          <ac:chgData name="Nursakirah Ab Rahman Muton" userId="f84698cea26ccaf4" providerId="LiveId" clId="{7969D0CC-6CE5-4727-B2E0-F12A56B7AF9B}" dt="2024-11-21T14:24:34.410" v="4772" actId="1037"/>
          <ac:graphicFrameMkLst>
            <pc:docMk/>
            <pc:sldMk cId="879996968" sldId="696"/>
            <ac:graphicFrameMk id="5" creationId="{5A89B984-41F7-3A57-E8B7-CD41167721CF}"/>
          </ac:graphicFrameMkLst>
        </pc:graphicFrameChg>
      </pc:sldChg>
      <pc:sldChg chg="addSp delSp modSp new mod modClrScheme chgLayout">
        <pc:chgData name="Nursakirah Ab Rahman Muton" userId="f84698cea26ccaf4" providerId="LiveId" clId="{7969D0CC-6CE5-4727-B2E0-F12A56B7AF9B}" dt="2024-11-22T01:16:35.198" v="4795" actId="14100"/>
        <pc:sldMkLst>
          <pc:docMk/>
          <pc:sldMk cId="116919293" sldId="697"/>
        </pc:sldMkLst>
        <pc:spChg chg="del">
          <ac:chgData name="Nursakirah Ab Rahman Muton" userId="f84698cea26ccaf4" providerId="LiveId" clId="{7969D0CC-6CE5-4727-B2E0-F12A56B7AF9B}" dt="2024-11-22T01:16:01.969" v="4786" actId="700"/>
          <ac:spMkLst>
            <pc:docMk/>
            <pc:sldMk cId="116919293" sldId="697"/>
            <ac:spMk id="2" creationId="{D81292CD-B2FB-1D55-BC99-D26B3A1FE280}"/>
          </ac:spMkLst>
        </pc:spChg>
        <pc:spChg chg="del">
          <ac:chgData name="Nursakirah Ab Rahman Muton" userId="f84698cea26ccaf4" providerId="LiveId" clId="{7969D0CC-6CE5-4727-B2E0-F12A56B7AF9B}" dt="2024-11-22T01:16:01.969" v="4786" actId="700"/>
          <ac:spMkLst>
            <pc:docMk/>
            <pc:sldMk cId="116919293" sldId="697"/>
            <ac:spMk id="3" creationId="{B812B610-9FF1-FC51-4A8A-21E8220217BB}"/>
          </ac:spMkLst>
        </pc:spChg>
        <pc:spChg chg="mod ord">
          <ac:chgData name="Nursakirah Ab Rahman Muton" userId="f84698cea26ccaf4" providerId="LiveId" clId="{7969D0CC-6CE5-4727-B2E0-F12A56B7AF9B}" dt="2024-11-22T01:16:01.969" v="4786" actId="700"/>
          <ac:spMkLst>
            <pc:docMk/>
            <pc:sldMk cId="116919293" sldId="697"/>
            <ac:spMk id="4" creationId="{85919518-AFAF-F8FA-87EC-19217F60C23E}"/>
          </ac:spMkLst>
        </pc:spChg>
        <pc:picChg chg="add mod modCrop">
          <ac:chgData name="Nursakirah Ab Rahman Muton" userId="f84698cea26ccaf4" providerId="LiveId" clId="{7969D0CC-6CE5-4727-B2E0-F12A56B7AF9B}" dt="2024-11-22T01:16:35.198" v="4795" actId="14100"/>
          <ac:picMkLst>
            <pc:docMk/>
            <pc:sldMk cId="116919293" sldId="697"/>
            <ac:picMk id="6" creationId="{ADEC81BB-7E82-E54F-AEBB-5F91ED01D609}"/>
          </ac:picMkLst>
        </pc:picChg>
      </pc:sldChg>
      <pc:sldMasterChg chg="modSp mod">
        <pc:chgData name="Nursakirah Ab Rahman Muton" userId="f84698cea26ccaf4" providerId="LiveId" clId="{7969D0CC-6CE5-4727-B2E0-F12A56B7AF9B}" dt="2024-11-03T07:53:05.744" v="112" actId="113"/>
        <pc:sldMasterMkLst>
          <pc:docMk/>
          <pc:sldMasterMk cId="2424960953" sldId="2147484759"/>
        </pc:sldMasterMkLst>
        <pc:spChg chg="mod">
          <ac:chgData name="Nursakirah Ab Rahman Muton" userId="f84698cea26ccaf4" providerId="LiveId" clId="{7969D0CC-6CE5-4727-B2E0-F12A56B7AF9B}" dt="2024-11-03T07:53:05.744" v="112" actId="113"/>
          <ac:spMkLst>
            <pc:docMk/>
            <pc:sldMasterMk cId="2424960953" sldId="2147484759"/>
            <ac:spMk id="6" creationId="{00000000-0000-0000-0000-000000000000}"/>
          </ac:spMkLst>
        </pc:sp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87ECF0-6988-49AF-8706-372CF24E8D22}"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MY"/>
        </a:p>
      </dgm:t>
    </dgm:pt>
    <dgm:pt modelId="{51481BD7-6B94-468F-9C3D-95A6E8ED275F}">
      <dgm:prSet/>
      <dgm:spPr/>
      <dgm:t>
        <a:bodyPr/>
        <a:lstStyle/>
        <a:p>
          <a:r>
            <a:rPr lang="en-US" dirty="0"/>
            <a:t>Understand the basic operations of Boolean algebra.</a:t>
          </a:r>
          <a:endParaRPr lang="en-MY" dirty="0"/>
        </a:p>
      </dgm:t>
    </dgm:pt>
    <dgm:pt modelId="{B35E2677-DD30-4ED5-AA7E-574955399F1B}" type="parTrans" cxnId="{5B80EE4E-C2C3-457A-9C5D-7D5C3A8EDFCC}">
      <dgm:prSet/>
      <dgm:spPr/>
      <dgm:t>
        <a:bodyPr/>
        <a:lstStyle/>
        <a:p>
          <a:endParaRPr lang="en-MY"/>
        </a:p>
      </dgm:t>
    </dgm:pt>
    <dgm:pt modelId="{AF46356D-86ED-4E01-BB76-F4C5FD1A46C9}" type="sibTrans" cxnId="{5B80EE4E-C2C3-457A-9C5D-7D5C3A8EDFCC}">
      <dgm:prSet/>
      <dgm:spPr/>
      <dgm:t>
        <a:bodyPr/>
        <a:lstStyle/>
        <a:p>
          <a:endParaRPr lang="en-MY"/>
        </a:p>
      </dgm:t>
    </dgm:pt>
    <dgm:pt modelId="{CBC9AE38-A723-4BC7-9C58-0E8EC3CCB764}">
      <dgm:prSet/>
      <dgm:spPr/>
      <dgm:t>
        <a:bodyPr/>
        <a:lstStyle/>
        <a:p>
          <a:r>
            <a:rPr lang="en-US"/>
            <a:t>Distinguish among the different types of flip-flops.</a:t>
          </a:r>
          <a:endParaRPr lang="en-MY"/>
        </a:p>
      </dgm:t>
    </dgm:pt>
    <dgm:pt modelId="{145C7A3A-8F77-4507-8D53-FCD686E03C49}" type="parTrans" cxnId="{A1E3705E-1CCF-4258-8709-6F4CA2CBC937}">
      <dgm:prSet/>
      <dgm:spPr/>
      <dgm:t>
        <a:bodyPr/>
        <a:lstStyle/>
        <a:p>
          <a:endParaRPr lang="en-MY"/>
        </a:p>
      </dgm:t>
    </dgm:pt>
    <dgm:pt modelId="{EA5BDF53-512F-4642-8D83-D258D85F56F1}" type="sibTrans" cxnId="{A1E3705E-1CCF-4258-8709-6F4CA2CBC937}">
      <dgm:prSet/>
      <dgm:spPr/>
      <dgm:t>
        <a:bodyPr/>
        <a:lstStyle/>
        <a:p>
          <a:endParaRPr lang="en-MY"/>
        </a:p>
      </dgm:t>
    </dgm:pt>
    <dgm:pt modelId="{72033765-BC59-4ED6-8A0D-CFE6CE33E156}">
      <dgm:prSet/>
      <dgm:spPr/>
      <dgm:t>
        <a:bodyPr/>
        <a:lstStyle/>
        <a:p>
          <a:r>
            <a:rPr lang="en-US"/>
            <a:t>Use a Karnaugh map to simplify a Boolean expression.</a:t>
          </a:r>
          <a:endParaRPr lang="en-MY"/>
        </a:p>
      </dgm:t>
    </dgm:pt>
    <dgm:pt modelId="{B8BBF6E7-B5C4-473E-9441-EBCE2EB1017A}" type="parTrans" cxnId="{E2A33913-D1C3-4FB0-B203-468B80D3E98A}">
      <dgm:prSet/>
      <dgm:spPr/>
      <dgm:t>
        <a:bodyPr/>
        <a:lstStyle/>
        <a:p>
          <a:endParaRPr lang="en-MY"/>
        </a:p>
      </dgm:t>
    </dgm:pt>
    <dgm:pt modelId="{45519D48-92A4-459E-BD06-6A366B49292D}" type="sibTrans" cxnId="{E2A33913-D1C3-4FB0-B203-468B80D3E98A}">
      <dgm:prSet/>
      <dgm:spPr/>
      <dgm:t>
        <a:bodyPr/>
        <a:lstStyle/>
        <a:p>
          <a:endParaRPr lang="en-MY"/>
        </a:p>
      </dgm:t>
    </dgm:pt>
    <dgm:pt modelId="{A2BBBE5E-14B0-4CF1-B9B1-D3F73A39AB64}">
      <dgm:prSet/>
      <dgm:spPr/>
      <dgm:t>
        <a:bodyPr/>
        <a:lstStyle/>
        <a:p>
          <a:r>
            <a:rPr lang="en-US"/>
            <a:t>Present an overview of programmable logic devices.</a:t>
          </a:r>
          <a:endParaRPr lang="en-MY"/>
        </a:p>
      </dgm:t>
    </dgm:pt>
    <dgm:pt modelId="{9AC5D54C-8822-4DD0-9DBB-9A0E84A9EFC8}" type="parTrans" cxnId="{7C787442-75E9-49E7-933D-AF308A286CF5}">
      <dgm:prSet/>
      <dgm:spPr/>
      <dgm:t>
        <a:bodyPr/>
        <a:lstStyle/>
        <a:p>
          <a:endParaRPr lang="en-MY"/>
        </a:p>
      </dgm:t>
    </dgm:pt>
    <dgm:pt modelId="{DC12E4AF-2DA9-4AD4-9AF0-C9D442E202A2}" type="sibTrans" cxnId="{7C787442-75E9-49E7-933D-AF308A286CF5}">
      <dgm:prSet/>
      <dgm:spPr/>
      <dgm:t>
        <a:bodyPr/>
        <a:lstStyle/>
        <a:p>
          <a:endParaRPr lang="en-MY"/>
        </a:p>
      </dgm:t>
    </dgm:pt>
    <dgm:pt modelId="{9CC04992-C52B-4EE7-8DE1-333A94F93EC5}" type="pres">
      <dgm:prSet presAssocID="{8D87ECF0-6988-49AF-8706-372CF24E8D22}" presName="diagram" presStyleCnt="0">
        <dgm:presLayoutVars>
          <dgm:dir/>
          <dgm:resizeHandles val="exact"/>
        </dgm:presLayoutVars>
      </dgm:prSet>
      <dgm:spPr/>
    </dgm:pt>
    <dgm:pt modelId="{187ADA66-794C-437B-8899-32272EABDCE1}" type="pres">
      <dgm:prSet presAssocID="{51481BD7-6B94-468F-9C3D-95A6E8ED275F}" presName="node" presStyleLbl="node1" presStyleIdx="0" presStyleCnt="4">
        <dgm:presLayoutVars>
          <dgm:bulletEnabled val="1"/>
        </dgm:presLayoutVars>
      </dgm:prSet>
      <dgm:spPr/>
    </dgm:pt>
    <dgm:pt modelId="{3B1E500A-C7C8-4AE4-8F79-16E693C3AAA8}" type="pres">
      <dgm:prSet presAssocID="{AF46356D-86ED-4E01-BB76-F4C5FD1A46C9}" presName="sibTrans" presStyleCnt="0"/>
      <dgm:spPr/>
    </dgm:pt>
    <dgm:pt modelId="{EC79CF0F-6685-4F6E-8D6C-B934917991A0}" type="pres">
      <dgm:prSet presAssocID="{CBC9AE38-A723-4BC7-9C58-0E8EC3CCB764}" presName="node" presStyleLbl="node1" presStyleIdx="1" presStyleCnt="4">
        <dgm:presLayoutVars>
          <dgm:bulletEnabled val="1"/>
        </dgm:presLayoutVars>
      </dgm:prSet>
      <dgm:spPr/>
    </dgm:pt>
    <dgm:pt modelId="{B12D8A59-691B-4BF1-874B-E3A874810600}" type="pres">
      <dgm:prSet presAssocID="{EA5BDF53-512F-4642-8D83-D258D85F56F1}" presName="sibTrans" presStyleCnt="0"/>
      <dgm:spPr/>
    </dgm:pt>
    <dgm:pt modelId="{1550964C-AE03-4CF3-BFFF-30881707C127}" type="pres">
      <dgm:prSet presAssocID="{72033765-BC59-4ED6-8A0D-CFE6CE33E156}" presName="node" presStyleLbl="node1" presStyleIdx="2" presStyleCnt="4">
        <dgm:presLayoutVars>
          <dgm:bulletEnabled val="1"/>
        </dgm:presLayoutVars>
      </dgm:prSet>
      <dgm:spPr/>
    </dgm:pt>
    <dgm:pt modelId="{1AE03374-E334-4CF1-BE75-97EC086B705D}" type="pres">
      <dgm:prSet presAssocID="{45519D48-92A4-459E-BD06-6A366B49292D}" presName="sibTrans" presStyleCnt="0"/>
      <dgm:spPr/>
    </dgm:pt>
    <dgm:pt modelId="{2CDC1024-F789-4F8C-B655-4C20C99DB96D}" type="pres">
      <dgm:prSet presAssocID="{A2BBBE5E-14B0-4CF1-B9B1-D3F73A39AB64}" presName="node" presStyleLbl="node1" presStyleIdx="3" presStyleCnt="4">
        <dgm:presLayoutVars>
          <dgm:bulletEnabled val="1"/>
        </dgm:presLayoutVars>
      </dgm:prSet>
      <dgm:spPr/>
    </dgm:pt>
  </dgm:ptLst>
  <dgm:cxnLst>
    <dgm:cxn modelId="{AC5CB604-C309-4D81-8680-7730E0EE89FB}" type="presOf" srcId="{A2BBBE5E-14B0-4CF1-B9B1-D3F73A39AB64}" destId="{2CDC1024-F789-4F8C-B655-4C20C99DB96D}" srcOrd="0" destOrd="0" presId="urn:microsoft.com/office/officeart/2005/8/layout/default"/>
    <dgm:cxn modelId="{F6D5370E-3763-4D45-94B9-03A3EFCF81E9}" type="presOf" srcId="{51481BD7-6B94-468F-9C3D-95A6E8ED275F}" destId="{187ADA66-794C-437B-8899-32272EABDCE1}" srcOrd="0" destOrd="0" presId="urn:microsoft.com/office/officeart/2005/8/layout/default"/>
    <dgm:cxn modelId="{E2A33913-D1C3-4FB0-B203-468B80D3E98A}" srcId="{8D87ECF0-6988-49AF-8706-372CF24E8D22}" destId="{72033765-BC59-4ED6-8A0D-CFE6CE33E156}" srcOrd="2" destOrd="0" parTransId="{B8BBF6E7-B5C4-473E-9441-EBCE2EB1017A}" sibTransId="{45519D48-92A4-459E-BD06-6A366B49292D}"/>
    <dgm:cxn modelId="{A1E3705E-1CCF-4258-8709-6F4CA2CBC937}" srcId="{8D87ECF0-6988-49AF-8706-372CF24E8D22}" destId="{CBC9AE38-A723-4BC7-9C58-0E8EC3CCB764}" srcOrd="1" destOrd="0" parTransId="{145C7A3A-8F77-4507-8D53-FCD686E03C49}" sibTransId="{EA5BDF53-512F-4642-8D83-D258D85F56F1}"/>
    <dgm:cxn modelId="{7C787442-75E9-49E7-933D-AF308A286CF5}" srcId="{8D87ECF0-6988-49AF-8706-372CF24E8D22}" destId="{A2BBBE5E-14B0-4CF1-B9B1-D3F73A39AB64}" srcOrd="3" destOrd="0" parTransId="{9AC5D54C-8822-4DD0-9DBB-9A0E84A9EFC8}" sibTransId="{DC12E4AF-2DA9-4AD4-9AF0-C9D442E202A2}"/>
    <dgm:cxn modelId="{2539C46C-002A-4E2A-AA07-4F0D40FE1559}" type="presOf" srcId="{CBC9AE38-A723-4BC7-9C58-0E8EC3CCB764}" destId="{EC79CF0F-6685-4F6E-8D6C-B934917991A0}" srcOrd="0" destOrd="0" presId="urn:microsoft.com/office/officeart/2005/8/layout/default"/>
    <dgm:cxn modelId="{5B80EE4E-C2C3-457A-9C5D-7D5C3A8EDFCC}" srcId="{8D87ECF0-6988-49AF-8706-372CF24E8D22}" destId="{51481BD7-6B94-468F-9C3D-95A6E8ED275F}" srcOrd="0" destOrd="0" parTransId="{B35E2677-DD30-4ED5-AA7E-574955399F1B}" sibTransId="{AF46356D-86ED-4E01-BB76-F4C5FD1A46C9}"/>
    <dgm:cxn modelId="{847C2AA2-ED65-46AA-A8EF-32AA22EA507A}" type="presOf" srcId="{72033765-BC59-4ED6-8A0D-CFE6CE33E156}" destId="{1550964C-AE03-4CF3-BFFF-30881707C127}" srcOrd="0" destOrd="0" presId="urn:microsoft.com/office/officeart/2005/8/layout/default"/>
    <dgm:cxn modelId="{A8B561E1-03E9-4589-AA09-95088941706B}" type="presOf" srcId="{8D87ECF0-6988-49AF-8706-372CF24E8D22}" destId="{9CC04992-C52B-4EE7-8DE1-333A94F93EC5}" srcOrd="0" destOrd="0" presId="urn:microsoft.com/office/officeart/2005/8/layout/default"/>
    <dgm:cxn modelId="{B8307F2E-DE32-45ED-8DDE-1246D115142D}" type="presParOf" srcId="{9CC04992-C52B-4EE7-8DE1-333A94F93EC5}" destId="{187ADA66-794C-437B-8899-32272EABDCE1}" srcOrd="0" destOrd="0" presId="urn:microsoft.com/office/officeart/2005/8/layout/default"/>
    <dgm:cxn modelId="{690A6D36-4537-438E-87C7-B7EAC478A1C4}" type="presParOf" srcId="{9CC04992-C52B-4EE7-8DE1-333A94F93EC5}" destId="{3B1E500A-C7C8-4AE4-8F79-16E693C3AAA8}" srcOrd="1" destOrd="0" presId="urn:microsoft.com/office/officeart/2005/8/layout/default"/>
    <dgm:cxn modelId="{37E73241-F002-4ACA-AF82-671DA20C4F54}" type="presParOf" srcId="{9CC04992-C52B-4EE7-8DE1-333A94F93EC5}" destId="{EC79CF0F-6685-4F6E-8D6C-B934917991A0}" srcOrd="2" destOrd="0" presId="urn:microsoft.com/office/officeart/2005/8/layout/default"/>
    <dgm:cxn modelId="{5094889B-FB44-4A41-9A95-CBB3FC6AD152}" type="presParOf" srcId="{9CC04992-C52B-4EE7-8DE1-333A94F93EC5}" destId="{B12D8A59-691B-4BF1-874B-E3A874810600}" srcOrd="3" destOrd="0" presId="urn:microsoft.com/office/officeart/2005/8/layout/default"/>
    <dgm:cxn modelId="{ECE6F918-84D0-4A8D-84D9-60C48AF0E5DA}" type="presParOf" srcId="{9CC04992-C52B-4EE7-8DE1-333A94F93EC5}" destId="{1550964C-AE03-4CF3-BFFF-30881707C127}" srcOrd="4" destOrd="0" presId="urn:microsoft.com/office/officeart/2005/8/layout/default"/>
    <dgm:cxn modelId="{87544D1C-D028-420D-BC8B-471CD79BD975}" type="presParOf" srcId="{9CC04992-C52B-4EE7-8DE1-333A94F93EC5}" destId="{1AE03374-E334-4CF1-BE75-97EC086B705D}" srcOrd="5" destOrd="0" presId="urn:microsoft.com/office/officeart/2005/8/layout/default"/>
    <dgm:cxn modelId="{DCAB91AB-D9B1-4A9A-B0F2-696BF3A4F726}" type="presParOf" srcId="{9CC04992-C52B-4EE7-8DE1-333A94F93EC5}" destId="{2CDC1024-F789-4F8C-B655-4C20C99DB96D}"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7ADA66-794C-437B-8899-32272EABDCE1}">
      <dsp:nvSpPr>
        <dsp:cNvPr id="0" name=""/>
        <dsp:cNvSpPr/>
      </dsp:nvSpPr>
      <dsp:spPr>
        <a:xfrm>
          <a:off x="166446" y="2272"/>
          <a:ext cx="3501564" cy="2100938"/>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Understand the basic operations of Boolean algebra.</a:t>
          </a:r>
          <a:endParaRPr lang="en-MY" sz="3400" kern="1200" dirty="0"/>
        </a:p>
      </dsp:txBody>
      <dsp:txXfrm>
        <a:off x="166446" y="2272"/>
        <a:ext cx="3501564" cy="2100938"/>
      </dsp:txXfrm>
    </dsp:sp>
    <dsp:sp modelId="{EC79CF0F-6685-4F6E-8D6C-B934917991A0}">
      <dsp:nvSpPr>
        <dsp:cNvPr id="0" name=""/>
        <dsp:cNvSpPr/>
      </dsp:nvSpPr>
      <dsp:spPr>
        <a:xfrm>
          <a:off x="4018166" y="2272"/>
          <a:ext cx="3501564" cy="2100938"/>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Distinguish among the different types of flip-flops.</a:t>
          </a:r>
          <a:endParaRPr lang="en-MY" sz="3400" kern="1200"/>
        </a:p>
      </dsp:txBody>
      <dsp:txXfrm>
        <a:off x="4018166" y="2272"/>
        <a:ext cx="3501564" cy="2100938"/>
      </dsp:txXfrm>
    </dsp:sp>
    <dsp:sp modelId="{1550964C-AE03-4CF3-BFFF-30881707C127}">
      <dsp:nvSpPr>
        <dsp:cNvPr id="0" name=""/>
        <dsp:cNvSpPr/>
      </dsp:nvSpPr>
      <dsp:spPr>
        <a:xfrm>
          <a:off x="166446" y="2453367"/>
          <a:ext cx="3501564" cy="2100938"/>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Use a Karnaugh map to simplify a Boolean expression.</a:t>
          </a:r>
          <a:endParaRPr lang="en-MY" sz="3400" kern="1200"/>
        </a:p>
      </dsp:txBody>
      <dsp:txXfrm>
        <a:off x="166446" y="2453367"/>
        <a:ext cx="3501564" cy="2100938"/>
      </dsp:txXfrm>
    </dsp:sp>
    <dsp:sp modelId="{2CDC1024-F789-4F8C-B655-4C20C99DB96D}">
      <dsp:nvSpPr>
        <dsp:cNvPr id="0" name=""/>
        <dsp:cNvSpPr/>
      </dsp:nvSpPr>
      <dsp:spPr>
        <a:xfrm>
          <a:off x="4018166" y="2453367"/>
          <a:ext cx="3501564" cy="2100938"/>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Present an overview of programmable logic devices.</a:t>
          </a:r>
          <a:endParaRPr lang="en-MY" sz="3400" kern="1200"/>
        </a:p>
      </dsp:txBody>
      <dsp:txXfrm>
        <a:off x="4018166" y="2453367"/>
        <a:ext cx="3501564" cy="210093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9E4CB877-0061-DC28-5062-559105CD056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60419" name="Rectangle 3">
            <a:extLst>
              <a:ext uri="{FF2B5EF4-FFF2-40B4-BE49-F238E27FC236}">
                <a16:creationId xmlns:a16="http://schemas.microsoft.com/office/drawing/2014/main" id="{A39CE670-1EBE-002E-34B3-0650DF2B19AA}"/>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spcBef>
                <a:spcPct val="0"/>
              </a:spcBef>
              <a:buClrTx/>
              <a:buFontTx/>
              <a:buNone/>
              <a:defRPr kumimoji="0" sz="1200">
                <a:latin typeface="Times New Roman" pitchFamily="18" charset="0"/>
              </a:defRPr>
            </a:lvl1pPr>
          </a:lstStyle>
          <a:p>
            <a:pPr>
              <a:defRPr/>
            </a:pPr>
            <a:endParaRPr lang="en-US"/>
          </a:p>
        </p:txBody>
      </p:sp>
      <p:sp>
        <p:nvSpPr>
          <p:cNvPr id="60420" name="Rectangle 4">
            <a:extLst>
              <a:ext uri="{FF2B5EF4-FFF2-40B4-BE49-F238E27FC236}">
                <a16:creationId xmlns:a16="http://schemas.microsoft.com/office/drawing/2014/main" id="{35107BBE-7BF1-4A97-FB9E-DFCCC40E9E62}"/>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60421" name="Rectangle 5">
            <a:extLst>
              <a:ext uri="{FF2B5EF4-FFF2-40B4-BE49-F238E27FC236}">
                <a16:creationId xmlns:a16="http://schemas.microsoft.com/office/drawing/2014/main" id="{27A85CD0-45AB-26BD-D91A-ECDA7D3FA53D}"/>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kumimoji="0" sz="1200">
                <a:latin typeface="Times New Roman" panose="02020603050405020304" pitchFamily="18" charset="0"/>
              </a:defRPr>
            </a:lvl1pPr>
          </a:lstStyle>
          <a:p>
            <a:pPr>
              <a:defRPr/>
            </a:pPr>
            <a:fld id="{3A511EC9-D209-43DB-A012-833AD0F4F1C2}"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00" units="cm"/>
          <inkml:channel name="Y" type="integer" max="1200" units="cm"/>
          <inkml:channel name="T" type="integer" max="2.14748E9" units="dev"/>
        </inkml:traceFormat>
        <inkml:channelProperties>
          <inkml:channelProperty channel="X" name="resolution" value="92.75362" units="1/cm"/>
          <inkml:channelProperty channel="Y" name="resolution" value="55.81395" units="1/cm"/>
          <inkml:channelProperty channel="T" name="resolution" value="1" units="1/dev"/>
        </inkml:channelProperties>
      </inkml:inkSource>
      <inkml:timestamp xml:id="ts0" timeString="2024-11-19T06:26:44.270"/>
    </inkml:context>
    <inkml:brush xml:id="br0">
      <inkml:brushProperty name="width" value="0.05292" units="cm"/>
      <inkml:brushProperty name="height" value="0.05292" units="cm"/>
      <inkml:brushProperty name="color" value="#7030A0"/>
    </inkml:brush>
  </inkml:definitions>
  <inkml:trace contextRef="#ctx0" brushRef="#br0">8602 9254 0,'-23'0'187,"0"0"-187,1 0 0,-1-22 16,1 22-16,-1 0 0,-22 0 16,22 0-16,1 0 0,-1 0 0,1 0 0,-1 0 0,1 0 15,-1 0-15,0 0 0,1 0 0,-1 0 0,1 0 0,-1 0 16,0 0-16,1 0 0,-1 0 0,1 0 0,-1 0 16,1 0-16,22 22 15,-23-22-15,0 0 0,1 0 0,22 23 16,-23-23-16,23 22 0,-22-22 0,-1 0 15,23 23-15,-22-23 0,-1 0 0,23 23 0,0-1 16,-23-22-16,1 0 0,-1 23 16,23-1-16,-22-22 0,-1 0 0,23 23 0,0-1 0,-23-22 15,1 0-15,22 23 0,-23 0 0,1-1 0,22 1 16,-23-23-16,23 22 0,-22-22 0,22 23 0,-23-23 0,23 22 0,-23-22 0,23 23 16,-22-23-16,22 23 0,0-1 0,-23 1 0,1-23 0,22 22 15,-23-22-15,1 45 0,22-22 0,-23-23 0,23 23 0,0-1 16,-23 1-16,1-23 0,22 22 0,-23 1 15,23-1-15,0 1 0,-22 0 0,-1-1 16,23 1-16,0-1 16,0 1-16,-22-23 0,22 22 15,0 1-15,0 0 16,-23-23-16,23 22 16,0 1-16,0-1 15,-23-22-15,23 23 0,0-1 16,0 1-16,0 0 15,0-1 1,23-22 0,-23 23-1,23-23-15,-23 22 16,22-22-16,1 0 0,-1 0 16,1 0-16,-1 0 15,-22 23-15,23-23 0,0 0 0,-23 22 16,22-22-16,1 0 0,-1 0 0,-22 23 0,23-23 0,-1 0 0,1 0 15,0 0-15,-1 0 0,1 0 0,-23 23 0,22-23 0,1 0 16,-1 0-16,1 22 0,0-22 0,-1 0 0,1 0 16,-1 0-16,1 0 0,0 0 0,-23 23 0,22-23 0,1 0 15,-1 0-15,1 22 16,-1-22-16,1 0 16,0 0-1,-1 0-15,1 0 0,-1 0 16,1 0-16,-1 0 15,1 0-15,0 0 16,-1 0-16,1 0 0,-1 0 16,1 0-16,0 0 0,-1 0 0,1 0 0,-23-22 15,22 22-15,1 0 0,-1 0 0,1 0 0,0 0 0,-1-23 16,1 23-16,-1 0 0,1-22 0,-1 22 0,1 0 16,0-23-16,-1 23 0,1 0 0,-23-23 15,22 23-15,-22-22 0,23 22 0,-1 0 0,1 0 16,-23-23-16,0 1 0,23 22 0,-1 0 0,1 0 0,-23-23 15,22 23-15,-22-22 0,23 22 0,-23-23 0,23 23 0,-1-23 16,1 1-16,-1 22 16,-22-23-16,0 1 0,23 22 0,-23-23 0,22 23 15,-22-22-15,0-1 0,23 23 0,-23-23 0,0 1 16,23 22-16,-23-23 0,22 23 0,-22-22 0,0-1 0,0 1 16,23 22-16,-23-46 0,22 46 15,-22-22-15,0-1 0,0 1 0,0-1 0,0 1 16,0-1-16,23 23 0,-23-23 0,0 1 15,0-1-15,0 1 0,0-1 0,0 1 16,0-1-16,0 0 0,0 1 16,0-1-16,0 1 0,0-1 15,0 1-15,0-1 16,0 0-16,0 1 16,-23 22-16,1 0 0,22-23 0,0 1 15,-23 22-15,1 0 16,-1 0-16,23-23 15,-23 23-15,1 0 0,22-22 0,-23 22 16,1-23-16,-1 23 16,1 0-16,-1-23 15,0 1-15,1 22 0,-1 0 16,23-23-16,-22 23 0,-1 0 0,23-22 0,-23 22 16,1 0-16,22-23 0,-23 23 15,1 0 1,22-22-16,-23 22 0</inkml:trace>
  <inkml:trace contextRef="#ctx0" brushRef="#br0" timeOffset="5437.46">12169 9006 0,'0'23'15,"0"-1"1,-23-22-16,23 23 16,0-1-16,0 1 0,-22-23 0,22 22 15,0 1 1,-23-23-16,23 23 0,0-1 16,-22-22 280,22-22-296,-23 22 16,23-23-16,-23 23 0,23-23 16,-22 23-16,22-22 0,-23 22 15,23-23-15,0 1 0,-22 22 0,-1 0 16,1 0-16,22-23 16,-23 23 62,0 0-63,1 0 1,-1 0-16,1 0 16,-1 0-16,0 0 0,1 0 15,-1 0-15,1 0 0,-1 0 16,1 0-16,-1 0 0,0 0 15,23 23-15,-22-23 16,-1 0-16,1 0 0,-1 0 16,1 0-16,-1 0 0,0 0 15,1 0-15,-1 0 16,23 22-16,-22-22 0,-1 0 0,1 0 0,-1 0 16,0 0-16,23 23 0,-22-23 0,-1 0 15,1 0 1,-1 0-16,23 22 0,-23-22 0,1 0 0,22 23 0,-23-23 15,1 0-15,-1 0 0,23 23 0,-22-23 16,22 22-16,-23-22 0,23 23 0,-23-23 0,1 0 0,-1 0 16,23 22-16,-22-22 0,-1 0 15,23 23-15,-22-23 0,-1 22 16,23 1-16,-23-23 0,23 23 0,-22-23 16,-1 0-1,23 22-15,0 1 0,-22-23 16,-1 0-16,23 22 15,0 1-15,-23-23 0,23 22 0,-22-22 0,-1 23 16,23 0-16,0-1 16,0 1-16,-22-23 15,22 22-15,0 1 0,-23-1 16,23 1-16,0 0 0,0-1 0,0 1 16,0-1-1,-22-22-15,22 23 0,0-1 0,0 1 0,0 0 16,0-1-1,0 1-15,0-1 16,0 1-16,0-1 0,0 1 16,0 0-16,22-23 0,-22 22 15,23-22-15,-23 23 16,0-1-16,22-22 0,-22 23 16,23-23-16,-1 0 0,-22 22 0,23 1 15,0-23-15,-23 23 0,22-23 16,-22 22-16,23-22 0,-23 23 0,22-23 0,1 22 15,0-22-15,-23 23 0,22-23 0,1 0 16,-23 22-16,22 1 0,1-23 0,-1 0 0,-22 23 0,23-23 16,0 0-16,-23 22 0,22-22 0,1 0 15,-1 0-15,-22 23 0,23-23 0,-1 0 0,1 0 16,-23 22-16,23-22 0,-1 0 0,1 0 16,-23 23-16,22-23 0,1 0 0,0 0 15,-1 22-15,1-22 0,-1 0 0,1 0 0,-1 0 16,1 0-16,0 0 0,-1 0 15,1 0-15,-1 0 0,1 0 0,-23 23 0,22-23 0,1 0 16,0 0-16,-1 0 0,1 0 0,-1 0 0,1 0 0,-1 0 16,1 0-16,0 0 0,-1 0 0,1 0 0,-1 0 15,-22 23-15,23-23 0,0 0 0,-1 0 0,1 0 16,-1 0 0,1 0 46,-23-23-62,22 23 16,-22-23-16,0 1 0,23 22 15,-23-23-15,0 1 0,0-1 0,0 1 16,23 22-16,-23-23 0,0 0 0,0 1 0,0-1 0,0 1 16,0-1-16,0 1 0,0-1 15,0 0-15,0 1 0,0-1 0,0 1 0,0-1 16,0 1-1,0-1-15,0 0 0,0 1 0,0-1 16,0 1-16,0-1 0,0 1 0,0-1 16,0 0-16,0 1 0,0-1 15,0 1-15,0-1 0,-23 23 0,23-22 16,0-1-16,0 0 16,0 1-1,0-1-15,0 1 16,0-1-16,0 1 15,0-1-15,0 0 16,0 1-16,-23 22 0,23-45 16</inkml:trace>
  <inkml:trace contextRef="#ctx0" brushRef="#br0" timeOffset="8627.19">9776 6591 0,'22'0'94,"1"0"-79,-1-23-15,1 23 0,0 0 16,-1 0-16,1-22 0,-1 22 0,1 0 0,-1 0 0,1 0 15,0 0-15,-1 0 0,1 0 0,-1 0 16,1 0-16,-1 0 0,1 0 0,0 0 0,-1 0 16,1 0-16,-1 0 0,1 0 0,0 0 0,-1 0 15,1 0-15,-1 0 0,1 0 16,-1 0-16,1 0 0,0 0 0,-1 0 0,1 0 16,-1 0-16,1 0 0,-1 0 0,1 0 0,0 0 15,-1 0-15,1 0 0,-1 0 0,1 0 0,-1 0 16,1 0-1,0 0-15,-1 0 0,1 0 0,-1 0 16,1 0-16,0 0 0,-1 0 0,-22 22 0,23-22 0,-1 0 16,1 0-16,-1 0 0,1 0 0,0 0 0,-1 0 0,1 0 15,-1 0-15,1 23 0,-1-23 0,1 0 16,0 23-16,-1-23 0,1 0 0,-1 0 0,1 0 16,0 0-16,-1 0 0,-22 22 0,23-22 0,-1 0 0,1 0 15,22 0-15,-22 0 16,-1 0-16,1 0 0,-1 0 0,1 0 15,-1 0 1,1 0-16,0 0 16,-23 23-16,22-23 15,1 0-15,-1 0 0,1 22 0,-1-22 16,1 0-16,0 0 0,-1 0 16,1 0-16,-1 0 0,1 0 15,0 0 16,-1 0 1,1 0-17</inkml:trace>
  <inkml:trace contextRef="#ctx0" brushRef="#br0" timeOffset="9708.54">11898 5304 0,'0'-22'16,"0"-1"-16,0 1 31,-23 22-31,23-23 16,-22 23-16,-1 0 0,1 0 15,-1 0-15,0 0 31,1-22-31,-1 22 0,1 0 0,-1 0 0,1 0 16,-1 0-16,0 0 0,1 0 0,-1 0 16,1 0-16,-1 0 0,1 0 0,-1 0 15,0 22-15,23 1 0,-22-23 0,-1 0 16,23 22-16,-22-22 0,22 23 0,-23-23 0,23 22 0,-22 1 0,-1-23 0,23 23 16,-23-23-16,1 22 0,22 1 0,-23-23 0,23 22 0,-22-22 15,22 23-15,0-1 0,-23-22 0,23 23 16,-23-23-16,23 23 0,0-1 0,0 1 15,0-1-15,-22 1 0,22-1 16,0 1-16,0 0 0,0-1 0,0 1 16,0-1-16,0 1 0,0-1 15,22 1-15,1-23 0,-23 23 16,23-23-16,-1 0 0,-22 22 16,23-22-16,-1 0 0,1 0 0,0 0 15,-23 23-15,22-23 0,1 0 16,-1 0-16,1 0 0,-1 0 0,1 0 15,0 0 1,-1 0-16,1 0 0,-1 0 0,1 0 0,-1 0 16,1 0-16,0 0 0,-1 0 0,1 0 0,-1 0 0,1 0 0,-1 0 15,1 0-15,0 0 0,-1 0 0,1 0 16,-1 0-16,1 0 94</inkml:trace>
  <inkml:trace contextRef="#ctx0" brushRef="#br0" timeOffset="10778.05">7811 6726 0,'0'-22'93,"23"22"-77,0-23-16,-1 23 16,1-22-16,-1 22 0,1 0 15,-1-23-15,1 23 0,0 0 0,-1 0 16,1 0-16,-23-22 0,22 22 0,23 0 0,-22-23 0,0 23 0,22-23 15,-23 23-15,1 0 0,0 0 0,-1 0 0,23 0 0,-22 0 0,-23-22 0,22 22 16,24 0-16,-24 0 0,23-23 0,-22 23 0,22 0 0,-22 0 0,22 0 16,-23 0-16,1 0 0,-1 0 0,1 0 0,0 0 0,-1-22 0,1 22 0,-1 0 0,1 0 15,0 0-15,-1-23 0,1 23 0,-1 0 0,1 0 0,-1 0 0,1 0 16,0 0-16,-1 0 0</inkml:trace>
  <inkml:trace contextRef="#ctx0" brushRef="#br0" timeOffset="11801.15">9143 5304 0,'0'-22'63,"-22"22"-63,22-23 0,-23 1 0,1 22 0,22-23 15,-23 1-15,1 22 0,22-23 0,-23 23 0,0-23 0,1 23 16,22-22-16,-23 22 0,1-23 0,-1 1 16,1 22-16,-1 0 0,0 0 15,1 0-15,22-23 0,-23 23 0,1 0 16,-1 0-16,0 0 15,1 0 1,-1 0-16,1 0 16,-1 0-16,23 23 0,-22-23 15,22 22-15,-23-22 0,23 23 0,-23-23 0,23 22 16,-22-22-16,22 23 0,0 0 0,-23-23 0,23 22 0,-22 1 16,22-1-1,0 1-15,0-1 0,0 1 0,-23-23 0,23 23 16,0-1-1,0 1-15,0-1 16,0 1-16,0-1 0,0 1 16,0 0-16,23-1 15,-23 1-15,22-23 0,1 0 0,-23 22 0,22-22 16,-22 23-16,23-23 0,0 0 0,-1 22 0,1-22 16,-23 23-16,22-23 0,1 23 15,-1-23-15,1 0 0,0 0 0,-1 0 16,-22 22-16,23-22 0,-1 0 0,-22 23 0,23-23 0,0 0 15,-1 0-15,1 0 0,-1 0 0,1 0 16,-1 0-16,1 0 16,0 0-16,-1 0 0,1 0 0,-1 0 0,-22 22 0,23-22 0,-1 0 15,1 0-15,0 0 16,-1 0 15,1 0 63</inkml:trace>
  <inkml:trace contextRef="#ctx0" brushRef="#br0" timeOffset="12642.3">8760 4447 0,'22'0'62,"-22"-23"-62,23 23 0,-1 0 16,-22-22-16,23 22 0,0 0 0,-1 0 0,1 0 15,-1-23-15,1 23 0,-1 0 0,1 0 16,-23-23-16,23 23 0,-1 0 0,1 0 0,-1 0 0,1 0 16,-1 0-16,1 0 0,-23-22 0,23 22 0,-1 0 0,1 0 0,-1-23 0,1 23 0,0 0 0,-1 0 15,1 0-15,-1-22 0,1 22 0,-1 0 0,1 0 0,0 0 16,-1 0-16,-22-23 0,23 23 0,-1 0 16,1 0-16,-1-22 15,1 22-15</inkml:trace>
</inkml:ink>
</file>

<file path=ppt/ink/ink2.xml><?xml version="1.0" encoding="utf-8"?>
<inkml:ink xmlns:inkml="http://www.w3.org/2003/InkML">
  <inkml:definitions>
    <inkml:context xml:id="ctx0">
      <inkml:inkSource xml:id="inkSrc0">
        <inkml:traceFormat>
          <inkml:channel name="X" type="integer" max="3200" units="cm"/>
          <inkml:channel name="Y" type="integer" max="1200" units="cm"/>
          <inkml:channel name="T" type="integer" max="2.14748E9" units="dev"/>
        </inkml:traceFormat>
        <inkml:channelProperties>
          <inkml:channelProperty channel="X" name="resolution" value="92.75362" units="1/cm"/>
          <inkml:channelProperty channel="Y" name="resolution" value="55.81395" units="1/cm"/>
          <inkml:channelProperty channel="T" name="resolution" value="1" units="1/dev"/>
        </inkml:channelProperties>
      </inkml:inkSource>
      <inkml:timestamp xml:id="ts0" timeString="2024-11-19T06:28:29.440"/>
    </inkml:context>
    <inkml:brush xml:id="br0">
      <inkml:brushProperty name="width" value="0.05292" units="cm"/>
      <inkml:brushProperty name="height" value="0.05292" units="cm"/>
      <inkml:brushProperty name="color" value="#7030A0"/>
    </inkml:brush>
  </inkml:definitions>
  <inkml:trace contextRef="#ctx0" brushRef="#br0">8624 11241 0,'-22'0'109,"-1"0"-93,0 0-16,1 0 0,-1 0 0,23-23 16,-22 23-16,-1 0 0,1 0 0,-1 0 0,0-23 15,1 23-15,-1 0 0,1 0 0,-1 0 0,1 0 0,-1 0 0,0-22 0,1 22 16,-1 0-16,1 0 0,-1 0 0,23-23 0,-23 23 0,-22 0 0,23 0 0,-1-22 15,1 22-15,-1 0 0,0 0 0,1 0 0,-1 0 0,1 0 0,-1 0 16,1 0-16,-1 0 0,0 0 0,1 0 0,-1-23 0,1 23 0,-1 0 16,23-22-16,-23 22 0,1 0 0,-1 0 15,1 0-15,-1 0 0,1 0 0,-1 0 16,0 0-16,1 0 0,-1 0 0,1 0 0,-1 0 16,1 0-16,-1 0 0,0 0 0,1 0 0,-1 0 0,1 0 15,-1 0-15,1 0 0,-1 0 0,0 0 0,1 0 0,-1 0 0,1 0 0,-1 0 0,0 0 16,1 0-16,-1 0 0,1 0 0,-1 0 15,1 0-15,-1 0 0,0 0 0,1 0 0,-1 0 0,1 0 0,-1 0 0,1 0 0,-1 0 16,0 0-16,1 0 0,-23 0 0,22 0 0,0 0 16,1 0-16,-1 0 15,1 0-15,-23 0 0,22 0 0,0 0 0,1 0 16,-1 0-16,1 0 0,-1 0 0,1 0 0,-1 0 16,0 0-16,1 0 0,-1 0 0,1 0 0,-1 0 15,1 0-15,22-23 0,-23 23 0,0 0 0,1 0 16,-1 0-16,1 0 0,-1 0 0,0 0 15,23-23-15,-22 23 0,-1 0 0,1 0 0,-1 0 0,1 0 16,-1 0-16,0 0 0,1 0 0,-1 0 0,1 0 0,-1 0 0,23-22 16,-22 22-16,-1 0 0,0 0 0,1 0 0,-1 0 0,1 0 15,-1 0-15,0 0 0,1 0 0,-1 0 0,1 0 0,-1 0 16,1 0-16,-1 0 0,0 0 16,1 0-16,-1 0 0,1 0 0,-1 0 0,1 0 0,-1 0 15,0 0-15,1 0 0,-1 0 0,1 0 0,-1 0 16,1 0-1,-1 0-15,0 0 0,1 0 0,-1 0 0,1 0 16,-1 0-16,0 0 0,1 0 0,-1 0 16,1 0-1,-1 0-15,1 0 0,-1 0 0,0 0 16,1 0-16,-1 0 0,1 0 0,-1 0 16,1 0-16,-1 0 0,0 0 15,23 22 1,-22-22-16,-1 0 0,23 23 15,-22-23-15,-1 0 0,0 0 16,1 23-16,-1-23 0,23 22 0,-22-22 0,-1 0 0,1 0 16,-1 0-16,0 0 0,23 23 0,-22-23 0,-1 0 0,23 22 0,-22-22 15,-1 0-15,1 0 0,22 23 0,-23-23 0,0 0 0,1 0 0,-1 0 16,1 0-16,-1 22 0,1-22 0,-1 0 16,23 23-16,-23-23 0,1 0 15,-1 0-15,23 23 16,-22-23-16,22 22 0,-23 1 15,0-23-15,1 0 0,-1 0 0,23 22 0,-22-22 16,22 23-16,-23-23 0,23 22 31,-22-22-31,22 23 0,0 0 16,-23-23-16,23 22 16,0 1-16,-23-23 0,23 22 15,0 1-15,0-1 16,0 1-16,0 0 0,0-1 15,0 1-15,0-1 16,23-22-16,-23 23 16,0-1-16,23-22 0,-1 0 15,-22 23-15,0 0 0,23-23 0,-1 0 16,1 22-16,-23 1 0,22-23 16,1 22-16,0-22 0,-1 0 0,-22 23 0,23-23 0,-23 22 0,22-22 0,1 0 0,0 0 15,-1 23-15,1-23 0,-1 23 0,1-23 0,-1 22 0,1-22 0,0 0 0,-1 0 16,1 0-16,-1 0 0,1 0 0,-1 0 0,-22 23 0,23-23 0,0 0 0,-1 0 0,23 0 15,-45 22-15,23-22 0,-1 0 0,1 0 0,0 0 0,-1 0 0,1 0 0,-1 0 16,1 0-16,0 0 0,-1 0 16,1 0-16,-1 0 0,1 0 0,-1 0 0,1 0 0,0 0 0,-1 0 0,1 0 0,-1 0 0,1 0 15,-1 0-15,24 0 16,-24 0-16,1 0 0,-1 0 0,1 0 0,0 0 0,-1 0 16,1 0-16,-1 0 0,1 0 0,-1 0 0,1 0 0,0 0 0,-1 0 0,1 0 0,-1 0 15,1 0-15,-1 0 0,1 0 0,0 0 0,-1 0 0,1 0 0,-1 0 0,1 0 0,-1 0 0,1 0 16,22 0-16,0 0 0,-22 0 0,0 0 0,-1 0 0,1 0 0,-1 0 0,1 0 0,-1 0 15,1 0-15,0 0 0,-1 0 0,1 0 0,-1 0 0,1 0 0,-1 0 0,1 0 0,0 0 16,-1 0-16,1 0 0,-1 0 0,1 0 0,0 0 16,-1 0-16,1 0 0,-1 0 0,1 0 0,-1 0 0,1 0 0,0 0 15,-1-22-15,1 22 0,-1 0 0,1 0 16,-1 0-16,1 0 0,0 0 0,-1 0 0,1 0 16,-1 0-16,1 0 0,-1 0 0,24 0 0,-24 0 15,1 0-15,-1 0 0,1 0 0,0 0 0,-1 0 0,1 0 16,-1 0-16,1 0 0,-1 0 0,-22-23 0,68 23 15,-45 0-15,22 0 0,23-22 0,-1 22 16,-21-23-16,-1 23 0,-23 0 0,1 0 0,-1 0 0,1 0 16,0 0-16,-1 0 15,1 0 1,-1 0-16,1 0 0,-23-23 0,22 23 0,1 0 16,0 0-16,-1 0 0,1 0 0,-23-22 15,22 22-15,1 0 0,-1 0 16,1 0-16,0 0 15,-23-23-15,22 23 0,1 0 0,-1 0 16,1 0-16,0 0 16,-1 0-16,-22-22 0,23 22 0,-1 0 15,1-23-15,-1 23 0,1 0 0,0 0 16,-1 0-16,1 0 0,-1 0 0,-22-22 16,23 22-16,-1 0 0,-22-23 0,23 23 15,0 0-15,-1 0 0,-22-23 0,45 1 0,-22 22 31,112-45-31,-89 45 0,-24-23 0,1 23 0,-1 0 0,1-22 16,-1 22-16,1-23 0,0 23 0,-23-23 0,22 23 0,1 0 0,-1 0 16,1 0-1,-23-22-15,22 22 0,1 0 0,-23-23 0,23 23 16,-1 0-16,1 0 0,-1 0 0,1-22 0,0 22 16,-23-23-16,22 23 0,1 0 0,-1 0 15,-22-22-15,23 22 0,-1 0 0,1 0 16,0-23-16,-1 23 15,-22-23 17,23 23-32,-23-22 47,0-1-32,22 23-15,-22-22 31,0-1-15,0 1 0,0-1 15,0 0-15</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0" timeString="2024-11-20T13:17:35.008"/>
    </inkml:context>
    <inkml:brush xml:id="br0">
      <inkml:brushProperty name="width" value="0.05292" units="cm"/>
      <inkml:brushProperty name="height" value="0.05292" units="cm"/>
      <inkml:brushProperty name="color" value="#FF0000"/>
    </inkml:brush>
  </inkml:definitions>
  <inkml:trace contextRef="#ctx0" brushRef="#br0">2952 10224 0,'0'-16'32,"16"16"46,32 0-63,0 0 1,-17 0 0,-15 0-16,16 0 15,-16 0 1</inkml:trace>
  <inkml:trace contextRef="#ctx0" brushRef="#br0" timeOffset="850.42">2889 10986 0,'16'0'109,"16"0"-77,-1 0-1,-15 0-16,0 0 32</inkml:trace>
  <inkml:trace contextRef="#ctx0" brushRef="#br0" timeOffset="5781.87">3318 11081 0,'31'0'281,"-31"-16"-249,16 16-17,0 0 173,0 0-1,0 0 735,0 0-891,0 0 1,-1 0 93,1 0-47</inkml:trace>
  <inkml:trace contextRef="#ctx0" brushRef="#br0" timeOffset="25437.77">13620 9462 0,'-15'0'47,"-49"-16"-32,1 16 1,-1-16-1,48 16-15,-63 0 16,63 0 0,16-16-16,-16 16 0,0 0 0,-15 0 0,-17 0 31,32 0-15,0 0-1,0 0 1,0 0-16,-15 0 31,15 0-15,0 0-1,-16 16 1,32 0-16,-16-16 0,0 16 16,-15 15-1,15-15-15,-16 16 16,0 15-1,16-47-15,-15 64 16,-1 31 15,0-31-15,16-1 0,16-47-16,0 0 0,0 0 0,0 0 15,0 0-15,0 0 0,0 31 16,0 32-1,0-63-15,-16 0 0,16 32 16,0 31 0,0-63-16,0 0 0,0 32 15,0-1 1,0-31-16,0 16 16,0 16-1,-15-1 1,15-15-1,0 0 1,0-17 0,0 1-1,0 0-15,0 0 47,0 0-31,0 0-16,15 16 31,1-1-15,0-15-1,0-16 1,16 0 46,31 32-30,17 0-1,15-16 0,-79-16-31,0 0 0,-1 0 0,17 0 16,0 15-1,-16-15 1,0 0 0,0 0-16,15 16 15,49 0 1,-64-16-16,47 16 16,-47-16-16,0 0 0,0 0 0,0 16 15,0-16-15,15-64 328,-31 33-312,16 31-16,-16-16 0,0-16 16,16 0-1,0-15 1,-16 31-16,0 0 0,0-32 15,16 1 1,-16 31-16,16-32 16,-1 1-1,-15-1 1,0 32-16,0-16 16,0 16-16,0-15 15,0-17 1,0 32-16,0 0 15,16-15-15,-16-17 16,0 16 0,0-31 15,0 47-31,0-48 16,0 17-1,0-17 1,16 32-1,-16-15 1,0 15 0,0-15-1,0 15 1,0 16 0,0-16-1,0 16 360</inkml:trace>
  <inkml:trace contextRef="#ctx0" brushRef="#br0" timeOffset="49804.67">2952 15304 0,'48'15'281,"-16"1"-249,0-16-1</inkml:trace>
  <inkml:trace contextRef="#ctx0" brushRef="#br0" timeOffset="69671.75">10192 10906 0,'15'16'31,"1"-16"63,0 0-79,0 0 1,16 0-1,-16 0 1,-1 0 0,1 0-16,0 0 31,0 0 0,0 0-15,0 0-1,0 0 1,-16 16-16,32-16 16,-17 0-1,-15 16 1,16-16 0,0 0 15,0 0-16</inkml:trace>
  <inkml:trace contextRef="#ctx0" brushRef="#br0" timeOffset="71269.37">10207 15399 0,'32'0'109,"16"0"-93,-32 0 0,-1 0-16,1 0 15,48 0 17,-32 0-32,-32 16 0,16-16 15,-1 0-15,1 0 0,0 0 0,0 0 0,-16 15 16,16-15-16,0 0 0,0 0 0,-16 16 15,15-16-15,1 0 16,0 0 203,0 0-204,0 0-15,-16 16 63</inkml:trace>
  <inkml:trace contextRef="#ctx0" brushRef="#br0" timeOffset="89631.43">4429 10827 0,'32'-16'109,"142"-16"-78,-158 32-31,0 0 0,16-16 0,-16 16 0,15-16 0,-15 16 0,0 0 16,0-15-16,0 15 0,95-16 16,-95 0-16,0 16 0,0 0 0,-1 0 0,33-16 15,-32 16-15,48-32 16,-49 32-16,1 0 16,0-16-1,-16 0 876</inkml:trace>
  <inkml:trace contextRef="#ctx0" brushRef="#br0" timeOffset="92280.42">4397 13478 0,'16'16'94,"-16"31"-79,0 1 1,0-32-1,0 16 1,32-48 125,-32 0-126,16 16-15,-16-16 0,0 0 0,15 0 16,1-15-16,-16 15 16,48-32-1,-48 32-15,16 16 0,0-16 16,16-16-1,-17 17-15,-15-1 16,48-16 0,-32 16-1,16-16-15,-17 32 16,1-15 0,16-1-1,0-16 1,0 16-1,-16-16 1,-1 32-16,1 0 16,-16-16 390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1EBC7DC6-2F46-626D-EDCC-B1C790E5476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59395" name="Rectangle 3">
            <a:extLst>
              <a:ext uri="{FF2B5EF4-FFF2-40B4-BE49-F238E27FC236}">
                <a16:creationId xmlns:a16="http://schemas.microsoft.com/office/drawing/2014/main" id="{8A914247-CFBF-575D-5FFE-D5AC36DFF20E}"/>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spcBef>
                <a:spcPct val="0"/>
              </a:spcBef>
              <a:buClrTx/>
              <a:buFontTx/>
              <a:buNone/>
              <a:defRPr kumimoji="0" sz="1200">
                <a:latin typeface="Times New Roman" pitchFamily="18" charset="0"/>
              </a:defRPr>
            </a:lvl1pPr>
          </a:lstStyle>
          <a:p>
            <a:pPr>
              <a:defRPr/>
            </a:pPr>
            <a:endParaRPr lang="en-US"/>
          </a:p>
        </p:txBody>
      </p:sp>
      <p:sp>
        <p:nvSpPr>
          <p:cNvPr id="11268" name="Rectangle 4">
            <a:extLst>
              <a:ext uri="{FF2B5EF4-FFF2-40B4-BE49-F238E27FC236}">
                <a16:creationId xmlns:a16="http://schemas.microsoft.com/office/drawing/2014/main" id="{C1519CB5-D3F4-E73D-2E56-BB18AFFD68CE}"/>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7" name="Rectangle 5">
            <a:extLst>
              <a:ext uri="{FF2B5EF4-FFF2-40B4-BE49-F238E27FC236}">
                <a16:creationId xmlns:a16="http://schemas.microsoft.com/office/drawing/2014/main" id="{A282FB99-8F4F-3A63-B704-EA62B4DF9EAB}"/>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9398" name="Rectangle 6">
            <a:extLst>
              <a:ext uri="{FF2B5EF4-FFF2-40B4-BE49-F238E27FC236}">
                <a16:creationId xmlns:a16="http://schemas.microsoft.com/office/drawing/2014/main" id="{F6CA7BDF-2DC2-75B8-1EFB-7B2836D846B5}"/>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59399" name="Rectangle 7">
            <a:extLst>
              <a:ext uri="{FF2B5EF4-FFF2-40B4-BE49-F238E27FC236}">
                <a16:creationId xmlns:a16="http://schemas.microsoft.com/office/drawing/2014/main" id="{AB154FE2-59CF-2102-5A66-3D369F21BDC0}"/>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kumimoji="0" sz="1200">
                <a:latin typeface="Times New Roman" panose="02020603050405020304" pitchFamily="18" charset="0"/>
              </a:defRPr>
            </a:lvl1pPr>
          </a:lstStyle>
          <a:p>
            <a:pPr>
              <a:defRPr/>
            </a:pPr>
            <a:fld id="{7736DB70-45E7-405F-9CEE-902DB4267B4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BC9BC18F-6435-C943-C753-95C6E3903E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A4E76C52-99DF-42F9-80F2-3DA175C9FB4A}" type="slidenum">
              <a:rPr kumimoji="0" lang="en-US" altLang="en-US" sz="1200" smtClean="0">
                <a:latin typeface="Times New Roman" panose="02020603050405020304" pitchFamily="18" charset="0"/>
              </a:rPr>
              <a:pPr/>
              <a:t>1</a:t>
            </a:fld>
            <a:endParaRPr kumimoji="0" lang="en-US" altLang="en-US" sz="1200">
              <a:latin typeface="Times New Roman" panose="02020603050405020304" pitchFamily="18" charset="0"/>
            </a:endParaRPr>
          </a:p>
        </p:txBody>
      </p:sp>
      <p:sp>
        <p:nvSpPr>
          <p:cNvPr id="15363" name="Rectangle 2">
            <a:extLst>
              <a:ext uri="{FF2B5EF4-FFF2-40B4-BE49-F238E27FC236}">
                <a16:creationId xmlns:a16="http://schemas.microsoft.com/office/drawing/2014/main" id="{C453FC47-CADC-48DF-A7C4-0615361088CF}"/>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BAAD3A21-BF1D-04EF-FB54-A08430E0B4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Gates are the physical implementation of Boolean algebra</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3</a:t>
            </a:fld>
            <a:endParaRPr lang="en-US" altLang="en-US"/>
          </a:p>
        </p:txBody>
      </p:sp>
    </p:spTree>
    <p:extLst>
      <p:ext uri="{BB962C8B-B14F-4D97-AF65-F5344CB8AC3E}">
        <p14:creationId xmlns:p14="http://schemas.microsoft.com/office/powerpoint/2010/main" val="3651651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As an introduction, the computer does a lot of operations based on what its stored. </a:t>
            </a:r>
          </a:p>
          <a:p>
            <a:r>
              <a:rPr lang="en-MY" dirty="0"/>
              <a:t>A lot of things happening inside the computer are storage in nature and everything is done in binary format. </a:t>
            </a:r>
          </a:p>
          <a:p>
            <a:r>
              <a:rPr lang="en-MY" dirty="0"/>
              <a:t>How being all of these implemented? In a way of combining various circuit in order to perform functions,  and later in the second part of this topic, you will learn the sequential circuit to perform some other most sophisticated functions.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4</a:t>
            </a:fld>
            <a:endParaRPr lang="en-US" altLang="en-US"/>
          </a:p>
        </p:txBody>
      </p:sp>
    </p:spTree>
    <p:extLst>
      <p:ext uri="{BB962C8B-B14F-4D97-AF65-F5344CB8AC3E}">
        <p14:creationId xmlns:p14="http://schemas.microsoft.com/office/powerpoint/2010/main" val="852869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digital circuitry in digital computers and other digital systems is designed, and its behavior is analyzed, with the use of a mathematical discipline known as Boolean algebra.</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b="0" i="0" dirty="0">
                <a:solidFill>
                  <a:srgbClr val="242021"/>
                </a:solidFill>
                <a:effectLst/>
                <a:latin typeface="TimesTenLTStd-Roman"/>
              </a:rPr>
              <a:t>As with any algebra, Boolean algebra makes use of variables and operations. In this case, the variables and operations are logical variables and operations. Thus, a variable may take on the value 1 (TRUE) or 0 (FALSE). The basic logical operations are AND, OR, and NOT, which are symbolically represented by dot, plus sign, and overbar:</a:t>
            </a:r>
            <a:r>
              <a:rPr lang="en-US" dirty="0"/>
              <a:t> </a:t>
            </a:r>
            <a:br>
              <a:rPr lang="en-US" dirty="0"/>
            </a:br>
            <a:endParaRPr lang="en-MY" dirty="0"/>
          </a:p>
          <a:p>
            <a:endParaRPr lang="en-MY" dirty="0"/>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5</a:t>
            </a:fld>
            <a:endParaRPr lang="en-US" altLang="en-US"/>
          </a:p>
        </p:txBody>
      </p:sp>
    </p:spTree>
    <p:extLst>
      <p:ext uri="{BB962C8B-B14F-4D97-AF65-F5344CB8AC3E}">
        <p14:creationId xmlns:p14="http://schemas.microsoft.com/office/powerpoint/2010/main" val="3094720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44444"/>
                </a:solidFill>
                <a:effectLst/>
                <a:latin typeface="Poppins" panose="020B0502040204020203" pitchFamily="2" charset="0"/>
              </a:rPr>
              <a:t>Commutative law states that changing the sequence of the variables does not affect the output of a logic circuit.</a:t>
            </a:r>
          </a:p>
          <a:p>
            <a:endParaRPr lang="en-US" b="0" i="0" dirty="0">
              <a:solidFill>
                <a:srgbClr val="444444"/>
              </a:solidFill>
              <a:effectLst/>
              <a:latin typeface="Poppins" panose="020B0502040204020203" pitchFamily="2" charset="0"/>
            </a:endParaRPr>
          </a:p>
          <a:p>
            <a:r>
              <a:rPr lang="en-US" dirty="0"/>
              <a:t>The idempotent law states that when you operate on a variable with itself, the result is that same variable.</a:t>
            </a:r>
            <a:endParaRPr lang="en-US" b="0" i="0" dirty="0">
              <a:solidFill>
                <a:srgbClr val="444444"/>
              </a:solidFill>
              <a:effectLst/>
              <a:latin typeface="Poppins" panose="020B0502040204020203" pitchFamily="2" charset="0"/>
            </a:endParaRPr>
          </a:p>
          <a:p>
            <a:endParaRPr lang="en-US" b="0" i="0" dirty="0">
              <a:solidFill>
                <a:srgbClr val="444444"/>
              </a:solidFill>
              <a:effectLst/>
              <a:latin typeface="Poppins" panose="020B0502040204020203" pitchFamily="2" charset="0"/>
            </a:endParaRPr>
          </a:p>
          <a:p>
            <a:r>
              <a:rPr lang="en-US" b="0" i="0" dirty="0">
                <a:solidFill>
                  <a:srgbClr val="444444"/>
                </a:solidFill>
                <a:effectLst/>
                <a:latin typeface="Poppins" panose="020B0502040204020203" pitchFamily="2" charset="0"/>
              </a:rPr>
              <a:t>Distributive Laws states that if we multiply a number by a group of numbers that are added/subtracted, it will generate the same result if we do each multiplication separately.</a:t>
            </a:r>
          </a:p>
          <a:p>
            <a:endParaRPr lang="en-US" b="0" i="0" dirty="0">
              <a:solidFill>
                <a:srgbClr val="444444"/>
              </a:solidFill>
              <a:effectLst/>
              <a:latin typeface="Poppins" panose="020B0502040204020203" pitchFamily="2" charset="0"/>
            </a:endParaRPr>
          </a:p>
          <a:p>
            <a:r>
              <a:rPr lang="en-MY" dirty="0"/>
              <a:t>Identity laws states, for 1 AND A, the product of 1 and any number of variable is the number or variable itself </a:t>
            </a:r>
          </a:p>
          <a:p>
            <a:r>
              <a:rPr lang="en-MY" dirty="0"/>
              <a:t>	         for 0 OR A, the sum of 0  and any number or variables is the number of variable itself </a:t>
            </a:r>
          </a:p>
          <a:p>
            <a:endParaRPr lang="en-MY" dirty="0"/>
          </a:p>
          <a:p>
            <a:r>
              <a:rPr lang="en-MY" dirty="0"/>
              <a:t>To remember the identity law easily – AND with 1 doesn’t change anything | OR with 0 doesn’t change anything as well </a:t>
            </a:r>
          </a:p>
          <a:p>
            <a:r>
              <a:rPr lang="en-US" dirty="0"/>
              <a:t>Think of 1 as "true" and 0 as "false":</a:t>
            </a:r>
          </a:p>
          <a:p>
            <a:pPr>
              <a:buFont typeface="Arial" panose="020B0604020202020204" pitchFamily="34" charset="0"/>
              <a:buChar char="•"/>
            </a:pPr>
            <a:r>
              <a:rPr lang="en-US" dirty="0"/>
              <a:t>OR with true (1) is always true</a:t>
            </a:r>
          </a:p>
          <a:p>
            <a:pPr>
              <a:buFont typeface="Arial" panose="020B0604020202020204" pitchFamily="34" charset="0"/>
              <a:buChar char="•"/>
            </a:pPr>
            <a:r>
              <a:rPr lang="en-US" dirty="0"/>
              <a:t>AND with false (0) is always false</a:t>
            </a:r>
          </a:p>
          <a:p>
            <a:endParaRPr lang="en-MY" dirty="0"/>
          </a:p>
          <a:p>
            <a:endParaRPr lang="en-MY" dirty="0"/>
          </a:p>
          <a:p>
            <a:r>
              <a:rPr lang="en-MY" dirty="0"/>
              <a:t>Associative laws </a:t>
            </a:r>
            <a:r>
              <a:rPr lang="en-US" dirty="0"/>
              <a:t>states that grouping of operands doesn't affect the result of the operations. </a:t>
            </a:r>
          </a:p>
          <a:p>
            <a:endParaRPr lang="en-US" dirty="0"/>
          </a:p>
          <a:p>
            <a:r>
              <a:rPr lang="en-US" dirty="0"/>
              <a:t>Inverse Laws  is the unique law of Boolean algebra this law states that, the complement of the complement of any number is the number itself.</a:t>
            </a:r>
          </a:p>
          <a:p>
            <a:endParaRPr lang="en-US" dirty="0"/>
          </a:p>
          <a:p>
            <a:r>
              <a:rPr lang="en-US" dirty="0"/>
              <a:t>DeMorgan states  the complement of the product of the variables is equal to the sum of their individual complements of a variable</a:t>
            </a:r>
            <a:endParaRPr lang="en-MY" dirty="0"/>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12</a:t>
            </a:fld>
            <a:endParaRPr lang="en-US" altLang="en-US"/>
          </a:p>
        </p:txBody>
      </p:sp>
    </p:spTree>
    <p:extLst>
      <p:ext uri="{BB962C8B-B14F-4D97-AF65-F5344CB8AC3E}">
        <p14:creationId xmlns:p14="http://schemas.microsoft.com/office/powerpoint/2010/main" val="1545903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5171A-73D1-419A-C890-160DCFA0C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59D03-A582-6662-57CA-65FE75764B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6A2DE2-22F0-429A-E13B-8D0732B7A361}"/>
              </a:ext>
            </a:extLst>
          </p:cNvPr>
          <p:cNvSpPr>
            <a:spLocks noGrp="1"/>
          </p:cNvSpPr>
          <p:nvPr>
            <p:ph type="body" idx="1"/>
          </p:nvPr>
        </p:nvSpPr>
        <p:spPr/>
        <p:txBody>
          <a:bodyPr/>
          <a:lstStyle/>
          <a:p>
            <a:r>
              <a:rPr lang="en-US" b="0" i="0" dirty="0">
                <a:solidFill>
                  <a:srgbClr val="444444"/>
                </a:solidFill>
                <a:effectLst/>
                <a:latin typeface="Poppins" panose="020B0502040204020203" pitchFamily="2" charset="0"/>
              </a:rPr>
              <a:t>Commutative law states that changing the sequence of the variables does not have any effect on the output of a logic circuit.</a:t>
            </a:r>
          </a:p>
          <a:p>
            <a:endParaRPr lang="en-US" b="0" i="0" dirty="0">
              <a:solidFill>
                <a:srgbClr val="444444"/>
              </a:solidFill>
              <a:effectLst/>
              <a:latin typeface="Poppins" panose="020B0502040204020203" pitchFamily="2" charset="0"/>
            </a:endParaRPr>
          </a:p>
          <a:p>
            <a:r>
              <a:rPr lang="en-US" b="0" i="0" dirty="0">
                <a:solidFill>
                  <a:srgbClr val="444444"/>
                </a:solidFill>
                <a:effectLst/>
                <a:latin typeface="Poppins" panose="020B0502040204020203" pitchFamily="2" charset="0"/>
              </a:rPr>
              <a:t>Distributive Laws states that if we multiply a number by a group of numbers that are added/subtracted together, then it will generate the same result if we do each multiplication separately.</a:t>
            </a:r>
          </a:p>
          <a:p>
            <a:endParaRPr lang="en-US" b="0" i="0" dirty="0">
              <a:solidFill>
                <a:srgbClr val="444444"/>
              </a:solidFill>
              <a:effectLst/>
              <a:latin typeface="Poppins" panose="020B0502040204020203" pitchFamily="2" charset="0"/>
            </a:endParaRPr>
          </a:p>
          <a:p>
            <a:r>
              <a:rPr lang="en-MY" dirty="0"/>
              <a:t>Identity laws states, for 1 AND A, the product of 1 and any number of variable is the number or variable itself </a:t>
            </a:r>
          </a:p>
          <a:p>
            <a:r>
              <a:rPr lang="en-MY" dirty="0"/>
              <a:t>	         for 0 OR A, the sum of 0  and any number or variables is the number of variable itself </a:t>
            </a:r>
          </a:p>
          <a:p>
            <a:endParaRPr lang="en-MY" dirty="0"/>
          </a:p>
          <a:p>
            <a:r>
              <a:rPr lang="en-MY" dirty="0"/>
              <a:t>Associative laws </a:t>
            </a:r>
            <a:r>
              <a:rPr lang="en-US" dirty="0"/>
              <a:t>states that the order in which the logic operations are performed is irrelevant as their effect is the same</a:t>
            </a:r>
          </a:p>
          <a:p>
            <a:endParaRPr lang="en-US" dirty="0"/>
          </a:p>
          <a:p>
            <a:r>
              <a:rPr lang="en-US" dirty="0"/>
              <a:t>Inverse Laws  is the unique law of Boolean algebra this law states that, the complement of the complement of any number is the number itself.</a:t>
            </a:r>
          </a:p>
          <a:p>
            <a:endParaRPr lang="en-US" dirty="0"/>
          </a:p>
          <a:p>
            <a:r>
              <a:rPr lang="en-US" dirty="0"/>
              <a:t>DeMorgan states  the complement of the product of the variables is equal to the sum of their individual complements of a variable</a:t>
            </a:r>
            <a:endParaRPr lang="en-MY" dirty="0"/>
          </a:p>
        </p:txBody>
      </p:sp>
      <p:sp>
        <p:nvSpPr>
          <p:cNvPr id="4" name="Slide Number Placeholder 3">
            <a:extLst>
              <a:ext uri="{FF2B5EF4-FFF2-40B4-BE49-F238E27FC236}">
                <a16:creationId xmlns:a16="http://schemas.microsoft.com/office/drawing/2014/main" id="{9FF5BD0F-4C55-CD4B-C4B9-7295305E723B}"/>
              </a:ext>
            </a:extLst>
          </p:cNvPr>
          <p:cNvSpPr>
            <a:spLocks noGrp="1"/>
          </p:cNvSpPr>
          <p:nvPr>
            <p:ph type="sldNum" sz="quarter" idx="5"/>
          </p:nvPr>
        </p:nvSpPr>
        <p:spPr/>
        <p:txBody>
          <a:bodyPr/>
          <a:lstStyle/>
          <a:p>
            <a:pPr>
              <a:defRPr/>
            </a:pPr>
            <a:fld id="{7736DB70-45E7-405F-9CEE-902DB4267B4D}" type="slidenum">
              <a:rPr lang="en-US" altLang="en-US" smtClean="0"/>
              <a:pPr>
                <a:defRPr/>
              </a:pPr>
              <a:t>13</a:t>
            </a:fld>
            <a:endParaRPr lang="en-US" altLang="en-US"/>
          </a:p>
        </p:txBody>
      </p:sp>
    </p:spTree>
    <p:extLst>
      <p:ext uri="{BB962C8B-B14F-4D97-AF65-F5344CB8AC3E}">
        <p14:creationId xmlns:p14="http://schemas.microsoft.com/office/powerpoint/2010/main" val="3992034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D0A1-FC1D-3158-5F44-D778775E56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734C0-6FA9-415B-1EA3-6583DE1E60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19E8C0-9AF1-A26E-02D5-19D587759B9F}"/>
              </a:ext>
            </a:extLst>
          </p:cNvPr>
          <p:cNvSpPr>
            <a:spLocks noGrp="1"/>
          </p:cNvSpPr>
          <p:nvPr>
            <p:ph type="body" idx="1"/>
          </p:nvPr>
        </p:nvSpPr>
        <p:spPr/>
        <p:txBody>
          <a:bodyPr/>
          <a:lstStyle/>
          <a:p>
            <a:r>
              <a:rPr lang="en-US" b="0" i="0" dirty="0">
                <a:solidFill>
                  <a:srgbClr val="444444"/>
                </a:solidFill>
                <a:effectLst/>
                <a:latin typeface="Poppins" panose="020B0502040204020203" pitchFamily="2" charset="0"/>
              </a:rPr>
              <a:t>Commutative law states that changing the sequence of the variables does not have any effect on the output of a logic circuit.</a:t>
            </a:r>
          </a:p>
          <a:p>
            <a:endParaRPr lang="en-US" b="0" i="0" dirty="0">
              <a:solidFill>
                <a:srgbClr val="444444"/>
              </a:solidFill>
              <a:effectLst/>
              <a:latin typeface="Poppins" panose="020B0502040204020203" pitchFamily="2" charset="0"/>
            </a:endParaRPr>
          </a:p>
          <a:p>
            <a:r>
              <a:rPr lang="en-US" b="0" i="0" dirty="0">
                <a:solidFill>
                  <a:srgbClr val="444444"/>
                </a:solidFill>
                <a:effectLst/>
                <a:latin typeface="Poppins" panose="020B0502040204020203" pitchFamily="2" charset="0"/>
              </a:rPr>
              <a:t>Distributive Laws states that if we multiply a number by a group of numbers that are added/subtracted together, then it will generate the same result if we do each multiplication separately.</a:t>
            </a:r>
          </a:p>
          <a:p>
            <a:endParaRPr lang="en-US" b="0" i="0" dirty="0">
              <a:solidFill>
                <a:srgbClr val="444444"/>
              </a:solidFill>
              <a:effectLst/>
              <a:latin typeface="Poppins" panose="020B0502040204020203" pitchFamily="2" charset="0"/>
            </a:endParaRPr>
          </a:p>
          <a:p>
            <a:r>
              <a:rPr lang="en-MY" dirty="0"/>
              <a:t>Identity laws states, for 1 AND A, the product of 1 and any number of variable is the number or variable itself </a:t>
            </a:r>
          </a:p>
          <a:p>
            <a:r>
              <a:rPr lang="en-MY" dirty="0"/>
              <a:t>	         for 0 OR A, the sum of 0  and any number or variables is the number of variable itself </a:t>
            </a:r>
          </a:p>
          <a:p>
            <a:endParaRPr lang="en-MY" dirty="0"/>
          </a:p>
          <a:p>
            <a:r>
              <a:rPr lang="en-MY" dirty="0"/>
              <a:t>Associative laws </a:t>
            </a:r>
            <a:r>
              <a:rPr lang="en-US" dirty="0"/>
              <a:t>states that the order in which the logic operations are performed is irrelevant as their effect is the same</a:t>
            </a:r>
          </a:p>
          <a:p>
            <a:endParaRPr lang="en-US" dirty="0"/>
          </a:p>
          <a:p>
            <a:r>
              <a:rPr lang="en-US" dirty="0"/>
              <a:t>Inverse Laws  is the unique law of Boolean algebra this law states that, the complement of the complement of any number is the number itself.</a:t>
            </a:r>
          </a:p>
          <a:p>
            <a:endParaRPr lang="en-US" dirty="0"/>
          </a:p>
          <a:p>
            <a:r>
              <a:rPr lang="en-US" dirty="0"/>
              <a:t>DeMorgan states  the complement of the product of the variables is equal to the sum of their individual complements of a variable</a:t>
            </a:r>
            <a:endParaRPr lang="en-MY" dirty="0"/>
          </a:p>
        </p:txBody>
      </p:sp>
      <p:sp>
        <p:nvSpPr>
          <p:cNvPr id="4" name="Slide Number Placeholder 3">
            <a:extLst>
              <a:ext uri="{FF2B5EF4-FFF2-40B4-BE49-F238E27FC236}">
                <a16:creationId xmlns:a16="http://schemas.microsoft.com/office/drawing/2014/main" id="{00C6BFF9-AC19-FB44-A8DE-63CCC24ADBCB}"/>
              </a:ext>
            </a:extLst>
          </p:cNvPr>
          <p:cNvSpPr>
            <a:spLocks noGrp="1"/>
          </p:cNvSpPr>
          <p:nvPr>
            <p:ph type="sldNum" sz="quarter" idx="5"/>
          </p:nvPr>
        </p:nvSpPr>
        <p:spPr/>
        <p:txBody>
          <a:bodyPr/>
          <a:lstStyle/>
          <a:p>
            <a:pPr>
              <a:defRPr/>
            </a:pPr>
            <a:fld id="{7736DB70-45E7-405F-9CEE-902DB4267B4D}" type="slidenum">
              <a:rPr lang="en-US" altLang="en-US" smtClean="0"/>
              <a:pPr>
                <a:defRPr/>
              </a:pPr>
              <a:t>14</a:t>
            </a:fld>
            <a:endParaRPr lang="en-US" altLang="en-US"/>
          </a:p>
        </p:txBody>
      </p:sp>
    </p:spTree>
    <p:extLst>
      <p:ext uri="{BB962C8B-B14F-4D97-AF65-F5344CB8AC3E}">
        <p14:creationId xmlns:p14="http://schemas.microsoft.com/office/powerpoint/2010/main" val="2578367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Boolean Algebra is the mathematical side of the digital logic</a:t>
            </a:r>
          </a:p>
          <a:p>
            <a:r>
              <a:rPr lang="en-MY" dirty="0"/>
              <a:t>The hardware side is expressed in a form of gate.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26</a:t>
            </a:fld>
            <a:endParaRPr lang="en-US" altLang="en-US"/>
          </a:p>
        </p:txBody>
      </p:sp>
    </p:spTree>
    <p:extLst>
      <p:ext uri="{BB962C8B-B14F-4D97-AF65-F5344CB8AC3E}">
        <p14:creationId xmlns:p14="http://schemas.microsoft.com/office/powerpoint/2010/main" val="339917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All these Boolean operation will be expressed in a form of circuits and that is where all the gates are coming</a:t>
            </a:r>
          </a:p>
          <a:p>
            <a:endParaRPr lang="en-MY" dirty="0"/>
          </a:p>
          <a:p>
            <a:r>
              <a:rPr lang="en-MY" dirty="0"/>
              <a:t>Gates form all these circuit that expresses the Boolean operation. </a:t>
            </a:r>
          </a:p>
          <a:p>
            <a:endParaRPr lang="en-MY" dirty="0"/>
          </a:p>
          <a:p>
            <a:r>
              <a:rPr lang="en-MY" dirty="0"/>
              <a:t>Only one output because we want to know the true or false of the operation</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27</a:t>
            </a:fld>
            <a:endParaRPr lang="en-US" altLang="en-US"/>
          </a:p>
        </p:txBody>
      </p:sp>
    </p:spTree>
    <p:extLst>
      <p:ext uri="{BB962C8B-B14F-4D97-AF65-F5344CB8AC3E}">
        <p14:creationId xmlns:p14="http://schemas.microsoft.com/office/powerpoint/2010/main" val="3746640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 diagram on the right reflect how the gates are shown in microprocessor diagram. </a:t>
            </a:r>
          </a:p>
          <a:p>
            <a:endParaRPr lang="en-MY" dirty="0"/>
          </a:p>
          <a:p>
            <a:r>
              <a:rPr lang="en-MY" dirty="0"/>
              <a:t>Inside this chip, it’s a pre-packaged with 4 AND gates and each of these AND gate have 2 inputs connected to 1 output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29</a:t>
            </a:fld>
            <a:endParaRPr lang="en-US" altLang="en-US"/>
          </a:p>
        </p:txBody>
      </p:sp>
    </p:spTree>
    <p:extLst>
      <p:ext uri="{BB962C8B-B14F-4D97-AF65-F5344CB8AC3E}">
        <p14:creationId xmlns:p14="http://schemas.microsoft.com/office/powerpoint/2010/main" val="1488074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TenLTStd-Roman"/>
              </a:rPr>
              <a:t>Another concept I want to introduce here is the functionally complete set of gates </a:t>
            </a: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It is convenience to use all the different gates when we want to design the circuit </a:t>
            </a:r>
          </a:p>
          <a:p>
            <a:r>
              <a:rPr lang="en-US" sz="1800" b="0" i="0" dirty="0">
                <a:solidFill>
                  <a:srgbClr val="242021"/>
                </a:solidFill>
                <a:effectLst/>
                <a:latin typeface="TimesTenLTStd-Roman"/>
              </a:rPr>
              <a:t>But in reality, not all gates are used in implementing logic circuit.</a:t>
            </a: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For example, if we want to produce a microprocessor, we want to embed a lot of gates inside, but it only make sense to use minimum number of gates because it is simpler to manufacture </a:t>
            </a:r>
          </a:p>
          <a:p>
            <a:endParaRPr lang="en-US" sz="1800" b="0" i="0" dirty="0">
              <a:solidFill>
                <a:srgbClr val="242021"/>
              </a:solidFill>
              <a:effectLst/>
              <a:latin typeface="TimesTenLTStd-Roman"/>
            </a:endParaRP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AND, OR, and NOT gates constitute a functionally complete set, because they represent the three operations of Boolean algebra. </a:t>
            </a: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For the AND </a:t>
            </a:r>
            <a:r>
              <a:rPr lang="en-US" sz="1800" b="0" i="0" dirty="0" err="1">
                <a:solidFill>
                  <a:srgbClr val="242021"/>
                </a:solidFill>
                <a:effectLst/>
                <a:latin typeface="TimesTenLTStd-Roman"/>
              </a:rPr>
              <a:t>and</a:t>
            </a:r>
            <a:r>
              <a:rPr lang="en-US" sz="1800" b="0" i="0" dirty="0">
                <a:solidFill>
                  <a:srgbClr val="242021"/>
                </a:solidFill>
                <a:effectLst/>
                <a:latin typeface="TimesTenLTStd-Roman"/>
              </a:rPr>
              <a:t> NOT gates to form a functionally complete set, there must be a way to synthesize the OR operation from the AND </a:t>
            </a:r>
            <a:r>
              <a:rPr lang="en-US" sz="1800" b="0" i="0" dirty="0" err="1">
                <a:solidFill>
                  <a:srgbClr val="242021"/>
                </a:solidFill>
                <a:effectLst/>
                <a:latin typeface="TimesTenLTStd-Roman"/>
              </a:rPr>
              <a:t>and</a:t>
            </a:r>
            <a:r>
              <a:rPr lang="en-US" sz="1800" b="0" i="0" dirty="0">
                <a:solidFill>
                  <a:srgbClr val="242021"/>
                </a:solidFill>
                <a:effectLst/>
                <a:latin typeface="TimesTenLTStd-Roman"/>
              </a:rPr>
              <a:t> NOT operations. </a:t>
            </a:r>
            <a:br>
              <a:rPr lang="en-US" sz="2800" dirty="0"/>
            </a:br>
            <a:endParaRPr lang="en-US" sz="1800" b="0" i="0" dirty="0">
              <a:solidFill>
                <a:srgbClr val="242021"/>
              </a:solidFill>
              <a:effectLst/>
              <a:latin typeface="TimesTenLTStd-Roman"/>
            </a:endParaRPr>
          </a:p>
          <a:p>
            <a:endParaRPr lang="en-US" sz="1800" b="0" i="0" dirty="0">
              <a:solidFill>
                <a:srgbClr val="242021"/>
              </a:solidFill>
              <a:effectLst/>
              <a:latin typeface="TimesTenLTStd-Roman"/>
            </a:endParaRPr>
          </a:p>
          <a:p>
            <a:br>
              <a:rPr lang="en-US" dirty="0"/>
            </a:br>
            <a:endParaRPr lang="en-MY" dirty="0"/>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30</a:t>
            </a:fld>
            <a:endParaRPr lang="en-US" altLang="en-US"/>
          </a:p>
        </p:txBody>
      </p:sp>
    </p:spTree>
    <p:extLst>
      <p:ext uri="{BB962C8B-B14F-4D97-AF65-F5344CB8AC3E}">
        <p14:creationId xmlns:p14="http://schemas.microsoft.com/office/powerpoint/2010/main" val="4062705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TenLTStd-Roman"/>
              </a:rPr>
              <a:t>AND, OR, and NOT gates constitute a functionally complete set, because they represent the three operations of Boolean algebra. </a:t>
            </a: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For the AND </a:t>
            </a:r>
            <a:r>
              <a:rPr lang="en-US" sz="1800" b="0" i="0" dirty="0" err="1">
                <a:solidFill>
                  <a:srgbClr val="242021"/>
                </a:solidFill>
                <a:effectLst/>
                <a:latin typeface="TimesTenLTStd-Roman"/>
              </a:rPr>
              <a:t>and</a:t>
            </a:r>
            <a:r>
              <a:rPr lang="en-US" sz="1800" b="0" i="0" dirty="0">
                <a:solidFill>
                  <a:srgbClr val="242021"/>
                </a:solidFill>
                <a:effectLst/>
                <a:latin typeface="TimesTenLTStd-Roman"/>
              </a:rPr>
              <a:t> NOT gates to form a functionally complete set, there must be a way to synthesize the OR operation from the AND </a:t>
            </a:r>
            <a:r>
              <a:rPr lang="en-US" sz="1800" b="0" i="0" dirty="0" err="1">
                <a:solidFill>
                  <a:srgbClr val="242021"/>
                </a:solidFill>
                <a:effectLst/>
                <a:latin typeface="TimesTenLTStd-Roman"/>
              </a:rPr>
              <a:t>and</a:t>
            </a:r>
            <a:r>
              <a:rPr lang="en-US" sz="1800" b="0" i="0" dirty="0">
                <a:solidFill>
                  <a:srgbClr val="242021"/>
                </a:solidFill>
                <a:effectLst/>
                <a:latin typeface="TimesTenLTStd-Roman"/>
              </a:rPr>
              <a:t> NOT operations. </a:t>
            </a:r>
            <a:br>
              <a:rPr lang="en-US" sz="2800" dirty="0"/>
            </a:br>
            <a:endParaRPr lang="en-US" sz="1800" b="0" i="0" dirty="0">
              <a:solidFill>
                <a:srgbClr val="242021"/>
              </a:solidFill>
              <a:effectLst/>
              <a:latin typeface="TimesTenLTStd-Roman"/>
            </a:endParaRPr>
          </a:p>
          <a:p>
            <a:endParaRPr lang="en-US" sz="1800" b="0" i="0" dirty="0">
              <a:solidFill>
                <a:srgbClr val="242021"/>
              </a:solidFill>
              <a:effectLst/>
              <a:latin typeface="TimesTenLTStd-Roman"/>
            </a:endParaRPr>
          </a:p>
          <a:p>
            <a:br>
              <a:rPr lang="en-US" dirty="0"/>
            </a:br>
            <a:endParaRPr lang="en-MY" dirty="0"/>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31</a:t>
            </a:fld>
            <a:endParaRPr lang="en-US" altLang="en-US"/>
          </a:p>
        </p:txBody>
      </p:sp>
    </p:spTree>
    <p:extLst>
      <p:ext uri="{BB962C8B-B14F-4D97-AF65-F5344CB8AC3E}">
        <p14:creationId xmlns:p14="http://schemas.microsoft.com/office/powerpoint/2010/main" val="31188664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Gate 1 </a:t>
            </a:r>
          </a:p>
          <a:p>
            <a:endParaRPr lang="en-MY" dirty="0"/>
          </a:p>
          <a:p>
            <a:r>
              <a:rPr lang="en-MY" dirty="0"/>
              <a:t>A and A, by using NAND gate, you get Not A </a:t>
            </a:r>
          </a:p>
          <a:p>
            <a:endParaRPr lang="en-MY" dirty="0"/>
          </a:p>
          <a:p>
            <a:r>
              <a:rPr lang="en-MY" dirty="0"/>
              <a:t>Gate 2 </a:t>
            </a:r>
          </a:p>
          <a:p>
            <a:endParaRPr lang="en-MY" dirty="0"/>
          </a:p>
          <a:p>
            <a:r>
              <a:rPr lang="en-MY" dirty="0"/>
              <a:t>A and B using NAND gate, you get Not A and Not B, but then, when you combine with another NAND gate, you get A and B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33</a:t>
            </a:fld>
            <a:endParaRPr lang="en-US" altLang="en-US"/>
          </a:p>
        </p:txBody>
      </p:sp>
    </p:spTree>
    <p:extLst>
      <p:ext uri="{BB962C8B-B14F-4D97-AF65-F5344CB8AC3E}">
        <p14:creationId xmlns:p14="http://schemas.microsoft.com/office/powerpoint/2010/main" val="1856162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MY" dirty="0"/>
              <a:t>A Boolean function can be achieved using a series of interconnected gates </a:t>
            </a:r>
          </a:p>
          <a:p>
            <a:pPr marL="171450" indent="-171450">
              <a:buFont typeface="Arial" panose="020B0604020202020204" pitchFamily="34" charset="0"/>
              <a:buChar char="•"/>
            </a:pPr>
            <a:r>
              <a:rPr lang="en-MY" dirty="0"/>
              <a:t>Output is depending upon combination of input variables </a:t>
            </a:r>
          </a:p>
          <a:p>
            <a:pPr marL="171450" indent="-171450">
              <a:buFont typeface="Arial" panose="020B0604020202020204" pitchFamily="34" charset="0"/>
              <a:buChar char="•"/>
            </a:pPr>
            <a:r>
              <a:rPr lang="en-MY"/>
              <a:t>Doesn’t use any memory </a:t>
            </a:r>
            <a:endParaRPr lang="en-MY" dirty="0"/>
          </a:p>
          <a:p>
            <a:endParaRPr lang="en-MY" dirty="0"/>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38</a:t>
            </a:fld>
            <a:endParaRPr lang="en-US" altLang="en-US"/>
          </a:p>
        </p:txBody>
      </p:sp>
    </p:spTree>
    <p:extLst>
      <p:ext uri="{BB962C8B-B14F-4D97-AF65-F5344CB8AC3E}">
        <p14:creationId xmlns:p14="http://schemas.microsoft.com/office/powerpoint/2010/main" val="785470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Product = AND </a:t>
            </a:r>
          </a:p>
          <a:p>
            <a:r>
              <a:rPr lang="en-MY" dirty="0"/>
              <a:t>Sum = OR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39</a:t>
            </a:fld>
            <a:endParaRPr lang="en-US" altLang="en-US"/>
          </a:p>
        </p:txBody>
      </p:sp>
    </p:spTree>
    <p:extLst>
      <p:ext uri="{BB962C8B-B14F-4D97-AF65-F5344CB8AC3E}">
        <p14:creationId xmlns:p14="http://schemas.microsoft.com/office/powerpoint/2010/main" val="3340695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POS</a:t>
            </a:r>
            <a:br>
              <a:rPr lang="en-MY" dirty="0"/>
            </a:br>
            <a:r>
              <a:rPr lang="en-MY" dirty="0"/>
              <a:t>SOP</a:t>
            </a:r>
          </a:p>
          <a:p>
            <a:r>
              <a:rPr lang="en-MY" dirty="0"/>
              <a:t>POS</a:t>
            </a:r>
          </a:p>
          <a:p>
            <a:r>
              <a:rPr lang="en-MY" dirty="0"/>
              <a:t>SOP </a:t>
            </a:r>
          </a:p>
          <a:p>
            <a:r>
              <a:rPr lang="en-MY" dirty="0"/>
              <a:t>POS</a:t>
            </a:r>
          </a:p>
          <a:p>
            <a:r>
              <a:rPr lang="en-MY" dirty="0"/>
              <a:t>SOP</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47</a:t>
            </a:fld>
            <a:endParaRPr lang="en-US" altLang="en-US"/>
          </a:p>
        </p:txBody>
      </p:sp>
    </p:spTree>
    <p:extLst>
      <p:ext uri="{BB962C8B-B14F-4D97-AF65-F5344CB8AC3E}">
        <p14:creationId xmlns:p14="http://schemas.microsoft.com/office/powerpoint/2010/main" val="3515164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When we do simplification, we are basically reducing the use of gates </a:t>
            </a:r>
          </a:p>
          <a:p>
            <a:endParaRPr lang="en-MY" dirty="0"/>
          </a:p>
          <a:p>
            <a:r>
              <a:rPr lang="en-MY" dirty="0"/>
              <a:t>When we talk about the algebraic simplification, it is basically how we use the various Boolean identities that we discussed in previous class.  The aim is to make the function simpler.</a:t>
            </a:r>
          </a:p>
          <a:p>
            <a:endParaRPr lang="en-MY" dirty="0"/>
          </a:p>
          <a:p>
            <a:r>
              <a:rPr lang="en-MY" dirty="0"/>
              <a:t>The simplification of Boolean algebraic is up to our creativity in terms of how we make use of those Boolean identities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54</a:t>
            </a:fld>
            <a:endParaRPr lang="en-US" altLang="en-US"/>
          </a:p>
        </p:txBody>
      </p:sp>
    </p:spTree>
    <p:extLst>
      <p:ext uri="{BB962C8B-B14F-4D97-AF65-F5344CB8AC3E}">
        <p14:creationId xmlns:p14="http://schemas.microsoft.com/office/powerpoint/2010/main" val="3349324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Karnaugh Map is a graphical method of simplifying Boolean algebra expressions. It provides a systematic way to minimize Boolean functions, reducing complex logical expressions to their simplest form.</a:t>
            </a:r>
            <a:endParaRPr lang="en-MY" dirty="0"/>
          </a:p>
          <a:p>
            <a:endParaRPr lang="en-MY" dirty="0"/>
          </a:p>
          <a:p>
            <a:r>
              <a:rPr lang="en-MY" dirty="0"/>
              <a:t>Squares or grid </a:t>
            </a:r>
          </a:p>
          <a:p>
            <a:endParaRPr lang="en-MY" dirty="0"/>
          </a:p>
          <a:p>
            <a:r>
              <a:rPr lang="en-MY" dirty="0"/>
              <a:t>00, 01, 11 and 10 – each representing different variables </a:t>
            </a:r>
          </a:p>
          <a:p>
            <a:endParaRPr lang="en-MY" dirty="0"/>
          </a:p>
          <a:p>
            <a:r>
              <a:rPr lang="en-MY" dirty="0"/>
              <a:t>One part of the K-map will represent A and B, the other part of K-map will represent C and D </a:t>
            </a:r>
          </a:p>
          <a:p>
            <a:endParaRPr lang="en-MY" dirty="0"/>
          </a:p>
          <a:p>
            <a:endParaRPr lang="en-MY" dirty="0"/>
          </a:p>
          <a:p>
            <a:r>
              <a:rPr lang="en-MY" dirty="0"/>
              <a:t>Remember, when you do the labelling for K-map, you are not labelling it based on numerical sequence, rather than you follow the specific sequence of labelling of K-map</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56</a:t>
            </a:fld>
            <a:endParaRPr lang="en-US" altLang="en-US"/>
          </a:p>
        </p:txBody>
      </p:sp>
    </p:spTree>
    <p:extLst>
      <p:ext uri="{BB962C8B-B14F-4D97-AF65-F5344CB8AC3E}">
        <p14:creationId xmlns:p14="http://schemas.microsoft.com/office/powerpoint/2010/main" val="4666952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Every terms from the Boolean algebraic is represented by 1 s</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57</a:t>
            </a:fld>
            <a:endParaRPr lang="en-US" altLang="en-US"/>
          </a:p>
        </p:txBody>
      </p:sp>
    </p:spTree>
    <p:extLst>
      <p:ext uri="{BB962C8B-B14F-4D97-AF65-F5344CB8AC3E}">
        <p14:creationId xmlns:p14="http://schemas.microsoft.com/office/powerpoint/2010/main" val="1692775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 grouping of K-map is depends on how you want to map it </a:t>
            </a:r>
          </a:p>
          <a:p>
            <a:endParaRPr lang="en-MY" dirty="0"/>
          </a:p>
          <a:p>
            <a:r>
              <a:rPr lang="en-MY" dirty="0"/>
              <a:t>It can be AB at one side and C in one side, or A alone and BC as one group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61</a:t>
            </a:fld>
            <a:endParaRPr lang="en-US" altLang="en-US"/>
          </a:p>
        </p:txBody>
      </p:sp>
    </p:spTree>
    <p:extLst>
      <p:ext uri="{BB962C8B-B14F-4D97-AF65-F5344CB8AC3E}">
        <p14:creationId xmlns:p14="http://schemas.microsoft.com/office/powerpoint/2010/main" val="22036128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 grouping of K-map is depends on how you want to map it </a:t>
            </a:r>
          </a:p>
          <a:p>
            <a:endParaRPr lang="en-MY" dirty="0"/>
          </a:p>
          <a:p>
            <a:r>
              <a:rPr lang="en-MY" dirty="0"/>
              <a:t>It can be AB at one side and C in one side, or A alone and BC as one group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62</a:t>
            </a:fld>
            <a:endParaRPr lang="en-US" altLang="en-US"/>
          </a:p>
        </p:txBody>
      </p:sp>
    </p:spTree>
    <p:extLst>
      <p:ext uri="{BB962C8B-B14F-4D97-AF65-F5344CB8AC3E}">
        <p14:creationId xmlns:p14="http://schemas.microsoft.com/office/powerpoint/2010/main" val="7465099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If 2 terms are side by side, you can remove one variable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66</a:t>
            </a:fld>
            <a:endParaRPr lang="en-US" altLang="en-US"/>
          </a:p>
        </p:txBody>
      </p:sp>
    </p:spTree>
    <p:extLst>
      <p:ext uri="{BB962C8B-B14F-4D97-AF65-F5344CB8AC3E}">
        <p14:creationId xmlns:p14="http://schemas.microsoft.com/office/powerpoint/2010/main" val="35839546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panose="020B0604020202020204" pitchFamily="34" charset="0"/>
              <a:buChar char="•"/>
            </a:pPr>
            <a:r>
              <a:rPr lang="en-MY" dirty="0"/>
              <a:t>This is 4 variables K-map with 2 terms </a:t>
            </a:r>
          </a:p>
          <a:p>
            <a:pPr marL="228600" indent="-228600">
              <a:buFont typeface="Arial" panose="020B0604020202020204" pitchFamily="34" charset="0"/>
              <a:buChar char="•"/>
            </a:pPr>
            <a:r>
              <a:rPr lang="en-MY" dirty="0"/>
              <a:t>These 2 terms are side by side </a:t>
            </a:r>
          </a:p>
          <a:p>
            <a:pPr marL="228600" indent="-228600">
              <a:buFont typeface="Arial" panose="020B0604020202020204" pitchFamily="34" charset="0"/>
              <a:buChar char="•"/>
            </a:pPr>
            <a:endParaRPr lang="en-MY" dirty="0"/>
          </a:p>
          <a:p>
            <a:pPr marL="228600" indent="-228600">
              <a:buFont typeface="Arial" panose="020B0604020202020204" pitchFamily="34" charset="0"/>
              <a:buChar char="•"/>
            </a:pPr>
            <a:r>
              <a:rPr lang="en-MY" dirty="0"/>
              <a:t>If you have done it in the Boolean algebra way, we can eliminate the C variable </a:t>
            </a:r>
          </a:p>
          <a:p>
            <a:pPr marL="228600" indent="-228600">
              <a:buFont typeface="Arial" panose="020B0604020202020204" pitchFamily="34" charset="0"/>
              <a:buChar char="•"/>
            </a:pPr>
            <a:endParaRPr lang="en-MY" dirty="0"/>
          </a:p>
          <a:p>
            <a:pPr marL="228600" indent="-228600">
              <a:buFont typeface="Arial" panose="020B0604020202020204" pitchFamily="34" charset="0"/>
              <a:buChar char="•"/>
            </a:pPr>
            <a:r>
              <a:rPr lang="en-MY" dirty="0"/>
              <a:t>In K-map, we know that for 2 terms side by side, we can remove 1 variable </a:t>
            </a:r>
          </a:p>
          <a:p>
            <a:pPr marL="228600" indent="-228600">
              <a:buFont typeface="Arial" panose="020B0604020202020204" pitchFamily="34" charset="0"/>
              <a:buChar char="•"/>
            </a:pPr>
            <a:r>
              <a:rPr lang="en-MY" dirty="0"/>
              <a:t>How do we interpret it in K-map way?</a:t>
            </a:r>
          </a:p>
          <a:p>
            <a:pPr marL="228600" indent="-228600">
              <a:buFont typeface="Arial" panose="020B0604020202020204" pitchFamily="34" charset="0"/>
              <a:buChar char="•"/>
            </a:pPr>
            <a:endParaRPr lang="en-MY" dirty="0"/>
          </a:p>
          <a:p>
            <a:pPr marL="228600" indent="-228600">
              <a:buFont typeface="Arial" panose="020B0604020202020204" pitchFamily="34" charset="0"/>
              <a:buChar char="•"/>
            </a:pPr>
            <a:r>
              <a:rPr lang="en-MY" dirty="0"/>
              <a:t>Okay, what is true for that grouping? </a:t>
            </a:r>
          </a:p>
          <a:p>
            <a:pPr marL="228600" indent="-228600">
              <a:buFont typeface="Arial" panose="020B0604020202020204" pitchFamily="34" charset="0"/>
              <a:buChar char="•"/>
            </a:pPr>
            <a:r>
              <a:rPr lang="en-MY" dirty="0"/>
              <a:t>It is fully in NOT A, it if also fully in B and it is fully in D</a:t>
            </a:r>
          </a:p>
          <a:p>
            <a:pPr marL="228600" indent="-228600">
              <a:buFont typeface="Arial" panose="020B0604020202020204" pitchFamily="34" charset="0"/>
              <a:buChar char="•"/>
            </a:pPr>
            <a:r>
              <a:rPr lang="en-MY" dirty="0"/>
              <a:t>However, it is partially in C and NOT C – its contradicting each other, so they cannot be in the simplified term</a:t>
            </a:r>
          </a:p>
          <a:p>
            <a:pPr marL="228600" indent="-228600">
              <a:buFont typeface="Arial" panose="020B0604020202020204" pitchFamily="34" charset="0"/>
              <a:buChar char="•"/>
            </a:pPr>
            <a:endParaRPr lang="en-MY" dirty="0"/>
          </a:p>
          <a:p>
            <a:endParaRPr lang="en-MY" dirty="0"/>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67</a:t>
            </a:fld>
            <a:endParaRPr lang="en-US" altLang="en-US"/>
          </a:p>
        </p:txBody>
      </p:sp>
    </p:spTree>
    <p:extLst>
      <p:ext uri="{BB962C8B-B14F-4D97-AF65-F5344CB8AC3E}">
        <p14:creationId xmlns:p14="http://schemas.microsoft.com/office/powerpoint/2010/main" val="7747863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MY" dirty="0"/>
              <a:t>This one explain the wrap around (can be horizontally or vertically) </a:t>
            </a:r>
          </a:p>
          <a:p>
            <a:pPr marL="171450" indent="-171450">
              <a:buFont typeface="Arial" panose="020B0604020202020204" pitchFamily="34" charset="0"/>
              <a:buChar char="•"/>
            </a:pPr>
            <a:r>
              <a:rPr lang="en-MY" dirty="0"/>
              <a:t>Firstly, we plot the K-map based on the SOP canonical form </a:t>
            </a:r>
          </a:p>
          <a:p>
            <a:pPr marL="171450" indent="-171450">
              <a:buFont typeface="Arial" panose="020B0604020202020204" pitchFamily="34" charset="0"/>
              <a:buChar char="•"/>
            </a:pPr>
            <a:r>
              <a:rPr lang="en-MY" dirty="0"/>
              <a:t>Then, we look at true value of the grouping </a:t>
            </a:r>
          </a:p>
          <a:p>
            <a:pPr marL="171450" indent="-171450">
              <a:buFont typeface="Arial" panose="020B0604020202020204" pitchFamily="34" charset="0"/>
              <a:buChar char="•"/>
            </a:pPr>
            <a:r>
              <a:rPr lang="en-MY" dirty="0"/>
              <a:t>It is partly in NOT A and A, then, it is fully in NOT C,  NOT B and D</a:t>
            </a:r>
          </a:p>
          <a:p>
            <a:pPr marL="171450" indent="-171450">
              <a:buFont typeface="Arial" panose="020B0604020202020204" pitchFamily="34" charset="0"/>
              <a:buChar char="•"/>
            </a:pPr>
            <a:r>
              <a:rPr lang="en-MY" dirty="0"/>
              <a:t>So, we can remove A because A and NOT A are contradicting each other </a:t>
            </a:r>
          </a:p>
          <a:p>
            <a:endParaRPr lang="en-MY" dirty="0"/>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68</a:t>
            </a:fld>
            <a:endParaRPr lang="en-US" altLang="en-US"/>
          </a:p>
        </p:txBody>
      </p:sp>
    </p:spTree>
    <p:extLst>
      <p:ext uri="{BB962C8B-B14F-4D97-AF65-F5344CB8AC3E}">
        <p14:creationId xmlns:p14="http://schemas.microsoft.com/office/powerpoint/2010/main" val="21002627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2 variables side by side – we drop 1 variables </a:t>
            </a:r>
          </a:p>
          <a:p>
            <a:r>
              <a:rPr lang="en-MY" dirty="0"/>
              <a:t>4 variables side by side – we drop 2 variables </a:t>
            </a:r>
          </a:p>
          <a:p>
            <a:r>
              <a:rPr lang="en-MY" dirty="0"/>
              <a:t>8 variables side by side – we drop 3 variables </a:t>
            </a:r>
          </a:p>
          <a:p>
            <a:r>
              <a:rPr lang="en-MY" dirty="0"/>
              <a:t>16 variables side by side – we drop all 4 variables </a:t>
            </a:r>
          </a:p>
          <a:p>
            <a:endParaRPr lang="en-MY" dirty="0"/>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70</a:t>
            </a:fld>
            <a:endParaRPr lang="en-US" altLang="en-US"/>
          </a:p>
        </p:txBody>
      </p:sp>
    </p:spTree>
    <p:extLst>
      <p:ext uri="{BB962C8B-B14F-4D97-AF65-F5344CB8AC3E}">
        <p14:creationId xmlns:p14="http://schemas.microsoft.com/office/powerpoint/2010/main" val="20090817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37D8E635-4339-27D7-1703-A2ECE175BE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7F5E01D0-81C5-41FA-A5E8-C25C9097D1BB}" type="slidenum">
              <a:rPr kumimoji="0" lang="en-US" altLang="en-US" sz="1200" smtClean="0">
                <a:latin typeface="Times New Roman" panose="02020603050405020304" pitchFamily="18" charset="0"/>
              </a:rPr>
              <a:pPr/>
              <a:t>72</a:t>
            </a:fld>
            <a:endParaRPr kumimoji="0" lang="en-US" altLang="en-US" sz="1200">
              <a:latin typeface="Times New Roman" panose="02020603050405020304" pitchFamily="18" charset="0"/>
            </a:endParaRPr>
          </a:p>
        </p:txBody>
      </p:sp>
      <p:sp>
        <p:nvSpPr>
          <p:cNvPr id="72707" name="Slide Image Placeholder 1">
            <a:extLst>
              <a:ext uri="{FF2B5EF4-FFF2-40B4-BE49-F238E27FC236}">
                <a16:creationId xmlns:a16="http://schemas.microsoft.com/office/drawing/2014/main" id="{ADECE49E-286A-AE2E-DF1A-F19CB5E2A451}"/>
              </a:ext>
            </a:extLst>
          </p:cNvPr>
          <p:cNvSpPr>
            <a:spLocks noGrp="1" noRot="1" noChangeAspect="1" noChangeArrowheads="1" noTextEdit="1"/>
          </p:cNvSpPr>
          <p:nvPr>
            <p:ph type="sldImg"/>
          </p:nvPr>
        </p:nvSpPr>
        <p:spPr>
          <a:ln/>
        </p:spPr>
      </p:sp>
      <p:sp>
        <p:nvSpPr>
          <p:cNvPr id="72708" name="Notes Placeholder 2">
            <a:extLst>
              <a:ext uri="{FF2B5EF4-FFF2-40B4-BE49-F238E27FC236}">
                <a16:creationId xmlns:a16="http://schemas.microsoft.com/office/drawing/2014/main" id="{C3A5E35A-5FED-4F5A-FDA2-BE982DB6F3BA}"/>
              </a:ext>
            </a:extLst>
          </p:cNvPr>
          <p:cNvSpPr>
            <a:spLocks noGrp="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lstStyle/>
          <a:p>
            <a:pPr>
              <a:spcBef>
                <a:spcPct val="0"/>
              </a:spcBef>
            </a:pPr>
            <a:endParaRPr lang="en-MY" altLang="en-US"/>
          </a:p>
        </p:txBody>
      </p:sp>
      <p:sp>
        <p:nvSpPr>
          <p:cNvPr id="72709" name="Slide Number Placeholder 3">
            <a:extLst>
              <a:ext uri="{FF2B5EF4-FFF2-40B4-BE49-F238E27FC236}">
                <a16:creationId xmlns:a16="http://schemas.microsoft.com/office/drawing/2014/main" id="{544549E4-E1CC-10D2-89F1-83D5A4C89C09}"/>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eaLnBrk="1" hangingPunct="1"/>
            <a:fld id="{9A8EBCB1-1870-4CA0-BAEC-71AE3E126E57}" type="slidenum">
              <a:rPr kumimoji="0" lang="en-US" altLang="en-US" sz="1200">
                <a:latin typeface="Calibri" panose="020F0502020204030204" pitchFamily="34" charset="0"/>
              </a:rPr>
              <a:pPr algn="r" eaLnBrk="1" hangingPunct="1"/>
              <a:t>72</a:t>
            </a:fld>
            <a:endParaRPr kumimoji="0" lang="en-US" altLang="en-US" sz="1200">
              <a:latin typeface="Calibri" panose="020F050202020403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For the second case, the overlapping happens in 2 cells and if you notice both overlapping, the cell already being taken care by other group, therefore, we can eliminate the overlapping so that we can have simplified terms for our Boolean expression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73</a:t>
            </a:fld>
            <a:endParaRPr lang="en-US" altLang="en-US"/>
          </a:p>
        </p:txBody>
      </p:sp>
    </p:spTree>
    <p:extLst>
      <p:ext uri="{BB962C8B-B14F-4D97-AF65-F5344CB8AC3E}">
        <p14:creationId xmlns:p14="http://schemas.microsoft.com/office/powerpoint/2010/main" val="749424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There are also situation whereby the output or the function does not have the clear true or false value. </a:t>
            </a:r>
          </a:p>
          <a:p>
            <a:endParaRPr lang="en-MY" dirty="0"/>
          </a:p>
          <a:p>
            <a:r>
              <a:rPr lang="en-MY" dirty="0"/>
              <a:t>One of the example is packed decimal representation. </a:t>
            </a:r>
          </a:p>
          <a:p>
            <a:r>
              <a:rPr lang="en-MY" dirty="0"/>
              <a:t>Let say you want to represent 0 to 9, so you need 10 patterns to represent 0 – 9. In order to represent 10 patterns, you need at least 4 bits.  3 bits isn’t enough because you can only represent 0 to 7. So you need at least 4 bits.  But if you are given 4 bits, you can represent up to 15, so you can basically using 4 bits to represent up to 16 patterns</a:t>
            </a:r>
          </a:p>
          <a:p>
            <a:endParaRPr lang="en-MY" dirty="0"/>
          </a:p>
          <a:p>
            <a:r>
              <a:rPr lang="en-MY" dirty="0"/>
              <a:t>But, you only need to represent 0 to 9, so from 10 to 15 will  be extra patterns that you don’t need </a:t>
            </a:r>
          </a:p>
          <a:p>
            <a:endParaRPr lang="en-MY" dirty="0"/>
          </a:p>
          <a:p>
            <a:r>
              <a:rPr lang="en-MY" dirty="0"/>
              <a:t>You can include don’t care value in your grouping but you only use don’t care value if they can help another valid terms….</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74</a:t>
            </a:fld>
            <a:endParaRPr lang="en-US" altLang="en-US"/>
          </a:p>
        </p:txBody>
      </p:sp>
    </p:spTree>
    <p:extLst>
      <p:ext uri="{BB962C8B-B14F-4D97-AF65-F5344CB8AC3E}">
        <p14:creationId xmlns:p14="http://schemas.microsoft.com/office/powerpoint/2010/main" val="21146281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75</a:t>
            </a:fld>
            <a:endParaRPr lang="en-US" altLang="en-US"/>
          </a:p>
        </p:txBody>
      </p:sp>
    </p:spTree>
    <p:extLst>
      <p:ext uri="{BB962C8B-B14F-4D97-AF65-F5344CB8AC3E}">
        <p14:creationId xmlns:p14="http://schemas.microsoft.com/office/powerpoint/2010/main" val="5242023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Not rely on visualising a map, it is algorithmic in nature because you have to follow certain steps or certain cycle to follow.</a:t>
            </a:r>
          </a:p>
          <a:p>
            <a:r>
              <a:rPr lang="en-MY" dirty="0"/>
              <a:t>It works for cases with more than 4 variables.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96</a:t>
            </a:fld>
            <a:endParaRPr lang="en-US" altLang="en-US"/>
          </a:p>
        </p:txBody>
      </p:sp>
    </p:spTree>
    <p:extLst>
      <p:ext uri="{BB962C8B-B14F-4D97-AF65-F5344CB8AC3E}">
        <p14:creationId xmlns:p14="http://schemas.microsoft.com/office/powerpoint/2010/main" val="24319182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Let’s look at this example. The function has 8 terms. </a:t>
            </a:r>
          </a:p>
          <a:p>
            <a:endParaRPr lang="en-MY" dirty="0"/>
          </a:p>
          <a:p>
            <a:pPr marL="228600" indent="-228600">
              <a:buAutoNum type="arabicPeriod"/>
            </a:pPr>
            <a:r>
              <a:rPr lang="en-MY" dirty="0"/>
              <a:t>You must generate a table and then on the most left column, you will list all the terms that are available in the function. </a:t>
            </a:r>
          </a:p>
          <a:p>
            <a:pPr marL="228600" indent="-228600">
              <a:buAutoNum type="arabicPeriod"/>
            </a:pPr>
            <a:r>
              <a:rPr lang="en-MY" dirty="0"/>
              <a:t>Take note that you must list the term based on the number of NOT. From larger to smaller. </a:t>
            </a:r>
          </a:p>
          <a:p>
            <a:pPr marL="0" indent="0">
              <a:buNone/>
            </a:pPr>
            <a:endParaRPr lang="en-MY" dirty="0"/>
          </a:p>
          <a:p>
            <a:pPr marL="0" indent="0">
              <a:buNone/>
            </a:pPr>
            <a:endParaRPr lang="en-MY" dirty="0"/>
          </a:p>
          <a:p>
            <a:r>
              <a:rPr lang="en-MY" dirty="0"/>
              <a:t>The first group has 3 NOT, and the second with 2 NOT. What is the difference? They differ in 1 variable. </a:t>
            </a:r>
          </a:p>
          <a:p>
            <a:endParaRPr lang="en-MY" dirty="0"/>
          </a:p>
          <a:p>
            <a:r>
              <a:rPr lang="en-MY" dirty="0"/>
              <a:t>You can see the pattern. Group 2 and Group 3, they differ in 1 variable….therefore, there is an opportunity to eliminate the variable as we go along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97</a:t>
            </a:fld>
            <a:endParaRPr lang="en-US" altLang="en-US"/>
          </a:p>
        </p:txBody>
      </p:sp>
    </p:spTree>
    <p:extLst>
      <p:ext uri="{BB962C8B-B14F-4D97-AF65-F5344CB8AC3E}">
        <p14:creationId xmlns:p14="http://schemas.microsoft.com/office/powerpoint/2010/main" val="565252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 sorting of product term with different NOT value already help, so you just have to find all pairs of terms that different in only one variable.</a:t>
            </a:r>
          </a:p>
          <a:p>
            <a:r>
              <a:rPr lang="en-MY" dirty="0"/>
              <a:t>Don’t bother to compare between group 1 and 4 because they differ in 3 variable…we are looking at 1 variable different</a:t>
            </a:r>
          </a:p>
          <a:p>
            <a:endParaRPr lang="en-MY" dirty="0"/>
          </a:p>
          <a:p>
            <a:r>
              <a:rPr lang="en-MY" dirty="0"/>
              <a:t>By completing this step (By  each of those pairs). We now have already identified which variables that are causing them to be different.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98</a:t>
            </a:fld>
            <a:endParaRPr lang="en-US" altLang="en-US"/>
          </a:p>
        </p:txBody>
      </p:sp>
    </p:spTree>
    <p:extLst>
      <p:ext uri="{BB962C8B-B14F-4D97-AF65-F5344CB8AC3E}">
        <p14:creationId xmlns:p14="http://schemas.microsoft.com/office/powerpoint/2010/main" val="20916610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 sorting of product term with different NOT value already help, so you just have to find all pairs of terms that different in only one variable.</a:t>
            </a:r>
          </a:p>
          <a:p>
            <a:r>
              <a:rPr lang="en-MY" dirty="0"/>
              <a:t>Don’t bother to compare between group 1 and 4 because they differ in 3 variable…we are looking at 1 variable different</a:t>
            </a:r>
          </a:p>
          <a:p>
            <a:endParaRPr lang="en-MY" dirty="0"/>
          </a:p>
          <a:p>
            <a:r>
              <a:rPr lang="en-MY" dirty="0"/>
              <a:t>By completing this step (By  each of those pairs). We now have already identified which variables that are causing them to be different.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99</a:t>
            </a:fld>
            <a:endParaRPr lang="en-US" altLang="en-US"/>
          </a:p>
        </p:txBody>
      </p:sp>
    </p:spTree>
    <p:extLst>
      <p:ext uri="{BB962C8B-B14F-4D97-AF65-F5344CB8AC3E}">
        <p14:creationId xmlns:p14="http://schemas.microsoft.com/office/powerpoint/2010/main" val="27111703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 sorting of product term with different NOT value already help, so you just have to find all pairs of terms that different in only one variable.</a:t>
            </a:r>
          </a:p>
          <a:p>
            <a:r>
              <a:rPr lang="en-MY" dirty="0"/>
              <a:t>Don’t bother to compare between group 1 and 4 because they differ in 3 variable…we are looking at 1 variable different</a:t>
            </a:r>
          </a:p>
          <a:p>
            <a:endParaRPr lang="en-MY" dirty="0"/>
          </a:p>
          <a:p>
            <a:r>
              <a:rPr lang="en-MY" dirty="0"/>
              <a:t>By completing this step (By  each of those pairs). We now have already identified which variables that are causing them to be different.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100</a:t>
            </a:fld>
            <a:endParaRPr lang="en-US" altLang="en-US"/>
          </a:p>
        </p:txBody>
      </p:sp>
    </p:spTree>
    <p:extLst>
      <p:ext uri="{BB962C8B-B14F-4D97-AF65-F5344CB8AC3E}">
        <p14:creationId xmlns:p14="http://schemas.microsoft.com/office/powerpoint/2010/main" val="6102458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Look at these 3 groups, they are differing by 1 variable from  group to group</a:t>
            </a:r>
          </a:p>
          <a:p>
            <a:r>
              <a:rPr lang="en-MY" dirty="0"/>
              <a:t>Group 1 and group 2, no pairing, so no changes </a:t>
            </a:r>
          </a:p>
          <a:p>
            <a:r>
              <a:rPr lang="en-MY" dirty="0"/>
              <a:t>Group 2 and group 3, there are 2 pairing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101</a:t>
            </a:fld>
            <a:endParaRPr lang="en-US" altLang="en-US"/>
          </a:p>
        </p:txBody>
      </p:sp>
    </p:spTree>
    <p:extLst>
      <p:ext uri="{BB962C8B-B14F-4D97-AF65-F5344CB8AC3E}">
        <p14:creationId xmlns:p14="http://schemas.microsoft.com/office/powerpoint/2010/main" val="5442225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In any implementation of Boolean, logic, designers who wants to try as far as possible to use only 1 kind of gate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109</a:t>
            </a:fld>
            <a:endParaRPr lang="en-US" altLang="en-US"/>
          </a:p>
        </p:txBody>
      </p:sp>
    </p:spTree>
    <p:extLst>
      <p:ext uri="{BB962C8B-B14F-4D97-AF65-F5344CB8AC3E}">
        <p14:creationId xmlns:p14="http://schemas.microsoft.com/office/powerpoint/2010/main" val="36780102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Use the Boolean law, in this case, the </a:t>
            </a:r>
            <a:r>
              <a:rPr lang="en-MY" dirty="0" err="1"/>
              <a:t>DeMorgan</a:t>
            </a:r>
            <a:r>
              <a:rPr lang="en-MY" dirty="0"/>
              <a:t> Theorem is used to convert the expression by using only 1 gate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110</a:t>
            </a:fld>
            <a:endParaRPr lang="en-US" altLang="en-US"/>
          </a:p>
        </p:txBody>
      </p:sp>
    </p:spTree>
    <p:extLst>
      <p:ext uri="{BB962C8B-B14F-4D97-AF65-F5344CB8AC3E}">
        <p14:creationId xmlns:p14="http://schemas.microsoft.com/office/powerpoint/2010/main" val="17566123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We will proceed with combinational circuits….Multiplexers, decoders, ROM and adders are still part of combinational circuits…..</a:t>
            </a:r>
          </a:p>
          <a:p>
            <a:endParaRPr lang="en-MY" dirty="0"/>
          </a:p>
          <a:p>
            <a:r>
              <a:rPr lang="en-MY" dirty="0"/>
              <a:t>It means we put the gates together in order to perform particular functions, like how we express Boolean algebra, or computer operation like selection, decoding, it can be done with combinational circuit or logic gate </a:t>
            </a:r>
          </a:p>
          <a:p>
            <a:endParaRPr lang="en-MY" dirty="0"/>
          </a:p>
          <a:p>
            <a:endParaRPr lang="en-MY" dirty="0"/>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111</a:t>
            </a:fld>
            <a:endParaRPr lang="en-US" altLang="en-US"/>
          </a:p>
        </p:txBody>
      </p:sp>
    </p:spTree>
    <p:extLst>
      <p:ext uri="{BB962C8B-B14F-4D97-AF65-F5344CB8AC3E}">
        <p14:creationId xmlns:p14="http://schemas.microsoft.com/office/powerpoint/2010/main" val="22113263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Multiplexer is a combinational circuit that perform something….what does it perform?</a:t>
            </a:r>
          </a:p>
          <a:p>
            <a:endParaRPr lang="en-MY" dirty="0"/>
          </a:p>
          <a:p>
            <a:r>
              <a:rPr lang="en-MY" dirty="0"/>
              <a:t>It connects multiple inputs and look at the schema,  it is very often to label it as MUX</a:t>
            </a:r>
          </a:p>
          <a:p>
            <a:endParaRPr lang="en-MY" dirty="0"/>
          </a:p>
          <a:p>
            <a:r>
              <a:rPr lang="en-MY" dirty="0"/>
              <a:t>Multiple input on the left side, from D0 to D3. </a:t>
            </a:r>
          </a:p>
          <a:p>
            <a:endParaRPr lang="en-MY" dirty="0"/>
          </a:p>
          <a:p>
            <a:r>
              <a:rPr lang="en-MY" dirty="0"/>
              <a:t>Out of these 4 inputs, only 1 will be selected to go through the output. </a:t>
            </a:r>
          </a:p>
          <a:p>
            <a:endParaRPr lang="en-MY" dirty="0"/>
          </a:p>
          <a:p>
            <a:r>
              <a:rPr lang="en-MY" dirty="0"/>
              <a:t>How do we select which input will go thru the output? We have these 2 selectors here </a:t>
            </a:r>
          </a:p>
          <a:p>
            <a:endParaRPr lang="en-MY" dirty="0"/>
          </a:p>
          <a:p>
            <a:r>
              <a:rPr lang="en-MY" dirty="0"/>
              <a:t>For example, based on this example, if you want D0 to be selected, you must make sure Selector 1 and Selector are both 0. So, whatever input value from D0 will be channelled to F.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112</a:t>
            </a:fld>
            <a:endParaRPr lang="en-US" altLang="en-US"/>
          </a:p>
        </p:txBody>
      </p:sp>
    </p:spTree>
    <p:extLst>
      <p:ext uri="{BB962C8B-B14F-4D97-AF65-F5344CB8AC3E}">
        <p14:creationId xmlns:p14="http://schemas.microsoft.com/office/powerpoint/2010/main" val="23546100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In terms of implementation, multiplexer will use AND, OR and NOT gates </a:t>
            </a:r>
          </a:p>
          <a:p>
            <a:endParaRPr lang="en-MY" dirty="0"/>
          </a:p>
          <a:p>
            <a:r>
              <a:rPr lang="en-MY" dirty="0"/>
              <a:t>The good thing about Multiplexer, only 1 AND gate will be ready to channel the value, (True value), so the other 3 AND gates will be a false (0 value).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113</a:t>
            </a:fld>
            <a:endParaRPr lang="en-US" altLang="en-US"/>
          </a:p>
        </p:txBody>
      </p:sp>
    </p:spTree>
    <p:extLst>
      <p:ext uri="{BB962C8B-B14F-4D97-AF65-F5344CB8AC3E}">
        <p14:creationId xmlns:p14="http://schemas.microsoft.com/office/powerpoint/2010/main" val="30255222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What is the function of multiplexer? </a:t>
            </a:r>
          </a:p>
          <a:p>
            <a:endParaRPr lang="en-MY" dirty="0"/>
          </a:p>
          <a:p>
            <a:pPr marL="171450" indent="-171450">
              <a:buFont typeface="Arial" panose="020B0604020202020204" pitchFamily="34" charset="0"/>
              <a:buChar char="•"/>
            </a:pPr>
            <a:r>
              <a:rPr lang="en-MY" dirty="0"/>
              <a:t>Because of the selection nature of the multiplexer, it can be used for the routing. </a:t>
            </a:r>
          </a:p>
          <a:p>
            <a:pPr marL="171450" indent="-171450">
              <a:buFont typeface="Arial" panose="020B0604020202020204" pitchFamily="34" charset="0"/>
              <a:buChar char="•"/>
            </a:pPr>
            <a:r>
              <a:rPr lang="en-MY" dirty="0"/>
              <a:t>Meaning, there are many possible inputs, but hey, I want you to be routed to the output. </a:t>
            </a:r>
          </a:p>
          <a:p>
            <a:pPr marL="171450" indent="-171450">
              <a:buFont typeface="Arial" panose="020B0604020202020204" pitchFamily="34" charset="0"/>
              <a:buChar char="•"/>
            </a:pPr>
            <a:r>
              <a:rPr lang="en-MY" dirty="0"/>
              <a:t>It performs a routing kind of function. </a:t>
            </a:r>
          </a:p>
          <a:p>
            <a:pPr marL="171450" indent="-171450">
              <a:buFont typeface="Arial" panose="020B0604020202020204" pitchFamily="34" charset="0"/>
              <a:buChar char="•"/>
            </a:pPr>
            <a:r>
              <a:rPr lang="en-MY" dirty="0"/>
              <a:t>If you notice in the previous example of multiplexer, it only handle 1 bit, therefore, if the instructions comes in in 16 bit, each bit need to have its own multiplexer </a:t>
            </a:r>
          </a:p>
          <a:p>
            <a:endParaRPr lang="en-MY" dirty="0"/>
          </a:p>
          <a:p>
            <a:r>
              <a:rPr lang="en-MY" dirty="0"/>
              <a:t>Therefore, all multiplexer will only handle 1 bit only. </a:t>
            </a:r>
          </a:p>
          <a:p>
            <a:endParaRPr lang="en-MY" dirty="0"/>
          </a:p>
          <a:p>
            <a:r>
              <a:rPr lang="en-MY" dirty="0"/>
              <a:t>Based on the diagram on the screen, the most left MUX handle the first bit and the rightest MUX handle the 16</a:t>
            </a:r>
            <a:r>
              <a:rPr lang="en-MY" baseline="30000" dirty="0"/>
              <a:t>th</a:t>
            </a:r>
            <a:r>
              <a:rPr lang="en-MY" dirty="0"/>
              <a:t> bit.</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116</a:t>
            </a:fld>
            <a:endParaRPr lang="en-US" altLang="en-US"/>
          </a:p>
        </p:txBody>
      </p:sp>
    </p:spTree>
    <p:extLst>
      <p:ext uri="{BB962C8B-B14F-4D97-AF65-F5344CB8AC3E}">
        <p14:creationId xmlns:p14="http://schemas.microsoft.com/office/powerpoint/2010/main" val="20282605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MY" dirty="0"/>
              <a:t>From this example, let say we want to choose address from the binary counter, so we want to choose the address from C to go thru the program counter, so we set S1 and S2 to 00, and this 00 must be consistently be used for the MUX.  And that is why, you see that the selectors are connected in Parallel to all MUX. </a:t>
            </a:r>
          </a:p>
          <a:p>
            <a:pPr marL="171450" indent="-171450">
              <a:buFont typeface="Arial" panose="020B0604020202020204" pitchFamily="34" charset="0"/>
              <a:buChar char="•"/>
            </a:pPr>
            <a:endParaRPr lang="en-MY" dirty="0"/>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117</a:t>
            </a:fld>
            <a:endParaRPr lang="en-US" altLang="en-US"/>
          </a:p>
        </p:txBody>
      </p:sp>
    </p:spTree>
    <p:extLst>
      <p:ext uri="{BB962C8B-B14F-4D97-AF65-F5344CB8AC3E}">
        <p14:creationId xmlns:p14="http://schemas.microsoft.com/office/powerpoint/2010/main" val="31971556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Look at this example, every bit of the binary counter will then be selected to go to each bit of the MUX.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118</a:t>
            </a:fld>
            <a:endParaRPr lang="en-US" altLang="en-US"/>
          </a:p>
        </p:txBody>
      </p:sp>
    </p:spTree>
    <p:extLst>
      <p:ext uri="{BB962C8B-B14F-4D97-AF65-F5344CB8AC3E}">
        <p14:creationId xmlns:p14="http://schemas.microsoft.com/office/powerpoint/2010/main" val="6029273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MY" dirty="0"/>
              <a:t>The decoders considered certain pattern, for example, here we have 3 inputs, it will decide 2n of output will be chosen.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121</a:t>
            </a:fld>
            <a:endParaRPr lang="en-US" altLang="en-US"/>
          </a:p>
        </p:txBody>
      </p:sp>
    </p:spTree>
    <p:extLst>
      <p:ext uri="{BB962C8B-B14F-4D97-AF65-F5344CB8AC3E}">
        <p14:creationId xmlns:p14="http://schemas.microsoft.com/office/powerpoint/2010/main" val="30360360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Imagine that you have a memory chips, okay based on the given information in slides, you have a 1 kilo byte of memory</a:t>
            </a:r>
          </a:p>
          <a:p>
            <a:endParaRPr lang="en-MY" dirty="0"/>
          </a:p>
          <a:p>
            <a:endParaRPr lang="en-MY" dirty="0"/>
          </a:p>
          <a:p>
            <a:r>
              <a:rPr lang="en-MY" dirty="0"/>
              <a:t>1 byte – 8 bit </a:t>
            </a:r>
          </a:p>
          <a:p>
            <a:endParaRPr lang="en-MY" dirty="0"/>
          </a:p>
          <a:p>
            <a:r>
              <a:rPr lang="en-MY" dirty="0"/>
              <a:t>Therefore, if you have 1k byte memory, you can imagine they are 1000 locations that are 8 bits long </a:t>
            </a:r>
          </a:p>
          <a:p>
            <a:endParaRPr lang="en-MY" dirty="0"/>
          </a:p>
          <a:p>
            <a:r>
              <a:rPr lang="en-MY" dirty="0"/>
              <a:t>It means, you can implement with 4 x 256 bit chips </a:t>
            </a:r>
          </a:p>
          <a:p>
            <a:endParaRPr lang="en-MY" dirty="0"/>
          </a:p>
          <a:p>
            <a:r>
              <a:rPr lang="en-MY" dirty="0"/>
              <a:t>Binary kilo = 1024 == 2</a:t>
            </a:r>
            <a:r>
              <a:rPr lang="en-MY" baseline="30000" dirty="0"/>
              <a:t>10</a:t>
            </a:r>
            <a:r>
              <a:rPr lang="en-MY" dirty="0"/>
              <a:t>  </a:t>
            </a:r>
          </a:p>
          <a:p>
            <a:endParaRPr lang="en-MY" dirty="0"/>
          </a:p>
          <a:p>
            <a:r>
              <a:rPr lang="en-MY" dirty="0"/>
              <a:t>F = 255 in hexadecimal </a:t>
            </a:r>
          </a:p>
          <a:p>
            <a:endParaRPr lang="en-MY" dirty="0"/>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122</a:t>
            </a:fld>
            <a:endParaRPr lang="en-US" altLang="en-US"/>
          </a:p>
        </p:txBody>
      </p:sp>
    </p:spTree>
    <p:extLst>
      <p:ext uri="{BB962C8B-B14F-4D97-AF65-F5344CB8AC3E}">
        <p14:creationId xmlns:p14="http://schemas.microsoft.com/office/powerpoint/2010/main" val="32370029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Okay, another piece of information, every chip need 8 address line. WHY ?</a:t>
            </a:r>
          </a:p>
          <a:p>
            <a:endParaRPr lang="en-MY" dirty="0"/>
          </a:p>
          <a:p>
            <a:r>
              <a:rPr lang="en-MY" dirty="0"/>
              <a:t>Imagine your </a:t>
            </a:r>
            <a:r>
              <a:rPr lang="en-MY" dirty="0" err="1"/>
              <a:t>desasiswa</a:t>
            </a:r>
            <a:r>
              <a:rPr lang="en-MY" dirty="0"/>
              <a:t>, you 10 building of </a:t>
            </a:r>
            <a:r>
              <a:rPr lang="en-MY" dirty="0" err="1"/>
              <a:t>desasiwa</a:t>
            </a:r>
            <a:r>
              <a:rPr lang="en-MY" dirty="0"/>
              <a:t> but you only reserve 1 digit to represent the addresses? Enough or not? At least you need 2 digits to address the location of each unit within each </a:t>
            </a:r>
            <a:r>
              <a:rPr lang="en-MY" dirty="0" err="1"/>
              <a:t>desasiswa</a:t>
            </a:r>
            <a:r>
              <a:rPr lang="en-MY" dirty="0"/>
              <a:t> building </a:t>
            </a:r>
          </a:p>
          <a:p>
            <a:endParaRPr lang="en-MY" dirty="0"/>
          </a:p>
          <a:p>
            <a:r>
              <a:rPr lang="en-MY" dirty="0"/>
              <a:t>In the case of 256 location, you need the necessary number of bits to address all the 256 location. That is why you need 8 address lines to choose one of the 256 locations.</a:t>
            </a:r>
          </a:p>
          <a:p>
            <a:endParaRPr lang="en-MY" dirty="0"/>
          </a:p>
          <a:p>
            <a:r>
              <a:rPr lang="en-MY" dirty="0"/>
              <a:t>And now, it is 1K byte chips, so it has 1024 locations and it requires two to the power of 10 to make it 1024. </a:t>
            </a:r>
          </a:p>
          <a:p>
            <a:endParaRPr lang="en-MY" dirty="0"/>
          </a:p>
          <a:p>
            <a:r>
              <a:rPr lang="en-MY" dirty="0"/>
              <a:t>Therefore, for 1K byte chips, it requires 10 bits to represent the address, however, we only have 8 bits. So, where does the other 2 bits go? </a:t>
            </a:r>
          </a:p>
          <a:p>
            <a:endParaRPr lang="en-MY" dirty="0"/>
          </a:p>
          <a:p>
            <a:r>
              <a:rPr lang="en-MY" dirty="0"/>
              <a:t>So, in this case, you have another mechanism that can be used to choose 1 out of the four chips </a:t>
            </a:r>
          </a:p>
          <a:p>
            <a:endParaRPr lang="en-MY" dirty="0"/>
          </a:p>
          <a:p>
            <a:r>
              <a:rPr lang="en-MY" dirty="0"/>
              <a:t>And since you need to choose, one out of the four chips,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123</a:t>
            </a:fld>
            <a:endParaRPr lang="en-US" altLang="en-US"/>
          </a:p>
        </p:txBody>
      </p:sp>
    </p:spTree>
    <p:extLst>
      <p:ext uri="{BB962C8B-B14F-4D97-AF65-F5344CB8AC3E}">
        <p14:creationId xmlns:p14="http://schemas.microsoft.com/office/powerpoint/2010/main" val="33999699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You can see that all chips are connected in parallel, therefore, let say if you want to choose the first location address, 00000000, so, all first address location of all chips will be chosen </a:t>
            </a:r>
          </a:p>
          <a:p>
            <a:endParaRPr lang="en-MY" dirty="0"/>
          </a:p>
          <a:p>
            <a:r>
              <a:rPr lang="en-MY" dirty="0"/>
              <a:t>And now, look at the decoder here, for this case, we are using 2-to-4 decoder, but please notice that we have different type of decoder, we have 1 to 2, 2 to 4 and 3 to 8, 4 to 16 and 5 to 32 decoder and so on and so forth </a:t>
            </a:r>
          </a:p>
          <a:p>
            <a:endParaRPr lang="en-MY" dirty="0"/>
          </a:p>
          <a:p>
            <a:r>
              <a:rPr lang="en-MY" dirty="0"/>
              <a:t>Look the decoder, we have 2 bits here, so if you want the first location to be chosen, so A8 and A9 will be 0 as well. </a:t>
            </a:r>
          </a:p>
          <a:p>
            <a:endParaRPr lang="en-MY" dirty="0"/>
          </a:p>
          <a:p>
            <a:r>
              <a:rPr lang="en-MY" dirty="0"/>
              <a:t>00</a:t>
            </a:r>
          </a:p>
          <a:p>
            <a:r>
              <a:rPr lang="en-MY" dirty="0"/>
              <a:t>01</a:t>
            </a:r>
          </a:p>
          <a:p>
            <a:r>
              <a:rPr lang="en-MY" dirty="0"/>
              <a:t>10</a:t>
            </a:r>
          </a:p>
          <a:p>
            <a:r>
              <a:rPr lang="en-MY" dirty="0"/>
              <a:t>11</a:t>
            </a:r>
          </a:p>
          <a:p>
            <a:endParaRPr lang="en-MY" dirty="0"/>
          </a:p>
          <a:p>
            <a:r>
              <a:rPr lang="en-MY" dirty="0"/>
              <a:t>So, the first output will be chosen and the other location in other chips will not be chosen, in a simpler way to say this, the first address from the first chip will be chosen and turn on, the rest will be turned off. </a:t>
            </a:r>
          </a:p>
          <a:p>
            <a:endParaRPr lang="en-MY" dirty="0"/>
          </a:p>
          <a:p>
            <a:r>
              <a:rPr lang="en-MY" dirty="0"/>
              <a:t>That is how basically addressing of location is done using decoders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124</a:t>
            </a:fld>
            <a:endParaRPr lang="en-US" altLang="en-US"/>
          </a:p>
        </p:txBody>
      </p:sp>
    </p:spTree>
    <p:extLst>
      <p:ext uri="{BB962C8B-B14F-4D97-AF65-F5344CB8AC3E}">
        <p14:creationId xmlns:p14="http://schemas.microsoft.com/office/powerpoint/2010/main" val="42562180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 want you to think. What happens here? </a:t>
            </a:r>
          </a:p>
          <a:p>
            <a:pPr marL="228600" indent="-228600">
              <a:buAutoNum type="arabicPeriod"/>
            </a:pPr>
            <a:r>
              <a:rPr lang="en-MY" dirty="0"/>
              <a:t>You have 8 address line, what do you think the circuit will be look like in order to choose one of the 256 location?</a:t>
            </a:r>
          </a:p>
          <a:p>
            <a:pPr marL="228600" indent="-228600">
              <a:buAutoNum type="arabicPeriod"/>
            </a:pPr>
            <a:endParaRPr lang="en-MY" dirty="0"/>
          </a:p>
          <a:p>
            <a:pPr marL="228600" indent="-228600">
              <a:buAutoNum type="arabicPeriod"/>
            </a:pPr>
            <a:r>
              <a:rPr lang="en-MY" dirty="0"/>
              <a:t>Draw the decoder – left side 8 address line, right side, 256 location </a:t>
            </a:r>
          </a:p>
          <a:p>
            <a:pPr marL="228600" indent="-228600">
              <a:buAutoNum type="arabicPeriod"/>
            </a:pPr>
            <a:endParaRPr lang="en-MY" dirty="0"/>
          </a:p>
          <a:p>
            <a:pPr marL="228600" indent="-228600">
              <a:buAutoNum type="arabicPeriod"/>
            </a:pPr>
            <a:r>
              <a:rPr lang="en-MY" dirty="0"/>
              <a:t>So, what is the diagram is just draw? The decoder…in order for the 8 address line to choose the location, it needing the decoder as well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125</a:t>
            </a:fld>
            <a:endParaRPr lang="en-US" altLang="en-US"/>
          </a:p>
        </p:txBody>
      </p:sp>
    </p:spTree>
    <p:extLst>
      <p:ext uri="{BB962C8B-B14F-4D97-AF65-F5344CB8AC3E}">
        <p14:creationId xmlns:p14="http://schemas.microsoft.com/office/powerpoint/2010/main" val="22688884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 demultiplexer can be implemented using the decoder, by introducing one additional input </a:t>
            </a:r>
          </a:p>
          <a:p>
            <a:endParaRPr lang="en-MY" dirty="0"/>
          </a:p>
          <a:p>
            <a:r>
              <a:rPr lang="en-MY" dirty="0"/>
              <a:t>Demultiplexer is the reverse of multiplexer – one to many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126</a:t>
            </a:fld>
            <a:endParaRPr lang="en-US" altLang="en-US"/>
          </a:p>
        </p:txBody>
      </p:sp>
    </p:spTree>
    <p:extLst>
      <p:ext uri="{BB962C8B-B14F-4D97-AF65-F5344CB8AC3E}">
        <p14:creationId xmlns:p14="http://schemas.microsoft.com/office/powerpoint/2010/main" val="17936700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If you notice, I introduce another input line to the decoder and the others looks like a decoder </a:t>
            </a:r>
          </a:p>
          <a:p>
            <a:endParaRPr lang="en-MY" dirty="0"/>
          </a:p>
          <a:p>
            <a:r>
              <a:rPr lang="en-MY" dirty="0"/>
              <a:t>And below is the original MUX diagram….with this, I am channelling this input values to one out of 2 to the power of n outputs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127</a:t>
            </a:fld>
            <a:endParaRPr lang="en-US" altLang="en-US"/>
          </a:p>
        </p:txBody>
      </p:sp>
    </p:spTree>
    <p:extLst>
      <p:ext uri="{BB962C8B-B14F-4D97-AF65-F5344CB8AC3E}">
        <p14:creationId xmlns:p14="http://schemas.microsoft.com/office/powerpoint/2010/main" val="41751111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 other combinational circuit is Read only memory….</a:t>
            </a:r>
          </a:p>
          <a:p>
            <a:endParaRPr lang="en-MY" dirty="0"/>
          </a:p>
          <a:p>
            <a:r>
              <a:rPr lang="en-MY" dirty="0"/>
              <a:t>Why it is called ROM, it is because gates pattern and the truth table are fixed…it is different from the RAM because RAM changes overtime, but for ROM, it means the truth table is fixed,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128</a:t>
            </a:fld>
            <a:endParaRPr lang="en-US" altLang="en-US"/>
          </a:p>
        </p:txBody>
      </p:sp>
    </p:spTree>
    <p:extLst>
      <p:ext uri="{BB962C8B-B14F-4D97-AF65-F5344CB8AC3E}">
        <p14:creationId xmlns:p14="http://schemas.microsoft.com/office/powerpoint/2010/main" val="18890396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This is the 64-bit ROM based on the previous truth table </a:t>
            </a:r>
          </a:p>
          <a:p>
            <a:endParaRPr lang="en-MY" dirty="0"/>
          </a:p>
          <a:p>
            <a:r>
              <a:rPr lang="en-MY" dirty="0"/>
              <a:t>Z1 to Z4 are the outputs, </a:t>
            </a:r>
          </a:p>
          <a:p>
            <a:endParaRPr lang="en-MY" dirty="0"/>
          </a:p>
          <a:p>
            <a:r>
              <a:rPr lang="en-MY" dirty="0"/>
              <a:t>If you notice ROM is the in the form of SOP  because it uses the OR gates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131</a:t>
            </a:fld>
            <a:endParaRPr lang="en-US" altLang="en-US"/>
          </a:p>
        </p:txBody>
      </p:sp>
    </p:spTree>
    <p:extLst>
      <p:ext uri="{BB962C8B-B14F-4D97-AF65-F5344CB8AC3E}">
        <p14:creationId xmlns:p14="http://schemas.microsoft.com/office/powerpoint/2010/main" val="12894406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Adders are also combinational circuit. </a:t>
            </a:r>
          </a:p>
          <a:p>
            <a:r>
              <a:rPr lang="en-MY" dirty="0"/>
              <a:t>If you notice, when you do adding, there is a pattern to the adding.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132</a:t>
            </a:fld>
            <a:endParaRPr lang="en-US" altLang="en-US"/>
          </a:p>
        </p:txBody>
      </p:sp>
    </p:spTree>
    <p:extLst>
      <p:ext uri="{BB962C8B-B14F-4D97-AF65-F5344CB8AC3E}">
        <p14:creationId xmlns:p14="http://schemas.microsoft.com/office/powerpoint/2010/main" val="246248994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Based on this truth table, A and B is the input and your sum and carry are a function</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133</a:t>
            </a:fld>
            <a:endParaRPr lang="en-US" altLang="en-US"/>
          </a:p>
        </p:txBody>
      </p:sp>
    </p:spTree>
    <p:extLst>
      <p:ext uri="{BB962C8B-B14F-4D97-AF65-F5344CB8AC3E}">
        <p14:creationId xmlns:p14="http://schemas.microsoft.com/office/powerpoint/2010/main" val="38197941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What you just have seen is just 1 bit of addition, in reality, you will be working with larger number with wider bits, you can either work with 8 bits number, 16 bits numbers and so on</a:t>
            </a:r>
          </a:p>
          <a:p>
            <a:endParaRPr lang="en-MY" dirty="0"/>
          </a:p>
          <a:p>
            <a:r>
              <a:rPr lang="en-MY" dirty="0"/>
              <a:t>Therefore, to handle addition of larger number, you need a sequence of adder…which is many adder next to each other </a:t>
            </a:r>
          </a:p>
          <a:p>
            <a:endParaRPr lang="en-MY" dirty="0"/>
          </a:p>
          <a:p>
            <a:r>
              <a:rPr lang="en-MY" dirty="0"/>
              <a:t>If  you notice is that, on your right side is the LSB… you will add A0 and B0 and the output is stored in S0 and with the carry bit….</a:t>
            </a:r>
          </a:p>
          <a:p>
            <a:endParaRPr lang="en-MY" dirty="0"/>
          </a:p>
          <a:p>
            <a:r>
              <a:rPr lang="en-MY" dirty="0"/>
              <a:t>Alright, for the next bit, you will now add A1 and B1 together with the carry bit from the previous operation and then the output will be stored in S1…same goes to A2 and B2, you will add these two inputs together with carry bit from previous operations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134</a:t>
            </a:fld>
            <a:endParaRPr lang="en-US" altLang="en-US"/>
          </a:p>
        </p:txBody>
      </p:sp>
    </p:spTree>
    <p:extLst>
      <p:ext uri="{BB962C8B-B14F-4D97-AF65-F5344CB8AC3E}">
        <p14:creationId xmlns:p14="http://schemas.microsoft.com/office/powerpoint/2010/main" val="38764050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So, you will get this truth table with 3 inputs and 2 outputs </a:t>
            </a:r>
          </a:p>
          <a:p>
            <a:endParaRPr lang="en-MY" dirty="0"/>
          </a:p>
          <a:p>
            <a:r>
              <a:rPr lang="en-MY" dirty="0"/>
              <a:t>Okay now, based on this Boolean algebraic notation, the sum somehow cannot be simplified, but the carry can be simplified. </a:t>
            </a:r>
          </a:p>
          <a:p>
            <a:endParaRPr lang="en-MY" dirty="0"/>
          </a:p>
          <a:p>
            <a:r>
              <a:rPr lang="en-MY" dirty="0"/>
              <a:t>We then add ABC to the carry because logically, when A added B where both are 1, you get a carry, therefore, to help with the simplification, we added 2 ABC by using the logic of carry bit </a:t>
            </a:r>
          </a:p>
          <a:p>
            <a:endParaRPr lang="en-MY" dirty="0"/>
          </a:p>
          <a:p>
            <a:r>
              <a:rPr lang="en-MY" dirty="0"/>
              <a:t>The difference between the carry and sum function, the carry function can be simplified, but for sum, it rather not practical or complicated to be simplified </a:t>
            </a:r>
          </a:p>
          <a:p>
            <a:endParaRPr lang="en-MY" dirty="0"/>
          </a:p>
          <a:p>
            <a:r>
              <a:rPr lang="en-MY" dirty="0"/>
              <a:t>For carry, if you make comparison, there are certain terms that are differ in 1 variable, so we can duplicate ABC to assist carry in simplification </a:t>
            </a:r>
          </a:p>
          <a:p>
            <a:endParaRPr lang="en-MY" dirty="0"/>
          </a:p>
          <a:p>
            <a:endParaRPr lang="en-MY" dirty="0"/>
          </a:p>
          <a:p>
            <a:endParaRPr lang="en-MY" dirty="0"/>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135</a:t>
            </a:fld>
            <a:endParaRPr lang="en-US" altLang="en-US"/>
          </a:p>
        </p:txBody>
      </p:sp>
    </p:spTree>
    <p:extLst>
      <p:ext uri="{BB962C8B-B14F-4D97-AF65-F5344CB8AC3E}">
        <p14:creationId xmlns:p14="http://schemas.microsoft.com/office/powerpoint/2010/main" val="331175836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So for you 1 bit adder, the circuit will look like this </a:t>
            </a:r>
          </a:p>
          <a:p>
            <a:r>
              <a:rPr lang="en-MY" dirty="0"/>
              <a:t>Inside the adder, you will produce a sum and you will produce a carry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137</a:t>
            </a:fld>
            <a:endParaRPr lang="en-US" altLang="en-US"/>
          </a:p>
        </p:txBody>
      </p:sp>
    </p:spTree>
    <p:extLst>
      <p:ext uri="{BB962C8B-B14F-4D97-AF65-F5344CB8AC3E}">
        <p14:creationId xmlns:p14="http://schemas.microsoft.com/office/powerpoint/2010/main" val="401465674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So what happens if you have multiple adders? You basically combine adders in sequence, in this example you combine 8-bit adders to 4 to make it 32 bit adders. …</a:t>
            </a:r>
          </a:p>
          <a:p>
            <a:endParaRPr lang="en-MY" dirty="0"/>
          </a:p>
          <a:p>
            <a:r>
              <a:rPr lang="en-MY" dirty="0"/>
              <a:t>The main issue with this kind of adders is the propagation delay because of the carry…we will start on the LSB and you have to propagate the carry 8 times before you can pass it to the next adder and this slows down the operation</a:t>
            </a:r>
          </a:p>
          <a:p>
            <a:endParaRPr lang="en-MY" dirty="0"/>
          </a:p>
          <a:p>
            <a:r>
              <a:rPr lang="en-MY" dirty="0"/>
              <a:t>32 propagation of the carry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138</a:t>
            </a:fld>
            <a:endParaRPr lang="en-US" altLang="en-US"/>
          </a:p>
        </p:txBody>
      </p:sp>
    </p:spTree>
    <p:extLst>
      <p:ext uri="{BB962C8B-B14F-4D97-AF65-F5344CB8AC3E}">
        <p14:creationId xmlns:p14="http://schemas.microsoft.com/office/powerpoint/2010/main" val="105295277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To solve this is to use the lookahead concept </a:t>
            </a:r>
          </a:p>
          <a:p>
            <a:endParaRPr lang="en-MY" dirty="0"/>
          </a:p>
          <a:p>
            <a:r>
              <a:rPr lang="en-MY" dirty="0"/>
              <a:t>We use 4 bit adder example, if I already have A n B value, </a:t>
            </a:r>
          </a:p>
          <a:p>
            <a:endParaRPr lang="en-MY" dirty="0"/>
          </a:p>
          <a:p>
            <a:r>
              <a:rPr lang="en-MY" dirty="0"/>
              <a:t>C0 value depends on A and B </a:t>
            </a:r>
          </a:p>
          <a:p>
            <a:endParaRPr lang="en-MY" dirty="0"/>
          </a:p>
          <a:p>
            <a:r>
              <a:rPr lang="en-MY" dirty="0"/>
              <a:t>Okay ,for 1 bit, If A0 and B0 is 1, C0 will be surely 1 </a:t>
            </a:r>
          </a:p>
          <a:p>
            <a:endParaRPr lang="en-MY" dirty="0"/>
          </a:p>
          <a:p>
            <a:r>
              <a:rPr lang="en-MY" dirty="0"/>
              <a:t>For 2 bits, </a:t>
            </a:r>
          </a:p>
          <a:p>
            <a:endParaRPr lang="en-MY" dirty="0"/>
          </a:p>
          <a:p>
            <a:r>
              <a:rPr lang="en-MY" dirty="0"/>
              <a:t>- C1 value depends on A1 and B1 value, you can predict the C1 value, let say your A1 and B1 are both 1, so C1 will be true already </a:t>
            </a:r>
          </a:p>
          <a:p>
            <a:endParaRPr lang="en-MY" dirty="0"/>
          </a:p>
          <a:p>
            <a:r>
              <a:rPr lang="en-MY" dirty="0"/>
              <a:t>C1 don’t need to know C0, it just need to know the input of its group, in this case, A1 and B1, </a:t>
            </a:r>
          </a:p>
          <a:p>
            <a:endParaRPr lang="en-MY" dirty="0"/>
          </a:p>
          <a:p>
            <a:r>
              <a:rPr lang="en-MY" dirty="0"/>
              <a:t>In simpler ways to say it, for multiple adder, if you can know the value of input, A and B, you can already predict the carry </a:t>
            </a:r>
          </a:p>
        </p:txBody>
      </p:sp>
      <p:sp>
        <p:nvSpPr>
          <p:cNvPr id="4" name="Slide Number Placeholder 3"/>
          <p:cNvSpPr>
            <a:spLocks noGrp="1"/>
          </p:cNvSpPr>
          <p:nvPr>
            <p:ph type="sldNum" sz="quarter" idx="5"/>
          </p:nvPr>
        </p:nvSpPr>
        <p:spPr/>
        <p:txBody>
          <a:bodyPr/>
          <a:lstStyle/>
          <a:p>
            <a:pPr>
              <a:defRPr/>
            </a:pPr>
            <a:fld id="{7736DB70-45E7-405F-9CEE-902DB4267B4D}" type="slidenum">
              <a:rPr lang="en-US" altLang="en-US" smtClean="0"/>
              <a:pPr>
                <a:defRPr/>
              </a:pPr>
              <a:t>139</a:t>
            </a:fld>
            <a:endParaRPr lang="en-US" altLang="en-US"/>
          </a:p>
        </p:txBody>
      </p:sp>
    </p:spTree>
    <p:extLst>
      <p:ext uri="{BB962C8B-B14F-4D97-AF65-F5344CB8AC3E}">
        <p14:creationId xmlns:p14="http://schemas.microsoft.com/office/powerpoint/2010/main" val="3331845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7">
            <a:extLst>
              <a:ext uri="{FF2B5EF4-FFF2-40B4-BE49-F238E27FC236}">
                <a16:creationId xmlns:a16="http://schemas.microsoft.com/office/drawing/2014/main" id="{9405F51C-C175-D72B-1126-689EE73912D0}"/>
              </a:ext>
            </a:extLst>
          </p:cNvPr>
          <p:cNvSpPr>
            <a:spLocks noChangeShapeType="1"/>
          </p:cNvSpPr>
          <p:nvPr/>
        </p:nvSpPr>
        <p:spPr bwMode="auto">
          <a:xfrm>
            <a:off x="457200" y="3200400"/>
            <a:ext cx="8153400"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MY"/>
          </a:p>
        </p:txBody>
      </p:sp>
      <p:sp>
        <p:nvSpPr>
          <p:cNvPr id="70658" name="Rectangle 2"/>
          <p:cNvSpPr>
            <a:spLocks noGrp="1" noChangeArrowheads="1"/>
          </p:cNvSpPr>
          <p:nvPr>
            <p:ph type="ctrTitle"/>
          </p:nvPr>
        </p:nvSpPr>
        <p:spPr>
          <a:xfrm>
            <a:off x="381000" y="1219200"/>
            <a:ext cx="8255000" cy="1905000"/>
          </a:xfrm>
        </p:spPr>
        <p:txBody>
          <a:bodyPr/>
          <a:lstStyle>
            <a:lvl1pPr>
              <a:defRPr/>
            </a:lvl1pPr>
          </a:lstStyle>
          <a:p>
            <a:pPr lvl="0"/>
            <a:r>
              <a:rPr lang="en-US" altLang="en-US" noProof="0"/>
              <a:t>Click to edit Master title style</a:t>
            </a:r>
          </a:p>
        </p:txBody>
      </p:sp>
      <p:sp>
        <p:nvSpPr>
          <p:cNvPr id="70659" name="Rectangle 3"/>
          <p:cNvSpPr>
            <a:spLocks noGrp="1" noChangeArrowheads="1"/>
          </p:cNvSpPr>
          <p:nvPr>
            <p:ph type="subTitle" idx="1"/>
          </p:nvPr>
        </p:nvSpPr>
        <p:spPr>
          <a:xfrm>
            <a:off x="457200" y="3714750"/>
            <a:ext cx="6858000" cy="1771650"/>
          </a:xfrm>
        </p:spPr>
        <p:txBody>
          <a:bodyPr/>
          <a:lstStyle>
            <a:lvl1pPr marL="0" indent="0">
              <a:buFont typeface="Symbol" panose="05050102010706020507" pitchFamily="18" charset="2"/>
              <a:buNone/>
              <a:defRPr/>
            </a:lvl1pPr>
          </a:lstStyle>
          <a:p>
            <a:pPr lvl="0"/>
            <a:r>
              <a:rPr lang="en-US" altLang="en-US" noProof="0"/>
              <a:t>Click to edit Master subtitle style</a:t>
            </a:r>
          </a:p>
        </p:txBody>
      </p:sp>
    </p:spTree>
    <p:extLst>
      <p:ext uri="{BB962C8B-B14F-4D97-AF65-F5344CB8AC3E}">
        <p14:creationId xmlns:p14="http://schemas.microsoft.com/office/powerpoint/2010/main" val="699613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4117384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MY"/>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248548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457200" y="1752600"/>
            <a:ext cx="40132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4622800" y="1752600"/>
            <a:ext cx="40132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2581545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MY"/>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3748737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Tree>
    <p:extLst>
      <p:ext uri="{BB962C8B-B14F-4D97-AF65-F5344CB8AC3E}">
        <p14:creationId xmlns:p14="http://schemas.microsoft.com/office/powerpoint/2010/main" val="3035866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4694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MY"/>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761903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MY"/>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885003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759946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8600" y="228600"/>
            <a:ext cx="2057400" cy="6248400"/>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406400" y="228600"/>
            <a:ext cx="6019800" cy="6248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820984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1130595" y="1484784"/>
            <a:ext cx="6929702" cy="2566052"/>
          </a:xfrm>
        </p:spPr>
        <p:txBody>
          <a:bodyPr anchor="b">
            <a:noAutofit/>
          </a:bodyPr>
          <a:lstStyle>
            <a:lvl1pPr algn="ctr">
              <a:defRPr sz="5400" b="1">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130595" y="4221088"/>
            <a:ext cx="6929702" cy="926645"/>
          </a:xfrm>
        </p:spPr>
        <p:txBody>
          <a:bodyPr anchor="t"/>
          <a:lstStyle>
            <a:lvl1pPr marL="0" indent="0" algn="ct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ED8192EA-C502-415D-9DFC-8D971C18AFF5}" type="slidenum">
              <a:rPr lang="en-US" altLang="en-US" smtClean="0"/>
              <a:pPr>
                <a:defRPr/>
              </a:pPr>
              <a:t>‹#›</a:t>
            </a:fld>
            <a:endParaRPr lang="en-US" altLang="en-US"/>
          </a:p>
        </p:txBody>
      </p:sp>
    </p:spTree>
    <p:extLst>
      <p:ext uri="{BB962C8B-B14F-4D97-AF65-F5344CB8AC3E}">
        <p14:creationId xmlns:p14="http://schemas.microsoft.com/office/powerpoint/2010/main" val="54622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7686176" cy="731168"/>
          </a:xfrm>
        </p:spPr>
        <p:txBody>
          <a:bodyPr/>
          <a:lstStyle/>
          <a:p>
            <a:r>
              <a:rPr lang="en-US"/>
              <a:t>Click to edit Master title style</a:t>
            </a:r>
            <a:endParaRPr lang="en-US" dirty="0"/>
          </a:p>
        </p:txBody>
      </p:sp>
      <p:sp>
        <p:nvSpPr>
          <p:cNvPr id="3" name="Content Placeholder 2"/>
          <p:cNvSpPr>
            <a:spLocks noGrp="1"/>
          </p:cNvSpPr>
          <p:nvPr>
            <p:ph idx="1"/>
          </p:nvPr>
        </p:nvSpPr>
        <p:spPr>
          <a:xfrm>
            <a:off x="609598" y="1484784"/>
            <a:ext cx="7686177" cy="4556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8588503-611C-4314-9367-E0668E948370}" type="slidenum">
              <a:rPr lang="en-US" altLang="en-US" smtClean="0"/>
              <a:pPr>
                <a:defRPr/>
              </a:pPr>
              <a:t>‹#›</a:t>
            </a:fld>
            <a:endParaRPr lang="en-US" altLang="en-US"/>
          </a:p>
        </p:txBody>
      </p:sp>
    </p:spTree>
    <p:extLst>
      <p:ext uri="{BB962C8B-B14F-4D97-AF65-F5344CB8AC3E}">
        <p14:creationId xmlns:p14="http://schemas.microsoft.com/office/powerpoint/2010/main" val="3744817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8F1CD20-C9ED-41A4-9138-7582097225DA}" type="slidenum">
              <a:rPr lang="en-US" altLang="en-US" smtClean="0"/>
              <a:pPr>
                <a:defRPr/>
              </a:pPr>
              <a:t>‹#›</a:t>
            </a:fld>
            <a:endParaRPr lang="en-US" altLang="en-US"/>
          </a:p>
        </p:txBody>
      </p:sp>
    </p:spTree>
    <p:extLst>
      <p:ext uri="{BB962C8B-B14F-4D97-AF65-F5344CB8AC3E}">
        <p14:creationId xmlns:p14="http://schemas.microsoft.com/office/powerpoint/2010/main" val="11665314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ED52495-6CC5-496A-9479-F3E292E75E49}" type="slidenum">
              <a:rPr lang="en-US" altLang="en-US" smtClean="0"/>
              <a:pPr>
                <a:defRPr/>
              </a:pPr>
              <a:t>‹#›</a:t>
            </a:fld>
            <a:endParaRPr lang="en-US" altLang="en-US"/>
          </a:p>
        </p:txBody>
      </p:sp>
    </p:spTree>
    <p:extLst>
      <p:ext uri="{BB962C8B-B14F-4D97-AF65-F5344CB8AC3E}">
        <p14:creationId xmlns:p14="http://schemas.microsoft.com/office/powerpoint/2010/main" val="39607773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B30021A7-D727-4335-A618-BCEF82DB6609}" type="slidenum">
              <a:rPr lang="en-US" altLang="en-US" smtClean="0"/>
              <a:pPr>
                <a:defRPr/>
              </a:pPr>
              <a:t>‹#›</a:t>
            </a:fld>
            <a:endParaRPr lang="en-US" altLang="en-US"/>
          </a:p>
        </p:txBody>
      </p:sp>
    </p:spTree>
    <p:extLst>
      <p:ext uri="{BB962C8B-B14F-4D97-AF65-F5344CB8AC3E}">
        <p14:creationId xmlns:p14="http://schemas.microsoft.com/office/powerpoint/2010/main" val="42028008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952C6CDE-0029-4392-A17B-7706F68C846A}" type="slidenum">
              <a:rPr lang="en-US" altLang="en-US" smtClean="0"/>
              <a:pPr>
                <a:defRPr/>
              </a:pPr>
              <a:t>‹#›</a:t>
            </a:fld>
            <a:endParaRPr lang="en-US" altLang="en-US"/>
          </a:p>
        </p:txBody>
      </p:sp>
    </p:spTree>
    <p:extLst>
      <p:ext uri="{BB962C8B-B14F-4D97-AF65-F5344CB8AC3E}">
        <p14:creationId xmlns:p14="http://schemas.microsoft.com/office/powerpoint/2010/main" val="731679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C80DB997-564C-4C45-82C5-01CC3F0E549C}" type="slidenum">
              <a:rPr lang="en-US" altLang="en-US" smtClean="0"/>
              <a:pPr>
                <a:defRPr/>
              </a:pPr>
              <a:t>‹#›</a:t>
            </a:fld>
            <a:endParaRPr lang="en-US" altLang="en-US"/>
          </a:p>
        </p:txBody>
      </p:sp>
    </p:spTree>
    <p:extLst>
      <p:ext uri="{BB962C8B-B14F-4D97-AF65-F5344CB8AC3E}">
        <p14:creationId xmlns:p14="http://schemas.microsoft.com/office/powerpoint/2010/main" val="15537941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676F3FB-1ABD-44D8-B9B1-E04B84C51741}" type="slidenum">
              <a:rPr lang="en-US" altLang="en-US" smtClean="0"/>
              <a:pPr>
                <a:defRPr/>
              </a:pPr>
              <a:t>‹#›</a:t>
            </a:fld>
            <a:endParaRPr lang="en-US" altLang="en-US"/>
          </a:p>
        </p:txBody>
      </p:sp>
    </p:spTree>
    <p:extLst>
      <p:ext uri="{BB962C8B-B14F-4D97-AF65-F5344CB8AC3E}">
        <p14:creationId xmlns:p14="http://schemas.microsoft.com/office/powerpoint/2010/main" val="37182588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03D4ED4-093A-49DC-92F8-16AB79182B32}" type="slidenum">
              <a:rPr lang="en-US" altLang="en-US" smtClean="0"/>
              <a:pPr>
                <a:defRPr/>
              </a:pPr>
              <a:t>‹#›</a:t>
            </a:fld>
            <a:endParaRPr lang="en-US" altLang="en-US"/>
          </a:p>
        </p:txBody>
      </p:sp>
    </p:spTree>
    <p:extLst>
      <p:ext uri="{BB962C8B-B14F-4D97-AF65-F5344CB8AC3E}">
        <p14:creationId xmlns:p14="http://schemas.microsoft.com/office/powerpoint/2010/main" val="10845915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50532E3-2CC1-4E9D-BD45-4593EC0DB53E}" type="slidenum">
              <a:rPr lang="en-US" altLang="en-US" smtClean="0"/>
              <a:pPr>
                <a:defRPr/>
              </a:pPr>
              <a:t>‹#›</a:t>
            </a:fld>
            <a:endParaRPr lang="en-US" altLang="en-US"/>
          </a:p>
        </p:txBody>
      </p:sp>
    </p:spTree>
    <p:extLst>
      <p:ext uri="{BB962C8B-B14F-4D97-AF65-F5344CB8AC3E}">
        <p14:creationId xmlns:p14="http://schemas.microsoft.com/office/powerpoint/2010/main" val="19028357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50532E3-2CC1-4E9D-BD45-4593EC0DB53E}" type="slidenum">
              <a:rPr lang="en-US" altLang="en-US" smtClean="0"/>
              <a:pPr>
                <a:defRPr/>
              </a:pPr>
              <a:t>‹#›</a:t>
            </a:fld>
            <a:endParaRPr lang="en-US"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887710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50532E3-2CC1-4E9D-BD45-4593EC0DB53E}" type="slidenum">
              <a:rPr lang="en-US" altLang="en-US" smtClean="0"/>
              <a:pPr>
                <a:defRPr/>
              </a:pPr>
              <a:t>‹#›</a:t>
            </a:fld>
            <a:endParaRPr lang="en-US" altLang="en-US"/>
          </a:p>
        </p:txBody>
      </p:sp>
    </p:spTree>
    <p:extLst>
      <p:ext uri="{BB962C8B-B14F-4D97-AF65-F5344CB8AC3E}">
        <p14:creationId xmlns:p14="http://schemas.microsoft.com/office/powerpoint/2010/main" val="27013126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50532E3-2CC1-4E9D-BD45-4593EC0DB53E}" type="slidenum">
              <a:rPr lang="en-US" altLang="en-US" smtClean="0"/>
              <a:pPr>
                <a:defRPr/>
              </a:pPr>
              <a:t>‹#›</a:t>
            </a:fld>
            <a:endParaRPr lang="en-US"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642941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50532E3-2CC1-4E9D-BD45-4593EC0DB53E}" type="slidenum">
              <a:rPr lang="en-US" altLang="en-US" smtClean="0"/>
              <a:pPr>
                <a:defRPr/>
              </a:pPr>
              <a:t>‹#›</a:t>
            </a:fld>
            <a:endParaRPr lang="en-US" altLang="en-US"/>
          </a:p>
        </p:txBody>
      </p:sp>
    </p:spTree>
    <p:extLst>
      <p:ext uri="{BB962C8B-B14F-4D97-AF65-F5344CB8AC3E}">
        <p14:creationId xmlns:p14="http://schemas.microsoft.com/office/powerpoint/2010/main" val="6979243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49D1271-39DC-4C3C-BE4C-97283E6EC237}" type="slidenum">
              <a:rPr lang="en-US" altLang="en-US" smtClean="0"/>
              <a:pPr>
                <a:defRPr/>
              </a:pPr>
              <a:t>‹#›</a:t>
            </a:fld>
            <a:endParaRPr lang="en-US" altLang="en-US"/>
          </a:p>
        </p:txBody>
      </p:sp>
    </p:spTree>
    <p:extLst>
      <p:ext uri="{BB962C8B-B14F-4D97-AF65-F5344CB8AC3E}">
        <p14:creationId xmlns:p14="http://schemas.microsoft.com/office/powerpoint/2010/main" val="6959846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6E7A866-BEE5-4988-AEC9-CC6F1F07F06C}" type="slidenum">
              <a:rPr lang="en-US" altLang="en-US" smtClean="0"/>
              <a:pPr>
                <a:defRPr/>
              </a:pPr>
              <a:t>‹#›</a:t>
            </a:fld>
            <a:endParaRPr lang="en-US" altLang="en-US"/>
          </a:p>
        </p:txBody>
      </p:sp>
    </p:spTree>
    <p:extLst>
      <p:ext uri="{BB962C8B-B14F-4D97-AF65-F5344CB8AC3E}">
        <p14:creationId xmlns:p14="http://schemas.microsoft.com/office/powerpoint/2010/main" val="24437389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D7772-1E14-5BCE-6E95-AAE83142102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MY"/>
          </a:p>
        </p:txBody>
      </p:sp>
      <p:sp>
        <p:nvSpPr>
          <p:cNvPr id="3" name="Subtitle 2">
            <a:extLst>
              <a:ext uri="{FF2B5EF4-FFF2-40B4-BE49-F238E27FC236}">
                <a16:creationId xmlns:a16="http://schemas.microsoft.com/office/drawing/2014/main" id="{88D9CBFD-F4DE-FCBA-CBA3-180352A7553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6E55DCF6-1B14-7D35-DE7B-06F603DABD66}"/>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7637F2C-7F84-00AC-16CD-4B82330F0668}"/>
              </a:ext>
            </a:extLst>
          </p:cNvPr>
          <p:cNvSpPr>
            <a:spLocks noGrp="1"/>
          </p:cNvSpPr>
          <p:nvPr>
            <p:ph type="ftr" sz="quarter" idx="11"/>
          </p:nvPr>
        </p:nvSpPr>
        <p:spPr/>
        <p:txBody>
          <a:bodyPr/>
          <a:lstStyle/>
          <a:p>
            <a:pPr>
              <a:defRPr/>
            </a:pPr>
            <a:endParaRPr lang="en-GB"/>
          </a:p>
        </p:txBody>
      </p:sp>
      <p:sp>
        <p:nvSpPr>
          <p:cNvPr id="6" name="Slide Number Placeholder 5">
            <a:extLst>
              <a:ext uri="{FF2B5EF4-FFF2-40B4-BE49-F238E27FC236}">
                <a16:creationId xmlns:a16="http://schemas.microsoft.com/office/drawing/2014/main" id="{F91BFCA9-3D45-2721-F6A2-CEE7546ABFD3}"/>
              </a:ext>
            </a:extLst>
          </p:cNvPr>
          <p:cNvSpPr>
            <a:spLocks noGrp="1"/>
          </p:cNvSpPr>
          <p:nvPr>
            <p:ph type="sldNum" sz="quarter" idx="12"/>
          </p:nvPr>
        </p:nvSpPr>
        <p:spPr/>
        <p:txBody>
          <a:bodyPr/>
          <a:lstStyle/>
          <a:p>
            <a:pPr>
              <a:defRPr/>
            </a:pPr>
            <a:fld id="{B2CB2A4F-1D47-4362-919A-A98AE0997A9D}" type="slidenum">
              <a:rPr lang="en-US" altLang="en-US" smtClean="0"/>
              <a:pPr>
                <a:defRPr/>
              </a:pPr>
              <a:t>‹#›</a:t>
            </a:fld>
            <a:endParaRPr lang="en-US" altLang="en-US"/>
          </a:p>
        </p:txBody>
      </p:sp>
    </p:spTree>
    <p:extLst>
      <p:ext uri="{BB962C8B-B14F-4D97-AF65-F5344CB8AC3E}">
        <p14:creationId xmlns:p14="http://schemas.microsoft.com/office/powerpoint/2010/main" val="24711471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7205-4614-2910-BE60-97065D5AD5EE}"/>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16BA6CF4-15F3-537C-29DA-A5A15AC78A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D3C10BE7-DCD8-EB18-C80F-D817853C8E20}"/>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D6D22100-D39C-BE93-B912-2E66485F215E}"/>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DDC06703-0E61-4269-609A-0A90525B5EC1}"/>
              </a:ext>
            </a:extLst>
          </p:cNvPr>
          <p:cNvSpPr>
            <a:spLocks noGrp="1"/>
          </p:cNvSpPr>
          <p:nvPr>
            <p:ph type="sldNum" sz="quarter" idx="12"/>
          </p:nvPr>
        </p:nvSpPr>
        <p:spPr/>
        <p:txBody>
          <a:bodyPr/>
          <a:lstStyle/>
          <a:p>
            <a:pPr>
              <a:defRPr/>
            </a:pPr>
            <a:fld id="{B8AD9B9C-0E5B-4825-AA18-F26ABB6A6054}" type="slidenum">
              <a:rPr lang="en-US" altLang="en-US" smtClean="0"/>
              <a:pPr>
                <a:defRPr/>
              </a:pPr>
              <a:t>‹#›</a:t>
            </a:fld>
            <a:endParaRPr lang="en-US" altLang="en-US"/>
          </a:p>
        </p:txBody>
      </p:sp>
    </p:spTree>
    <p:extLst>
      <p:ext uri="{BB962C8B-B14F-4D97-AF65-F5344CB8AC3E}">
        <p14:creationId xmlns:p14="http://schemas.microsoft.com/office/powerpoint/2010/main" val="38174196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825A8-A286-7B5F-AF6D-17DDA52345E5}"/>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3DEB977F-44DC-47E4-AA4F-3EF5294F5FCE}"/>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3D2FB5-F663-CA90-CD34-15527914D63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597D9ED-C2F0-8864-A252-B6DD50D422E7}"/>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3B29CD83-F60C-32EF-35A9-5C4D5CA04DB2}"/>
              </a:ext>
            </a:extLst>
          </p:cNvPr>
          <p:cNvSpPr>
            <a:spLocks noGrp="1"/>
          </p:cNvSpPr>
          <p:nvPr>
            <p:ph type="sldNum" sz="quarter" idx="12"/>
          </p:nvPr>
        </p:nvSpPr>
        <p:spPr/>
        <p:txBody>
          <a:bodyPr/>
          <a:lstStyle/>
          <a:p>
            <a:pPr>
              <a:defRPr/>
            </a:pPr>
            <a:fld id="{327B6571-8AFC-4A32-8D35-5BB9842AA931}" type="slidenum">
              <a:rPr lang="en-US" altLang="en-US" smtClean="0"/>
              <a:pPr>
                <a:defRPr/>
              </a:pPr>
              <a:t>‹#›</a:t>
            </a:fld>
            <a:endParaRPr lang="en-US" altLang="en-US"/>
          </a:p>
        </p:txBody>
      </p:sp>
    </p:spTree>
    <p:extLst>
      <p:ext uri="{BB962C8B-B14F-4D97-AF65-F5344CB8AC3E}">
        <p14:creationId xmlns:p14="http://schemas.microsoft.com/office/powerpoint/2010/main" val="40587070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67EFB-EFFF-802C-705D-070FC7366CCE}"/>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E1858D5C-DE17-7164-02E3-B3468642A7D9}"/>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ACE91A02-4791-1137-9C8C-42959728DB45}"/>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37DDF09A-1038-DE31-46CE-8F65614B8B71}"/>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BA20F45-718F-106E-B528-8F19B51EAF7F}"/>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66D4C3A-BCEF-BE13-A906-DBFC3A91D982}"/>
              </a:ext>
            </a:extLst>
          </p:cNvPr>
          <p:cNvSpPr>
            <a:spLocks noGrp="1"/>
          </p:cNvSpPr>
          <p:nvPr>
            <p:ph type="sldNum" sz="quarter" idx="12"/>
          </p:nvPr>
        </p:nvSpPr>
        <p:spPr/>
        <p:txBody>
          <a:bodyPr/>
          <a:lstStyle/>
          <a:p>
            <a:pPr>
              <a:defRPr/>
            </a:pPr>
            <a:fld id="{DE5B00D9-C783-4F72-A001-08336E775190}" type="slidenum">
              <a:rPr lang="en-US" altLang="en-US" smtClean="0"/>
              <a:pPr>
                <a:defRPr/>
              </a:pPr>
              <a:t>‹#›</a:t>
            </a:fld>
            <a:endParaRPr lang="en-US" altLang="en-US"/>
          </a:p>
        </p:txBody>
      </p:sp>
    </p:spTree>
    <p:extLst>
      <p:ext uri="{BB962C8B-B14F-4D97-AF65-F5344CB8AC3E}">
        <p14:creationId xmlns:p14="http://schemas.microsoft.com/office/powerpoint/2010/main" val="11830061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0F6AD-E803-A468-7A16-A9C9AE67C11C}"/>
              </a:ext>
            </a:extLst>
          </p:cNvPr>
          <p:cNvSpPr>
            <a:spLocks noGrp="1"/>
          </p:cNvSpPr>
          <p:nvPr>
            <p:ph type="title"/>
          </p:nvPr>
        </p:nvSpPr>
        <p:spPr>
          <a:xfrm>
            <a:off x="629841" y="365126"/>
            <a:ext cx="78867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F2439970-098B-494A-4B54-E6E5578EA15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E22BC2B-B54E-15B5-B02F-F684800B7EE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56620D41-D130-2B81-2846-986F251B1672}"/>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3B7348FE-EC5F-BE66-8456-C23F2D2802BB}"/>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6B3ABB90-EC00-878A-5F56-40E555CB14E5}"/>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4B4062D4-F421-E18F-C3A7-1FE65C4E67A8}"/>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DFC93D60-B834-F40D-BC26-EF429DDE1BD9}"/>
              </a:ext>
            </a:extLst>
          </p:cNvPr>
          <p:cNvSpPr>
            <a:spLocks noGrp="1"/>
          </p:cNvSpPr>
          <p:nvPr>
            <p:ph type="sldNum" sz="quarter" idx="12"/>
          </p:nvPr>
        </p:nvSpPr>
        <p:spPr/>
        <p:txBody>
          <a:bodyPr/>
          <a:lstStyle/>
          <a:p>
            <a:pPr>
              <a:defRPr/>
            </a:pPr>
            <a:fld id="{F0B14185-A663-4830-A003-88CC407F9661}" type="slidenum">
              <a:rPr lang="en-US" altLang="en-US" smtClean="0"/>
              <a:pPr>
                <a:defRPr/>
              </a:pPr>
              <a:t>‹#›</a:t>
            </a:fld>
            <a:endParaRPr lang="en-US" altLang="en-US"/>
          </a:p>
        </p:txBody>
      </p:sp>
    </p:spTree>
    <p:extLst>
      <p:ext uri="{BB962C8B-B14F-4D97-AF65-F5344CB8AC3E}">
        <p14:creationId xmlns:p14="http://schemas.microsoft.com/office/powerpoint/2010/main" val="2040099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B0ED6-4201-CC6D-CD61-C281E8666846}"/>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ED3ADF6D-C771-48E4-794A-5014ED024E10}"/>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4FB49F4B-F60D-5266-22E0-5EC1B89424F4}"/>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F9B6A03E-264D-EA5E-4F30-7E4739F9E044}"/>
              </a:ext>
            </a:extLst>
          </p:cNvPr>
          <p:cNvSpPr>
            <a:spLocks noGrp="1"/>
          </p:cNvSpPr>
          <p:nvPr>
            <p:ph type="sldNum" sz="quarter" idx="12"/>
          </p:nvPr>
        </p:nvSpPr>
        <p:spPr/>
        <p:txBody>
          <a:bodyPr/>
          <a:lstStyle/>
          <a:p>
            <a:pPr>
              <a:defRPr/>
            </a:pPr>
            <a:fld id="{8A9F75A4-AACB-4D2A-A988-8412B261D25D}" type="slidenum">
              <a:rPr lang="en-US" altLang="en-US" smtClean="0"/>
              <a:pPr>
                <a:defRPr/>
              </a:pPr>
              <a:t>‹#›</a:t>
            </a:fld>
            <a:endParaRPr lang="en-US" altLang="en-US"/>
          </a:p>
        </p:txBody>
      </p:sp>
    </p:spTree>
    <p:extLst>
      <p:ext uri="{BB962C8B-B14F-4D97-AF65-F5344CB8AC3E}">
        <p14:creationId xmlns:p14="http://schemas.microsoft.com/office/powerpoint/2010/main" val="25413424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C99913-8F8D-E31B-9FED-CCB9A9E73E2F}"/>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BBB301F4-A65F-858A-2EAE-6E57D506077D}"/>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68925FC5-1D58-A692-D210-3117EEE59F8B}"/>
              </a:ext>
            </a:extLst>
          </p:cNvPr>
          <p:cNvSpPr>
            <a:spLocks noGrp="1"/>
          </p:cNvSpPr>
          <p:nvPr>
            <p:ph type="sldNum" sz="quarter" idx="12"/>
          </p:nvPr>
        </p:nvSpPr>
        <p:spPr/>
        <p:txBody>
          <a:bodyPr/>
          <a:lstStyle/>
          <a:p>
            <a:pPr>
              <a:defRPr/>
            </a:pPr>
            <a:fld id="{92E653FF-C7FA-44C4-9FB2-CA5830947AC3}" type="slidenum">
              <a:rPr lang="en-US" altLang="en-US" smtClean="0"/>
              <a:pPr>
                <a:defRPr/>
              </a:pPr>
              <a:t>‹#›</a:t>
            </a:fld>
            <a:endParaRPr lang="en-US" altLang="en-US"/>
          </a:p>
        </p:txBody>
      </p:sp>
    </p:spTree>
    <p:extLst>
      <p:ext uri="{BB962C8B-B14F-4D97-AF65-F5344CB8AC3E}">
        <p14:creationId xmlns:p14="http://schemas.microsoft.com/office/powerpoint/2010/main" val="6356246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0D0E4-43EE-76E0-9AFF-3B7D1F334A0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C1440FF5-3B35-2809-A4A3-442A627EA2B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DDD749B7-792E-0033-C09D-DFB685B964A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5B221BA-4B15-4A5D-6133-D170E2EAA112}"/>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A92767F5-D693-2B20-07DB-6C5AB8BDF7F4}"/>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2985D5D2-072C-E13F-1120-F9E6843474C2}"/>
              </a:ext>
            </a:extLst>
          </p:cNvPr>
          <p:cNvSpPr>
            <a:spLocks noGrp="1"/>
          </p:cNvSpPr>
          <p:nvPr>
            <p:ph type="sldNum" sz="quarter" idx="12"/>
          </p:nvPr>
        </p:nvSpPr>
        <p:spPr/>
        <p:txBody>
          <a:bodyPr/>
          <a:lstStyle/>
          <a:p>
            <a:pPr>
              <a:defRPr/>
            </a:pPr>
            <a:fld id="{ADB00036-AE8B-41EF-A8CD-B7B7D369ED38}" type="slidenum">
              <a:rPr lang="en-US" altLang="en-US" smtClean="0"/>
              <a:pPr>
                <a:defRPr/>
              </a:pPr>
              <a:t>‹#›</a:t>
            </a:fld>
            <a:endParaRPr lang="en-US" altLang="en-US"/>
          </a:p>
        </p:txBody>
      </p:sp>
    </p:spTree>
    <p:extLst>
      <p:ext uri="{BB962C8B-B14F-4D97-AF65-F5344CB8AC3E}">
        <p14:creationId xmlns:p14="http://schemas.microsoft.com/office/powerpoint/2010/main" val="18467965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938A1-EF11-E1FB-75AD-A07590C8ED0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ED4BDEF1-B35D-4834-237B-5F0CF058734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MY"/>
          </a:p>
        </p:txBody>
      </p:sp>
      <p:sp>
        <p:nvSpPr>
          <p:cNvPr id="4" name="Text Placeholder 3">
            <a:extLst>
              <a:ext uri="{FF2B5EF4-FFF2-40B4-BE49-F238E27FC236}">
                <a16:creationId xmlns:a16="http://schemas.microsoft.com/office/drawing/2014/main" id="{A9A31C9A-2C85-F88C-B229-4D0B0AAE0F4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83EF86F-9AFE-F33E-B63A-DA06F90C18BD}"/>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84C9B567-8AEB-0C2C-2C08-42778238CB32}"/>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8761C713-EA65-07CD-AC1A-240DD4740B56}"/>
              </a:ext>
            </a:extLst>
          </p:cNvPr>
          <p:cNvSpPr>
            <a:spLocks noGrp="1"/>
          </p:cNvSpPr>
          <p:nvPr>
            <p:ph type="sldNum" sz="quarter" idx="12"/>
          </p:nvPr>
        </p:nvSpPr>
        <p:spPr/>
        <p:txBody>
          <a:bodyPr/>
          <a:lstStyle/>
          <a:p>
            <a:pPr>
              <a:defRPr/>
            </a:pPr>
            <a:fld id="{3DB3FBF0-16BB-4A48-9784-5AA2B4907CDB}" type="slidenum">
              <a:rPr lang="en-US" altLang="en-US" smtClean="0"/>
              <a:pPr>
                <a:defRPr/>
              </a:pPr>
              <a:t>‹#›</a:t>
            </a:fld>
            <a:endParaRPr lang="en-US" altLang="en-US"/>
          </a:p>
        </p:txBody>
      </p:sp>
    </p:spTree>
    <p:extLst>
      <p:ext uri="{BB962C8B-B14F-4D97-AF65-F5344CB8AC3E}">
        <p14:creationId xmlns:p14="http://schemas.microsoft.com/office/powerpoint/2010/main" val="5977169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2F03E-D5AB-D88A-89CA-F09DA1593A80}"/>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BFDE421E-2E23-D086-FE97-17361818B2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DF5C1BD8-86C4-AC66-134A-70D9D1B3D0A0}"/>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92279C95-BB6F-72EE-BE5B-C713DE253F6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6DFCECBD-23ED-EE0F-E93B-1F7F3B7B595F}"/>
              </a:ext>
            </a:extLst>
          </p:cNvPr>
          <p:cNvSpPr>
            <a:spLocks noGrp="1"/>
          </p:cNvSpPr>
          <p:nvPr>
            <p:ph type="sldNum" sz="quarter" idx="12"/>
          </p:nvPr>
        </p:nvSpPr>
        <p:spPr/>
        <p:txBody>
          <a:bodyPr/>
          <a:lstStyle/>
          <a:p>
            <a:pPr>
              <a:defRPr/>
            </a:pPr>
            <a:fld id="{B7DDF831-E283-4F3F-B881-5FF0669AA2D9}" type="slidenum">
              <a:rPr lang="en-US" altLang="en-US" smtClean="0"/>
              <a:pPr>
                <a:defRPr/>
              </a:pPr>
              <a:t>‹#›</a:t>
            </a:fld>
            <a:endParaRPr lang="en-US" altLang="en-US"/>
          </a:p>
        </p:txBody>
      </p:sp>
    </p:spTree>
    <p:extLst>
      <p:ext uri="{BB962C8B-B14F-4D97-AF65-F5344CB8AC3E}">
        <p14:creationId xmlns:p14="http://schemas.microsoft.com/office/powerpoint/2010/main" val="12687382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E531D9-5C55-5B01-661B-047347F6508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EFDC6D69-FE60-4636-F338-D7FF7B2C1AEE}"/>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F407C508-BAF9-4845-9128-6ECC466C194B}"/>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9DF067C9-CE6F-A8D5-5DEE-F275CFE28228}"/>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0D109B2-7019-BCB4-9774-E6E24D8183C1}"/>
              </a:ext>
            </a:extLst>
          </p:cNvPr>
          <p:cNvSpPr>
            <a:spLocks noGrp="1"/>
          </p:cNvSpPr>
          <p:nvPr>
            <p:ph type="sldNum" sz="quarter" idx="12"/>
          </p:nvPr>
        </p:nvSpPr>
        <p:spPr/>
        <p:txBody>
          <a:bodyPr/>
          <a:lstStyle/>
          <a:p>
            <a:pPr>
              <a:defRPr/>
            </a:pPr>
            <a:fld id="{6785E1E9-178C-4B9B-A7A0-9431B04396C0}" type="slidenum">
              <a:rPr lang="en-US" altLang="en-US" smtClean="0"/>
              <a:pPr>
                <a:defRPr/>
              </a:pPr>
              <a:t>‹#›</a:t>
            </a:fld>
            <a:endParaRPr lang="en-US" altLang="en-US"/>
          </a:p>
        </p:txBody>
      </p:sp>
    </p:spTree>
    <p:extLst>
      <p:ext uri="{BB962C8B-B14F-4D97-AF65-F5344CB8AC3E}">
        <p14:creationId xmlns:p14="http://schemas.microsoft.com/office/powerpoint/2010/main" val="2055538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66"/>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DB591D6-9945-75BA-C77C-403B5A6F4DCD}"/>
              </a:ext>
            </a:extLst>
          </p:cNvPr>
          <p:cNvSpPr>
            <a:spLocks noGrp="1" noChangeArrowheads="1"/>
          </p:cNvSpPr>
          <p:nvPr>
            <p:ph type="title"/>
          </p:nvPr>
        </p:nvSpPr>
        <p:spPr bwMode="auto">
          <a:xfrm>
            <a:off x="406400" y="228600"/>
            <a:ext cx="82042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5123" name="Rectangle 3">
            <a:extLst>
              <a:ext uri="{FF2B5EF4-FFF2-40B4-BE49-F238E27FC236}">
                <a16:creationId xmlns:a16="http://schemas.microsoft.com/office/drawing/2014/main" id="{3C3AFF1A-3CAD-3A68-9335-F1620FBF9827}"/>
              </a:ext>
            </a:extLst>
          </p:cNvPr>
          <p:cNvSpPr>
            <a:spLocks noGrp="1" noChangeArrowheads="1"/>
          </p:cNvSpPr>
          <p:nvPr>
            <p:ph type="body" idx="1"/>
          </p:nvPr>
        </p:nvSpPr>
        <p:spPr bwMode="auto">
          <a:xfrm>
            <a:off x="457200" y="1752600"/>
            <a:ext cx="8178800"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4" name="Line 7">
            <a:extLst>
              <a:ext uri="{FF2B5EF4-FFF2-40B4-BE49-F238E27FC236}">
                <a16:creationId xmlns:a16="http://schemas.microsoft.com/office/drawing/2014/main" id="{A355B72A-D060-8246-E458-8864BD12140C}"/>
              </a:ext>
            </a:extLst>
          </p:cNvPr>
          <p:cNvSpPr>
            <a:spLocks noChangeShapeType="1"/>
          </p:cNvSpPr>
          <p:nvPr/>
        </p:nvSpPr>
        <p:spPr bwMode="auto">
          <a:xfrm>
            <a:off x="457200" y="1600200"/>
            <a:ext cx="8153400"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MY"/>
          </a:p>
        </p:txBody>
      </p:sp>
    </p:spTree>
  </p:cSld>
  <p:clrMap bg1="dk2" tx1="lt1" bg2="dk1" tx2="lt2" accent1="accent1" accent2="accent2" accent3="accent3" accent4="accent4" accent5="accent5" accent6="accent6" hlink="hlink" folHlink="folHlink"/>
  <p:sldLayoutIdLst>
    <p:sldLayoutId id="2147484758" r:id="rId1"/>
    <p:sldLayoutId id="2147484744" r:id="rId2"/>
    <p:sldLayoutId id="2147484745" r:id="rId3"/>
    <p:sldLayoutId id="2147484746" r:id="rId4"/>
    <p:sldLayoutId id="2147484747" r:id="rId5"/>
    <p:sldLayoutId id="2147484748" r:id="rId6"/>
    <p:sldLayoutId id="2147484749" r:id="rId7"/>
    <p:sldLayoutId id="2147484750" r:id="rId8"/>
    <p:sldLayoutId id="2147484751" r:id="rId9"/>
    <p:sldLayoutId id="2147484752" r:id="rId10"/>
    <p:sldLayoutId id="2147484753" r:id="rId11"/>
  </p:sldLayoutIdLst>
  <p:hf hdr="0" ftr="0" dt="0"/>
  <p:txStyles>
    <p:titleStyle>
      <a:lvl1pPr algn="l" rtl="0" eaLnBrk="0" fontAlgn="base" hangingPunct="0">
        <a:spcBef>
          <a:spcPct val="0"/>
        </a:spcBef>
        <a:spcAft>
          <a:spcPct val="0"/>
        </a:spcAft>
        <a:defRPr kumimoji="1" sz="3600" b="1" kern="1200">
          <a:solidFill>
            <a:schemeClr val="tx2"/>
          </a:solidFill>
          <a:latin typeface="+mj-lt"/>
          <a:ea typeface="+mj-ea"/>
          <a:cs typeface="+mj-cs"/>
        </a:defRPr>
      </a:lvl1pPr>
      <a:lvl2pPr algn="l" rtl="0" eaLnBrk="0" fontAlgn="base" hangingPunct="0">
        <a:spcBef>
          <a:spcPct val="0"/>
        </a:spcBef>
        <a:spcAft>
          <a:spcPct val="0"/>
        </a:spcAft>
        <a:defRPr kumimoji="1" sz="3600" b="1">
          <a:solidFill>
            <a:schemeClr val="tx2"/>
          </a:solidFill>
          <a:latin typeface="Arial" panose="020B0604020202020204" pitchFamily="34" charset="0"/>
        </a:defRPr>
      </a:lvl2pPr>
      <a:lvl3pPr algn="l" rtl="0" eaLnBrk="0" fontAlgn="base" hangingPunct="0">
        <a:spcBef>
          <a:spcPct val="0"/>
        </a:spcBef>
        <a:spcAft>
          <a:spcPct val="0"/>
        </a:spcAft>
        <a:defRPr kumimoji="1" sz="3600" b="1">
          <a:solidFill>
            <a:schemeClr val="tx2"/>
          </a:solidFill>
          <a:latin typeface="Arial" panose="020B0604020202020204" pitchFamily="34" charset="0"/>
        </a:defRPr>
      </a:lvl3pPr>
      <a:lvl4pPr algn="l" rtl="0" eaLnBrk="0" fontAlgn="base" hangingPunct="0">
        <a:spcBef>
          <a:spcPct val="0"/>
        </a:spcBef>
        <a:spcAft>
          <a:spcPct val="0"/>
        </a:spcAft>
        <a:defRPr kumimoji="1" sz="3600" b="1">
          <a:solidFill>
            <a:schemeClr val="tx2"/>
          </a:solidFill>
          <a:latin typeface="Arial" panose="020B0604020202020204" pitchFamily="34" charset="0"/>
        </a:defRPr>
      </a:lvl4pPr>
      <a:lvl5pPr algn="l" rtl="0" eaLnBrk="0" fontAlgn="base" hangingPunct="0">
        <a:spcBef>
          <a:spcPct val="0"/>
        </a:spcBef>
        <a:spcAft>
          <a:spcPct val="0"/>
        </a:spcAft>
        <a:defRPr kumimoji="1" sz="3600" b="1">
          <a:solidFill>
            <a:schemeClr val="tx2"/>
          </a:solidFill>
          <a:latin typeface="Arial" panose="020B0604020202020204" pitchFamily="34" charset="0"/>
        </a:defRPr>
      </a:lvl5pPr>
      <a:lvl6pPr marL="457200" algn="l" rtl="0" eaLnBrk="0" fontAlgn="base" hangingPunct="0">
        <a:spcBef>
          <a:spcPct val="0"/>
        </a:spcBef>
        <a:spcAft>
          <a:spcPct val="0"/>
        </a:spcAft>
        <a:defRPr kumimoji="1" sz="3600" b="1">
          <a:solidFill>
            <a:schemeClr val="tx2"/>
          </a:solidFill>
          <a:latin typeface="Arial" panose="020B0604020202020204" pitchFamily="34" charset="0"/>
        </a:defRPr>
      </a:lvl6pPr>
      <a:lvl7pPr marL="914400" algn="l" rtl="0" eaLnBrk="0" fontAlgn="base" hangingPunct="0">
        <a:spcBef>
          <a:spcPct val="0"/>
        </a:spcBef>
        <a:spcAft>
          <a:spcPct val="0"/>
        </a:spcAft>
        <a:defRPr kumimoji="1" sz="3600" b="1">
          <a:solidFill>
            <a:schemeClr val="tx2"/>
          </a:solidFill>
          <a:latin typeface="Arial" panose="020B0604020202020204" pitchFamily="34" charset="0"/>
        </a:defRPr>
      </a:lvl7pPr>
      <a:lvl8pPr marL="1371600" algn="l" rtl="0" eaLnBrk="0" fontAlgn="base" hangingPunct="0">
        <a:spcBef>
          <a:spcPct val="0"/>
        </a:spcBef>
        <a:spcAft>
          <a:spcPct val="0"/>
        </a:spcAft>
        <a:defRPr kumimoji="1" sz="3600" b="1">
          <a:solidFill>
            <a:schemeClr val="tx2"/>
          </a:solidFill>
          <a:latin typeface="Arial" panose="020B0604020202020204" pitchFamily="34" charset="0"/>
        </a:defRPr>
      </a:lvl8pPr>
      <a:lvl9pPr marL="1828800" algn="l" rtl="0" eaLnBrk="0" fontAlgn="base" hangingPunct="0">
        <a:spcBef>
          <a:spcPct val="0"/>
        </a:spcBef>
        <a:spcAft>
          <a:spcPct val="0"/>
        </a:spcAft>
        <a:defRPr kumimoji="1" sz="3600" b="1">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FF0000"/>
        </a:buClr>
        <a:buFont typeface="Symbol" panose="05050102010706020507" pitchFamily="18" charset="2"/>
        <a:buChar char="·"/>
        <a:defRPr kumimoji="1" sz="30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Symbol" panose="05050102010706020507" pitchFamily="18" charset="2"/>
        <a:buChar char="·"/>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FF0000"/>
        </a:buClr>
        <a:buFont typeface="Symbol" panose="05050102010706020507" pitchFamily="18" charset="2"/>
        <a:buChar char="·"/>
        <a:defRPr kumimoji="1"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FF0000"/>
        </a:buClr>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FF0000"/>
        </a:buClr>
        <a:buFont typeface="Symbol" panose="05050102010706020507" pitchFamily="18" charset="2"/>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09599" y="609600"/>
            <a:ext cx="7686176" cy="80317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8" y="1556792"/>
            <a:ext cx="7686177" cy="44845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48264" y="6252857"/>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609598" y="6255480"/>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534402" y="6381328"/>
            <a:ext cx="512638" cy="365125"/>
          </a:xfrm>
          <a:prstGeom prst="rect">
            <a:avLst/>
          </a:prstGeom>
        </p:spPr>
        <p:txBody>
          <a:bodyPr vert="horz" lIns="91440" tIns="45720" rIns="91440" bIns="45720" rtlCol="0" anchor="ctr"/>
          <a:lstStyle>
            <a:lvl1pPr algn="r">
              <a:defRPr sz="1200" b="1">
                <a:solidFill>
                  <a:schemeClr val="accent1"/>
                </a:solidFill>
              </a:defRPr>
            </a:lvl1pPr>
          </a:lstStyle>
          <a:p>
            <a:pPr>
              <a:defRPr/>
            </a:pPr>
            <a:fld id="{F50532E3-2CC1-4E9D-BD45-4593EC0DB53E}" type="slidenum">
              <a:rPr lang="en-US" altLang="en-US" smtClean="0"/>
              <a:pPr>
                <a:defRPr/>
              </a:pPr>
              <a:t>‹#›</a:t>
            </a:fld>
            <a:endParaRPr lang="en-US" altLang="en-US"/>
          </a:p>
        </p:txBody>
      </p:sp>
    </p:spTree>
    <p:extLst>
      <p:ext uri="{BB962C8B-B14F-4D97-AF65-F5344CB8AC3E}">
        <p14:creationId xmlns:p14="http://schemas.microsoft.com/office/powerpoint/2010/main" val="2424960953"/>
      </p:ext>
    </p:extLst>
  </p:cSld>
  <p:clrMap bg1="lt1" tx1="dk1" bg2="lt2" tx2="dk2" accent1="accent1" accent2="accent2" accent3="accent3" accent4="accent4" accent5="accent5" accent6="accent6" hlink="hlink" folHlink="folHlink"/>
  <p:sldLayoutIdLst>
    <p:sldLayoutId id="2147484760" r:id="rId1"/>
    <p:sldLayoutId id="2147484761" r:id="rId2"/>
    <p:sldLayoutId id="2147484762" r:id="rId3"/>
    <p:sldLayoutId id="2147484763" r:id="rId4"/>
    <p:sldLayoutId id="2147484764" r:id="rId5"/>
    <p:sldLayoutId id="2147484765" r:id="rId6"/>
    <p:sldLayoutId id="2147484766" r:id="rId7"/>
    <p:sldLayoutId id="2147484767" r:id="rId8"/>
    <p:sldLayoutId id="2147484768" r:id="rId9"/>
    <p:sldLayoutId id="2147484769" r:id="rId10"/>
    <p:sldLayoutId id="2147484770" r:id="rId11"/>
    <p:sldLayoutId id="2147484771" r:id="rId12"/>
    <p:sldLayoutId id="2147484772" r:id="rId13"/>
    <p:sldLayoutId id="2147484773" r:id="rId14"/>
    <p:sldLayoutId id="2147484774" r:id="rId15"/>
    <p:sldLayoutId id="2147484775"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1EFF2C-BFCC-8D1E-4FB6-6999FA7DAA0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8683E9C2-193E-ED6B-F104-3F14C32CF67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0D5B2B6E-B400-1714-1E5B-C084CC83C09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66AB31CA-E6D4-0C6D-5C92-977F8A88307D}"/>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34446A9F-331C-82A2-B030-C40481AE10F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BEA69832-F345-4D70-9D96-248DF06B5518}" type="slidenum">
              <a:rPr lang="en-US" altLang="en-US" smtClean="0"/>
              <a:pPr>
                <a:defRPr/>
              </a:pPr>
              <a:t>‹#›</a:t>
            </a:fld>
            <a:endParaRPr lang="en-US" altLang="en-US"/>
          </a:p>
        </p:txBody>
      </p:sp>
    </p:spTree>
    <p:extLst>
      <p:ext uri="{BB962C8B-B14F-4D97-AF65-F5344CB8AC3E}">
        <p14:creationId xmlns:p14="http://schemas.microsoft.com/office/powerpoint/2010/main" val="464195229"/>
      </p:ext>
    </p:extLst>
  </p:cSld>
  <p:clrMap bg1="lt1" tx1="dk1" bg2="lt2" tx2="dk2" accent1="accent1" accent2="accent2" accent3="accent3" accent4="accent4" accent5="accent5" accent6="accent6" hlink="hlink" folHlink="folHlink"/>
  <p:sldLayoutIdLst>
    <p:sldLayoutId id="2147484777" r:id="rId1"/>
    <p:sldLayoutId id="2147484778" r:id="rId2"/>
    <p:sldLayoutId id="2147484779" r:id="rId3"/>
    <p:sldLayoutId id="2147484780" r:id="rId4"/>
    <p:sldLayoutId id="2147484781" r:id="rId5"/>
    <p:sldLayoutId id="2147484782" r:id="rId6"/>
    <p:sldLayoutId id="2147484783" r:id="rId7"/>
    <p:sldLayoutId id="2147484784" r:id="rId8"/>
    <p:sldLayoutId id="2147484785" r:id="rId9"/>
    <p:sldLayoutId id="2147484786" r:id="rId10"/>
    <p:sldLayoutId id="2147484787"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jpe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6.png"/><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30.png"/></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8.xml"/><Relationship Id="rId4" Type="http://schemas.openxmlformats.org/officeDocument/2006/relationships/image" Target="../media/image30.png"/></Relationships>
</file>

<file path=ppt/slides/_rels/slide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8.wmf"/></Relationships>
</file>

<file path=ppt/slides/_rels/slide6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38.wmf"/></Relationships>
</file>

<file path=ppt/slides/_rels/slide69.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9.png"/><Relationship Id="rId1" Type="http://schemas.openxmlformats.org/officeDocument/2006/relationships/slideLayout" Target="../slideLayouts/slideLayout13.xml"/><Relationship Id="rId5" Type="http://schemas.openxmlformats.org/officeDocument/2006/relationships/image" Target="../media/image45.png"/><Relationship Id="rId4" Type="http://schemas.openxmlformats.org/officeDocument/2006/relationships/customXml" Target="../ink/ink1.xml"/></Relationships>
</file>

<file path=ppt/slides/_rels/slide70.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customXml" Target="../ink/ink2.xml"/><Relationship Id="rId4" Type="http://schemas.openxmlformats.org/officeDocument/2006/relationships/image" Target="../media/image38.wmf"/></Relationships>
</file>

<file path=ppt/slides/_rels/slide71.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41.wmf"/><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13.xml"/><Relationship Id="rId5" Type="http://schemas.openxmlformats.org/officeDocument/2006/relationships/image" Target="../media/image43.png"/><Relationship Id="rId4" Type="http://schemas.openxmlformats.org/officeDocument/2006/relationships/image" Target="../media/image38.wmf"/></Relationships>
</file>

<file path=ppt/slides/_rels/slide7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56.png"/></Relationships>
</file>

<file path=ppt/slides/_rels/slide9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65.png"/><Relationship Id="rId4" Type="http://schemas.openxmlformats.org/officeDocument/2006/relationships/customXml" Target="../ink/ink3.xml"/></Relationships>
</file>

<file path=ppt/slides/_rels/slide9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8.xml"/><Relationship Id="rId4" Type="http://schemas.openxmlformats.org/officeDocument/2006/relationships/image" Target="../media/image5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34.xml"/><Relationship Id="rId5" Type="http://schemas.openxmlformats.org/officeDocument/2006/relationships/image" Target="../media/image62.png"/><Relationship Id="rId4" Type="http://schemas.openxmlformats.org/officeDocument/2006/relationships/image" Target="../media/image6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8.png"/><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4.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70.png"/></Relationships>
</file>

<file path=ppt/slides/_rels/slide11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72.png"/><Relationship Id="rId1" Type="http://schemas.openxmlformats.org/officeDocument/2006/relationships/slideLayout" Target="../slideLayouts/slideLayout18.xml"/></Relationships>
</file>

<file path=ppt/slides/_rels/slide11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72.png"/><Relationship Id="rId1" Type="http://schemas.openxmlformats.org/officeDocument/2006/relationships/slideLayout" Target="../slideLayouts/slideLayout18.xml"/></Relationships>
</file>

<file path=ppt/slides/_rels/slide11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70.png"/></Relationships>
</file>

<file path=ppt/slides/_rels/slide11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74.wmf"/><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74.wmf"/><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8.xml"/><Relationship Id="rId1" Type="http://schemas.openxmlformats.org/officeDocument/2006/relationships/slideLayout" Target="../slideLayouts/slideLayout13.xml"/><Relationship Id="rId5" Type="http://schemas.openxmlformats.org/officeDocument/2006/relationships/image" Target="../media/image77.png"/><Relationship Id="rId4" Type="http://schemas.openxmlformats.org/officeDocument/2006/relationships/image" Target="../media/image79.svg"/></Relationships>
</file>

<file path=ppt/slides/_rels/slide1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81.png"/></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notesSlide" Target="../notesSlides/notesSlide54.xml"/><Relationship Id="rId1" Type="http://schemas.openxmlformats.org/officeDocument/2006/relationships/slideLayout" Target="../slideLayouts/slideLayout13.xml"/><Relationship Id="rId4" Type="http://schemas.openxmlformats.org/officeDocument/2006/relationships/image" Target="../media/image85.png"/></Relationships>
</file>

<file path=ppt/slides/_rels/slide13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8.xml"/></Relationships>
</file>

<file path=ppt/slides/_rels/slide137.x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E72989C-9C12-BD93-7BD5-BD41295754C4}"/>
              </a:ext>
            </a:extLst>
          </p:cNvPr>
          <p:cNvSpPr>
            <a:spLocks noGrp="1" noChangeArrowheads="1"/>
          </p:cNvSpPr>
          <p:nvPr>
            <p:ph type="ctrTitle"/>
          </p:nvPr>
        </p:nvSpPr>
        <p:spPr>
          <a:xfrm>
            <a:off x="827585" y="1782698"/>
            <a:ext cx="7689404" cy="1646302"/>
          </a:xfrm>
        </p:spPr>
        <p:txBody>
          <a:bodyPr/>
          <a:lstStyle/>
          <a:p>
            <a:pPr algn="ctr"/>
            <a:r>
              <a:rPr lang="en-GB" altLang="en-US" b="1" cap="all" dirty="0"/>
              <a:t>Computer Organisation</a:t>
            </a:r>
          </a:p>
        </p:txBody>
      </p:sp>
      <p:sp>
        <p:nvSpPr>
          <p:cNvPr id="14339" name="Rectangle 3">
            <a:extLst>
              <a:ext uri="{FF2B5EF4-FFF2-40B4-BE49-F238E27FC236}">
                <a16:creationId xmlns:a16="http://schemas.microsoft.com/office/drawing/2014/main" id="{71EE8A14-21CB-BF56-9118-AF1DCB7437A9}"/>
              </a:ext>
            </a:extLst>
          </p:cNvPr>
          <p:cNvSpPr>
            <a:spLocks noGrp="1" noChangeArrowheads="1"/>
          </p:cNvSpPr>
          <p:nvPr>
            <p:ph type="subTitle" idx="1"/>
          </p:nvPr>
        </p:nvSpPr>
        <p:spPr>
          <a:xfrm>
            <a:off x="971600" y="3482340"/>
            <a:ext cx="7545388" cy="1646302"/>
          </a:xfrm>
        </p:spPr>
        <p:txBody>
          <a:bodyPr>
            <a:normAutofit/>
          </a:bodyPr>
          <a:lstStyle/>
          <a:p>
            <a:pPr algn="ctr"/>
            <a:r>
              <a:rPr lang="en-GB" altLang="en-US" sz="2400" dirty="0"/>
              <a:t>Topic 4</a:t>
            </a:r>
          </a:p>
          <a:p>
            <a:pPr algn="ctr"/>
            <a:r>
              <a:rPr lang="en-GB" altLang="en-US" sz="2400" dirty="0"/>
              <a:t>Digital Logic (Part 1)</a:t>
            </a:r>
          </a:p>
        </p:txBody>
      </p:sp>
      <p:sp>
        <p:nvSpPr>
          <p:cNvPr id="14340" name="Text Box 4">
            <a:extLst>
              <a:ext uri="{FF2B5EF4-FFF2-40B4-BE49-F238E27FC236}">
                <a16:creationId xmlns:a16="http://schemas.microsoft.com/office/drawing/2014/main" id="{CE7964F4-B052-B65C-CA43-E91992DE4773}"/>
              </a:ext>
            </a:extLst>
          </p:cNvPr>
          <p:cNvSpPr txBox="1">
            <a:spLocks noChangeArrowheads="1"/>
          </p:cNvSpPr>
          <p:nvPr/>
        </p:nvSpPr>
        <p:spPr bwMode="auto">
          <a:xfrm>
            <a:off x="107504" y="6381328"/>
            <a:ext cx="7272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eaLnBrk="1" hangingPunct="1">
              <a:spcBef>
                <a:spcPct val="0"/>
              </a:spcBef>
              <a:buClrTx/>
              <a:buFontTx/>
              <a:buNone/>
            </a:pPr>
            <a:r>
              <a:rPr kumimoji="0" lang="en-US" altLang="en-US" sz="1600"/>
              <a:t>Stallings, Computer Organization &amp; Architecture (9th Ed.), Chap. 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B567-AA81-B054-E518-6AFF73A6C758}"/>
              </a:ext>
            </a:extLst>
          </p:cNvPr>
          <p:cNvSpPr>
            <a:spLocks noGrp="1"/>
          </p:cNvSpPr>
          <p:nvPr>
            <p:ph type="title"/>
          </p:nvPr>
        </p:nvSpPr>
        <p:spPr/>
        <p:txBody>
          <a:bodyPr/>
          <a:lstStyle/>
          <a:p>
            <a:r>
              <a:rPr lang="en-MY" dirty="0"/>
              <a:t>Learning Objectives </a:t>
            </a:r>
          </a:p>
        </p:txBody>
      </p:sp>
      <p:graphicFrame>
        <p:nvGraphicFramePr>
          <p:cNvPr id="4" name="Content Placeholder 3">
            <a:extLst>
              <a:ext uri="{FF2B5EF4-FFF2-40B4-BE49-F238E27FC236}">
                <a16:creationId xmlns:a16="http://schemas.microsoft.com/office/drawing/2014/main" id="{A3D90030-1E00-BC84-88FB-AC100BE238F1}"/>
              </a:ext>
            </a:extLst>
          </p:cNvPr>
          <p:cNvGraphicFramePr>
            <a:graphicFrameLocks noGrp="1"/>
          </p:cNvGraphicFramePr>
          <p:nvPr>
            <p:ph idx="1"/>
            <p:extLst>
              <p:ext uri="{D42A27DB-BD31-4B8C-83A1-F6EECF244321}">
                <p14:modId xmlns:p14="http://schemas.microsoft.com/office/powerpoint/2010/main" val="3937364946"/>
              </p:ext>
            </p:extLst>
          </p:nvPr>
        </p:nvGraphicFramePr>
        <p:xfrm>
          <a:off x="609598" y="1484784"/>
          <a:ext cx="7686177" cy="4556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3B2BE8B5-11E9-FB76-5A5D-1C92DFCFB313}"/>
              </a:ext>
            </a:extLst>
          </p:cNvPr>
          <p:cNvSpPr>
            <a:spLocks noGrp="1"/>
          </p:cNvSpPr>
          <p:nvPr>
            <p:ph type="sldNum" sz="quarter" idx="12"/>
          </p:nvPr>
        </p:nvSpPr>
        <p:spPr/>
        <p:txBody>
          <a:bodyPr/>
          <a:lstStyle/>
          <a:p>
            <a:pPr>
              <a:defRPr/>
            </a:pPr>
            <a:fld id="{28588503-611C-4314-9367-E0668E948370}" type="slidenum">
              <a:rPr lang="en-US" altLang="en-US" smtClean="0"/>
              <a:pPr>
                <a:defRPr/>
              </a:pPr>
              <a:t>2</a:t>
            </a:fld>
            <a:endParaRPr lang="en-US" altLang="en-US"/>
          </a:p>
        </p:txBody>
      </p:sp>
    </p:spTree>
    <p:extLst>
      <p:ext uri="{BB962C8B-B14F-4D97-AF65-F5344CB8AC3E}">
        <p14:creationId xmlns:p14="http://schemas.microsoft.com/office/powerpoint/2010/main" val="3243871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D89D7D4-56E2-2F79-8837-A816C3349E85}"/>
              </a:ext>
            </a:extLst>
          </p:cNvPr>
          <p:cNvSpPr>
            <a:spLocks noGrp="1" noChangeArrowheads="1"/>
          </p:cNvSpPr>
          <p:nvPr>
            <p:ph type="title"/>
          </p:nvPr>
        </p:nvSpPr>
        <p:spPr/>
        <p:txBody>
          <a:bodyPr/>
          <a:lstStyle/>
          <a:p>
            <a:r>
              <a:rPr lang="en-US" altLang="en-US"/>
              <a:t>Outline</a:t>
            </a:r>
          </a:p>
        </p:txBody>
      </p:sp>
      <p:sp>
        <p:nvSpPr>
          <p:cNvPr id="16387" name="Rectangle 3">
            <a:extLst>
              <a:ext uri="{FF2B5EF4-FFF2-40B4-BE49-F238E27FC236}">
                <a16:creationId xmlns:a16="http://schemas.microsoft.com/office/drawing/2014/main" id="{98903D4B-5D50-5214-2010-E70DEB612147}"/>
              </a:ext>
            </a:extLst>
          </p:cNvPr>
          <p:cNvSpPr>
            <a:spLocks noGrp="1" noChangeArrowheads="1"/>
          </p:cNvSpPr>
          <p:nvPr>
            <p:ph idx="1"/>
          </p:nvPr>
        </p:nvSpPr>
        <p:spPr>
          <a:xfrm>
            <a:off x="457200" y="1600200"/>
            <a:ext cx="8178800" cy="5029200"/>
          </a:xfrm>
        </p:spPr>
        <p:txBody>
          <a:bodyPr>
            <a:normAutofit/>
          </a:bodyPr>
          <a:lstStyle/>
          <a:p>
            <a:r>
              <a:rPr lang="en-US" altLang="en-US" sz="3200" dirty="0"/>
              <a:t>Boolean Algebra</a:t>
            </a:r>
          </a:p>
          <a:p>
            <a:r>
              <a:rPr lang="en-US" altLang="en-US" sz="3200" dirty="0"/>
              <a:t>Gates</a:t>
            </a:r>
          </a:p>
          <a:p>
            <a:r>
              <a:rPr lang="en-US" altLang="en-US" sz="3200" dirty="0"/>
              <a:t>Combinational Circuits</a:t>
            </a:r>
          </a:p>
          <a:p>
            <a:pPr lvl="1"/>
            <a:r>
              <a:rPr lang="en-US" altLang="en-US" sz="2800" dirty="0"/>
              <a:t>Implementation of Boolean Functions</a:t>
            </a:r>
          </a:p>
          <a:p>
            <a:pPr lvl="1"/>
            <a:r>
              <a:rPr lang="en-US" altLang="en-US" sz="2800" dirty="0"/>
              <a:t>Multiplexers</a:t>
            </a:r>
          </a:p>
          <a:p>
            <a:pPr lvl="1"/>
            <a:r>
              <a:rPr lang="en-US" altLang="en-US" sz="2800" dirty="0"/>
              <a:t>Decoders</a:t>
            </a:r>
          </a:p>
          <a:p>
            <a:pPr lvl="1"/>
            <a:r>
              <a:rPr lang="en-US" altLang="en-US" sz="2800" dirty="0"/>
              <a:t>Read-Only Memory</a:t>
            </a:r>
          </a:p>
          <a:p>
            <a:pPr lvl="1"/>
            <a:r>
              <a:rPr lang="en-US" altLang="en-US" sz="2800" dirty="0"/>
              <a:t>Adders</a:t>
            </a:r>
          </a:p>
        </p:txBody>
      </p:sp>
      <p:sp>
        <p:nvSpPr>
          <p:cNvPr id="2" name="Slide Number Placeholder 1">
            <a:extLst>
              <a:ext uri="{FF2B5EF4-FFF2-40B4-BE49-F238E27FC236}">
                <a16:creationId xmlns:a16="http://schemas.microsoft.com/office/drawing/2014/main" id="{AF20F370-A220-59CF-1CEF-01464366C079}"/>
              </a:ext>
            </a:extLst>
          </p:cNvPr>
          <p:cNvSpPr>
            <a:spLocks noGrp="1"/>
          </p:cNvSpPr>
          <p:nvPr>
            <p:ph type="sldNum" sz="quarter" idx="12"/>
          </p:nvPr>
        </p:nvSpPr>
        <p:spPr/>
        <p:txBody>
          <a:bodyPr/>
          <a:lstStyle/>
          <a:p>
            <a:pPr>
              <a:defRPr/>
            </a:pPr>
            <a:fld id="{28588503-611C-4314-9367-E0668E948370}" type="slidenum">
              <a:rPr lang="en-US" altLang="en-US" smtClean="0"/>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2C210628-B68E-1D25-E31D-09F7C824ED52}"/>
              </a:ext>
            </a:extLst>
          </p:cNvPr>
          <p:cNvSpPr>
            <a:spLocks noGrp="1" noChangeArrowheads="1"/>
          </p:cNvSpPr>
          <p:nvPr>
            <p:ph type="title"/>
          </p:nvPr>
        </p:nvSpPr>
        <p:spPr/>
        <p:txBody>
          <a:bodyPr/>
          <a:lstStyle/>
          <a:p>
            <a:r>
              <a:rPr lang="en-US" altLang="en-US"/>
              <a:t>Introduction</a:t>
            </a:r>
          </a:p>
        </p:txBody>
      </p:sp>
      <p:sp>
        <p:nvSpPr>
          <p:cNvPr id="17411" name="Content Placeholder 1">
            <a:extLst>
              <a:ext uri="{FF2B5EF4-FFF2-40B4-BE49-F238E27FC236}">
                <a16:creationId xmlns:a16="http://schemas.microsoft.com/office/drawing/2014/main" id="{52BCF272-7E91-F89C-D162-96FE76A96396}"/>
              </a:ext>
            </a:extLst>
          </p:cNvPr>
          <p:cNvSpPr>
            <a:spLocks noGrp="1" noChangeArrowheads="1"/>
          </p:cNvSpPr>
          <p:nvPr>
            <p:ph idx="1"/>
          </p:nvPr>
        </p:nvSpPr>
        <p:spPr>
          <a:xfrm>
            <a:off x="457200" y="1772816"/>
            <a:ext cx="8077201" cy="4896272"/>
          </a:xfrm>
        </p:spPr>
        <p:txBody>
          <a:bodyPr/>
          <a:lstStyle/>
          <a:p>
            <a:pPr marL="365125" indent="-255588"/>
            <a:r>
              <a:rPr lang="en-US" altLang="en-US" dirty="0"/>
              <a:t>The operation of the digital computer is based on the storage and processing of </a:t>
            </a:r>
            <a:r>
              <a:rPr lang="en-US" altLang="en-US" sz="3600" b="1" dirty="0">
                <a:solidFill>
                  <a:schemeClr val="accent1"/>
                </a:solidFill>
              </a:rPr>
              <a:t>binary data. </a:t>
            </a:r>
            <a:endParaRPr lang="en-US" altLang="en-US" b="1" dirty="0">
              <a:solidFill>
                <a:schemeClr val="accent1"/>
              </a:solidFill>
            </a:endParaRPr>
          </a:p>
          <a:p>
            <a:pPr marL="365125" indent="-255588"/>
            <a:r>
              <a:rPr lang="en-US" altLang="en-US" dirty="0"/>
              <a:t>How these are implemented using </a:t>
            </a:r>
            <a:r>
              <a:rPr lang="en-US" altLang="en-US" sz="3200" b="1" dirty="0">
                <a:solidFill>
                  <a:srgbClr val="FF0000"/>
                </a:solidFill>
              </a:rPr>
              <a:t>combinational</a:t>
            </a:r>
            <a:r>
              <a:rPr lang="en-US" altLang="en-US" dirty="0"/>
              <a:t> &amp; </a:t>
            </a:r>
            <a:r>
              <a:rPr lang="en-US" altLang="en-US" sz="3200" b="1" dirty="0">
                <a:solidFill>
                  <a:srgbClr val="00B0F0"/>
                </a:solidFill>
              </a:rPr>
              <a:t>sequential</a:t>
            </a:r>
            <a:r>
              <a:rPr lang="en-US" altLang="en-US" dirty="0"/>
              <a:t> circuit</a:t>
            </a:r>
          </a:p>
          <a:p>
            <a:pPr marL="365125" indent="-255588"/>
            <a:r>
              <a:rPr lang="en-US" altLang="en-US" dirty="0"/>
              <a:t>Combinational and sequential circuits, which are constructed from </a:t>
            </a:r>
            <a:r>
              <a:rPr lang="en-US" altLang="en-US" sz="3200" b="1" dirty="0">
                <a:solidFill>
                  <a:schemeClr val="accent1"/>
                </a:solidFill>
              </a:rPr>
              <a:t>gates</a:t>
            </a:r>
            <a:endParaRPr lang="en-US" altLang="en-US" b="1" dirty="0">
              <a:solidFill>
                <a:schemeClr val="accent1"/>
              </a:solidFill>
            </a:endParaRPr>
          </a:p>
          <a:p>
            <a:pPr marL="365125" indent="-255588"/>
            <a:endParaRPr lang="en-US" altLang="en-US" dirty="0"/>
          </a:p>
        </p:txBody>
      </p:sp>
      <p:sp>
        <p:nvSpPr>
          <p:cNvPr id="2" name="Slide Number Placeholder 1">
            <a:extLst>
              <a:ext uri="{FF2B5EF4-FFF2-40B4-BE49-F238E27FC236}">
                <a16:creationId xmlns:a16="http://schemas.microsoft.com/office/drawing/2014/main" id="{B44A1A3F-326F-9E21-8BC3-5E32E34C80D2}"/>
              </a:ext>
            </a:extLst>
          </p:cNvPr>
          <p:cNvSpPr>
            <a:spLocks noGrp="1"/>
          </p:cNvSpPr>
          <p:nvPr>
            <p:ph type="sldNum" sz="quarter" idx="12"/>
          </p:nvPr>
        </p:nvSpPr>
        <p:spPr/>
        <p:txBody>
          <a:bodyPr/>
          <a:lstStyle/>
          <a:p>
            <a:pPr>
              <a:defRPr/>
            </a:pPr>
            <a:fld id="{28588503-611C-4314-9367-E0668E948370}" type="slidenum">
              <a:rPr lang="en-US" altLang="en-US" smtClean="0"/>
              <a:pPr>
                <a:defRPr/>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37E06B93-0F31-4E5D-81BB-C212CECD7619}"/>
              </a:ext>
            </a:extLst>
          </p:cNvPr>
          <p:cNvSpPr>
            <a:spLocks noGrp="1" noChangeArrowheads="1"/>
          </p:cNvSpPr>
          <p:nvPr>
            <p:ph type="title"/>
          </p:nvPr>
        </p:nvSpPr>
        <p:spPr/>
        <p:txBody>
          <a:bodyPr/>
          <a:lstStyle/>
          <a:p>
            <a:r>
              <a:rPr lang="en-US" altLang="en-US" dirty="0"/>
              <a:t>Introduction</a:t>
            </a:r>
          </a:p>
        </p:txBody>
      </p:sp>
      <p:sp>
        <p:nvSpPr>
          <p:cNvPr id="18435" name="Content Placeholder 1">
            <a:extLst>
              <a:ext uri="{FF2B5EF4-FFF2-40B4-BE49-F238E27FC236}">
                <a16:creationId xmlns:a16="http://schemas.microsoft.com/office/drawing/2014/main" id="{727F56E2-15B6-8916-5382-2211026FF005}"/>
              </a:ext>
            </a:extLst>
          </p:cNvPr>
          <p:cNvSpPr>
            <a:spLocks noGrp="1" noChangeArrowheads="1"/>
          </p:cNvSpPr>
          <p:nvPr>
            <p:ph idx="1"/>
          </p:nvPr>
        </p:nvSpPr>
        <p:spPr>
          <a:xfrm>
            <a:off x="457200" y="1885950"/>
            <a:ext cx="8178800" cy="4783138"/>
          </a:xfrm>
        </p:spPr>
        <p:txBody>
          <a:bodyPr>
            <a:normAutofit/>
          </a:bodyPr>
          <a:lstStyle/>
          <a:p>
            <a:pPr marL="365125" indent="-255588"/>
            <a:r>
              <a:rPr lang="en-US" altLang="en-US" sz="4400" b="1" dirty="0">
                <a:solidFill>
                  <a:srgbClr val="92D050"/>
                </a:solidFill>
              </a:rPr>
              <a:t>Boolean</a:t>
            </a:r>
            <a:r>
              <a:rPr lang="en-US" altLang="en-US" sz="2400" dirty="0"/>
              <a:t> Algebra </a:t>
            </a:r>
          </a:p>
          <a:p>
            <a:pPr marL="620713" lvl="1" indent="-228600"/>
            <a:r>
              <a:rPr lang="en-US" altLang="en-US" sz="2000" dirty="0"/>
              <a:t>Introduced in 1854 by George Boole, only used in circuit design in 1938</a:t>
            </a:r>
          </a:p>
          <a:p>
            <a:pPr marL="620713" lvl="1" indent="-228600"/>
            <a:r>
              <a:rPr lang="en-US" altLang="en-US" sz="2000" dirty="0"/>
              <a:t>Mathematical foundation of digital circuits</a:t>
            </a:r>
          </a:p>
          <a:p>
            <a:pPr marL="620713" lvl="1" indent="-228600"/>
            <a:r>
              <a:rPr lang="en-US" altLang="en-US" sz="2000" dirty="0"/>
              <a:t>A tool to:</a:t>
            </a:r>
          </a:p>
          <a:p>
            <a:pPr marL="858838" lvl="2"/>
            <a:r>
              <a:rPr lang="en-US" altLang="en-US" sz="1800" dirty="0"/>
              <a:t>Analysis: It is an economical way of describing the function of </a:t>
            </a:r>
            <a:r>
              <a:rPr lang="en-US" altLang="en-US" sz="3200" b="1" dirty="0">
                <a:solidFill>
                  <a:schemeClr val="accent1"/>
                </a:solidFill>
              </a:rPr>
              <a:t>digital circuitry</a:t>
            </a:r>
            <a:r>
              <a:rPr lang="en-US" altLang="en-US" sz="1800" dirty="0"/>
              <a:t>.</a:t>
            </a:r>
          </a:p>
          <a:p>
            <a:pPr marL="858838" lvl="2"/>
            <a:r>
              <a:rPr lang="en-US" altLang="en-US" sz="1800" dirty="0"/>
              <a:t>Design: Given a desired function, Boolean algebra can be applied to develop a </a:t>
            </a:r>
            <a:r>
              <a:rPr lang="en-US" altLang="en-US" sz="3200" b="1" dirty="0">
                <a:solidFill>
                  <a:schemeClr val="accent1"/>
                </a:solidFill>
              </a:rPr>
              <a:t>simplified</a:t>
            </a:r>
            <a:r>
              <a:rPr lang="en-US" altLang="en-US" sz="1800" dirty="0"/>
              <a:t> implementation of that function</a:t>
            </a:r>
          </a:p>
        </p:txBody>
      </p:sp>
      <p:sp>
        <p:nvSpPr>
          <p:cNvPr id="2" name="Slide Number Placeholder 1">
            <a:extLst>
              <a:ext uri="{FF2B5EF4-FFF2-40B4-BE49-F238E27FC236}">
                <a16:creationId xmlns:a16="http://schemas.microsoft.com/office/drawing/2014/main" id="{99553319-0E09-4DC8-7D8A-43818DC72EB1}"/>
              </a:ext>
            </a:extLst>
          </p:cNvPr>
          <p:cNvSpPr>
            <a:spLocks noGrp="1"/>
          </p:cNvSpPr>
          <p:nvPr>
            <p:ph type="sldNum" sz="quarter" idx="12"/>
          </p:nvPr>
        </p:nvSpPr>
        <p:spPr/>
        <p:txBody>
          <a:bodyPr/>
          <a:lstStyle/>
          <a:p>
            <a:pPr>
              <a:defRPr/>
            </a:pPr>
            <a:fld id="{28588503-611C-4314-9367-E0668E948370}" type="slidenum">
              <a:rPr lang="en-US" altLang="en-US" smtClean="0"/>
              <a:pPr>
                <a:defRPr/>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9">
            <a:extLst>
              <a:ext uri="{FF2B5EF4-FFF2-40B4-BE49-F238E27FC236}">
                <a16:creationId xmlns:a16="http://schemas.microsoft.com/office/drawing/2014/main" id="{C91D6BA7-059C-69DF-65F1-668605BD7ADE}"/>
              </a:ext>
            </a:extLst>
          </p:cNvPr>
          <p:cNvSpPr>
            <a:spLocks noGrp="1" noChangeArrowheads="1"/>
          </p:cNvSpPr>
          <p:nvPr>
            <p:ph type="title"/>
          </p:nvPr>
        </p:nvSpPr>
        <p:spPr/>
        <p:txBody>
          <a:bodyPr/>
          <a:lstStyle/>
          <a:p>
            <a:r>
              <a:rPr lang="en-US" altLang="en-US"/>
              <a:t>Boolean Algebra</a:t>
            </a:r>
          </a:p>
        </p:txBody>
      </p:sp>
      <p:sp>
        <p:nvSpPr>
          <p:cNvPr id="19459" name="Content Placeholder 1">
            <a:extLst>
              <a:ext uri="{FF2B5EF4-FFF2-40B4-BE49-F238E27FC236}">
                <a16:creationId xmlns:a16="http://schemas.microsoft.com/office/drawing/2014/main" id="{B77AA21A-0A60-BE01-5CF6-ABD9CD03D0CC}"/>
              </a:ext>
            </a:extLst>
          </p:cNvPr>
          <p:cNvSpPr>
            <a:spLocks noGrp="1" noChangeArrowheads="1"/>
          </p:cNvSpPr>
          <p:nvPr>
            <p:ph idx="1"/>
          </p:nvPr>
        </p:nvSpPr>
        <p:spPr/>
        <p:txBody>
          <a:bodyPr/>
          <a:lstStyle/>
          <a:p>
            <a:pPr marL="365125" indent="-255588"/>
            <a:r>
              <a:rPr lang="en-US" altLang="en-US"/>
              <a:t>Use logical variables and operations</a:t>
            </a:r>
          </a:p>
          <a:p>
            <a:pPr marL="620713" lvl="1" indent="-228600"/>
            <a:r>
              <a:rPr lang="en-US" altLang="en-US" sz="3200" b="1">
                <a:solidFill>
                  <a:srgbClr val="92D050"/>
                </a:solidFill>
              </a:rPr>
              <a:t>Variable</a:t>
            </a:r>
            <a:r>
              <a:rPr lang="en-US" altLang="en-US"/>
              <a:t> takes the value of </a:t>
            </a:r>
            <a:r>
              <a:rPr lang="en-US" altLang="en-US" sz="3200" b="1">
                <a:solidFill>
                  <a:srgbClr val="FF0000"/>
                </a:solidFill>
              </a:rPr>
              <a:t>1 (TRUE) </a:t>
            </a:r>
            <a:r>
              <a:rPr lang="en-US" altLang="en-US"/>
              <a:t>or </a:t>
            </a:r>
            <a:r>
              <a:rPr lang="en-US" altLang="en-US" sz="3200" b="1">
                <a:solidFill>
                  <a:srgbClr val="00B0F0"/>
                </a:solidFill>
              </a:rPr>
              <a:t>0 (FALSE)</a:t>
            </a:r>
            <a:endParaRPr lang="en-US" altLang="en-US" b="1">
              <a:solidFill>
                <a:srgbClr val="00B0F0"/>
              </a:solidFill>
            </a:endParaRPr>
          </a:p>
          <a:p>
            <a:pPr marL="365125" indent="-255588"/>
            <a:endParaRPr lang="en-US" altLang="en-US"/>
          </a:p>
        </p:txBody>
      </p:sp>
      <p:graphicFrame>
        <p:nvGraphicFramePr>
          <p:cNvPr id="3" name="Table 2">
            <a:extLst>
              <a:ext uri="{FF2B5EF4-FFF2-40B4-BE49-F238E27FC236}">
                <a16:creationId xmlns:a16="http://schemas.microsoft.com/office/drawing/2014/main" id="{30E4C5B1-401B-F7FB-6EB0-42238AE9B37F}"/>
              </a:ext>
            </a:extLst>
          </p:cNvPr>
          <p:cNvGraphicFramePr>
            <a:graphicFrameLocks noGrp="1"/>
          </p:cNvGraphicFramePr>
          <p:nvPr>
            <p:extLst>
              <p:ext uri="{D42A27DB-BD31-4B8C-83A1-F6EECF244321}">
                <p14:modId xmlns:p14="http://schemas.microsoft.com/office/powerpoint/2010/main" val="1785530280"/>
              </p:ext>
            </p:extLst>
          </p:nvPr>
        </p:nvGraphicFramePr>
        <p:xfrm>
          <a:off x="2771800" y="3212976"/>
          <a:ext cx="3600400" cy="2011680"/>
        </p:xfrm>
        <a:graphic>
          <a:graphicData uri="http://schemas.openxmlformats.org/drawingml/2006/table">
            <a:tbl>
              <a:tblPr firstRow="1" bandRow="1">
                <a:tableStyleId>{69012ECD-51FC-41F1-AA8D-1B2483CD663E}</a:tableStyleId>
              </a:tblPr>
              <a:tblGrid>
                <a:gridCol w="1800200">
                  <a:extLst>
                    <a:ext uri="{9D8B030D-6E8A-4147-A177-3AD203B41FA5}">
                      <a16:colId xmlns:a16="http://schemas.microsoft.com/office/drawing/2014/main" val="2689621431"/>
                    </a:ext>
                  </a:extLst>
                </a:gridCol>
                <a:gridCol w="1800200">
                  <a:extLst>
                    <a:ext uri="{9D8B030D-6E8A-4147-A177-3AD203B41FA5}">
                      <a16:colId xmlns:a16="http://schemas.microsoft.com/office/drawing/2014/main" val="3504769667"/>
                    </a:ext>
                  </a:extLst>
                </a:gridCol>
              </a:tblGrid>
              <a:tr h="370840">
                <a:tc>
                  <a:txBody>
                    <a:bodyPr/>
                    <a:lstStyle/>
                    <a:p>
                      <a:pPr algn="ctr"/>
                      <a:r>
                        <a:rPr lang="en-MY" sz="3600" dirty="0"/>
                        <a:t>1</a:t>
                      </a:r>
                    </a:p>
                  </a:txBody>
                  <a:tcPr/>
                </a:tc>
                <a:tc>
                  <a:txBody>
                    <a:bodyPr/>
                    <a:lstStyle/>
                    <a:p>
                      <a:pPr algn="ctr"/>
                      <a:r>
                        <a:rPr lang="en-MY" sz="3600" dirty="0"/>
                        <a:t>0</a:t>
                      </a:r>
                    </a:p>
                  </a:txBody>
                  <a:tcPr/>
                </a:tc>
                <a:extLst>
                  <a:ext uri="{0D108BD9-81ED-4DB2-BD59-A6C34878D82A}">
                    <a16:rowId xmlns:a16="http://schemas.microsoft.com/office/drawing/2014/main" val="653950029"/>
                  </a:ext>
                </a:extLst>
              </a:tr>
              <a:tr h="370840">
                <a:tc>
                  <a:txBody>
                    <a:bodyPr/>
                    <a:lstStyle/>
                    <a:p>
                      <a:pPr algn="ctr"/>
                      <a:r>
                        <a:rPr lang="en-MY" sz="2400" dirty="0"/>
                        <a:t>High voltage</a:t>
                      </a:r>
                    </a:p>
                  </a:txBody>
                  <a:tcPr/>
                </a:tc>
                <a:tc>
                  <a:txBody>
                    <a:bodyPr/>
                    <a:lstStyle/>
                    <a:p>
                      <a:pPr algn="ctr"/>
                      <a:r>
                        <a:rPr lang="en-MY" sz="2400" dirty="0"/>
                        <a:t>Low voltage</a:t>
                      </a:r>
                    </a:p>
                  </a:txBody>
                  <a:tcPr/>
                </a:tc>
                <a:extLst>
                  <a:ext uri="{0D108BD9-81ED-4DB2-BD59-A6C34878D82A}">
                    <a16:rowId xmlns:a16="http://schemas.microsoft.com/office/drawing/2014/main" val="3757683373"/>
                  </a:ext>
                </a:extLst>
              </a:tr>
              <a:tr h="370840">
                <a:tc>
                  <a:txBody>
                    <a:bodyPr/>
                    <a:lstStyle/>
                    <a:p>
                      <a:pPr algn="ctr"/>
                      <a:r>
                        <a:rPr lang="en-MY" sz="2400" dirty="0"/>
                        <a:t>On</a:t>
                      </a:r>
                    </a:p>
                  </a:txBody>
                  <a:tcPr/>
                </a:tc>
                <a:tc>
                  <a:txBody>
                    <a:bodyPr/>
                    <a:lstStyle/>
                    <a:p>
                      <a:pPr algn="ctr"/>
                      <a:r>
                        <a:rPr lang="en-MY" sz="2400" dirty="0"/>
                        <a:t>Off</a:t>
                      </a:r>
                    </a:p>
                  </a:txBody>
                  <a:tcPr/>
                </a:tc>
                <a:extLst>
                  <a:ext uri="{0D108BD9-81ED-4DB2-BD59-A6C34878D82A}">
                    <a16:rowId xmlns:a16="http://schemas.microsoft.com/office/drawing/2014/main" val="2327779694"/>
                  </a:ext>
                </a:extLst>
              </a:tr>
              <a:tr h="370840">
                <a:tc>
                  <a:txBody>
                    <a:bodyPr/>
                    <a:lstStyle/>
                    <a:p>
                      <a:pPr algn="ctr"/>
                      <a:r>
                        <a:rPr lang="en-MY" sz="2400" dirty="0"/>
                        <a:t>True </a:t>
                      </a:r>
                    </a:p>
                  </a:txBody>
                  <a:tcPr/>
                </a:tc>
                <a:tc>
                  <a:txBody>
                    <a:bodyPr/>
                    <a:lstStyle/>
                    <a:p>
                      <a:pPr algn="ctr"/>
                      <a:r>
                        <a:rPr lang="en-MY" sz="2400" dirty="0"/>
                        <a:t>False</a:t>
                      </a:r>
                    </a:p>
                  </a:txBody>
                  <a:tcPr/>
                </a:tc>
                <a:extLst>
                  <a:ext uri="{0D108BD9-81ED-4DB2-BD59-A6C34878D82A}">
                    <a16:rowId xmlns:a16="http://schemas.microsoft.com/office/drawing/2014/main" val="3236720173"/>
                  </a:ext>
                </a:extLst>
              </a:tr>
            </a:tbl>
          </a:graphicData>
        </a:graphic>
      </p:graphicFrame>
      <p:sp>
        <p:nvSpPr>
          <p:cNvPr id="2" name="Slide Number Placeholder 1">
            <a:extLst>
              <a:ext uri="{FF2B5EF4-FFF2-40B4-BE49-F238E27FC236}">
                <a16:creationId xmlns:a16="http://schemas.microsoft.com/office/drawing/2014/main" id="{C8CFA917-6C64-5F10-6B95-AE2BEF5BE506}"/>
              </a:ext>
            </a:extLst>
          </p:cNvPr>
          <p:cNvSpPr>
            <a:spLocks noGrp="1"/>
          </p:cNvSpPr>
          <p:nvPr>
            <p:ph type="sldNum" sz="quarter" idx="12"/>
          </p:nvPr>
        </p:nvSpPr>
        <p:spPr/>
        <p:txBody>
          <a:bodyPr/>
          <a:lstStyle/>
          <a:p>
            <a:pPr>
              <a:defRPr/>
            </a:pPr>
            <a:fld id="{28588503-611C-4314-9367-E0668E948370}" type="slidenum">
              <a:rPr lang="en-US" altLang="en-US" smtClean="0"/>
              <a:pPr>
                <a:defRPr/>
              </a:pPr>
              <a:t>6</a:t>
            </a:fld>
            <a:endParaRPr lang="en-US" alt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9">
            <a:extLst>
              <a:ext uri="{FF2B5EF4-FFF2-40B4-BE49-F238E27FC236}">
                <a16:creationId xmlns:a16="http://schemas.microsoft.com/office/drawing/2014/main" id="{8B2AF43D-20CA-9926-4E51-841BE408B5C6}"/>
              </a:ext>
            </a:extLst>
          </p:cNvPr>
          <p:cNvSpPr>
            <a:spLocks noGrp="1" noChangeArrowheads="1"/>
          </p:cNvSpPr>
          <p:nvPr>
            <p:ph type="title"/>
          </p:nvPr>
        </p:nvSpPr>
        <p:spPr/>
        <p:txBody>
          <a:bodyPr/>
          <a:lstStyle/>
          <a:p>
            <a:r>
              <a:rPr lang="en-US" altLang="en-US"/>
              <a:t>Boolean Algebra</a:t>
            </a:r>
          </a:p>
        </p:txBody>
      </p:sp>
      <p:sp>
        <p:nvSpPr>
          <p:cNvPr id="20483" name="Content Placeholder 1">
            <a:extLst>
              <a:ext uri="{FF2B5EF4-FFF2-40B4-BE49-F238E27FC236}">
                <a16:creationId xmlns:a16="http://schemas.microsoft.com/office/drawing/2014/main" id="{8F839C42-5A45-FC79-E3FB-48007A329F00}"/>
              </a:ext>
            </a:extLst>
          </p:cNvPr>
          <p:cNvSpPr>
            <a:spLocks noGrp="1" noChangeArrowheads="1"/>
          </p:cNvSpPr>
          <p:nvPr>
            <p:ph idx="1"/>
          </p:nvPr>
        </p:nvSpPr>
        <p:spPr/>
        <p:txBody>
          <a:bodyPr/>
          <a:lstStyle/>
          <a:p>
            <a:pPr marL="365125" indent="-255588"/>
            <a:r>
              <a:rPr lang="en-US" altLang="en-US" dirty="0"/>
              <a:t>Basic logical </a:t>
            </a:r>
            <a:r>
              <a:rPr lang="en-US" altLang="en-US" sz="3600" b="1" dirty="0">
                <a:solidFill>
                  <a:srgbClr val="92D050"/>
                </a:solidFill>
              </a:rPr>
              <a:t>operations</a:t>
            </a:r>
            <a:r>
              <a:rPr lang="en-US" altLang="en-US" dirty="0"/>
              <a:t> – </a:t>
            </a:r>
            <a:r>
              <a:rPr lang="en-US" altLang="en-US" sz="3600" b="1" dirty="0">
                <a:solidFill>
                  <a:srgbClr val="FF0000"/>
                </a:solidFill>
              </a:rPr>
              <a:t>AND</a:t>
            </a:r>
            <a:r>
              <a:rPr lang="en-US" altLang="en-US" dirty="0"/>
              <a:t>, </a:t>
            </a:r>
            <a:r>
              <a:rPr lang="en-US" altLang="en-US" sz="3600" b="1" dirty="0">
                <a:solidFill>
                  <a:srgbClr val="00B0F0"/>
                </a:solidFill>
              </a:rPr>
              <a:t>OR</a:t>
            </a:r>
            <a:r>
              <a:rPr lang="en-US" altLang="en-US" dirty="0"/>
              <a:t>, and </a:t>
            </a:r>
            <a:r>
              <a:rPr lang="en-US" altLang="en-US" sz="3600" b="1" dirty="0">
                <a:solidFill>
                  <a:srgbClr val="FFC000"/>
                </a:solidFill>
              </a:rPr>
              <a:t>NOT</a:t>
            </a:r>
            <a:endParaRPr lang="en-US" altLang="en-US" b="1" dirty="0">
              <a:solidFill>
                <a:srgbClr val="FFC000"/>
              </a:solidFill>
            </a:endParaRPr>
          </a:p>
          <a:p>
            <a:pPr marL="620713" lvl="1" indent="-228600"/>
            <a:r>
              <a:rPr lang="en-US" altLang="en-US" dirty="0"/>
              <a:t>represented as </a:t>
            </a:r>
            <a:r>
              <a:rPr lang="en-US" altLang="en-US" i="1" dirty="0"/>
              <a:t>dot</a:t>
            </a:r>
            <a:r>
              <a:rPr lang="en-US" altLang="en-US" dirty="0"/>
              <a:t>, </a:t>
            </a:r>
            <a:r>
              <a:rPr lang="en-US" altLang="en-US" i="1" dirty="0"/>
              <a:t>plus sign </a:t>
            </a:r>
            <a:r>
              <a:rPr lang="en-US" altLang="en-US" dirty="0"/>
              <a:t>and </a:t>
            </a:r>
            <a:r>
              <a:rPr lang="en-US" altLang="en-US" i="1" dirty="0"/>
              <a:t>overbar</a:t>
            </a:r>
          </a:p>
          <a:p>
            <a:pPr marL="365125" indent="-255588"/>
            <a:endParaRPr lang="en-US" altLang="en-US" dirty="0"/>
          </a:p>
        </p:txBody>
      </p:sp>
      <p:pic>
        <p:nvPicPr>
          <p:cNvPr id="3" name="Picture 2">
            <a:extLst>
              <a:ext uri="{FF2B5EF4-FFF2-40B4-BE49-F238E27FC236}">
                <a16:creationId xmlns:a16="http://schemas.microsoft.com/office/drawing/2014/main" id="{2A7EA0DF-86CE-0F37-AA96-A575EF3087A2}"/>
              </a:ext>
            </a:extLst>
          </p:cNvPr>
          <p:cNvPicPr>
            <a:picLocks noChangeAspect="1"/>
          </p:cNvPicPr>
          <p:nvPr/>
        </p:nvPicPr>
        <p:blipFill>
          <a:blip r:embed="rId2"/>
          <a:stretch>
            <a:fillRect/>
          </a:stretch>
        </p:blipFill>
        <p:spPr>
          <a:xfrm>
            <a:off x="1835696" y="2780928"/>
            <a:ext cx="5106384" cy="2808511"/>
          </a:xfrm>
          <a:prstGeom prst="rect">
            <a:avLst/>
          </a:prstGeom>
        </p:spPr>
      </p:pic>
      <p:sp>
        <p:nvSpPr>
          <p:cNvPr id="2" name="Slide Number Placeholder 1">
            <a:extLst>
              <a:ext uri="{FF2B5EF4-FFF2-40B4-BE49-F238E27FC236}">
                <a16:creationId xmlns:a16="http://schemas.microsoft.com/office/drawing/2014/main" id="{EAB468DF-19E5-B93C-0BA0-84C16B6E04DD}"/>
              </a:ext>
            </a:extLst>
          </p:cNvPr>
          <p:cNvSpPr>
            <a:spLocks noGrp="1"/>
          </p:cNvSpPr>
          <p:nvPr>
            <p:ph type="sldNum" sz="quarter" idx="12"/>
          </p:nvPr>
        </p:nvSpPr>
        <p:spPr/>
        <p:txBody>
          <a:bodyPr/>
          <a:lstStyle/>
          <a:p>
            <a:pPr>
              <a:defRPr/>
            </a:pPr>
            <a:fld id="{28588503-611C-4314-9367-E0668E948370}" type="slidenum">
              <a:rPr lang="en-US" altLang="en-US" smtClean="0"/>
              <a:pPr>
                <a:defRPr/>
              </a:pPr>
              <a:t>7</a:t>
            </a:fld>
            <a:endParaRPr lang="en-US" alt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5AFD88A6-0D16-CB94-C386-F72A846E9A44}"/>
              </a:ext>
            </a:extLst>
          </p:cNvPr>
          <p:cNvSpPr>
            <a:spLocks noGrp="1" noChangeArrowheads="1"/>
          </p:cNvSpPr>
          <p:nvPr>
            <p:ph type="title"/>
          </p:nvPr>
        </p:nvSpPr>
        <p:spPr/>
        <p:txBody>
          <a:bodyPr/>
          <a:lstStyle/>
          <a:p>
            <a:r>
              <a:rPr lang="en-US" altLang="en-US"/>
              <a:t>Basic Operations</a:t>
            </a:r>
          </a:p>
        </p:txBody>
      </p:sp>
      <p:grpSp>
        <p:nvGrpSpPr>
          <p:cNvPr id="4" name="Group 3">
            <a:extLst>
              <a:ext uri="{FF2B5EF4-FFF2-40B4-BE49-F238E27FC236}">
                <a16:creationId xmlns:a16="http://schemas.microsoft.com/office/drawing/2014/main" id="{EBE05013-85AB-7519-1817-4F2B5D625CF0}"/>
              </a:ext>
            </a:extLst>
          </p:cNvPr>
          <p:cNvGrpSpPr/>
          <p:nvPr/>
        </p:nvGrpSpPr>
        <p:grpSpPr>
          <a:xfrm>
            <a:off x="990296" y="1483084"/>
            <a:ext cx="1800200" cy="2954028"/>
            <a:chOff x="990296" y="1483084"/>
            <a:chExt cx="1800200" cy="2954028"/>
          </a:xfrm>
        </p:grpSpPr>
        <p:sp>
          <p:nvSpPr>
            <p:cNvPr id="2" name="Rectangle 1">
              <a:extLst>
                <a:ext uri="{FF2B5EF4-FFF2-40B4-BE49-F238E27FC236}">
                  <a16:creationId xmlns:a16="http://schemas.microsoft.com/office/drawing/2014/main" id="{45B5AE7F-BEC8-56E7-BE09-DCF961986352}"/>
                </a:ext>
              </a:extLst>
            </p:cNvPr>
            <p:cNvSpPr/>
            <p:nvPr/>
          </p:nvSpPr>
          <p:spPr>
            <a:xfrm>
              <a:off x="990296" y="1916832"/>
              <a:ext cx="1800200" cy="2520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True if both operands are TRUE</a:t>
              </a:r>
            </a:p>
          </p:txBody>
        </p:sp>
        <p:sp>
          <p:nvSpPr>
            <p:cNvPr id="3" name="Rectangle 2">
              <a:extLst>
                <a:ext uri="{FF2B5EF4-FFF2-40B4-BE49-F238E27FC236}">
                  <a16:creationId xmlns:a16="http://schemas.microsoft.com/office/drawing/2014/main" id="{F384D83C-FD19-474E-C89A-04EAFA724C7A}"/>
                </a:ext>
              </a:extLst>
            </p:cNvPr>
            <p:cNvSpPr/>
            <p:nvPr/>
          </p:nvSpPr>
          <p:spPr>
            <a:xfrm>
              <a:off x="990296" y="1483084"/>
              <a:ext cx="1800200" cy="3516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AND</a:t>
              </a:r>
            </a:p>
          </p:txBody>
        </p:sp>
      </p:grpSp>
      <p:grpSp>
        <p:nvGrpSpPr>
          <p:cNvPr id="5" name="Group 4">
            <a:extLst>
              <a:ext uri="{FF2B5EF4-FFF2-40B4-BE49-F238E27FC236}">
                <a16:creationId xmlns:a16="http://schemas.microsoft.com/office/drawing/2014/main" id="{8F5A4753-9EDD-4CBA-9068-C5A612D3DA9D}"/>
              </a:ext>
            </a:extLst>
          </p:cNvPr>
          <p:cNvGrpSpPr/>
          <p:nvPr/>
        </p:nvGrpSpPr>
        <p:grpSpPr>
          <a:xfrm>
            <a:off x="3671900" y="1494778"/>
            <a:ext cx="1800200" cy="2954028"/>
            <a:chOff x="990296" y="1483084"/>
            <a:chExt cx="1800200" cy="2954028"/>
          </a:xfrm>
        </p:grpSpPr>
        <p:sp>
          <p:nvSpPr>
            <p:cNvPr id="6" name="Rectangle 5">
              <a:extLst>
                <a:ext uri="{FF2B5EF4-FFF2-40B4-BE49-F238E27FC236}">
                  <a16:creationId xmlns:a16="http://schemas.microsoft.com/office/drawing/2014/main" id="{167D63A6-5761-808E-B5BB-84B75B484B41}"/>
                </a:ext>
              </a:extLst>
            </p:cNvPr>
            <p:cNvSpPr/>
            <p:nvPr/>
          </p:nvSpPr>
          <p:spPr>
            <a:xfrm>
              <a:off x="990296" y="1916832"/>
              <a:ext cx="1800200" cy="2520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True if either operands is TRUE</a:t>
              </a:r>
            </a:p>
          </p:txBody>
        </p:sp>
        <p:sp>
          <p:nvSpPr>
            <p:cNvPr id="7" name="Rectangle 6">
              <a:extLst>
                <a:ext uri="{FF2B5EF4-FFF2-40B4-BE49-F238E27FC236}">
                  <a16:creationId xmlns:a16="http://schemas.microsoft.com/office/drawing/2014/main" id="{B5B08879-4C17-CEF3-220B-14F0D768B934}"/>
                </a:ext>
              </a:extLst>
            </p:cNvPr>
            <p:cNvSpPr/>
            <p:nvPr/>
          </p:nvSpPr>
          <p:spPr>
            <a:xfrm>
              <a:off x="990296" y="1483084"/>
              <a:ext cx="1800200" cy="3516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OR</a:t>
              </a:r>
            </a:p>
          </p:txBody>
        </p:sp>
      </p:grpSp>
      <p:grpSp>
        <p:nvGrpSpPr>
          <p:cNvPr id="8" name="Group 7">
            <a:extLst>
              <a:ext uri="{FF2B5EF4-FFF2-40B4-BE49-F238E27FC236}">
                <a16:creationId xmlns:a16="http://schemas.microsoft.com/office/drawing/2014/main" id="{2D8E981C-D58A-13A1-6BA5-474C300A14A2}"/>
              </a:ext>
            </a:extLst>
          </p:cNvPr>
          <p:cNvGrpSpPr/>
          <p:nvPr/>
        </p:nvGrpSpPr>
        <p:grpSpPr>
          <a:xfrm>
            <a:off x="6353504" y="1493634"/>
            <a:ext cx="1800200" cy="2954028"/>
            <a:chOff x="990296" y="1483084"/>
            <a:chExt cx="1800200" cy="2954028"/>
          </a:xfrm>
        </p:grpSpPr>
        <p:sp>
          <p:nvSpPr>
            <p:cNvPr id="9" name="Rectangle 8">
              <a:extLst>
                <a:ext uri="{FF2B5EF4-FFF2-40B4-BE49-F238E27FC236}">
                  <a16:creationId xmlns:a16="http://schemas.microsoft.com/office/drawing/2014/main" id="{53AB59CB-222E-46A0-0BF7-898108D54F84}"/>
                </a:ext>
              </a:extLst>
            </p:cNvPr>
            <p:cNvSpPr/>
            <p:nvPr/>
          </p:nvSpPr>
          <p:spPr>
            <a:xfrm>
              <a:off x="990296" y="1916832"/>
              <a:ext cx="1800200" cy="2520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Inverts its operand</a:t>
              </a:r>
            </a:p>
          </p:txBody>
        </p:sp>
        <p:sp>
          <p:nvSpPr>
            <p:cNvPr id="10" name="Rectangle 9">
              <a:extLst>
                <a:ext uri="{FF2B5EF4-FFF2-40B4-BE49-F238E27FC236}">
                  <a16:creationId xmlns:a16="http://schemas.microsoft.com/office/drawing/2014/main" id="{A090031B-3231-7E82-7B39-FDC7A06AE8B1}"/>
                </a:ext>
              </a:extLst>
            </p:cNvPr>
            <p:cNvSpPr/>
            <p:nvPr/>
          </p:nvSpPr>
          <p:spPr>
            <a:xfrm>
              <a:off x="990296" y="1483084"/>
              <a:ext cx="1800200" cy="3516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NOT</a:t>
              </a:r>
            </a:p>
          </p:txBody>
        </p:sp>
      </p:grpSp>
      <p:pic>
        <p:nvPicPr>
          <p:cNvPr id="14" name="Picture 13">
            <a:extLst>
              <a:ext uri="{FF2B5EF4-FFF2-40B4-BE49-F238E27FC236}">
                <a16:creationId xmlns:a16="http://schemas.microsoft.com/office/drawing/2014/main" id="{E6EFBE45-31C9-23D5-CD00-C619EFDB6885}"/>
              </a:ext>
            </a:extLst>
          </p:cNvPr>
          <p:cNvPicPr>
            <a:picLocks noChangeAspect="1"/>
          </p:cNvPicPr>
          <p:nvPr/>
        </p:nvPicPr>
        <p:blipFill rotWithShape="1">
          <a:blip r:embed="rId2"/>
          <a:srcRect l="5458" t="35691" r="7208"/>
          <a:stretch/>
        </p:blipFill>
        <p:spPr>
          <a:xfrm>
            <a:off x="2411760" y="4863563"/>
            <a:ext cx="4608512" cy="864096"/>
          </a:xfrm>
          <a:prstGeom prst="rect">
            <a:avLst/>
          </a:prstGeom>
        </p:spPr>
      </p:pic>
      <p:sp>
        <p:nvSpPr>
          <p:cNvPr id="15" name="TextBox 14">
            <a:extLst>
              <a:ext uri="{FF2B5EF4-FFF2-40B4-BE49-F238E27FC236}">
                <a16:creationId xmlns:a16="http://schemas.microsoft.com/office/drawing/2014/main" id="{CCE57669-8E12-4C71-6DB3-C55C6D0FEC82}"/>
              </a:ext>
            </a:extLst>
          </p:cNvPr>
          <p:cNvSpPr txBox="1"/>
          <p:nvPr/>
        </p:nvSpPr>
        <p:spPr>
          <a:xfrm>
            <a:off x="2532204" y="5800167"/>
            <a:ext cx="4752648" cy="707886"/>
          </a:xfrm>
          <a:prstGeom prst="rect">
            <a:avLst/>
          </a:prstGeom>
          <a:noFill/>
        </p:spPr>
        <p:txBody>
          <a:bodyPr wrap="none" rtlCol="0">
            <a:spAutoFit/>
          </a:bodyPr>
          <a:lstStyle/>
          <a:p>
            <a:r>
              <a:rPr lang="en-MY" dirty="0"/>
              <a:t>D = 1 if A is 1 or if both B =0 and C = 1</a:t>
            </a:r>
          </a:p>
          <a:p>
            <a:r>
              <a:rPr lang="en-MY" dirty="0"/>
              <a:t>Otherwise, D = 0. </a:t>
            </a:r>
          </a:p>
        </p:txBody>
      </p:sp>
      <p:grpSp>
        <p:nvGrpSpPr>
          <p:cNvPr id="21" name="Group 20">
            <a:extLst>
              <a:ext uri="{FF2B5EF4-FFF2-40B4-BE49-F238E27FC236}">
                <a16:creationId xmlns:a16="http://schemas.microsoft.com/office/drawing/2014/main" id="{1D167DDC-DC8C-29C4-5473-CC37541E1978}"/>
              </a:ext>
            </a:extLst>
          </p:cNvPr>
          <p:cNvGrpSpPr/>
          <p:nvPr/>
        </p:nvGrpSpPr>
        <p:grpSpPr>
          <a:xfrm>
            <a:off x="990296" y="3421449"/>
            <a:ext cx="1800200" cy="1015663"/>
            <a:chOff x="477743" y="5373216"/>
            <a:chExt cx="1800200" cy="1015663"/>
          </a:xfrm>
        </p:grpSpPr>
        <p:sp>
          <p:nvSpPr>
            <p:cNvPr id="20" name="Rectangle 19">
              <a:extLst>
                <a:ext uri="{FF2B5EF4-FFF2-40B4-BE49-F238E27FC236}">
                  <a16:creationId xmlns:a16="http://schemas.microsoft.com/office/drawing/2014/main" id="{33901393-7C27-6856-36C4-B5864E41E835}"/>
                </a:ext>
              </a:extLst>
            </p:cNvPr>
            <p:cNvSpPr/>
            <p:nvPr/>
          </p:nvSpPr>
          <p:spPr>
            <a:xfrm>
              <a:off x="477743" y="5978281"/>
              <a:ext cx="1800200" cy="3516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AND</a:t>
              </a:r>
            </a:p>
          </p:txBody>
        </p:sp>
        <p:sp>
          <p:nvSpPr>
            <p:cNvPr id="19" name="TextBox 18">
              <a:extLst>
                <a:ext uri="{FF2B5EF4-FFF2-40B4-BE49-F238E27FC236}">
                  <a16:creationId xmlns:a16="http://schemas.microsoft.com/office/drawing/2014/main" id="{D08370DE-F03B-9854-7191-ACB369D38121}"/>
                </a:ext>
              </a:extLst>
            </p:cNvPr>
            <p:cNvSpPr txBox="1"/>
            <p:nvPr/>
          </p:nvSpPr>
          <p:spPr>
            <a:xfrm>
              <a:off x="1169292" y="5373216"/>
              <a:ext cx="417102" cy="1015663"/>
            </a:xfrm>
            <a:prstGeom prst="rect">
              <a:avLst/>
            </a:prstGeom>
            <a:noFill/>
          </p:spPr>
          <p:txBody>
            <a:bodyPr wrap="none" rtlCol="0">
              <a:spAutoFit/>
            </a:bodyPr>
            <a:lstStyle/>
            <a:p>
              <a:r>
                <a:rPr lang="en-MY" sz="6000" dirty="0"/>
                <a:t>.</a:t>
              </a:r>
            </a:p>
          </p:txBody>
        </p:sp>
      </p:grpSp>
      <p:grpSp>
        <p:nvGrpSpPr>
          <p:cNvPr id="22" name="Group 21">
            <a:extLst>
              <a:ext uri="{FF2B5EF4-FFF2-40B4-BE49-F238E27FC236}">
                <a16:creationId xmlns:a16="http://schemas.microsoft.com/office/drawing/2014/main" id="{B2F32AAC-8D14-4C3B-4AEC-9B8B7BC59511}"/>
              </a:ext>
            </a:extLst>
          </p:cNvPr>
          <p:cNvGrpSpPr/>
          <p:nvPr/>
        </p:nvGrpSpPr>
        <p:grpSpPr>
          <a:xfrm>
            <a:off x="3671900" y="3838729"/>
            <a:ext cx="1800200" cy="646331"/>
            <a:chOff x="477743" y="5773259"/>
            <a:chExt cx="1800200" cy="646331"/>
          </a:xfrm>
        </p:grpSpPr>
        <p:sp>
          <p:nvSpPr>
            <p:cNvPr id="23" name="Rectangle 22">
              <a:extLst>
                <a:ext uri="{FF2B5EF4-FFF2-40B4-BE49-F238E27FC236}">
                  <a16:creationId xmlns:a16="http://schemas.microsoft.com/office/drawing/2014/main" id="{90599C2E-9718-3AE9-91CE-E8FDD831E1D2}"/>
                </a:ext>
              </a:extLst>
            </p:cNvPr>
            <p:cNvSpPr/>
            <p:nvPr/>
          </p:nvSpPr>
          <p:spPr>
            <a:xfrm>
              <a:off x="477743" y="5978281"/>
              <a:ext cx="1800200" cy="3516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AND</a:t>
              </a:r>
            </a:p>
          </p:txBody>
        </p:sp>
        <p:sp>
          <p:nvSpPr>
            <p:cNvPr id="24" name="TextBox 23">
              <a:extLst>
                <a:ext uri="{FF2B5EF4-FFF2-40B4-BE49-F238E27FC236}">
                  <a16:creationId xmlns:a16="http://schemas.microsoft.com/office/drawing/2014/main" id="{2CADC04F-4C91-5AC0-3EC8-EBC3B02A0D2A}"/>
                </a:ext>
              </a:extLst>
            </p:cNvPr>
            <p:cNvSpPr txBox="1"/>
            <p:nvPr/>
          </p:nvSpPr>
          <p:spPr>
            <a:xfrm>
              <a:off x="1117194" y="5773259"/>
              <a:ext cx="521297" cy="646331"/>
            </a:xfrm>
            <a:prstGeom prst="rect">
              <a:avLst/>
            </a:prstGeom>
            <a:noFill/>
          </p:spPr>
          <p:txBody>
            <a:bodyPr wrap="none" rtlCol="0">
              <a:spAutoFit/>
            </a:bodyPr>
            <a:lstStyle/>
            <a:p>
              <a:r>
                <a:rPr lang="en-MY" sz="3600" dirty="0"/>
                <a:t>+</a:t>
              </a:r>
            </a:p>
          </p:txBody>
        </p:sp>
      </p:grpSp>
      <p:grpSp>
        <p:nvGrpSpPr>
          <p:cNvPr id="25" name="Group 24">
            <a:extLst>
              <a:ext uri="{FF2B5EF4-FFF2-40B4-BE49-F238E27FC236}">
                <a16:creationId xmlns:a16="http://schemas.microsoft.com/office/drawing/2014/main" id="{E583ED41-700B-65EA-7BD4-60DAC7B7B08F}"/>
              </a:ext>
            </a:extLst>
          </p:cNvPr>
          <p:cNvGrpSpPr/>
          <p:nvPr/>
        </p:nvGrpSpPr>
        <p:grpSpPr>
          <a:xfrm>
            <a:off x="6353504" y="3565465"/>
            <a:ext cx="1800200" cy="1015663"/>
            <a:chOff x="477743" y="5509681"/>
            <a:chExt cx="1800200" cy="1015663"/>
          </a:xfrm>
        </p:grpSpPr>
        <p:sp>
          <p:nvSpPr>
            <p:cNvPr id="26" name="Rectangle 25">
              <a:extLst>
                <a:ext uri="{FF2B5EF4-FFF2-40B4-BE49-F238E27FC236}">
                  <a16:creationId xmlns:a16="http://schemas.microsoft.com/office/drawing/2014/main" id="{DB72370C-0FCE-26DC-3FC2-F021304121D5}"/>
                </a:ext>
              </a:extLst>
            </p:cNvPr>
            <p:cNvSpPr/>
            <p:nvPr/>
          </p:nvSpPr>
          <p:spPr>
            <a:xfrm>
              <a:off x="477743" y="5978281"/>
              <a:ext cx="1800200" cy="3516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AND</a:t>
              </a:r>
            </a:p>
          </p:txBody>
        </p:sp>
        <p:sp>
          <p:nvSpPr>
            <p:cNvPr id="27" name="TextBox 26">
              <a:extLst>
                <a:ext uri="{FF2B5EF4-FFF2-40B4-BE49-F238E27FC236}">
                  <a16:creationId xmlns:a16="http://schemas.microsoft.com/office/drawing/2014/main" id="{4DE4D213-61A0-3AC0-30C4-6904DED7DC23}"/>
                </a:ext>
              </a:extLst>
            </p:cNvPr>
            <p:cNvSpPr txBox="1"/>
            <p:nvPr/>
          </p:nvSpPr>
          <p:spPr>
            <a:xfrm>
              <a:off x="1169292" y="5509681"/>
              <a:ext cx="463588" cy="1015663"/>
            </a:xfrm>
            <a:prstGeom prst="rect">
              <a:avLst/>
            </a:prstGeom>
            <a:noFill/>
          </p:spPr>
          <p:txBody>
            <a:bodyPr wrap="none" rtlCol="0">
              <a:spAutoFit/>
            </a:bodyPr>
            <a:lstStyle/>
            <a:p>
              <a:r>
                <a:rPr lang="en-MY" sz="6000" dirty="0"/>
                <a:t>-</a:t>
              </a:r>
            </a:p>
          </p:txBody>
        </p:sp>
      </p:grpSp>
      <p:sp>
        <p:nvSpPr>
          <p:cNvPr id="11" name="Slide Number Placeholder 10">
            <a:extLst>
              <a:ext uri="{FF2B5EF4-FFF2-40B4-BE49-F238E27FC236}">
                <a16:creationId xmlns:a16="http://schemas.microsoft.com/office/drawing/2014/main" id="{E6E77D4F-B491-ABA0-DD57-4AC8771D0341}"/>
              </a:ext>
            </a:extLst>
          </p:cNvPr>
          <p:cNvSpPr>
            <a:spLocks noGrp="1"/>
          </p:cNvSpPr>
          <p:nvPr>
            <p:ph type="sldNum" sz="quarter" idx="12"/>
          </p:nvPr>
        </p:nvSpPr>
        <p:spPr/>
        <p:txBody>
          <a:bodyPr/>
          <a:lstStyle/>
          <a:p>
            <a:pPr>
              <a:defRPr/>
            </a:pPr>
            <a:fld id="{28588503-611C-4314-9367-E0668E948370}" type="slidenum">
              <a:rPr lang="en-US" altLang="en-US" smtClean="0"/>
              <a:pPr>
                <a:defRPr/>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F24BBBE-1F85-29B7-C9FE-6C1AA49816A1}"/>
              </a:ext>
            </a:extLst>
          </p:cNvPr>
          <p:cNvSpPr>
            <a:spLocks noGrp="1" noChangeArrowheads="1"/>
          </p:cNvSpPr>
          <p:nvPr>
            <p:ph type="title"/>
          </p:nvPr>
        </p:nvSpPr>
        <p:spPr/>
        <p:txBody>
          <a:bodyPr/>
          <a:lstStyle/>
          <a:p>
            <a:r>
              <a:rPr lang="en-US" altLang="en-US" dirty="0"/>
              <a:t>Other Operations</a:t>
            </a:r>
          </a:p>
        </p:txBody>
      </p:sp>
      <p:grpSp>
        <p:nvGrpSpPr>
          <p:cNvPr id="2" name="Group 1">
            <a:extLst>
              <a:ext uri="{FF2B5EF4-FFF2-40B4-BE49-F238E27FC236}">
                <a16:creationId xmlns:a16="http://schemas.microsoft.com/office/drawing/2014/main" id="{0F353BE3-98EB-6F93-4771-EDC558AA080A}"/>
              </a:ext>
            </a:extLst>
          </p:cNvPr>
          <p:cNvGrpSpPr/>
          <p:nvPr/>
        </p:nvGrpSpPr>
        <p:grpSpPr>
          <a:xfrm>
            <a:off x="990296" y="1483084"/>
            <a:ext cx="1800200" cy="2954028"/>
            <a:chOff x="990296" y="1483084"/>
            <a:chExt cx="1800200" cy="2954028"/>
          </a:xfrm>
        </p:grpSpPr>
        <p:sp>
          <p:nvSpPr>
            <p:cNvPr id="3" name="Rectangle 2">
              <a:extLst>
                <a:ext uri="{FF2B5EF4-FFF2-40B4-BE49-F238E27FC236}">
                  <a16:creationId xmlns:a16="http://schemas.microsoft.com/office/drawing/2014/main" id="{29A42EC3-9878-528E-A38E-7B342CE4B0D2}"/>
                </a:ext>
              </a:extLst>
            </p:cNvPr>
            <p:cNvSpPr/>
            <p:nvPr/>
          </p:nvSpPr>
          <p:spPr>
            <a:xfrm>
              <a:off x="990296" y="1916832"/>
              <a:ext cx="1800200" cy="2520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True if and only if exactly one operand has value 1</a:t>
              </a:r>
            </a:p>
          </p:txBody>
        </p:sp>
        <p:sp>
          <p:nvSpPr>
            <p:cNvPr id="4" name="Rectangle 3">
              <a:extLst>
                <a:ext uri="{FF2B5EF4-FFF2-40B4-BE49-F238E27FC236}">
                  <a16:creationId xmlns:a16="http://schemas.microsoft.com/office/drawing/2014/main" id="{295FA961-FC3F-2DDB-EE47-523D0CD46A63}"/>
                </a:ext>
              </a:extLst>
            </p:cNvPr>
            <p:cNvSpPr/>
            <p:nvPr/>
          </p:nvSpPr>
          <p:spPr>
            <a:xfrm>
              <a:off x="990296" y="1483084"/>
              <a:ext cx="1800200" cy="3516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XOR</a:t>
              </a:r>
            </a:p>
          </p:txBody>
        </p:sp>
      </p:grpSp>
      <p:grpSp>
        <p:nvGrpSpPr>
          <p:cNvPr id="5" name="Group 4">
            <a:extLst>
              <a:ext uri="{FF2B5EF4-FFF2-40B4-BE49-F238E27FC236}">
                <a16:creationId xmlns:a16="http://schemas.microsoft.com/office/drawing/2014/main" id="{F8570AD7-CA2D-EA19-7766-F2CF4D758731}"/>
              </a:ext>
            </a:extLst>
          </p:cNvPr>
          <p:cNvGrpSpPr/>
          <p:nvPr/>
        </p:nvGrpSpPr>
        <p:grpSpPr>
          <a:xfrm>
            <a:off x="3671900" y="1494778"/>
            <a:ext cx="1800200" cy="2954028"/>
            <a:chOff x="990296" y="1483084"/>
            <a:chExt cx="1800200" cy="2954028"/>
          </a:xfrm>
        </p:grpSpPr>
        <p:sp>
          <p:nvSpPr>
            <p:cNvPr id="6" name="Rectangle 5">
              <a:extLst>
                <a:ext uri="{FF2B5EF4-FFF2-40B4-BE49-F238E27FC236}">
                  <a16:creationId xmlns:a16="http://schemas.microsoft.com/office/drawing/2014/main" id="{B85109EE-2FE2-CD46-1BAA-0767FC9FCC2E}"/>
                </a:ext>
              </a:extLst>
            </p:cNvPr>
            <p:cNvSpPr/>
            <p:nvPr/>
          </p:nvSpPr>
          <p:spPr>
            <a:xfrm>
              <a:off x="990296" y="1916832"/>
              <a:ext cx="1800200" cy="2520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Complement (NOT) of the AND function</a:t>
              </a:r>
            </a:p>
          </p:txBody>
        </p:sp>
        <p:sp>
          <p:nvSpPr>
            <p:cNvPr id="7" name="Rectangle 6">
              <a:extLst>
                <a:ext uri="{FF2B5EF4-FFF2-40B4-BE49-F238E27FC236}">
                  <a16:creationId xmlns:a16="http://schemas.microsoft.com/office/drawing/2014/main" id="{F62B2E03-78C5-F2C9-81D8-1AEAC84F2E74}"/>
                </a:ext>
              </a:extLst>
            </p:cNvPr>
            <p:cNvSpPr/>
            <p:nvPr/>
          </p:nvSpPr>
          <p:spPr>
            <a:xfrm>
              <a:off x="990296" y="1483084"/>
              <a:ext cx="1800200" cy="3516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NAND</a:t>
              </a:r>
            </a:p>
          </p:txBody>
        </p:sp>
      </p:grpSp>
      <p:grpSp>
        <p:nvGrpSpPr>
          <p:cNvPr id="8" name="Group 7">
            <a:extLst>
              <a:ext uri="{FF2B5EF4-FFF2-40B4-BE49-F238E27FC236}">
                <a16:creationId xmlns:a16="http://schemas.microsoft.com/office/drawing/2014/main" id="{BFB360D6-D8B7-9A0B-941C-165A3EDDB08C}"/>
              </a:ext>
            </a:extLst>
          </p:cNvPr>
          <p:cNvGrpSpPr/>
          <p:nvPr/>
        </p:nvGrpSpPr>
        <p:grpSpPr>
          <a:xfrm>
            <a:off x="6353504" y="1493634"/>
            <a:ext cx="1800200" cy="2954028"/>
            <a:chOff x="990296" y="1483084"/>
            <a:chExt cx="1800200" cy="2954028"/>
          </a:xfrm>
        </p:grpSpPr>
        <p:sp>
          <p:nvSpPr>
            <p:cNvPr id="9" name="Rectangle 8">
              <a:extLst>
                <a:ext uri="{FF2B5EF4-FFF2-40B4-BE49-F238E27FC236}">
                  <a16:creationId xmlns:a16="http://schemas.microsoft.com/office/drawing/2014/main" id="{FB0ABCF6-F324-5815-549E-999DC62270CA}"/>
                </a:ext>
              </a:extLst>
            </p:cNvPr>
            <p:cNvSpPr/>
            <p:nvPr/>
          </p:nvSpPr>
          <p:spPr>
            <a:xfrm>
              <a:off x="990296" y="1916832"/>
              <a:ext cx="1800200" cy="2520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Complement (NOT) of the OR function</a:t>
              </a:r>
            </a:p>
          </p:txBody>
        </p:sp>
        <p:sp>
          <p:nvSpPr>
            <p:cNvPr id="10" name="Rectangle 9">
              <a:extLst>
                <a:ext uri="{FF2B5EF4-FFF2-40B4-BE49-F238E27FC236}">
                  <a16:creationId xmlns:a16="http://schemas.microsoft.com/office/drawing/2014/main" id="{6A91929B-CE37-BC92-4185-89F0F4E7AA46}"/>
                </a:ext>
              </a:extLst>
            </p:cNvPr>
            <p:cNvSpPr/>
            <p:nvPr/>
          </p:nvSpPr>
          <p:spPr>
            <a:xfrm>
              <a:off x="990296" y="1483084"/>
              <a:ext cx="1800200" cy="3516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NOR</a:t>
              </a:r>
            </a:p>
          </p:txBody>
        </p:sp>
      </p:grpSp>
      <p:pic>
        <p:nvPicPr>
          <p:cNvPr id="14" name="Picture 13">
            <a:extLst>
              <a:ext uri="{FF2B5EF4-FFF2-40B4-BE49-F238E27FC236}">
                <a16:creationId xmlns:a16="http://schemas.microsoft.com/office/drawing/2014/main" id="{462FA91C-4FB3-78A3-6410-FBB0E6C7E149}"/>
              </a:ext>
            </a:extLst>
          </p:cNvPr>
          <p:cNvPicPr>
            <a:picLocks noChangeAspect="1"/>
          </p:cNvPicPr>
          <p:nvPr/>
        </p:nvPicPr>
        <p:blipFill>
          <a:blip r:embed="rId2"/>
          <a:stretch>
            <a:fillRect/>
          </a:stretch>
        </p:blipFill>
        <p:spPr>
          <a:xfrm>
            <a:off x="1339534" y="4946292"/>
            <a:ext cx="6993747" cy="1498660"/>
          </a:xfrm>
          <a:prstGeom prst="rect">
            <a:avLst/>
          </a:prstGeom>
        </p:spPr>
      </p:pic>
      <p:sp>
        <p:nvSpPr>
          <p:cNvPr id="11" name="Slide Number Placeholder 10">
            <a:extLst>
              <a:ext uri="{FF2B5EF4-FFF2-40B4-BE49-F238E27FC236}">
                <a16:creationId xmlns:a16="http://schemas.microsoft.com/office/drawing/2014/main" id="{785ABF6C-58DF-DADC-7F51-004E0C2FA144}"/>
              </a:ext>
            </a:extLst>
          </p:cNvPr>
          <p:cNvSpPr>
            <a:spLocks noGrp="1"/>
          </p:cNvSpPr>
          <p:nvPr>
            <p:ph type="sldNum" sz="quarter" idx="12"/>
          </p:nvPr>
        </p:nvSpPr>
        <p:spPr/>
        <p:txBody>
          <a:bodyPr/>
          <a:lstStyle/>
          <a:p>
            <a:pPr>
              <a:defRPr/>
            </a:pPr>
            <a:fld id="{28588503-611C-4314-9367-E0668E948370}" type="slidenum">
              <a:rPr lang="en-US" altLang="en-US" smtClean="0"/>
              <a:pPr>
                <a:defRPr/>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46FE4AE6-373E-10C1-92BD-14AE0B1E0C95}"/>
              </a:ext>
            </a:extLst>
          </p:cNvPr>
          <p:cNvSpPr>
            <a:spLocks noGrp="1" noChangeArrowheads="1"/>
          </p:cNvSpPr>
          <p:nvPr>
            <p:ph type="title"/>
          </p:nvPr>
        </p:nvSpPr>
        <p:spPr/>
        <p:txBody>
          <a:bodyPr/>
          <a:lstStyle/>
          <a:p>
            <a:r>
              <a:rPr lang="en-US" altLang="en-US"/>
              <a:t>Truth Table</a:t>
            </a:r>
          </a:p>
        </p:txBody>
      </p:sp>
      <p:sp>
        <p:nvSpPr>
          <p:cNvPr id="23555" name="Content Placeholder 1">
            <a:extLst>
              <a:ext uri="{FF2B5EF4-FFF2-40B4-BE49-F238E27FC236}">
                <a16:creationId xmlns:a16="http://schemas.microsoft.com/office/drawing/2014/main" id="{24843540-7CC7-C847-8AB8-587C6A377A46}"/>
              </a:ext>
            </a:extLst>
          </p:cNvPr>
          <p:cNvSpPr>
            <a:spLocks noGrp="1" noChangeArrowheads="1"/>
          </p:cNvSpPr>
          <p:nvPr>
            <p:ph idx="1"/>
          </p:nvPr>
        </p:nvSpPr>
        <p:spPr>
          <a:xfrm>
            <a:off x="457200" y="1885950"/>
            <a:ext cx="8178800" cy="606946"/>
          </a:xfrm>
        </p:spPr>
        <p:txBody>
          <a:bodyPr/>
          <a:lstStyle/>
          <a:p>
            <a:pPr marL="365125" indent="-255588"/>
            <a:r>
              <a:rPr lang="en-US" altLang="en-US" dirty="0"/>
              <a:t>The resulting value of the operations for all possible values of the operands</a:t>
            </a:r>
          </a:p>
        </p:txBody>
      </p:sp>
      <p:pic>
        <p:nvPicPr>
          <p:cNvPr id="3" name="Picture 2">
            <a:extLst>
              <a:ext uri="{FF2B5EF4-FFF2-40B4-BE49-F238E27FC236}">
                <a16:creationId xmlns:a16="http://schemas.microsoft.com/office/drawing/2014/main" id="{B09E435C-7ED8-BBCA-93E9-E1FA45A09C14}"/>
              </a:ext>
            </a:extLst>
          </p:cNvPr>
          <p:cNvPicPr>
            <a:picLocks noChangeAspect="1"/>
          </p:cNvPicPr>
          <p:nvPr/>
        </p:nvPicPr>
        <p:blipFill rotWithShape="1">
          <a:blip r:embed="rId2"/>
          <a:srcRect t="6133" r="962" b="6604"/>
          <a:stretch/>
        </p:blipFill>
        <p:spPr>
          <a:xfrm>
            <a:off x="137991" y="2538215"/>
            <a:ext cx="8629392" cy="1903090"/>
          </a:xfrm>
          <a:prstGeom prst="rect">
            <a:avLst/>
          </a:prstGeom>
        </p:spPr>
      </p:pic>
      <p:pic>
        <p:nvPicPr>
          <p:cNvPr id="5" name="Picture 4">
            <a:extLst>
              <a:ext uri="{FF2B5EF4-FFF2-40B4-BE49-F238E27FC236}">
                <a16:creationId xmlns:a16="http://schemas.microsoft.com/office/drawing/2014/main" id="{7A4F62B6-65DC-30FA-A291-4E21F0855A32}"/>
              </a:ext>
            </a:extLst>
          </p:cNvPr>
          <p:cNvPicPr>
            <a:picLocks noChangeAspect="1"/>
          </p:cNvPicPr>
          <p:nvPr/>
        </p:nvPicPr>
        <p:blipFill rotWithShape="1">
          <a:blip r:embed="rId3"/>
          <a:srcRect t="6636"/>
          <a:stretch/>
        </p:blipFill>
        <p:spPr>
          <a:xfrm>
            <a:off x="457200" y="4725144"/>
            <a:ext cx="8077200" cy="1903090"/>
          </a:xfrm>
          <a:prstGeom prst="rect">
            <a:avLst/>
          </a:prstGeom>
        </p:spPr>
      </p:pic>
      <p:sp>
        <p:nvSpPr>
          <p:cNvPr id="2" name="Slide Number Placeholder 1">
            <a:extLst>
              <a:ext uri="{FF2B5EF4-FFF2-40B4-BE49-F238E27FC236}">
                <a16:creationId xmlns:a16="http://schemas.microsoft.com/office/drawing/2014/main" id="{8CBEC07F-DE1C-D4F7-E820-670F1FE3B919}"/>
              </a:ext>
            </a:extLst>
          </p:cNvPr>
          <p:cNvSpPr>
            <a:spLocks noGrp="1"/>
          </p:cNvSpPr>
          <p:nvPr>
            <p:ph type="sldNum" sz="quarter" idx="12"/>
          </p:nvPr>
        </p:nvSpPr>
        <p:spPr/>
        <p:txBody>
          <a:bodyPr/>
          <a:lstStyle/>
          <a:p>
            <a:pPr>
              <a:defRPr/>
            </a:pPr>
            <a:fld id="{28588503-611C-4314-9367-E0668E948370}" type="slidenum">
              <a:rPr lang="en-US" altLang="en-US" smtClean="0"/>
              <a:pPr>
                <a:defRPr/>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B9C69-08A0-D6A8-81A4-BD33611D5760}"/>
              </a:ext>
            </a:extLst>
          </p:cNvPr>
          <p:cNvSpPr>
            <a:spLocks noGrp="1"/>
          </p:cNvSpPr>
          <p:nvPr>
            <p:ph type="title"/>
          </p:nvPr>
        </p:nvSpPr>
        <p:spPr/>
        <p:txBody>
          <a:bodyPr/>
          <a:lstStyle/>
          <a:p>
            <a:r>
              <a:rPr lang="en-MY" dirty="0"/>
              <a:t>Boolean variables in circles </a:t>
            </a:r>
          </a:p>
        </p:txBody>
      </p:sp>
      <p:pic>
        <p:nvPicPr>
          <p:cNvPr id="5" name="Picture 4">
            <a:extLst>
              <a:ext uri="{FF2B5EF4-FFF2-40B4-BE49-F238E27FC236}">
                <a16:creationId xmlns:a16="http://schemas.microsoft.com/office/drawing/2014/main" id="{DB6A23EC-801B-614A-C851-270883367C1B}"/>
              </a:ext>
            </a:extLst>
          </p:cNvPr>
          <p:cNvPicPr>
            <a:picLocks noChangeAspect="1"/>
          </p:cNvPicPr>
          <p:nvPr/>
        </p:nvPicPr>
        <p:blipFill>
          <a:blip r:embed="rId2"/>
          <a:stretch>
            <a:fillRect/>
          </a:stretch>
        </p:blipFill>
        <p:spPr>
          <a:xfrm>
            <a:off x="478230" y="1628800"/>
            <a:ext cx="8187539" cy="4464496"/>
          </a:xfrm>
          <a:prstGeom prst="rect">
            <a:avLst/>
          </a:prstGeom>
        </p:spPr>
      </p:pic>
      <p:sp>
        <p:nvSpPr>
          <p:cNvPr id="3" name="Slide Number Placeholder 2">
            <a:extLst>
              <a:ext uri="{FF2B5EF4-FFF2-40B4-BE49-F238E27FC236}">
                <a16:creationId xmlns:a16="http://schemas.microsoft.com/office/drawing/2014/main" id="{51E863B3-1FAA-7AC5-673B-10B3AD94AA69}"/>
              </a:ext>
            </a:extLst>
          </p:cNvPr>
          <p:cNvSpPr>
            <a:spLocks noGrp="1"/>
          </p:cNvSpPr>
          <p:nvPr>
            <p:ph type="sldNum" sz="quarter" idx="12"/>
          </p:nvPr>
        </p:nvSpPr>
        <p:spPr/>
        <p:txBody>
          <a:bodyPr/>
          <a:lstStyle/>
          <a:p>
            <a:pPr>
              <a:defRPr/>
            </a:pPr>
            <a:fld id="{28588503-611C-4314-9367-E0668E948370}" type="slidenum">
              <a:rPr lang="en-US" altLang="en-US" smtClean="0"/>
              <a:pPr>
                <a:defRPr/>
              </a:pPr>
              <a:t>11</a:t>
            </a:fld>
            <a:endParaRPr lang="en-US" altLang="en-US"/>
          </a:p>
        </p:txBody>
      </p:sp>
    </p:spTree>
    <p:extLst>
      <p:ext uri="{BB962C8B-B14F-4D97-AF65-F5344CB8AC3E}">
        <p14:creationId xmlns:p14="http://schemas.microsoft.com/office/powerpoint/2010/main" val="3448930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C94C75E-CE8C-561B-60E6-E96696D82EE8}"/>
              </a:ext>
            </a:extLst>
          </p:cNvPr>
          <p:cNvSpPr>
            <a:spLocks noGrp="1" noChangeArrowheads="1"/>
          </p:cNvSpPr>
          <p:nvPr>
            <p:ph type="title"/>
          </p:nvPr>
        </p:nvSpPr>
        <p:spPr/>
        <p:txBody>
          <a:bodyPr/>
          <a:lstStyle/>
          <a:p>
            <a:r>
              <a:rPr lang="en-US" altLang="en-US"/>
              <a:t>Basic Identities</a:t>
            </a:r>
          </a:p>
        </p:txBody>
      </p:sp>
      <p:graphicFrame>
        <p:nvGraphicFramePr>
          <p:cNvPr id="2" name="Table 1">
            <a:extLst>
              <a:ext uri="{FF2B5EF4-FFF2-40B4-BE49-F238E27FC236}">
                <a16:creationId xmlns:a16="http://schemas.microsoft.com/office/drawing/2014/main" id="{E9993C0F-AE46-2674-88EA-98EE68F56671}"/>
              </a:ext>
            </a:extLst>
          </p:cNvPr>
          <p:cNvGraphicFramePr>
            <a:graphicFrameLocks noGrp="1"/>
          </p:cNvGraphicFramePr>
          <p:nvPr>
            <p:extLst>
              <p:ext uri="{D42A27DB-BD31-4B8C-83A1-F6EECF244321}">
                <p14:modId xmlns:p14="http://schemas.microsoft.com/office/powerpoint/2010/main" val="4001019183"/>
              </p:ext>
            </p:extLst>
          </p:nvPr>
        </p:nvGraphicFramePr>
        <p:xfrm>
          <a:off x="539551" y="2065248"/>
          <a:ext cx="7848873" cy="2961640"/>
        </p:xfrm>
        <a:graphic>
          <a:graphicData uri="http://schemas.openxmlformats.org/drawingml/2006/table">
            <a:tbl>
              <a:tblPr firstRow="1" bandRow="1">
                <a:tableStyleId>{5940675A-B579-460E-94D1-54222C63F5DA}</a:tableStyleId>
              </a:tblPr>
              <a:tblGrid>
                <a:gridCol w="2292149">
                  <a:extLst>
                    <a:ext uri="{9D8B030D-6E8A-4147-A177-3AD203B41FA5}">
                      <a16:colId xmlns:a16="http://schemas.microsoft.com/office/drawing/2014/main" val="1169434100"/>
                    </a:ext>
                  </a:extLst>
                </a:gridCol>
                <a:gridCol w="2778362">
                  <a:extLst>
                    <a:ext uri="{9D8B030D-6E8A-4147-A177-3AD203B41FA5}">
                      <a16:colId xmlns:a16="http://schemas.microsoft.com/office/drawing/2014/main" val="2281303179"/>
                    </a:ext>
                  </a:extLst>
                </a:gridCol>
                <a:gridCol w="2778362">
                  <a:extLst>
                    <a:ext uri="{9D8B030D-6E8A-4147-A177-3AD203B41FA5}">
                      <a16:colId xmlns:a16="http://schemas.microsoft.com/office/drawing/2014/main" val="1228471194"/>
                    </a:ext>
                  </a:extLst>
                </a:gridCol>
              </a:tblGrid>
              <a:tr h="370840">
                <a:tc>
                  <a:txBody>
                    <a:bodyPr/>
                    <a:lstStyle/>
                    <a:p>
                      <a:endParaRPr lang="en-MY" dirty="0"/>
                    </a:p>
                  </a:txBody>
                  <a:tcPr/>
                </a:tc>
                <a:tc>
                  <a:txBody>
                    <a:bodyPr/>
                    <a:lstStyle/>
                    <a:p>
                      <a:pPr algn="ctr"/>
                      <a:r>
                        <a:rPr lang="en-MY" b="1" dirty="0"/>
                        <a:t>AND</a:t>
                      </a:r>
                    </a:p>
                  </a:txBody>
                  <a:tcPr anchor="ctr"/>
                </a:tc>
                <a:tc>
                  <a:txBody>
                    <a:bodyPr/>
                    <a:lstStyle/>
                    <a:p>
                      <a:pPr algn="ctr"/>
                      <a:r>
                        <a:rPr lang="en-MY" b="1" dirty="0"/>
                        <a:t>OR</a:t>
                      </a:r>
                    </a:p>
                  </a:txBody>
                  <a:tcPr anchor="ctr"/>
                </a:tc>
                <a:extLst>
                  <a:ext uri="{0D108BD9-81ED-4DB2-BD59-A6C34878D82A}">
                    <a16:rowId xmlns:a16="http://schemas.microsoft.com/office/drawing/2014/main" val="3419282049"/>
                  </a:ext>
                </a:extLst>
              </a:tr>
              <a:tr h="370840">
                <a:tc>
                  <a:txBody>
                    <a:bodyPr/>
                    <a:lstStyle/>
                    <a:p>
                      <a:r>
                        <a:rPr lang="en-MY" b="1" dirty="0"/>
                        <a:t>Commutative Laws </a:t>
                      </a:r>
                    </a:p>
                  </a:txBody>
                  <a:tcPr/>
                </a:tc>
                <a:tc>
                  <a:txBody>
                    <a:bodyPr/>
                    <a:lstStyle/>
                    <a:p>
                      <a:pPr algn="ctr"/>
                      <a:r>
                        <a:rPr lang="en-MY" dirty="0"/>
                        <a:t>A.B = B.A</a:t>
                      </a:r>
                    </a:p>
                  </a:txBody>
                  <a:tcPr anchor="ctr"/>
                </a:tc>
                <a:tc>
                  <a:txBody>
                    <a:bodyPr/>
                    <a:lstStyle/>
                    <a:p>
                      <a:pPr algn="ctr"/>
                      <a:r>
                        <a:rPr lang="en-MY" dirty="0"/>
                        <a:t>A + B = B + A</a:t>
                      </a:r>
                    </a:p>
                  </a:txBody>
                  <a:tcPr anchor="ctr"/>
                </a:tc>
                <a:extLst>
                  <a:ext uri="{0D108BD9-81ED-4DB2-BD59-A6C34878D82A}">
                    <a16:rowId xmlns:a16="http://schemas.microsoft.com/office/drawing/2014/main" val="2950044177"/>
                  </a:ext>
                </a:extLst>
              </a:tr>
              <a:tr h="370840">
                <a:tc>
                  <a:txBody>
                    <a:bodyPr/>
                    <a:lstStyle/>
                    <a:p>
                      <a:r>
                        <a:rPr lang="en-MY" b="1" dirty="0"/>
                        <a:t>Idempotent Laws</a:t>
                      </a:r>
                    </a:p>
                  </a:txBody>
                  <a:tcPr/>
                </a:tc>
                <a:tc>
                  <a:txBody>
                    <a:bodyPr/>
                    <a:lstStyle/>
                    <a:p>
                      <a:pPr algn="ctr"/>
                      <a:r>
                        <a:rPr lang="en-MY" dirty="0"/>
                        <a:t>AA = A</a:t>
                      </a:r>
                    </a:p>
                  </a:txBody>
                  <a:tcPr anchor="ctr"/>
                </a:tc>
                <a:tc>
                  <a:txBody>
                    <a:bodyPr/>
                    <a:lstStyle/>
                    <a:p>
                      <a:pPr algn="ctr"/>
                      <a:r>
                        <a:rPr lang="en-MY" dirty="0"/>
                        <a:t>A+A = A</a:t>
                      </a:r>
                    </a:p>
                  </a:txBody>
                  <a:tcPr anchor="ctr"/>
                </a:tc>
                <a:extLst>
                  <a:ext uri="{0D108BD9-81ED-4DB2-BD59-A6C34878D82A}">
                    <a16:rowId xmlns:a16="http://schemas.microsoft.com/office/drawing/2014/main" val="574829666"/>
                  </a:ext>
                </a:extLst>
              </a:tr>
              <a:tr h="370840">
                <a:tc>
                  <a:txBody>
                    <a:bodyPr/>
                    <a:lstStyle/>
                    <a:p>
                      <a:r>
                        <a:rPr lang="en-MY" b="1" dirty="0"/>
                        <a:t>Distributive Laws </a:t>
                      </a:r>
                    </a:p>
                  </a:txBody>
                  <a:tcPr/>
                </a:tc>
                <a:tc>
                  <a:txBody>
                    <a:bodyPr/>
                    <a:lstStyle/>
                    <a:p>
                      <a:pPr algn="ctr"/>
                      <a:r>
                        <a:rPr lang="en-MY" dirty="0"/>
                        <a:t>A.(B + C)  = (A.B) + (A.C)</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MY" dirty="0"/>
                        <a:t>A(B.C)  = (A + B) . (A + C)</a:t>
                      </a:r>
                    </a:p>
                  </a:txBody>
                  <a:tcPr anchor="ctr"/>
                </a:tc>
                <a:extLst>
                  <a:ext uri="{0D108BD9-81ED-4DB2-BD59-A6C34878D82A}">
                    <a16:rowId xmlns:a16="http://schemas.microsoft.com/office/drawing/2014/main" val="1439129817"/>
                  </a:ext>
                </a:extLst>
              </a:tr>
              <a:tr h="370840">
                <a:tc>
                  <a:txBody>
                    <a:bodyPr/>
                    <a:lstStyle/>
                    <a:p>
                      <a:r>
                        <a:rPr lang="en-MY" b="1" dirty="0"/>
                        <a:t>Identity Laws </a:t>
                      </a:r>
                    </a:p>
                  </a:txBody>
                  <a:tcPr/>
                </a:tc>
                <a:tc>
                  <a:txBody>
                    <a:bodyPr/>
                    <a:lstStyle/>
                    <a:p>
                      <a:pPr algn="ctr"/>
                      <a:r>
                        <a:rPr lang="en-MY" dirty="0"/>
                        <a:t>A.1 = A</a:t>
                      </a:r>
                    </a:p>
                  </a:txBody>
                  <a:tcPr anchor="ctr"/>
                </a:tc>
                <a:tc>
                  <a:txBody>
                    <a:bodyPr/>
                    <a:lstStyle/>
                    <a:p>
                      <a:pPr algn="ctr"/>
                      <a:r>
                        <a:rPr lang="en-MY" dirty="0"/>
                        <a:t>A + 0 = A</a:t>
                      </a:r>
                    </a:p>
                  </a:txBody>
                  <a:tcPr anchor="ctr"/>
                </a:tc>
                <a:extLst>
                  <a:ext uri="{0D108BD9-81ED-4DB2-BD59-A6C34878D82A}">
                    <a16:rowId xmlns:a16="http://schemas.microsoft.com/office/drawing/2014/main" val="2276402938"/>
                  </a:ext>
                </a:extLst>
              </a:tr>
              <a:tr h="370840">
                <a:tc>
                  <a:txBody>
                    <a:bodyPr/>
                    <a:lstStyle/>
                    <a:p>
                      <a:r>
                        <a:rPr lang="en-MY" b="1" dirty="0"/>
                        <a:t>Associative Laws </a:t>
                      </a:r>
                    </a:p>
                  </a:txBody>
                  <a:tcPr/>
                </a:tc>
                <a:tc>
                  <a:txBody>
                    <a:bodyPr/>
                    <a:lstStyle/>
                    <a:p>
                      <a:pPr algn="ctr"/>
                      <a:r>
                        <a:rPr lang="en-MY" dirty="0"/>
                        <a:t>A.(B.C) = (A.B).C</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MY" dirty="0"/>
                        <a:t>A + (B + C) = (A + B) + C</a:t>
                      </a:r>
                    </a:p>
                  </a:txBody>
                  <a:tcPr anchor="ctr"/>
                </a:tc>
                <a:extLst>
                  <a:ext uri="{0D108BD9-81ED-4DB2-BD59-A6C34878D82A}">
                    <a16:rowId xmlns:a16="http://schemas.microsoft.com/office/drawing/2014/main" val="2235867469"/>
                  </a:ext>
                </a:extLst>
              </a:tr>
              <a:tr h="370840">
                <a:tc>
                  <a:txBody>
                    <a:bodyPr/>
                    <a:lstStyle/>
                    <a:p>
                      <a:r>
                        <a:rPr lang="en-MY" b="1" dirty="0"/>
                        <a:t>Inverse Elements </a:t>
                      </a:r>
                    </a:p>
                  </a:txBody>
                  <a:tcPr/>
                </a:tc>
                <a:tc>
                  <a:txBody>
                    <a:bodyPr/>
                    <a:lstStyle/>
                    <a:p>
                      <a:pPr algn="ctr"/>
                      <a:r>
                        <a:rPr lang="en-MY" dirty="0"/>
                        <a:t>A.A = 0</a:t>
                      </a:r>
                    </a:p>
                  </a:txBody>
                  <a:tcPr anchor="ctr"/>
                </a:tc>
                <a:tc>
                  <a:txBody>
                    <a:bodyPr/>
                    <a:lstStyle/>
                    <a:p>
                      <a:pPr algn="ctr"/>
                      <a:r>
                        <a:rPr lang="en-MY" dirty="0"/>
                        <a:t>A +A = 1</a:t>
                      </a:r>
                    </a:p>
                  </a:txBody>
                  <a:tcPr anchor="ctr"/>
                </a:tc>
                <a:extLst>
                  <a:ext uri="{0D108BD9-81ED-4DB2-BD59-A6C34878D82A}">
                    <a16:rowId xmlns:a16="http://schemas.microsoft.com/office/drawing/2014/main" val="1024076354"/>
                  </a:ext>
                </a:extLst>
              </a:tr>
              <a:tr h="0">
                <a:tc>
                  <a:txBody>
                    <a:bodyPr/>
                    <a:lstStyle/>
                    <a:p>
                      <a:r>
                        <a:rPr lang="en-MY" b="1" dirty="0" err="1"/>
                        <a:t>DeMorgan’s</a:t>
                      </a:r>
                      <a:r>
                        <a:rPr lang="en-MY" b="1" dirty="0"/>
                        <a:t> Theorems </a:t>
                      </a:r>
                    </a:p>
                  </a:txBody>
                  <a:tcPr/>
                </a:tc>
                <a:tc>
                  <a:txBody>
                    <a:bodyPr/>
                    <a:lstStyle/>
                    <a:p>
                      <a:pPr algn="ctr"/>
                      <a:r>
                        <a:rPr lang="en-MY" dirty="0"/>
                        <a:t>A.B = A + B</a:t>
                      </a:r>
                    </a:p>
                  </a:txBody>
                  <a:tcPr anchor="ctr"/>
                </a:tc>
                <a:tc>
                  <a:txBody>
                    <a:bodyPr/>
                    <a:lstStyle/>
                    <a:p>
                      <a:pPr algn="ctr"/>
                      <a:r>
                        <a:rPr lang="en-MY" dirty="0"/>
                        <a:t>A + B = A.B</a:t>
                      </a:r>
                    </a:p>
                  </a:txBody>
                  <a:tcPr anchor="ctr"/>
                </a:tc>
                <a:extLst>
                  <a:ext uri="{0D108BD9-81ED-4DB2-BD59-A6C34878D82A}">
                    <a16:rowId xmlns:a16="http://schemas.microsoft.com/office/drawing/2014/main" val="2961855010"/>
                  </a:ext>
                </a:extLst>
              </a:tr>
            </a:tbl>
          </a:graphicData>
        </a:graphic>
      </p:graphicFrame>
      <p:cxnSp>
        <p:nvCxnSpPr>
          <p:cNvPr id="5" name="Straight Connector 4">
            <a:extLst>
              <a:ext uri="{FF2B5EF4-FFF2-40B4-BE49-F238E27FC236}">
                <a16:creationId xmlns:a16="http://schemas.microsoft.com/office/drawing/2014/main" id="{C83AA93F-0E42-9983-2A49-3D248B581DC4}"/>
              </a:ext>
            </a:extLst>
          </p:cNvPr>
          <p:cNvCxnSpPr>
            <a:cxnSpLocks/>
          </p:cNvCxnSpPr>
          <p:nvPr/>
        </p:nvCxnSpPr>
        <p:spPr>
          <a:xfrm>
            <a:off x="4067944" y="4365104"/>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E11AED35-630F-5079-5E8F-EEC82A85559F}"/>
              </a:ext>
            </a:extLst>
          </p:cNvPr>
          <p:cNvCxnSpPr>
            <a:cxnSpLocks/>
          </p:cNvCxnSpPr>
          <p:nvPr/>
        </p:nvCxnSpPr>
        <p:spPr>
          <a:xfrm>
            <a:off x="6957313" y="4365104"/>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0B9BAE6-F79A-C8B8-6E0E-F3E53B888425}"/>
              </a:ext>
            </a:extLst>
          </p:cNvPr>
          <p:cNvCxnSpPr>
            <a:cxnSpLocks/>
          </p:cNvCxnSpPr>
          <p:nvPr/>
        </p:nvCxnSpPr>
        <p:spPr>
          <a:xfrm>
            <a:off x="3711448" y="4725144"/>
            <a:ext cx="356496"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CC2CA6E2-8411-A23C-D56A-DFFBDC7F89EE}"/>
              </a:ext>
            </a:extLst>
          </p:cNvPr>
          <p:cNvCxnSpPr>
            <a:cxnSpLocks/>
          </p:cNvCxnSpPr>
          <p:nvPr/>
        </p:nvCxnSpPr>
        <p:spPr>
          <a:xfrm>
            <a:off x="4211960" y="4725144"/>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41F98148-85C2-6E2F-A4B1-4A07F9C89321}"/>
              </a:ext>
            </a:extLst>
          </p:cNvPr>
          <p:cNvCxnSpPr>
            <a:cxnSpLocks/>
          </p:cNvCxnSpPr>
          <p:nvPr/>
        </p:nvCxnSpPr>
        <p:spPr>
          <a:xfrm>
            <a:off x="4572000" y="4725144"/>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57CBC615-4482-19AF-8076-C4B297948D66}"/>
              </a:ext>
            </a:extLst>
          </p:cNvPr>
          <p:cNvCxnSpPr>
            <a:cxnSpLocks/>
          </p:cNvCxnSpPr>
          <p:nvPr/>
        </p:nvCxnSpPr>
        <p:spPr>
          <a:xfrm>
            <a:off x="7164288" y="4725144"/>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2E8C5E-1210-984D-B4C7-9C70E2E679E6}"/>
              </a:ext>
            </a:extLst>
          </p:cNvPr>
          <p:cNvCxnSpPr>
            <a:cxnSpLocks/>
          </p:cNvCxnSpPr>
          <p:nvPr/>
        </p:nvCxnSpPr>
        <p:spPr>
          <a:xfrm>
            <a:off x="7380312" y="4725144"/>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2EF4F2B7-3678-A603-B371-FE1AC9DA9DF3}"/>
              </a:ext>
            </a:extLst>
          </p:cNvPr>
          <p:cNvCxnSpPr>
            <a:cxnSpLocks/>
          </p:cNvCxnSpPr>
          <p:nvPr/>
        </p:nvCxnSpPr>
        <p:spPr>
          <a:xfrm>
            <a:off x="6588224" y="4721314"/>
            <a:ext cx="356496" cy="0"/>
          </a:xfrm>
          <a:prstGeom prst="line">
            <a:avLst/>
          </a:prstGeom>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0B9FF49D-1BAF-0757-9E89-E9078152F2A2}"/>
              </a:ext>
            </a:extLst>
          </p:cNvPr>
          <p:cNvSpPr>
            <a:spLocks noGrp="1"/>
          </p:cNvSpPr>
          <p:nvPr>
            <p:ph type="sldNum" sz="quarter" idx="12"/>
          </p:nvPr>
        </p:nvSpPr>
        <p:spPr/>
        <p:txBody>
          <a:bodyPr/>
          <a:lstStyle/>
          <a:p>
            <a:pPr>
              <a:defRPr/>
            </a:pPr>
            <a:fld id="{952C6CDE-0029-4392-A17B-7706F68C846A}" type="slidenum">
              <a:rPr lang="en-US" altLang="en-US" smtClean="0"/>
              <a:pPr>
                <a:defRPr/>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6C6E3-CA2D-24DD-A1E8-36F0826C480D}"/>
            </a:ext>
          </a:extLst>
        </p:cNvPr>
        <p:cNvGrpSpPr/>
        <p:nvPr/>
      </p:nvGrpSpPr>
      <p:grpSpPr>
        <a:xfrm>
          <a:off x="0" y="0"/>
          <a:ext cx="0" cy="0"/>
          <a:chOff x="0" y="0"/>
          <a:chExt cx="0" cy="0"/>
        </a:xfrm>
      </p:grpSpPr>
      <p:sp>
        <p:nvSpPr>
          <p:cNvPr id="24578" name="Rectangle 7">
            <a:extLst>
              <a:ext uri="{FF2B5EF4-FFF2-40B4-BE49-F238E27FC236}">
                <a16:creationId xmlns:a16="http://schemas.microsoft.com/office/drawing/2014/main" id="{8D4AEF3D-EFC7-C858-3C26-90ECAF528543}"/>
              </a:ext>
            </a:extLst>
          </p:cNvPr>
          <p:cNvSpPr>
            <a:spLocks noGrp="1" noChangeArrowheads="1"/>
          </p:cNvSpPr>
          <p:nvPr>
            <p:ph type="title"/>
          </p:nvPr>
        </p:nvSpPr>
        <p:spPr>
          <a:xfrm>
            <a:off x="395535" y="332656"/>
            <a:ext cx="8136903" cy="1320800"/>
          </a:xfrm>
        </p:spPr>
        <p:txBody>
          <a:bodyPr/>
          <a:lstStyle/>
          <a:p>
            <a:r>
              <a:rPr lang="en-US" altLang="en-US" dirty="0"/>
              <a:t>Basic Identities (Examples)</a:t>
            </a:r>
          </a:p>
        </p:txBody>
      </p:sp>
      <p:sp>
        <p:nvSpPr>
          <p:cNvPr id="3" name="Slide Number Placeholder 2">
            <a:extLst>
              <a:ext uri="{FF2B5EF4-FFF2-40B4-BE49-F238E27FC236}">
                <a16:creationId xmlns:a16="http://schemas.microsoft.com/office/drawing/2014/main" id="{91074607-62B2-F3AA-F29D-C99B198ED386}"/>
              </a:ext>
            </a:extLst>
          </p:cNvPr>
          <p:cNvSpPr>
            <a:spLocks noGrp="1"/>
          </p:cNvSpPr>
          <p:nvPr>
            <p:ph type="sldNum" sz="quarter" idx="12"/>
          </p:nvPr>
        </p:nvSpPr>
        <p:spPr/>
        <p:txBody>
          <a:bodyPr/>
          <a:lstStyle/>
          <a:p>
            <a:pPr>
              <a:defRPr/>
            </a:pPr>
            <a:fld id="{952C6CDE-0029-4392-A17B-7706F68C846A}" type="slidenum">
              <a:rPr lang="en-US" altLang="en-US" smtClean="0"/>
              <a:pPr>
                <a:defRPr/>
              </a:pPr>
              <a:t>13</a:t>
            </a:fld>
            <a:endParaRPr lang="en-US" altLang="en-US"/>
          </a:p>
        </p:txBody>
      </p:sp>
      <p:pic>
        <p:nvPicPr>
          <p:cNvPr id="6" name="Picture 5">
            <a:extLst>
              <a:ext uri="{FF2B5EF4-FFF2-40B4-BE49-F238E27FC236}">
                <a16:creationId xmlns:a16="http://schemas.microsoft.com/office/drawing/2014/main" id="{E057F30D-C5BD-2E63-0510-A2741BB18B97}"/>
              </a:ext>
            </a:extLst>
          </p:cNvPr>
          <p:cNvPicPr>
            <a:picLocks noChangeAspect="1"/>
          </p:cNvPicPr>
          <p:nvPr/>
        </p:nvPicPr>
        <p:blipFill>
          <a:blip r:embed="rId3"/>
          <a:stretch>
            <a:fillRect/>
          </a:stretch>
        </p:blipFill>
        <p:spPr>
          <a:xfrm>
            <a:off x="395535" y="1268760"/>
            <a:ext cx="8136904" cy="928330"/>
          </a:xfrm>
          <a:prstGeom prst="rect">
            <a:avLst/>
          </a:prstGeom>
        </p:spPr>
      </p:pic>
      <p:sp>
        <p:nvSpPr>
          <p:cNvPr id="20" name="TextBox 19">
            <a:extLst>
              <a:ext uri="{FF2B5EF4-FFF2-40B4-BE49-F238E27FC236}">
                <a16:creationId xmlns:a16="http://schemas.microsoft.com/office/drawing/2014/main" id="{5DCC9BB7-8ABC-5E59-A952-29E8D533989F}"/>
              </a:ext>
            </a:extLst>
          </p:cNvPr>
          <p:cNvSpPr txBox="1"/>
          <p:nvPr/>
        </p:nvSpPr>
        <p:spPr>
          <a:xfrm>
            <a:off x="3131840" y="2189450"/>
            <a:ext cx="2266967" cy="400110"/>
          </a:xfrm>
          <a:prstGeom prst="rect">
            <a:avLst/>
          </a:prstGeom>
          <a:noFill/>
        </p:spPr>
        <p:txBody>
          <a:bodyPr wrap="none" rtlCol="0">
            <a:spAutoFit/>
          </a:bodyPr>
          <a:lstStyle/>
          <a:p>
            <a:r>
              <a:rPr lang="en-US" dirty="0">
                <a:solidFill>
                  <a:srgbClr val="0070C0"/>
                </a:solidFill>
              </a:rPr>
              <a:t>1 × 0 = 0 × 1 = 0</a:t>
            </a:r>
            <a:endParaRPr lang="en-MY" dirty="0">
              <a:solidFill>
                <a:srgbClr val="0070C0"/>
              </a:solidFill>
            </a:endParaRPr>
          </a:p>
        </p:txBody>
      </p:sp>
      <p:sp>
        <p:nvSpPr>
          <p:cNvPr id="21" name="TextBox 20">
            <a:extLst>
              <a:ext uri="{FF2B5EF4-FFF2-40B4-BE49-F238E27FC236}">
                <a16:creationId xmlns:a16="http://schemas.microsoft.com/office/drawing/2014/main" id="{CFE4F756-28B5-E5DF-11FF-66CA256C03A4}"/>
              </a:ext>
            </a:extLst>
          </p:cNvPr>
          <p:cNvSpPr txBox="1"/>
          <p:nvPr/>
        </p:nvSpPr>
        <p:spPr>
          <a:xfrm>
            <a:off x="6156176" y="2197090"/>
            <a:ext cx="2266967" cy="400110"/>
          </a:xfrm>
          <a:prstGeom prst="rect">
            <a:avLst/>
          </a:prstGeom>
          <a:noFill/>
        </p:spPr>
        <p:txBody>
          <a:bodyPr wrap="none" rtlCol="0">
            <a:spAutoFit/>
          </a:bodyPr>
          <a:lstStyle/>
          <a:p>
            <a:r>
              <a:rPr lang="en-US" dirty="0">
                <a:solidFill>
                  <a:srgbClr val="0070C0"/>
                </a:solidFill>
              </a:rPr>
              <a:t>1 + 0 = 0 + 1 = 1</a:t>
            </a:r>
          </a:p>
        </p:txBody>
      </p:sp>
      <p:pic>
        <p:nvPicPr>
          <p:cNvPr id="23" name="Picture 22">
            <a:extLst>
              <a:ext uri="{FF2B5EF4-FFF2-40B4-BE49-F238E27FC236}">
                <a16:creationId xmlns:a16="http://schemas.microsoft.com/office/drawing/2014/main" id="{7DB0BC5F-A0C8-AF12-86D5-6E8ED7AC8C7A}"/>
              </a:ext>
            </a:extLst>
          </p:cNvPr>
          <p:cNvPicPr>
            <a:picLocks noChangeAspect="1"/>
          </p:cNvPicPr>
          <p:nvPr/>
        </p:nvPicPr>
        <p:blipFill>
          <a:blip r:embed="rId4"/>
          <a:srcRect t="11630"/>
          <a:stretch/>
        </p:blipFill>
        <p:spPr>
          <a:xfrm>
            <a:off x="465556" y="2708920"/>
            <a:ext cx="8212888" cy="523182"/>
          </a:xfrm>
          <a:prstGeom prst="rect">
            <a:avLst/>
          </a:prstGeom>
        </p:spPr>
      </p:pic>
      <p:sp>
        <p:nvSpPr>
          <p:cNvPr id="24" name="TextBox 23">
            <a:extLst>
              <a:ext uri="{FF2B5EF4-FFF2-40B4-BE49-F238E27FC236}">
                <a16:creationId xmlns:a16="http://schemas.microsoft.com/office/drawing/2014/main" id="{40B22F12-B114-168B-3181-7C01CBDD9712}"/>
              </a:ext>
            </a:extLst>
          </p:cNvPr>
          <p:cNvSpPr txBox="1"/>
          <p:nvPr/>
        </p:nvSpPr>
        <p:spPr>
          <a:xfrm>
            <a:off x="3707904" y="3167376"/>
            <a:ext cx="1026243" cy="400110"/>
          </a:xfrm>
          <a:prstGeom prst="rect">
            <a:avLst/>
          </a:prstGeom>
          <a:noFill/>
        </p:spPr>
        <p:txBody>
          <a:bodyPr wrap="none" rtlCol="0">
            <a:spAutoFit/>
          </a:bodyPr>
          <a:lstStyle/>
          <a:p>
            <a:r>
              <a:rPr lang="en-MY" dirty="0">
                <a:solidFill>
                  <a:srgbClr val="0070C0"/>
                </a:solidFill>
              </a:rPr>
              <a:t>1.1 = 1</a:t>
            </a:r>
            <a:endParaRPr lang="en-US" dirty="0">
              <a:solidFill>
                <a:srgbClr val="0070C0"/>
              </a:solidFill>
            </a:endParaRPr>
          </a:p>
        </p:txBody>
      </p:sp>
      <p:sp>
        <p:nvSpPr>
          <p:cNvPr id="25" name="TextBox 24">
            <a:extLst>
              <a:ext uri="{FF2B5EF4-FFF2-40B4-BE49-F238E27FC236}">
                <a16:creationId xmlns:a16="http://schemas.microsoft.com/office/drawing/2014/main" id="{8BDD24B9-3AAF-1BEF-ADE4-4F15FEB101ED}"/>
              </a:ext>
            </a:extLst>
          </p:cNvPr>
          <p:cNvSpPr txBox="1"/>
          <p:nvPr/>
        </p:nvSpPr>
        <p:spPr>
          <a:xfrm>
            <a:off x="6641885" y="3204404"/>
            <a:ext cx="1295547" cy="400110"/>
          </a:xfrm>
          <a:prstGeom prst="rect">
            <a:avLst/>
          </a:prstGeom>
          <a:noFill/>
        </p:spPr>
        <p:txBody>
          <a:bodyPr wrap="none" rtlCol="0">
            <a:spAutoFit/>
          </a:bodyPr>
          <a:lstStyle/>
          <a:p>
            <a:r>
              <a:rPr lang="en-MY" dirty="0">
                <a:solidFill>
                  <a:srgbClr val="0070C0"/>
                </a:solidFill>
              </a:rPr>
              <a:t>1 + 1 = 1</a:t>
            </a:r>
            <a:endParaRPr lang="en-US" dirty="0">
              <a:solidFill>
                <a:srgbClr val="0070C0"/>
              </a:solidFill>
            </a:endParaRPr>
          </a:p>
        </p:txBody>
      </p:sp>
      <p:pic>
        <p:nvPicPr>
          <p:cNvPr id="27" name="Picture 26">
            <a:extLst>
              <a:ext uri="{FF2B5EF4-FFF2-40B4-BE49-F238E27FC236}">
                <a16:creationId xmlns:a16="http://schemas.microsoft.com/office/drawing/2014/main" id="{B03F3912-C7DD-7634-2A4F-B3AB61ABD0DE}"/>
              </a:ext>
            </a:extLst>
          </p:cNvPr>
          <p:cNvPicPr>
            <a:picLocks noChangeAspect="1"/>
          </p:cNvPicPr>
          <p:nvPr/>
        </p:nvPicPr>
        <p:blipFill>
          <a:blip r:embed="rId5"/>
          <a:stretch>
            <a:fillRect/>
          </a:stretch>
        </p:blipFill>
        <p:spPr>
          <a:xfrm>
            <a:off x="336465" y="3673511"/>
            <a:ext cx="8424936" cy="523301"/>
          </a:xfrm>
          <a:prstGeom prst="rect">
            <a:avLst/>
          </a:prstGeom>
        </p:spPr>
      </p:pic>
      <p:sp>
        <p:nvSpPr>
          <p:cNvPr id="29" name="TextBox 28">
            <a:extLst>
              <a:ext uri="{FF2B5EF4-FFF2-40B4-BE49-F238E27FC236}">
                <a16:creationId xmlns:a16="http://schemas.microsoft.com/office/drawing/2014/main" id="{E81BFC44-63E7-4009-142F-2EA5644385D3}"/>
              </a:ext>
            </a:extLst>
          </p:cNvPr>
          <p:cNvSpPr txBox="1"/>
          <p:nvPr/>
        </p:nvSpPr>
        <p:spPr>
          <a:xfrm>
            <a:off x="2962723" y="4265593"/>
            <a:ext cx="2605200" cy="923330"/>
          </a:xfrm>
          <a:prstGeom prst="rect">
            <a:avLst/>
          </a:prstGeom>
          <a:noFill/>
        </p:spPr>
        <p:txBody>
          <a:bodyPr wrap="none" rtlCol="0">
            <a:spAutoFit/>
          </a:bodyPr>
          <a:lstStyle/>
          <a:p>
            <a:r>
              <a:rPr lang="en-MY" sz="1800" dirty="0">
                <a:solidFill>
                  <a:srgbClr val="0070C0"/>
                </a:solidFill>
              </a:rPr>
              <a:t>1.(0+1) = (1.0) + (1.1)</a:t>
            </a:r>
          </a:p>
          <a:p>
            <a:r>
              <a:rPr lang="en-MY" sz="1800" dirty="0">
                <a:solidFill>
                  <a:srgbClr val="0070C0"/>
                </a:solidFill>
              </a:rPr>
              <a:t>     1(1) = 0 + 1 </a:t>
            </a:r>
          </a:p>
          <a:p>
            <a:r>
              <a:rPr lang="en-MY" sz="1800" dirty="0">
                <a:solidFill>
                  <a:srgbClr val="0070C0"/>
                </a:solidFill>
              </a:rPr>
              <a:t>         1 = 1</a:t>
            </a:r>
            <a:endParaRPr lang="en-US" sz="1800" dirty="0">
              <a:solidFill>
                <a:srgbClr val="0070C0"/>
              </a:solidFill>
            </a:endParaRPr>
          </a:p>
        </p:txBody>
      </p:sp>
      <p:sp>
        <p:nvSpPr>
          <p:cNvPr id="30" name="TextBox 29">
            <a:extLst>
              <a:ext uri="{FF2B5EF4-FFF2-40B4-BE49-F238E27FC236}">
                <a16:creationId xmlns:a16="http://schemas.microsoft.com/office/drawing/2014/main" id="{4FBC2EEE-8376-9488-749F-19CA27EE24E2}"/>
              </a:ext>
            </a:extLst>
          </p:cNvPr>
          <p:cNvSpPr txBox="1"/>
          <p:nvPr/>
        </p:nvSpPr>
        <p:spPr>
          <a:xfrm>
            <a:off x="5927238" y="4214700"/>
            <a:ext cx="2632452" cy="923330"/>
          </a:xfrm>
          <a:prstGeom prst="rect">
            <a:avLst/>
          </a:prstGeom>
          <a:noFill/>
        </p:spPr>
        <p:txBody>
          <a:bodyPr wrap="none" rtlCol="0">
            <a:spAutoFit/>
          </a:bodyPr>
          <a:lstStyle/>
          <a:p>
            <a:r>
              <a:rPr lang="en-MY" sz="1800" dirty="0">
                <a:solidFill>
                  <a:srgbClr val="0070C0"/>
                </a:solidFill>
              </a:rPr>
              <a:t>1(1.1) = (1+1) + (1+1)</a:t>
            </a:r>
          </a:p>
          <a:p>
            <a:r>
              <a:rPr lang="en-MY" sz="1800" dirty="0">
                <a:solidFill>
                  <a:srgbClr val="0070C0"/>
                </a:solidFill>
              </a:rPr>
              <a:t>       1 = 1 + 1</a:t>
            </a:r>
          </a:p>
          <a:p>
            <a:r>
              <a:rPr lang="en-MY" sz="1800" dirty="0">
                <a:solidFill>
                  <a:srgbClr val="0070C0"/>
                </a:solidFill>
              </a:rPr>
              <a:t>       1 = 1</a:t>
            </a:r>
          </a:p>
        </p:txBody>
      </p:sp>
      <p:pic>
        <p:nvPicPr>
          <p:cNvPr id="33" name="Picture 32">
            <a:extLst>
              <a:ext uri="{FF2B5EF4-FFF2-40B4-BE49-F238E27FC236}">
                <a16:creationId xmlns:a16="http://schemas.microsoft.com/office/drawing/2014/main" id="{229D1022-DB59-8C35-6CD4-51742B7D0D12}"/>
              </a:ext>
            </a:extLst>
          </p:cNvPr>
          <p:cNvPicPr>
            <a:picLocks noChangeAspect="1"/>
          </p:cNvPicPr>
          <p:nvPr/>
        </p:nvPicPr>
        <p:blipFill>
          <a:blip r:embed="rId6"/>
          <a:stretch>
            <a:fillRect/>
          </a:stretch>
        </p:blipFill>
        <p:spPr>
          <a:xfrm>
            <a:off x="395535" y="5231949"/>
            <a:ext cx="8277189" cy="580682"/>
          </a:xfrm>
          <a:prstGeom prst="rect">
            <a:avLst/>
          </a:prstGeom>
        </p:spPr>
      </p:pic>
      <p:sp>
        <p:nvSpPr>
          <p:cNvPr id="34" name="TextBox 33">
            <a:extLst>
              <a:ext uri="{FF2B5EF4-FFF2-40B4-BE49-F238E27FC236}">
                <a16:creationId xmlns:a16="http://schemas.microsoft.com/office/drawing/2014/main" id="{B09751B8-4C8A-9FD1-3E74-DBEE79AE8252}"/>
              </a:ext>
            </a:extLst>
          </p:cNvPr>
          <p:cNvSpPr txBox="1"/>
          <p:nvPr/>
        </p:nvSpPr>
        <p:spPr>
          <a:xfrm>
            <a:off x="3752201" y="5812631"/>
            <a:ext cx="1026243" cy="400110"/>
          </a:xfrm>
          <a:prstGeom prst="rect">
            <a:avLst/>
          </a:prstGeom>
          <a:noFill/>
        </p:spPr>
        <p:txBody>
          <a:bodyPr wrap="none" rtlCol="0">
            <a:spAutoFit/>
          </a:bodyPr>
          <a:lstStyle/>
          <a:p>
            <a:r>
              <a:rPr lang="en-MY" dirty="0">
                <a:solidFill>
                  <a:srgbClr val="0070C0"/>
                </a:solidFill>
              </a:rPr>
              <a:t>1.1 = 1</a:t>
            </a:r>
            <a:endParaRPr lang="en-US" dirty="0">
              <a:solidFill>
                <a:srgbClr val="0070C0"/>
              </a:solidFill>
            </a:endParaRPr>
          </a:p>
        </p:txBody>
      </p:sp>
      <p:sp>
        <p:nvSpPr>
          <p:cNvPr id="35" name="TextBox 34">
            <a:extLst>
              <a:ext uri="{FF2B5EF4-FFF2-40B4-BE49-F238E27FC236}">
                <a16:creationId xmlns:a16="http://schemas.microsoft.com/office/drawing/2014/main" id="{AE749EB6-8914-441D-AD26-47904F7633E4}"/>
              </a:ext>
            </a:extLst>
          </p:cNvPr>
          <p:cNvSpPr txBox="1"/>
          <p:nvPr/>
        </p:nvSpPr>
        <p:spPr>
          <a:xfrm>
            <a:off x="6633764" y="5770193"/>
            <a:ext cx="1135247" cy="400110"/>
          </a:xfrm>
          <a:prstGeom prst="rect">
            <a:avLst/>
          </a:prstGeom>
          <a:noFill/>
        </p:spPr>
        <p:txBody>
          <a:bodyPr wrap="none" rtlCol="0">
            <a:spAutoFit/>
          </a:bodyPr>
          <a:lstStyle/>
          <a:p>
            <a:r>
              <a:rPr lang="en-MY" dirty="0">
                <a:solidFill>
                  <a:srgbClr val="0070C0"/>
                </a:solidFill>
              </a:rPr>
              <a:t>1+1 = 1</a:t>
            </a:r>
            <a:endParaRPr lang="en-US" dirty="0">
              <a:solidFill>
                <a:srgbClr val="0070C0"/>
              </a:solidFill>
            </a:endParaRPr>
          </a:p>
        </p:txBody>
      </p:sp>
    </p:spTree>
    <p:extLst>
      <p:ext uri="{BB962C8B-B14F-4D97-AF65-F5344CB8AC3E}">
        <p14:creationId xmlns:p14="http://schemas.microsoft.com/office/powerpoint/2010/main" val="908275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2DAAE-A9A8-0F2C-9551-C65A5F8FB021}"/>
            </a:ext>
          </a:extLst>
        </p:cNvPr>
        <p:cNvGrpSpPr/>
        <p:nvPr/>
      </p:nvGrpSpPr>
      <p:grpSpPr>
        <a:xfrm>
          <a:off x="0" y="0"/>
          <a:ext cx="0" cy="0"/>
          <a:chOff x="0" y="0"/>
          <a:chExt cx="0" cy="0"/>
        </a:xfrm>
      </p:grpSpPr>
      <p:sp>
        <p:nvSpPr>
          <p:cNvPr id="24578" name="Rectangle 7">
            <a:extLst>
              <a:ext uri="{FF2B5EF4-FFF2-40B4-BE49-F238E27FC236}">
                <a16:creationId xmlns:a16="http://schemas.microsoft.com/office/drawing/2014/main" id="{5AC7EA22-0AAB-725E-58F0-6FB61B56B79E}"/>
              </a:ext>
            </a:extLst>
          </p:cNvPr>
          <p:cNvSpPr>
            <a:spLocks noGrp="1" noChangeArrowheads="1"/>
          </p:cNvSpPr>
          <p:nvPr>
            <p:ph type="title"/>
          </p:nvPr>
        </p:nvSpPr>
        <p:spPr>
          <a:xfrm>
            <a:off x="395535" y="332656"/>
            <a:ext cx="8136903" cy="1320800"/>
          </a:xfrm>
        </p:spPr>
        <p:txBody>
          <a:bodyPr/>
          <a:lstStyle/>
          <a:p>
            <a:r>
              <a:rPr lang="en-US" altLang="en-US" dirty="0"/>
              <a:t>Basic Identities (Examples)</a:t>
            </a:r>
          </a:p>
        </p:txBody>
      </p:sp>
      <p:sp>
        <p:nvSpPr>
          <p:cNvPr id="3" name="Slide Number Placeholder 2">
            <a:extLst>
              <a:ext uri="{FF2B5EF4-FFF2-40B4-BE49-F238E27FC236}">
                <a16:creationId xmlns:a16="http://schemas.microsoft.com/office/drawing/2014/main" id="{D332EAA2-6202-F251-3B02-003165478860}"/>
              </a:ext>
            </a:extLst>
          </p:cNvPr>
          <p:cNvSpPr>
            <a:spLocks noGrp="1"/>
          </p:cNvSpPr>
          <p:nvPr>
            <p:ph type="sldNum" sz="quarter" idx="12"/>
          </p:nvPr>
        </p:nvSpPr>
        <p:spPr/>
        <p:txBody>
          <a:bodyPr/>
          <a:lstStyle/>
          <a:p>
            <a:pPr>
              <a:defRPr/>
            </a:pPr>
            <a:fld id="{952C6CDE-0029-4392-A17B-7706F68C846A}" type="slidenum">
              <a:rPr lang="en-US" altLang="en-US" smtClean="0"/>
              <a:pPr>
                <a:defRPr/>
              </a:pPr>
              <a:t>14</a:t>
            </a:fld>
            <a:endParaRPr lang="en-US" altLang="en-US"/>
          </a:p>
        </p:txBody>
      </p:sp>
      <p:pic>
        <p:nvPicPr>
          <p:cNvPr id="37" name="Picture 36">
            <a:extLst>
              <a:ext uri="{FF2B5EF4-FFF2-40B4-BE49-F238E27FC236}">
                <a16:creationId xmlns:a16="http://schemas.microsoft.com/office/drawing/2014/main" id="{3C3CEC22-275E-DA82-EC88-A10BCA34F2C6}"/>
              </a:ext>
            </a:extLst>
          </p:cNvPr>
          <p:cNvPicPr>
            <a:picLocks noChangeAspect="1"/>
          </p:cNvPicPr>
          <p:nvPr/>
        </p:nvPicPr>
        <p:blipFill>
          <a:blip r:embed="rId3"/>
          <a:srcRect b="6955"/>
          <a:stretch/>
        </p:blipFill>
        <p:spPr>
          <a:xfrm>
            <a:off x="233772" y="1988840"/>
            <a:ext cx="8676456" cy="504056"/>
          </a:xfrm>
          <a:prstGeom prst="rect">
            <a:avLst/>
          </a:prstGeom>
        </p:spPr>
      </p:pic>
      <p:sp>
        <p:nvSpPr>
          <p:cNvPr id="38" name="TextBox 37">
            <a:extLst>
              <a:ext uri="{FF2B5EF4-FFF2-40B4-BE49-F238E27FC236}">
                <a16:creationId xmlns:a16="http://schemas.microsoft.com/office/drawing/2014/main" id="{569C6710-AAF3-91B8-B199-5D36F2F69F11}"/>
              </a:ext>
            </a:extLst>
          </p:cNvPr>
          <p:cNvSpPr txBox="1"/>
          <p:nvPr/>
        </p:nvSpPr>
        <p:spPr>
          <a:xfrm>
            <a:off x="3779912" y="1421038"/>
            <a:ext cx="752129" cy="400110"/>
          </a:xfrm>
          <a:prstGeom prst="rect">
            <a:avLst/>
          </a:prstGeom>
          <a:noFill/>
        </p:spPr>
        <p:txBody>
          <a:bodyPr wrap="none" rtlCol="0">
            <a:spAutoFit/>
          </a:bodyPr>
          <a:lstStyle/>
          <a:p>
            <a:r>
              <a:rPr lang="en-MY" b="1" dirty="0"/>
              <a:t>AND</a:t>
            </a:r>
            <a:endParaRPr lang="en-US" b="1" dirty="0"/>
          </a:p>
        </p:txBody>
      </p:sp>
      <p:sp>
        <p:nvSpPr>
          <p:cNvPr id="39" name="TextBox 38">
            <a:extLst>
              <a:ext uri="{FF2B5EF4-FFF2-40B4-BE49-F238E27FC236}">
                <a16:creationId xmlns:a16="http://schemas.microsoft.com/office/drawing/2014/main" id="{955938A6-346E-E19B-249A-F310F74E9B1A}"/>
              </a:ext>
            </a:extLst>
          </p:cNvPr>
          <p:cNvSpPr txBox="1"/>
          <p:nvPr/>
        </p:nvSpPr>
        <p:spPr>
          <a:xfrm>
            <a:off x="7236296" y="1453401"/>
            <a:ext cx="567784" cy="400110"/>
          </a:xfrm>
          <a:prstGeom prst="rect">
            <a:avLst/>
          </a:prstGeom>
          <a:noFill/>
        </p:spPr>
        <p:txBody>
          <a:bodyPr wrap="none" rtlCol="0">
            <a:spAutoFit/>
          </a:bodyPr>
          <a:lstStyle/>
          <a:p>
            <a:r>
              <a:rPr lang="en-MY" b="1" dirty="0"/>
              <a:t>OR</a:t>
            </a:r>
            <a:endParaRPr lang="en-US" b="1" dirty="0"/>
          </a:p>
        </p:txBody>
      </p:sp>
      <p:sp>
        <p:nvSpPr>
          <p:cNvPr id="40" name="TextBox 39">
            <a:extLst>
              <a:ext uri="{FF2B5EF4-FFF2-40B4-BE49-F238E27FC236}">
                <a16:creationId xmlns:a16="http://schemas.microsoft.com/office/drawing/2014/main" id="{D7F2225E-608A-0057-2DFA-616C931A2748}"/>
              </a:ext>
            </a:extLst>
          </p:cNvPr>
          <p:cNvSpPr txBox="1"/>
          <p:nvPr/>
        </p:nvSpPr>
        <p:spPr>
          <a:xfrm>
            <a:off x="5961985" y="2497765"/>
            <a:ext cx="2948243" cy="338554"/>
          </a:xfrm>
          <a:prstGeom prst="rect">
            <a:avLst/>
          </a:prstGeom>
          <a:noFill/>
        </p:spPr>
        <p:txBody>
          <a:bodyPr wrap="none" rtlCol="0">
            <a:spAutoFit/>
          </a:bodyPr>
          <a:lstStyle/>
          <a:p>
            <a:r>
              <a:rPr lang="en-US" sz="1600" dirty="0">
                <a:solidFill>
                  <a:srgbClr val="0070C0"/>
                </a:solidFill>
              </a:rPr>
              <a:t>1 + (0 + 1) = (1 + 0) + 1 = 1</a:t>
            </a:r>
            <a:endParaRPr lang="en-MY" sz="1600" dirty="0">
              <a:solidFill>
                <a:srgbClr val="0070C0"/>
              </a:solidFill>
            </a:endParaRPr>
          </a:p>
        </p:txBody>
      </p:sp>
      <p:sp>
        <p:nvSpPr>
          <p:cNvPr id="42" name="TextBox 41">
            <a:extLst>
              <a:ext uri="{FF2B5EF4-FFF2-40B4-BE49-F238E27FC236}">
                <a16:creationId xmlns:a16="http://schemas.microsoft.com/office/drawing/2014/main" id="{5A9C667F-D49D-89E5-DCEC-A70158F56B8B}"/>
              </a:ext>
            </a:extLst>
          </p:cNvPr>
          <p:cNvSpPr txBox="1"/>
          <p:nvPr/>
        </p:nvSpPr>
        <p:spPr>
          <a:xfrm>
            <a:off x="2771800" y="2497765"/>
            <a:ext cx="2948243" cy="338554"/>
          </a:xfrm>
          <a:prstGeom prst="rect">
            <a:avLst/>
          </a:prstGeom>
          <a:noFill/>
        </p:spPr>
        <p:txBody>
          <a:bodyPr wrap="none" rtlCol="0">
            <a:spAutoFit/>
          </a:bodyPr>
          <a:lstStyle/>
          <a:p>
            <a:r>
              <a:rPr lang="en-US" sz="1600" dirty="0">
                <a:solidFill>
                  <a:srgbClr val="0070C0"/>
                </a:solidFill>
              </a:rPr>
              <a:t>1 × (0 × 1) = (1 × 0) × 1 = 0</a:t>
            </a:r>
            <a:endParaRPr lang="en-MY" sz="1600" dirty="0">
              <a:solidFill>
                <a:srgbClr val="0070C0"/>
              </a:solidFill>
            </a:endParaRPr>
          </a:p>
        </p:txBody>
      </p:sp>
      <p:pic>
        <p:nvPicPr>
          <p:cNvPr id="46" name="Picture 45">
            <a:extLst>
              <a:ext uri="{FF2B5EF4-FFF2-40B4-BE49-F238E27FC236}">
                <a16:creationId xmlns:a16="http://schemas.microsoft.com/office/drawing/2014/main" id="{D8D23598-5B7D-8C7A-FE72-441A478B87AC}"/>
              </a:ext>
            </a:extLst>
          </p:cNvPr>
          <p:cNvPicPr>
            <a:picLocks noChangeAspect="1"/>
          </p:cNvPicPr>
          <p:nvPr/>
        </p:nvPicPr>
        <p:blipFill>
          <a:blip r:embed="rId4"/>
          <a:stretch>
            <a:fillRect/>
          </a:stretch>
        </p:blipFill>
        <p:spPr>
          <a:xfrm>
            <a:off x="152908" y="3195203"/>
            <a:ext cx="8757320" cy="463234"/>
          </a:xfrm>
          <a:prstGeom prst="rect">
            <a:avLst/>
          </a:prstGeom>
        </p:spPr>
      </p:pic>
      <p:sp>
        <p:nvSpPr>
          <p:cNvPr id="47" name="TextBox 46">
            <a:extLst>
              <a:ext uri="{FF2B5EF4-FFF2-40B4-BE49-F238E27FC236}">
                <a16:creationId xmlns:a16="http://schemas.microsoft.com/office/drawing/2014/main" id="{6F96C759-AB7D-9F3A-17FB-9715B3861C6B}"/>
              </a:ext>
            </a:extLst>
          </p:cNvPr>
          <p:cNvSpPr txBox="1"/>
          <p:nvPr/>
        </p:nvSpPr>
        <p:spPr>
          <a:xfrm>
            <a:off x="5961985" y="3717032"/>
            <a:ext cx="2920992" cy="338554"/>
          </a:xfrm>
          <a:prstGeom prst="rect">
            <a:avLst/>
          </a:prstGeom>
          <a:noFill/>
        </p:spPr>
        <p:txBody>
          <a:bodyPr wrap="none" rtlCol="0">
            <a:spAutoFit/>
          </a:bodyPr>
          <a:lstStyle/>
          <a:p>
            <a:r>
              <a:rPr lang="en-MY" sz="1600" dirty="0">
                <a:solidFill>
                  <a:srgbClr val="0070C0"/>
                </a:solidFill>
              </a:rPr>
              <a:t>(1 + 0)' = 1' × 0' = 0 × 1 = 0</a:t>
            </a:r>
            <a:endParaRPr lang="en-MY" sz="1800" dirty="0">
              <a:solidFill>
                <a:srgbClr val="0070C0"/>
              </a:solidFill>
            </a:endParaRPr>
          </a:p>
        </p:txBody>
      </p:sp>
      <p:sp>
        <p:nvSpPr>
          <p:cNvPr id="48" name="TextBox 47">
            <a:extLst>
              <a:ext uri="{FF2B5EF4-FFF2-40B4-BE49-F238E27FC236}">
                <a16:creationId xmlns:a16="http://schemas.microsoft.com/office/drawing/2014/main" id="{0471791B-80F3-7C23-FB29-25867905E918}"/>
              </a:ext>
            </a:extLst>
          </p:cNvPr>
          <p:cNvSpPr txBox="1"/>
          <p:nvPr/>
        </p:nvSpPr>
        <p:spPr>
          <a:xfrm>
            <a:off x="2915816" y="3748408"/>
            <a:ext cx="2920992" cy="338554"/>
          </a:xfrm>
          <a:prstGeom prst="rect">
            <a:avLst/>
          </a:prstGeom>
          <a:noFill/>
        </p:spPr>
        <p:txBody>
          <a:bodyPr wrap="none" rtlCol="0">
            <a:spAutoFit/>
          </a:bodyPr>
          <a:lstStyle/>
          <a:p>
            <a:r>
              <a:rPr lang="en-MY" sz="1600" dirty="0">
                <a:solidFill>
                  <a:srgbClr val="0070C0"/>
                </a:solidFill>
              </a:rPr>
              <a:t>(1 × 0)' = 1' + 0' = 0 + 1 = 1</a:t>
            </a:r>
            <a:endParaRPr lang="en-MY" sz="1800" dirty="0">
              <a:solidFill>
                <a:srgbClr val="0070C0"/>
              </a:solidFill>
            </a:endParaRPr>
          </a:p>
        </p:txBody>
      </p:sp>
    </p:spTree>
    <p:extLst>
      <p:ext uri="{BB962C8B-B14F-4D97-AF65-F5344CB8AC3E}">
        <p14:creationId xmlns:p14="http://schemas.microsoft.com/office/powerpoint/2010/main" val="1199392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037956-566E-090E-CD22-51F0A96D2E52}"/>
              </a:ext>
            </a:extLst>
          </p:cNvPr>
          <p:cNvSpPr/>
          <p:nvPr/>
        </p:nvSpPr>
        <p:spPr>
          <a:xfrm>
            <a:off x="2161498" y="2654744"/>
            <a:ext cx="909957" cy="43512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Rectangle 3">
            <a:extLst>
              <a:ext uri="{FF2B5EF4-FFF2-40B4-BE49-F238E27FC236}">
                <a16:creationId xmlns:a16="http://schemas.microsoft.com/office/drawing/2014/main" id="{498CE69C-AC55-A1C5-EF1A-F238252B5DDD}"/>
              </a:ext>
            </a:extLst>
          </p:cNvPr>
          <p:cNvSpPr/>
          <p:nvPr/>
        </p:nvSpPr>
        <p:spPr>
          <a:xfrm>
            <a:off x="1407032" y="1377764"/>
            <a:ext cx="523606" cy="43512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Title 2">
            <a:extLst>
              <a:ext uri="{FF2B5EF4-FFF2-40B4-BE49-F238E27FC236}">
                <a16:creationId xmlns:a16="http://schemas.microsoft.com/office/drawing/2014/main" id="{56A42E42-5BAD-359B-9C07-E7B6B996CBA1}"/>
              </a:ext>
            </a:extLst>
          </p:cNvPr>
          <p:cNvSpPr>
            <a:spLocks noGrp="1"/>
          </p:cNvSpPr>
          <p:nvPr>
            <p:ph type="title"/>
          </p:nvPr>
        </p:nvSpPr>
        <p:spPr/>
        <p:txBody>
          <a:bodyPr/>
          <a:lstStyle/>
          <a:p>
            <a:r>
              <a:rPr lang="en-MY" dirty="0"/>
              <a:t>Simplifying expressions #1</a:t>
            </a:r>
          </a:p>
        </p:txBody>
      </p:sp>
      <p:grpSp>
        <p:nvGrpSpPr>
          <p:cNvPr id="13" name="Group 12">
            <a:extLst>
              <a:ext uri="{FF2B5EF4-FFF2-40B4-BE49-F238E27FC236}">
                <a16:creationId xmlns:a16="http://schemas.microsoft.com/office/drawing/2014/main" id="{444DFF56-664A-267D-4A20-9BA7D898254E}"/>
              </a:ext>
            </a:extLst>
          </p:cNvPr>
          <p:cNvGrpSpPr/>
          <p:nvPr/>
        </p:nvGrpSpPr>
        <p:grpSpPr>
          <a:xfrm>
            <a:off x="445135" y="1412776"/>
            <a:ext cx="1468672" cy="400110"/>
            <a:chOff x="1187624" y="2924944"/>
            <a:chExt cx="1468672" cy="400110"/>
          </a:xfrm>
        </p:grpSpPr>
        <p:cxnSp>
          <p:nvCxnSpPr>
            <p:cNvPr id="6" name="Straight Connector 5">
              <a:extLst>
                <a:ext uri="{FF2B5EF4-FFF2-40B4-BE49-F238E27FC236}">
                  <a16:creationId xmlns:a16="http://schemas.microsoft.com/office/drawing/2014/main" id="{6042F7BE-826D-E097-E919-4DA598C51B9E}"/>
                </a:ext>
              </a:extLst>
            </p:cNvPr>
            <p:cNvCxnSpPr>
              <a:cxnSpLocks/>
            </p:cNvCxnSpPr>
            <p:nvPr/>
          </p:nvCxnSpPr>
          <p:spPr>
            <a:xfrm>
              <a:off x="2267744" y="2996952"/>
              <a:ext cx="288032" cy="0"/>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DA350C83-CE28-23AD-7B4D-8F97A27BD870}"/>
                </a:ext>
              </a:extLst>
            </p:cNvPr>
            <p:cNvSpPr txBox="1"/>
            <p:nvPr/>
          </p:nvSpPr>
          <p:spPr>
            <a:xfrm>
              <a:off x="1187624" y="2924944"/>
              <a:ext cx="1468672" cy="400110"/>
            </a:xfrm>
            <a:prstGeom prst="rect">
              <a:avLst/>
            </a:prstGeom>
            <a:noFill/>
          </p:spPr>
          <p:txBody>
            <a:bodyPr wrap="none" rtlCol="0">
              <a:spAutoFit/>
            </a:bodyPr>
            <a:lstStyle/>
            <a:p>
              <a:r>
                <a:rPr lang="en-MY" dirty="0"/>
                <a:t>F = A + BA</a:t>
              </a:r>
            </a:p>
          </p:txBody>
        </p:sp>
      </p:grpSp>
      <p:grpSp>
        <p:nvGrpSpPr>
          <p:cNvPr id="24" name="Group 23">
            <a:extLst>
              <a:ext uri="{FF2B5EF4-FFF2-40B4-BE49-F238E27FC236}">
                <a16:creationId xmlns:a16="http://schemas.microsoft.com/office/drawing/2014/main" id="{AB069C89-A3C2-5AD6-53F7-105D8C977607}"/>
              </a:ext>
            </a:extLst>
          </p:cNvPr>
          <p:cNvGrpSpPr/>
          <p:nvPr/>
        </p:nvGrpSpPr>
        <p:grpSpPr>
          <a:xfrm>
            <a:off x="445135" y="2701695"/>
            <a:ext cx="3206327" cy="400110"/>
            <a:chOff x="539552" y="2780928"/>
            <a:chExt cx="3206327" cy="400110"/>
          </a:xfrm>
        </p:grpSpPr>
        <p:grpSp>
          <p:nvGrpSpPr>
            <p:cNvPr id="17" name="Group 16">
              <a:extLst>
                <a:ext uri="{FF2B5EF4-FFF2-40B4-BE49-F238E27FC236}">
                  <a16:creationId xmlns:a16="http://schemas.microsoft.com/office/drawing/2014/main" id="{18CE1379-4952-1479-96F6-7368EBEE22F0}"/>
                </a:ext>
              </a:extLst>
            </p:cNvPr>
            <p:cNvGrpSpPr/>
            <p:nvPr/>
          </p:nvGrpSpPr>
          <p:grpSpPr>
            <a:xfrm>
              <a:off x="539552" y="2780928"/>
              <a:ext cx="3206327" cy="400110"/>
              <a:chOff x="1187624" y="2924944"/>
              <a:chExt cx="3206327" cy="400110"/>
            </a:xfrm>
          </p:grpSpPr>
          <p:cxnSp>
            <p:nvCxnSpPr>
              <p:cNvPr id="18" name="Straight Connector 17">
                <a:extLst>
                  <a:ext uri="{FF2B5EF4-FFF2-40B4-BE49-F238E27FC236}">
                    <a16:creationId xmlns:a16="http://schemas.microsoft.com/office/drawing/2014/main" id="{B4A9B0A6-AA31-A2F6-570E-3B546525F2D4}"/>
                  </a:ext>
                </a:extLst>
              </p:cNvPr>
              <p:cNvCxnSpPr>
                <a:cxnSpLocks/>
              </p:cNvCxnSpPr>
              <p:nvPr/>
            </p:nvCxnSpPr>
            <p:spPr>
              <a:xfrm>
                <a:off x="2267744" y="2996952"/>
                <a:ext cx="288032" cy="0"/>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ABFE8881-C256-2193-8E49-8EE9F494EEAC}"/>
                  </a:ext>
                </a:extLst>
              </p:cNvPr>
              <p:cNvSpPr txBox="1"/>
              <p:nvPr/>
            </p:nvSpPr>
            <p:spPr>
              <a:xfrm>
                <a:off x="1187624" y="2924944"/>
                <a:ext cx="3206327" cy="400110"/>
              </a:xfrm>
              <a:prstGeom prst="rect">
                <a:avLst/>
              </a:prstGeom>
              <a:noFill/>
            </p:spPr>
            <p:txBody>
              <a:bodyPr wrap="none" rtlCol="0">
                <a:spAutoFit/>
              </a:bodyPr>
              <a:lstStyle/>
              <a:p>
                <a:r>
                  <a:rPr lang="en-MY" dirty="0"/>
                  <a:t>F = A + BA  = A  + A + B </a:t>
                </a:r>
              </a:p>
            </p:txBody>
          </p:sp>
        </p:grpSp>
        <p:cxnSp>
          <p:nvCxnSpPr>
            <p:cNvPr id="21" name="Straight Connector 20">
              <a:extLst>
                <a:ext uri="{FF2B5EF4-FFF2-40B4-BE49-F238E27FC236}">
                  <a16:creationId xmlns:a16="http://schemas.microsoft.com/office/drawing/2014/main" id="{CB1AE3F1-E1DF-58DD-F408-C22685F31C54}"/>
                </a:ext>
              </a:extLst>
            </p:cNvPr>
            <p:cNvCxnSpPr>
              <a:cxnSpLocks/>
            </p:cNvCxnSpPr>
            <p:nvPr/>
          </p:nvCxnSpPr>
          <p:spPr>
            <a:xfrm>
              <a:off x="2843808" y="2852936"/>
              <a:ext cx="216024"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22614131-AFFB-A5CA-AC92-0B3821A621CE}"/>
                </a:ext>
              </a:extLst>
            </p:cNvPr>
            <p:cNvCxnSpPr>
              <a:cxnSpLocks/>
            </p:cNvCxnSpPr>
            <p:nvPr/>
          </p:nvCxnSpPr>
          <p:spPr>
            <a:xfrm>
              <a:off x="3347864" y="2852936"/>
              <a:ext cx="216024" cy="0"/>
            </a:xfrm>
            <a:prstGeom prst="line">
              <a:avLst/>
            </a:prstGeom>
          </p:spPr>
          <p:style>
            <a:lnRef idx="1">
              <a:schemeClr val="dk1"/>
            </a:lnRef>
            <a:fillRef idx="0">
              <a:schemeClr val="dk1"/>
            </a:fillRef>
            <a:effectRef idx="0">
              <a:schemeClr val="dk1"/>
            </a:effectRef>
            <a:fontRef idx="minor">
              <a:schemeClr val="tx1"/>
            </a:fontRef>
          </p:style>
        </p:cxnSp>
      </p:grpSp>
      <p:grpSp>
        <p:nvGrpSpPr>
          <p:cNvPr id="7" name="Group 6">
            <a:extLst>
              <a:ext uri="{FF2B5EF4-FFF2-40B4-BE49-F238E27FC236}">
                <a16:creationId xmlns:a16="http://schemas.microsoft.com/office/drawing/2014/main" id="{DEA64705-07CE-195B-C64E-3C51B950E9B2}"/>
              </a:ext>
            </a:extLst>
          </p:cNvPr>
          <p:cNvGrpSpPr/>
          <p:nvPr/>
        </p:nvGrpSpPr>
        <p:grpSpPr>
          <a:xfrm>
            <a:off x="6030664" y="3275574"/>
            <a:ext cx="2267755" cy="441458"/>
            <a:chOff x="417350" y="3487350"/>
            <a:chExt cx="2267755" cy="441458"/>
          </a:xfrm>
        </p:grpSpPr>
        <p:sp>
          <p:nvSpPr>
            <p:cNvPr id="57" name="Rectangle 56">
              <a:extLst>
                <a:ext uri="{FF2B5EF4-FFF2-40B4-BE49-F238E27FC236}">
                  <a16:creationId xmlns:a16="http://schemas.microsoft.com/office/drawing/2014/main" id="{ED1DD547-0199-EFE6-C41F-3E5D89433D17}"/>
                </a:ext>
              </a:extLst>
            </p:cNvPr>
            <p:cNvSpPr/>
            <p:nvPr/>
          </p:nvSpPr>
          <p:spPr>
            <a:xfrm>
              <a:off x="417350" y="3487350"/>
              <a:ext cx="2267755" cy="43204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30" name="Group 29">
              <a:extLst>
                <a:ext uri="{FF2B5EF4-FFF2-40B4-BE49-F238E27FC236}">
                  <a16:creationId xmlns:a16="http://schemas.microsoft.com/office/drawing/2014/main" id="{DD94A239-71FE-4C8E-59B3-F0619CC59808}"/>
                </a:ext>
              </a:extLst>
            </p:cNvPr>
            <p:cNvGrpSpPr/>
            <p:nvPr/>
          </p:nvGrpSpPr>
          <p:grpSpPr>
            <a:xfrm>
              <a:off x="773298" y="3528698"/>
              <a:ext cx="1404552" cy="400110"/>
              <a:chOff x="640154" y="4008752"/>
              <a:chExt cx="1404552" cy="400110"/>
            </a:xfrm>
          </p:grpSpPr>
          <p:cxnSp>
            <p:nvCxnSpPr>
              <p:cNvPr id="27" name="Straight Connector 26">
                <a:extLst>
                  <a:ext uri="{FF2B5EF4-FFF2-40B4-BE49-F238E27FC236}">
                    <a16:creationId xmlns:a16="http://schemas.microsoft.com/office/drawing/2014/main" id="{6319C730-515F-29EF-A2F3-E850E7B78890}"/>
                  </a:ext>
                </a:extLst>
              </p:cNvPr>
              <p:cNvCxnSpPr>
                <a:cxnSpLocks/>
              </p:cNvCxnSpPr>
              <p:nvPr/>
            </p:nvCxnSpPr>
            <p:spPr>
              <a:xfrm flipV="1">
                <a:off x="1186853" y="4027294"/>
                <a:ext cx="174070" cy="2684"/>
              </a:xfrm>
              <a:prstGeom prst="line">
                <a:avLst/>
              </a:prstGeom>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E64AC505-F2A6-D696-9051-0189627E954B}"/>
                  </a:ext>
                </a:extLst>
              </p:cNvPr>
              <p:cNvSpPr txBox="1"/>
              <p:nvPr/>
            </p:nvSpPr>
            <p:spPr>
              <a:xfrm>
                <a:off x="640154" y="4008752"/>
                <a:ext cx="1404552" cy="400110"/>
              </a:xfrm>
              <a:prstGeom prst="rect">
                <a:avLst/>
              </a:prstGeom>
              <a:noFill/>
            </p:spPr>
            <p:txBody>
              <a:bodyPr wrap="none" rtlCol="0">
                <a:spAutoFit/>
              </a:bodyPr>
              <a:lstStyle/>
              <a:p>
                <a:r>
                  <a:rPr lang="en-MY" dirty="0"/>
                  <a:t>A + A  = 1</a:t>
                </a:r>
              </a:p>
            </p:txBody>
          </p:sp>
        </p:grpSp>
      </p:grpSp>
      <p:grpSp>
        <p:nvGrpSpPr>
          <p:cNvPr id="37" name="Group 36">
            <a:extLst>
              <a:ext uri="{FF2B5EF4-FFF2-40B4-BE49-F238E27FC236}">
                <a16:creationId xmlns:a16="http://schemas.microsoft.com/office/drawing/2014/main" id="{9F4E53D4-D6F8-4BDF-55AB-56FC86E19A24}"/>
              </a:ext>
            </a:extLst>
          </p:cNvPr>
          <p:cNvGrpSpPr/>
          <p:nvPr/>
        </p:nvGrpSpPr>
        <p:grpSpPr>
          <a:xfrm>
            <a:off x="445135" y="4077072"/>
            <a:ext cx="1300356" cy="400110"/>
            <a:chOff x="539552" y="5076338"/>
            <a:chExt cx="1300356" cy="400110"/>
          </a:xfrm>
        </p:grpSpPr>
        <p:cxnSp>
          <p:nvCxnSpPr>
            <p:cNvPr id="35" name="Straight Connector 34">
              <a:extLst>
                <a:ext uri="{FF2B5EF4-FFF2-40B4-BE49-F238E27FC236}">
                  <a16:creationId xmlns:a16="http://schemas.microsoft.com/office/drawing/2014/main" id="{2F8A5289-9B78-6C4A-6EDB-49CEC6EEFF02}"/>
                </a:ext>
              </a:extLst>
            </p:cNvPr>
            <p:cNvCxnSpPr>
              <a:cxnSpLocks/>
            </p:cNvCxnSpPr>
            <p:nvPr/>
          </p:nvCxnSpPr>
          <p:spPr>
            <a:xfrm>
              <a:off x="1524468" y="5157192"/>
              <a:ext cx="288032" cy="0"/>
            </a:xfrm>
            <a:prstGeom prst="line">
              <a:avLst/>
            </a:prstGeom>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7924F293-CA8A-C317-AE0C-6AB12721683E}"/>
                </a:ext>
              </a:extLst>
            </p:cNvPr>
            <p:cNvSpPr txBox="1"/>
            <p:nvPr/>
          </p:nvSpPr>
          <p:spPr>
            <a:xfrm>
              <a:off x="539552" y="5076338"/>
              <a:ext cx="1300356" cy="400110"/>
            </a:xfrm>
            <a:prstGeom prst="rect">
              <a:avLst/>
            </a:prstGeom>
            <a:noFill/>
          </p:spPr>
          <p:txBody>
            <a:bodyPr wrap="none" rtlCol="0">
              <a:spAutoFit/>
            </a:bodyPr>
            <a:lstStyle/>
            <a:p>
              <a:r>
                <a:rPr lang="en-MY" dirty="0"/>
                <a:t>F = 1 + B</a:t>
              </a:r>
            </a:p>
          </p:txBody>
        </p:sp>
      </p:grpSp>
      <p:grpSp>
        <p:nvGrpSpPr>
          <p:cNvPr id="8" name="Group 7">
            <a:extLst>
              <a:ext uri="{FF2B5EF4-FFF2-40B4-BE49-F238E27FC236}">
                <a16:creationId xmlns:a16="http://schemas.microsoft.com/office/drawing/2014/main" id="{A7EB766F-C748-D4BD-DB0A-C808282481F3}"/>
              </a:ext>
            </a:extLst>
          </p:cNvPr>
          <p:cNvGrpSpPr/>
          <p:nvPr/>
        </p:nvGrpSpPr>
        <p:grpSpPr>
          <a:xfrm>
            <a:off x="6619690" y="4695817"/>
            <a:ext cx="2267755" cy="454020"/>
            <a:chOff x="360189" y="4919196"/>
            <a:chExt cx="2267755" cy="454020"/>
          </a:xfrm>
        </p:grpSpPr>
        <p:sp>
          <p:nvSpPr>
            <p:cNvPr id="58" name="Rectangle 57">
              <a:extLst>
                <a:ext uri="{FF2B5EF4-FFF2-40B4-BE49-F238E27FC236}">
                  <a16:creationId xmlns:a16="http://schemas.microsoft.com/office/drawing/2014/main" id="{2A32DA27-F3B7-6F83-B002-72C6B36DE1C5}"/>
                </a:ext>
              </a:extLst>
            </p:cNvPr>
            <p:cNvSpPr/>
            <p:nvPr/>
          </p:nvSpPr>
          <p:spPr>
            <a:xfrm>
              <a:off x="360189" y="4919196"/>
              <a:ext cx="2267755" cy="43204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39" name="Straight Connector 38">
              <a:extLst>
                <a:ext uri="{FF2B5EF4-FFF2-40B4-BE49-F238E27FC236}">
                  <a16:creationId xmlns:a16="http://schemas.microsoft.com/office/drawing/2014/main" id="{A8AA424E-6D1F-283A-EB0D-3F759BB7587E}"/>
                </a:ext>
              </a:extLst>
            </p:cNvPr>
            <p:cNvCxnSpPr>
              <a:cxnSpLocks/>
            </p:cNvCxnSpPr>
            <p:nvPr/>
          </p:nvCxnSpPr>
          <p:spPr>
            <a:xfrm flipV="1">
              <a:off x="1185695" y="4991648"/>
              <a:ext cx="174070" cy="2684"/>
            </a:xfrm>
            <a:prstGeom prst="line">
              <a:avLst/>
            </a:prstGeom>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D473868A-EAF6-5660-F086-88AA53973641}"/>
                </a:ext>
              </a:extLst>
            </p:cNvPr>
            <p:cNvSpPr txBox="1"/>
            <p:nvPr/>
          </p:nvSpPr>
          <p:spPr>
            <a:xfrm>
              <a:off x="773298" y="4973106"/>
              <a:ext cx="1404552" cy="400110"/>
            </a:xfrm>
            <a:prstGeom prst="rect">
              <a:avLst/>
            </a:prstGeom>
            <a:noFill/>
          </p:spPr>
          <p:txBody>
            <a:bodyPr wrap="none" rtlCol="0">
              <a:spAutoFit/>
            </a:bodyPr>
            <a:lstStyle/>
            <a:p>
              <a:r>
                <a:rPr lang="en-MY" dirty="0"/>
                <a:t>1 + B  = 1</a:t>
              </a:r>
            </a:p>
          </p:txBody>
        </p:sp>
      </p:grpSp>
      <p:sp>
        <p:nvSpPr>
          <p:cNvPr id="43" name="TextBox 42">
            <a:extLst>
              <a:ext uri="{FF2B5EF4-FFF2-40B4-BE49-F238E27FC236}">
                <a16:creationId xmlns:a16="http://schemas.microsoft.com/office/drawing/2014/main" id="{C57F4219-72A5-CF6A-E7D7-3D02D1AADAAF}"/>
              </a:ext>
            </a:extLst>
          </p:cNvPr>
          <p:cNvSpPr txBox="1"/>
          <p:nvPr/>
        </p:nvSpPr>
        <p:spPr>
          <a:xfrm>
            <a:off x="4355976" y="5373216"/>
            <a:ext cx="803425" cy="400110"/>
          </a:xfrm>
          <a:prstGeom prst="rect">
            <a:avLst/>
          </a:prstGeom>
          <a:noFill/>
        </p:spPr>
        <p:txBody>
          <a:bodyPr wrap="none" rtlCol="0">
            <a:spAutoFit/>
          </a:bodyPr>
          <a:lstStyle/>
          <a:p>
            <a:r>
              <a:rPr lang="en-MY" dirty="0"/>
              <a:t>F = 1</a:t>
            </a:r>
          </a:p>
        </p:txBody>
      </p:sp>
      <p:pic>
        <p:nvPicPr>
          <p:cNvPr id="51" name="Picture 50">
            <a:extLst>
              <a:ext uri="{FF2B5EF4-FFF2-40B4-BE49-F238E27FC236}">
                <a16:creationId xmlns:a16="http://schemas.microsoft.com/office/drawing/2014/main" id="{B03179CE-BDEB-56A3-479C-80897C4EA759}"/>
              </a:ext>
            </a:extLst>
          </p:cNvPr>
          <p:cNvPicPr>
            <a:picLocks noChangeAspect="1"/>
          </p:cNvPicPr>
          <p:nvPr/>
        </p:nvPicPr>
        <p:blipFill>
          <a:blip r:embed="rId2"/>
          <a:stretch>
            <a:fillRect/>
          </a:stretch>
        </p:blipFill>
        <p:spPr>
          <a:xfrm>
            <a:off x="507618" y="4695817"/>
            <a:ext cx="5857875" cy="400050"/>
          </a:xfrm>
          <a:prstGeom prst="rect">
            <a:avLst/>
          </a:prstGeom>
        </p:spPr>
      </p:pic>
      <p:pic>
        <p:nvPicPr>
          <p:cNvPr id="53" name="Picture 52">
            <a:extLst>
              <a:ext uri="{FF2B5EF4-FFF2-40B4-BE49-F238E27FC236}">
                <a16:creationId xmlns:a16="http://schemas.microsoft.com/office/drawing/2014/main" id="{CC8763F0-432F-7BA5-418C-3B9D42D117D8}"/>
              </a:ext>
            </a:extLst>
          </p:cNvPr>
          <p:cNvPicPr>
            <a:picLocks noChangeAspect="1"/>
          </p:cNvPicPr>
          <p:nvPr/>
        </p:nvPicPr>
        <p:blipFill>
          <a:blip r:embed="rId3"/>
          <a:stretch>
            <a:fillRect/>
          </a:stretch>
        </p:blipFill>
        <p:spPr>
          <a:xfrm>
            <a:off x="485949" y="2039592"/>
            <a:ext cx="5676900" cy="314325"/>
          </a:xfrm>
          <a:prstGeom prst="rect">
            <a:avLst/>
          </a:prstGeom>
        </p:spPr>
      </p:pic>
      <p:pic>
        <p:nvPicPr>
          <p:cNvPr id="55" name="Picture 54">
            <a:extLst>
              <a:ext uri="{FF2B5EF4-FFF2-40B4-BE49-F238E27FC236}">
                <a16:creationId xmlns:a16="http://schemas.microsoft.com/office/drawing/2014/main" id="{A2655792-C1CC-BA3E-AF58-D499B28D2381}"/>
              </a:ext>
            </a:extLst>
          </p:cNvPr>
          <p:cNvPicPr>
            <a:picLocks noChangeAspect="1"/>
          </p:cNvPicPr>
          <p:nvPr/>
        </p:nvPicPr>
        <p:blipFill>
          <a:blip r:embed="rId4"/>
          <a:stretch>
            <a:fillRect/>
          </a:stretch>
        </p:blipFill>
        <p:spPr>
          <a:xfrm>
            <a:off x="471206" y="3352821"/>
            <a:ext cx="5353050" cy="295275"/>
          </a:xfrm>
          <a:prstGeom prst="rect">
            <a:avLst/>
          </a:prstGeom>
        </p:spPr>
      </p:pic>
      <p:grpSp>
        <p:nvGrpSpPr>
          <p:cNvPr id="11" name="Group 10">
            <a:extLst>
              <a:ext uri="{FF2B5EF4-FFF2-40B4-BE49-F238E27FC236}">
                <a16:creationId xmlns:a16="http://schemas.microsoft.com/office/drawing/2014/main" id="{411EF724-BD1B-1C98-5B1F-12836CC7CD7C}"/>
              </a:ext>
            </a:extLst>
          </p:cNvPr>
          <p:cNvGrpSpPr/>
          <p:nvPr/>
        </p:nvGrpSpPr>
        <p:grpSpPr>
          <a:xfrm>
            <a:off x="6300192" y="1976176"/>
            <a:ext cx="2267755" cy="441156"/>
            <a:chOff x="6300192" y="1976176"/>
            <a:chExt cx="2267755" cy="441156"/>
          </a:xfrm>
        </p:grpSpPr>
        <p:grpSp>
          <p:nvGrpSpPr>
            <p:cNvPr id="2" name="Group 1">
              <a:extLst>
                <a:ext uri="{FF2B5EF4-FFF2-40B4-BE49-F238E27FC236}">
                  <a16:creationId xmlns:a16="http://schemas.microsoft.com/office/drawing/2014/main" id="{D9043180-D6B2-EDDC-918E-493C994DDAB7}"/>
                </a:ext>
              </a:extLst>
            </p:cNvPr>
            <p:cNvGrpSpPr/>
            <p:nvPr/>
          </p:nvGrpSpPr>
          <p:grpSpPr>
            <a:xfrm>
              <a:off x="6300192" y="1976176"/>
              <a:ext cx="2267755" cy="441156"/>
              <a:chOff x="445135" y="2055806"/>
              <a:chExt cx="2267755" cy="441156"/>
            </a:xfrm>
          </p:grpSpPr>
          <p:sp>
            <p:nvSpPr>
              <p:cNvPr id="56" name="Rectangle 55">
                <a:extLst>
                  <a:ext uri="{FF2B5EF4-FFF2-40B4-BE49-F238E27FC236}">
                    <a16:creationId xmlns:a16="http://schemas.microsoft.com/office/drawing/2014/main" id="{BF35A8F7-F2F2-AE00-0250-10513E0844AB}"/>
                  </a:ext>
                </a:extLst>
              </p:cNvPr>
              <p:cNvSpPr/>
              <p:nvPr/>
            </p:nvSpPr>
            <p:spPr>
              <a:xfrm>
                <a:off x="445135" y="2055806"/>
                <a:ext cx="2267755" cy="432048"/>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grpSp>
            <p:nvGrpSpPr>
              <p:cNvPr id="14" name="Group 13">
                <a:extLst>
                  <a:ext uri="{FF2B5EF4-FFF2-40B4-BE49-F238E27FC236}">
                    <a16:creationId xmlns:a16="http://schemas.microsoft.com/office/drawing/2014/main" id="{8F91C336-15E6-59C0-99C5-F1145D37770E}"/>
                  </a:ext>
                </a:extLst>
              </p:cNvPr>
              <p:cNvGrpSpPr/>
              <p:nvPr/>
            </p:nvGrpSpPr>
            <p:grpSpPr>
              <a:xfrm>
                <a:off x="773298" y="2096852"/>
                <a:ext cx="1566454" cy="400110"/>
                <a:chOff x="1187624" y="2924944"/>
                <a:chExt cx="1566454" cy="400110"/>
              </a:xfrm>
            </p:grpSpPr>
            <p:cxnSp>
              <p:nvCxnSpPr>
                <p:cNvPr id="15" name="Straight Connector 14">
                  <a:extLst>
                    <a:ext uri="{FF2B5EF4-FFF2-40B4-BE49-F238E27FC236}">
                      <a16:creationId xmlns:a16="http://schemas.microsoft.com/office/drawing/2014/main" id="{B25043CA-B23A-9DA9-FC1E-0F985CB5FF09}"/>
                    </a:ext>
                  </a:extLst>
                </p:cNvPr>
                <p:cNvCxnSpPr>
                  <a:cxnSpLocks/>
                </p:cNvCxnSpPr>
                <p:nvPr/>
              </p:nvCxnSpPr>
              <p:spPr>
                <a:xfrm>
                  <a:off x="1288226" y="2927628"/>
                  <a:ext cx="288032" cy="0"/>
                </a:xfrm>
                <a:prstGeom prst="line">
                  <a:avLst/>
                </a:prstGeom>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81371471-81B4-286B-F174-2E79C8E3DB2F}"/>
                    </a:ext>
                  </a:extLst>
                </p:cNvPr>
                <p:cNvSpPr txBox="1"/>
                <p:nvPr/>
              </p:nvSpPr>
              <p:spPr>
                <a:xfrm>
                  <a:off x="1187624" y="2924944"/>
                  <a:ext cx="1566454" cy="400110"/>
                </a:xfrm>
                <a:prstGeom prst="rect">
                  <a:avLst/>
                </a:prstGeom>
                <a:noFill/>
              </p:spPr>
              <p:txBody>
                <a:bodyPr wrap="none" rtlCol="0">
                  <a:spAutoFit/>
                </a:bodyPr>
                <a:lstStyle/>
                <a:p>
                  <a:r>
                    <a:rPr lang="en-MY" dirty="0"/>
                    <a:t>BA = A  + B</a:t>
                  </a:r>
                </a:p>
              </p:txBody>
            </p:sp>
          </p:grpSp>
        </p:grpSp>
        <p:cxnSp>
          <p:nvCxnSpPr>
            <p:cNvPr id="9" name="Straight Connector 8">
              <a:extLst>
                <a:ext uri="{FF2B5EF4-FFF2-40B4-BE49-F238E27FC236}">
                  <a16:creationId xmlns:a16="http://schemas.microsoft.com/office/drawing/2014/main" id="{40A17545-7FD8-69B8-0C17-1AC7FFA792B2}"/>
                </a:ext>
              </a:extLst>
            </p:cNvPr>
            <p:cNvCxnSpPr>
              <a:cxnSpLocks/>
            </p:cNvCxnSpPr>
            <p:nvPr/>
          </p:nvCxnSpPr>
          <p:spPr>
            <a:xfrm>
              <a:off x="7315363" y="2047235"/>
              <a:ext cx="216024"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4D99880C-EDDF-7D54-32D7-8AA236E96FE1}"/>
                </a:ext>
              </a:extLst>
            </p:cNvPr>
            <p:cNvCxnSpPr>
              <a:cxnSpLocks/>
            </p:cNvCxnSpPr>
            <p:nvPr/>
          </p:nvCxnSpPr>
          <p:spPr>
            <a:xfrm>
              <a:off x="7884368" y="2047235"/>
              <a:ext cx="216024" cy="0"/>
            </a:xfrm>
            <a:prstGeom prst="line">
              <a:avLst/>
            </a:prstGeom>
          </p:spPr>
          <p:style>
            <a:lnRef idx="1">
              <a:schemeClr val="dk1"/>
            </a:lnRef>
            <a:fillRef idx="0">
              <a:schemeClr val="dk1"/>
            </a:fillRef>
            <a:effectRef idx="0">
              <a:schemeClr val="dk1"/>
            </a:effectRef>
            <a:fontRef idx="minor">
              <a:schemeClr val="tx1"/>
            </a:fontRef>
          </p:style>
        </p:cxnSp>
      </p:grpSp>
      <p:sp>
        <p:nvSpPr>
          <p:cNvPr id="20" name="Slide Number Placeholder 19">
            <a:extLst>
              <a:ext uri="{FF2B5EF4-FFF2-40B4-BE49-F238E27FC236}">
                <a16:creationId xmlns:a16="http://schemas.microsoft.com/office/drawing/2014/main" id="{82F756AC-697E-D38B-0B1A-0DCCE58CB4E4}"/>
              </a:ext>
            </a:extLst>
          </p:cNvPr>
          <p:cNvSpPr>
            <a:spLocks noGrp="1"/>
          </p:cNvSpPr>
          <p:nvPr>
            <p:ph type="sldNum" sz="quarter" idx="12"/>
          </p:nvPr>
        </p:nvSpPr>
        <p:spPr/>
        <p:txBody>
          <a:bodyPr/>
          <a:lstStyle/>
          <a:p>
            <a:pPr>
              <a:defRPr/>
            </a:pPr>
            <a:fld id="{28588503-611C-4314-9367-E0668E948370}" type="slidenum">
              <a:rPr lang="en-US" altLang="en-US" smtClean="0"/>
              <a:pPr>
                <a:defRPr/>
              </a:pPr>
              <a:t>15</a:t>
            </a:fld>
            <a:endParaRPr lang="en-US" altLang="en-US"/>
          </a:p>
        </p:txBody>
      </p:sp>
    </p:spTree>
    <p:extLst>
      <p:ext uri="{BB962C8B-B14F-4D97-AF65-F5344CB8AC3E}">
        <p14:creationId xmlns:p14="http://schemas.microsoft.com/office/powerpoint/2010/main" val="202203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1000"/>
                                        <p:tgtEl>
                                          <p:spTgt spid="53"/>
                                        </p:tgtEl>
                                      </p:cBhvr>
                                    </p:animEffect>
                                    <p:anim calcmode="lin" valueType="num">
                                      <p:cBhvr>
                                        <p:cTn id="20" dur="1000" fill="hold"/>
                                        <p:tgtEl>
                                          <p:spTgt spid="53"/>
                                        </p:tgtEl>
                                        <p:attrNameLst>
                                          <p:attrName>ppt_x</p:attrName>
                                        </p:attrNameLst>
                                      </p:cBhvr>
                                      <p:tavLst>
                                        <p:tav tm="0">
                                          <p:val>
                                            <p:strVal val="#ppt_x"/>
                                          </p:val>
                                        </p:tav>
                                        <p:tav tm="100000">
                                          <p:val>
                                            <p:strVal val="#ppt_x"/>
                                          </p:val>
                                        </p:tav>
                                      </p:tavLst>
                                    </p:anim>
                                    <p:anim calcmode="lin" valueType="num">
                                      <p:cBhvr>
                                        <p:cTn id="21" dur="1000" fill="hold"/>
                                        <p:tgtEl>
                                          <p:spTgt spid="53"/>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additive="base">
                                        <p:cTn id="31" dur="500" fill="hold"/>
                                        <p:tgtEl>
                                          <p:spTgt spid="24"/>
                                        </p:tgtEl>
                                        <p:attrNameLst>
                                          <p:attrName>ppt_x</p:attrName>
                                        </p:attrNameLst>
                                      </p:cBhvr>
                                      <p:tavLst>
                                        <p:tav tm="0">
                                          <p:val>
                                            <p:strVal val="#ppt_x"/>
                                          </p:val>
                                        </p:tav>
                                        <p:tav tm="100000">
                                          <p:val>
                                            <p:strVal val="#ppt_x"/>
                                          </p:val>
                                        </p:tav>
                                      </p:tavLst>
                                    </p:anim>
                                    <p:anim calcmode="lin" valueType="num">
                                      <p:cBhvr additive="base">
                                        <p:cTn id="3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1000"/>
                                        <p:tgtEl>
                                          <p:spTgt spid="5"/>
                                        </p:tgtEl>
                                      </p:cBhvr>
                                    </p:animEffect>
                                    <p:anim calcmode="lin" valueType="num">
                                      <p:cBhvr>
                                        <p:cTn id="38" dur="1000" fill="hold"/>
                                        <p:tgtEl>
                                          <p:spTgt spid="5"/>
                                        </p:tgtEl>
                                        <p:attrNameLst>
                                          <p:attrName>ppt_x</p:attrName>
                                        </p:attrNameLst>
                                      </p:cBhvr>
                                      <p:tavLst>
                                        <p:tav tm="0">
                                          <p:val>
                                            <p:strVal val="#ppt_x"/>
                                          </p:val>
                                        </p:tav>
                                        <p:tav tm="100000">
                                          <p:val>
                                            <p:strVal val="#ppt_x"/>
                                          </p:val>
                                        </p:tav>
                                      </p:tavLst>
                                    </p:anim>
                                    <p:anim calcmode="lin" valueType="num">
                                      <p:cBhvr>
                                        <p:cTn id="3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1000"/>
                                        <p:tgtEl>
                                          <p:spTgt spid="7"/>
                                        </p:tgtEl>
                                      </p:cBhvr>
                                    </p:animEffect>
                                    <p:anim calcmode="lin" valueType="num">
                                      <p:cBhvr>
                                        <p:cTn id="45" dur="1000" fill="hold"/>
                                        <p:tgtEl>
                                          <p:spTgt spid="7"/>
                                        </p:tgtEl>
                                        <p:attrNameLst>
                                          <p:attrName>ppt_x</p:attrName>
                                        </p:attrNameLst>
                                      </p:cBhvr>
                                      <p:tavLst>
                                        <p:tav tm="0">
                                          <p:val>
                                            <p:strVal val="#ppt_x"/>
                                          </p:val>
                                        </p:tav>
                                        <p:tav tm="100000">
                                          <p:val>
                                            <p:strVal val="#ppt_x"/>
                                          </p:val>
                                        </p:tav>
                                      </p:tavLst>
                                    </p:anim>
                                    <p:anim calcmode="lin" valueType="num">
                                      <p:cBhvr>
                                        <p:cTn id="46" dur="1000" fill="hold"/>
                                        <p:tgtEl>
                                          <p:spTgt spid="7"/>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fade">
                                      <p:cBhvr>
                                        <p:cTn id="49" dur="1000"/>
                                        <p:tgtEl>
                                          <p:spTgt spid="55"/>
                                        </p:tgtEl>
                                      </p:cBhvr>
                                    </p:animEffect>
                                    <p:anim calcmode="lin" valueType="num">
                                      <p:cBhvr>
                                        <p:cTn id="50" dur="1000" fill="hold"/>
                                        <p:tgtEl>
                                          <p:spTgt spid="55"/>
                                        </p:tgtEl>
                                        <p:attrNameLst>
                                          <p:attrName>ppt_x</p:attrName>
                                        </p:attrNameLst>
                                      </p:cBhvr>
                                      <p:tavLst>
                                        <p:tav tm="0">
                                          <p:val>
                                            <p:strVal val="#ppt_x"/>
                                          </p:val>
                                        </p:tav>
                                        <p:tav tm="100000">
                                          <p:val>
                                            <p:strVal val="#ppt_x"/>
                                          </p:val>
                                        </p:tav>
                                      </p:tavLst>
                                    </p:anim>
                                    <p:anim calcmode="lin" valueType="num">
                                      <p:cBhvr>
                                        <p:cTn id="51"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fade">
                                      <p:cBhvr>
                                        <p:cTn id="56" dur="1000"/>
                                        <p:tgtEl>
                                          <p:spTgt spid="37"/>
                                        </p:tgtEl>
                                      </p:cBhvr>
                                    </p:animEffect>
                                    <p:anim calcmode="lin" valueType="num">
                                      <p:cBhvr>
                                        <p:cTn id="57" dur="1000" fill="hold"/>
                                        <p:tgtEl>
                                          <p:spTgt spid="37"/>
                                        </p:tgtEl>
                                        <p:attrNameLst>
                                          <p:attrName>ppt_x</p:attrName>
                                        </p:attrNameLst>
                                      </p:cBhvr>
                                      <p:tavLst>
                                        <p:tav tm="0">
                                          <p:val>
                                            <p:strVal val="#ppt_x"/>
                                          </p:val>
                                        </p:tav>
                                        <p:tav tm="100000">
                                          <p:val>
                                            <p:strVal val="#ppt_x"/>
                                          </p:val>
                                        </p:tav>
                                      </p:tavLst>
                                    </p:anim>
                                    <p:anim calcmode="lin" valueType="num">
                                      <p:cBhvr>
                                        <p:cTn id="58"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fade">
                                      <p:cBhvr>
                                        <p:cTn id="63" dur="1000"/>
                                        <p:tgtEl>
                                          <p:spTgt spid="8"/>
                                        </p:tgtEl>
                                      </p:cBhvr>
                                    </p:animEffect>
                                    <p:anim calcmode="lin" valueType="num">
                                      <p:cBhvr>
                                        <p:cTn id="64" dur="1000" fill="hold"/>
                                        <p:tgtEl>
                                          <p:spTgt spid="8"/>
                                        </p:tgtEl>
                                        <p:attrNameLst>
                                          <p:attrName>ppt_x</p:attrName>
                                        </p:attrNameLst>
                                      </p:cBhvr>
                                      <p:tavLst>
                                        <p:tav tm="0">
                                          <p:val>
                                            <p:strVal val="#ppt_x"/>
                                          </p:val>
                                        </p:tav>
                                        <p:tav tm="100000">
                                          <p:val>
                                            <p:strVal val="#ppt_x"/>
                                          </p:val>
                                        </p:tav>
                                      </p:tavLst>
                                    </p:anim>
                                    <p:anim calcmode="lin" valueType="num">
                                      <p:cBhvr>
                                        <p:cTn id="65" dur="1000" fill="hold"/>
                                        <p:tgtEl>
                                          <p:spTgt spid="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51"/>
                                        </p:tgtEl>
                                        <p:attrNameLst>
                                          <p:attrName>style.visibility</p:attrName>
                                        </p:attrNameLst>
                                      </p:cBhvr>
                                      <p:to>
                                        <p:strVal val="visible"/>
                                      </p:to>
                                    </p:set>
                                    <p:animEffect transition="in" filter="fade">
                                      <p:cBhvr>
                                        <p:cTn id="68" dur="1000"/>
                                        <p:tgtEl>
                                          <p:spTgt spid="51"/>
                                        </p:tgtEl>
                                      </p:cBhvr>
                                    </p:animEffect>
                                    <p:anim calcmode="lin" valueType="num">
                                      <p:cBhvr>
                                        <p:cTn id="69" dur="1000" fill="hold"/>
                                        <p:tgtEl>
                                          <p:spTgt spid="51"/>
                                        </p:tgtEl>
                                        <p:attrNameLst>
                                          <p:attrName>ppt_x</p:attrName>
                                        </p:attrNameLst>
                                      </p:cBhvr>
                                      <p:tavLst>
                                        <p:tav tm="0">
                                          <p:val>
                                            <p:strVal val="#ppt_x"/>
                                          </p:val>
                                        </p:tav>
                                        <p:tav tm="100000">
                                          <p:val>
                                            <p:strVal val="#ppt_x"/>
                                          </p:val>
                                        </p:tav>
                                      </p:tavLst>
                                    </p:anim>
                                    <p:anim calcmode="lin" valueType="num">
                                      <p:cBhvr>
                                        <p:cTn id="70"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1000"/>
                                        <p:tgtEl>
                                          <p:spTgt spid="43"/>
                                        </p:tgtEl>
                                      </p:cBhvr>
                                    </p:animEffect>
                                    <p:anim calcmode="lin" valueType="num">
                                      <p:cBhvr>
                                        <p:cTn id="76" dur="1000" fill="hold"/>
                                        <p:tgtEl>
                                          <p:spTgt spid="43"/>
                                        </p:tgtEl>
                                        <p:attrNameLst>
                                          <p:attrName>ppt_x</p:attrName>
                                        </p:attrNameLst>
                                      </p:cBhvr>
                                      <p:tavLst>
                                        <p:tav tm="0">
                                          <p:val>
                                            <p:strVal val="#ppt_x"/>
                                          </p:val>
                                        </p:tav>
                                        <p:tav tm="100000">
                                          <p:val>
                                            <p:strVal val="#ppt_x"/>
                                          </p:val>
                                        </p:tav>
                                      </p:tavLst>
                                    </p:anim>
                                    <p:anim calcmode="lin" valueType="num">
                                      <p:cBhvr>
                                        <p:cTn id="77"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4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9A2214-A51A-C80B-64E1-DC7209F115D0}"/>
              </a:ext>
            </a:extLst>
          </p:cNvPr>
          <p:cNvSpPr/>
          <p:nvPr/>
        </p:nvSpPr>
        <p:spPr>
          <a:xfrm>
            <a:off x="3240382" y="3325228"/>
            <a:ext cx="1103732" cy="43512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Rectangle 8">
            <a:extLst>
              <a:ext uri="{FF2B5EF4-FFF2-40B4-BE49-F238E27FC236}">
                <a16:creationId xmlns:a16="http://schemas.microsoft.com/office/drawing/2014/main" id="{670BE26D-C283-C871-FDB4-1D66B07D0CDA}"/>
              </a:ext>
            </a:extLst>
          </p:cNvPr>
          <p:cNvSpPr/>
          <p:nvPr/>
        </p:nvSpPr>
        <p:spPr>
          <a:xfrm>
            <a:off x="1019996" y="3325228"/>
            <a:ext cx="1103732" cy="43512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Title 1">
            <a:extLst>
              <a:ext uri="{FF2B5EF4-FFF2-40B4-BE49-F238E27FC236}">
                <a16:creationId xmlns:a16="http://schemas.microsoft.com/office/drawing/2014/main" id="{484DF874-F958-EEBE-1D27-F0077ADCE3DD}"/>
              </a:ext>
            </a:extLst>
          </p:cNvPr>
          <p:cNvSpPr>
            <a:spLocks noGrp="1"/>
          </p:cNvSpPr>
          <p:nvPr>
            <p:ph type="title"/>
          </p:nvPr>
        </p:nvSpPr>
        <p:spPr>
          <a:xfrm>
            <a:off x="609599" y="609600"/>
            <a:ext cx="4394449" cy="731168"/>
          </a:xfrm>
        </p:spPr>
        <p:txBody>
          <a:bodyPr>
            <a:normAutofit fontScale="90000"/>
          </a:bodyPr>
          <a:lstStyle/>
          <a:p>
            <a:r>
              <a:rPr lang="en-MY" sz="2800" dirty="0"/>
              <a:t>Simplifying expressions #2</a:t>
            </a:r>
          </a:p>
        </p:txBody>
      </p:sp>
      <p:sp>
        <p:nvSpPr>
          <p:cNvPr id="3" name="Content Placeholder 2">
            <a:extLst>
              <a:ext uri="{FF2B5EF4-FFF2-40B4-BE49-F238E27FC236}">
                <a16:creationId xmlns:a16="http://schemas.microsoft.com/office/drawing/2014/main" id="{E6011968-1774-9994-B720-914EBDD2E445}"/>
              </a:ext>
            </a:extLst>
          </p:cNvPr>
          <p:cNvSpPr>
            <a:spLocks noGrp="1"/>
          </p:cNvSpPr>
          <p:nvPr>
            <p:ph idx="1"/>
          </p:nvPr>
        </p:nvSpPr>
        <p:spPr/>
        <p:txBody>
          <a:bodyPr>
            <a:normAutofit/>
          </a:bodyPr>
          <a:lstStyle/>
          <a:p>
            <a:pPr marL="0" indent="0">
              <a:buNone/>
            </a:pPr>
            <a:r>
              <a:rPr lang="en-MY" sz="2800" dirty="0"/>
              <a:t>Simplify (X + Y) (Y + Z) (Y + X) </a:t>
            </a:r>
          </a:p>
        </p:txBody>
      </p:sp>
      <p:sp>
        <p:nvSpPr>
          <p:cNvPr id="4" name="TextBox 3">
            <a:extLst>
              <a:ext uri="{FF2B5EF4-FFF2-40B4-BE49-F238E27FC236}">
                <a16:creationId xmlns:a16="http://schemas.microsoft.com/office/drawing/2014/main" id="{57D09A29-1D6A-ACF9-37FE-97E588C4302D}"/>
              </a:ext>
            </a:extLst>
          </p:cNvPr>
          <p:cNvSpPr txBox="1"/>
          <p:nvPr/>
        </p:nvSpPr>
        <p:spPr>
          <a:xfrm>
            <a:off x="1019996" y="2636912"/>
            <a:ext cx="3400290" cy="461665"/>
          </a:xfrm>
          <a:prstGeom prst="rect">
            <a:avLst/>
          </a:prstGeom>
          <a:noFill/>
        </p:spPr>
        <p:txBody>
          <a:bodyPr wrap="none" rtlCol="0">
            <a:spAutoFit/>
          </a:bodyPr>
          <a:lstStyle/>
          <a:p>
            <a:r>
              <a:rPr lang="en-MY" sz="2400" dirty="0">
                <a:solidFill>
                  <a:schemeClr val="accent1"/>
                </a:solidFill>
              </a:rPr>
              <a:t>(Y + X) (Y + Z) (Y + X)</a:t>
            </a:r>
          </a:p>
        </p:txBody>
      </p:sp>
      <p:sp>
        <p:nvSpPr>
          <p:cNvPr id="5" name="TextBox 4">
            <a:extLst>
              <a:ext uri="{FF2B5EF4-FFF2-40B4-BE49-F238E27FC236}">
                <a16:creationId xmlns:a16="http://schemas.microsoft.com/office/drawing/2014/main" id="{439A1FD9-844D-EF09-8D0E-40592D0930C2}"/>
              </a:ext>
            </a:extLst>
          </p:cNvPr>
          <p:cNvSpPr txBox="1"/>
          <p:nvPr/>
        </p:nvSpPr>
        <p:spPr>
          <a:xfrm>
            <a:off x="1019996" y="3925561"/>
            <a:ext cx="2390398" cy="461665"/>
          </a:xfrm>
          <a:prstGeom prst="rect">
            <a:avLst/>
          </a:prstGeom>
          <a:noFill/>
        </p:spPr>
        <p:txBody>
          <a:bodyPr wrap="none" rtlCol="0">
            <a:spAutoFit/>
          </a:bodyPr>
          <a:lstStyle/>
          <a:p>
            <a:r>
              <a:rPr lang="en-MY" sz="2400" dirty="0">
                <a:solidFill>
                  <a:schemeClr val="accent1"/>
                </a:solidFill>
              </a:rPr>
              <a:t>(Y + X) (Y + Z) </a:t>
            </a:r>
          </a:p>
        </p:txBody>
      </p:sp>
      <p:sp>
        <p:nvSpPr>
          <p:cNvPr id="7" name="TextBox 6">
            <a:extLst>
              <a:ext uri="{FF2B5EF4-FFF2-40B4-BE49-F238E27FC236}">
                <a16:creationId xmlns:a16="http://schemas.microsoft.com/office/drawing/2014/main" id="{28F14FA2-977C-6EBD-AF15-6381D0778682}"/>
              </a:ext>
            </a:extLst>
          </p:cNvPr>
          <p:cNvSpPr txBox="1"/>
          <p:nvPr/>
        </p:nvSpPr>
        <p:spPr>
          <a:xfrm>
            <a:off x="4688632" y="2698467"/>
            <a:ext cx="3451907" cy="400110"/>
          </a:xfrm>
          <a:prstGeom prst="rect">
            <a:avLst/>
          </a:prstGeom>
          <a:noFill/>
        </p:spPr>
        <p:txBody>
          <a:bodyPr wrap="none" rtlCol="0">
            <a:spAutoFit/>
          </a:bodyPr>
          <a:lstStyle/>
          <a:p>
            <a:r>
              <a:rPr lang="en-MY" dirty="0"/>
              <a:t>1. Re-arrange the expression</a:t>
            </a:r>
          </a:p>
        </p:txBody>
      </p:sp>
      <p:sp>
        <p:nvSpPr>
          <p:cNvPr id="8" name="TextBox 7">
            <a:extLst>
              <a:ext uri="{FF2B5EF4-FFF2-40B4-BE49-F238E27FC236}">
                <a16:creationId xmlns:a16="http://schemas.microsoft.com/office/drawing/2014/main" id="{6344A17F-3C2A-1645-393A-6291DE189A5E}"/>
              </a:ext>
            </a:extLst>
          </p:cNvPr>
          <p:cNvSpPr txBox="1"/>
          <p:nvPr/>
        </p:nvSpPr>
        <p:spPr>
          <a:xfrm>
            <a:off x="949192" y="3281236"/>
            <a:ext cx="3400290" cy="461665"/>
          </a:xfrm>
          <a:prstGeom prst="rect">
            <a:avLst/>
          </a:prstGeom>
          <a:noFill/>
        </p:spPr>
        <p:txBody>
          <a:bodyPr wrap="none" rtlCol="0">
            <a:spAutoFit/>
          </a:bodyPr>
          <a:lstStyle/>
          <a:p>
            <a:r>
              <a:rPr lang="en-MY" sz="2400" dirty="0">
                <a:solidFill>
                  <a:schemeClr val="accent1"/>
                </a:solidFill>
              </a:rPr>
              <a:t>(Y + X) (Y + Z) (Y + X)</a:t>
            </a:r>
          </a:p>
        </p:txBody>
      </p:sp>
      <p:sp>
        <p:nvSpPr>
          <p:cNvPr id="11" name="Multiplication Sign 10">
            <a:extLst>
              <a:ext uri="{FF2B5EF4-FFF2-40B4-BE49-F238E27FC236}">
                <a16:creationId xmlns:a16="http://schemas.microsoft.com/office/drawing/2014/main" id="{C6746C44-0AE4-9DBD-C9F7-A5617C8C9BB7}"/>
              </a:ext>
            </a:extLst>
          </p:cNvPr>
          <p:cNvSpPr/>
          <p:nvPr/>
        </p:nvSpPr>
        <p:spPr>
          <a:xfrm>
            <a:off x="3432208" y="3223574"/>
            <a:ext cx="720080" cy="619382"/>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 name="TextBox 11">
            <a:extLst>
              <a:ext uri="{FF2B5EF4-FFF2-40B4-BE49-F238E27FC236}">
                <a16:creationId xmlns:a16="http://schemas.microsoft.com/office/drawing/2014/main" id="{5B9BE86B-B8A3-8CD3-92E5-33F88B9B07F1}"/>
              </a:ext>
            </a:extLst>
          </p:cNvPr>
          <p:cNvSpPr txBox="1"/>
          <p:nvPr/>
        </p:nvSpPr>
        <p:spPr>
          <a:xfrm>
            <a:off x="4720493" y="3325228"/>
            <a:ext cx="4488152" cy="400110"/>
          </a:xfrm>
          <a:prstGeom prst="rect">
            <a:avLst/>
          </a:prstGeom>
          <a:noFill/>
        </p:spPr>
        <p:txBody>
          <a:bodyPr wrap="none" rtlCol="0">
            <a:spAutoFit/>
          </a:bodyPr>
          <a:lstStyle/>
          <a:p>
            <a:r>
              <a:rPr lang="en-MY" dirty="0"/>
              <a:t>2. Eliminate the repetitive expressions</a:t>
            </a:r>
          </a:p>
        </p:txBody>
      </p:sp>
      <p:sp>
        <p:nvSpPr>
          <p:cNvPr id="13" name="TextBox 12">
            <a:extLst>
              <a:ext uri="{FF2B5EF4-FFF2-40B4-BE49-F238E27FC236}">
                <a16:creationId xmlns:a16="http://schemas.microsoft.com/office/drawing/2014/main" id="{41E0AA0A-60E0-A30F-F6DE-E2607BD5C29F}"/>
              </a:ext>
            </a:extLst>
          </p:cNvPr>
          <p:cNvSpPr txBox="1"/>
          <p:nvPr/>
        </p:nvSpPr>
        <p:spPr>
          <a:xfrm>
            <a:off x="3432208" y="3997725"/>
            <a:ext cx="3201069" cy="400110"/>
          </a:xfrm>
          <a:prstGeom prst="rect">
            <a:avLst/>
          </a:prstGeom>
          <a:noFill/>
        </p:spPr>
        <p:txBody>
          <a:bodyPr wrap="none" rtlCol="0">
            <a:spAutoFit/>
          </a:bodyPr>
          <a:lstStyle/>
          <a:p>
            <a:r>
              <a:rPr lang="en-MY" dirty="0"/>
              <a:t>3. Simplify the expressions</a:t>
            </a:r>
          </a:p>
        </p:txBody>
      </p:sp>
      <p:graphicFrame>
        <p:nvGraphicFramePr>
          <p:cNvPr id="14" name="Table 13">
            <a:extLst>
              <a:ext uri="{FF2B5EF4-FFF2-40B4-BE49-F238E27FC236}">
                <a16:creationId xmlns:a16="http://schemas.microsoft.com/office/drawing/2014/main" id="{009D295F-BB3A-08BA-8127-48B2041D9A78}"/>
              </a:ext>
            </a:extLst>
          </p:cNvPr>
          <p:cNvGraphicFramePr>
            <a:graphicFrameLocks noGrp="1"/>
          </p:cNvGraphicFramePr>
          <p:nvPr>
            <p:extLst>
              <p:ext uri="{D42A27DB-BD31-4B8C-83A1-F6EECF244321}">
                <p14:modId xmlns:p14="http://schemas.microsoft.com/office/powerpoint/2010/main" val="3945631420"/>
              </p:ext>
            </p:extLst>
          </p:nvPr>
        </p:nvGraphicFramePr>
        <p:xfrm>
          <a:off x="5148064" y="417857"/>
          <a:ext cx="3764951" cy="797560"/>
        </p:xfrm>
        <a:graphic>
          <a:graphicData uri="http://schemas.openxmlformats.org/drawingml/2006/table">
            <a:tbl>
              <a:tblPr firstRow="1" bandRow="1">
                <a:tableStyleId>{5940675A-B579-460E-94D1-54222C63F5DA}</a:tableStyleId>
              </a:tblPr>
              <a:tblGrid>
                <a:gridCol w="1099499">
                  <a:extLst>
                    <a:ext uri="{9D8B030D-6E8A-4147-A177-3AD203B41FA5}">
                      <a16:colId xmlns:a16="http://schemas.microsoft.com/office/drawing/2014/main" val="1169434100"/>
                    </a:ext>
                  </a:extLst>
                </a:gridCol>
                <a:gridCol w="1332726">
                  <a:extLst>
                    <a:ext uri="{9D8B030D-6E8A-4147-A177-3AD203B41FA5}">
                      <a16:colId xmlns:a16="http://schemas.microsoft.com/office/drawing/2014/main" val="2281303179"/>
                    </a:ext>
                  </a:extLst>
                </a:gridCol>
                <a:gridCol w="1332726">
                  <a:extLst>
                    <a:ext uri="{9D8B030D-6E8A-4147-A177-3AD203B41FA5}">
                      <a16:colId xmlns:a16="http://schemas.microsoft.com/office/drawing/2014/main" val="1228471194"/>
                    </a:ext>
                  </a:extLst>
                </a:gridCol>
              </a:tblGrid>
              <a:tr h="370840">
                <a:tc>
                  <a:txBody>
                    <a:bodyPr/>
                    <a:lstStyle/>
                    <a:p>
                      <a:endParaRPr lang="en-MY" sz="1100" dirty="0"/>
                    </a:p>
                  </a:txBody>
                  <a:tcPr/>
                </a:tc>
                <a:tc>
                  <a:txBody>
                    <a:bodyPr/>
                    <a:lstStyle/>
                    <a:p>
                      <a:pPr algn="ctr"/>
                      <a:r>
                        <a:rPr lang="en-MY" sz="1100" b="1" dirty="0"/>
                        <a:t>AND</a:t>
                      </a:r>
                    </a:p>
                  </a:txBody>
                  <a:tcPr anchor="ctr"/>
                </a:tc>
                <a:tc>
                  <a:txBody>
                    <a:bodyPr/>
                    <a:lstStyle/>
                    <a:p>
                      <a:pPr algn="ctr"/>
                      <a:r>
                        <a:rPr lang="en-MY" sz="1100" b="1" dirty="0"/>
                        <a:t>OR</a:t>
                      </a:r>
                    </a:p>
                  </a:txBody>
                  <a:tcPr anchor="ctr"/>
                </a:tc>
                <a:extLst>
                  <a:ext uri="{0D108BD9-81ED-4DB2-BD59-A6C34878D82A}">
                    <a16:rowId xmlns:a16="http://schemas.microsoft.com/office/drawing/2014/main" val="3419282049"/>
                  </a:ext>
                </a:extLst>
              </a:tr>
              <a:tr h="370840">
                <a:tc>
                  <a:txBody>
                    <a:bodyPr/>
                    <a:lstStyle/>
                    <a:p>
                      <a:r>
                        <a:rPr lang="en-MY" sz="1100" b="1" dirty="0"/>
                        <a:t>Commutative Laws </a:t>
                      </a:r>
                    </a:p>
                  </a:txBody>
                  <a:tcPr/>
                </a:tc>
                <a:tc>
                  <a:txBody>
                    <a:bodyPr/>
                    <a:lstStyle/>
                    <a:p>
                      <a:pPr algn="ctr"/>
                      <a:r>
                        <a:rPr lang="en-MY" sz="1100" dirty="0"/>
                        <a:t>A.B = B.A</a:t>
                      </a:r>
                    </a:p>
                  </a:txBody>
                  <a:tcPr anchor="ctr"/>
                </a:tc>
                <a:tc>
                  <a:txBody>
                    <a:bodyPr/>
                    <a:lstStyle/>
                    <a:p>
                      <a:pPr algn="ctr"/>
                      <a:r>
                        <a:rPr lang="en-MY" sz="1100" dirty="0"/>
                        <a:t>A + B = B + A</a:t>
                      </a:r>
                    </a:p>
                  </a:txBody>
                  <a:tcPr anchor="ctr"/>
                </a:tc>
                <a:extLst>
                  <a:ext uri="{0D108BD9-81ED-4DB2-BD59-A6C34878D82A}">
                    <a16:rowId xmlns:a16="http://schemas.microsoft.com/office/drawing/2014/main" val="2950044177"/>
                  </a:ext>
                </a:extLst>
              </a:tr>
            </a:tbl>
          </a:graphicData>
        </a:graphic>
      </p:graphicFrame>
      <p:sp>
        <p:nvSpPr>
          <p:cNvPr id="6" name="Slide Number Placeholder 5">
            <a:extLst>
              <a:ext uri="{FF2B5EF4-FFF2-40B4-BE49-F238E27FC236}">
                <a16:creationId xmlns:a16="http://schemas.microsoft.com/office/drawing/2014/main" id="{5ED44B8C-5360-D228-EED4-F2D26A2510D6}"/>
              </a:ext>
            </a:extLst>
          </p:cNvPr>
          <p:cNvSpPr>
            <a:spLocks noGrp="1"/>
          </p:cNvSpPr>
          <p:nvPr>
            <p:ph type="sldNum" sz="quarter" idx="12"/>
          </p:nvPr>
        </p:nvSpPr>
        <p:spPr/>
        <p:txBody>
          <a:bodyPr/>
          <a:lstStyle/>
          <a:p>
            <a:pPr>
              <a:defRPr/>
            </a:pPr>
            <a:fld id="{28588503-611C-4314-9367-E0668E948370}" type="slidenum">
              <a:rPr lang="en-US" altLang="en-US" smtClean="0"/>
              <a:pPr>
                <a:defRPr/>
              </a:pPr>
              <a:t>16</a:t>
            </a:fld>
            <a:endParaRPr lang="en-US" altLang="en-US"/>
          </a:p>
        </p:txBody>
      </p:sp>
    </p:spTree>
    <p:extLst>
      <p:ext uri="{BB962C8B-B14F-4D97-AF65-F5344CB8AC3E}">
        <p14:creationId xmlns:p14="http://schemas.microsoft.com/office/powerpoint/2010/main" val="2175687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ppt_x"/>
                                          </p:val>
                                        </p:tav>
                                        <p:tav tm="100000">
                                          <p:val>
                                            <p:strVal val="#ppt_x"/>
                                          </p:val>
                                        </p:tav>
                                      </p:tavLst>
                                    </p:anim>
                                    <p:anim calcmode="lin" valueType="num">
                                      <p:cBhvr additive="base">
                                        <p:cTn id="4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9" grpId="0" animBg="1"/>
      <p:bldP spid="4" grpId="0"/>
      <p:bldP spid="5" grpId="0"/>
      <p:bldP spid="7" grpId="0"/>
      <p:bldP spid="8" grpId="0"/>
      <p:bldP spid="11" grpId="0" animBg="1"/>
      <p:bldP spid="12"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7791AD9-3D97-2A2A-E5AB-4D7B0DF08F77}"/>
              </a:ext>
            </a:extLst>
          </p:cNvPr>
          <p:cNvSpPr/>
          <p:nvPr/>
        </p:nvSpPr>
        <p:spPr>
          <a:xfrm>
            <a:off x="924852" y="2516716"/>
            <a:ext cx="1872208" cy="576061"/>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Title 1">
            <a:extLst>
              <a:ext uri="{FF2B5EF4-FFF2-40B4-BE49-F238E27FC236}">
                <a16:creationId xmlns:a16="http://schemas.microsoft.com/office/drawing/2014/main" id="{69B18E80-45B5-5F0B-7B27-F39B9CE5B573}"/>
              </a:ext>
            </a:extLst>
          </p:cNvPr>
          <p:cNvSpPr>
            <a:spLocks noGrp="1"/>
          </p:cNvSpPr>
          <p:nvPr>
            <p:ph type="title"/>
          </p:nvPr>
        </p:nvSpPr>
        <p:spPr>
          <a:xfrm>
            <a:off x="609599" y="609600"/>
            <a:ext cx="4322441" cy="731168"/>
          </a:xfrm>
        </p:spPr>
        <p:txBody>
          <a:bodyPr>
            <a:noAutofit/>
          </a:bodyPr>
          <a:lstStyle/>
          <a:p>
            <a:r>
              <a:rPr lang="en-MY" sz="2800" dirty="0"/>
              <a:t>Simplifying expressions #3</a:t>
            </a:r>
          </a:p>
        </p:txBody>
      </p:sp>
      <p:sp>
        <p:nvSpPr>
          <p:cNvPr id="3" name="Content Placeholder 2">
            <a:extLst>
              <a:ext uri="{FF2B5EF4-FFF2-40B4-BE49-F238E27FC236}">
                <a16:creationId xmlns:a16="http://schemas.microsoft.com/office/drawing/2014/main" id="{8C225D9C-D3F2-831D-06C7-67627083E23B}"/>
              </a:ext>
            </a:extLst>
          </p:cNvPr>
          <p:cNvSpPr>
            <a:spLocks noGrp="1"/>
          </p:cNvSpPr>
          <p:nvPr>
            <p:ph idx="1"/>
          </p:nvPr>
        </p:nvSpPr>
        <p:spPr>
          <a:xfrm>
            <a:off x="609598" y="1484785"/>
            <a:ext cx="7686177" cy="797560"/>
          </a:xfrm>
        </p:spPr>
        <p:txBody>
          <a:bodyPr>
            <a:normAutofit lnSpcReduction="10000"/>
          </a:bodyPr>
          <a:lstStyle/>
          <a:p>
            <a:pPr marL="0" indent="0">
              <a:buNone/>
            </a:pPr>
            <a:r>
              <a:rPr lang="en-MY" sz="2400" dirty="0"/>
              <a:t>Simplify the following expressions according to the commutative law: </a:t>
            </a:r>
          </a:p>
        </p:txBody>
      </p:sp>
      <p:graphicFrame>
        <p:nvGraphicFramePr>
          <p:cNvPr id="10" name="Table 9">
            <a:extLst>
              <a:ext uri="{FF2B5EF4-FFF2-40B4-BE49-F238E27FC236}">
                <a16:creationId xmlns:a16="http://schemas.microsoft.com/office/drawing/2014/main" id="{668F2E99-46BD-BAF9-D742-26B6804859B0}"/>
              </a:ext>
            </a:extLst>
          </p:cNvPr>
          <p:cNvGraphicFramePr>
            <a:graphicFrameLocks noGrp="1"/>
          </p:cNvGraphicFramePr>
          <p:nvPr>
            <p:extLst>
              <p:ext uri="{D42A27DB-BD31-4B8C-83A1-F6EECF244321}">
                <p14:modId xmlns:p14="http://schemas.microsoft.com/office/powerpoint/2010/main" val="2306077812"/>
              </p:ext>
            </p:extLst>
          </p:nvPr>
        </p:nvGraphicFramePr>
        <p:xfrm>
          <a:off x="5148064" y="417857"/>
          <a:ext cx="3764951" cy="797560"/>
        </p:xfrm>
        <a:graphic>
          <a:graphicData uri="http://schemas.openxmlformats.org/drawingml/2006/table">
            <a:tbl>
              <a:tblPr firstRow="1" bandRow="1">
                <a:tableStyleId>{5940675A-B579-460E-94D1-54222C63F5DA}</a:tableStyleId>
              </a:tblPr>
              <a:tblGrid>
                <a:gridCol w="1099499">
                  <a:extLst>
                    <a:ext uri="{9D8B030D-6E8A-4147-A177-3AD203B41FA5}">
                      <a16:colId xmlns:a16="http://schemas.microsoft.com/office/drawing/2014/main" val="1169434100"/>
                    </a:ext>
                  </a:extLst>
                </a:gridCol>
                <a:gridCol w="1332726">
                  <a:extLst>
                    <a:ext uri="{9D8B030D-6E8A-4147-A177-3AD203B41FA5}">
                      <a16:colId xmlns:a16="http://schemas.microsoft.com/office/drawing/2014/main" val="2281303179"/>
                    </a:ext>
                  </a:extLst>
                </a:gridCol>
                <a:gridCol w="1332726">
                  <a:extLst>
                    <a:ext uri="{9D8B030D-6E8A-4147-A177-3AD203B41FA5}">
                      <a16:colId xmlns:a16="http://schemas.microsoft.com/office/drawing/2014/main" val="1228471194"/>
                    </a:ext>
                  </a:extLst>
                </a:gridCol>
              </a:tblGrid>
              <a:tr h="370840">
                <a:tc>
                  <a:txBody>
                    <a:bodyPr/>
                    <a:lstStyle/>
                    <a:p>
                      <a:endParaRPr lang="en-MY" sz="1100" dirty="0"/>
                    </a:p>
                  </a:txBody>
                  <a:tcPr/>
                </a:tc>
                <a:tc>
                  <a:txBody>
                    <a:bodyPr/>
                    <a:lstStyle/>
                    <a:p>
                      <a:pPr algn="ctr"/>
                      <a:r>
                        <a:rPr lang="en-MY" sz="1100" b="1" dirty="0"/>
                        <a:t>AND</a:t>
                      </a:r>
                    </a:p>
                  </a:txBody>
                  <a:tcPr anchor="ctr"/>
                </a:tc>
                <a:tc>
                  <a:txBody>
                    <a:bodyPr/>
                    <a:lstStyle/>
                    <a:p>
                      <a:pPr algn="ctr"/>
                      <a:r>
                        <a:rPr lang="en-MY" sz="1100" b="1" dirty="0"/>
                        <a:t>OR</a:t>
                      </a:r>
                    </a:p>
                  </a:txBody>
                  <a:tcPr anchor="ctr"/>
                </a:tc>
                <a:extLst>
                  <a:ext uri="{0D108BD9-81ED-4DB2-BD59-A6C34878D82A}">
                    <a16:rowId xmlns:a16="http://schemas.microsoft.com/office/drawing/2014/main" val="3419282049"/>
                  </a:ext>
                </a:extLst>
              </a:tr>
              <a:tr h="370840">
                <a:tc>
                  <a:txBody>
                    <a:bodyPr/>
                    <a:lstStyle/>
                    <a:p>
                      <a:r>
                        <a:rPr lang="en-MY" sz="1100" b="1" dirty="0"/>
                        <a:t>Commutative Laws </a:t>
                      </a:r>
                    </a:p>
                  </a:txBody>
                  <a:tcPr/>
                </a:tc>
                <a:tc>
                  <a:txBody>
                    <a:bodyPr/>
                    <a:lstStyle/>
                    <a:p>
                      <a:pPr algn="ctr"/>
                      <a:r>
                        <a:rPr lang="en-MY" sz="1100" dirty="0"/>
                        <a:t>A.B = B.A</a:t>
                      </a:r>
                    </a:p>
                  </a:txBody>
                  <a:tcPr anchor="ctr"/>
                </a:tc>
                <a:tc>
                  <a:txBody>
                    <a:bodyPr/>
                    <a:lstStyle/>
                    <a:p>
                      <a:pPr algn="ctr"/>
                      <a:r>
                        <a:rPr lang="en-MY" sz="1100" dirty="0"/>
                        <a:t>A + B = B + A</a:t>
                      </a:r>
                    </a:p>
                  </a:txBody>
                  <a:tcPr anchor="ctr"/>
                </a:tc>
                <a:extLst>
                  <a:ext uri="{0D108BD9-81ED-4DB2-BD59-A6C34878D82A}">
                    <a16:rowId xmlns:a16="http://schemas.microsoft.com/office/drawing/2014/main" val="2950044177"/>
                  </a:ext>
                </a:extLst>
              </a:tr>
            </a:tbl>
          </a:graphicData>
        </a:graphic>
      </p:graphicFrame>
      <p:grpSp>
        <p:nvGrpSpPr>
          <p:cNvPr id="32" name="Group 31">
            <a:extLst>
              <a:ext uri="{FF2B5EF4-FFF2-40B4-BE49-F238E27FC236}">
                <a16:creationId xmlns:a16="http://schemas.microsoft.com/office/drawing/2014/main" id="{5ECBB75D-F609-F1BA-01E3-149B34793693}"/>
              </a:ext>
            </a:extLst>
          </p:cNvPr>
          <p:cNvGrpSpPr/>
          <p:nvPr/>
        </p:nvGrpSpPr>
        <p:grpSpPr>
          <a:xfrm>
            <a:off x="847109" y="2572407"/>
            <a:ext cx="6532567" cy="400110"/>
            <a:chOff x="847109" y="2400189"/>
            <a:chExt cx="6532567" cy="400110"/>
          </a:xfrm>
        </p:grpSpPr>
        <p:cxnSp>
          <p:nvCxnSpPr>
            <p:cNvPr id="5" name="Straight Connector 4">
              <a:extLst>
                <a:ext uri="{FF2B5EF4-FFF2-40B4-BE49-F238E27FC236}">
                  <a16:creationId xmlns:a16="http://schemas.microsoft.com/office/drawing/2014/main" id="{DFCE1DB4-9293-ABC7-CE98-1ED700877590}"/>
                </a:ext>
              </a:extLst>
            </p:cNvPr>
            <p:cNvCxnSpPr>
              <a:cxnSpLocks/>
            </p:cNvCxnSpPr>
            <p:nvPr/>
          </p:nvCxnSpPr>
          <p:spPr>
            <a:xfrm>
              <a:off x="1066136" y="2442279"/>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663F19B8-F468-93AA-1C33-12151E77D539}"/>
                </a:ext>
              </a:extLst>
            </p:cNvPr>
            <p:cNvCxnSpPr>
              <a:cxnSpLocks/>
            </p:cNvCxnSpPr>
            <p:nvPr/>
          </p:nvCxnSpPr>
          <p:spPr>
            <a:xfrm>
              <a:off x="2555776" y="2420888"/>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3AF3D4B3-AA1B-0CE1-06A9-F1EC02DFF1F3}"/>
                </a:ext>
              </a:extLst>
            </p:cNvPr>
            <p:cNvCxnSpPr>
              <a:cxnSpLocks/>
            </p:cNvCxnSpPr>
            <p:nvPr/>
          </p:nvCxnSpPr>
          <p:spPr>
            <a:xfrm>
              <a:off x="3851920" y="2436932"/>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4F7576C2-6F5F-81B7-A170-08ABB6CFA2DA}"/>
                </a:ext>
              </a:extLst>
            </p:cNvPr>
            <p:cNvCxnSpPr>
              <a:cxnSpLocks/>
            </p:cNvCxnSpPr>
            <p:nvPr/>
          </p:nvCxnSpPr>
          <p:spPr>
            <a:xfrm>
              <a:off x="4211960" y="2420888"/>
              <a:ext cx="144016" cy="0"/>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B9107C74-4F9C-B4AF-B411-6BD9330AD4C0}"/>
                </a:ext>
              </a:extLst>
            </p:cNvPr>
            <p:cNvSpPr txBox="1"/>
            <p:nvPr/>
          </p:nvSpPr>
          <p:spPr>
            <a:xfrm>
              <a:off x="847109" y="2400189"/>
              <a:ext cx="6532567" cy="400110"/>
            </a:xfrm>
            <a:prstGeom prst="rect">
              <a:avLst/>
            </a:prstGeom>
            <a:noFill/>
          </p:spPr>
          <p:txBody>
            <a:bodyPr wrap="square">
              <a:spAutoFit/>
            </a:bodyPr>
            <a:lstStyle/>
            <a:p>
              <a:r>
                <a:rPr lang="en-MY" sz="2000" dirty="0"/>
                <a:t>(A + D) (D + A) (B + E + A)(A + E + B)(A + B + C)</a:t>
              </a:r>
            </a:p>
          </p:txBody>
        </p:sp>
      </p:grpSp>
      <p:sp>
        <p:nvSpPr>
          <p:cNvPr id="16" name="Rectangle 15">
            <a:extLst>
              <a:ext uri="{FF2B5EF4-FFF2-40B4-BE49-F238E27FC236}">
                <a16:creationId xmlns:a16="http://schemas.microsoft.com/office/drawing/2014/main" id="{2EFB95C2-E517-E6DB-982F-F41A69824901}"/>
              </a:ext>
            </a:extLst>
          </p:cNvPr>
          <p:cNvSpPr/>
          <p:nvPr/>
        </p:nvSpPr>
        <p:spPr>
          <a:xfrm>
            <a:off x="3409224" y="3394396"/>
            <a:ext cx="2711043" cy="576061"/>
          </a:xfrm>
          <a:prstGeom prst="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35" name="Group 34">
            <a:extLst>
              <a:ext uri="{FF2B5EF4-FFF2-40B4-BE49-F238E27FC236}">
                <a16:creationId xmlns:a16="http://schemas.microsoft.com/office/drawing/2014/main" id="{2B5AC5E6-D228-6ACC-A74C-3D4607CDD188}"/>
              </a:ext>
            </a:extLst>
          </p:cNvPr>
          <p:cNvGrpSpPr/>
          <p:nvPr/>
        </p:nvGrpSpPr>
        <p:grpSpPr>
          <a:xfrm>
            <a:off x="1495817" y="3458797"/>
            <a:ext cx="6532567" cy="400110"/>
            <a:chOff x="847109" y="3871070"/>
            <a:chExt cx="6532567" cy="400110"/>
          </a:xfrm>
        </p:grpSpPr>
        <p:cxnSp>
          <p:nvCxnSpPr>
            <p:cNvPr id="17" name="Straight Connector 16">
              <a:extLst>
                <a:ext uri="{FF2B5EF4-FFF2-40B4-BE49-F238E27FC236}">
                  <a16:creationId xmlns:a16="http://schemas.microsoft.com/office/drawing/2014/main" id="{99233959-5A69-2843-2C90-BCE57F8B76C8}"/>
                </a:ext>
              </a:extLst>
            </p:cNvPr>
            <p:cNvCxnSpPr>
              <a:cxnSpLocks/>
            </p:cNvCxnSpPr>
            <p:nvPr/>
          </p:nvCxnSpPr>
          <p:spPr>
            <a:xfrm>
              <a:off x="1066136" y="391316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BC932585-56B9-DA24-FFCE-36C58E21F34F}"/>
                </a:ext>
              </a:extLst>
            </p:cNvPr>
            <p:cNvCxnSpPr>
              <a:cxnSpLocks/>
            </p:cNvCxnSpPr>
            <p:nvPr/>
          </p:nvCxnSpPr>
          <p:spPr>
            <a:xfrm>
              <a:off x="2555776" y="3891769"/>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2CC0600-F9D9-5D6C-7A7A-9AE205494DD6}"/>
                </a:ext>
              </a:extLst>
            </p:cNvPr>
            <p:cNvCxnSpPr>
              <a:cxnSpLocks/>
            </p:cNvCxnSpPr>
            <p:nvPr/>
          </p:nvCxnSpPr>
          <p:spPr>
            <a:xfrm>
              <a:off x="3851920" y="3907813"/>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5C2FD469-74BF-8D83-10CE-130922E43E39}"/>
                </a:ext>
              </a:extLst>
            </p:cNvPr>
            <p:cNvCxnSpPr>
              <a:cxnSpLocks/>
            </p:cNvCxnSpPr>
            <p:nvPr/>
          </p:nvCxnSpPr>
          <p:spPr>
            <a:xfrm>
              <a:off x="4211960" y="3891769"/>
              <a:ext cx="144016" cy="0"/>
            </a:xfrm>
            <a:prstGeom prst="line">
              <a:avLst/>
            </a:prstGeom>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AAC94FC4-3785-00EB-873B-247AAD76BE05}"/>
                </a:ext>
              </a:extLst>
            </p:cNvPr>
            <p:cNvSpPr txBox="1"/>
            <p:nvPr/>
          </p:nvSpPr>
          <p:spPr>
            <a:xfrm>
              <a:off x="847109" y="3871070"/>
              <a:ext cx="6532567" cy="400110"/>
            </a:xfrm>
            <a:prstGeom prst="rect">
              <a:avLst/>
            </a:prstGeom>
            <a:noFill/>
          </p:spPr>
          <p:txBody>
            <a:bodyPr wrap="square">
              <a:spAutoFit/>
            </a:bodyPr>
            <a:lstStyle/>
            <a:p>
              <a:r>
                <a:rPr lang="en-MY" sz="2000" dirty="0"/>
                <a:t>(A + D) (D + A) (B + E + A)(A + E + B)(A + B + C)</a:t>
              </a:r>
            </a:p>
          </p:txBody>
        </p:sp>
      </p:grpSp>
      <p:grpSp>
        <p:nvGrpSpPr>
          <p:cNvPr id="37" name="Group 36">
            <a:extLst>
              <a:ext uri="{FF2B5EF4-FFF2-40B4-BE49-F238E27FC236}">
                <a16:creationId xmlns:a16="http://schemas.microsoft.com/office/drawing/2014/main" id="{81D6D3F6-2DA1-0DE0-7501-456BE4BB620E}"/>
              </a:ext>
            </a:extLst>
          </p:cNvPr>
          <p:cNvGrpSpPr/>
          <p:nvPr/>
        </p:nvGrpSpPr>
        <p:grpSpPr>
          <a:xfrm>
            <a:off x="1444980" y="4397042"/>
            <a:ext cx="4135768" cy="400110"/>
            <a:chOff x="2288091" y="5071516"/>
            <a:chExt cx="4135768" cy="400110"/>
          </a:xfrm>
        </p:grpSpPr>
        <p:cxnSp>
          <p:nvCxnSpPr>
            <p:cNvPr id="24" name="Straight Connector 23">
              <a:extLst>
                <a:ext uri="{FF2B5EF4-FFF2-40B4-BE49-F238E27FC236}">
                  <a16:creationId xmlns:a16="http://schemas.microsoft.com/office/drawing/2014/main" id="{AE5E0DCB-D976-E760-C8CD-124A9F6BD46C}"/>
                </a:ext>
              </a:extLst>
            </p:cNvPr>
            <p:cNvCxnSpPr>
              <a:cxnSpLocks/>
            </p:cNvCxnSpPr>
            <p:nvPr/>
          </p:nvCxnSpPr>
          <p:spPr>
            <a:xfrm>
              <a:off x="2535527" y="5079157"/>
              <a:ext cx="91177" cy="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CFFC1839-0FD6-8CBB-88C0-E2C0E5B4DD0C}"/>
                </a:ext>
              </a:extLst>
            </p:cNvPr>
            <p:cNvCxnSpPr>
              <a:cxnSpLocks/>
            </p:cNvCxnSpPr>
            <p:nvPr/>
          </p:nvCxnSpPr>
          <p:spPr>
            <a:xfrm>
              <a:off x="4407097" y="5079157"/>
              <a:ext cx="91177" cy="0"/>
            </a:xfrm>
            <a:prstGeom prst="line">
              <a:avLst/>
            </a:prstGeom>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ED2EFB4A-D5E9-852D-D4F4-14C6EC90296F}"/>
                </a:ext>
              </a:extLst>
            </p:cNvPr>
            <p:cNvSpPr txBox="1"/>
            <p:nvPr/>
          </p:nvSpPr>
          <p:spPr>
            <a:xfrm>
              <a:off x="2288091" y="5071516"/>
              <a:ext cx="4135768" cy="400110"/>
            </a:xfrm>
            <a:prstGeom prst="rect">
              <a:avLst/>
            </a:prstGeom>
            <a:noFill/>
          </p:spPr>
          <p:txBody>
            <a:bodyPr wrap="square">
              <a:spAutoFit/>
            </a:bodyPr>
            <a:lstStyle/>
            <a:p>
              <a:r>
                <a:rPr lang="en-MY" sz="2000" dirty="0"/>
                <a:t>(A + D) (B + E + A)(A + B + C)</a:t>
              </a:r>
            </a:p>
          </p:txBody>
        </p:sp>
      </p:grpSp>
      <p:sp>
        <p:nvSpPr>
          <p:cNvPr id="4" name="Slide Number Placeholder 3">
            <a:extLst>
              <a:ext uri="{FF2B5EF4-FFF2-40B4-BE49-F238E27FC236}">
                <a16:creationId xmlns:a16="http://schemas.microsoft.com/office/drawing/2014/main" id="{2BAC53CD-4210-CF62-E24E-1463070FBB5C}"/>
              </a:ext>
            </a:extLst>
          </p:cNvPr>
          <p:cNvSpPr>
            <a:spLocks noGrp="1"/>
          </p:cNvSpPr>
          <p:nvPr>
            <p:ph type="sldNum" sz="quarter" idx="12"/>
          </p:nvPr>
        </p:nvSpPr>
        <p:spPr/>
        <p:txBody>
          <a:bodyPr/>
          <a:lstStyle/>
          <a:p>
            <a:pPr>
              <a:defRPr/>
            </a:pPr>
            <a:fld id="{28588503-611C-4314-9367-E0668E948370}" type="slidenum">
              <a:rPr lang="en-US" altLang="en-US" smtClean="0"/>
              <a:pPr>
                <a:defRPr/>
              </a:pPr>
              <a:t>17</a:t>
            </a:fld>
            <a:endParaRPr lang="en-US" altLang="en-US"/>
          </a:p>
        </p:txBody>
      </p:sp>
    </p:spTree>
    <p:extLst>
      <p:ext uri="{BB962C8B-B14F-4D97-AF65-F5344CB8AC3E}">
        <p14:creationId xmlns:p14="http://schemas.microsoft.com/office/powerpoint/2010/main" val="4284674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cBhvr additive="base">
                                        <p:cTn id="19" dur="500" fill="hold"/>
                                        <p:tgtEl>
                                          <p:spTgt spid="35"/>
                                        </p:tgtEl>
                                        <p:attrNameLst>
                                          <p:attrName>ppt_x</p:attrName>
                                        </p:attrNameLst>
                                      </p:cBhvr>
                                      <p:tavLst>
                                        <p:tav tm="0">
                                          <p:val>
                                            <p:strVal val="#ppt_x"/>
                                          </p:val>
                                        </p:tav>
                                        <p:tav tm="100000">
                                          <p:val>
                                            <p:strVal val="#ppt_x"/>
                                          </p:val>
                                        </p:tav>
                                      </p:tavLst>
                                    </p:anim>
                                    <p:anim calcmode="lin" valueType="num">
                                      <p:cBhvr additive="base">
                                        <p:cTn id="2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500" fill="hold"/>
                                        <p:tgtEl>
                                          <p:spTgt spid="37"/>
                                        </p:tgtEl>
                                        <p:attrNameLst>
                                          <p:attrName>ppt_x</p:attrName>
                                        </p:attrNameLst>
                                      </p:cBhvr>
                                      <p:tavLst>
                                        <p:tav tm="0">
                                          <p:val>
                                            <p:strVal val="#ppt_x"/>
                                          </p:val>
                                        </p:tav>
                                        <p:tav tm="100000">
                                          <p:val>
                                            <p:strVal val="#ppt_x"/>
                                          </p:val>
                                        </p:tav>
                                      </p:tavLst>
                                    </p:anim>
                                    <p:anim calcmode="lin" valueType="num">
                                      <p:cBhvr additive="base">
                                        <p:cTn id="32"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7B64E-8EF6-B728-8C5F-A3559D686032}"/>
              </a:ext>
            </a:extLst>
          </p:cNvPr>
          <p:cNvSpPr>
            <a:spLocks noGrp="1"/>
          </p:cNvSpPr>
          <p:nvPr>
            <p:ph type="title"/>
          </p:nvPr>
        </p:nvSpPr>
        <p:spPr>
          <a:xfrm>
            <a:off x="609599" y="609600"/>
            <a:ext cx="4466457" cy="731168"/>
          </a:xfrm>
        </p:spPr>
        <p:txBody>
          <a:bodyPr>
            <a:noAutofit/>
          </a:bodyPr>
          <a:lstStyle/>
          <a:p>
            <a:r>
              <a:rPr lang="en-MY" sz="2800" dirty="0"/>
              <a:t>Simplifying expressions #4</a:t>
            </a:r>
          </a:p>
        </p:txBody>
      </p:sp>
      <p:sp>
        <p:nvSpPr>
          <p:cNvPr id="3" name="Content Placeholder 2">
            <a:extLst>
              <a:ext uri="{FF2B5EF4-FFF2-40B4-BE49-F238E27FC236}">
                <a16:creationId xmlns:a16="http://schemas.microsoft.com/office/drawing/2014/main" id="{7B160452-CAD2-D15F-BDC9-79B6A8B937DB}"/>
              </a:ext>
            </a:extLst>
          </p:cNvPr>
          <p:cNvSpPr>
            <a:spLocks noGrp="1"/>
          </p:cNvSpPr>
          <p:nvPr>
            <p:ph idx="1"/>
          </p:nvPr>
        </p:nvSpPr>
        <p:spPr/>
        <p:txBody>
          <a:bodyPr/>
          <a:lstStyle/>
          <a:p>
            <a:pPr marL="0" indent="0">
              <a:buNone/>
            </a:pPr>
            <a:r>
              <a:rPr lang="en-MY" sz="1800" dirty="0"/>
              <a:t>Simplify the following expressions according to the commutative law: </a:t>
            </a:r>
          </a:p>
          <a:p>
            <a:pPr marL="0" indent="0">
              <a:buNone/>
            </a:pPr>
            <a:endParaRPr lang="en-MY" dirty="0"/>
          </a:p>
        </p:txBody>
      </p:sp>
      <p:graphicFrame>
        <p:nvGraphicFramePr>
          <p:cNvPr id="4" name="Table 3">
            <a:extLst>
              <a:ext uri="{FF2B5EF4-FFF2-40B4-BE49-F238E27FC236}">
                <a16:creationId xmlns:a16="http://schemas.microsoft.com/office/drawing/2014/main" id="{81068CCE-C22E-68E4-5079-BA6CE3593EA1}"/>
              </a:ext>
            </a:extLst>
          </p:cNvPr>
          <p:cNvGraphicFramePr>
            <a:graphicFrameLocks noGrp="1"/>
          </p:cNvGraphicFramePr>
          <p:nvPr>
            <p:extLst>
              <p:ext uri="{D42A27DB-BD31-4B8C-83A1-F6EECF244321}">
                <p14:modId xmlns:p14="http://schemas.microsoft.com/office/powerpoint/2010/main" val="1683401691"/>
              </p:ext>
            </p:extLst>
          </p:nvPr>
        </p:nvGraphicFramePr>
        <p:xfrm>
          <a:off x="5148064" y="417857"/>
          <a:ext cx="3764951" cy="797560"/>
        </p:xfrm>
        <a:graphic>
          <a:graphicData uri="http://schemas.openxmlformats.org/drawingml/2006/table">
            <a:tbl>
              <a:tblPr firstRow="1" bandRow="1">
                <a:tableStyleId>{5940675A-B579-460E-94D1-54222C63F5DA}</a:tableStyleId>
              </a:tblPr>
              <a:tblGrid>
                <a:gridCol w="1099499">
                  <a:extLst>
                    <a:ext uri="{9D8B030D-6E8A-4147-A177-3AD203B41FA5}">
                      <a16:colId xmlns:a16="http://schemas.microsoft.com/office/drawing/2014/main" val="1169434100"/>
                    </a:ext>
                  </a:extLst>
                </a:gridCol>
                <a:gridCol w="1332726">
                  <a:extLst>
                    <a:ext uri="{9D8B030D-6E8A-4147-A177-3AD203B41FA5}">
                      <a16:colId xmlns:a16="http://schemas.microsoft.com/office/drawing/2014/main" val="2281303179"/>
                    </a:ext>
                  </a:extLst>
                </a:gridCol>
                <a:gridCol w="1332726">
                  <a:extLst>
                    <a:ext uri="{9D8B030D-6E8A-4147-A177-3AD203B41FA5}">
                      <a16:colId xmlns:a16="http://schemas.microsoft.com/office/drawing/2014/main" val="1228471194"/>
                    </a:ext>
                  </a:extLst>
                </a:gridCol>
              </a:tblGrid>
              <a:tr h="370840">
                <a:tc>
                  <a:txBody>
                    <a:bodyPr/>
                    <a:lstStyle/>
                    <a:p>
                      <a:endParaRPr lang="en-MY" sz="1100" dirty="0"/>
                    </a:p>
                  </a:txBody>
                  <a:tcPr/>
                </a:tc>
                <a:tc>
                  <a:txBody>
                    <a:bodyPr/>
                    <a:lstStyle/>
                    <a:p>
                      <a:pPr algn="ctr"/>
                      <a:r>
                        <a:rPr lang="en-MY" sz="1100" b="1" dirty="0"/>
                        <a:t>AND</a:t>
                      </a:r>
                    </a:p>
                  </a:txBody>
                  <a:tcPr anchor="ctr"/>
                </a:tc>
                <a:tc>
                  <a:txBody>
                    <a:bodyPr/>
                    <a:lstStyle/>
                    <a:p>
                      <a:pPr algn="ctr"/>
                      <a:r>
                        <a:rPr lang="en-MY" sz="1100" b="1" dirty="0"/>
                        <a:t>OR</a:t>
                      </a:r>
                    </a:p>
                  </a:txBody>
                  <a:tcPr anchor="ctr"/>
                </a:tc>
                <a:extLst>
                  <a:ext uri="{0D108BD9-81ED-4DB2-BD59-A6C34878D82A}">
                    <a16:rowId xmlns:a16="http://schemas.microsoft.com/office/drawing/2014/main" val="3419282049"/>
                  </a:ext>
                </a:extLst>
              </a:tr>
              <a:tr h="370840">
                <a:tc>
                  <a:txBody>
                    <a:bodyPr/>
                    <a:lstStyle/>
                    <a:p>
                      <a:r>
                        <a:rPr lang="en-MY" sz="1100" b="1" dirty="0"/>
                        <a:t>Commutative Laws </a:t>
                      </a:r>
                    </a:p>
                  </a:txBody>
                  <a:tcPr/>
                </a:tc>
                <a:tc>
                  <a:txBody>
                    <a:bodyPr/>
                    <a:lstStyle/>
                    <a:p>
                      <a:pPr algn="ctr"/>
                      <a:r>
                        <a:rPr lang="en-MY" sz="1100" dirty="0"/>
                        <a:t>A.B = B.A</a:t>
                      </a:r>
                    </a:p>
                  </a:txBody>
                  <a:tcPr anchor="ctr"/>
                </a:tc>
                <a:tc>
                  <a:txBody>
                    <a:bodyPr/>
                    <a:lstStyle/>
                    <a:p>
                      <a:pPr algn="ctr"/>
                      <a:r>
                        <a:rPr lang="en-MY" sz="1100" dirty="0"/>
                        <a:t>A + B = B + A</a:t>
                      </a:r>
                    </a:p>
                  </a:txBody>
                  <a:tcPr anchor="ctr"/>
                </a:tc>
                <a:extLst>
                  <a:ext uri="{0D108BD9-81ED-4DB2-BD59-A6C34878D82A}">
                    <a16:rowId xmlns:a16="http://schemas.microsoft.com/office/drawing/2014/main" val="2950044177"/>
                  </a:ext>
                </a:extLst>
              </a:tr>
            </a:tbl>
          </a:graphicData>
        </a:graphic>
      </p:graphicFrame>
      <p:sp>
        <p:nvSpPr>
          <p:cNvPr id="7" name="Rectangle 6">
            <a:extLst>
              <a:ext uri="{FF2B5EF4-FFF2-40B4-BE49-F238E27FC236}">
                <a16:creationId xmlns:a16="http://schemas.microsoft.com/office/drawing/2014/main" id="{EC872F2F-0B1D-0E6D-C13D-8ED26DAFC1A2}"/>
              </a:ext>
            </a:extLst>
          </p:cNvPr>
          <p:cNvSpPr/>
          <p:nvPr/>
        </p:nvSpPr>
        <p:spPr>
          <a:xfrm>
            <a:off x="581400" y="2116102"/>
            <a:ext cx="2262407" cy="576061"/>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Slide Number Placeholder 4">
            <a:extLst>
              <a:ext uri="{FF2B5EF4-FFF2-40B4-BE49-F238E27FC236}">
                <a16:creationId xmlns:a16="http://schemas.microsoft.com/office/drawing/2014/main" id="{06C8754F-FA67-CEB9-6A10-3FD90D52BA1F}"/>
              </a:ext>
            </a:extLst>
          </p:cNvPr>
          <p:cNvSpPr>
            <a:spLocks noGrp="1"/>
          </p:cNvSpPr>
          <p:nvPr>
            <p:ph type="sldNum" sz="quarter" idx="12"/>
          </p:nvPr>
        </p:nvSpPr>
        <p:spPr/>
        <p:txBody>
          <a:bodyPr/>
          <a:lstStyle/>
          <a:p>
            <a:pPr>
              <a:defRPr/>
            </a:pPr>
            <a:fld id="{28588503-611C-4314-9367-E0668E948370}" type="slidenum">
              <a:rPr lang="en-US" altLang="en-US" smtClean="0"/>
              <a:pPr>
                <a:defRPr/>
              </a:pPr>
              <a:t>18</a:t>
            </a:fld>
            <a:endParaRPr lang="en-US" altLang="en-US"/>
          </a:p>
        </p:txBody>
      </p:sp>
      <p:sp>
        <p:nvSpPr>
          <p:cNvPr id="10" name="Rectangle 1">
            <a:extLst>
              <a:ext uri="{FF2B5EF4-FFF2-40B4-BE49-F238E27FC236}">
                <a16:creationId xmlns:a16="http://schemas.microsoft.com/office/drawing/2014/main" id="{43321E69-30FF-BE34-E4A5-756E8F554E0E}"/>
              </a:ext>
            </a:extLst>
          </p:cNvPr>
          <p:cNvSpPr>
            <a:spLocks noChangeArrowheads="1"/>
          </p:cNvSpPr>
          <p:nvPr/>
        </p:nvSpPr>
        <p:spPr bwMode="auto">
          <a:xfrm>
            <a:off x="466989" y="2022430"/>
            <a:ext cx="84484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chemeClr val="tx1"/>
                </a:solidFill>
                <a:effectLst/>
                <a:latin typeface="Arial" panose="020B0604020202020204" pitchFamily="34" charset="0"/>
                <a:ea typeface="var(--font-user-message)"/>
              </a:rPr>
              <a:t>(A + B + C)(D + E + F)(X + Y)(C + A + B)</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24" name="Rectangle 23">
            <a:extLst>
              <a:ext uri="{FF2B5EF4-FFF2-40B4-BE49-F238E27FC236}">
                <a16:creationId xmlns:a16="http://schemas.microsoft.com/office/drawing/2014/main" id="{E370417B-4FC3-C05B-3C78-BEB3A173C258}"/>
              </a:ext>
            </a:extLst>
          </p:cNvPr>
          <p:cNvSpPr/>
          <p:nvPr/>
        </p:nvSpPr>
        <p:spPr>
          <a:xfrm>
            <a:off x="6528314" y="2102148"/>
            <a:ext cx="2262407" cy="576061"/>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5" name="Rectangle 1">
            <a:extLst>
              <a:ext uri="{FF2B5EF4-FFF2-40B4-BE49-F238E27FC236}">
                <a16:creationId xmlns:a16="http://schemas.microsoft.com/office/drawing/2014/main" id="{9EB90B8C-5BF7-04C0-4C5D-8869EBA6D278}"/>
              </a:ext>
            </a:extLst>
          </p:cNvPr>
          <p:cNvSpPr>
            <a:spLocks noChangeArrowheads="1"/>
          </p:cNvSpPr>
          <p:nvPr/>
        </p:nvSpPr>
        <p:spPr bwMode="auto">
          <a:xfrm>
            <a:off x="450830" y="3460385"/>
            <a:ext cx="878798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var(--font-user-message)"/>
              </a:rPr>
              <a:t>(A + B + C)(D + E + F)(X + Y)(C + A + B) = </a:t>
            </a:r>
            <a:r>
              <a:rPr kumimoji="0" lang="en-US" altLang="en-US" sz="1800" b="0" i="0" u="none" strike="noStrike" cap="none" normalizeH="0" baseline="0" dirty="0">
                <a:ln>
                  <a:noFill/>
                </a:ln>
                <a:solidFill>
                  <a:srgbClr val="00B050"/>
                </a:solidFill>
                <a:effectLst/>
                <a:latin typeface="Arial" panose="020B0604020202020204" pitchFamily="34" charset="0"/>
                <a:ea typeface="var(--font-user-message)"/>
              </a:rPr>
              <a:t>(A + B + C)(D + E + F)(X + Y) (A + B + C)</a:t>
            </a:r>
            <a:endParaRPr kumimoji="0" lang="en-US" altLang="en-US" sz="1800" b="0" i="0" u="none" strike="noStrike" cap="none" normalizeH="0" baseline="0" dirty="0">
              <a:ln>
                <a:noFill/>
              </a:ln>
              <a:solidFill>
                <a:srgbClr val="00B050"/>
              </a:solidFill>
              <a:effectLst/>
              <a:latin typeface="Arial" panose="020B0604020202020204" pitchFamily="34" charset="0"/>
            </a:endParaRPr>
          </a:p>
        </p:txBody>
      </p:sp>
      <p:sp>
        <p:nvSpPr>
          <p:cNvPr id="26" name="Rectangle 1">
            <a:extLst>
              <a:ext uri="{FF2B5EF4-FFF2-40B4-BE49-F238E27FC236}">
                <a16:creationId xmlns:a16="http://schemas.microsoft.com/office/drawing/2014/main" id="{29DD210A-7513-CDC4-5D46-99BA76E90F6B}"/>
              </a:ext>
            </a:extLst>
          </p:cNvPr>
          <p:cNvSpPr>
            <a:spLocks noChangeArrowheads="1"/>
          </p:cNvSpPr>
          <p:nvPr/>
        </p:nvSpPr>
        <p:spPr bwMode="auto">
          <a:xfrm>
            <a:off x="420702" y="4244023"/>
            <a:ext cx="439331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B050"/>
                </a:solidFill>
                <a:effectLst/>
                <a:latin typeface="Arial" panose="020B0604020202020204" pitchFamily="34" charset="0"/>
                <a:ea typeface="var(--font-user-message)"/>
              </a:rPr>
              <a:t>(A + B + C)(D + E + F)(X + Y) (A + B + C)</a:t>
            </a:r>
            <a:endParaRPr kumimoji="0" lang="en-US" altLang="en-US" sz="1800" b="0" i="0" u="none" strike="noStrike" cap="none" normalizeH="0" baseline="0" dirty="0">
              <a:ln>
                <a:noFill/>
              </a:ln>
              <a:solidFill>
                <a:srgbClr val="00B050"/>
              </a:solidFill>
              <a:effectLst/>
              <a:latin typeface="Arial" panose="020B0604020202020204" pitchFamily="34" charset="0"/>
            </a:endParaRPr>
          </a:p>
        </p:txBody>
      </p:sp>
      <p:sp>
        <p:nvSpPr>
          <p:cNvPr id="27" name="Rectangle 26">
            <a:extLst>
              <a:ext uri="{FF2B5EF4-FFF2-40B4-BE49-F238E27FC236}">
                <a16:creationId xmlns:a16="http://schemas.microsoft.com/office/drawing/2014/main" id="{10980E12-07C6-6B97-B6B1-FD2AC4B9CE15}"/>
              </a:ext>
            </a:extLst>
          </p:cNvPr>
          <p:cNvSpPr/>
          <p:nvPr/>
        </p:nvSpPr>
        <p:spPr>
          <a:xfrm>
            <a:off x="493265" y="4303521"/>
            <a:ext cx="1126407" cy="294446"/>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8" name="Rectangle 27">
            <a:extLst>
              <a:ext uri="{FF2B5EF4-FFF2-40B4-BE49-F238E27FC236}">
                <a16:creationId xmlns:a16="http://schemas.microsoft.com/office/drawing/2014/main" id="{00EFE742-478C-FE11-EBC1-3FB9B7408A02}"/>
              </a:ext>
            </a:extLst>
          </p:cNvPr>
          <p:cNvSpPr/>
          <p:nvPr/>
        </p:nvSpPr>
        <p:spPr>
          <a:xfrm>
            <a:off x="3491879" y="4303520"/>
            <a:ext cx="1322141" cy="294446"/>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9" name="Multiplication Sign 28">
            <a:extLst>
              <a:ext uri="{FF2B5EF4-FFF2-40B4-BE49-F238E27FC236}">
                <a16:creationId xmlns:a16="http://schemas.microsoft.com/office/drawing/2014/main" id="{9481214D-8E06-7029-562B-4005EDBB8CD2}"/>
              </a:ext>
            </a:extLst>
          </p:cNvPr>
          <p:cNvSpPr/>
          <p:nvPr/>
        </p:nvSpPr>
        <p:spPr>
          <a:xfrm>
            <a:off x="3680620" y="4231512"/>
            <a:ext cx="894629" cy="43846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0" name="Rectangle 1">
            <a:extLst>
              <a:ext uri="{FF2B5EF4-FFF2-40B4-BE49-F238E27FC236}">
                <a16:creationId xmlns:a16="http://schemas.microsoft.com/office/drawing/2014/main" id="{0AEE08EE-F1AD-BCC8-7C96-D309A10E39CF}"/>
              </a:ext>
            </a:extLst>
          </p:cNvPr>
          <p:cNvSpPr>
            <a:spLocks noChangeArrowheads="1"/>
          </p:cNvSpPr>
          <p:nvPr/>
        </p:nvSpPr>
        <p:spPr bwMode="auto">
          <a:xfrm>
            <a:off x="510980" y="4981048"/>
            <a:ext cx="31877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B050"/>
                </a:solidFill>
                <a:effectLst/>
                <a:latin typeface="Arial" panose="020B0604020202020204" pitchFamily="34" charset="0"/>
                <a:ea typeface="var(--font-user-message)"/>
              </a:rPr>
              <a:t>(A + B + C)(D + E + F)(X + Y)</a:t>
            </a:r>
            <a:endParaRPr kumimoji="0" lang="en-US" altLang="en-US" sz="1800" b="0" i="0" u="none" strike="noStrike" cap="none" normalizeH="0" baseline="0" dirty="0">
              <a:ln>
                <a:noFill/>
              </a:ln>
              <a:solidFill>
                <a:srgbClr val="00B050"/>
              </a:solidFill>
              <a:effectLst/>
              <a:latin typeface="Arial" panose="020B0604020202020204" pitchFamily="34" charset="0"/>
            </a:endParaRPr>
          </a:p>
        </p:txBody>
      </p:sp>
    </p:spTree>
    <p:extLst>
      <p:ext uri="{BB962C8B-B14F-4D97-AF65-F5344CB8AC3E}">
        <p14:creationId xmlns:p14="http://schemas.microsoft.com/office/powerpoint/2010/main" val="258085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ppt_x"/>
                                          </p:val>
                                        </p:tav>
                                        <p:tav tm="100000">
                                          <p:val>
                                            <p:strVal val="#ppt_x"/>
                                          </p:val>
                                        </p:tav>
                                      </p:tavLst>
                                    </p:anim>
                                    <p:anim calcmode="lin" valueType="num">
                                      <p:cBhvr additive="base">
                                        <p:cTn id="2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4" grpId="0" animBg="1"/>
      <p:bldP spid="27"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0AD6B-6EC0-0B3C-0135-E72DDEFA9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BD079-AC7B-18C6-C54F-2D74CEA69734}"/>
              </a:ext>
            </a:extLst>
          </p:cNvPr>
          <p:cNvSpPr>
            <a:spLocks noGrp="1"/>
          </p:cNvSpPr>
          <p:nvPr>
            <p:ph type="title"/>
          </p:nvPr>
        </p:nvSpPr>
        <p:spPr>
          <a:xfrm>
            <a:off x="609599" y="609600"/>
            <a:ext cx="4466457" cy="731168"/>
          </a:xfrm>
        </p:spPr>
        <p:txBody>
          <a:bodyPr>
            <a:noAutofit/>
          </a:bodyPr>
          <a:lstStyle/>
          <a:p>
            <a:r>
              <a:rPr lang="en-MY" sz="2800" dirty="0"/>
              <a:t>Simplifying expressions #4</a:t>
            </a:r>
          </a:p>
        </p:txBody>
      </p:sp>
      <p:sp>
        <p:nvSpPr>
          <p:cNvPr id="3" name="Content Placeholder 2">
            <a:extLst>
              <a:ext uri="{FF2B5EF4-FFF2-40B4-BE49-F238E27FC236}">
                <a16:creationId xmlns:a16="http://schemas.microsoft.com/office/drawing/2014/main" id="{1622F9D1-CD9E-77B4-CBAB-6E25246D026C}"/>
              </a:ext>
            </a:extLst>
          </p:cNvPr>
          <p:cNvSpPr>
            <a:spLocks noGrp="1"/>
          </p:cNvSpPr>
          <p:nvPr>
            <p:ph idx="1"/>
          </p:nvPr>
        </p:nvSpPr>
        <p:spPr>
          <a:xfrm>
            <a:off x="728909" y="1626357"/>
            <a:ext cx="7686177" cy="436230"/>
          </a:xfrm>
        </p:spPr>
        <p:txBody>
          <a:bodyPr/>
          <a:lstStyle/>
          <a:p>
            <a:pPr marL="0" indent="0">
              <a:buNone/>
            </a:pPr>
            <a:r>
              <a:rPr lang="en-MY" sz="1800" dirty="0"/>
              <a:t>Simplify the following expressions according to the commutative law: </a:t>
            </a:r>
          </a:p>
          <a:p>
            <a:pPr marL="0" indent="0">
              <a:buNone/>
            </a:pPr>
            <a:endParaRPr lang="en-MY" dirty="0"/>
          </a:p>
        </p:txBody>
      </p:sp>
      <p:graphicFrame>
        <p:nvGraphicFramePr>
          <p:cNvPr id="4" name="Table 3">
            <a:extLst>
              <a:ext uri="{FF2B5EF4-FFF2-40B4-BE49-F238E27FC236}">
                <a16:creationId xmlns:a16="http://schemas.microsoft.com/office/drawing/2014/main" id="{0D96AC0E-6CDD-E3DC-A1A1-83838F67877C}"/>
              </a:ext>
            </a:extLst>
          </p:cNvPr>
          <p:cNvGraphicFramePr>
            <a:graphicFrameLocks noGrp="1"/>
          </p:cNvGraphicFramePr>
          <p:nvPr/>
        </p:nvGraphicFramePr>
        <p:xfrm>
          <a:off x="5148064" y="417857"/>
          <a:ext cx="3764951" cy="797560"/>
        </p:xfrm>
        <a:graphic>
          <a:graphicData uri="http://schemas.openxmlformats.org/drawingml/2006/table">
            <a:tbl>
              <a:tblPr firstRow="1" bandRow="1">
                <a:tableStyleId>{5940675A-B579-460E-94D1-54222C63F5DA}</a:tableStyleId>
              </a:tblPr>
              <a:tblGrid>
                <a:gridCol w="1099499">
                  <a:extLst>
                    <a:ext uri="{9D8B030D-6E8A-4147-A177-3AD203B41FA5}">
                      <a16:colId xmlns:a16="http://schemas.microsoft.com/office/drawing/2014/main" val="1169434100"/>
                    </a:ext>
                  </a:extLst>
                </a:gridCol>
                <a:gridCol w="1332726">
                  <a:extLst>
                    <a:ext uri="{9D8B030D-6E8A-4147-A177-3AD203B41FA5}">
                      <a16:colId xmlns:a16="http://schemas.microsoft.com/office/drawing/2014/main" val="2281303179"/>
                    </a:ext>
                  </a:extLst>
                </a:gridCol>
                <a:gridCol w="1332726">
                  <a:extLst>
                    <a:ext uri="{9D8B030D-6E8A-4147-A177-3AD203B41FA5}">
                      <a16:colId xmlns:a16="http://schemas.microsoft.com/office/drawing/2014/main" val="1228471194"/>
                    </a:ext>
                  </a:extLst>
                </a:gridCol>
              </a:tblGrid>
              <a:tr h="370840">
                <a:tc>
                  <a:txBody>
                    <a:bodyPr/>
                    <a:lstStyle/>
                    <a:p>
                      <a:endParaRPr lang="en-MY" sz="1100" dirty="0"/>
                    </a:p>
                  </a:txBody>
                  <a:tcPr/>
                </a:tc>
                <a:tc>
                  <a:txBody>
                    <a:bodyPr/>
                    <a:lstStyle/>
                    <a:p>
                      <a:pPr algn="ctr"/>
                      <a:r>
                        <a:rPr lang="en-MY" sz="1100" b="1" dirty="0"/>
                        <a:t>AND</a:t>
                      </a:r>
                    </a:p>
                  </a:txBody>
                  <a:tcPr anchor="ctr"/>
                </a:tc>
                <a:tc>
                  <a:txBody>
                    <a:bodyPr/>
                    <a:lstStyle/>
                    <a:p>
                      <a:pPr algn="ctr"/>
                      <a:r>
                        <a:rPr lang="en-MY" sz="1100" b="1" dirty="0"/>
                        <a:t>OR</a:t>
                      </a:r>
                    </a:p>
                  </a:txBody>
                  <a:tcPr anchor="ctr"/>
                </a:tc>
                <a:extLst>
                  <a:ext uri="{0D108BD9-81ED-4DB2-BD59-A6C34878D82A}">
                    <a16:rowId xmlns:a16="http://schemas.microsoft.com/office/drawing/2014/main" val="3419282049"/>
                  </a:ext>
                </a:extLst>
              </a:tr>
              <a:tr h="370840">
                <a:tc>
                  <a:txBody>
                    <a:bodyPr/>
                    <a:lstStyle/>
                    <a:p>
                      <a:r>
                        <a:rPr lang="en-MY" sz="1100" b="1" dirty="0"/>
                        <a:t>Commutative Laws </a:t>
                      </a:r>
                    </a:p>
                  </a:txBody>
                  <a:tcPr/>
                </a:tc>
                <a:tc>
                  <a:txBody>
                    <a:bodyPr/>
                    <a:lstStyle/>
                    <a:p>
                      <a:pPr algn="ctr"/>
                      <a:r>
                        <a:rPr lang="en-MY" sz="1100" dirty="0"/>
                        <a:t>A.B = B.A</a:t>
                      </a:r>
                    </a:p>
                  </a:txBody>
                  <a:tcPr anchor="ctr"/>
                </a:tc>
                <a:tc>
                  <a:txBody>
                    <a:bodyPr/>
                    <a:lstStyle/>
                    <a:p>
                      <a:pPr algn="ctr"/>
                      <a:r>
                        <a:rPr lang="en-MY" sz="1100" dirty="0"/>
                        <a:t>A + B = B + A</a:t>
                      </a:r>
                    </a:p>
                  </a:txBody>
                  <a:tcPr anchor="ctr"/>
                </a:tc>
                <a:extLst>
                  <a:ext uri="{0D108BD9-81ED-4DB2-BD59-A6C34878D82A}">
                    <a16:rowId xmlns:a16="http://schemas.microsoft.com/office/drawing/2014/main" val="2950044177"/>
                  </a:ext>
                </a:extLst>
              </a:tr>
            </a:tbl>
          </a:graphicData>
        </a:graphic>
      </p:graphicFrame>
      <p:sp>
        <p:nvSpPr>
          <p:cNvPr id="5" name="Slide Number Placeholder 4">
            <a:extLst>
              <a:ext uri="{FF2B5EF4-FFF2-40B4-BE49-F238E27FC236}">
                <a16:creationId xmlns:a16="http://schemas.microsoft.com/office/drawing/2014/main" id="{A93AB25E-92BD-1FA9-A18C-DAEF308C7975}"/>
              </a:ext>
            </a:extLst>
          </p:cNvPr>
          <p:cNvSpPr>
            <a:spLocks noGrp="1"/>
          </p:cNvSpPr>
          <p:nvPr>
            <p:ph type="sldNum" sz="quarter" idx="12"/>
          </p:nvPr>
        </p:nvSpPr>
        <p:spPr/>
        <p:txBody>
          <a:bodyPr/>
          <a:lstStyle/>
          <a:p>
            <a:pPr>
              <a:defRPr/>
            </a:pPr>
            <a:fld id="{28588503-611C-4314-9367-E0668E948370}" type="slidenum">
              <a:rPr lang="en-US" altLang="en-US" smtClean="0"/>
              <a:pPr>
                <a:defRPr/>
              </a:pPr>
              <a:t>19</a:t>
            </a:fld>
            <a:endParaRPr lang="en-US" altLang="en-US"/>
          </a:p>
        </p:txBody>
      </p:sp>
      <p:sp>
        <p:nvSpPr>
          <p:cNvPr id="25" name="Rectangle 2">
            <a:extLst>
              <a:ext uri="{FF2B5EF4-FFF2-40B4-BE49-F238E27FC236}">
                <a16:creationId xmlns:a16="http://schemas.microsoft.com/office/drawing/2014/main" id="{85C5730A-07BF-1A69-1259-563E32C39C29}"/>
              </a:ext>
            </a:extLst>
          </p:cNvPr>
          <p:cNvSpPr>
            <a:spLocks noChangeArrowheads="1"/>
          </p:cNvSpPr>
          <p:nvPr/>
        </p:nvSpPr>
        <p:spPr bwMode="auto">
          <a:xfrm>
            <a:off x="426762" y="2115427"/>
            <a:ext cx="82904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ea typeface="var(--font-user-message)"/>
              </a:rPr>
              <a:t>(ABC) + (A'B'C') + (B'C') + A(B+C) + (CBA) + (C'B')</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26" name="Rectangle 25">
            <a:extLst>
              <a:ext uri="{FF2B5EF4-FFF2-40B4-BE49-F238E27FC236}">
                <a16:creationId xmlns:a16="http://schemas.microsoft.com/office/drawing/2014/main" id="{FC37A15C-A25C-CF7A-94A1-D70C506FE370}"/>
              </a:ext>
            </a:extLst>
          </p:cNvPr>
          <p:cNvSpPr/>
          <p:nvPr/>
        </p:nvSpPr>
        <p:spPr>
          <a:xfrm>
            <a:off x="485247" y="2102314"/>
            <a:ext cx="1062418" cy="576061"/>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7" name="Rectangle 26">
            <a:extLst>
              <a:ext uri="{FF2B5EF4-FFF2-40B4-BE49-F238E27FC236}">
                <a16:creationId xmlns:a16="http://schemas.microsoft.com/office/drawing/2014/main" id="{60319BA3-22E3-83CA-8D39-9B520028C739}"/>
              </a:ext>
            </a:extLst>
          </p:cNvPr>
          <p:cNvSpPr/>
          <p:nvPr/>
        </p:nvSpPr>
        <p:spPr>
          <a:xfrm>
            <a:off x="6300192" y="2115427"/>
            <a:ext cx="1062418" cy="576061"/>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8" name="Rectangle 2">
            <a:extLst>
              <a:ext uri="{FF2B5EF4-FFF2-40B4-BE49-F238E27FC236}">
                <a16:creationId xmlns:a16="http://schemas.microsoft.com/office/drawing/2014/main" id="{9816D84A-8789-E5AC-BEF9-0574EB708D05}"/>
              </a:ext>
            </a:extLst>
          </p:cNvPr>
          <p:cNvSpPr>
            <a:spLocks noChangeArrowheads="1"/>
          </p:cNvSpPr>
          <p:nvPr/>
        </p:nvSpPr>
        <p:spPr bwMode="auto">
          <a:xfrm>
            <a:off x="426761" y="2822391"/>
            <a:ext cx="82904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ea typeface="var(--font-user-message)"/>
              </a:rPr>
              <a:t>(ABC) + (A'B'C') + (B'C') + A(B+C) + (</a:t>
            </a:r>
            <a:r>
              <a:rPr kumimoji="0" lang="en-US" altLang="en-US" sz="2800" dirty="0">
                <a:latin typeface="Arial" panose="020B0604020202020204" pitchFamily="34" charset="0"/>
                <a:ea typeface="var(--font-user-message)"/>
              </a:rPr>
              <a:t>ABC</a:t>
            </a:r>
            <a:r>
              <a:rPr kumimoji="0" lang="en-US" altLang="en-US" sz="2800" b="0" i="0" u="none" strike="noStrike" cap="none" normalizeH="0" baseline="0" dirty="0">
                <a:ln>
                  <a:noFill/>
                </a:ln>
                <a:solidFill>
                  <a:schemeClr val="tx1"/>
                </a:solidFill>
                <a:effectLst/>
                <a:latin typeface="Arial" panose="020B0604020202020204" pitchFamily="34" charset="0"/>
                <a:ea typeface="var(--font-user-message)"/>
              </a:rPr>
              <a:t>) + (C'B')</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29" name="Rectangle 2">
            <a:extLst>
              <a:ext uri="{FF2B5EF4-FFF2-40B4-BE49-F238E27FC236}">
                <a16:creationId xmlns:a16="http://schemas.microsoft.com/office/drawing/2014/main" id="{EA27196C-3A8B-804A-A3BC-BF3D82D747E1}"/>
              </a:ext>
            </a:extLst>
          </p:cNvPr>
          <p:cNvSpPr>
            <a:spLocks noChangeArrowheads="1"/>
          </p:cNvSpPr>
          <p:nvPr/>
        </p:nvSpPr>
        <p:spPr bwMode="auto">
          <a:xfrm>
            <a:off x="426759" y="3343653"/>
            <a:ext cx="69038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ea typeface="var(--font-user-message)"/>
              </a:rPr>
              <a:t>(ABC) + (A'B'C') + (B'C') + A(B+C) + (C'B')</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30" name="Rectangle 29">
            <a:extLst>
              <a:ext uri="{FF2B5EF4-FFF2-40B4-BE49-F238E27FC236}">
                <a16:creationId xmlns:a16="http://schemas.microsoft.com/office/drawing/2014/main" id="{5FFFFDFC-EF3B-D259-0725-AF532D388702}"/>
              </a:ext>
            </a:extLst>
          </p:cNvPr>
          <p:cNvSpPr/>
          <p:nvPr/>
        </p:nvSpPr>
        <p:spPr>
          <a:xfrm>
            <a:off x="3419871" y="3357866"/>
            <a:ext cx="990035" cy="576061"/>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1" name="Rectangle 30">
            <a:extLst>
              <a:ext uri="{FF2B5EF4-FFF2-40B4-BE49-F238E27FC236}">
                <a16:creationId xmlns:a16="http://schemas.microsoft.com/office/drawing/2014/main" id="{01654C2A-797E-6679-23FE-B7B32E9A2F5B}"/>
              </a:ext>
            </a:extLst>
          </p:cNvPr>
          <p:cNvSpPr/>
          <p:nvPr/>
        </p:nvSpPr>
        <p:spPr>
          <a:xfrm>
            <a:off x="6228184" y="3369019"/>
            <a:ext cx="990035" cy="576061"/>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2" name="Rectangle 2">
            <a:extLst>
              <a:ext uri="{FF2B5EF4-FFF2-40B4-BE49-F238E27FC236}">
                <a16:creationId xmlns:a16="http://schemas.microsoft.com/office/drawing/2014/main" id="{3767281B-C483-14F6-0EF2-6188F6C1BC1E}"/>
              </a:ext>
            </a:extLst>
          </p:cNvPr>
          <p:cNvSpPr>
            <a:spLocks noChangeArrowheads="1"/>
          </p:cNvSpPr>
          <p:nvPr/>
        </p:nvSpPr>
        <p:spPr bwMode="auto">
          <a:xfrm>
            <a:off x="413419" y="3854284"/>
            <a:ext cx="69038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ea typeface="var(--font-user-message)"/>
              </a:rPr>
              <a:t>(ABC) + (A'B'C') + (B'C') + A(B+C) + (B’C')</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33" name="Rectangle 2">
            <a:extLst>
              <a:ext uri="{FF2B5EF4-FFF2-40B4-BE49-F238E27FC236}">
                <a16:creationId xmlns:a16="http://schemas.microsoft.com/office/drawing/2014/main" id="{FCC67F2A-956C-C645-FF6D-9476193B760C}"/>
              </a:ext>
            </a:extLst>
          </p:cNvPr>
          <p:cNvSpPr>
            <a:spLocks noChangeArrowheads="1"/>
          </p:cNvSpPr>
          <p:nvPr/>
        </p:nvSpPr>
        <p:spPr bwMode="auto">
          <a:xfrm>
            <a:off x="413419" y="4650413"/>
            <a:ext cx="56182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B050"/>
                </a:solidFill>
                <a:effectLst/>
                <a:latin typeface="Arial" panose="020B0604020202020204" pitchFamily="34" charset="0"/>
                <a:ea typeface="var(--font-user-message)"/>
              </a:rPr>
              <a:t>(ABC) + (A'B'C') + (B'C') + A(B+C)</a:t>
            </a:r>
            <a:endParaRPr kumimoji="0" lang="en-US" altLang="en-US" sz="2800" b="0" i="0" u="none" strike="noStrike" cap="none" normalizeH="0" baseline="0" dirty="0">
              <a:ln>
                <a:noFill/>
              </a:ln>
              <a:solidFill>
                <a:srgbClr val="00B050"/>
              </a:solidFill>
              <a:effectLst/>
              <a:latin typeface="Arial" panose="020B0604020202020204" pitchFamily="34" charset="0"/>
            </a:endParaRPr>
          </a:p>
        </p:txBody>
      </p:sp>
      <p:sp>
        <p:nvSpPr>
          <p:cNvPr id="34" name="Multiplication Sign 33">
            <a:extLst>
              <a:ext uri="{FF2B5EF4-FFF2-40B4-BE49-F238E27FC236}">
                <a16:creationId xmlns:a16="http://schemas.microsoft.com/office/drawing/2014/main" id="{0C3352DF-5779-996A-CF7A-6637FB768BB4}"/>
              </a:ext>
            </a:extLst>
          </p:cNvPr>
          <p:cNvSpPr/>
          <p:nvPr/>
        </p:nvSpPr>
        <p:spPr>
          <a:xfrm>
            <a:off x="6329310" y="2866265"/>
            <a:ext cx="894629" cy="43846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5" name="Multiplication Sign 34">
            <a:extLst>
              <a:ext uri="{FF2B5EF4-FFF2-40B4-BE49-F238E27FC236}">
                <a16:creationId xmlns:a16="http://schemas.microsoft.com/office/drawing/2014/main" id="{86413C02-5E2D-231C-757C-1F51BB90BCAA}"/>
              </a:ext>
            </a:extLst>
          </p:cNvPr>
          <p:cNvSpPr/>
          <p:nvPr/>
        </p:nvSpPr>
        <p:spPr>
          <a:xfrm>
            <a:off x="6275886" y="3890281"/>
            <a:ext cx="894629" cy="43846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374967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ppt_x"/>
                                          </p:val>
                                        </p:tav>
                                        <p:tav tm="100000">
                                          <p:val>
                                            <p:strVal val="#ppt_x"/>
                                          </p:val>
                                        </p:tav>
                                      </p:tavLst>
                                    </p:anim>
                                    <p:anim calcmode="lin" valueType="num">
                                      <p:cBhvr additive="base">
                                        <p:cTn id="1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additive="base">
                                        <p:cTn id="25" dur="500" fill="hold"/>
                                        <p:tgtEl>
                                          <p:spTgt spid="31"/>
                                        </p:tgtEl>
                                        <p:attrNameLst>
                                          <p:attrName>ppt_x</p:attrName>
                                        </p:attrNameLst>
                                      </p:cBhvr>
                                      <p:tavLst>
                                        <p:tav tm="0">
                                          <p:val>
                                            <p:strVal val="#ppt_x"/>
                                          </p:val>
                                        </p:tav>
                                        <p:tav tm="100000">
                                          <p:val>
                                            <p:strVal val="#ppt_x"/>
                                          </p:val>
                                        </p:tav>
                                      </p:tavLst>
                                    </p:anim>
                                    <p:anim calcmode="lin" valueType="num">
                                      <p:cBhvr additive="base">
                                        <p:cTn id="26"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30" grpId="0" animBg="1"/>
      <p:bldP spid="3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DF874-F958-EEBE-1D27-F0077ADCE3DD}"/>
              </a:ext>
            </a:extLst>
          </p:cNvPr>
          <p:cNvSpPr>
            <a:spLocks noGrp="1"/>
          </p:cNvSpPr>
          <p:nvPr>
            <p:ph type="title"/>
          </p:nvPr>
        </p:nvSpPr>
        <p:spPr/>
        <p:txBody>
          <a:bodyPr/>
          <a:lstStyle/>
          <a:p>
            <a:r>
              <a:rPr lang="en-MY" dirty="0"/>
              <a:t>Simplifying expressions #5</a:t>
            </a:r>
          </a:p>
        </p:txBody>
      </p:sp>
      <p:sp>
        <p:nvSpPr>
          <p:cNvPr id="3" name="Content Placeholder 2">
            <a:extLst>
              <a:ext uri="{FF2B5EF4-FFF2-40B4-BE49-F238E27FC236}">
                <a16:creationId xmlns:a16="http://schemas.microsoft.com/office/drawing/2014/main" id="{E6011968-1774-9994-B720-914EBDD2E445}"/>
              </a:ext>
            </a:extLst>
          </p:cNvPr>
          <p:cNvSpPr>
            <a:spLocks noGrp="1"/>
          </p:cNvSpPr>
          <p:nvPr>
            <p:ph idx="1"/>
          </p:nvPr>
        </p:nvSpPr>
        <p:spPr/>
        <p:txBody>
          <a:bodyPr>
            <a:normAutofit/>
          </a:bodyPr>
          <a:lstStyle/>
          <a:p>
            <a:pPr marL="0" indent="0">
              <a:buNone/>
            </a:pPr>
            <a:r>
              <a:rPr lang="en-MY" sz="2800" dirty="0"/>
              <a:t>Simplify A = MNOP using </a:t>
            </a:r>
            <a:r>
              <a:rPr lang="en-MY" sz="2800" dirty="0" err="1"/>
              <a:t>DeMorgan’s</a:t>
            </a:r>
            <a:r>
              <a:rPr lang="en-MY" sz="2800" dirty="0"/>
              <a:t> Theorem</a:t>
            </a:r>
          </a:p>
        </p:txBody>
      </p:sp>
      <p:cxnSp>
        <p:nvCxnSpPr>
          <p:cNvPr id="5" name="Straight Connector 4">
            <a:extLst>
              <a:ext uri="{FF2B5EF4-FFF2-40B4-BE49-F238E27FC236}">
                <a16:creationId xmlns:a16="http://schemas.microsoft.com/office/drawing/2014/main" id="{3C5D1CBC-3383-1767-FCF3-225DB704938F}"/>
              </a:ext>
            </a:extLst>
          </p:cNvPr>
          <p:cNvCxnSpPr>
            <a:cxnSpLocks/>
          </p:cNvCxnSpPr>
          <p:nvPr/>
        </p:nvCxnSpPr>
        <p:spPr>
          <a:xfrm>
            <a:off x="2216882" y="1512933"/>
            <a:ext cx="936104" cy="0"/>
          </a:xfrm>
          <a:prstGeom prst="line">
            <a:avLst/>
          </a:prstGeom>
          <a:ln w="28575"/>
        </p:spPr>
        <p:style>
          <a:lnRef idx="1">
            <a:schemeClr val="dk1"/>
          </a:lnRef>
          <a:fillRef idx="0">
            <a:schemeClr val="dk1"/>
          </a:fillRef>
          <a:effectRef idx="0">
            <a:schemeClr val="dk1"/>
          </a:effectRef>
          <a:fontRef idx="minor">
            <a:schemeClr val="tx1"/>
          </a:fontRef>
        </p:style>
      </p:cxnSp>
      <p:grpSp>
        <p:nvGrpSpPr>
          <p:cNvPr id="12" name="Group 11">
            <a:extLst>
              <a:ext uri="{FF2B5EF4-FFF2-40B4-BE49-F238E27FC236}">
                <a16:creationId xmlns:a16="http://schemas.microsoft.com/office/drawing/2014/main" id="{3E3EB707-C395-E3F7-6F62-43F652983558}"/>
              </a:ext>
            </a:extLst>
          </p:cNvPr>
          <p:cNvGrpSpPr/>
          <p:nvPr/>
        </p:nvGrpSpPr>
        <p:grpSpPr>
          <a:xfrm>
            <a:off x="2684934" y="3861048"/>
            <a:ext cx="2866490" cy="461665"/>
            <a:chOff x="2843808" y="3081264"/>
            <a:chExt cx="2866490" cy="461665"/>
          </a:xfrm>
        </p:grpSpPr>
        <p:sp>
          <p:nvSpPr>
            <p:cNvPr id="4" name="TextBox 3">
              <a:extLst>
                <a:ext uri="{FF2B5EF4-FFF2-40B4-BE49-F238E27FC236}">
                  <a16:creationId xmlns:a16="http://schemas.microsoft.com/office/drawing/2014/main" id="{57D09A29-1D6A-ACF9-37FE-97E588C4302D}"/>
                </a:ext>
              </a:extLst>
            </p:cNvPr>
            <p:cNvSpPr txBox="1"/>
            <p:nvPr/>
          </p:nvSpPr>
          <p:spPr>
            <a:xfrm>
              <a:off x="2843808" y="3081264"/>
              <a:ext cx="2866490" cy="461665"/>
            </a:xfrm>
            <a:prstGeom prst="rect">
              <a:avLst/>
            </a:prstGeom>
            <a:noFill/>
          </p:spPr>
          <p:txBody>
            <a:bodyPr wrap="none" rtlCol="0">
              <a:spAutoFit/>
            </a:bodyPr>
            <a:lstStyle/>
            <a:p>
              <a:r>
                <a:rPr lang="en-MY" sz="2400" dirty="0">
                  <a:solidFill>
                    <a:schemeClr val="accent1"/>
                  </a:solidFill>
                </a:rPr>
                <a:t>A = M + N + O + P</a:t>
              </a:r>
            </a:p>
          </p:txBody>
        </p:sp>
        <p:cxnSp>
          <p:nvCxnSpPr>
            <p:cNvPr id="7" name="Straight Connector 6">
              <a:extLst>
                <a:ext uri="{FF2B5EF4-FFF2-40B4-BE49-F238E27FC236}">
                  <a16:creationId xmlns:a16="http://schemas.microsoft.com/office/drawing/2014/main" id="{5F7329CE-F7D4-BEAE-B131-3ACACF9A30F7}"/>
                </a:ext>
              </a:extLst>
            </p:cNvPr>
            <p:cNvCxnSpPr>
              <a:cxnSpLocks/>
            </p:cNvCxnSpPr>
            <p:nvPr/>
          </p:nvCxnSpPr>
          <p:spPr>
            <a:xfrm>
              <a:off x="3563888" y="3140968"/>
              <a:ext cx="2160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9C80944-5F42-9D35-28B4-4196CF03BB59}"/>
                </a:ext>
              </a:extLst>
            </p:cNvPr>
            <p:cNvCxnSpPr>
              <a:cxnSpLocks/>
            </p:cNvCxnSpPr>
            <p:nvPr/>
          </p:nvCxnSpPr>
          <p:spPr>
            <a:xfrm>
              <a:off x="4178578" y="3143448"/>
              <a:ext cx="2160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A7507B-9DAA-DC39-DEDB-6067E0FD24E1}"/>
                </a:ext>
              </a:extLst>
            </p:cNvPr>
            <p:cNvCxnSpPr>
              <a:cxnSpLocks/>
            </p:cNvCxnSpPr>
            <p:nvPr/>
          </p:nvCxnSpPr>
          <p:spPr>
            <a:xfrm>
              <a:off x="4788024" y="3140968"/>
              <a:ext cx="2160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E90787B-A889-9A04-74CB-D7F0AA723FA5}"/>
                </a:ext>
              </a:extLst>
            </p:cNvPr>
            <p:cNvCxnSpPr>
              <a:cxnSpLocks/>
            </p:cNvCxnSpPr>
            <p:nvPr/>
          </p:nvCxnSpPr>
          <p:spPr>
            <a:xfrm>
              <a:off x="5364088" y="3140968"/>
              <a:ext cx="216024"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4" name="Picture 13">
            <a:extLst>
              <a:ext uri="{FF2B5EF4-FFF2-40B4-BE49-F238E27FC236}">
                <a16:creationId xmlns:a16="http://schemas.microsoft.com/office/drawing/2014/main" id="{DE02AFE1-08C6-05D8-F947-E30260514006}"/>
              </a:ext>
            </a:extLst>
          </p:cNvPr>
          <p:cNvPicPr>
            <a:picLocks noChangeAspect="1"/>
          </p:cNvPicPr>
          <p:nvPr/>
        </p:nvPicPr>
        <p:blipFill>
          <a:blip r:embed="rId2"/>
          <a:stretch>
            <a:fillRect/>
          </a:stretch>
        </p:blipFill>
        <p:spPr>
          <a:xfrm>
            <a:off x="1704975" y="2835027"/>
            <a:ext cx="5734050" cy="323850"/>
          </a:xfrm>
          <a:prstGeom prst="rect">
            <a:avLst/>
          </a:prstGeom>
        </p:spPr>
      </p:pic>
      <p:sp>
        <p:nvSpPr>
          <p:cNvPr id="6" name="Slide Number Placeholder 5">
            <a:extLst>
              <a:ext uri="{FF2B5EF4-FFF2-40B4-BE49-F238E27FC236}">
                <a16:creationId xmlns:a16="http://schemas.microsoft.com/office/drawing/2014/main" id="{B91EF01F-D7F4-09F1-CA5D-FD2C17805D5F}"/>
              </a:ext>
            </a:extLst>
          </p:cNvPr>
          <p:cNvSpPr>
            <a:spLocks noGrp="1"/>
          </p:cNvSpPr>
          <p:nvPr>
            <p:ph type="sldNum" sz="quarter" idx="12"/>
          </p:nvPr>
        </p:nvSpPr>
        <p:spPr/>
        <p:txBody>
          <a:bodyPr/>
          <a:lstStyle/>
          <a:p>
            <a:pPr>
              <a:defRPr/>
            </a:pPr>
            <a:fld id="{28588503-611C-4314-9367-E0668E948370}" type="slidenum">
              <a:rPr lang="en-US" altLang="en-US" smtClean="0"/>
              <a:pPr>
                <a:defRPr/>
              </a:pPr>
              <a:t>20</a:t>
            </a:fld>
            <a:endParaRPr lang="en-US" altLang="en-US"/>
          </a:p>
        </p:txBody>
      </p:sp>
    </p:spTree>
    <p:extLst>
      <p:ext uri="{BB962C8B-B14F-4D97-AF65-F5344CB8AC3E}">
        <p14:creationId xmlns:p14="http://schemas.microsoft.com/office/powerpoint/2010/main" val="42167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91F78-79A2-530D-076D-B6E2E5735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5B4B0-4950-7877-C51D-E7534E8205A2}"/>
              </a:ext>
            </a:extLst>
          </p:cNvPr>
          <p:cNvSpPr>
            <a:spLocks noGrp="1"/>
          </p:cNvSpPr>
          <p:nvPr>
            <p:ph type="title"/>
          </p:nvPr>
        </p:nvSpPr>
        <p:spPr/>
        <p:txBody>
          <a:bodyPr/>
          <a:lstStyle/>
          <a:p>
            <a:r>
              <a:rPr lang="en-MY" dirty="0"/>
              <a:t>Simplifying expressions #6</a:t>
            </a:r>
          </a:p>
        </p:txBody>
      </p:sp>
      <p:sp>
        <p:nvSpPr>
          <p:cNvPr id="3" name="Slide Number Placeholder 2">
            <a:extLst>
              <a:ext uri="{FF2B5EF4-FFF2-40B4-BE49-F238E27FC236}">
                <a16:creationId xmlns:a16="http://schemas.microsoft.com/office/drawing/2014/main" id="{EAF476E2-8509-C650-113D-1DE0BD9A89DE}"/>
              </a:ext>
            </a:extLst>
          </p:cNvPr>
          <p:cNvSpPr>
            <a:spLocks noGrp="1"/>
          </p:cNvSpPr>
          <p:nvPr>
            <p:ph type="sldNum" sz="quarter" idx="12"/>
          </p:nvPr>
        </p:nvSpPr>
        <p:spPr/>
        <p:txBody>
          <a:bodyPr/>
          <a:lstStyle/>
          <a:p>
            <a:pPr>
              <a:defRPr/>
            </a:pPr>
            <a:fld id="{28588503-611C-4314-9367-E0668E948370}" type="slidenum">
              <a:rPr lang="en-US" altLang="en-US" smtClean="0"/>
              <a:pPr>
                <a:defRPr/>
              </a:pPr>
              <a:t>21</a:t>
            </a:fld>
            <a:endParaRPr lang="en-US" altLang="en-US"/>
          </a:p>
        </p:txBody>
      </p:sp>
      <p:sp>
        <p:nvSpPr>
          <p:cNvPr id="5" name="TextBox 4">
            <a:extLst>
              <a:ext uri="{FF2B5EF4-FFF2-40B4-BE49-F238E27FC236}">
                <a16:creationId xmlns:a16="http://schemas.microsoft.com/office/drawing/2014/main" id="{9FC31225-C450-6038-79CB-F7FAEA8CA1AB}"/>
              </a:ext>
            </a:extLst>
          </p:cNvPr>
          <p:cNvSpPr txBox="1"/>
          <p:nvPr/>
        </p:nvSpPr>
        <p:spPr>
          <a:xfrm>
            <a:off x="511436" y="1412776"/>
            <a:ext cx="8109528" cy="584775"/>
          </a:xfrm>
          <a:prstGeom prst="rect">
            <a:avLst/>
          </a:prstGeom>
          <a:noFill/>
        </p:spPr>
        <p:txBody>
          <a:bodyPr wrap="none" rtlCol="0">
            <a:spAutoFit/>
          </a:bodyPr>
          <a:lstStyle/>
          <a:p>
            <a:r>
              <a:rPr lang="en-US" sz="3200" dirty="0"/>
              <a:t>A’B’C’ + AB’C’ + ABC’ + A’B’C + AB’C + ABC</a:t>
            </a:r>
            <a:endParaRPr lang="en-MY" sz="3200" dirty="0"/>
          </a:p>
        </p:txBody>
      </p:sp>
      <p:sp>
        <p:nvSpPr>
          <p:cNvPr id="85" name="Rectangle 84">
            <a:extLst>
              <a:ext uri="{FF2B5EF4-FFF2-40B4-BE49-F238E27FC236}">
                <a16:creationId xmlns:a16="http://schemas.microsoft.com/office/drawing/2014/main" id="{77814CFF-5744-5F4D-B371-84B65D2EFAFB}"/>
              </a:ext>
            </a:extLst>
          </p:cNvPr>
          <p:cNvSpPr/>
          <p:nvPr/>
        </p:nvSpPr>
        <p:spPr>
          <a:xfrm>
            <a:off x="890487" y="1461028"/>
            <a:ext cx="729185" cy="455804"/>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6" name="Rectangle 85">
            <a:extLst>
              <a:ext uri="{FF2B5EF4-FFF2-40B4-BE49-F238E27FC236}">
                <a16:creationId xmlns:a16="http://schemas.microsoft.com/office/drawing/2014/main" id="{9FFEFD50-4EC4-37A3-3199-83CA1EEFF8B8}"/>
              </a:ext>
            </a:extLst>
          </p:cNvPr>
          <p:cNvSpPr/>
          <p:nvPr/>
        </p:nvSpPr>
        <p:spPr>
          <a:xfrm>
            <a:off x="2322230" y="1486962"/>
            <a:ext cx="729185" cy="455804"/>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7" name="Rectangle 86">
            <a:extLst>
              <a:ext uri="{FF2B5EF4-FFF2-40B4-BE49-F238E27FC236}">
                <a16:creationId xmlns:a16="http://schemas.microsoft.com/office/drawing/2014/main" id="{44DAC310-26CD-0FA4-5C72-84655CA9E44A}"/>
              </a:ext>
            </a:extLst>
          </p:cNvPr>
          <p:cNvSpPr/>
          <p:nvPr/>
        </p:nvSpPr>
        <p:spPr>
          <a:xfrm>
            <a:off x="3563888" y="1486962"/>
            <a:ext cx="484370" cy="455804"/>
          </a:xfrm>
          <a:prstGeom prst="rect">
            <a:avLst/>
          </a:prstGeom>
          <a:solidFill>
            <a:schemeClr val="accent5">
              <a:alpha val="2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8" name="Rectangle 87">
            <a:extLst>
              <a:ext uri="{FF2B5EF4-FFF2-40B4-BE49-F238E27FC236}">
                <a16:creationId xmlns:a16="http://schemas.microsoft.com/office/drawing/2014/main" id="{247B8DCF-C763-A108-DD8B-22A8738A7991}"/>
              </a:ext>
            </a:extLst>
          </p:cNvPr>
          <p:cNvSpPr/>
          <p:nvPr/>
        </p:nvSpPr>
        <p:spPr>
          <a:xfrm>
            <a:off x="7668343" y="1461028"/>
            <a:ext cx="585169" cy="455804"/>
          </a:xfrm>
          <a:prstGeom prst="rect">
            <a:avLst/>
          </a:prstGeom>
          <a:solidFill>
            <a:schemeClr val="accent5">
              <a:alpha val="2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9" name="Rectangle 88">
            <a:extLst>
              <a:ext uri="{FF2B5EF4-FFF2-40B4-BE49-F238E27FC236}">
                <a16:creationId xmlns:a16="http://schemas.microsoft.com/office/drawing/2014/main" id="{36EB277F-F2C9-6606-2ADE-50C51C2D1FD7}"/>
              </a:ext>
            </a:extLst>
          </p:cNvPr>
          <p:cNvSpPr/>
          <p:nvPr/>
        </p:nvSpPr>
        <p:spPr>
          <a:xfrm>
            <a:off x="5254638" y="1461028"/>
            <a:ext cx="585168" cy="455804"/>
          </a:xfrm>
          <a:prstGeom prst="rect">
            <a:avLst/>
          </a:prstGeom>
          <a:solidFill>
            <a:srgbClr val="FF00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0" name="Rectangle 89">
            <a:extLst>
              <a:ext uri="{FF2B5EF4-FFF2-40B4-BE49-F238E27FC236}">
                <a16:creationId xmlns:a16="http://schemas.microsoft.com/office/drawing/2014/main" id="{6A00F693-E4EF-C426-576D-9F823A7BBE65}"/>
              </a:ext>
            </a:extLst>
          </p:cNvPr>
          <p:cNvSpPr/>
          <p:nvPr/>
        </p:nvSpPr>
        <p:spPr>
          <a:xfrm>
            <a:off x="6571976" y="1461028"/>
            <a:ext cx="585169" cy="455804"/>
          </a:xfrm>
          <a:prstGeom prst="rect">
            <a:avLst/>
          </a:prstGeom>
          <a:solidFill>
            <a:srgbClr val="FF00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9" name="TextBox 98">
            <a:extLst>
              <a:ext uri="{FF2B5EF4-FFF2-40B4-BE49-F238E27FC236}">
                <a16:creationId xmlns:a16="http://schemas.microsoft.com/office/drawing/2014/main" id="{A61E4323-7A2B-0E5F-619B-7CF51BA5C6EC}"/>
              </a:ext>
            </a:extLst>
          </p:cNvPr>
          <p:cNvSpPr txBox="1"/>
          <p:nvPr/>
        </p:nvSpPr>
        <p:spPr>
          <a:xfrm>
            <a:off x="1350781" y="2221141"/>
            <a:ext cx="6317563" cy="523220"/>
          </a:xfrm>
          <a:prstGeom prst="rect">
            <a:avLst/>
          </a:prstGeom>
          <a:noFill/>
        </p:spPr>
        <p:txBody>
          <a:bodyPr wrap="none" rtlCol="0">
            <a:spAutoFit/>
          </a:bodyPr>
          <a:lstStyle/>
          <a:p>
            <a:r>
              <a:rPr lang="en-US" sz="2800" dirty="0"/>
              <a:t>B’C’(A’+A) + AB (C’+C) + A’B’C + AB’C</a:t>
            </a:r>
            <a:endParaRPr lang="en-MY" sz="2800" dirty="0"/>
          </a:p>
        </p:txBody>
      </p:sp>
      <p:sp>
        <p:nvSpPr>
          <p:cNvPr id="100" name="Rectangle 99">
            <a:extLst>
              <a:ext uri="{FF2B5EF4-FFF2-40B4-BE49-F238E27FC236}">
                <a16:creationId xmlns:a16="http://schemas.microsoft.com/office/drawing/2014/main" id="{4E2936C7-75F7-6284-C812-61F56B446681}"/>
              </a:ext>
            </a:extLst>
          </p:cNvPr>
          <p:cNvSpPr/>
          <p:nvPr/>
        </p:nvSpPr>
        <p:spPr>
          <a:xfrm>
            <a:off x="1350782" y="2214682"/>
            <a:ext cx="1756308" cy="584775"/>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102" name="Rectangle 101">
            <a:extLst>
              <a:ext uri="{FF2B5EF4-FFF2-40B4-BE49-F238E27FC236}">
                <a16:creationId xmlns:a16="http://schemas.microsoft.com/office/drawing/2014/main" id="{19236AB2-DA85-5AB1-992F-0AA144D57EBA}"/>
              </a:ext>
            </a:extLst>
          </p:cNvPr>
          <p:cNvSpPr/>
          <p:nvPr/>
        </p:nvSpPr>
        <p:spPr>
          <a:xfrm>
            <a:off x="3467616" y="2215443"/>
            <a:ext cx="1937929" cy="584774"/>
          </a:xfrm>
          <a:prstGeom prst="rect">
            <a:avLst/>
          </a:prstGeom>
          <a:solidFill>
            <a:schemeClr val="accent5">
              <a:alpha val="2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103" name="TextBox 102">
            <a:extLst>
              <a:ext uri="{FF2B5EF4-FFF2-40B4-BE49-F238E27FC236}">
                <a16:creationId xmlns:a16="http://schemas.microsoft.com/office/drawing/2014/main" id="{3CE4BF50-3959-0A3C-12EB-E503D465DBD2}"/>
              </a:ext>
            </a:extLst>
          </p:cNvPr>
          <p:cNvSpPr txBox="1"/>
          <p:nvPr/>
        </p:nvSpPr>
        <p:spPr>
          <a:xfrm>
            <a:off x="1324101" y="2883714"/>
            <a:ext cx="5977727" cy="523220"/>
          </a:xfrm>
          <a:prstGeom prst="rect">
            <a:avLst/>
          </a:prstGeom>
          <a:noFill/>
        </p:spPr>
        <p:txBody>
          <a:bodyPr wrap="none" rtlCol="0">
            <a:spAutoFit/>
          </a:bodyPr>
          <a:lstStyle/>
          <a:p>
            <a:r>
              <a:rPr lang="en-US" sz="2800" dirty="0"/>
              <a:t>B’C’(A’+A) + AB (C’+C) + B’C (A’+A)</a:t>
            </a:r>
            <a:endParaRPr lang="en-MY" sz="2800" dirty="0"/>
          </a:p>
        </p:txBody>
      </p:sp>
      <p:sp>
        <p:nvSpPr>
          <p:cNvPr id="104" name="Rectangle 103">
            <a:extLst>
              <a:ext uri="{FF2B5EF4-FFF2-40B4-BE49-F238E27FC236}">
                <a16:creationId xmlns:a16="http://schemas.microsoft.com/office/drawing/2014/main" id="{F04E4D60-5005-F3DB-C830-D1D1DDA762EC}"/>
              </a:ext>
            </a:extLst>
          </p:cNvPr>
          <p:cNvSpPr/>
          <p:nvPr/>
        </p:nvSpPr>
        <p:spPr>
          <a:xfrm>
            <a:off x="5405545" y="2852936"/>
            <a:ext cx="2023937" cy="584775"/>
          </a:xfrm>
          <a:prstGeom prst="rect">
            <a:avLst/>
          </a:prstGeom>
          <a:solidFill>
            <a:srgbClr val="FF00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105" name="TextBox 104">
            <a:extLst>
              <a:ext uri="{FF2B5EF4-FFF2-40B4-BE49-F238E27FC236}">
                <a16:creationId xmlns:a16="http://schemas.microsoft.com/office/drawing/2014/main" id="{20B6CD23-EA4A-67C8-48E0-5E287FA87912}"/>
              </a:ext>
            </a:extLst>
          </p:cNvPr>
          <p:cNvSpPr txBox="1"/>
          <p:nvPr/>
        </p:nvSpPr>
        <p:spPr>
          <a:xfrm>
            <a:off x="1317656" y="3573016"/>
            <a:ext cx="4302781" cy="523220"/>
          </a:xfrm>
          <a:prstGeom prst="rect">
            <a:avLst/>
          </a:prstGeom>
          <a:noFill/>
        </p:spPr>
        <p:txBody>
          <a:bodyPr wrap="none" rtlCol="0">
            <a:spAutoFit/>
          </a:bodyPr>
          <a:lstStyle/>
          <a:p>
            <a:r>
              <a:rPr lang="en-US" sz="2800" dirty="0"/>
              <a:t>B’C’(1) + AB (1) + B’C (1)</a:t>
            </a:r>
            <a:endParaRPr lang="en-MY" sz="2800" dirty="0"/>
          </a:p>
        </p:txBody>
      </p:sp>
      <p:sp>
        <p:nvSpPr>
          <p:cNvPr id="107" name="TextBox 106">
            <a:extLst>
              <a:ext uri="{FF2B5EF4-FFF2-40B4-BE49-F238E27FC236}">
                <a16:creationId xmlns:a16="http://schemas.microsoft.com/office/drawing/2014/main" id="{C36EDA1B-2492-5AD0-D8E0-68314193F6A2}"/>
              </a:ext>
            </a:extLst>
          </p:cNvPr>
          <p:cNvSpPr txBox="1"/>
          <p:nvPr/>
        </p:nvSpPr>
        <p:spPr>
          <a:xfrm>
            <a:off x="1317656" y="4293097"/>
            <a:ext cx="2440092" cy="523220"/>
          </a:xfrm>
          <a:prstGeom prst="rect">
            <a:avLst/>
          </a:prstGeom>
          <a:noFill/>
        </p:spPr>
        <p:txBody>
          <a:bodyPr wrap="none" rtlCol="0">
            <a:spAutoFit/>
          </a:bodyPr>
          <a:lstStyle/>
          <a:p>
            <a:r>
              <a:rPr lang="en-US" sz="2800" dirty="0"/>
              <a:t>B’C’+ AB+ B’C</a:t>
            </a:r>
            <a:endParaRPr lang="en-MY" sz="2800" dirty="0"/>
          </a:p>
        </p:txBody>
      </p:sp>
      <p:sp>
        <p:nvSpPr>
          <p:cNvPr id="108" name="Rectangle 107">
            <a:extLst>
              <a:ext uri="{FF2B5EF4-FFF2-40B4-BE49-F238E27FC236}">
                <a16:creationId xmlns:a16="http://schemas.microsoft.com/office/drawing/2014/main" id="{B80930D8-68F6-8C21-4942-F4997B474B1C}"/>
              </a:ext>
            </a:extLst>
          </p:cNvPr>
          <p:cNvSpPr/>
          <p:nvPr/>
        </p:nvSpPr>
        <p:spPr>
          <a:xfrm>
            <a:off x="1347789" y="4231542"/>
            <a:ext cx="688020" cy="584775"/>
          </a:xfrm>
          <a:prstGeom prst="rect">
            <a:avLst/>
          </a:prstGeom>
          <a:solidFill>
            <a:schemeClr val="accent2">
              <a:alpha val="2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109" name="Rectangle 108">
            <a:extLst>
              <a:ext uri="{FF2B5EF4-FFF2-40B4-BE49-F238E27FC236}">
                <a16:creationId xmlns:a16="http://schemas.microsoft.com/office/drawing/2014/main" id="{6CF08F0E-79F8-1E1E-ED21-E1FDC51127B3}"/>
              </a:ext>
            </a:extLst>
          </p:cNvPr>
          <p:cNvSpPr/>
          <p:nvPr/>
        </p:nvSpPr>
        <p:spPr>
          <a:xfrm>
            <a:off x="3088064" y="4262319"/>
            <a:ext cx="688020" cy="584775"/>
          </a:xfrm>
          <a:prstGeom prst="rect">
            <a:avLst/>
          </a:prstGeom>
          <a:solidFill>
            <a:schemeClr val="accent2">
              <a:alpha val="2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110" name="TextBox 109">
            <a:extLst>
              <a:ext uri="{FF2B5EF4-FFF2-40B4-BE49-F238E27FC236}">
                <a16:creationId xmlns:a16="http://schemas.microsoft.com/office/drawing/2014/main" id="{B3D883CE-29D9-22CB-A286-232CC107BA0E}"/>
              </a:ext>
            </a:extLst>
          </p:cNvPr>
          <p:cNvSpPr txBox="1"/>
          <p:nvPr/>
        </p:nvSpPr>
        <p:spPr>
          <a:xfrm>
            <a:off x="1317656" y="4922004"/>
            <a:ext cx="2316660" cy="523220"/>
          </a:xfrm>
          <a:prstGeom prst="rect">
            <a:avLst/>
          </a:prstGeom>
          <a:noFill/>
        </p:spPr>
        <p:txBody>
          <a:bodyPr wrap="none" rtlCol="0">
            <a:spAutoFit/>
          </a:bodyPr>
          <a:lstStyle/>
          <a:p>
            <a:r>
              <a:rPr lang="en-US" sz="2800" dirty="0"/>
              <a:t>B’(C’+C)+ AB</a:t>
            </a:r>
            <a:endParaRPr lang="en-MY" sz="2800" dirty="0"/>
          </a:p>
        </p:txBody>
      </p:sp>
      <p:sp>
        <p:nvSpPr>
          <p:cNvPr id="111" name="TextBox 110">
            <a:extLst>
              <a:ext uri="{FF2B5EF4-FFF2-40B4-BE49-F238E27FC236}">
                <a16:creationId xmlns:a16="http://schemas.microsoft.com/office/drawing/2014/main" id="{B851F552-1A95-E074-ADEA-25A5A1300A8F}"/>
              </a:ext>
            </a:extLst>
          </p:cNvPr>
          <p:cNvSpPr txBox="1"/>
          <p:nvPr/>
        </p:nvSpPr>
        <p:spPr>
          <a:xfrm>
            <a:off x="1300687" y="5491597"/>
            <a:ext cx="1742785" cy="523220"/>
          </a:xfrm>
          <a:prstGeom prst="rect">
            <a:avLst/>
          </a:prstGeom>
          <a:noFill/>
        </p:spPr>
        <p:txBody>
          <a:bodyPr wrap="none" rtlCol="0">
            <a:spAutoFit/>
          </a:bodyPr>
          <a:lstStyle/>
          <a:p>
            <a:r>
              <a:rPr lang="en-US" sz="2800" dirty="0"/>
              <a:t>B’(1)+ AB</a:t>
            </a:r>
            <a:endParaRPr lang="en-MY" sz="2800" dirty="0"/>
          </a:p>
        </p:txBody>
      </p:sp>
      <p:sp>
        <p:nvSpPr>
          <p:cNvPr id="112" name="TextBox 111">
            <a:extLst>
              <a:ext uri="{FF2B5EF4-FFF2-40B4-BE49-F238E27FC236}">
                <a16:creationId xmlns:a16="http://schemas.microsoft.com/office/drawing/2014/main" id="{8CB2F069-F9DB-E311-89AA-C7AB0C448834}"/>
              </a:ext>
            </a:extLst>
          </p:cNvPr>
          <p:cNvSpPr txBox="1"/>
          <p:nvPr/>
        </p:nvSpPr>
        <p:spPr>
          <a:xfrm>
            <a:off x="1296947" y="6040670"/>
            <a:ext cx="1271502" cy="523220"/>
          </a:xfrm>
          <a:prstGeom prst="rect">
            <a:avLst/>
          </a:prstGeom>
          <a:noFill/>
        </p:spPr>
        <p:txBody>
          <a:bodyPr wrap="none" rtlCol="0">
            <a:spAutoFit/>
          </a:bodyPr>
          <a:lstStyle/>
          <a:p>
            <a:r>
              <a:rPr lang="en-US" sz="2800" dirty="0"/>
              <a:t>B’+ AB</a:t>
            </a:r>
            <a:endParaRPr lang="en-MY" sz="2800" dirty="0"/>
          </a:p>
        </p:txBody>
      </p:sp>
      <p:sp>
        <p:nvSpPr>
          <p:cNvPr id="113" name="Rectangle 112">
            <a:extLst>
              <a:ext uri="{FF2B5EF4-FFF2-40B4-BE49-F238E27FC236}">
                <a16:creationId xmlns:a16="http://schemas.microsoft.com/office/drawing/2014/main" id="{80A6B2CD-5E5C-EF89-79AB-995FFB0C157F}"/>
              </a:ext>
            </a:extLst>
          </p:cNvPr>
          <p:cNvSpPr/>
          <p:nvPr/>
        </p:nvSpPr>
        <p:spPr>
          <a:xfrm>
            <a:off x="1324101" y="6062747"/>
            <a:ext cx="1244348" cy="584775"/>
          </a:xfrm>
          <a:prstGeom prst="rect">
            <a:avLst/>
          </a:prstGeom>
          <a:solidFill>
            <a:srgbClr val="CC00FF">
              <a:alpha val="25000"/>
            </a:srgbClr>
          </a:solidFill>
          <a:ln>
            <a:solidFill>
              <a:srgbClr val="CC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Tree>
    <p:extLst>
      <p:ext uri="{BB962C8B-B14F-4D97-AF65-F5344CB8AC3E}">
        <p14:creationId xmlns:p14="http://schemas.microsoft.com/office/powerpoint/2010/main" val="1204877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500" fill="hold"/>
                                        <p:tgtEl>
                                          <p:spTgt spid="85"/>
                                        </p:tgtEl>
                                        <p:attrNameLst>
                                          <p:attrName>ppt_x</p:attrName>
                                        </p:attrNameLst>
                                      </p:cBhvr>
                                      <p:tavLst>
                                        <p:tav tm="0">
                                          <p:val>
                                            <p:strVal val="#ppt_x"/>
                                          </p:val>
                                        </p:tav>
                                        <p:tav tm="100000">
                                          <p:val>
                                            <p:strVal val="#ppt_x"/>
                                          </p:val>
                                        </p:tav>
                                      </p:tavLst>
                                    </p:anim>
                                    <p:anim calcmode="lin" valueType="num">
                                      <p:cBhvr additive="base">
                                        <p:cTn id="8"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6"/>
                                        </p:tgtEl>
                                        <p:attrNameLst>
                                          <p:attrName>style.visibility</p:attrName>
                                        </p:attrNameLst>
                                      </p:cBhvr>
                                      <p:to>
                                        <p:strVal val="visible"/>
                                      </p:to>
                                    </p:set>
                                    <p:anim calcmode="lin" valueType="num">
                                      <p:cBhvr additive="base">
                                        <p:cTn id="13" dur="500" fill="hold"/>
                                        <p:tgtEl>
                                          <p:spTgt spid="86"/>
                                        </p:tgtEl>
                                        <p:attrNameLst>
                                          <p:attrName>ppt_x</p:attrName>
                                        </p:attrNameLst>
                                      </p:cBhvr>
                                      <p:tavLst>
                                        <p:tav tm="0">
                                          <p:val>
                                            <p:strVal val="#ppt_x"/>
                                          </p:val>
                                        </p:tav>
                                        <p:tav tm="100000">
                                          <p:val>
                                            <p:strVal val="#ppt_x"/>
                                          </p:val>
                                        </p:tav>
                                      </p:tavLst>
                                    </p:anim>
                                    <p:anim calcmode="lin" valueType="num">
                                      <p:cBhvr additive="base">
                                        <p:cTn id="14"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7"/>
                                        </p:tgtEl>
                                        <p:attrNameLst>
                                          <p:attrName>style.visibility</p:attrName>
                                        </p:attrNameLst>
                                      </p:cBhvr>
                                      <p:to>
                                        <p:strVal val="visible"/>
                                      </p:to>
                                    </p:set>
                                    <p:anim calcmode="lin" valueType="num">
                                      <p:cBhvr additive="base">
                                        <p:cTn id="19" dur="500" fill="hold"/>
                                        <p:tgtEl>
                                          <p:spTgt spid="87"/>
                                        </p:tgtEl>
                                        <p:attrNameLst>
                                          <p:attrName>ppt_x</p:attrName>
                                        </p:attrNameLst>
                                      </p:cBhvr>
                                      <p:tavLst>
                                        <p:tav tm="0">
                                          <p:val>
                                            <p:strVal val="#ppt_x"/>
                                          </p:val>
                                        </p:tav>
                                        <p:tav tm="100000">
                                          <p:val>
                                            <p:strVal val="#ppt_x"/>
                                          </p:val>
                                        </p:tav>
                                      </p:tavLst>
                                    </p:anim>
                                    <p:anim calcmode="lin" valueType="num">
                                      <p:cBhvr additive="base">
                                        <p:cTn id="20" dur="500" fill="hold"/>
                                        <p:tgtEl>
                                          <p:spTgt spid="8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8"/>
                                        </p:tgtEl>
                                        <p:attrNameLst>
                                          <p:attrName>style.visibility</p:attrName>
                                        </p:attrNameLst>
                                      </p:cBhvr>
                                      <p:to>
                                        <p:strVal val="visible"/>
                                      </p:to>
                                    </p:set>
                                    <p:anim calcmode="lin" valueType="num">
                                      <p:cBhvr additive="base">
                                        <p:cTn id="25" dur="500" fill="hold"/>
                                        <p:tgtEl>
                                          <p:spTgt spid="88"/>
                                        </p:tgtEl>
                                        <p:attrNameLst>
                                          <p:attrName>ppt_x</p:attrName>
                                        </p:attrNameLst>
                                      </p:cBhvr>
                                      <p:tavLst>
                                        <p:tav tm="0">
                                          <p:val>
                                            <p:strVal val="#ppt_x"/>
                                          </p:val>
                                        </p:tav>
                                        <p:tav tm="100000">
                                          <p:val>
                                            <p:strVal val="#ppt_x"/>
                                          </p:val>
                                        </p:tav>
                                      </p:tavLst>
                                    </p:anim>
                                    <p:anim calcmode="lin" valueType="num">
                                      <p:cBhvr additive="base">
                                        <p:cTn id="26"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9"/>
                                        </p:tgtEl>
                                        <p:attrNameLst>
                                          <p:attrName>style.visibility</p:attrName>
                                        </p:attrNameLst>
                                      </p:cBhvr>
                                      <p:to>
                                        <p:strVal val="visible"/>
                                      </p:to>
                                    </p:set>
                                    <p:anim calcmode="lin" valueType="num">
                                      <p:cBhvr additive="base">
                                        <p:cTn id="31" dur="500" fill="hold"/>
                                        <p:tgtEl>
                                          <p:spTgt spid="89"/>
                                        </p:tgtEl>
                                        <p:attrNameLst>
                                          <p:attrName>ppt_x</p:attrName>
                                        </p:attrNameLst>
                                      </p:cBhvr>
                                      <p:tavLst>
                                        <p:tav tm="0">
                                          <p:val>
                                            <p:strVal val="#ppt_x"/>
                                          </p:val>
                                        </p:tav>
                                        <p:tav tm="100000">
                                          <p:val>
                                            <p:strVal val="#ppt_x"/>
                                          </p:val>
                                        </p:tav>
                                      </p:tavLst>
                                    </p:anim>
                                    <p:anim calcmode="lin" valueType="num">
                                      <p:cBhvr additive="base">
                                        <p:cTn id="32" dur="500" fill="hold"/>
                                        <p:tgtEl>
                                          <p:spTgt spid="8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0"/>
                                        </p:tgtEl>
                                        <p:attrNameLst>
                                          <p:attrName>style.visibility</p:attrName>
                                        </p:attrNameLst>
                                      </p:cBhvr>
                                      <p:to>
                                        <p:strVal val="visible"/>
                                      </p:to>
                                    </p:set>
                                    <p:anim calcmode="lin" valueType="num">
                                      <p:cBhvr additive="base">
                                        <p:cTn id="37" dur="500" fill="hold"/>
                                        <p:tgtEl>
                                          <p:spTgt spid="90"/>
                                        </p:tgtEl>
                                        <p:attrNameLst>
                                          <p:attrName>ppt_x</p:attrName>
                                        </p:attrNameLst>
                                      </p:cBhvr>
                                      <p:tavLst>
                                        <p:tav tm="0">
                                          <p:val>
                                            <p:strVal val="#ppt_x"/>
                                          </p:val>
                                        </p:tav>
                                        <p:tav tm="100000">
                                          <p:val>
                                            <p:strVal val="#ppt_x"/>
                                          </p:val>
                                        </p:tav>
                                      </p:tavLst>
                                    </p:anim>
                                    <p:anim calcmode="lin" valueType="num">
                                      <p:cBhvr additive="base">
                                        <p:cTn id="38" dur="500" fill="hold"/>
                                        <p:tgtEl>
                                          <p:spTgt spid="9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0"/>
                                        </p:tgtEl>
                                        <p:attrNameLst>
                                          <p:attrName>style.visibility</p:attrName>
                                        </p:attrNameLst>
                                      </p:cBhvr>
                                      <p:to>
                                        <p:strVal val="visible"/>
                                      </p:to>
                                    </p:set>
                                    <p:anim calcmode="lin" valueType="num">
                                      <p:cBhvr additive="base">
                                        <p:cTn id="43" dur="500" fill="hold"/>
                                        <p:tgtEl>
                                          <p:spTgt spid="100"/>
                                        </p:tgtEl>
                                        <p:attrNameLst>
                                          <p:attrName>ppt_x</p:attrName>
                                        </p:attrNameLst>
                                      </p:cBhvr>
                                      <p:tavLst>
                                        <p:tav tm="0">
                                          <p:val>
                                            <p:strVal val="#ppt_x"/>
                                          </p:val>
                                        </p:tav>
                                        <p:tav tm="100000">
                                          <p:val>
                                            <p:strVal val="#ppt_x"/>
                                          </p:val>
                                        </p:tav>
                                      </p:tavLst>
                                    </p:anim>
                                    <p:anim calcmode="lin" valueType="num">
                                      <p:cBhvr additive="base">
                                        <p:cTn id="44"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2"/>
                                        </p:tgtEl>
                                        <p:attrNameLst>
                                          <p:attrName>style.visibility</p:attrName>
                                        </p:attrNameLst>
                                      </p:cBhvr>
                                      <p:to>
                                        <p:strVal val="visible"/>
                                      </p:to>
                                    </p:set>
                                    <p:anim calcmode="lin" valueType="num">
                                      <p:cBhvr additive="base">
                                        <p:cTn id="49" dur="500" fill="hold"/>
                                        <p:tgtEl>
                                          <p:spTgt spid="102"/>
                                        </p:tgtEl>
                                        <p:attrNameLst>
                                          <p:attrName>ppt_x</p:attrName>
                                        </p:attrNameLst>
                                      </p:cBhvr>
                                      <p:tavLst>
                                        <p:tav tm="0">
                                          <p:val>
                                            <p:strVal val="#ppt_x"/>
                                          </p:val>
                                        </p:tav>
                                        <p:tav tm="100000">
                                          <p:val>
                                            <p:strVal val="#ppt_x"/>
                                          </p:val>
                                        </p:tav>
                                      </p:tavLst>
                                    </p:anim>
                                    <p:anim calcmode="lin" valueType="num">
                                      <p:cBhvr additive="base">
                                        <p:cTn id="50"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4"/>
                                        </p:tgtEl>
                                        <p:attrNameLst>
                                          <p:attrName>style.visibility</p:attrName>
                                        </p:attrNameLst>
                                      </p:cBhvr>
                                      <p:to>
                                        <p:strVal val="visible"/>
                                      </p:to>
                                    </p:set>
                                    <p:anim calcmode="lin" valueType="num">
                                      <p:cBhvr additive="base">
                                        <p:cTn id="55" dur="500" fill="hold"/>
                                        <p:tgtEl>
                                          <p:spTgt spid="104"/>
                                        </p:tgtEl>
                                        <p:attrNameLst>
                                          <p:attrName>ppt_x</p:attrName>
                                        </p:attrNameLst>
                                      </p:cBhvr>
                                      <p:tavLst>
                                        <p:tav tm="0">
                                          <p:val>
                                            <p:strVal val="#ppt_x"/>
                                          </p:val>
                                        </p:tav>
                                        <p:tav tm="100000">
                                          <p:val>
                                            <p:strVal val="#ppt_x"/>
                                          </p:val>
                                        </p:tav>
                                      </p:tavLst>
                                    </p:anim>
                                    <p:anim calcmode="lin" valueType="num">
                                      <p:cBhvr additive="base">
                                        <p:cTn id="56"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08"/>
                                        </p:tgtEl>
                                        <p:attrNameLst>
                                          <p:attrName>style.visibility</p:attrName>
                                        </p:attrNameLst>
                                      </p:cBhvr>
                                      <p:to>
                                        <p:strVal val="visible"/>
                                      </p:to>
                                    </p:set>
                                    <p:anim calcmode="lin" valueType="num">
                                      <p:cBhvr additive="base">
                                        <p:cTn id="61" dur="500" fill="hold"/>
                                        <p:tgtEl>
                                          <p:spTgt spid="108"/>
                                        </p:tgtEl>
                                        <p:attrNameLst>
                                          <p:attrName>ppt_x</p:attrName>
                                        </p:attrNameLst>
                                      </p:cBhvr>
                                      <p:tavLst>
                                        <p:tav tm="0">
                                          <p:val>
                                            <p:strVal val="#ppt_x"/>
                                          </p:val>
                                        </p:tav>
                                        <p:tav tm="100000">
                                          <p:val>
                                            <p:strVal val="#ppt_x"/>
                                          </p:val>
                                        </p:tav>
                                      </p:tavLst>
                                    </p:anim>
                                    <p:anim calcmode="lin" valueType="num">
                                      <p:cBhvr additive="base">
                                        <p:cTn id="62" dur="500" fill="hold"/>
                                        <p:tgtEl>
                                          <p:spTgt spid="10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09"/>
                                        </p:tgtEl>
                                        <p:attrNameLst>
                                          <p:attrName>style.visibility</p:attrName>
                                        </p:attrNameLst>
                                      </p:cBhvr>
                                      <p:to>
                                        <p:strVal val="visible"/>
                                      </p:to>
                                    </p:set>
                                    <p:anim calcmode="lin" valueType="num">
                                      <p:cBhvr additive="base">
                                        <p:cTn id="67" dur="500" fill="hold"/>
                                        <p:tgtEl>
                                          <p:spTgt spid="109"/>
                                        </p:tgtEl>
                                        <p:attrNameLst>
                                          <p:attrName>ppt_x</p:attrName>
                                        </p:attrNameLst>
                                      </p:cBhvr>
                                      <p:tavLst>
                                        <p:tav tm="0">
                                          <p:val>
                                            <p:strVal val="#ppt_x"/>
                                          </p:val>
                                        </p:tav>
                                        <p:tav tm="100000">
                                          <p:val>
                                            <p:strVal val="#ppt_x"/>
                                          </p:val>
                                        </p:tav>
                                      </p:tavLst>
                                    </p:anim>
                                    <p:anim calcmode="lin" valueType="num">
                                      <p:cBhvr additive="base">
                                        <p:cTn id="68" dur="500" fill="hold"/>
                                        <p:tgtEl>
                                          <p:spTgt spid="109"/>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13"/>
                                        </p:tgtEl>
                                        <p:attrNameLst>
                                          <p:attrName>style.visibility</p:attrName>
                                        </p:attrNameLst>
                                      </p:cBhvr>
                                      <p:to>
                                        <p:strVal val="visible"/>
                                      </p:to>
                                    </p:set>
                                    <p:anim calcmode="lin" valueType="num">
                                      <p:cBhvr additive="base">
                                        <p:cTn id="73" dur="500" fill="hold"/>
                                        <p:tgtEl>
                                          <p:spTgt spid="113"/>
                                        </p:tgtEl>
                                        <p:attrNameLst>
                                          <p:attrName>ppt_x</p:attrName>
                                        </p:attrNameLst>
                                      </p:cBhvr>
                                      <p:tavLst>
                                        <p:tav tm="0">
                                          <p:val>
                                            <p:strVal val="#ppt_x"/>
                                          </p:val>
                                        </p:tav>
                                        <p:tav tm="100000">
                                          <p:val>
                                            <p:strVal val="#ppt_x"/>
                                          </p:val>
                                        </p:tav>
                                      </p:tavLst>
                                    </p:anim>
                                    <p:anim calcmode="lin" valueType="num">
                                      <p:cBhvr additive="base">
                                        <p:cTn id="74" dur="500" fill="hold"/>
                                        <p:tgtEl>
                                          <p:spTgt spid="1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6" grpId="0" animBg="1"/>
      <p:bldP spid="87" grpId="0" animBg="1"/>
      <p:bldP spid="88" grpId="0" animBg="1"/>
      <p:bldP spid="89" grpId="0" animBg="1"/>
      <p:bldP spid="90" grpId="0" animBg="1"/>
      <p:bldP spid="100" grpId="0" animBg="1"/>
      <p:bldP spid="102" grpId="0" animBg="1"/>
      <p:bldP spid="104" grpId="0" animBg="1"/>
      <p:bldP spid="108" grpId="0" animBg="1"/>
      <p:bldP spid="109" grpId="0" animBg="1"/>
      <p:bldP spid="1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F892C-4BEC-EED1-7351-737DEF7A98F1}"/>
              </a:ext>
            </a:extLst>
          </p:cNvPr>
          <p:cNvSpPr>
            <a:spLocks noGrp="1"/>
          </p:cNvSpPr>
          <p:nvPr>
            <p:ph type="title"/>
          </p:nvPr>
        </p:nvSpPr>
        <p:spPr/>
        <p:txBody>
          <a:bodyPr/>
          <a:lstStyle/>
          <a:p>
            <a:r>
              <a:rPr lang="en-MY" dirty="0"/>
              <a:t>Simplifying expressions #6</a:t>
            </a:r>
          </a:p>
        </p:txBody>
      </p:sp>
      <p:sp>
        <p:nvSpPr>
          <p:cNvPr id="4" name="Slide Number Placeholder 3">
            <a:extLst>
              <a:ext uri="{FF2B5EF4-FFF2-40B4-BE49-F238E27FC236}">
                <a16:creationId xmlns:a16="http://schemas.microsoft.com/office/drawing/2014/main" id="{E819594F-2642-3577-56F7-EB1B4230F62E}"/>
              </a:ext>
            </a:extLst>
          </p:cNvPr>
          <p:cNvSpPr>
            <a:spLocks noGrp="1"/>
          </p:cNvSpPr>
          <p:nvPr>
            <p:ph type="sldNum" sz="quarter" idx="12"/>
          </p:nvPr>
        </p:nvSpPr>
        <p:spPr/>
        <p:txBody>
          <a:bodyPr/>
          <a:lstStyle/>
          <a:p>
            <a:pPr>
              <a:defRPr/>
            </a:pPr>
            <a:fld id="{28588503-611C-4314-9367-E0668E948370}" type="slidenum">
              <a:rPr lang="en-US" altLang="en-US" smtClean="0"/>
              <a:pPr>
                <a:defRPr/>
              </a:pPr>
              <a:t>22</a:t>
            </a:fld>
            <a:endParaRPr lang="en-US" altLang="en-US"/>
          </a:p>
        </p:txBody>
      </p:sp>
      <p:sp>
        <p:nvSpPr>
          <p:cNvPr id="26" name="TextBox 25">
            <a:extLst>
              <a:ext uri="{FF2B5EF4-FFF2-40B4-BE49-F238E27FC236}">
                <a16:creationId xmlns:a16="http://schemas.microsoft.com/office/drawing/2014/main" id="{9593961F-0D6F-B47D-F2B7-6207E0AB22C8}"/>
              </a:ext>
            </a:extLst>
          </p:cNvPr>
          <p:cNvSpPr txBox="1"/>
          <p:nvPr/>
        </p:nvSpPr>
        <p:spPr>
          <a:xfrm>
            <a:off x="683568" y="1484784"/>
            <a:ext cx="6796091" cy="584775"/>
          </a:xfrm>
          <a:prstGeom prst="rect">
            <a:avLst/>
          </a:prstGeom>
          <a:noFill/>
        </p:spPr>
        <p:txBody>
          <a:bodyPr wrap="none" rtlCol="0">
            <a:spAutoFit/>
          </a:bodyPr>
          <a:lstStyle/>
          <a:p>
            <a:r>
              <a:rPr lang="en-US" sz="3200" dirty="0"/>
              <a:t>A’BC + AB’C’ + A’B’C’ + AB’C + A’BC’</a:t>
            </a:r>
            <a:endParaRPr lang="en-MY" sz="3200" dirty="0"/>
          </a:p>
        </p:txBody>
      </p:sp>
      <p:sp>
        <p:nvSpPr>
          <p:cNvPr id="29" name="Rectangle 28">
            <a:extLst>
              <a:ext uri="{FF2B5EF4-FFF2-40B4-BE49-F238E27FC236}">
                <a16:creationId xmlns:a16="http://schemas.microsoft.com/office/drawing/2014/main" id="{EC6BB274-DED9-6978-7503-D5F8F9590211}"/>
              </a:ext>
            </a:extLst>
          </p:cNvPr>
          <p:cNvSpPr/>
          <p:nvPr/>
        </p:nvSpPr>
        <p:spPr>
          <a:xfrm>
            <a:off x="4903170" y="2147667"/>
            <a:ext cx="767060" cy="455804"/>
          </a:xfrm>
          <a:prstGeom prst="rect">
            <a:avLst/>
          </a:prstGeom>
          <a:solidFill>
            <a:srgbClr val="FF00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6" name="TextBox 35">
            <a:extLst>
              <a:ext uri="{FF2B5EF4-FFF2-40B4-BE49-F238E27FC236}">
                <a16:creationId xmlns:a16="http://schemas.microsoft.com/office/drawing/2014/main" id="{BD1A6C11-8A6E-2778-4DBC-3312772B51E2}"/>
              </a:ext>
            </a:extLst>
          </p:cNvPr>
          <p:cNvSpPr txBox="1"/>
          <p:nvPr/>
        </p:nvSpPr>
        <p:spPr>
          <a:xfrm>
            <a:off x="1660789" y="2130971"/>
            <a:ext cx="5143459" cy="461665"/>
          </a:xfrm>
          <a:prstGeom prst="rect">
            <a:avLst/>
          </a:prstGeom>
          <a:noFill/>
        </p:spPr>
        <p:txBody>
          <a:bodyPr wrap="none" rtlCol="0">
            <a:spAutoFit/>
          </a:bodyPr>
          <a:lstStyle/>
          <a:p>
            <a:r>
              <a:rPr lang="en-US" sz="2400" dirty="0"/>
              <a:t>A’BC + AB’C’ + A’B’C’ + AB’C + A’BC’</a:t>
            </a:r>
            <a:endParaRPr lang="en-MY" sz="2400" dirty="0"/>
          </a:p>
        </p:txBody>
      </p:sp>
      <p:sp>
        <p:nvSpPr>
          <p:cNvPr id="37" name="Rectangle 36">
            <a:extLst>
              <a:ext uri="{FF2B5EF4-FFF2-40B4-BE49-F238E27FC236}">
                <a16:creationId xmlns:a16="http://schemas.microsoft.com/office/drawing/2014/main" id="{4506DF47-1F10-7509-11DA-C0D0655FCB41}"/>
              </a:ext>
            </a:extLst>
          </p:cNvPr>
          <p:cNvSpPr/>
          <p:nvPr/>
        </p:nvSpPr>
        <p:spPr>
          <a:xfrm>
            <a:off x="2699712" y="2127720"/>
            <a:ext cx="795730" cy="455804"/>
          </a:xfrm>
          <a:prstGeom prst="rect">
            <a:avLst/>
          </a:prstGeom>
          <a:solidFill>
            <a:schemeClr val="accent5">
              <a:alpha val="2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8" name="Rectangle 37">
            <a:extLst>
              <a:ext uri="{FF2B5EF4-FFF2-40B4-BE49-F238E27FC236}">
                <a16:creationId xmlns:a16="http://schemas.microsoft.com/office/drawing/2014/main" id="{1A593FE5-5A75-4CB5-18B0-B0C4068EA6CD}"/>
              </a:ext>
            </a:extLst>
          </p:cNvPr>
          <p:cNvSpPr/>
          <p:nvPr/>
        </p:nvSpPr>
        <p:spPr>
          <a:xfrm>
            <a:off x="1716771" y="2141805"/>
            <a:ext cx="684168" cy="461666"/>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39" name="Rectangle 38">
            <a:extLst>
              <a:ext uri="{FF2B5EF4-FFF2-40B4-BE49-F238E27FC236}">
                <a16:creationId xmlns:a16="http://schemas.microsoft.com/office/drawing/2014/main" id="{A610ABD4-05D7-0069-437B-98780F8FFA39}"/>
              </a:ext>
            </a:extLst>
          </p:cNvPr>
          <p:cNvSpPr/>
          <p:nvPr/>
        </p:nvSpPr>
        <p:spPr>
          <a:xfrm>
            <a:off x="5995510" y="2136272"/>
            <a:ext cx="684168" cy="461666"/>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40" name="Rectangle 39">
            <a:extLst>
              <a:ext uri="{FF2B5EF4-FFF2-40B4-BE49-F238E27FC236}">
                <a16:creationId xmlns:a16="http://schemas.microsoft.com/office/drawing/2014/main" id="{DC13802A-B2C5-5B44-D96B-36C918774A96}"/>
              </a:ext>
            </a:extLst>
          </p:cNvPr>
          <p:cNvSpPr/>
          <p:nvPr/>
        </p:nvSpPr>
        <p:spPr>
          <a:xfrm>
            <a:off x="3819570" y="2120136"/>
            <a:ext cx="795730" cy="455804"/>
          </a:xfrm>
          <a:prstGeom prst="rect">
            <a:avLst/>
          </a:prstGeom>
          <a:solidFill>
            <a:schemeClr val="accent5">
              <a:alpha val="2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1" name="Rectangle 40">
            <a:extLst>
              <a:ext uri="{FF2B5EF4-FFF2-40B4-BE49-F238E27FC236}">
                <a16:creationId xmlns:a16="http://schemas.microsoft.com/office/drawing/2014/main" id="{8BB1C5B4-4D35-DA0B-66F5-FE84FA100CC9}"/>
              </a:ext>
            </a:extLst>
          </p:cNvPr>
          <p:cNvSpPr/>
          <p:nvPr/>
        </p:nvSpPr>
        <p:spPr>
          <a:xfrm>
            <a:off x="2630981" y="2116885"/>
            <a:ext cx="922086" cy="455804"/>
          </a:xfrm>
          <a:prstGeom prst="rect">
            <a:avLst/>
          </a:prstGeom>
          <a:solidFill>
            <a:srgbClr val="FF00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3" name="TextBox 42">
            <a:extLst>
              <a:ext uri="{FF2B5EF4-FFF2-40B4-BE49-F238E27FC236}">
                <a16:creationId xmlns:a16="http://schemas.microsoft.com/office/drawing/2014/main" id="{DFBDE3F2-36B4-D4D7-0115-B5C7212C0F41}"/>
              </a:ext>
            </a:extLst>
          </p:cNvPr>
          <p:cNvSpPr txBox="1"/>
          <p:nvPr/>
        </p:nvSpPr>
        <p:spPr>
          <a:xfrm>
            <a:off x="1683742" y="2936250"/>
            <a:ext cx="5048498" cy="461665"/>
          </a:xfrm>
          <a:prstGeom prst="rect">
            <a:avLst/>
          </a:prstGeom>
          <a:noFill/>
        </p:spPr>
        <p:txBody>
          <a:bodyPr wrap="none" rtlCol="0">
            <a:spAutoFit/>
          </a:bodyPr>
          <a:lstStyle/>
          <a:p>
            <a:r>
              <a:rPr lang="en-US" sz="2400" dirty="0"/>
              <a:t>A’B(C+C’) + AB’(C’+C) + B’C’(A’+A)</a:t>
            </a:r>
            <a:endParaRPr lang="en-MY" sz="2400" dirty="0"/>
          </a:p>
        </p:txBody>
      </p:sp>
      <p:sp>
        <p:nvSpPr>
          <p:cNvPr id="44" name="Rectangle 43">
            <a:extLst>
              <a:ext uri="{FF2B5EF4-FFF2-40B4-BE49-F238E27FC236}">
                <a16:creationId xmlns:a16="http://schemas.microsoft.com/office/drawing/2014/main" id="{6DC810F4-D77C-4C82-0028-269D35EB5518}"/>
              </a:ext>
            </a:extLst>
          </p:cNvPr>
          <p:cNvSpPr/>
          <p:nvPr/>
        </p:nvSpPr>
        <p:spPr>
          <a:xfrm>
            <a:off x="1698351" y="2925415"/>
            <a:ext cx="1451285" cy="461666"/>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45" name="Rectangle 44">
            <a:extLst>
              <a:ext uri="{FF2B5EF4-FFF2-40B4-BE49-F238E27FC236}">
                <a16:creationId xmlns:a16="http://schemas.microsoft.com/office/drawing/2014/main" id="{01156AD3-9A00-8C01-074C-2EEE804C1FDA}"/>
              </a:ext>
            </a:extLst>
          </p:cNvPr>
          <p:cNvSpPr/>
          <p:nvPr/>
        </p:nvSpPr>
        <p:spPr>
          <a:xfrm>
            <a:off x="3459267" y="2928346"/>
            <a:ext cx="1451285" cy="455804"/>
          </a:xfrm>
          <a:prstGeom prst="rect">
            <a:avLst/>
          </a:prstGeom>
          <a:solidFill>
            <a:schemeClr val="accent5">
              <a:alpha val="2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6" name="Rectangle 45">
            <a:extLst>
              <a:ext uri="{FF2B5EF4-FFF2-40B4-BE49-F238E27FC236}">
                <a16:creationId xmlns:a16="http://schemas.microsoft.com/office/drawing/2014/main" id="{B15D2EC3-015C-7E81-B456-BD3BD2955E8B}"/>
              </a:ext>
            </a:extLst>
          </p:cNvPr>
          <p:cNvSpPr/>
          <p:nvPr/>
        </p:nvSpPr>
        <p:spPr>
          <a:xfrm>
            <a:off x="5204976" y="2942111"/>
            <a:ext cx="1409989" cy="455804"/>
          </a:xfrm>
          <a:prstGeom prst="rect">
            <a:avLst/>
          </a:prstGeom>
          <a:solidFill>
            <a:srgbClr val="FF00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7" name="TextBox 46">
            <a:extLst>
              <a:ext uri="{FF2B5EF4-FFF2-40B4-BE49-F238E27FC236}">
                <a16:creationId xmlns:a16="http://schemas.microsoft.com/office/drawing/2014/main" id="{8E2FF936-A90B-B729-6CB5-A0ADED133BEF}"/>
              </a:ext>
            </a:extLst>
          </p:cNvPr>
          <p:cNvSpPr txBox="1"/>
          <p:nvPr/>
        </p:nvSpPr>
        <p:spPr>
          <a:xfrm>
            <a:off x="1683742" y="3778435"/>
            <a:ext cx="3576941" cy="461665"/>
          </a:xfrm>
          <a:prstGeom prst="rect">
            <a:avLst/>
          </a:prstGeom>
          <a:noFill/>
        </p:spPr>
        <p:txBody>
          <a:bodyPr wrap="none" rtlCol="0">
            <a:spAutoFit/>
          </a:bodyPr>
          <a:lstStyle/>
          <a:p>
            <a:r>
              <a:rPr lang="en-US" sz="2400" dirty="0"/>
              <a:t>A’B(1) + AB’(1) + B’C’(1)</a:t>
            </a:r>
            <a:endParaRPr lang="en-MY" sz="2400" dirty="0"/>
          </a:p>
        </p:txBody>
      </p:sp>
      <p:sp>
        <p:nvSpPr>
          <p:cNvPr id="48" name="TextBox 47">
            <a:extLst>
              <a:ext uri="{FF2B5EF4-FFF2-40B4-BE49-F238E27FC236}">
                <a16:creationId xmlns:a16="http://schemas.microsoft.com/office/drawing/2014/main" id="{E123662D-03C1-93D6-1B16-C02A28628C1F}"/>
              </a:ext>
            </a:extLst>
          </p:cNvPr>
          <p:cNvSpPr txBox="1"/>
          <p:nvPr/>
        </p:nvSpPr>
        <p:spPr>
          <a:xfrm>
            <a:off x="1683742" y="4620620"/>
            <a:ext cx="2360262" cy="461665"/>
          </a:xfrm>
          <a:prstGeom prst="rect">
            <a:avLst/>
          </a:prstGeom>
          <a:noFill/>
        </p:spPr>
        <p:txBody>
          <a:bodyPr wrap="none" rtlCol="0">
            <a:spAutoFit/>
          </a:bodyPr>
          <a:lstStyle/>
          <a:p>
            <a:r>
              <a:rPr lang="en-US" sz="2400" dirty="0"/>
              <a:t>A’B + AB’ + B’C’</a:t>
            </a:r>
            <a:endParaRPr lang="en-MY" sz="2400" dirty="0"/>
          </a:p>
        </p:txBody>
      </p:sp>
    </p:spTree>
    <p:extLst>
      <p:ext uri="{BB962C8B-B14F-4D97-AF65-F5344CB8AC3E}">
        <p14:creationId xmlns:p14="http://schemas.microsoft.com/office/powerpoint/2010/main" val="357184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anim calcmode="lin" valueType="num">
                                      <p:cBhvr additive="base">
                                        <p:cTn id="13" dur="500" fill="hold"/>
                                        <p:tgtEl>
                                          <p:spTgt spid="37"/>
                                        </p:tgtEl>
                                        <p:attrNameLst>
                                          <p:attrName>ppt_x</p:attrName>
                                        </p:attrNameLst>
                                      </p:cBhvr>
                                      <p:tavLst>
                                        <p:tav tm="0">
                                          <p:val>
                                            <p:strVal val="#ppt_x"/>
                                          </p:val>
                                        </p:tav>
                                        <p:tav tm="100000">
                                          <p:val>
                                            <p:strVal val="#ppt_x"/>
                                          </p:val>
                                        </p:tav>
                                      </p:tavLst>
                                    </p:anim>
                                    <p:anim calcmode="lin" valueType="num">
                                      <p:cBhvr additive="base">
                                        <p:cTn id="1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anim calcmode="lin" valueType="num">
                                      <p:cBhvr additive="base">
                                        <p:cTn id="19" dur="500" fill="hold"/>
                                        <p:tgtEl>
                                          <p:spTgt spid="38"/>
                                        </p:tgtEl>
                                        <p:attrNameLst>
                                          <p:attrName>ppt_x</p:attrName>
                                        </p:attrNameLst>
                                      </p:cBhvr>
                                      <p:tavLst>
                                        <p:tav tm="0">
                                          <p:val>
                                            <p:strVal val="#ppt_x"/>
                                          </p:val>
                                        </p:tav>
                                        <p:tav tm="100000">
                                          <p:val>
                                            <p:strVal val="#ppt_x"/>
                                          </p:val>
                                        </p:tav>
                                      </p:tavLst>
                                    </p:anim>
                                    <p:anim calcmode="lin" valueType="num">
                                      <p:cBhvr additive="base">
                                        <p:cTn id="20"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9"/>
                                        </p:tgtEl>
                                        <p:attrNameLst>
                                          <p:attrName>style.visibility</p:attrName>
                                        </p:attrNameLst>
                                      </p:cBhvr>
                                      <p:to>
                                        <p:strVal val="visible"/>
                                      </p:to>
                                    </p:set>
                                    <p:anim calcmode="lin" valueType="num">
                                      <p:cBhvr additive="base">
                                        <p:cTn id="25" dur="500" fill="hold"/>
                                        <p:tgtEl>
                                          <p:spTgt spid="39"/>
                                        </p:tgtEl>
                                        <p:attrNameLst>
                                          <p:attrName>ppt_x</p:attrName>
                                        </p:attrNameLst>
                                      </p:cBhvr>
                                      <p:tavLst>
                                        <p:tav tm="0">
                                          <p:val>
                                            <p:strVal val="#ppt_x"/>
                                          </p:val>
                                        </p:tav>
                                        <p:tav tm="100000">
                                          <p:val>
                                            <p:strVal val="#ppt_x"/>
                                          </p:val>
                                        </p:tav>
                                      </p:tavLst>
                                    </p:anim>
                                    <p:anim calcmode="lin" valueType="num">
                                      <p:cBhvr additive="base">
                                        <p:cTn id="26"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anim calcmode="lin" valueType="num">
                                      <p:cBhvr additive="base">
                                        <p:cTn id="31" dur="500" fill="hold"/>
                                        <p:tgtEl>
                                          <p:spTgt spid="40"/>
                                        </p:tgtEl>
                                        <p:attrNameLst>
                                          <p:attrName>ppt_x</p:attrName>
                                        </p:attrNameLst>
                                      </p:cBhvr>
                                      <p:tavLst>
                                        <p:tav tm="0">
                                          <p:val>
                                            <p:strVal val="#ppt_x"/>
                                          </p:val>
                                        </p:tav>
                                        <p:tav tm="100000">
                                          <p:val>
                                            <p:strVal val="#ppt_x"/>
                                          </p:val>
                                        </p:tav>
                                      </p:tavLst>
                                    </p:anim>
                                    <p:anim calcmode="lin" valueType="num">
                                      <p:cBhvr additive="base">
                                        <p:cTn id="32"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additive="base">
                                        <p:cTn id="37" dur="500" fill="hold"/>
                                        <p:tgtEl>
                                          <p:spTgt spid="41"/>
                                        </p:tgtEl>
                                        <p:attrNameLst>
                                          <p:attrName>ppt_x</p:attrName>
                                        </p:attrNameLst>
                                      </p:cBhvr>
                                      <p:tavLst>
                                        <p:tav tm="0">
                                          <p:val>
                                            <p:strVal val="#ppt_x"/>
                                          </p:val>
                                        </p:tav>
                                        <p:tav tm="100000">
                                          <p:val>
                                            <p:strVal val="#ppt_x"/>
                                          </p:val>
                                        </p:tav>
                                      </p:tavLst>
                                    </p:anim>
                                    <p:anim calcmode="lin" valueType="num">
                                      <p:cBhvr additive="base">
                                        <p:cTn id="3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anim calcmode="lin" valueType="num">
                                      <p:cBhvr additive="base">
                                        <p:cTn id="43" dur="500" fill="hold"/>
                                        <p:tgtEl>
                                          <p:spTgt spid="44"/>
                                        </p:tgtEl>
                                        <p:attrNameLst>
                                          <p:attrName>ppt_x</p:attrName>
                                        </p:attrNameLst>
                                      </p:cBhvr>
                                      <p:tavLst>
                                        <p:tav tm="0">
                                          <p:val>
                                            <p:strVal val="#ppt_x"/>
                                          </p:val>
                                        </p:tav>
                                        <p:tav tm="100000">
                                          <p:val>
                                            <p:strVal val="#ppt_x"/>
                                          </p:val>
                                        </p:tav>
                                      </p:tavLst>
                                    </p:anim>
                                    <p:anim calcmode="lin" valueType="num">
                                      <p:cBhvr additive="base">
                                        <p:cTn id="4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5"/>
                                        </p:tgtEl>
                                        <p:attrNameLst>
                                          <p:attrName>style.visibility</p:attrName>
                                        </p:attrNameLst>
                                      </p:cBhvr>
                                      <p:to>
                                        <p:strVal val="visible"/>
                                      </p:to>
                                    </p:set>
                                    <p:anim calcmode="lin" valueType="num">
                                      <p:cBhvr additive="base">
                                        <p:cTn id="49" dur="500" fill="hold"/>
                                        <p:tgtEl>
                                          <p:spTgt spid="45"/>
                                        </p:tgtEl>
                                        <p:attrNameLst>
                                          <p:attrName>ppt_x</p:attrName>
                                        </p:attrNameLst>
                                      </p:cBhvr>
                                      <p:tavLst>
                                        <p:tav tm="0">
                                          <p:val>
                                            <p:strVal val="#ppt_x"/>
                                          </p:val>
                                        </p:tav>
                                        <p:tav tm="100000">
                                          <p:val>
                                            <p:strVal val="#ppt_x"/>
                                          </p:val>
                                        </p:tav>
                                      </p:tavLst>
                                    </p:anim>
                                    <p:anim calcmode="lin" valueType="num">
                                      <p:cBhvr additive="base">
                                        <p:cTn id="50"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anim calcmode="lin" valueType="num">
                                      <p:cBhvr additive="base">
                                        <p:cTn id="55" dur="500" fill="hold"/>
                                        <p:tgtEl>
                                          <p:spTgt spid="46"/>
                                        </p:tgtEl>
                                        <p:attrNameLst>
                                          <p:attrName>ppt_x</p:attrName>
                                        </p:attrNameLst>
                                      </p:cBhvr>
                                      <p:tavLst>
                                        <p:tav tm="0">
                                          <p:val>
                                            <p:strVal val="#ppt_x"/>
                                          </p:val>
                                        </p:tav>
                                        <p:tav tm="100000">
                                          <p:val>
                                            <p:strVal val="#ppt_x"/>
                                          </p:val>
                                        </p:tav>
                                      </p:tavLst>
                                    </p:anim>
                                    <p:anim calcmode="lin" valueType="num">
                                      <p:cBhvr additive="base">
                                        <p:cTn id="56"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7" grpId="0" animBg="1"/>
      <p:bldP spid="38" grpId="0" animBg="1"/>
      <p:bldP spid="39" grpId="0" animBg="1"/>
      <p:bldP spid="40" grpId="0" animBg="1"/>
      <p:bldP spid="41" grpId="0" animBg="1"/>
      <p:bldP spid="44" grpId="0" animBg="1"/>
      <p:bldP spid="45" grpId="0" animBg="1"/>
      <p:bldP spid="4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7A63-5C33-208B-BF8C-65451F2B638B}"/>
              </a:ext>
            </a:extLst>
          </p:cNvPr>
          <p:cNvSpPr>
            <a:spLocks noGrp="1"/>
          </p:cNvSpPr>
          <p:nvPr>
            <p:ph type="title"/>
          </p:nvPr>
        </p:nvSpPr>
        <p:spPr/>
        <p:txBody>
          <a:bodyPr/>
          <a:lstStyle/>
          <a:p>
            <a:r>
              <a:rPr lang="en-MY" dirty="0"/>
              <a:t>Quick Activity #1 </a:t>
            </a:r>
          </a:p>
        </p:txBody>
      </p:sp>
      <p:sp>
        <p:nvSpPr>
          <p:cNvPr id="4" name="Slide Number Placeholder 3">
            <a:extLst>
              <a:ext uri="{FF2B5EF4-FFF2-40B4-BE49-F238E27FC236}">
                <a16:creationId xmlns:a16="http://schemas.microsoft.com/office/drawing/2014/main" id="{A825800B-5EF5-CD90-5C0C-1DF565D6DB9E}"/>
              </a:ext>
            </a:extLst>
          </p:cNvPr>
          <p:cNvSpPr>
            <a:spLocks noGrp="1"/>
          </p:cNvSpPr>
          <p:nvPr>
            <p:ph type="sldNum" sz="quarter" idx="12"/>
          </p:nvPr>
        </p:nvSpPr>
        <p:spPr/>
        <p:txBody>
          <a:bodyPr/>
          <a:lstStyle/>
          <a:p>
            <a:pPr>
              <a:defRPr/>
            </a:pPr>
            <a:fld id="{28588503-611C-4314-9367-E0668E948370}" type="slidenum">
              <a:rPr lang="en-US" altLang="en-US" smtClean="0"/>
              <a:pPr>
                <a:defRPr/>
              </a:pPr>
              <a:t>23</a:t>
            </a:fld>
            <a:endParaRPr lang="en-US" altLang="en-US"/>
          </a:p>
        </p:txBody>
      </p:sp>
      <p:sp>
        <p:nvSpPr>
          <p:cNvPr id="6" name="TextBox 5">
            <a:extLst>
              <a:ext uri="{FF2B5EF4-FFF2-40B4-BE49-F238E27FC236}">
                <a16:creationId xmlns:a16="http://schemas.microsoft.com/office/drawing/2014/main" id="{00EDE0AF-26F7-A8B5-239A-61B8D19F95A4}"/>
              </a:ext>
            </a:extLst>
          </p:cNvPr>
          <p:cNvSpPr txBox="1"/>
          <p:nvPr/>
        </p:nvSpPr>
        <p:spPr>
          <a:xfrm>
            <a:off x="395536" y="1556792"/>
            <a:ext cx="8498905" cy="2677656"/>
          </a:xfrm>
          <a:prstGeom prst="rect">
            <a:avLst/>
          </a:prstGeom>
          <a:noFill/>
        </p:spPr>
        <p:txBody>
          <a:bodyPr wrap="square" rtlCol="0">
            <a:spAutoFit/>
          </a:bodyPr>
          <a:lstStyle/>
          <a:p>
            <a:pPr marL="457200" indent="-457200">
              <a:buFont typeface="Wingdings" panose="05000000000000000000" pitchFamily="2" charset="2"/>
              <a:buChar char="ü"/>
            </a:pPr>
            <a:r>
              <a:rPr lang="en-MY" sz="2400" dirty="0"/>
              <a:t>A’BC +AB’C’ + A’B’C’ + AB’C + A’BC’</a:t>
            </a:r>
          </a:p>
          <a:p>
            <a:pPr marL="457200" indent="-457200">
              <a:buFont typeface="Wingdings" panose="05000000000000000000" pitchFamily="2" charset="2"/>
              <a:buChar char="ü"/>
            </a:pPr>
            <a:endParaRPr lang="en-MY" sz="2400" dirty="0"/>
          </a:p>
          <a:p>
            <a:pPr marL="457200" indent="-457200">
              <a:buFont typeface="Wingdings" panose="05000000000000000000" pitchFamily="2" charset="2"/>
              <a:buChar char="ü"/>
            </a:pPr>
            <a:r>
              <a:rPr lang="en-MY" sz="2400" dirty="0"/>
              <a:t>A’B’C’ + A’B’C +A’BC + A’BC’ + ABC + AB’C +AB’C’ + A’BC</a:t>
            </a:r>
          </a:p>
          <a:p>
            <a:pPr marL="457200" indent="-457200">
              <a:buFont typeface="Wingdings" panose="05000000000000000000" pitchFamily="2" charset="2"/>
              <a:buChar char="ü"/>
            </a:pPr>
            <a:endParaRPr lang="en-MY" sz="2400" dirty="0"/>
          </a:p>
          <a:p>
            <a:pPr marL="457200" indent="-457200">
              <a:buFont typeface="Wingdings" panose="05000000000000000000" pitchFamily="2" charset="2"/>
              <a:buChar char="ü"/>
            </a:pPr>
            <a:r>
              <a:rPr lang="en-MY" sz="2400" dirty="0"/>
              <a:t>A + B’A’</a:t>
            </a:r>
          </a:p>
          <a:p>
            <a:pPr marL="457200" indent="-457200">
              <a:buFont typeface="Wingdings" panose="05000000000000000000" pitchFamily="2" charset="2"/>
              <a:buChar char="ü"/>
            </a:pPr>
            <a:endParaRPr lang="en-MY" sz="2400" dirty="0"/>
          </a:p>
          <a:p>
            <a:pPr marL="457200" indent="-457200">
              <a:buFont typeface="Wingdings" panose="05000000000000000000" pitchFamily="2" charset="2"/>
              <a:buChar char="ü"/>
            </a:pPr>
            <a:r>
              <a:rPr lang="en-MY" sz="2400" dirty="0"/>
              <a:t>A’B’C’ + A’B’C’ + ABC’ + A’B’C + AB’C + ABC</a:t>
            </a:r>
          </a:p>
        </p:txBody>
      </p:sp>
    </p:spTree>
    <p:extLst>
      <p:ext uri="{BB962C8B-B14F-4D97-AF65-F5344CB8AC3E}">
        <p14:creationId xmlns:p14="http://schemas.microsoft.com/office/powerpoint/2010/main" val="172672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6D7E7-6910-2E4D-4161-0DCF69330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6C20-5C9C-BF86-241F-69C5F17D8219}"/>
              </a:ext>
            </a:extLst>
          </p:cNvPr>
          <p:cNvSpPr>
            <a:spLocks noGrp="1"/>
          </p:cNvSpPr>
          <p:nvPr>
            <p:ph type="title"/>
          </p:nvPr>
        </p:nvSpPr>
        <p:spPr/>
        <p:txBody>
          <a:bodyPr/>
          <a:lstStyle/>
          <a:p>
            <a:r>
              <a:rPr lang="en-MY" dirty="0"/>
              <a:t>Quick Activity #1 </a:t>
            </a:r>
          </a:p>
        </p:txBody>
      </p:sp>
      <p:sp>
        <p:nvSpPr>
          <p:cNvPr id="4" name="Slide Number Placeholder 3">
            <a:extLst>
              <a:ext uri="{FF2B5EF4-FFF2-40B4-BE49-F238E27FC236}">
                <a16:creationId xmlns:a16="http://schemas.microsoft.com/office/drawing/2014/main" id="{5C77F4CA-2212-0B90-F9E6-874F90909E59}"/>
              </a:ext>
            </a:extLst>
          </p:cNvPr>
          <p:cNvSpPr>
            <a:spLocks noGrp="1"/>
          </p:cNvSpPr>
          <p:nvPr>
            <p:ph type="sldNum" sz="quarter" idx="12"/>
          </p:nvPr>
        </p:nvSpPr>
        <p:spPr/>
        <p:txBody>
          <a:bodyPr/>
          <a:lstStyle/>
          <a:p>
            <a:pPr>
              <a:defRPr/>
            </a:pPr>
            <a:fld id="{28588503-611C-4314-9367-E0668E948370}" type="slidenum">
              <a:rPr lang="en-US" altLang="en-US" smtClean="0"/>
              <a:pPr>
                <a:defRPr/>
              </a:pPr>
              <a:t>24</a:t>
            </a:fld>
            <a:endParaRPr lang="en-US" altLang="en-US"/>
          </a:p>
        </p:txBody>
      </p:sp>
      <p:sp>
        <p:nvSpPr>
          <p:cNvPr id="6" name="TextBox 5">
            <a:extLst>
              <a:ext uri="{FF2B5EF4-FFF2-40B4-BE49-F238E27FC236}">
                <a16:creationId xmlns:a16="http://schemas.microsoft.com/office/drawing/2014/main" id="{30935A2D-CC6F-7078-6C6D-696ACD8EBDFD}"/>
              </a:ext>
            </a:extLst>
          </p:cNvPr>
          <p:cNvSpPr txBox="1"/>
          <p:nvPr/>
        </p:nvSpPr>
        <p:spPr>
          <a:xfrm>
            <a:off x="395536" y="1556792"/>
            <a:ext cx="8498905" cy="523220"/>
          </a:xfrm>
          <a:prstGeom prst="rect">
            <a:avLst/>
          </a:prstGeom>
          <a:noFill/>
        </p:spPr>
        <p:txBody>
          <a:bodyPr wrap="square" rtlCol="0">
            <a:spAutoFit/>
          </a:bodyPr>
          <a:lstStyle/>
          <a:p>
            <a:pPr marL="457200" indent="-457200">
              <a:buFont typeface="Arial" panose="020B0604020202020204" pitchFamily="34" charset="0"/>
              <a:buChar char="•"/>
            </a:pPr>
            <a:r>
              <a:rPr lang="en-MY" sz="2800" dirty="0"/>
              <a:t>A’BC +AB’C’ + A’B’C’ + AB’C + A’BC’</a:t>
            </a:r>
          </a:p>
        </p:txBody>
      </p:sp>
      <p:sp>
        <p:nvSpPr>
          <p:cNvPr id="3" name="TextBox 2">
            <a:extLst>
              <a:ext uri="{FF2B5EF4-FFF2-40B4-BE49-F238E27FC236}">
                <a16:creationId xmlns:a16="http://schemas.microsoft.com/office/drawing/2014/main" id="{84306CC3-6856-CFA6-3CE7-AF4AB1F3DD19}"/>
              </a:ext>
            </a:extLst>
          </p:cNvPr>
          <p:cNvSpPr txBox="1"/>
          <p:nvPr/>
        </p:nvSpPr>
        <p:spPr>
          <a:xfrm>
            <a:off x="1187624" y="2283584"/>
            <a:ext cx="6040221" cy="523220"/>
          </a:xfrm>
          <a:prstGeom prst="rect">
            <a:avLst/>
          </a:prstGeom>
          <a:noFill/>
        </p:spPr>
        <p:txBody>
          <a:bodyPr wrap="square" rtlCol="0">
            <a:spAutoFit/>
          </a:bodyPr>
          <a:lstStyle/>
          <a:p>
            <a:r>
              <a:rPr lang="en-MY" sz="2800" dirty="0"/>
              <a:t>A’BC +AB’C’ + A’B’C’ + AB’C + A’BC’</a:t>
            </a:r>
          </a:p>
        </p:txBody>
      </p:sp>
      <p:sp>
        <p:nvSpPr>
          <p:cNvPr id="5" name="Rectangle 4">
            <a:extLst>
              <a:ext uri="{FF2B5EF4-FFF2-40B4-BE49-F238E27FC236}">
                <a16:creationId xmlns:a16="http://schemas.microsoft.com/office/drawing/2014/main" id="{43DF3B10-2D34-0C85-BF40-73DB5C753B0D}"/>
              </a:ext>
            </a:extLst>
          </p:cNvPr>
          <p:cNvSpPr/>
          <p:nvPr/>
        </p:nvSpPr>
        <p:spPr>
          <a:xfrm>
            <a:off x="1187624" y="2314361"/>
            <a:ext cx="864096" cy="461666"/>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7" name="Rectangle 6">
            <a:extLst>
              <a:ext uri="{FF2B5EF4-FFF2-40B4-BE49-F238E27FC236}">
                <a16:creationId xmlns:a16="http://schemas.microsoft.com/office/drawing/2014/main" id="{6E51FA77-2AA0-2492-4B14-8ECFF5BD2C74}"/>
              </a:ext>
            </a:extLst>
          </p:cNvPr>
          <p:cNvSpPr/>
          <p:nvPr/>
        </p:nvSpPr>
        <p:spPr>
          <a:xfrm>
            <a:off x="6084168" y="2329494"/>
            <a:ext cx="864096" cy="461666"/>
          </a:xfrm>
          <a:prstGeom prst="rect">
            <a:avLst/>
          </a:prstGeom>
          <a:solidFill>
            <a:srgbClr val="FFC0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8" name="Rectangle 7">
            <a:extLst>
              <a:ext uri="{FF2B5EF4-FFF2-40B4-BE49-F238E27FC236}">
                <a16:creationId xmlns:a16="http://schemas.microsoft.com/office/drawing/2014/main" id="{C8B31B7D-3C37-31BB-D699-777A64096E2D}"/>
              </a:ext>
            </a:extLst>
          </p:cNvPr>
          <p:cNvSpPr/>
          <p:nvPr/>
        </p:nvSpPr>
        <p:spPr>
          <a:xfrm>
            <a:off x="2319976" y="2317599"/>
            <a:ext cx="864096" cy="461666"/>
          </a:xfrm>
          <a:prstGeom prst="rect">
            <a:avLst/>
          </a:prstGeom>
          <a:solidFill>
            <a:schemeClr val="accent5">
              <a:lumMod val="20000"/>
              <a:lumOff val="80000"/>
              <a:alpha val="2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9" name="Rectangle 8">
            <a:extLst>
              <a:ext uri="{FF2B5EF4-FFF2-40B4-BE49-F238E27FC236}">
                <a16:creationId xmlns:a16="http://schemas.microsoft.com/office/drawing/2014/main" id="{063E3C5A-0491-CE43-CA0D-AF545B3DB323}"/>
              </a:ext>
            </a:extLst>
          </p:cNvPr>
          <p:cNvSpPr/>
          <p:nvPr/>
        </p:nvSpPr>
        <p:spPr>
          <a:xfrm>
            <a:off x="4860032" y="2296036"/>
            <a:ext cx="864096" cy="461666"/>
          </a:xfrm>
          <a:prstGeom prst="rect">
            <a:avLst/>
          </a:prstGeom>
          <a:solidFill>
            <a:schemeClr val="accent5">
              <a:lumMod val="20000"/>
              <a:lumOff val="80000"/>
              <a:alpha val="2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10" name="TextBox 9">
            <a:extLst>
              <a:ext uri="{FF2B5EF4-FFF2-40B4-BE49-F238E27FC236}">
                <a16:creationId xmlns:a16="http://schemas.microsoft.com/office/drawing/2014/main" id="{FC980924-DCA0-44B6-2DC9-A679F324FA6D}"/>
              </a:ext>
            </a:extLst>
          </p:cNvPr>
          <p:cNvSpPr txBox="1"/>
          <p:nvPr/>
        </p:nvSpPr>
        <p:spPr>
          <a:xfrm>
            <a:off x="1187624" y="3045424"/>
            <a:ext cx="6040221" cy="523220"/>
          </a:xfrm>
          <a:prstGeom prst="rect">
            <a:avLst/>
          </a:prstGeom>
          <a:noFill/>
        </p:spPr>
        <p:txBody>
          <a:bodyPr wrap="square" rtlCol="0">
            <a:spAutoFit/>
          </a:bodyPr>
          <a:lstStyle/>
          <a:p>
            <a:r>
              <a:rPr lang="en-MY" sz="2800" dirty="0"/>
              <a:t>A’B(C+C’) + B’C’(A+A’) + AB’(C’+C)</a:t>
            </a:r>
          </a:p>
        </p:txBody>
      </p:sp>
      <p:sp>
        <p:nvSpPr>
          <p:cNvPr id="11" name="Rectangle 10">
            <a:extLst>
              <a:ext uri="{FF2B5EF4-FFF2-40B4-BE49-F238E27FC236}">
                <a16:creationId xmlns:a16="http://schemas.microsoft.com/office/drawing/2014/main" id="{9AFD8805-E712-5BCC-38C5-71054D823FAD}"/>
              </a:ext>
            </a:extLst>
          </p:cNvPr>
          <p:cNvSpPr/>
          <p:nvPr/>
        </p:nvSpPr>
        <p:spPr>
          <a:xfrm>
            <a:off x="2299024" y="2299060"/>
            <a:ext cx="904824" cy="523220"/>
          </a:xfrm>
          <a:prstGeom prst="rect">
            <a:avLst/>
          </a:prstGeom>
          <a:solidFill>
            <a:srgbClr val="FF00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12" name="Rectangle 11">
            <a:extLst>
              <a:ext uri="{FF2B5EF4-FFF2-40B4-BE49-F238E27FC236}">
                <a16:creationId xmlns:a16="http://schemas.microsoft.com/office/drawing/2014/main" id="{505BA278-F77A-6086-6372-AA5AE4F1092A}"/>
              </a:ext>
            </a:extLst>
          </p:cNvPr>
          <p:cNvSpPr/>
          <p:nvPr/>
        </p:nvSpPr>
        <p:spPr>
          <a:xfrm>
            <a:off x="3547863" y="2279204"/>
            <a:ext cx="904824" cy="523220"/>
          </a:xfrm>
          <a:prstGeom prst="rect">
            <a:avLst/>
          </a:prstGeom>
          <a:solidFill>
            <a:srgbClr val="FF00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800"/>
          </a:p>
        </p:txBody>
      </p:sp>
      <p:sp>
        <p:nvSpPr>
          <p:cNvPr id="13" name="TextBox 12">
            <a:extLst>
              <a:ext uri="{FF2B5EF4-FFF2-40B4-BE49-F238E27FC236}">
                <a16:creationId xmlns:a16="http://schemas.microsoft.com/office/drawing/2014/main" id="{8C1CB560-2B46-425F-E96E-F536EA69C853}"/>
              </a:ext>
            </a:extLst>
          </p:cNvPr>
          <p:cNvSpPr txBox="1"/>
          <p:nvPr/>
        </p:nvSpPr>
        <p:spPr>
          <a:xfrm>
            <a:off x="1156392" y="3707450"/>
            <a:ext cx="6040221" cy="523220"/>
          </a:xfrm>
          <a:prstGeom prst="rect">
            <a:avLst/>
          </a:prstGeom>
          <a:noFill/>
        </p:spPr>
        <p:txBody>
          <a:bodyPr wrap="square" rtlCol="0">
            <a:spAutoFit/>
          </a:bodyPr>
          <a:lstStyle/>
          <a:p>
            <a:r>
              <a:rPr lang="en-MY" sz="2800" dirty="0"/>
              <a:t>A’B + B’C’ + AB’</a:t>
            </a:r>
          </a:p>
        </p:txBody>
      </p:sp>
    </p:spTree>
    <p:extLst>
      <p:ext uri="{BB962C8B-B14F-4D97-AF65-F5344CB8AC3E}">
        <p14:creationId xmlns:p14="http://schemas.microsoft.com/office/powerpoint/2010/main" val="3739002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1"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66B15-744B-2C1B-DA06-842380A37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774A7-16EF-B10D-62F2-2DAF3218FF39}"/>
              </a:ext>
            </a:extLst>
          </p:cNvPr>
          <p:cNvSpPr>
            <a:spLocks noGrp="1"/>
          </p:cNvSpPr>
          <p:nvPr>
            <p:ph type="title"/>
          </p:nvPr>
        </p:nvSpPr>
        <p:spPr/>
        <p:txBody>
          <a:bodyPr/>
          <a:lstStyle/>
          <a:p>
            <a:r>
              <a:rPr lang="en-MY" dirty="0"/>
              <a:t>Quick Activity #1 </a:t>
            </a:r>
          </a:p>
        </p:txBody>
      </p:sp>
      <p:sp>
        <p:nvSpPr>
          <p:cNvPr id="4" name="Slide Number Placeholder 3">
            <a:extLst>
              <a:ext uri="{FF2B5EF4-FFF2-40B4-BE49-F238E27FC236}">
                <a16:creationId xmlns:a16="http://schemas.microsoft.com/office/drawing/2014/main" id="{9CEAB949-32A1-6AD6-FC99-8C37D95FAE69}"/>
              </a:ext>
            </a:extLst>
          </p:cNvPr>
          <p:cNvSpPr>
            <a:spLocks noGrp="1"/>
          </p:cNvSpPr>
          <p:nvPr>
            <p:ph type="sldNum" sz="quarter" idx="12"/>
          </p:nvPr>
        </p:nvSpPr>
        <p:spPr/>
        <p:txBody>
          <a:bodyPr/>
          <a:lstStyle/>
          <a:p>
            <a:pPr>
              <a:defRPr/>
            </a:pPr>
            <a:fld id="{28588503-611C-4314-9367-E0668E948370}" type="slidenum">
              <a:rPr lang="en-US" altLang="en-US" smtClean="0"/>
              <a:pPr>
                <a:defRPr/>
              </a:pPr>
              <a:t>25</a:t>
            </a:fld>
            <a:endParaRPr lang="en-US" altLang="en-US"/>
          </a:p>
        </p:txBody>
      </p:sp>
      <p:sp>
        <p:nvSpPr>
          <p:cNvPr id="6" name="TextBox 5">
            <a:extLst>
              <a:ext uri="{FF2B5EF4-FFF2-40B4-BE49-F238E27FC236}">
                <a16:creationId xmlns:a16="http://schemas.microsoft.com/office/drawing/2014/main" id="{E7EFE1B3-A8ED-F03A-65D7-6301ADF2210A}"/>
              </a:ext>
            </a:extLst>
          </p:cNvPr>
          <p:cNvSpPr txBox="1"/>
          <p:nvPr/>
        </p:nvSpPr>
        <p:spPr>
          <a:xfrm>
            <a:off x="143408" y="1628800"/>
            <a:ext cx="8984248" cy="461665"/>
          </a:xfrm>
          <a:prstGeom prst="rect">
            <a:avLst/>
          </a:prstGeom>
          <a:noFill/>
        </p:spPr>
        <p:txBody>
          <a:bodyPr wrap="square" rtlCol="0">
            <a:spAutoFit/>
          </a:bodyPr>
          <a:lstStyle/>
          <a:p>
            <a:pPr marL="457200" indent="-457200">
              <a:buFont typeface="Arial" panose="020B0604020202020204" pitchFamily="34" charset="0"/>
              <a:buChar char="•"/>
            </a:pPr>
            <a:r>
              <a:rPr lang="en-MY" sz="2400" dirty="0"/>
              <a:t>A’B’C’ + A’B’C +A’BC + A’BC’ + ABC + AB’C +AB’C’ + A’BC</a:t>
            </a:r>
          </a:p>
        </p:txBody>
      </p:sp>
      <p:sp>
        <p:nvSpPr>
          <p:cNvPr id="31" name="TextBox 30">
            <a:extLst>
              <a:ext uri="{FF2B5EF4-FFF2-40B4-BE49-F238E27FC236}">
                <a16:creationId xmlns:a16="http://schemas.microsoft.com/office/drawing/2014/main" id="{336149DD-3A6F-0D5B-EF5B-E9EFCC106A3B}"/>
              </a:ext>
            </a:extLst>
          </p:cNvPr>
          <p:cNvSpPr txBox="1"/>
          <p:nvPr/>
        </p:nvSpPr>
        <p:spPr>
          <a:xfrm>
            <a:off x="671799" y="2204864"/>
            <a:ext cx="8498905" cy="400110"/>
          </a:xfrm>
          <a:prstGeom prst="rect">
            <a:avLst/>
          </a:prstGeom>
          <a:noFill/>
        </p:spPr>
        <p:txBody>
          <a:bodyPr wrap="square" rtlCol="0">
            <a:spAutoFit/>
          </a:bodyPr>
          <a:lstStyle/>
          <a:p>
            <a:r>
              <a:rPr lang="en-MY" dirty="0">
                <a:solidFill>
                  <a:srgbClr val="FF0000"/>
                </a:solidFill>
              </a:rPr>
              <a:t>A’B’C’</a:t>
            </a:r>
            <a:r>
              <a:rPr lang="en-MY" dirty="0"/>
              <a:t> + </a:t>
            </a:r>
            <a:r>
              <a:rPr lang="en-MY" dirty="0">
                <a:solidFill>
                  <a:srgbClr val="FF0000"/>
                </a:solidFill>
              </a:rPr>
              <a:t>A’B’C </a:t>
            </a:r>
            <a:r>
              <a:rPr lang="en-MY" dirty="0"/>
              <a:t>+A’BC + A’BC’ + ABC + AB’C +</a:t>
            </a:r>
            <a:r>
              <a:rPr lang="en-MY" dirty="0">
                <a:solidFill>
                  <a:srgbClr val="FF0000"/>
                </a:solidFill>
              </a:rPr>
              <a:t>AB’C’</a:t>
            </a:r>
          </a:p>
        </p:txBody>
      </p:sp>
      <p:sp>
        <p:nvSpPr>
          <p:cNvPr id="32" name="TextBox 31">
            <a:extLst>
              <a:ext uri="{FF2B5EF4-FFF2-40B4-BE49-F238E27FC236}">
                <a16:creationId xmlns:a16="http://schemas.microsoft.com/office/drawing/2014/main" id="{2207A82A-58A9-3480-9DA1-BBBA0CACECB6}"/>
              </a:ext>
            </a:extLst>
          </p:cNvPr>
          <p:cNvSpPr txBox="1"/>
          <p:nvPr/>
        </p:nvSpPr>
        <p:spPr>
          <a:xfrm>
            <a:off x="671799" y="2719373"/>
            <a:ext cx="8498905" cy="400110"/>
          </a:xfrm>
          <a:prstGeom prst="rect">
            <a:avLst/>
          </a:prstGeom>
          <a:noFill/>
        </p:spPr>
        <p:txBody>
          <a:bodyPr wrap="square" rtlCol="0">
            <a:spAutoFit/>
          </a:bodyPr>
          <a:lstStyle/>
          <a:p>
            <a:r>
              <a:rPr lang="en-MY" dirty="0">
                <a:solidFill>
                  <a:srgbClr val="FF0000"/>
                </a:solidFill>
              </a:rPr>
              <a:t>A’B’(C’+C) + B’C’(A’+A) </a:t>
            </a:r>
            <a:r>
              <a:rPr lang="en-MY" dirty="0"/>
              <a:t>+ </a:t>
            </a:r>
            <a:r>
              <a:rPr lang="en-MY" dirty="0">
                <a:solidFill>
                  <a:srgbClr val="0070C0"/>
                </a:solidFill>
              </a:rPr>
              <a:t>A’BC</a:t>
            </a:r>
            <a:r>
              <a:rPr lang="en-MY" dirty="0"/>
              <a:t> + </a:t>
            </a:r>
            <a:r>
              <a:rPr lang="en-MY" dirty="0">
                <a:solidFill>
                  <a:srgbClr val="0070C0"/>
                </a:solidFill>
              </a:rPr>
              <a:t>A’BC’</a:t>
            </a:r>
            <a:r>
              <a:rPr lang="en-MY" dirty="0"/>
              <a:t> + </a:t>
            </a:r>
            <a:r>
              <a:rPr lang="en-MY" dirty="0">
                <a:solidFill>
                  <a:srgbClr val="00B050"/>
                </a:solidFill>
              </a:rPr>
              <a:t>ABC</a:t>
            </a:r>
            <a:r>
              <a:rPr lang="en-MY" dirty="0"/>
              <a:t> + </a:t>
            </a:r>
            <a:r>
              <a:rPr lang="en-MY" dirty="0">
                <a:solidFill>
                  <a:srgbClr val="00B050"/>
                </a:solidFill>
              </a:rPr>
              <a:t>AB’C </a:t>
            </a:r>
          </a:p>
        </p:txBody>
      </p:sp>
      <p:sp>
        <p:nvSpPr>
          <p:cNvPr id="33" name="TextBox 32">
            <a:extLst>
              <a:ext uri="{FF2B5EF4-FFF2-40B4-BE49-F238E27FC236}">
                <a16:creationId xmlns:a16="http://schemas.microsoft.com/office/drawing/2014/main" id="{5EB008F2-55F4-ACBF-9581-F118BC47306B}"/>
              </a:ext>
            </a:extLst>
          </p:cNvPr>
          <p:cNvSpPr txBox="1"/>
          <p:nvPr/>
        </p:nvSpPr>
        <p:spPr>
          <a:xfrm>
            <a:off x="645095" y="3304834"/>
            <a:ext cx="5943129" cy="400110"/>
          </a:xfrm>
          <a:prstGeom prst="rect">
            <a:avLst/>
          </a:prstGeom>
          <a:noFill/>
        </p:spPr>
        <p:txBody>
          <a:bodyPr wrap="square" rtlCol="0">
            <a:spAutoFit/>
          </a:bodyPr>
          <a:lstStyle/>
          <a:p>
            <a:r>
              <a:rPr lang="en-MY" dirty="0">
                <a:solidFill>
                  <a:srgbClr val="FF0000"/>
                </a:solidFill>
              </a:rPr>
              <a:t>A’B’(C’+C) + B’C’(A’+A) </a:t>
            </a:r>
            <a:r>
              <a:rPr lang="en-MY" dirty="0"/>
              <a:t>+ </a:t>
            </a:r>
            <a:r>
              <a:rPr lang="en-MY" dirty="0">
                <a:solidFill>
                  <a:srgbClr val="0070C0"/>
                </a:solidFill>
              </a:rPr>
              <a:t>A’B (C+C’)</a:t>
            </a:r>
            <a:r>
              <a:rPr lang="en-MY" dirty="0"/>
              <a:t> + </a:t>
            </a:r>
            <a:r>
              <a:rPr lang="en-MY" dirty="0">
                <a:solidFill>
                  <a:srgbClr val="00B050"/>
                </a:solidFill>
              </a:rPr>
              <a:t>AC (B+B’)</a:t>
            </a:r>
          </a:p>
        </p:txBody>
      </p:sp>
      <p:sp>
        <p:nvSpPr>
          <p:cNvPr id="34" name="TextBox 33">
            <a:extLst>
              <a:ext uri="{FF2B5EF4-FFF2-40B4-BE49-F238E27FC236}">
                <a16:creationId xmlns:a16="http://schemas.microsoft.com/office/drawing/2014/main" id="{66D4816C-CCCC-B64A-3B34-63F76EE55282}"/>
              </a:ext>
            </a:extLst>
          </p:cNvPr>
          <p:cNvSpPr txBox="1"/>
          <p:nvPr/>
        </p:nvSpPr>
        <p:spPr>
          <a:xfrm>
            <a:off x="609599" y="3835786"/>
            <a:ext cx="5943129" cy="400110"/>
          </a:xfrm>
          <a:prstGeom prst="rect">
            <a:avLst/>
          </a:prstGeom>
          <a:noFill/>
        </p:spPr>
        <p:txBody>
          <a:bodyPr wrap="square" rtlCol="0">
            <a:spAutoFit/>
          </a:bodyPr>
          <a:lstStyle/>
          <a:p>
            <a:r>
              <a:rPr lang="en-MY" dirty="0">
                <a:solidFill>
                  <a:srgbClr val="FF0000"/>
                </a:solidFill>
              </a:rPr>
              <a:t>A’B’ + B’C’ </a:t>
            </a:r>
            <a:r>
              <a:rPr lang="en-MY" dirty="0"/>
              <a:t>+ </a:t>
            </a:r>
            <a:r>
              <a:rPr lang="en-MY" dirty="0">
                <a:solidFill>
                  <a:srgbClr val="0070C0"/>
                </a:solidFill>
              </a:rPr>
              <a:t>A’B</a:t>
            </a:r>
            <a:r>
              <a:rPr lang="en-MY" dirty="0"/>
              <a:t> + </a:t>
            </a:r>
            <a:r>
              <a:rPr lang="en-MY" dirty="0">
                <a:solidFill>
                  <a:srgbClr val="00B050"/>
                </a:solidFill>
              </a:rPr>
              <a:t>AC</a:t>
            </a:r>
          </a:p>
        </p:txBody>
      </p:sp>
    </p:spTree>
    <p:extLst>
      <p:ext uri="{BB962C8B-B14F-4D97-AF65-F5344CB8AC3E}">
        <p14:creationId xmlns:p14="http://schemas.microsoft.com/office/powerpoint/2010/main" val="3414599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6A632463-635A-1AD5-20C5-DD7FA785E336}"/>
              </a:ext>
            </a:extLst>
          </p:cNvPr>
          <p:cNvSpPr>
            <a:spLocks noGrp="1" noChangeArrowheads="1"/>
          </p:cNvSpPr>
          <p:nvPr>
            <p:ph type="title"/>
          </p:nvPr>
        </p:nvSpPr>
        <p:spPr/>
        <p:txBody>
          <a:bodyPr/>
          <a:lstStyle/>
          <a:p>
            <a:r>
              <a:rPr lang="en-US" altLang="en-US"/>
              <a:t>Outline</a:t>
            </a:r>
          </a:p>
        </p:txBody>
      </p:sp>
      <p:sp>
        <p:nvSpPr>
          <p:cNvPr id="29699" name="Rectangle 3">
            <a:extLst>
              <a:ext uri="{FF2B5EF4-FFF2-40B4-BE49-F238E27FC236}">
                <a16:creationId xmlns:a16="http://schemas.microsoft.com/office/drawing/2014/main" id="{430BF956-A52B-56EA-D882-45A5E766DDD9}"/>
              </a:ext>
            </a:extLst>
          </p:cNvPr>
          <p:cNvSpPr>
            <a:spLocks noGrp="1" noChangeArrowheads="1"/>
          </p:cNvSpPr>
          <p:nvPr>
            <p:ph idx="1"/>
          </p:nvPr>
        </p:nvSpPr>
        <p:spPr>
          <a:xfrm>
            <a:off x="457200" y="1600200"/>
            <a:ext cx="8178800" cy="5029200"/>
          </a:xfrm>
        </p:spPr>
        <p:txBody>
          <a:bodyPr>
            <a:noAutofit/>
          </a:bodyPr>
          <a:lstStyle/>
          <a:p>
            <a:r>
              <a:rPr lang="en-US" altLang="en-US" sz="3000" dirty="0">
                <a:solidFill>
                  <a:srgbClr val="808080"/>
                </a:solidFill>
              </a:rPr>
              <a:t>Boolean Algebra</a:t>
            </a:r>
          </a:p>
          <a:p>
            <a:r>
              <a:rPr lang="en-US" altLang="en-US" sz="3000" dirty="0"/>
              <a:t>Gates</a:t>
            </a:r>
          </a:p>
          <a:p>
            <a:r>
              <a:rPr lang="en-US" altLang="en-US" sz="3000" dirty="0"/>
              <a:t>Combinational Circuits</a:t>
            </a:r>
          </a:p>
          <a:p>
            <a:pPr lvl="1"/>
            <a:r>
              <a:rPr lang="en-US" altLang="en-US" sz="3000" dirty="0"/>
              <a:t>Implementation of Boolean Functions</a:t>
            </a:r>
          </a:p>
          <a:p>
            <a:pPr lvl="1"/>
            <a:r>
              <a:rPr lang="en-US" altLang="en-US" sz="3000" dirty="0"/>
              <a:t>Multiplexers</a:t>
            </a:r>
          </a:p>
          <a:p>
            <a:pPr lvl="1"/>
            <a:r>
              <a:rPr lang="en-US" altLang="en-US" sz="3000" dirty="0"/>
              <a:t>Decoders</a:t>
            </a:r>
          </a:p>
          <a:p>
            <a:pPr lvl="1"/>
            <a:r>
              <a:rPr lang="en-US" altLang="en-US" sz="3000" dirty="0"/>
              <a:t>Read-Only Memory</a:t>
            </a:r>
          </a:p>
          <a:p>
            <a:pPr lvl="1"/>
            <a:r>
              <a:rPr lang="en-US" altLang="en-US" sz="3000" dirty="0"/>
              <a:t>Adders</a:t>
            </a:r>
          </a:p>
        </p:txBody>
      </p:sp>
      <p:sp>
        <p:nvSpPr>
          <p:cNvPr id="2" name="Slide Number Placeholder 1">
            <a:extLst>
              <a:ext uri="{FF2B5EF4-FFF2-40B4-BE49-F238E27FC236}">
                <a16:creationId xmlns:a16="http://schemas.microsoft.com/office/drawing/2014/main" id="{5FE8E32D-DB76-8815-F08F-47E8CE80A8EA}"/>
              </a:ext>
            </a:extLst>
          </p:cNvPr>
          <p:cNvSpPr>
            <a:spLocks noGrp="1"/>
          </p:cNvSpPr>
          <p:nvPr>
            <p:ph type="sldNum" sz="quarter" idx="12"/>
          </p:nvPr>
        </p:nvSpPr>
        <p:spPr/>
        <p:txBody>
          <a:bodyPr/>
          <a:lstStyle/>
          <a:p>
            <a:pPr>
              <a:defRPr/>
            </a:pPr>
            <a:fld id="{28588503-611C-4314-9367-E0668E948370}" type="slidenum">
              <a:rPr lang="en-US" altLang="en-US" smtClean="0"/>
              <a:pPr>
                <a:defRPr/>
              </a:pPr>
              <a:t>26</a:t>
            </a:fld>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6">
            <a:extLst>
              <a:ext uri="{FF2B5EF4-FFF2-40B4-BE49-F238E27FC236}">
                <a16:creationId xmlns:a16="http://schemas.microsoft.com/office/drawing/2014/main" id="{9113AE07-933F-21AB-7C1F-95BDD4E28BEE}"/>
              </a:ext>
            </a:extLst>
          </p:cNvPr>
          <p:cNvSpPr>
            <a:spLocks noGrp="1" noChangeArrowheads="1"/>
          </p:cNvSpPr>
          <p:nvPr>
            <p:ph type="title"/>
          </p:nvPr>
        </p:nvSpPr>
        <p:spPr/>
        <p:txBody>
          <a:bodyPr/>
          <a:lstStyle/>
          <a:p>
            <a:r>
              <a:rPr lang="en-US" altLang="en-US"/>
              <a:t>Gates</a:t>
            </a:r>
          </a:p>
        </p:txBody>
      </p:sp>
      <p:sp>
        <p:nvSpPr>
          <p:cNvPr id="30722" name="Content Placeholder 1">
            <a:extLst>
              <a:ext uri="{FF2B5EF4-FFF2-40B4-BE49-F238E27FC236}">
                <a16:creationId xmlns:a16="http://schemas.microsoft.com/office/drawing/2014/main" id="{3079BFC0-CD74-66DE-4DF4-EB627D5526B6}"/>
              </a:ext>
            </a:extLst>
          </p:cNvPr>
          <p:cNvSpPr>
            <a:spLocks noGrp="1" noChangeArrowheads="1"/>
          </p:cNvSpPr>
          <p:nvPr>
            <p:ph idx="1"/>
          </p:nvPr>
        </p:nvSpPr>
        <p:spPr/>
        <p:txBody>
          <a:bodyPr/>
          <a:lstStyle/>
          <a:p>
            <a:pPr marL="365125" indent="-255588">
              <a:lnSpc>
                <a:spcPct val="90000"/>
              </a:lnSpc>
            </a:pPr>
            <a:r>
              <a:rPr lang="en-US" altLang="en-US" dirty="0"/>
              <a:t>The fundamental building block of all digital logic circuits is the gate. </a:t>
            </a:r>
          </a:p>
          <a:p>
            <a:pPr marL="365125" indent="-255588">
              <a:lnSpc>
                <a:spcPct val="90000"/>
              </a:lnSpc>
            </a:pPr>
            <a:r>
              <a:rPr lang="en-US" altLang="en-US" dirty="0"/>
              <a:t>Logical functions are implemented by the </a:t>
            </a:r>
            <a:r>
              <a:rPr lang="en-US" altLang="en-US" sz="4000" b="1" dirty="0">
                <a:solidFill>
                  <a:srgbClr val="FF0000"/>
                </a:solidFill>
              </a:rPr>
              <a:t>interconnection</a:t>
            </a:r>
            <a:r>
              <a:rPr lang="en-US" altLang="en-US" dirty="0"/>
              <a:t> of gates.</a:t>
            </a:r>
          </a:p>
          <a:p>
            <a:pPr marL="365125" indent="-255588">
              <a:lnSpc>
                <a:spcPct val="90000"/>
              </a:lnSpc>
            </a:pPr>
            <a:r>
              <a:rPr lang="en-US" altLang="en-US" dirty="0"/>
              <a:t>A gate is an electronic circuit that produces an </a:t>
            </a:r>
            <a:r>
              <a:rPr lang="en-US" altLang="en-US" sz="4000" b="1" dirty="0">
                <a:solidFill>
                  <a:schemeClr val="accent1"/>
                </a:solidFill>
              </a:rPr>
              <a:t>output signal </a:t>
            </a:r>
            <a:r>
              <a:rPr lang="en-US" altLang="en-US" dirty="0"/>
              <a:t>that is a simple </a:t>
            </a:r>
            <a:r>
              <a:rPr lang="en-US" altLang="en-US" sz="3200" b="1" dirty="0">
                <a:solidFill>
                  <a:schemeClr val="accent1"/>
                </a:solidFill>
              </a:rPr>
              <a:t>Boolean operation </a:t>
            </a:r>
            <a:r>
              <a:rPr lang="en-US" altLang="en-US" dirty="0"/>
              <a:t>on its input signals</a:t>
            </a:r>
          </a:p>
          <a:p>
            <a:pPr marL="365125" indent="-255588">
              <a:lnSpc>
                <a:spcPct val="90000"/>
              </a:lnSpc>
            </a:pPr>
            <a:r>
              <a:rPr lang="en-US" altLang="en-US" dirty="0"/>
              <a:t>The basic gates used in digital logic are </a:t>
            </a:r>
            <a:r>
              <a:rPr lang="en-US" altLang="en-US" sz="2800" b="1" dirty="0">
                <a:solidFill>
                  <a:schemeClr val="accent6"/>
                </a:solidFill>
              </a:rPr>
              <a:t>AND</a:t>
            </a:r>
            <a:r>
              <a:rPr lang="en-US" altLang="en-US" dirty="0"/>
              <a:t>, </a:t>
            </a:r>
            <a:r>
              <a:rPr lang="en-US" altLang="en-US" sz="2800" b="1" dirty="0">
                <a:solidFill>
                  <a:schemeClr val="accent6"/>
                </a:solidFill>
              </a:rPr>
              <a:t>OR</a:t>
            </a:r>
            <a:r>
              <a:rPr lang="en-US" altLang="en-US" dirty="0"/>
              <a:t>, </a:t>
            </a:r>
            <a:r>
              <a:rPr lang="en-US" altLang="en-US" sz="2800" b="1" dirty="0">
                <a:solidFill>
                  <a:schemeClr val="accent6"/>
                </a:solidFill>
              </a:rPr>
              <a:t>NOT</a:t>
            </a:r>
            <a:r>
              <a:rPr lang="en-US" altLang="en-US" dirty="0"/>
              <a:t>, </a:t>
            </a:r>
            <a:r>
              <a:rPr lang="en-US" altLang="en-US" sz="2800" b="1" dirty="0">
                <a:solidFill>
                  <a:schemeClr val="accent6"/>
                </a:solidFill>
              </a:rPr>
              <a:t>NAND</a:t>
            </a:r>
            <a:r>
              <a:rPr lang="en-US" altLang="en-US" dirty="0"/>
              <a:t>, </a:t>
            </a:r>
            <a:r>
              <a:rPr lang="en-US" altLang="en-US" sz="2800" b="1" dirty="0">
                <a:solidFill>
                  <a:schemeClr val="accent6"/>
                </a:solidFill>
              </a:rPr>
              <a:t>NOR</a:t>
            </a:r>
            <a:r>
              <a:rPr lang="en-US" altLang="en-US" dirty="0"/>
              <a:t>, and </a:t>
            </a:r>
            <a:r>
              <a:rPr lang="en-US" altLang="en-US" sz="2800" b="1" dirty="0">
                <a:solidFill>
                  <a:schemeClr val="accent6"/>
                </a:solidFill>
              </a:rPr>
              <a:t>XOR</a:t>
            </a:r>
          </a:p>
          <a:p>
            <a:pPr marL="365125" indent="-255588">
              <a:lnSpc>
                <a:spcPct val="90000"/>
              </a:lnSpc>
            </a:pPr>
            <a:r>
              <a:rPr lang="en-US" altLang="en-US" dirty="0"/>
              <a:t>One or two inputs  and </a:t>
            </a:r>
            <a:r>
              <a:rPr lang="en-US" altLang="en-US" sz="3600" b="1" dirty="0">
                <a:solidFill>
                  <a:srgbClr val="00B0F0"/>
                </a:solidFill>
              </a:rPr>
              <a:t>one output</a:t>
            </a:r>
            <a:endParaRPr lang="en-US" altLang="en-US" b="1" dirty="0">
              <a:solidFill>
                <a:srgbClr val="00B0F0"/>
              </a:solidFill>
            </a:endParaRPr>
          </a:p>
        </p:txBody>
      </p:sp>
      <p:sp>
        <p:nvSpPr>
          <p:cNvPr id="2" name="Slide Number Placeholder 1">
            <a:extLst>
              <a:ext uri="{FF2B5EF4-FFF2-40B4-BE49-F238E27FC236}">
                <a16:creationId xmlns:a16="http://schemas.microsoft.com/office/drawing/2014/main" id="{7C8166AD-5E87-8680-254D-63376E4A910D}"/>
              </a:ext>
            </a:extLst>
          </p:cNvPr>
          <p:cNvSpPr>
            <a:spLocks noGrp="1"/>
          </p:cNvSpPr>
          <p:nvPr>
            <p:ph type="sldNum" sz="quarter" idx="12"/>
          </p:nvPr>
        </p:nvSpPr>
        <p:spPr/>
        <p:txBody>
          <a:bodyPr/>
          <a:lstStyle/>
          <a:p>
            <a:pPr>
              <a:defRPr/>
            </a:pPr>
            <a:fld id="{28588503-611C-4314-9367-E0668E948370}" type="slidenum">
              <a:rPr lang="en-US" altLang="en-US" smtClean="0"/>
              <a:pPr>
                <a:defRPr/>
              </a:pPr>
              <a:t>27</a:t>
            </a:fld>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7">
            <a:extLst>
              <a:ext uri="{FF2B5EF4-FFF2-40B4-BE49-F238E27FC236}">
                <a16:creationId xmlns:a16="http://schemas.microsoft.com/office/drawing/2014/main" id="{2A7B674B-0C7E-DB63-7EAD-E81DA32C3937}"/>
              </a:ext>
            </a:extLst>
          </p:cNvPr>
          <p:cNvSpPr>
            <a:spLocks noGrp="1" noChangeArrowheads="1"/>
          </p:cNvSpPr>
          <p:nvPr>
            <p:ph type="title"/>
          </p:nvPr>
        </p:nvSpPr>
        <p:spPr/>
        <p:txBody>
          <a:bodyPr/>
          <a:lstStyle/>
          <a:p>
            <a:r>
              <a:rPr lang="en-US" altLang="en-US"/>
              <a:t>Gates</a:t>
            </a:r>
          </a:p>
        </p:txBody>
      </p:sp>
      <p:sp>
        <p:nvSpPr>
          <p:cNvPr id="32770" name="Content Placeholder 1">
            <a:extLst>
              <a:ext uri="{FF2B5EF4-FFF2-40B4-BE49-F238E27FC236}">
                <a16:creationId xmlns:a16="http://schemas.microsoft.com/office/drawing/2014/main" id="{8BCE372C-2A6D-436A-8BBD-E86AB5FA1FA7}"/>
              </a:ext>
            </a:extLst>
          </p:cNvPr>
          <p:cNvSpPr>
            <a:spLocks noGrp="1" noChangeArrowheads="1"/>
          </p:cNvSpPr>
          <p:nvPr>
            <p:ph idx="1"/>
          </p:nvPr>
        </p:nvSpPr>
        <p:spPr>
          <a:xfrm>
            <a:off x="467544" y="1455254"/>
            <a:ext cx="2386608" cy="4171950"/>
          </a:xfrm>
        </p:spPr>
        <p:txBody>
          <a:bodyPr/>
          <a:lstStyle/>
          <a:p>
            <a:pPr marL="365125" indent="-255588"/>
            <a:r>
              <a:rPr lang="en-US" altLang="en-US" dirty="0"/>
              <a:t>Graphic symbol, algebraic notation, and truth table</a:t>
            </a:r>
          </a:p>
        </p:txBody>
      </p:sp>
      <p:pic>
        <p:nvPicPr>
          <p:cNvPr id="3" name="Picture 2">
            <a:extLst>
              <a:ext uri="{FF2B5EF4-FFF2-40B4-BE49-F238E27FC236}">
                <a16:creationId xmlns:a16="http://schemas.microsoft.com/office/drawing/2014/main" id="{EA80EEDD-DC91-0680-BD42-E2AD59194AEC}"/>
              </a:ext>
            </a:extLst>
          </p:cNvPr>
          <p:cNvPicPr>
            <a:picLocks noChangeAspect="1"/>
          </p:cNvPicPr>
          <p:nvPr/>
        </p:nvPicPr>
        <p:blipFill>
          <a:blip r:embed="rId2"/>
          <a:stretch>
            <a:fillRect/>
          </a:stretch>
        </p:blipFill>
        <p:spPr>
          <a:xfrm>
            <a:off x="2699792" y="91923"/>
            <a:ext cx="6264696" cy="6674154"/>
          </a:xfrm>
          <a:prstGeom prst="rect">
            <a:avLst/>
          </a:prstGeom>
        </p:spPr>
      </p:pic>
      <p:sp>
        <p:nvSpPr>
          <p:cNvPr id="2" name="Slide Number Placeholder 1">
            <a:extLst>
              <a:ext uri="{FF2B5EF4-FFF2-40B4-BE49-F238E27FC236}">
                <a16:creationId xmlns:a16="http://schemas.microsoft.com/office/drawing/2014/main" id="{AA4B49D6-C0A4-A326-6F13-B32206C91533}"/>
              </a:ext>
            </a:extLst>
          </p:cNvPr>
          <p:cNvSpPr>
            <a:spLocks noGrp="1"/>
          </p:cNvSpPr>
          <p:nvPr>
            <p:ph type="sldNum" sz="quarter" idx="12"/>
          </p:nvPr>
        </p:nvSpPr>
        <p:spPr/>
        <p:txBody>
          <a:bodyPr/>
          <a:lstStyle/>
          <a:p>
            <a:pPr>
              <a:defRPr/>
            </a:pPr>
            <a:fld id="{28588503-611C-4314-9367-E0668E948370}" type="slidenum">
              <a:rPr lang="en-US" altLang="en-US" smtClean="0"/>
              <a:pPr>
                <a:defRPr/>
              </a:pPr>
              <a:t>28</a:t>
            </a:fld>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Title 1">
            <a:extLst>
              <a:ext uri="{FF2B5EF4-FFF2-40B4-BE49-F238E27FC236}">
                <a16:creationId xmlns:a16="http://schemas.microsoft.com/office/drawing/2014/main" id="{557B7292-14E0-9244-56FD-9CA6BBC5CE83}"/>
              </a:ext>
            </a:extLst>
          </p:cNvPr>
          <p:cNvSpPr>
            <a:spLocks noGrp="1" noChangeArrowheads="1"/>
          </p:cNvSpPr>
          <p:nvPr>
            <p:ph type="title"/>
          </p:nvPr>
        </p:nvSpPr>
        <p:spPr/>
        <p:txBody>
          <a:bodyPr/>
          <a:lstStyle/>
          <a:p>
            <a:r>
              <a:rPr lang="en-US" altLang="en-US"/>
              <a:t>Gates</a:t>
            </a:r>
            <a:endParaRPr lang="en-MY" altLang="en-US"/>
          </a:p>
        </p:txBody>
      </p:sp>
      <p:sp>
        <p:nvSpPr>
          <p:cNvPr id="33798" name="Content Placeholder 2">
            <a:extLst>
              <a:ext uri="{FF2B5EF4-FFF2-40B4-BE49-F238E27FC236}">
                <a16:creationId xmlns:a16="http://schemas.microsoft.com/office/drawing/2014/main" id="{6DB93D1D-A349-51C0-433B-1AC43BA77AF4}"/>
              </a:ext>
            </a:extLst>
          </p:cNvPr>
          <p:cNvSpPr>
            <a:spLocks noGrp="1" noChangeArrowheads="1"/>
          </p:cNvSpPr>
          <p:nvPr>
            <p:ph idx="1"/>
          </p:nvPr>
        </p:nvSpPr>
        <p:spPr/>
        <p:txBody>
          <a:bodyPr/>
          <a:lstStyle/>
          <a:p>
            <a:r>
              <a:rPr lang="en-US" altLang="en-US"/>
              <a:t>Example of AND gate circuit and packaging</a:t>
            </a:r>
            <a:endParaRPr lang="en-MY" altLang="en-US"/>
          </a:p>
        </p:txBody>
      </p:sp>
      <p:pic>
        <p:nvPicPr>
          <p:cNvPr id="33799" name="Picture 3" descr="ANDgatelog43.gif">
            <a:extLst>
              <a:ext uri="{FF2B5EF4-FFF2-40B4-BE49-F238E27FC236}">
                <a16:creationId xmlns:a16="http://schemas.microsoft.com/office/drawing/2014/main" id="{B6243A2D-CF1B-9C35-58AA-660B59DBA40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1325" y="2568575"/>
            <a:ext cx="2762250"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0" name="Picture 4" descr="diand.gif">
            <a:extLst>
              <a:ext uri="{FF2B5EF4-FFF2-40B4-BE49-F238E27FC236}">
                <a16:creationId xmlns:a16="http://schemas.microsoft.com/office/drawing/2014/main" id="{D57B82CF-8059-E08E-F432-549C3246C99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2424113"/>
            <a:ext cx="1871662"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1" name="Picture 5" descr="7408-ic-photo.jpg">
            <a:extLst>
              <a:ext uri="{FF2B5EF4-FFF2-40B4-BE49-F238E27FC236}">
                <a16:creationId xmlns:a16="http://schemas.microsoft.com/office/drawing/2014/main" id="{F71B9410-2E48-6DFB-1353-3207C406446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724525" y="3716338"/>
            <a:ext cx="3095625" cy="309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2" name="Picture 8" descr="ANDgatelog50.gif">
            <a:extLst>
              <a:ext uri="{FF2B5EF4-FFF2-40B4-BE49-F238E27FC236}">
                <a16:creationId xmlns:a16="http://schemas.microsoft.com/office/drawing/2014/main" id="{9B63E3E2-0BA0-0226-7F58-28E06B12381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008688" y="2565400"/>
            <a:ext cx="2667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3" name="Rectangle 10">
            <a:extLst>
              <a:ext uri="{FF2B5EF4-FFF2-40B4-BE49-F238E27FC236}">
                <a16:creationId xmlns:a16="http://schemas.microsoft.com/office/drawing/2014/main" id="{C39AE7A9-5C54-52AD-15B5-BBE0BFD8DF1D}"/>
              </a:ext>
            </a:extLst>
          </p:cNvPr>
          <p:cNvSpPr>
            <a:spLocks noChangeArrowheads="1"/>
          </p:cNvSpPr>
          <p:nvPr/>
        </p:nvSpPr>
        <p:spPr bwMode="auto">
          <a:xfrm>
            <a:off x="107950" y="5589588"/>
            <a:ext cx="5759450"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buFontTx/>
              <a:buNone/>
            </a:pPr>
            <a:r>
              <a:rPr lang="en-MY" altLang="en-US" sz="1600"/>
              <a:t>http://www.electronics-tutorials.ws/logic/logic_2.html</a:t>
            </a:r>
          </a:p>
          <a:p>
            <a:pPr>
              <a:buFontTx/>
              <a:buNone/>
            </a:pPr>
            <a:r>
              <a:rPr lang="en-MY" altLang="en-US" sz="1600"/>
              <a:t>http://hyperphysics.phy-astr.gsu.edu/hbase/electronic/diodgate.html</a:t>
            </a:r>
          </a:p>
          <a:p>
            <a:pPr>
              <a:buFontTx/>
              <a:buNone/>
            </a:pPr>
            <a:r>
              <a:rPr lang="en-MY" altLang="en-US" sz="1600"/>
              <a:t>http://robokart.com/ic-s/7408-quad-and-gate.html</a:t>
            </a:r>
          </a:p>
        </p:txBody>
      </p:sp>
      <p:sp>
        <p:nvSpPr>
          <p:cNvPr id="2" name="Slide Number Placeholder 1">
            <a:extLst>
              <a:ext uri="{FF2B5EF4-FFF2-40B4-BE49-F238E27FC236}">
                <a16:creationId xmlns:a16="http://schemas.microsoft.com/office/drawing/2014/main" id="{67725A87-19C3-0D33-5CAC-D7888B3DE511}"/>
              </a:ext>
            </a:extLst>
          </p:cNvPr>
          <p:cNvSpPr>
            <a:spLocks noGrp="1"/>
          </p:cNvSpPr>
          <p:nvPr>
            <p:ph type="sldNum" sz="quarter" idx="12"/>
          </p:nvPr>
        </p:nvSpPr>
        <p:spPr/>
        <p:txBody>
          <a:bodyPr/>
          <a:lstStyle/>
          <a:p>
            <a:pPr>
              <a:defRPr/>
            </a:pPr>
            <a:fld id="{28588503-611C-4314-9367-E0668E948370}" type="slidenum">
              <a:rPr lang="en-US" altLang="en-US" smtClean="0"/>
              <a:pPr>
                <a:defRPr/>
              </a:pPr>
              <a:t>29</a:t>
            </a:fld>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70B5AC8-E971-DB36-549A-D775C2189837}"/>
              </a:ext>
            </a:extLst>
          </p:cNvPr>
          <p:cNvSpPr>
            <a:spLocks noGrp="1" noChangeArrowheads="1"/>
          </p:cNvSpPr>
          <p:nvPr>
            <p:ph type="title"/>
          </p:nvPr>
        </p:nvSpPr>
        <p:spPr/>
        <p:txBody>
          <a:bodyPr/>
          <a:lstStyle/>
          <a:p>
            <a:r>
              <a:rPr lang="en-US" altLang="en-US"/>
              <a:t>Functionally Complete Set</a:t>
            </a:r>
          </a:p>
        </p:txBody>
      </p:sp>
      <p:sp>
        <p:nvSpPr>
          <p:cNvPr id="34819" name="Rectangle 3">
            <a:extLst>
              <a:ext uri="{FF2B5EF4-FFF2-40B4-BE49-F238E27FC236}">
                <a16:creationId xmlns:a16="http://schemas.microsoft.com/office/drawing/2014/main" id="{B8B044A0-F13A-8AED-6DD7-B45AFCEA5928}"/>
              </a:ext>
            </a:extLst>
          </p:cNvPr>
          <p:cNvSpPr>
            <a:spLocks noGrp="1" noChangeArrowheads="1"/>
          </p:cNvSpPr>
          <p:nvPr>
            <p:ph idx="1"/>
          </p:nvPr>
        </p:nvSpPr>
        <p:spPr/>
        <p:txBody>
          <a:bodyPr/>
          <a:lstStyle/>
          <a:p>
            <a:r>
              <a:rPr lang="en-US" altLang="en-US" sz="3600" b="1" dirty="0">
                <a:solidFill>
                  <a:srgbClr val="92D050"/>
                </a:solidFill>
              </a:rPr>
              <a:t>Not all gate types used </a:t>
            </a:r>
            <a:r>
              <a:rPr lang="en-US" altLang="en-US" dirty="0"/>
              <a:t>in implementation</a:t>
            </a:r>
          </a:p>
          <a:p>
            <a:r>
              <a:rPr lang="en-US" altLang="en-US" dirty="0"/>
              <a:t>Design and fabrication are </a:t>
            </a:r>
            <a:r>
              <a:rPr lang="en-US" altLang="en-US" sz="3600" b="1" dirty="0">
                <a:solidFill>
                  <a:srgbClr val="FF0000"/>
                </a:solidFill>
              </a:rPr>
              <a:t>simpler </a:t>
            </a:r>
            <a:r>
              <a:rPr lang="en-US" altLang="en-US" dirty="0"/>
              <a:t>if only </a:t>
            </a:r>
            <a:r>
              <a:rPr lang="en-US" altLang="en-US" sz="3600" b="1" dirty="0">
                <a:solidFill>
                  <a:srgbClr val="00B0F0"/>
                </a:solidFill>
              </a:rPr>
              <a:t>one or two types of gates </a:t>
            </a:r>
            <a:r>
              <a:rPr lang="en-US" altLang="en-US" dirty="0"/>
              <a:t>are used</a:t>
            </a:r>
          </a:p>
          <a:p>
            <a:r>
              <a:rPr lang="en-US" altLang="en-US" dirty="0"/>
              <a:t>Any Boolean function can be implemented using only the gates in the </a:t>
            </a:r>
            <a:r>
              <a:rPr lang="en-US" altLang="en-US" sz="2800" b="1" dirty="0">
                <a:solidFill>
                  <a:schemeClr val="accent4"/>
                </a:solidFill>
              </a:rPr>
              <a:t>set</a:t>
            </a:r>
            <a:endParaRPr lang="en-US" altLang="en-US" b="1" dirty="0">
              <a:solidFill>
                <a:schemeClr val="accent4"/>
              </a:solidFill>
            </a:endParaRPr>
          </a:p>
          <a:p>
            <a:r>
              <a:rPr lang="en-US" altLang="en-US" dirty="0"/>
              <a:t>The following are functionally complete sets</a:t>
            </a:r>
          </a:p>
        </p:txBody>
      </p:sp>
      <p:sp>
        <p:nvSpPr>
          <p:cNvPr id="2" name="Rectangle 1">
            <a:extLst>
              <a:ext uri="{FF2B5EF4-FFF2-40B4-BE49-F238E27FC236}">
                <a16:creationId xmlns:a16="http://schemas.microsoft.com/office/drawing/2014/main" id="{F36D93A9-FB8B-288B-87C0-DD97BB31246B}"/>
              </a:ext>
            </a:extLst>
          </p:cNvPr>
          <p:cNvSpPr/>
          <p:nvPr/>
        </p:nvSpPr>
        <p:spPr>
          <a:xfrm>
            <a:off x="1259632" y="4581128"/>
            <a:ext cx="1872208" cy="648072"/>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solidFill>
                  <a:sysClr val="windowText" lastClr="000000"/>
                </a:solidFill>
              </a:rPr>
              <a:t>AND, OR, NOT</a:t>
            </a:r>
          </a:p>
        </p:txBody>
      </p:sp>
      <p:sp>
        <p:nvSpPr>
          <p:cNvPr id="3" name="Rectangle 2">
            <a:extLst>
              <a:ext uri="{FF2B5EF4-FFF2-40B4-BE49-F238E27FC236}">
                <a16:creationId xmlns:a16="http://schemas.microsoft.com/office/drawing/2014/main" id="{A503DC46-6339-16F0-A2A4-32473C4B0C32}"/>
              </a:ext>
            </a:extLst>
          </p:cNvPr>
          <p:cNvSpPr/>
          <p:nvPr/>
        </p:nvSpPr>
        <p:spPr>
          <a:xfrm>
            <a:off x="3781874" y="4581128"/>
            <a:ext cx="1872208" cy="648072"/>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solidFill>
                  <a:sysClr val="windowText" lastClr="000000"/>
                </a:solidFill>
              </a:rPr>
              <a:t>AND, NOT</a:t>
            </a:r>
          </a:p>
        </p:txBody>
      </p:sp>
      <p:sp>
        <p:nvSpPr>
          <p:cNvPr id="4" name="Rectangle 3">
            <a:extLst>
              <a:ext uri="{FF2B5EF4-FFF2-40B4-BE49-F238E27FC236}">
                <a16:creationId xmlns:a16="http://schemas.microsoft.com/office/drawing/2014/main" id="{04F1E6DA-4B54-C117-2810-88292F9647BE}"/>
              </a:ext>
            </a:extLst>
          </p:cNvPr>
          <p:cNvSpPr/>
          <p:nvPr/>
        </p:nvSpPr>
        <p:spPr>
          <a:xfrm>
            <a:off x="6156176" y="4581128"/>
            <a:ext cx="1872208" cy="648072"/>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solidFill>
                  <a:sysClr val="windowText" lastClr="000000"/>
                </a:solidFill>
              </a:rPr>
              <a:t>OR, NOT</a:t>
            </a:r>
          </a:p>
        </p:txBody>
      </p:sp>
      <p:sp>
        <p:nvSpPr>
          <p:cNvPr id="5" name="Rectangle 4">
            <a:extLst>
              <a:ext uri="{FF2B5EF4-FFF2-40B4-BE49-F238E27FC236}">
                <a16:creationId xmlns:a16="http://schemas.microsoft.com/office/drawing/2014/main" id="{05C7D6EB-2100-BB1C-F0AD-70B27C2582DB}"/>
              </a:ext>
            </a:extLst>
          </p:cNvPr>
          <p:cNvSpPr/>
          <p:nvPr/>
        </p:nvSpPr>
        <p:spPr>
          <a:xfrm>
            <a:off x="2483768" y="5717327"/>
            <a:ext cx="1872208" cy="648072"/>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solidFill>
                  <a:sysClr val="windowText" lastClr="000000"/>
                </a:solidFill>
              </a:rPr>
              <a:t>NAND</a:t>
            </a:r>
          </a:p>
        </p:txBody>
      </p:sp>
      <p:sp>
        <p:nvSpPr>
          <p:cNvPr id="6" name="Rectangle 5">
            <a:extLst>
              <a:ext uri="{FF2B5EF4-FFF2-40B4-BE49-F238E27FC236}">
                <a16:creationId xmlns:a16="http://schemas.microsoft.com/office/drawing/2014/main" id="{9FDCA6C0-C90B-6379-A748-44D9C20A1777}"/>
              </a:ext>
            </a:extLst>
          </p:cNvPr>
          <p:cNvSpPr/>
          <p:nvPr/>
        </p:nvSpPr>
        <p:spPr>
          <a:xfrm>
            <a:off x="5220072" y="5717327"/>
            <a:ext cx="1872208" cy="648072"/>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solidFill>
                  <a:sysClr val="windowText" lastClr="000000"/>
                </a:solidFill>
              </a:rPr>
              <a:t>NOR</a:t>
            </a:r>
          </a:p>
        </p:txBody>
      </p:sp>
      <p:sp>
        <p:nvSpPr>
          <p:cNvPr id="7" name="Slide Number Placeholder 6">
            <a:extLst>
              <a:ext uri="{FF2B5EF4-FFF2-40B4-BE49-F238E27FC236}">
                <a16:creationId xmlns:a16="http://schemas.microsoft.com/office/drawing/2014/main" id="{BD200F2E-5663-FE6B-A040-A87F9904BF62}"/>
              </a:ext>
            </a:extLst>
          </p:cNvPr>
          <p:cNvSpPr>
            <a:spLocks noGrp="1"/>
          </p:cNvSpPr>
          <p:nvPr>
            <p:ph type="sldNum" sz="quarter" idx="12"/>
          </p:nvPr>
        </p:nvSpPr>
        <p:spPr/>
        <p:txBody>
          <a:bodyPr/>
          <a:lstStyle/>
          <a:p>
            <a:pPr>
              <a:defRPr/>
            </a:pPr>
            <a:fld id="{28588503-611C-4314-9367-E0668E948370}" type="slidenum">
              <a:rPr lang="en-US" altLang="en-US" smtClean="0"/>
              <a:pPr>
                <a:defRPr/>
              </a:pPr>
              <a:t>30</a:t>
            </a:fld>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70B5AC8-E971-DB36-549A-D775C2189837}"/>
              </a:ext>
            </a:extLst>
          </p:cNvPr>
          <p:cNvSpPr>
            <a:spLocks noGrp="1" noChangeArrowheads="1"/>
          </p:cNvSpPr>
          <p:nvPr>
            <p:ph type="title"/>
          </p:nvPr>
        </p:nvSpPr>
        <p:spPr/>
        <p:txBody>
          <a:bodyPr/>
          <a:lstStyle/>
          <a:p>
            <a:r>
              <a:rPr lang="en-US" altLang="en-US"/>
              <a:t>Functionally Complete Set</a:t>
            </a:r>
          </a:p>
        </p:txBody>
      </p:sp>
      <p:sp>
        <p:nvSpPr>
          <p:cNvPr id="2" name="Rectangle 1">
            <a:extLst>
              <a:ext uri="{FF2B5EF4-FFF2-40B4-BE49-F238E27FC236}">
                <a16:creationId xmlns:a16="http://schemas.microsoft.com/office/drawing/2014/main" id="{F36D93A9-FB8B-288B-87C0-DD97BB31246B}"/>
              </a:ext>
            </a:extLst>
          </p:cNvPr>
          <p:cNvSpPr/>
          <p:nvPr/>
        </p:nvSpPr>
        <p:spPr>
          <a:xfrm>
            <a:off x="1115616" y="1644729"/>
            <a:ext cx="1872208" cy="648072"/>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solidFill>
                  <a:sysClr val="windowText" lastClr="000000"/>
                </a:solidFill>
              </a:rPr>
              <a:t>AND, OR, NOT</a:t>
            </a:r>
          </a:p>
        </p:txBody>
      </p:sp>
      <p:sp>
        <p:nvSpPr>
          <p:cNvPr id="3" name="Rectangle 2">
            <a:extLst>
              <a:ext uri="{FF2B5EF4-FFF2-40B4-BE49-F238E27FC236}">
                <a16:creationId xmlns:a16="http://schemas.microsoft.com/office/drawing/2014/main" id="{A503DC46-6339-16F0-A2A4-32473C4B0C32}"/>
              </a:ext>
            </a:extLst>
          </p:cNvPr>
          <p:cNvSpPr/>
          <p:nvPr/>
        </p:nvSpPr>
        <p:spPr>
          <a:xfrm>
            <a:off x="3637858" y="1644729"/>
            <a:ext cx="1872208" cy="648072"/>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solidFill>
                  <a:sysClr val="windowText" lastClr="000000"/>
                </a:solidFill>
              </a:rPr>
              <a:t>AND, NOT</a:t>
            </a:r>
          </a:p>
        </p:txBody>
      </p:sp>
      <p:sp>
        <p:nvSpPr>
          <p:cNvPr id="4" name="Rectangle 3">
            <a:extLst>
              <a:ext uri="{FF2B5EF4-FFF2-40B4-BE49-F238E27FC236}">
                <a16:creationId xmlns:a16="http://schemas.microsoft.com/office/drawing/2014/main" id="{04F1E6DA-4B54-C117-2810-88292F9647BE}"/>
              </a:ext>
            </a:extLst>
          </p:cNvPr>
          <p:cNvSpPr/>
          <p:nvPr/>
        </p:nvSpPr>
        <p:spPr>
          <a:xfrm>
            <a:off x="6012160" y="1644729"/>
            <a:ext cx="1872208" cy="648072"/>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solidFill>
                  <a:sysClr val="windowText" lastClr="000000"/>
                </a:solidFill>
              </a:rPr>
              <a:t>OR, NOT</a:t>
            </a:r>
          </a:p>
        </p:txBody>
      </p:sp>
      <p:sp>
        <p:nvSpPr>
          <p:cNvPr id="5" name="Rectangle 4">
            <a:extLst>
              <a:ext uri="{FF2B5EF4-FFF2-40B4-BE49-F238E27FC236}">
                <a16:creationId xmlns:a16="http://schemas.microsoft.com/office/drawing/2014/main" id="{05C7D6EB-2100-BB1C-F0AD-70B27C2582DB}"/>
              </a:ext>
            </a:extLst>
          </p:cNvPr>
          <p:cNvSpPr/>
          <p:nvPr/>
        </p:nvSpPr>
        <p:spPr>
          <a:xfrm>
            <a:off x="2339752" y="2780928"/>
            <a:ext cx="1872208" cy="648072"/>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solidFill>
                  <a:sysClr val="windowText" lastClr="000000"/>
                </a:solidFill>
              </a:rPr>
              <a:t>NAND</a:t>
            </a:r>
          </a:p>
        </p:txBody>
      </p:sp>
      <p:sp>
        <p:nvSpPr>
          <p:cNvPr id="6" name="Rectangle 5">
            <a:extLst>
              <a:ext uri="{FF2B5EF4-FFF2-40B4-BE49-F238E27FC236}">
                <a16:creationId xmlns:a16="http://schemas.microsoft.com/office/drawing/2014/main" id="{9FDCA6C0-C90B-6379-A748-44D9C20A1777}"/>
              </a:ext>
            </a:extLst>
          </p:cNvPr>
          <p:cNvSpPr/>
          <p:nvPr/>
        </p:nvSpPr>
        <p:spPr>
          <a:xfrm>
            <a:off x="5076056" y="2780928"/>
            <a:ext cx="1872208" cy="648072"/>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solidFill>
                  <a:sysClr val="windowText" lastClr="000000"/>
                </a:solidFill>
              </a:rPr>
              <a:t>NOR</a:t>
            </a:r>
          </a:p>
        </p:txBody>
      </p:sp>
      <p:sp>
        <p:nvSpPr>
          <p:cNvPr id="11" name="TextBox 10">
            <a:extLst>
              <a:ext uri="{FF2B5EF4-FFF2-40B4-BE49-F238E27FC236}">
                <a16:creationId xmlns:a16="http://schemas.microsoft.com/office/drawing/2014/main" id="{A448BA56-7A25-3290-56D4-6FA0EA93CF15}"/>
              </a:ext>
            </a:extLst>
          </p:cNvPr>
          <p:cNvSpPr txBox="1"/>
          <p:nvPr/>
        </p:nvSpPr>
        <p:spPr>
          <a:xfrm>
            <a:off x="2987824" y="4017728"/>
            <a:ext cx="5112568" cy="707886"/>
          </a:xfrm>
          <a:prstGeom prst="rect">
            <a:avLst/>
          </a:prstGeom>
          <a:noFill/>
        </p:spPr>
        <p:txBody>
          <a:bodyPr wrap="square">
            <a:spAutoFit/>
          </a:bodyPr>
          <a:lstStyle/>
          <a:p>
            <a:pPr marL="365125" indent="-255588"/>
            <a:r>
              <a:rPr lang="en-US" altLang="en-US" dirty="0"/>
              <a:t>For AND </a:t>
            </a:r>
            <a:r>
              <a:rPr lang="en-US" altLang="en-US" dirty="0" err="1"/>
              <a:t>and</a:t>
            </a:r>
            <a:r>
              <a:rPr lang="en-US" altLang="en-US" dirty="0"/>
              <a:t> NOT we can synthesize OR using the </a:t>
            </a:r>
            <a:r>
              <a:rPr lang="en-US" altLang="en-US" dirty="0" err="1"/>
              <a:t>DeMorgan’s</a:t>
            </a:r>
            <a:r>
              <a:rPr lang="en-US" altLang="en-US" dirty="0"/>
              <a:t> theorem</a:t>
            </a:r>
          </a:p>
        </p:txBody>
      </p:sp>
      <p:sp>
        <p:nvSpPr>
          <p:cNvPr id="13" name="TextBox 12">
            <a:extLst>
              <a:ext uri="{FF2B5EF4-FFF2-40B4-BE49-F238E27FC236}">
                <a16:creationId xmlns:a16="http://schemas.microsoft.com/office/drawing/2014/main" id="{5F69394E-9CD5-BE2C-4A0C-E657E1D69A29}"/>
              </a:ext>
            </a:extLst>
          </p:cNvPr>
          <p:cNvSpPr txBox="1"/>
          <p:nvPr/>
        </p:nvSpPr>
        <p:spPr>
          <a:xfrm>
            <a:off x="2938525" y="5434878"/>
            <a:ext cx="5472608" cy="1015663"/>
          </a:xfrm>
          <a:prstGeom prst="rect">
            <a:avLst/>
          </a:prstGeom>
          <a:noFill/>
        </p:spPr>
        <p:txBody>
          <a:bodyPr wrap="square">
            <a:spAutoFit/>
          </a:bodyPr>
          <a:lstStyle/>
          <a:p>
            <a:pPr marL="109537"/>
            <a:endParaRPr lang="en-US" altLang="en-US" sz="2000" dirty="0"/>
          </a:p>
          <a:p>
            <a:pPr marL="109537"/>
            <a:r>
              <a:rPr lang="en-US" altLang="en-US" sz="2000" dirty="0"/>
              <a:t>Digital circuits frequently implemented using either NAND or NOR gates only </a:t>
            </a:r>
          </a:p>
        </p:txBody>
      </p:sp>
      <p:pic>
        <p:nvPicPr>
          <p:cNvPr id="14" name="Picture 13">
            <a:extLst>
              <a:ext uri="{FF2B5EF4-FFF2-40B4-BE49-F238E27FC236}">
                <a16:creationId xmlns:a16="http://schemas.microsoft.com/office/drawing/2014/main" id="{C4EE5C42-8CBC-4D6A-6290-D17B3C8E8D67}"/>
              </a:ext>
            </a:extLst>
          </p:cNvPr>
          <p:cNvPicPr>
            <a:picLocks noChangeAspect="1"/>
          </p:cNvPicPr>
          <p:nvPr/>
        </p:nvPicPr>
        <p:blipFill>
          <a:blip r:embed="rId3"/>
          <a:stretch>
            <a:fillRect/>
          </a:stretch>
        </p:blipFill>
        <p:spPr>
          <a:xfrm>
            <a:off x="2677083" y="4969761"/>
            <a:ext cx="5734050" cy="323850"/>
          </a:xfrm>
          <a:prstGeom prst="rect">
            <a:avLst/>
          </a:prstGeom>
        </p:spPr>
      </p:pic>
      <p:sp>
        <p:nvSpPr>
          <p:cNvPr id="7" name="Slide Number Placeholder 6">
            <a:extLst>
              <a:ext uri="{FF2B5EF4-FFF2-40B4-BE49-F238E27FC236}">
                <a16:creationId xmlns:a16="http://schemas.microsoft.com/office/drawing/2014/main" id="{C47270B9-D88E-E41F-08DA-CBC920820326}"/>
              </a:ext>
            </a:extLst>
          </p:cNvPr>
          <p:cNvSpPr>
            <a:spLocks noGrp="1"/>
          </p:cNvSpPr>
          <p:nvPr>
            <p:ph type="sldNum" sz="quarter" idx="12"/>
          </p:nvPr>
        </p:nvSpPr>
        <p:spPr/>
        <p:txBody>
          <a:bodyPr/>
          <a:lstStyle/>
          <a:p>
            <a:pPr>
              <a:defRPr/>
            </a:pPr>
            <a:fld id="{28588503-611C-4314-9367-E0668E948370}" type="slidenum">
              <a:rPr lang="en-US" altLang="en-US" smtClean="0"/>
              <a:pPr>
                <a:defRPr/>
              </a:pPr>
              <a:t>31</a:t>
            </a:fld>
            <a:endParaRPr lang="en-US" altLang="en-US"/>
          </a:p>
        </p:txBody>
      </p:sp>
    </p:spTree>
    <p:extLst>
      <p:ext uri="{BB962C8B-B14F-4D97-AF65-F5344CB8AC3E}">
        <p14:creationId xmlns:p14="http://schemas.microsoft.com/office/powerpoint/2010/main" val="173524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399 0.12083 L -0.00399 0.12106 C -0.00642 0.13194 -0.00816 0.14305 -0.01093 0.15416 C -0.01475 0.16828 -0.02048 0.18148 -0.0276 0.19305 C -0.03802 0.20926 -0.04236 0.2125 -0.05677 0.22268 C -0.06979 0.23148 -0.08298 0.23865 -0.09704 0.24305 C -0.11927 0.24953 -0.14357 0.25486 -0.16649 0.25787 C -0.17343 0.25856 -0.18055 0.25879 -0.18732 0.25972 C -0.25382 0.26736 -0.16163 0.25926 -0.26093 0.26713 C -0.27864 0.27083 -0.27691 0.2699 -0.29427 0.27639 C -0.29895 0.27801 -0.30382 0.2794 -0.30816 0.28194 C -0.31215 0.28379 -0.31579 0.28657 -0.31927 0.28935 C -0.32309 0.29213 -0.32708 0.2949 -0.33038 0.29861 C -0.33402 0.30231 -0.33715 0.30671 -0.3401 0.31157 C -0.35069 0.32777 -0.34427 0.32014 -0.35121 0.3375 C -0.35295 0.3412 -0.35503 0.3449 -0.35677 0.34861 C -0.35781 0.35347 -0.35868 0.35833 -0.35954 0.36342 C -0.36632 0.39629 -0.35972 0.36203 -0.36371 0.38379 C -0.36336 0.40648 -0.36319 0.4294 -0.36232 0.45231 C -0.36232 0.45463 -0.36076 0.46389 -0.35954 0.46713 C -0.35937 0.46782 -0.35868 0.46828 -0.35816 0.46898 L -0.35816 0.46921 " pathEditMode="relative" rAng="0" ptsTypes="AAAAAAAAAAAAAAAAAAAAAA">
                                      <p:cBhvr>
                                        <p:cTn id="6" dur="2000" fill="hold"/>
                                        <p:tgtEl>
                                          <p:spTgt spid="3"/>
                                        </p:tgtEl>
                                        <p:attrNameLst>
                                          <p:attrName>ppt_x</p:attrName>
                                          <p:attrName>ppt_y</p:attrName>
                                        </p:attrNameLst>
                                      </p:cBhvr>
                                      <p:rCtr x="-17986" y="17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5AF281-0850-F262-AFF1-4E69EFEF4D71}"/>
              </a:ext>
            </a:extLst>
          </p:cNvPr>
          <p:cNvSpPr>
            <a:spLocks noGrp="1"/>
          </p:cNvSpPr>
          <p:nvPr>
            <p:ph type="title"/>
          </p:nvPr>
        </p:nvSpPr>
        <p:spPr>
          <a:xfrm>
            <a:off x="609598" y="609600"/>
            <a:ext cx="7922841" cy="731168"/>
          </a:xfrm>
        </p:spPr>
        <p:txBody>
          <a:bodyPr/>
          <a:lstStyle/>
          <a:p>
            <a:endParaRPr lang="en-MY" dirty="0"/>
          </a:p>
        </p:txBody>
      </p:sp>
      <p:sp>
        <p:nvSpPr>
          <p:cNvPr id="5" name="TextBox 4">
            <a:extLst>
              <a:ext uri="{FF2B5EF4-FFF2-40B4-BE49-F238E27FC236}">
                <a16:creationId xmlns:a16="http://schemas.microsoft.com/office/drawing/2014/main" id="{DC80C0D2-55C7-0690-2413-A24B566CAA75}"/>
              </a:ext>
            </a:extLst>
          </p:cNvPr>
          <p:cNvSpPr txBox="1"/>
          <p:nvPr/>
        </p:nvSpPr>
        <p:spPr>
          <a:xfrm>
            <a:off x="3244373" y="1988840"/>
            <a:ext cx="2653290" cy="584775"/>
          </a:xfrm>
          <a:prstGeom prst="rect">
            <a:avLst/>
          </a:prstGeom>
          <a:noFill/>
        </p:spPr>
        <p:txBody>
          <a:bodyPr wrap="none" rtlCol="0">
            <a:spAutoFit/>
          </a:bodyPr>
          <a:lstStyle/>
          <a:p>
            <a:r>
              <a:rPr lang="en-MY" sz="3200" dirty="0"/>
              <a:t>A + B = A . B</a:t>
            </a:r>
          </a:p>
        </p:txBody>
      </p:sp>
      <p:cxnSp>
        <p:nvCxnSpPr>
          <p:cNvPr id="6" name="Straight Connector 5">
            <a:extLst>
              <a:ext uri="{FF2B5EF4-FFF2-40B4-BE49-F238E27FC236}">
                <a16:creationId xmlns:a16="http://schemas.microsoft.com/office/drawing/2014/main" id="{11598CBB-5A0E-755D-59E6-0EC7030A1F33}"/>
              </a:ext>
            </a:extLst>
          </p:cNvPr>
          <p:cNvCxnSpPr>
            <a:cxnSpLocks/>
          </p:cNvCxnSpPr>
          <p:nvPr/>
        </p:nvCxnSpPr>
        <p:spPr>
          <a:xfrm>
            <a:off x="4932040" y="2025060"/>
            <a:ext cx="216024"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6D322370-D0B1-F69E-74A3-8F8470366F27}"/>
              </a:ext>
            </a:extLst>
          </p:cNvPr>
          <p:cNvCxnSpPr>
            <a:cxnSpLocks/>
          </p:cNvCxnSpPr>
          <p:nvPr/>
        </p:nvCxnSpPr>
        <p:spPr>
          <a:xfrm>
            <a:off x="5580112" y="2025060"/>
            <a:ext cx="216024"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84AEC448-9D9D-495B-4ADF-D0F0BE7E663D}"/>
              </a:ext>
            </a:extLst>
          </p:cNvPr>
          <p:cNvCxnSpPr>
            <a:cxnSpLocks/>
          </p:cNvCxnSpPr>
          <p:nvPr/>
        </p:nvCxnSpPr>
        <p:spPr>
          <a:xfrm>
            <a:off x="4864224" y="1979360"/>
            <a:ext cx="1033439" cy="0"/>
          </a:xfrm>
          <a:prstGeom prst="line">
            <a:avLst/>
          </a:prstGeom>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F9EB73BB-8398-E2D4-6CB8-3884D74D292D}"/>
              </a:ext>
            </a:extLst>
          </p:cNvPr>
          <p:cNvSpPr txBox="1"/>
          <p:nvPr/>
        </p:nvSpPr>
        <p:spPr>
          <a:xfrm>
            <a:off x="1005490" y="2929299"/>
            <a:ext cx="7288149" cy="584775"/>
          </a:xfrm>
          <a:prstGeom prst="rect">
            <a:avLst/>
          </a:prstGeom>
          <a:noFill/>
        </p:spPr>
        <p:txBody>
          <a:bodyPr wrap="none" rtlCol="0">
            <a:spAutoFit/>
          </a:bodyPr>
          <a:lstStyle/>
          <a:p>
            <a:r>
              <a:rPr lang="en-MY" sz="3200" dirty="0"/>
              <a:t>A OR B = NOT ((NOT A) AND (NOT B))</a:t>
            </a:r>
          </a:p>
        </p:txBody>
      </p:sp>
      <p:sp>
        <p:nvSpPr>
          <p:cNvPr id="2" name="Slide Number Placeholder 1">
            <a:extLst>
              <a:ext uri="{FF2B5EF4-FFF2-40B4-BE49-F238E27FC236}">
                <a16:creationId xmlns:a16="http://schemas.microsoft.com/office/drawing/2014/main" id="{C8E71F10-5ACE-2BD4-3C02-E604004D1B8E}"/>
              </a:ext>
            </a:extLst>
          </p:cNvPr>
          <p:cNvSpPr>
            <a:spLocks noGrp="1"/>
          </p:cNvSpPr>
          <p:nvPr>
            <p:ph type="sldNum" sz="quarter" idx="12"/>
          </p:nvPr>
        </p:nvSpPr>
        <p:spPr/>
        <p:txBody>
          <a:bodyPr/>
          <a:lstStyle/>
          <a:p>
            <a:pPr>
              <a:defRPr/>
            </a:pPr>
            <a:fld id="{952C6CDE-0029-4392-A17B-7706F68C846A}" type="slidenum">
              <a:rPr lang="en-US" altLang="en-US" smtClean="0"/>
              <a:pPr>
                <a:defRPr/>
              </a:pPr>
              <a:t>32</a:t>
            </a:fld>
            <a:endParaRPr lang="en-US" altLang="en-US"/>
          </a:p>
        </p:txBody>
      </p:sp>
    </p:spTree>
    <p:extLst>
      <p:ext uri="{BB962C8B-B14F-4D97-AF65-F5344CB8AC3E}">
        <p14:creationId xmlns:p14="http://schemas.microsoft.com/office/powerpoint/2010/main" val="37703023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8">
            <a:extLst>
              <a:ext uri="{FF2B5EF4-FFF2-40B4-BE49-F238E27FC236}">
                <a16:creationId xmlns:a16="http://schemas.microsoft.com/office/drawing/2014/main" id="{126A3B1E-D1DF-D9E9-787E-E7E271E65C95}"/>
              </a:ext>
            </a:extLst>
          </p:cNvPr>
          <p:cNvSpPr>
            <a:spLocks noGrp="1" noChangeArrowheads="1"/>
          </p:cNvSpPr>
          <p:nvPr>
            <p:ph type="title"/>
          </p:nvPr>
        </p:nvSpPr>
        <p:spPr>
          <a:xfrm>
            <a:off x="609598" y="609600"/>
            <a:ext cx="8210873" cy="1320800"/>
          </a:xfrm>
        </p:spPr>
        <p:txBody>
          <a:bodyPr/>
          <a:lstStyle/>
          <a:p>
            <a:r>
              <a:rPr lang="en-US" altLang="en-US" dirty="0"/>
              <a:t>Implementation Using NAND</a:t>
            </a:r>
          </a:p>
        </p:txBody>
      </p:sp>
      <p:pic>
        <p:nvPicPr>
          <p:cNvPr id="3" name="Picture 2">
            <a:extLst>
              <a:ext uri="{FF2B5EF4-FFF2-40B4-BE49-F238E27FC236}">
                <a16:creationId xmlns:a16="http://schemas.microsoft.com/office/drawing/2014/main" id="{E3B9D7CB-F8EA-B8FE-00FC-783DFD872E09}"/>
              </a:ext>
            </a:extLst>
          </p:cNvPr>
          <p:cNvPicPr>
            <a:picLocks noChangeAspect="1"/>
          </p:cNvPicPr>
          <p:nvPr/>
        </p:nvPicPr>
        <p:blipFill>
          <a:blip r:embed="rId3"/>
          <a:stretch>
            <a:fillRect/>
          </a:stretch>
        </p:blipFill>
        <p:spPr>
          <a:xfrm>
            <a:off x="1557337" y="1304404"/>
            <a:ext cx="6029325" cy="4657725"/>
          </a:xfrm>
          <a:prstGeom prst="rect">
            <a:avLst/>
          </a:prstGeom>
        </p:spPr>
      </p:pic>
      <p:sp>
        <p:nvSpPr>
          <p:cNvPr id="2" name="Slide Number Placeholder 1">
            <a:extLst>
              <a:ext uri="{FF2B5EF4-FFF2-40B4-BE49-F238E27FC236}">
                <a16:creationId xmlns:a16="http://schemas.microsoft.com/office/drawing/2014/main" id="{A2528921-B7E5-5168-DF87-DB5CD9832C1F}"/>
              </a:ext>
            </a:extLst>
          </p:cNvPr>
          <p:cNvSpPr>
            <a:spLocks noGrp="1"/>
          </p:cNvSpPr>
          <p:nvPr>
            <p:ph type="sldNum" sz="quarter" idx="12"/>
          </p:nvPr>
        </p:nvSpPr>
        <p:spPr/>
        <p:txBody>
          <a:bodyPr/>
          <a:lstStyle/>
          <a:p>
            <a:pPr>
              <a:defRPr/>
            </a:pPr>
            <a:fld id="{952C6CDE-0029-4392-A17B-7706F68C846A}" type="slidenum">
              <a:rPr lang="en-US" altLang="en-US" smtClean="0"/>
              <a:pPr>
                <a:defRPr/>
              </a:pPr>
              <a:t>33</a:t>
            </a:fld>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a:extLst>
              <a:ext uri="{FF2B5EF4-FFF2-40B4-BE49-F238E27FC236}">
                <a16:creationId xmlns:a16="http://schemas.microsoft.com/office/drawing/2014/main" id="{0602E77E-4C72-33D7-2FB1-6C726D003A50}"/>
              </a:ext>
            </a:extLst>
          </p:cNvPr>
          <p:cNvSpPr>
            <a:spLocks noGrp="1" noChangeArrowheads="1"/>
          </p:cNvSpPr>
          <p:nvPr>
            <p:ph type="title"/>
          </p:nvPr>
        </p:nvSpPr>
        <p:spPr>
          <a:xfrm>
            <a:off x="609598" y="609600"/>
            <a:ext cx="8437441" cy="1320800"/>
          </a:xfrm>
        </p:spPr>
        <p:txBody>
          <a:bodyPr/>
          <a:lstStyle/>
          <a:p>
            <a:r>
              <a:rPr lang="en-US" altLang="en-US" dirty="0"/>
              <a:t>Implementation Using NOR</a:t>
            </a:r>
          </a:p>
        </p:txBody>
      </p:sp>
      <p:pic>
        <p:nvPicPr>
          <p:cNvPr id="3" name="Picture 2">
            <a:extLst>
              <a:ext uri="{FF2B5EF4-FFF2-40B4-BE49-F238E27FC236}">
                <a16:creationId xmlns:a16="http://schemas.microsoft.com/office/drawing/2014/main" id="{37DA634A-6E14-66F9-6008-88306B2C5E57}"/>
              </a:ext>
            </a:extLst>
          </p:cNvPr>
          <p:cNvPicPr>
            <a:picLocks noChangeAspect="1"/>
          </p:cNvPicPr>
          <p:nvPr/>
        </p:nvPicPr>
        <p:blipFill>
          <a:blip r:embed="rId2"/>
          <a:stretch>
            <a:fillRect/>
          </a:stretch>
        </p:blipFill>
        <p:spPr>
          <a:xfrm>
            <a:off x="1403648" y="1556792"/>
            <a:ext cx="5876925" cy="4438650"/>
          </a:xfrm>
          <a:prstGeom prst="rect">
            <a:avLst/>
          </a:prstGeom>
        </p:spPr>
      </p:pic>
      <p:sp>
        <p:nvSpPr>
          <p:cNvPr id="2" name="Slide Number Placeholder 1">
            <a:extLst>
              <a:ext uri="{FF2B5EF4-FFF2-40B4-BE49-F238E27FC236}">
                <a16:creationId xmlns:a16="http://schemas.microsoft.com/office/drawing/2014/main" id="{57D7B790-0AE9-C9B6-3481-E7FBBED71FEC}"/>
              </a:ext>
            </a:extLst>
          </p:cNvPr>
          <p:cNvSpPr>
            <a:spLocks noGrp="1"/>
          </p:cNvSpPr>
          <p:nvPr>
            <p:ph type="sldNum" sz="quarter" idx="12"/>
          </p:nvPr>
        </p:nvSpPr>
        <p:spPr/>
        <p:txBody>
          <a:bodyPr/>
          <a:lstStyle/>
          <a:p>
            <a:pPr>
              <a:defRPr/>
            </a:pPr>
            <a:fld id="{952C6CDE-0029-4392-A17B-7706F68C846A}" type="slidenum">
              <a:rPr lang="en-US" altLang="en-US" smtClean="0"/>
              <a:pPr>
                <a:defRPr/>
              </a:pPr>
              <a:t>34</a:t>
            </a:fld>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A1E19A-A2B8-A5F3-2EF2-F6EF80E75DBE}"/>
              </a:ext>
            </a:extLst>
          </p:cNvPr>
          <p:cNvSpPr>
            <a:spLocks noGrp="1"/>
          </p:cNvSpPr>
          <p:nvPr>
            <p:ph type="title"/>
          </p:nvPr>
        </p:nvSpPr>
        <p:spPr>
          <a:xfrm>
            <a:off x="609599" y="297550"/>
            <a:ext cx="7887609" cy="731168"/>
          </a:xfrm>
        </p:spPr>
        <p:txBody>
          <a:bodyPr>
            <a:normAutofit fontScale="90000"/>
          </a:bodyPr>
          <a:lstStyle/>
          <a:p>
            <a:r>
              <a:rPr lang="en-MY" dirty="0"/>
              <a:t>Write a function using the block diagram</a:t>
            </a:r>
          </a:p>
        </p:txBody>
      </p:sp>
      <p:sp>
        <p:nvSpPr>
          <p:cNvPr id="5" name="Rectangle 4">
            <a:extLst>
              <a:ext uri="{FF2B5EF4-FFF2-40B4-BE49-F238E27FC236}">
                <a16:creationId xmlns:a16="http://schemas.microsoft.com/office/drawing/2014/main" id="{610DB39D-D7BF-9492-939A-FAF845904EF4}"/>
              </a:ext>
            </a:extLst>
          </p:cNvPr>
          <p:cNvSpPr/>
          <p:nvPr/>
        </p:nvSpPr>
        <p:spPr>
          <a:xfrm>
            <a:off x="683568" y="1340768"/>
            <a:ext cx="3744416" cy="144016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21" name="Group 20">
            <a:extLst>
              <a:ext uri="{FF2B5EF4-FFF2-40B4-BE49-F238E27FC236}">
                <a16:creationId xmlns:a16="http://schemas.microsoft.com/office/drawing/2014/main" id="{2C3920D2-5F57-75BC-043A-987BA9BDA053}"/>
              </a:ext>
            </a:extLst>
          </p:cNvPr>
          <p:cNvGrpSpPr/>
          <p:nvPr/>
        </p:nvGrpSpPr>
        <p:grpSpPr>
          <a:xfrm>
            <a:off x="954985" y="1496906"/>
            <a:ext cx="2931632" cy="1199366"/>
            <a:chOff x="954985" y="1496906"/>
            <a:chExt cx="2931632" cy="1199366"/>
          </a:xfrm>
        </p:grpSpPr>
        <p:sp>
          <p:nvSpPr>
            <p:cNvPr id="6" name="Flowchart: Delay 5">
              <a:extLst>
                <a:ext uri="{FF2B5EF4-FFF2-40B4-BE49-F238E27FC236}">
                  <a16:creationId xmlns:a16="http://schemas.microsoft.com/office/drawing/2014/main" id="{3AED5B90-D717-B09D-39B2-694BA1D8FD08}"/>
                </a:ext>
              </a:extLst>
            </p:cNvPr>
            <p:cNvSpPr/>
            <p:nvPr/>
          </p:nvSpPr>
          <p:spPr>
            <a:xfrm>
              <a:off x="1654369" y="1557881"/>
              <a:ext cx="576064" cy="432048"/>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Flowchart: Delay 6">
              <a:extLst>
                <a:ext uri="{FF2B5EF4-FFF2-40B4-BE49-F238E27FC236}">
                  <a16:creationId xmlns:a16="http://schemas.microsoft.com/office/drawing/2014/main" id="{81E0847C-F1D9-9A91-1A8C-638CCB29C194}"/>
                </a:ext>
              </a:extLst>
            </p:cNvPr>
            <p:cNvSpPr/>
            <p:nvPr/>
          </p:nvSpPr>
          <p:spPr>
            <a:xfrm>
              <a:off x="2843808" y="2204864"/>
              <a:ext cx="576064" cy="432048"/>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9" name="Straight Connector 8">
              <a:extLst>
                <a:ext uri="{FF2B5EF4-FFF2-40B4-BE49-F238E27FC236}">
                  <a16:creationId xmlns:a16="http://schemas.microsoft.com/office/drawing/2014/main" id="{DE942244-37FF-433D-CFFE-F0D2AA8D9240}"/>
                </a:ext>
              </a:extLst>
            </p:cNvPr>
            <p:cNvCxnSpPr>
              <a:cxnSpLocks/>
            </p:cNvCxnSpPr>
            <p:nvPr/>
          </p:nvCxnSpPr>
          <p:spPr>
            <a:xfrm flipH="1">
              <a:off x="1187624" y="1628800"/>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447287D-BD46-0B19-0EBC-EAB3D7981B41}"/>
                </a:ext>
              </a:extLst>
            </p:cNvPr>
            <p:cNvCxnSpPr>
              <a:cxnSpLocks/>
            </p:cNvCxnSpPr>
            <p:nvPr/>
          </p:nvCxnSpPr>
          <p:spPr>
            <a:xfrm flipH="1">
              <a:off x="1187623" y="1916832"/>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D63BC75-6FAA-003D-2BDA-C4AB1B119707}"/>
                </a:ext>
              </a:extLst>
            </p:cNvPr>
            <p:cNvCxnSpPr>
              <a:cxnSpLocks/>
            </p:cNvCxnSpPr>
            <p:nvPr/>
          </p:nvCxnSpPr>
          <p:spPr>
            <a:xfrm flipH="1">
              <a:off x="1187623" y="2564904"/>
              <a:ext cx="165618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30089378-C7C1-F541-006E-A26474924F3F}"/>
                </a:ext>
              </a:extLst>
            </p:cNvPr>
            <p:cNvCxnSpPr>
              <a:cxnSpLocks/>
              <a:stCxn id="6" idx="3"/>
            </p:cNvCxnSpPr>
            <p:nvPr/>
          </p:nvCxnSpPr>
          <p:spPr>
            <a:xfrm>
              <a:off x="2230433" y="1773905"/>
              <a:ext cx="613375" cy="502966"/>
            </a:xfrm>
            <a:prstGeom prst="bentConnector3">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BB92999-3393-84EA-D1F2-27EE5AC41B36}"/>
                </a:ext>
              </a:extLst>
            </p:cNvPr>
            <p:cNvCxnSpPr>
              <a:cxnSpLocks/>
            </p:cNvCxnSpPr>
            <p:nvPr/>
          </p:nvCxnSpPr>
          <p:spPr>
            <a:xfrm flipH="1">
              <a:off x="3419872" y="2419273"/>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762E144-835F-8924-C3BE-507FE273E5B5}"/>
                </a:ext>
              </a:extLst>
            </p:cNvPr>
            <p:cNvSpPr txBox="1"/>
            <p:nvPr/>
          </p:nvSpPr>
          <p:spPr>
            <a:xfrm>
              <a:off x="959378" y="1496906"/>
              <a:ext cx="290464" cy="276999"/>
            </a:xfrm>
            <a:prstGeom prst="rect">
              <a:avLst/>
            </a:prstGeom>
            <a:noFill/>
          </p:spPr>
          <p:txBody>
            <a:bodyPr wrap="none" rtlCol="0">
              <a:spAutoFit/>
            </a:bodyPr>
            <a:lstStyle/>
            <a:p>
              <a:r>
                <a:rPr lang="en-MY" sz="1200" b="1" dirty="0"/>
                <a:t>A</a:t>
              </a:r>
            </a:p>
          </p:txBody>
        </p:sp>
        <p:sp>
          <p:nvSpPr>
            <p:cNvPr id="18" name="TextBox 17">
              <a:extLst>
                <a:ext uri="{FF2B5EF4-FFF2-40B4-BE49-F238E27FC236}">
                  <a16:creationId xmlns:a16="http://schemas.microsoft.com/office/drawing/2014/main" id="{0365A2C9-AA98-2A49-238F-0491C4B849F3}"/>
                </a:ext>
              </a:extLst>
            </p:cNvPr>
            <p:cNvSpPr txBox="1"/>
            <p:nvPr/>
          </p:nvSpPr>
          <p:spPr>
            <a:xfrm>
              <a:off x="959378" y="1819853"/>
              <a:ext cx="290464" cy="276999"/>
            </a:xfrm>
            <a:prstGeom prst="rect">
              <a:avLst/>
            </a:prstGeom>
            <a:noFill/>
          </p:spPr>
          <p:txBody>
            <a:bodyPr wrap="none" rtlCol="0">
              <a:spAutoFit/>
            </a:bodyPr>
            <a:lstStyle/>
            <a:p>
              <a:r>
                <a:rPr lang="en-MY" sz="1200" b="1" dirty="0"/>
                <a:t>B</a:t>
              </a:r>
            </a:p>
          </p:txBody>
        </p:sp>
        <p:sp>
          <p:nvSpPr>
            <p:cNvPr id="19" name="TextBox 18">
              <a:extLst>
                <a:ext uri="{FF2B5EF4-FFF2-40B4-BE49-F238E27FC236}">
                  <a16:creationId xmlns:a16="http://schemas.microsoft.com/office/drawing/2014/main" id="{B9542FB6-4EB8-A94A-663D-BE3513F6E5B9}"/>
                </a:ext>
              </a:extLst>
            </p:cNvPr>
            <p:cNvSpPr txBox="1"/>
            <p:nvPr/>
          </p:nvSpPr>
          <p:spPr>
            <a:xfrm>
              <a:off x="954985" y="2419273"/>
              <a:ext cx="290464" cy="276999"/>
            </a:xfrm>
            <a:prstGeom prst="rect">
              <a:avLst/>
            </a:prstGeom>
            <a:noFill/>
          </p:spPr>
          <p:txBody>
            <a:bodyPr wrap="none" rtlCol="0">
              <a:spAutoFit/>
            </a:bodyPr>
            <a:lstStyle/>
            <a:p>
              <a:r>
                <a:rPr lang="en-MY" sz="1200" b="1" dirty="0"/>
                <a:t>C</a:t>
              </a:r>
            </a:p>
          </p:txBody>
        </p:sp>
        <p:sp>
          <p:nvSpPr>
            <p:cNvPr id="20" name="TextBox 19">
              <a:extLst>
                <a:ext uri="{FF2B5EF4-FFF2-40B4-BE49-F238E27FC236}">
                  <a16:creationId xmlns:a16="http://schemas.microsoft.com/office/drawing/2014/main" id="{517BA176-65AF-D201-2CAA-B9F0841EFAA4}"/>
                </a:ext>
              </a:extLst>
            </p:cNvPr>
            <p:cNvSpPr txBox="1"/>
            <p:nvPr/>
          </p:nvSpPr>
          <p:spPr>
            <a:xfrm>
              <a:off x="3493841" y="2142274"/>
              <a:ext cx="274434" cy="276999"/>
            </a:xfrm>
            <a:prstGeom prst="rect">
              <a:avLst/>
            </a:prstGeom>
            <a:noFill/>
          </p:spPr>
          <p:txBody>
            <a:bodyPr wrap="none" rtlCol="0">
              <a:spAutoFit/>
            </a:bodyPr>
            <a:lstStyle/>
            <a:p>
              <a:r>
                <a:rPr lang="en-MY" sz="1200" b="1" dirty="0"/>
                <a:t>F</a:t>
              </a:r>
            </a:p>
          </p:txBody>
        </p:sp>
      </p:grpSp>
      <p:sp>
        <p:nvSpPr>
          <p:cNvPr id="22" name="Rectangle 21">
            <a:extLst>
              <a:ext uri="{FF2B5EF4-FFF2-40B4-BE49-F238E27FC236}">
                <a16:creationId xmlns:a16="http://schemas.microsoft.com/office/drawing/2014/main" id="{65DCCCF4-2E53-4D7D-523E-8D4EA47D1960}"/>
              </a:ext>
            </a:extLst>
          </p:cNvPr>
          <p:cNvSpPr/>
          <p:nvPr/>
        </p:nvSpPr>
        <p:spPr>
          <a:xfrm>
            <a:off x="683568" y="3016895"/>
            <a:ext cx="3744416" cy="15532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46" name="Group 45">
            <a:extLst>
              <a:ext uri="{FF2B5EF4-FFF2-40B4-BE49-F238E27FC236}">
                <a16:creationId xmlns:a16="http://schemas.microsoft.com/office/drawing/2014/main" id="{90503BC0-C795-40A4-CFDE-3AAEEBB6A3BA}"/>
              </a:ext>
            </a:extLst>
          </p:cNvPr>
          <p:cNvGrpSpPr/>
          <p:nvPr/>
        </p:nvGrpSpPr>
        <p:grpSpPr>
          <a:xfrm>
            <a:off x="959378" y="3173033"/>
            <a:ext cx="3141302" cy="1308084"/>
            <a:chOff x="959378" y="3173033"/>
            <a:chExt cx="3141302" cy="1308084"/>
          </a:xfrm>
        </p:grpSpPr>
        <p:sp>
          <p:nvSpPr>
            <p:cNvPr id="24" name="Flowchart: Delay 23">
              <a:extLst>
                <a:ext uri="{FF2B5EF4-FFF2-40B4-BE49-F238E27FC236}">
                  <a16:creationId xmlns:a16="http://schemas.microsoft.com/office/drawing/2014/main" id="{ADAF6D92-9290-AA02-055F-323ECF8EB2CA}"/>
                </a:ext>
              </a:extLst>
            </p:cNvPr>
            <p:cNvSpPr/>
            <p:nvPr/>
          </p:nvSpPr>
          <p:spPr>
            <a:xfrm>
              <a:off x="1654369" y="3234008"/>
              <a:ext cx="576064" cy="432048"/>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26" name="Straight Connector 25">
              <a:extLst>
                <a:ext uri="{FF2B5EF4-FFF2-40B4-BE49-F238E27FC236}">
                  <a16:creationId xmlns:a16="http://schemas.microsoft.com/office/drawing/2014/main" id="{D33F125B-9F9D-3DFF-0166-26DDEC54E3CC}"/>
                </a:ext>
              </a:extLst>
            </p:cNvPr>
            <p:cNvCxnSpPr>
              <a:cxnSpLocks/>
            </p:cNvCxnSpPr>
            <p:nvPr/>
          </p:nvCxnSpPr>
          <p:spPr>
            <a:xfrm flipH="1">
              <a:off x="1187624" y="3304927"/>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70A313D-97CE-8037-D7B3-470C36FF9793}"/>
                </a:ext>
              </a:extLst>
            </p:cNvPr>
            <p:cNvCxnSpPr>
              <a:cxnSpLocks/>
            </p:cNvCxnSpPr>
            <p:nvPr/>
          </p:nvCxnSpPr>
          <p:spPr>
            <a:xfrm flipH="1">
              <a:off x="1187623" y="3592959"/>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3C07FD1-3F4E-CAB3-9489-2FD7BA37AE4F}"/>
                </a:ext>
              </a:extLst>
            </p:cNvPr>
            <p:cNvCxnSpPr>
              <a:cxnSpLocks/>
            </p:cNvCxnSpPr>
            <p:nvPr/>
          </p:nvCxnSpPr>
          <p:spPr>
            <a:xfrm flipH="1">
              <a:off x="1102377" y="4287977"/>
              <a:ext cx="12983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78081339-511A-AC28-8B28-332AF1F3A095}"/>
                </a:ext>
              </a:extLst>
            </p:cNvPr>
            <p:cNvCxnSpPr>
              <a:cxnSpLocks/>
              <a:stCxn id="24" idx="3"/>
            </p:cNvCxnSpPr>
            <p:nvPr/>
          </p:nvCxnSpPr>
          <p:spPr>
            <a:xfrm>
              <a:off x="2230433" y="3450032"/>
              <a:ext cx="901407" cy="367012"/>
            </a:xfrm>
            <a:prstGeom prst="bentConnector3">
              <a:avLst/>
            </a:prstGeom>
            <a:ln w="28575"/>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00A9121-3CC3-D4D4-50B2-70962415229B}"/>
                </a:ext>
              </a:extLst>
            </p:cNvPr>
            <p:cNvCxnSpPr>
              <a:cxnSpLocks/>
            </p:cNvCxnSpPr>
            <p:nvPr/>
          </p:nvCxnSpPr>
          <p:spPr>
            <a:xfrm flipH="1">
              <a:off x="3633935" y="3881171"/>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0739E62C-9892-0415-BC66-5717A82E2B10}"/>
                </a:ext>
              </a:extLst>
            </p:cNvPr>
            <p:cNvSpPr txBox="1"/>
            <p:nvPr/>
          </p:nvSpPr>
          <p:spPr>
            <a:xfrm>
              <a:off x="959378" y="3173033"/>
              <a:ext cx="277640" cy="276999"/>
            </a:xfrm>
            <a:prstGeom prst="rect">
              <a:avLst/>
            </a:prstGeom>
            <a:noFill/>
          </p:spPr>
          <p:txBody>
            <a:bodyPr wrap="none" rtlCol="0">
              <a:spAutoFit/>
            </a:bodyPr>
            <a:lstStyle/>
            <a:p>
              <a:r>
                <a:rPr lang="en-MY" sz="1200" b="1" dirty="0"/>
                <a:t>x</a:t>
              </a:r>
            </a:p>
          </p:txBody>
        </p:sp>
        <p:sp>
          <p:nvSpPr>
            <p:cNvPr id="32" name="TextBox 31">
              <a:extLst>
                <a:ext uri="{FF2B5EF4-FFF2-40B4-BE49-F238E27FC236}">
                  <a16:creationId xmlns:a16="http://schemas.microsoft.com/office/drawing/2014/main" id="{2A5FBFBD-2089-6F59-AEB6-09460502D152}"/>
                </a:ext>
              </a:extLst>
            </p:cNvPr>
            <p:cNvSpPr txBox="1"/>
            <p:nvPr/>
          </p:nvSpPr>
          <p:spPr>
            <a:xfrm>
              <a:off x="959378" y="3495980"/>
              <a:ext cx="272832" cy="276999"/>
            </a:xfrm>
            <a:prstGeom prst="rect">
              <a:avLst/>
            </a:prstGeom>
            <a:noFill/>
          </p:spPr>
          <p:txBody>
            <a:bodyPr wrap="none" rtlCol="0">
              <a:spAutoFit/>
            </a:bodyPr>
            <a:lstStyle/>
            <a:p>
              <a:r>
                <a:rPr lang="en-MY" sz="1200" b="1" dirty="0"/>
                <a:t>y</a:t>
              </a:r>
            </a:p>
          </p:txBody>
        </p:sp>
        <p:sp>
          <p:nvSpPr>
            <p:cNvPr id="34" name="TextBox 33">
              <a:extLst>
                <a:ext uri="{FF2B5EF4-FFF2-40B4-BE49-F238E27FC236}">
                  <a16:creationId xmlns:a16="http://schemas.microsoft.com/office/drawing/2014/main" id="{18EDC9D5-D961-F420-29E7-99C1EC1ED304}"/>
                </a:ext>
              </a:extLst>
            </p:cNvPr>
            <p:cNvSpPr txBox="1"/>
            <p:nvPr/>
          </p:nvSpPr>
          <p:spPr>
            <a:xfrm>
              <a:off x="3707904" y="3604172"/>
              <a:ext cx="274434" cy="276999"/>
            </a:xfrm>
            <a:prstGeom prst="rect">
              <a:avLst/>
            </a:prstGeom>
            <a:noFill/>
          </p:spPr>
          <p:txBody>
            <a:bodyPr wrap="none" rtlCol="0">
              <a:spAutoFit/>
            </a:bodyPr>
            <a:lstStyle/>
            <a:p>
              <a:r>
                <a:rPr lang="en-MY" sz="1200" b="1" dirty="0"/>
                <a:t>F</a:t>
              </a:r>
            </a:p>
          </p:txBody>
        </p:sp>
        <p:sp>
          <p:nvSpPr>
            <p:cNvPr id="35" name="Flowchart: Delay 34">
              <a:extLst>
                <a:ext uri="{FF2B5EF4-FFF2-40B4-BE49-F238E27FC236}">
                  <a16:creationId xmlns:a16="http://schemas.microsoft.com/office/drawing/2014/main" id="{7084A0F3-7C44-367B-1C26-60B39D70A1A7}"/>
                </a:ext>
              </a:extLst>
            </p:cNvPr>
            <p:cNvSpPr/>
            <p:nvPr/>
          </p:nvSpPr>
          <p:spPr>
            <a:xfrm>
              <a:off x="1717985" y="3942146"/>
              <a:ext cx="576064" cy="432048"/>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36" name="Straight Connector 35">
              <a:extLst>
                <a:ext uri="{FF2B5EF4-FFF2-40B4-BE49-F238E27FC236}">
                  <a16:creationId xmlns:a16="http://schemas.microsoft.com/office/drawing/2014/main" id="{DA6ED0EB-6DD8-C524-E8B2-A623AE8E3699}"/>
                </a:ext>
              </a:extLst>
            </p:cNvPr>
            <p:cNvCxnSpPr>
              <a:cxnSpLocks/>
            </p:cNvCxnSpPr>
            <p:nvPr/>
          </p:nvCxnSpPr>
          <p:spPr>
            <a:xfrm flipH="1">
              <a:off x="1251240" y="4013065"/>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F0B8C00-CD19-0275-D516-F8452F8214E3}"/>
                </a:ext>
              </a:extLst>
            </p:cNvPr>
            <p:cNvCxnSpPr>
              <a:cxnSpLocks/>
            </p:cNvCxnSpPr>
            <p:nvPr/>
          </p:nvCxnSpPr>
          <p:spPr>
            <a:xfrm flipH="1">
              <a:off x="1251239" y="4301097"/>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FF57A8E8-5971-01DD-B2B2-1BC71621A783}"/>
                </a:ext>
              </a:extLst>
            </p:cNvPr>
            <p:cNvSpPr txBox="1"/>
            <p:nvPr/>
          </p:nvSpPr>
          <p:spPr>
            <a:xfrm>
              <a:off x="1022994" y="3881171"/>
              <a:ext cx="277640" cy="276999"/>
            </a:xfrm>
            <a:prstGeom prst="rect">
              <a:avLst/>
            </a:prstGeom>
            <a:noFill/>
          </p:spPr>
          <p:txBody>
            <a:bodyPr wrap="none" rtlCol="0">
              <a:spAutoFit/>
            </a:bodyPr>
            <a:lstStyle/>
            <a:p>
              <a:r>
                <a:rPr lang="en-MY" sz="1200" b="1" dirty="0"/>
                <a:t>x</a:t>
              </a:r>
            </a:p>
          </p:txBody>
        </p:sp>
        <p:sp>
          <p:nvSpPr>
            <p:cNvPr id="39" name="TextBox 38">
              <a:extLst>
                <a:ext uri="{FF2B5EF4-FFF2-40B4-BE49-F238E27FC236}">
                  <a16:creationId xmlns:a16="http://schemas.microsoft.com/office/drawing/2014/main" id="{7F874F01-C476-8E55-BD50-244E338567B2}"/>
                </a:ext>
              </a:extLst>
            </p:cNvPr>
            <p:cNvSpPr txBox="1"/>
            <p:nvPr/>
          </p:nvSpPr>
          <p:spPr>
            <a:xfrm>
              <a:off x="1022994" y="4204118"/>
              <a:ext cx="272832" cy="276999"/>
            </a:xfrm>
            <a:prstGeom prst="rect">
              <a:avLst/>
            </a:prstGeom>
            <a:noFill/>
          </p:spPr>
          <p:txBody>
            <a:bodyPr wrap="none" rtlCol="0">
              <a:spAutoFit/>
            </a:bodyPr>
            <a:lstStyle/>
            <a:p>
              <a:r>
                <a:rPr lang="en-MY" sz="1200" b="1" dirty="0"/>
                <a:t>y</a:t>
              </a:r>
            </a:p>
          </p:txBody>
        </p:sp>
        <p:sp>
          <p:nvSpPr>
            <p:cNvPr id="40" name="Flowchart: Stored Data 39">
              <a:extLst>
                <a:ext uri="{FF2B5EF4-FFF2-40B4-BE49-F238E27FC236}">
                  <a16:creationId xmlns:a16="http://schemas.microsoft.com/office/drawing/2014/main" id="{D811BAF3-5B3C-D656-4823-AAF4B7A2DFD4}"/>
                </a:ext>
              </a:extLst>
            </p:cNvPr>
            <p:cNvSpPr/>
            <p:nvPr/>
          </p:nvSpPr>
          <p:spPr>
            <a:xfrm flipH="1">
              <a:off x="2917777" y="3697050"/>
              <a:ext cx="681894" cy="432044"/>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3742 w 12075"/>
                <a:gd name="connsiteY0" fmla="*/ 0 h 10000"/>
                <a:gd name="connsiteX1" fmla="*/ 12075 w 12075"/>
                <a:gd name="connsiteY1" fmla="*/ 0 h 10000"/>
                <a:gd name="connsiteX2" fmla="*/ 10408 w 12075"/>
                <a:gd name="connsiteY2" fmla="*/ 5000 h 10000"/>
                <a:gd name="connsiteX3" fmla="*/ 12075 w 12075"/>
                <a:gd name="connsiteY3" fmla="*/ 10000 h 10000"/>
                <a:gd name="connsiteX4" fmla="*/ 3742 w 12075"/>
                <a:gd name="connsiteY4" fmla="*/ 10000 h 10000"/>
                <a:gd name="connsiteX5" fmla="*/ 0 w 12075"/>
                <a:gd name="connsiteY5" fmla="*/ 4585 h 10000"/>
                <a:gd name="connsiteX6" fmla="*/ 3742 w 12075"/>
                <a:gd name="connsiteY6" fmla="*/ 0 h 10000"/>
                <a:gd name="connsiteX0" fmla="*/ 8347 w 16680"/>
                <a:gd name="connsiteY0" fmla="*/ 0 h 10000"/>
                <a:gd name="connsiteX1" fmla="*/ 16680 w 16680"/>
                <a:gd name="connsiteY1" fmla="*/ 0 h 10000"/>
                <a:gd name="connsiteX2" fmla="*/ 15013 w 16680"/>
                <a:gd name="connsiteY2" fmla="*/ 5000 h 10000"/>
                <a:gd name="connsiteX3" fmla="*/ 16680 w 16680"/>
                <a:gd name="connsiteY3" fmla="*/ 10000 h 10000"/>
                <a:gd name="connsiteX4" fmla="*/ 8347 w 16680"/>
                <a:gd name="connsiteY4" fmla="*/ 10000 h 10000"/>
                <a:gd name="connsiteX5" fmla="*/ 0 w 16680"/>
                <a:gd name="connsiteY5" fmla="*/ 4585 h 10000"/>
                <a:gd name="connsiteX6" fmla="*/ 8347 w 16680"/>
                <a:gd name="connsiteY6" fmla="*/ 0 h 10000"/>
                <a:gd name="connsiteX0" fmla="*/ 8347 w 16680"/>
                <a:gd name="connsiteY0" fmla="*/ 0 h 10000"/>
                <a:gd name="connsiteX1" fmla="*/ 16680 w 16680"/>
                <a:gd name="connsiteY1" fmla="*/ 0 h 10000"/>
                <a:gd name="connsiteX2" fmla="*/ 12162 w 16680"/>
                <a:gd name="connsiteY2" fmla="*/ 5415 h 10000"/>
                <a:gd name="connsiteX3" fmla="*/ 16680 w 16680"/>
                <a:gd name="connsiteY3" fmla="*/ 10000 h 10000"/>
                <a:gd name="connsiteX4" fmla="*/ 8347 w 16680"/>
                <a:gd name="connsiteY4" fmla="*/ 10000 h 10000"/>
                <a:gd name="connsiteX5" fmla="*/ 0 w 16680"/>
                <a:gd name="connsiteY5" fmla="*/ 4585 h 10000"/>
                <a:gd name="connsiteX6" fmla="*/ 8347 w 1668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0" h="10000">
                  <a:moveTo>
                    <a:pt x="8347" y="0"/>
                  </a:moveTo>
                  <a:lnTo>
                    <a:pt x="16680" y="0"/>
                  </a:lnTo>
                  <a:cubicBezTo>
                    <a:pt x="15759" y="0"/>
                    <a:pt x="12162" y="2654"/>
                    <a:pt x="12162" y="5415"/>
                  </a:cubicBezTo>
                  <a:cubicBezTo>
                    <a:pt x="12162" y="8176"/>
                    <a:pt x="15759" y="10000"/>
                    <a:pt x="16680" y="10000"/>
                  </a:cubicBezTo>
                  <a:lnTo>
                    <a:pt x="8347" y="10000"/>
                  </a:lnTo>
                  <a:cubicBezTo>
                    <a:pt x="7426" y="10000"/>
                    <a:pt x="0" y="7346"/>
                    <a:pt x="0" y="4585"/>
                  </a:cubicBezTo>
                  <a:cubicBezTo>
                    <a:pt x="0" y="1824"/>
                    <a:pt x="7426" y="0"/>
                    <a:pt x="8347" y="0"/>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cxnSp>
          <p:nvCxnSpPr>
            <p:cNvPr id="42" name="Connector: Elbow 41">
              <a:extLst>
                <a:ext uri="{FF2B5EF4-FFF2-40B4-BE49-F238E27FC236}">
                  <a16:creationId xmlns:a16="http://schemas.microsoft.com/office/drawing/2014/main" id="{EDC3DA38-0BBC-7CF1-611D-A8281BF12701}"/>
                </a:ext>
              </a:extLst>
            </p:cNvPr>
            <p:cNvCxnSpPr>
              <a:cxnSpLocks/>
              <a:stCxn id="35" idx="3"/>
              <a:endCxn id="40" idx="2"/>
            </p:cNvCxnSpPr>
            <p:nvPr/>
          </p:nvCxnSpPr>
          <p:spPr>
            <a:xfrm flipV="1">
              <a:off x="2294049" y="3931002"/>
              <a:ext cx="808428" cy="227168"/>
            </a:xfrm>
            <a:prstGeom prst="bentConnector3">
              <a:avLst/>
            </a:prstGeom>
            <a:ln w="28575"/>
          </p:spPr>
          <p:style>
            <a:lnRef idx="1">
              <a:schemeClr val="accent1"/>
            </a:lnRef>
            <a:fillRef idx="0">
              <a:schemeClr val="accent1"/>
            </a:fillRef>
            <a:effectRef idx="0">
              <a:schemeClr val="accent1"/>
            </a:effectRef>
            <a:fontRef idx="minor">
              <a:schemeClr val="tx1"/>
            </a:fontRef>
          </p:style>
        </p:cxnSp>
      </p:grpSp>
      <p:sp>
        <p:nvSpPr>
          <p:cNvPr id="47" name="Rectangle 46">
            <a:extLst>
              <a:ext uri="{FF2B5EF4-FFF2-40B4-BE49-F238E27FC236}">
                <a16:creationId xmlns:a16="http://schemas.microsoft.com/office/drawing/2014/main" id="{0BF7D4ED-0E73-E121-8AD7-C7A237D29C2E}"/>
              </a:ext>
            </a:extLst>
          </p:cNvPr>
          <p:cNvSpPr/>
          <p:nvPr/>
        </p:nvSpPr>
        <p:spPr>
          <a:xfrm>
            <a:off x="679175" y="4804157"/>
            <a:ext cx="3744416" cy="15532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73" name="Group 72">
            <a:extLst>
              <a:ext uri="{FF2B5EF4-FFF2-40B4-BE49-F238E27FC236}">
                <a16:creationId xmlns:a16="http://schemas.microsoft.com/office/drawing/2014/main" id="{EF4E593F-4BCF-ADE2-17BD-72B811D74D74}"/>
              </a:ext>
            </a:extLst>
          </p:cNvPr>
          <p:cNvGrpSpPr/>
          <p:nvPr/>
        </p:nvGrpSpPr>
        <p:grpSpPr>
          <a:xfrm>
            <a:off x="954985" y="4960295"/>
            <a:ext cx="3063608" cy="1308084"/>
            <a:chOff x="954985" y="4960295"/>
            <a:chExt cx="3063608" cy="1308084"/>
          </a:xfrm>
        </p:grpSpPr>
        <p:sp>
          <p:nvSpPr>
            <p:cNvPr id="49" name="Flowchart: Delay 48">
              <a:extLst>
                <a:ext uri="{FF2B5EF4-FFF2-40B4-BE49-F238E27FC236}">
                  <a16:creationId xmlns:a16="http://schemas.microsoft.com/office/drawing/2014/main" id="{70B0B4D1-4631-CD72-A7A7-E8C37F7256F3}"/>
                </a:ext>
              </a:extLst>
            </p:cNvPr>
            <p:cNvSpPr/>
            <p:nvPr/>
          </p:nvSpPr>
          <p:spPr>
            <a:xfrm>
              <a:off x="2964376" y="5380221"/>
              <a:ext cx="576064" cy="432048"/>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50" name="Straight Connector 49">
              <a:extLst>
                <a:ext uri="{FF2B5EF4-FFF2-40B4-BE49-F238E27FC236}">
                  <a16:creationId xmlns:a16="http://schemas.microsoft.com/office/drawing/2014/main" id="{CCE337E2-2498-C0AB-FCB5-E482A994BADD}"/>
                </a:ext>
              </a:extLst>
            </p:cNvPr>
            <p:cNvCxnSpPr>
              <a:cxnSpLocks/>
            </p:cNvCxnSpPr>
            <p:nvPr/>
          </p:nvCxnSpPr>
          <p:spPr>
            <a:xfrm flipH="1">
              <a:off x="1183231" y="5092189"/>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65C129B-34A0-50CB-3FAB-C190C79DD16D}"/>
                </a:ext>
              </a:extLst>
            </p:cNvPr>
            <p:cNvCxnSpPr>
              <a:cxnSpLocks/>
            </p:cNvCxnSpPr>
            <p:nvPr/>
          </p:nvCxnSpPr>
          <p:spPr>
            <a:xfrm flipH="1">
              <a:off x="1183230" y="5380221"/>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6B31320-A972-4514-6D1E-7CB6F0C7EAA9}"/>
                </a:ext>
              </a:extLst>
            </p:cNvPr>
            <p:cNvCxnSpPr>
              <a:cxnSpLocks/>
            </p:cNvCxnSpPr>
            <p:nvPr/>
          </p:nvCxnSpPr>
          <p:spPr>
            <a:xfrm flipH="1">
              <a:off x="1097984" y="6075239"/>
              <a:ext cx="12983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FED10343-4E36-287C-7046-2EBFB4B9C06D}"/>
                </a:ext>
              </a:extLst>
            </p:cNvPr>
            <p:cNvCxnSpPr>
              <a:cxnSpLocks/>
            </p:cNvCxnSpPr>
            <p:nvPr/>
          </p:nvCxnSpPr>
          <p:spPr>
            <a:xfrm>
              <a:off x="2406641" y="5157372"/>
              <a:ext cx="695836" cy="359860"/>
            </a:xfrm>
            <a:prstGeom prst="bentConnector3">
              <a:avLst>
                <a:gd name="adj1" fmla="val 38405"/>
              </a:avLst>
            </a:prstGeom>
            <a:ln w="28575"/>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B20F260-C9B7-5F8D-23F5-8F5985DB2029}"/>
                </a:ext>
              </a:extLst>
            </p:cNvPr>
            <p:cNvCxnSpPr>
              <a:cxnSpLocks/>
            </p:cNvCxnSpPr>
            <p:nvPr/>
          </p:nvCxnSpPr>
          <p:spPr>
            <a:xfrm flipH="1">
              <a:off x="3551848" y="5581054"/>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A67C738D-4AC2-D927-EF09-6240D0533A55}"/>
                </a:ext>
              </a:extLst>
            </p:cNvPr>
            <p:cNvSpPr txBox="1"/>
            <p:nvPr/>
          </p:nvSpPr>
          <p:spPr>
            <a:xfrm>
              <a:off x="954985" y="4960295"/>
              <a:ext cx="277640" cy="276999"/>
            </a:xfrm>
            <a:prstGeom prst="rect">
              <a:avLst/>
            </a:prstGeom>
            <a:noFill/>
          </p:spPr>
          <p:txBody>
            <a:bodyPr wrap="none" rtlCol="0">
              <a:spAutoFit/>
            </a:bodyPr>
            <a:lstStyle/>
            <a:p>
              <a:r>
                <a:rPr lang="en-MY" sz="1200" b="1" dirty="0"/>
                <a:t>a</a:t>
              </a:r>
            </a:p>
          </p:txBody>
        </p:sp>
        <p:sp>
          <p:nvSpPr>
            <p:cNvPr id="56" name="TextBox 55">
              <a:extLst>
                <a:ext uri="{FF2B5EF4-FFF2-40B4-BE49-F238E27FC236}">
                  <a16:creationId xmlns:a16="http://schemas.microsoft.com/office/drawing/2014/main" id="{5FBEA873-D562-8641-CF3C-DC45D58736EF}"/>
                </a:ext>
              </a:extLst>
            </p:cNvPr>
            <p:cNvSpPr txBox="1"/>
            <p:nvPr/>
          </p:nvSpPr>
          <p:spPr>
            <a:xfrm>
              <a:off x="954985" y="5283242"/>
              <a:ext cx="282450" cy="276999"/>
            </a:xfrm>
            <a:prstGeom prst="rect">
              <a:avLst/>
            </a:prstGeom>
            <a:noFill/>
          </p:spPr>
          <p:txBody>
            <a:bodyPr wrap="none" rtlCol="0">
              <a:spAutoFit/>
            </a:bodyPr>
            <a:lstStyle/>
            <a:p>
              <a:r>
                <a:rPr lang="en-MY" sz="1200" b="1" dirty="0"/>
                <a:t>b</a:t>
              </a:r>
            </a:p>
          </p:txBody>
        </p:sp>
        <p:sp>
          <p:nvSpPr>
            <p:cNvPr id="57" name="TextBox 56">
              <a:extLst>
                <a:ext uri="{FF2B5EF4-FFF2-40B4-BE49-F238E27FC236}">
                  <a16:creationId xmlns:a16="http://schemas.microsoft.com/office/drawing/2014/main" id="{E025F339-9ACE-7053-D9B9-283293548687}"/>
                </a:ext>
              </a:extLst>
            </p:cNvPr>
            <p:cNvSpPr txBox="1"/>
            <p:nvPr/>
          </p:nvSpPr>
          <p:spPr>
            <a:xfrm>
              <a:off x="3625817" y="5304055"/>
              <a:ext cx="274434" cy="276999"/>
            </a:xfrm>
            <a:prstGeom prst="rect">
              <a:avLst/>
            </a:prstGeom>
            <a:noFill/>
          </p:spPr>
          <p:txBody>
            <a:bodyPr wrap="none" rtlCol="0">
              <a:spAutoFit/>
            </a:bodyPr>
            <a:lstStyle/>
            <a:p>
              <a:r>
                <a:rPr lang="en-MY" sz="1200" b="1" dirty="0"/>
                <a:t>F</a:t>
              </a:r>
            </a:p>
          </p:txBody>
        </p:sp>
        <p:cxnSp>
          <p:nvCxnSpPr>
            <p:cNvPr id="59" name="Straight Connector 58">
              <a:extLst>
                <a:ext uri="{FF2B5EF4-FFF2-40B4-BE49-F238E27FC236}">
                  <a16:creationId xmlns:a16="http://schemas.microsoft.com/office/drawing/2014/main" id="{64C20E5B-94FE-4117-8334-2D939FB97068}"/>
                </a:ext>
              </a:extLst>
            </p:cNvPr>
            <p:cNvCxnSpPr>
              <a:cxnSpLocks/>
            </p:cNvCxnSpPr>
            <p:nvPr/>
          </p:nvCxnSpPr>
          <p:spPr>
            <a:xfrm flipH="1">
              <a:off x="1246847" y="5800327"/>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7F1BAD6-428C-A80C-FCA0-96BEE8CF0352}"/>
                </a:ext>
              </a:extLst>
            </p:cNvPr>
            <p:cNvCxnSpPr>
              <a:cxnSpLocks/>
            </p:cNvCxnSpPr>
            <p:nvPr/>
          </p:nvCxnSpPr>
          <p:spPr>
            <a:xfrm flipH="1">
              <a:off x="1246846" y="6088359"/>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A9B193B7-0A9D-BC70-5E0E-C1DC6AAA13F8}"/>
                </a:ext>
              </a:extLst>
            </p:cNvPr>
            <p:cNvSpPr txBox="1"/>
            <p:nvPr/>
          </p:nvSpPr>
          <p:spPr>
            <a:xfrm>
              <a:off x="1018601" y="5668433"/>
              <a:ext cx="277640" cy="276999"/>
            </a:xfrm>
            <a:prstGeom prst="rect">
              <a:avLst/>
            </a:prstGeom>
            <a:noFill/>
          </p:spPr>
          <p:txBody>
            <a:bodyPr wrap="none" rtlCol="0">
              <a:spAutoFit/>
            </a:bodyPr>
            <a:lstStyle/>
            <a:p>
              <a:r>
                <a:rPr lang="en-MY" sz="1200" b="1" dirty="0"/>
                <a:t>a</a:t>
              </a:r>
            </a:p>
          </p:txBody>
        </p:sp>
        <p:sp>
          <p:nvSpPr>
            <p:cNvPr id="62" name="TextBox 61">
              <a:extLst>
                <a:ext uri="{FF2B5EF4-FFF2-40B4-BE49-F238E27FC236}">
                  <a16:creationId xmlns:a16="http://schemas.microsoft.com/office/drawing/2014/main" id="{B223D7C7-7571-8127-2F6D-1FD0099BC3D7}"/>
                </a:ext>
              </a:extLst>
            </p:cNvPr>
            <p:cNvSpPr txBox="1"/>
            <p:nvPr/>
          </p:nvSpPr>
          <p:spPr>
            <a:xfrm>
              <a:off x="1018601" y="5991380"/>
              <a:ext cx="282450" cy="276999"/>
            </a:xfrm>
            <a:prstGeom prst="rect">
              <a:avLst/>
            </a:prstGeom>
            <a:noFill/>
          </p:spPr>
          <p:txBody>
            <a:bodyPr wrap="none" rtlCol="0">
              <a:spAutoFit/>
            </a:bodyPr>
            <a:lstStyle/>
            <a:p>
              <a:r>
                <a:rPr lang="en-MY" sz="1200" b="1" dirty="0"/>
                <a:t>b</a:t>
              </a:r>
            </a:p>
          </p:txBody>
        </p:sp>
        <p:sp>
          <p:nvSpPr>
            <p:cNvPr id="63" name="Flowchart: Stored Data 39">
              <a:extLst>
                <a:ext uri="{FF2B5EF4-FFF2-40B4-BE49-F238E27FC236}">
                  <a16:creationId xmlns:a16="http://schemas.microsoft.com/office/drawing/2014/main" id="{686EEC72-33F9-32E5-50AB-2D83ED4858B2}"/>
                </a:ext>
              </a:extLst>
            </p:cNvPr>
            <p:cNvSpPr/>
            <p:nvPr/>
          </p:nvSpPr>
          <p:spPr>
            <a:xfrm flipH="1">
              <a:off x="1674768" y="5729410"/>
              <a:ext cx="681894" cy="432044"/>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3742 w 12075"/>
                <a:gd name="connsiteY0" fmla="*/ 0 h 10000"/>
                <a:gd name="connsiteX1" fmla="*/ 12075 w 12075"/>
                <a:gd name="connsiteY1" fmla="*/ 0 h 10000"/>
                <a:gd name="connsiteX2" fmla="*/ 10408 w 12075"/>
                <a:gd name="connsiteY2" fmla="*/ 5000 h 10000"/>
                <a:gd name="connsiteX3" fmla="*/ 12075 w 12075"/>
                <a:gd name="connsiteY3" fmla="*/ 10000 h 10000"/>
                <a:gd name="connsiteX4" fmla="*/ 3742 w 12075"/>
                <a:gd name="connsiteY4" fmla="*/ 10000 h 10000"/>
                <a:gd name="connsiteX5" fmla="*/ 0 w 12075"/>
                <a:gd name="connsiteY5" fmla="*/ 4585 h 10000"/>
                <a:gd name="connsiteX6" fmla="*/ 3742 w 12075"/>
                <a:gd name="connsiteY6" fmla="*/ 0 h 10000"/>
                <a:gd name="connsiteX0" fmla="*/ 8347 w 16680"/>
                <a:gd name="connsiteY0" fmla="*/ 0 h 10000"/>
                <a:gd name="connsiteX1" fmla="*/ 16680 w 16680"/>
                <a:gd name="connsiteY1" fmla="*/ 0 h 10000"/>
                <a:gd name="connsiteX2" fmla="*/ 15013 w 16680"/>
                <a:gd name="connsiteY2" fmla="*/ 5000 h 10000"/>
                <a:gd name="connsiteX3" fmla="*/ 16680 w 16680"/>
                <a:gd name="connsiteY3" fmla="*/ 10000 h 10000"/>
                <a:gd name="connsiteX4" fmla="*/ 8347 w 16680"/>
                <a:gd name="connsiteY4" fmla="*/ 10000 h 10000"/>
                <a:gd name="connsiteX5" fmla="*/ 0 w 16680"/>
                <a:gd name="connsiteY5" fmla="*/ 4585 h 10000"/>
                <a:gd name="connsiteX6" fmla="*/ 8347 w 16680"/>
                <a:gd name="connsiteY6" fmla="*/ 0 h 10000"/>
                <a:gd name="connsiteX0" fmla="*/ 8347 w 16680"/>
                <a:gd name="connsiteY0" fmla="*/ 0 h 10000"/>
                <a:gd name="connsiteX1" fmla="*/ 16680 w 16680"/>
                <a:gd name="connsiteY1" fmla="*/ 0 h 10000"/>
                <a:gd name="connsiteX2" fmla="*/ 12162 w 16680"/>
                <a:gd name="connsiteY2" fmla="*/ 5415 h 10000"/>
                <a:gd name="connsiteX3" fmla="*/ 16680 w 16680"/>
                <a:gd name="connsiteY3" fmla="*/ 10000 h 10000"/>
                <a:gd name="connsiteX4" fmla="*/ 8347 w 16680"/>
                <a:gd name="connsiteY4" fmla="*/ 10000 h 10000"/>
                <a:gd name="connsiteX5" fmla="*/ 0 w 16680"/>
                <a:gd name="connsiteY5" fmla="*/ 4585 h 10000"/>
                <a:gd name="connsiteX6" fmla="*/ 8347 w 1668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0" h="10000">
                  <a:moveTo>
                    <a:pt x="8347" y="0"/>
                  </a:moveTo>
                  <a:lnTo>
                    <a:pt x="16680" y="0"/>
                  </a:lnTo>
                  <a:cubicBezTo>
                    <a:pt x="15759" y="0"/>
                    <a:pt x="12162" y="2654"/>
                    <a:pt x="12162" y="5415"/>
                  </a:cubicBezTo>
                  <a:cubicBezTo>
                    <a:pt x="12162" y="8176"/>
                    <a:pt x="15759" y="10000"/>
                    <a:pt x="16680" y="10000"/>
                  </a:cubicBezTo>
                  <a:lnTo>
                    <a:pt x="8347" y="10000"/>
                  </a:lnTo>
                  <a:cubicBezTo>
                    <a:pt x="7426" y="10000"/>
                    <a:pt x="0" y="7346"/>
                    <a:pt x="0" y="4585"/>
                  </a:cubicBezTo>
                  <a:cubicBezTo>
                    <a:pt x="0" y="1824"/>
                    <a:pt x="7426" y="0"/>
                    <a:pt x="8347" y="0"/>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cxnSp>
          <p:nvCxnSpPr>
            <p:cNvPr id="64" name="Connector: Elbow 63">
              <a:extLst>
                <a:ext uri="{FF2B5EF4-FFF2-40B4-BE49-F238E27FC236}">
                  <a16:creationId xmlns:a16="http://schemas.microsoft.com/office/drawing/2014/main" id="{BA2B86FB-B264-2ED7-99BC-7B7378FD1DD9}"/>
                </a:ext>
              </a:extLst>
            </p:cNvPr>
            <p:cNvCxnSpPr>
              <a:cxnSpLocks/>
              <a:endCxn id="49" idx="1"/>
            </p:cNvCxnSpPr>
            <p:nvPr/>
          </p:nvCxnSpPr>
          <p:spPr>
            <a:xfrm flipV="1">
              <a:off x="2406641" y="5596245"/>
              <a:ext cx="557735" cy="274202"/>
            </a:xfrm>
            <a:prstGeom prst="bentConnector3">
              <a:avLst>
                <a:gd name="adj1" fmla="val 50000"/>
              </a:avLst>
            </a:prstGeom>
            <a:ln w="28575"/>
          </p:spPr>
          <p:style>
            <a:lnRef idx="1">
              <a:schemeClr val="accent1"/>
            </a:lnRef>
            <a:fillRef idx="0">
              <a:schemeClr val="accent1"/>
            </a:fillRef>
            <a:effectRef idx="0">
              <a:schemeClr val="accent1"/>
            </a:effectRef>
            <a:fontRef idx="minor">
              <a:schemeClr val="tx1"/>
            </a:fontRef>
          </p:style>
        </p:cxnSp>
        <p:sp>
          <p:nvSpPr>
            <p:cNvPr id="65" name="Flowchart: Stored Data 39">
              <a:extLst>
                <a:ext uri="{FF2B5EF4-FFF2-40B4-BE49-F238E27FC236}">
                  <a16:creationId xmlns:a16="http://schemas.microsoft.com/office/drawing/2014/main" id="{627119B3-2990-6643-67BD-DBCC9FFA2BBC}"/>
                </a:ext>
              </a:extLst>
            </p:cNvPr>
            <p:cNvSpPr/>
            <p:nvPr/>
          </p:nvSpPr>
          <p:spPr>
            <a:xfrm flipH="1">
              <a:off x="1660677" y="4990200"/>
              <a:ext cx="681894" cy="432044"/>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3742 w 12075"/>
                <a:gd name="connsiteY0" fmla="*/ 0 h 10000"/>
                <a:gd name="connsiteX1" fmla="*/ 12075 w 12075"/>
                <a:gd name="connsiteY1" fmla="*/ 0 h 10000"/>
                <a:gd name="connsiteX2" fmla="*/ 10408 w 12075"/>
                <a:gd name="connsiteY2" fmla="*/ 5000 h 10000"/>
                <a:gd name="connsiteX3" fmla="*/ 12075 w 12075"/>
                <a:gd name="connsiteY3" fmla="*/ 10000 h 10000"/>
                <a:gd name="connsiteX4" fmla="*/ 3742 w 12075"/>
                <a:gd name="connsiteY4" fmla="*/ 10000 h 10000"/>
                <a:gd name="connsiteX5" fmla="*/ 0 w 12075"/>
                <a:gd name="connsiteY5" fmla="*/ 4585 h 10000"/>
                <a:gd name="connsiteX6" fmla="*/ 3742 w 12075"/>
                <a:gd name="connsiteY6" fmla="*/ 0 h 10000"/>
                <a:gd name="connsiteX0" fmla="*/ 8347 w 16680"/>
                <a:gd name="connsiteY0" fmla="*/ 0 h 10000"/>
                <a:gd name="connsiteX1" fmla="*/ 16680 w 16680"/>
                <a:gd name="connsiteY1" fmla="*/ 0 h 10000"/>
                <a:gd name="connsiteX2" fmla="*/ 15013 w 16680"/>
                <a:gd name="connsiteY2" fmla="*/ 5000 h 10000"/>
                <a:gd name="connsiteX3" fmla="*/ 16680 w 16680"/>
                <a:gd name="connsiteY3" fmla="*/ 10000 h 10000"/>
                <a:gd name="connsiteX4" fmla="*/ 8347 w 16680"/>
                <a:gd name="connsiteY4" fmla="*/ 10000 h 10000"/>
                <a:gd name="connsiteX5" fmla="*/ 0 w 16680"/>
                <a:gd name="connsiteY5" fmla="*/ 4585 h 10000"/>
                <a:gd name="connsiteX6" fmla="*/ 8347 w 16680"/>
                <a:gd name="connsiteY6" fmla="*/ 0 h 10000"/>
                <a:gd name="connsiteX0" fmla="*/ 8347 w 16680"/>
                <a:gd name="connsiteY0" fmla="*/ 0 h 10000"/>
                <a:gd name="connsiteX1" fmla="*/ 16680 w 16680"/>
                <a:gd name="connsiteY1" fmla="*/ 0 h 10000"/>
                <a:gd name="connsiteX2" fmla="*/ 12162 w 16680"/>
                <a:gd name="connsiteY2" fmla="*/ 5415 h 10000"/>
                <a:gd name="connsiteX3" fmla="*/ 16680 w 16680"/>
                <a:gd name="connsiteY3" fmla="*/ 10000 h 10000"/>
                <a:gd name="connsiteX4" fmla="*/ 8347 w 16680"/>
                <a:gd name="connsiteY4" fmla="*/ 10000 h 10000"/>
                <a:gd name="connsiteX5" fmla="*/ 0 w 16680"/>
                <a:gd name="connsiteY5" fmla="*/ 4585 h 10000"/>
                <a:gd name="connsiteX6" fmla="*/ 8347 w 1668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0" h="10000">
                  <a:moveTo>
                    <a:pt x="8347" y="0"/>
                  </a:moveTo>
                  <a:lnTo>
                    <a:pt x="16680" y="0"/>
                  </a:lnTo>
                  <a:cubicBezTo>
                    <a:pt x="15759" y="0"/>
                    <a:pt x="12162" y="2654"/>
                    <a:pt x="12162" y="5415"/>
                  </a:cubicBezTo>
                  <a:cubicBezTo>
                    <a:pt x="12162" y="8176"/>
                    <a:pt x="15759" y="10000"/>
                    <a:pt x="16680" y="10000"/>
                  </a:cubicBezTo>
                  <a:lnTo>
                    <a:pt x="8347" y="10000"/>
                  </a:lnTo>
                  <a:cubicBezTo>
                    <a:pt x="7426" y="10000"/>
                    <a:pt x="0" y="7346"/>
                    <a:pt x="0" y="4585"/>
                  </a:cubicBezTo>
                  <a:cubicBezTo>
                    <a:pt x="0" y="1824"/>
                    <a:pt x="7426" y="0"/>
                    <a:pt x="8347" y="0"/>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
        <p:nvSpPr>
          <p:cNvPr id="74" name="Rectangle 73">
            <a:extLst>
              <a:ext uri="{FF2B5EF4-FFF2-40B4-BE49-F238E27FC236}">
                <a16:creationId xmlns:a16="http://schemas.microsoft.com/office/drawing/2014/main" id="{9D1AA1D0-DB40-BAD3-0E6E-672BD843CD47}"/>
              </a:ext>
            </a:extLst>
          </p:cNvPr>
          <p:cNvSpPr/>
          <p:nvPr/>
        </p:nvSpPr>
        <p:spPr>
          <a:xfrm>
            <a:off x="4752792" y="3039759"/>
            <a:ext cx="3744416" cy="15532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75" name="Group 74">
            <a:extLst>
              <a:ext uri="{FF2B5EF4-FFF2-40B4-BE49-F238E27FC236}">
                <a16:creationId xmlns:a16="http://schemas.microsoft.com/office/drawing/2014/main" id="{3D014795-42FA-07A8-B284-EAD0B4B1E1CE}"/>
              </a:ext>
            </a:extLst>
          </p:cNvPr>
          <p:cNvGrpSpPr/>
          <p:nvPr/>
        </p:nvGrpSpPr>
        <p:grpSpPr>
          <a:xfrm>
            <a:off x="5028602" y="3195897"/>
            <a:ext cx="3063608" cy="1308084"/>
            <a:chOff x="954985" y="4960295"/>
            <a:chExt cx="3063608" cy="1308084"/>
          </a:xfrm>
        </p:grpSpPr>
        <p:sp>
          <p:nvSpPr>
            <p:cNvPr id="76" name="Flowchart: Delay 75">
              <a:extLst>
                <a:ext uri="{FF2B5EF4-FFF2-40B4-BE49-F238E27FC236}">
                  <a16:creationId xmlns:a16="http://schemas.microsoft.com/office/drawing/2014/main" id="{2C44F60A-8348-E6BE-60B6-4E1AA150DA4B}"/>
                </a:ext>
              </a:extLst>
            </p:cNvPr>
            <p:cNvSpPr/>
            <p:nvPr/>
          </p:nvSpPr>
          <p:spPr>
            <a:xfrm>
              <a:off x="2964376" y="5380221"/>
              <a:ext cx="576064" cy="432048"/>
            </a:xfrm>
            <a:prstGeom prst="flowChartDe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77" name="Straight Connector 76">
              <a:extLst>
                <a:ext uri="{FF2B5EF4-FFF2-40B4-BE49-F238E27FC236}">
                  <a16:creationId xmlns:a16="http://schemas.microsoft.com/office/drawing/2014/main" id="{837A8383-9417-6B20-740F-CBEF424608DF}"/>
                </a:ext>
              </a:extLst>
            </p:cNvPr>
            <p:cNvCxnSpPr>
              <a:cxnSpLocks/>
            </p:cNvCxnSpPr>
            <p:nvPr/>
          </p:nvCxnSpPr>
          <p:spPr>
            <a:xfrm flipH="1">
              <a:off x="1183231" y="5092189"/>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B4A28C4-BA71-DB18-AFFA-A6B6DA8275ED}"/>
                </a:ext>
              </a:extLst>
            </p:cNvPr>
            <p:cNvCxnSpPr>
              <a:cxnSpLocks/>
            </p:cNvCxnSpPr>
            <p:nvPr/>
          </p:nvCxnSpPr>
          <p:spPr>
            <a:xfrm flipH="1">
              <a:off x="1183230" y="5380221"/>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1B2EE0F-14F2-BE1F-9BC2-A6A1E42EB954}"/>
                </a:ext>
              </a:extLst>
            </p:cNvPr>
            <p:cNvCxnSpPr>
              <a:cxnSpLocks/>
            </p:cNvCxnSpPr>
            <p:nvPr/>
          </p:nvCxnSpPr>
          <p:spPr>
            <a:xfrm flipH="1">
              <a:off x="1097984" y="6075239"/>
              <a:ext cx="12983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509A9608-44F8-2BB0-3010-10D5EFC11EAD}"/>
                </a:ext>
              </a:extLst>
            </p:cNvPr>
            <p:cNvCxnSpPr>
              <a:cxnSpLocks/>
            </p:cNvCxnSpPr>
            <p:nvPr/>
          </p:nvCxnSpPr>
          <p:spPr>
            <a:xfrm>
              <a:off x="2406641" y="5157372"/>
              <a:ext cx="695836" cy="359860"/>
            </a:xfrm>
            <a:prstGeom prst="bentConnector3">
              <a:avLst>
                <a:gd name="adj1" fmla="val 38405"/>
              </a:avLst>
            </a:prstGeom>
            <a:ln w="28575"/>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19212F61-3AC4-8860-6E26-99748326A3E2}"/>
                </a:ext>
              </a:extLst>
            </p:cNvPr>
            <p:cNvCxnSpPr>
              <a:cxnSpLocks/>
            </p:cNvCxnSpPr>
            <p:nvPr/>
          </p:nvCxnSpPr>
          <p:spPr>
            <a:xfrm flipH="1">
              <a:off x="3551848" y="5581054"/>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9415120F-BE24-09BE-68A7-DFC44A755A02}"/>
                </a:ext>
              </a:extLst>
            </p:cNvPr>
            <p:cNvSpPr txBox="1"/>
            <p:nvPr/>
          </p:nvSpPr>
          <p:spPr>
            <a:xfrm>
              <a:off x="954985" y="4960295"/>
              <a:ext cx="277640" cy="276999"/>
            </a:xfrm>
            <a:prstGeom prst="rect">
              <a:avLst/>
            </a:prstGeom>
            <a:noFill/>
          </p:spPr>
          <p:txBody>
            <a:bodyPr wrap="none" rtlCol="0">
              <a:spAutoFit/>
            </a:bodyPr>
            <a:lstStyle/>
            <a:p>
              <a:r>
                <a:rPr lang="en-MY" sz="1200" b="1" dirty="0"/>
                <a:t>x</a:t>
              </a:r>
            </a:p>
          </p:txBody>
        </p:sp>
        <p:sp>
          <p:nvSpPr>
            <p:cNvPr id="83" name="TextBox 82">
              <a:extLst>
                <a:ext uri="{FF2B5EF4-FFF2-40B4-BE49-F238E27FC236}">
                  <a16:creationId xmlns:a16="http://schemas.microsoft.com/office/drawing/2014/main" id="{30AAA9B1-268F-BD25-5697-26AED3FF3664}"/>
                </a:ext>
              </a:extLst>
            </p:cNvPr>
            <p:cNvSpPr txBox="1"/>
            <p:nvPr/>
          </p:nvSpPr>
          <p:spPr>
            <a:xfrm>
              <a:off x="954985" y="5283242"/>
              <a:ext cx="282450" cy="276999"/>
            </a:xfrm>
            <a:prstGeom prst="rect">
              <a:avLst/>
            </a:prstGeom>
            <a:noFill/>
          </p:spPr>
          <p:txBody>
            <a:bodyPr wrap="none" rtlCol="0">
              <a:spAutoFit/>
            </a:bodyPr>
            <a:lstStyle/>
            <a:p>
              <a:r>
                <a:rPr lang="en-MY" sz="1200" b="1" dirty="0"/>
                <a:t>y</a:t>
              </a:r>
            </a:p>
          </p:txBody>
        </p:sp>
        <p:sp>
          <p:nvSpPr>
            <p:cNvPr id="84" name="TextBox 83">
              <a:extLst>
                <a:ext uri="{FF2B5EF4-FFF2-40B4-BE49-F238E27FC236}">
                  <a16:creationId xmlns:a16="http://schemas.microsoft.com/office/drawing/2014/main" id="{6E21898A-B242-02A9-785E-250AC9A67770}"/>
                </a:ext>
              </a:extLst>
            </p:cNvPr>
            <p:cNvSpPr txBox="1"/>
            <p:nvPr/>
          </p:nvSpPr>
          <p:spPr>
            <a:xfrm>
              <a:off x="3625817" y="5304055"/>
              <a:ext cx="274434" cy="276999"/>
            </a:xfrm>
            <a:prstGeom prst="rect">
              <a:avLst/>
            </a:prstGeom>
            <a:noFill/>
          </p:spPr>
          <p:txBody>
            <a:bodyPr wrap="none" rtlCol="0">
              <a:spAutoFit/>
            </a:bodyPr>
            <a:lstStyle/>
            <a:p>
              <a:r>
                <a:rPr lang="en-MY" sz="1200" b="1" dirty="0"/>
                <a:t>F</a:t>
              </a:r>
            </a:p>
          </p:txBody>
        </p:sp>
        <p:cxnSp>
          <p:nvCxnSpPr>
            <p:cNvPr id="85" name="Straight Connector 84">
              <a:extLst>
                <a:ext uri="{FF2B5EF4-FFF2-40B4-BE49-F238E27FC236}">
                  <a16:creationId xmlns:a16="http://schemas.microsoft.com/office/drawing/2014/main" id="{EA1C27EA-B27B-B60D-9090-6DE067D5F4F1}"/>
                </a:ext>
              </a:extLst>
            </p:cNvPr>
            <p:cNvCxnSpPr>
              <a:cxnSpLocks/>
            </p:cNvCxnSpPr>
            <p:nvPr/>
          </p:nvCxnSpPr>
          <p:spPr>
            <a:xfrm flipH="1">
              <a:off x="1246847" y="5800327"/>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E54947A-8CDE-B9BE-A6F1-5469765CAD54}"/>
                </a:ext>
              </a:extLst>
            </p:cNvPr>
            <p:cNvCxnSpPr>
              <a:cxnSpLocks/>
            </p:cNvCxnSpPr>
            <p:nvPr/>
          </p:nvCxnSpPr>
          <p:spPr>
            <a:xfrm flipH="1">
              <a:off x="1246846" y="6088359"/>
              <a:ext cx="46674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CCA76C70-D5CB-C20E-D032-2A68B551E21F}"/>
                </a:ext>
              </a:extLst>
            </p:cNvPr>
            <p:cNvSpPr txBox="1"/>
            <p:nvPr/>
          </p:nvSpPr>
          <p:spPr>
            <a:xfrm>
              <a:off x="1018601" y="5668433"/>
              <a:ext cx="277640" cy="276999"/>
            </a:xfrm>
            <a:prstGeom prst="rect">
              <a:avLst/>
            </a:prstGeom>
            <a:noFill/>
          </p:spPr>
          <p:txBody>
            <a:bodyPr wrap="none" rtlCol="0">
              <a:spAutoFit/>
            </a:bodyPr>
            <a:lstStyle/>
            <a:p>
              <a:r>
                <a:rPr lang="en-MY" sz="1200" b="1" dirty="0"/>
                <a:t>x</a:t>
              </a:r>
            </a:p>
          </p:txBody>
        </p:sp>
        <p:sp>
          <p:nvSpPr>
            <p:cNvPr id="88" name="TextBox 87">
              <a:extLst>
                <a:ext uri="{FF2B5EF4-FFF2-40B4-BE49-F238E27FC236}">
                  <a16:creationId xmlns:a16="http://schemas.microsoft.com/office/drawing/2014/main" id="{1347D469-FBEF-00F3-0B39-C79420E4CD79}"/>
                </a:ext>
              </a:extLst>
            </p:cNvPr>
            <p:cNvSpPr txBox="1"/>
            <p:nvPr/>
          </p:nvSpPr>
          <p:spPr>
            <a:xfrm>
              <a:off x="1018601" y="5991380"/>
              <a:ext cx="282450" cy="276999"/>
            </a:xfrm>
            <a:prstGeom prst="rect">
              <a:avLst/>
            </a:prstGeom>
            <a:noFill/>
          </p:spPr>
          <p:txBody>
            <a:bodyPr wrap="none" rtlCol="0">
              <a:spAutoFit/>
            </a:bodyPr>
            <a:lstStyle/>
            <a:p>
              <a:r>
                <a:rPr lang="en-MY" sz="1200" b="1" dirty="0"/>
                <a:t>y</a:t>
              </a:r>
            </a:p>
          </p:txBody>
        </p:sp>
        <p:sp>
          <p:nvSpPr>
            <p:cNvPr id="89" name="Flowchart: Stored Data 39">
              <a:extLst>
                <a:ext uri="{FF2B5EF4-FFF2-40B4-BE49-F238E27FC236}">
                  <a16:creationId xmlns:a16="http://schemas.microsoft.com/office/drawing/2014/main" id="{38DD8721-7762-4948-C985-F5026305BA5D}"/>
                </a:ext>
              </a:extLst>
            </p:cNvPr>
            <p:cNvSpPr/>
            <p:nvPr/>
          </p:nvSpPr>
          <p:spPr>
            <a:xfrm flipH="1">
              <a:off x="1674768" y="5729410"/>
              <a:ext cx="681894" cy="432044"/>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3742 w 12075"/>
                <a:gd name="connsiteY0" fmla="*/ 0 h 10000"/>
                <a:gd name="connsiteX1" fmla="*/ 12075 w 12075"/>
                <a:gd name="connsiteY1" fmla="*/ 0 h 10000"/>
                <a:gd name="connsiteX2" fmla="*/ 10408 w 12075"/>
                <a:gd name="connsiteY2" fmla="*/ 5000 h 10000"/>
                <a:gd name="connsiteX3" fmla="*/ 12075 w 12075"/>
                <a:gd name="connsiteY3" fmla="*/ 10000 h 10000"/>
                <a:gd name="connsiteX4" fmla="*/ 3742 w 12075"/>
                <a:gd name="connsiteY4" fmla="*/ 10000 h 10000"/>
                <a:gd name="connsiteX5" fmla="*/ 0 w 12075"/>
                <a:gd name="connsiteY5" fmla="*/ 4585 h 10000"/>
                <a:gd name="connsiteX6" fmla="*/ 3742 w 12075"/>
                <a:gd name="connsiteY6" fmla="*/ 0 h 10000"/>
                <a:gd name="connsiteX0" fmla="*/ 8347 w 16680"/>
                <a:gd name="connsiteY0" fmla="*/ 0 h 10000"/>
                <a:gd name="connsiteX1" fmla="*/ 16680 w 16680"/>
                <a:gd name="connsiteY1" fmla="*/ 0 h 10000"/>
                <a:gd name="connsiteX2" fmla="*/ 15013 w 16680"/>
                <a:gd name="connsiteY2" fmla="*/ 5000 h 10000"/>
                <a:gd name="connsiteX3" fmla="*/ 16680 w 16680"/>
                <a:gd name="connsiteY3" fmla="*/ 10000 h 10000"/>
                <a:gd name="connsiteX4" fmla="*/ 8347 w 16680"/>
                <a:gd name="connsiteY4" fmla="*/ 10000 h 10000"/>
                <a:gd name="connsiteX5" fmla="*/ 0 w 16680"/>
                <a:gd name="connsiteY5" fmla="*/ 4585 h 10000"/>
                <a:gd name="connsiteX6" fmla="*/ 8347 w 16680"/>
                <a:gd name="connsiteY6" fmla="*/ 0 h 10000"/>
                <a:gd name="connsiteX0" fmla="*/ 8347 w 16680"/>
                <a:gd name="connsiteY0" fmla="*/ 0 h 10000"/>
                <a:gd name="connsiteX1" fmla="*/ 16680 w 16680"/>
                <a:gd name="connsiteY1" fmla="*/ 0 h 10000"/>
                <a:gd name="connsiteX2" fmla="*/ 12162 w 16680"/>
                <a:gd name="connsiteY2" fmla="*/ 5415 h 10000"/>
                <a:gd name="connsiteX3" fmla="*/ 16680 w 16680"/>
                <a:gd name="connsiteY3" fmla="*/ 10000 h 10000"/>
                <a:gd name="connsiteX4" fmla="*/ 8347 w 16680"/>
                <a:gd name="connsiteY4" fmla="*/ 10000 h 10000"/>
                <a:gd name="connsiteX5" fmla="*/ 0 w 16680"/>
                <a:gd name="connsiteY5" fmla="*/ 4585 h 10000"/>
                <a:gd name="connsiteX6" fmla="*/ 8347 w 1668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0" h="10000">
                  <a:moveTo>
                    <a:pt x="8347" y="0"/>
                  </a:moveTo>
                  <a:lnTo>
                    <a:pt x="16680" y="0"/>
                  </a:lnTo>
                  <a:cubicBezTo>
                    <a:pt x="15759" y="0"/>
                    <a:pt x="12162" y="2654"/>
                    <a:pt x="12162" y="5415"/>
                  </a:cubicBezTo>
                  <a:cubicBezTo>
                    <a:pt x="12162" y="8176"/>
                    <a:pt x="15759" y="10000"/>
                    <a:pt x="16680" y="10000"/>
                  </a:cubicBezTo>
                  <a:lnTo>
                    <a:pt x="8347" y="10000"/>
                  </a:lnTo>
                  <a:cubicBezTo>
                    <a:pt x="7426" y="10000"/>
                    <a:pt x="0" y="7346"/>
                    <a:pt x="0" y="4585"/>
                  </a:cubicBezTo>
                  <a:cubicBezTo>
                    <a:pt x="0" y="1824"/>
                    <a:pt x="7426" y="0"/>
                    <a:pt x="8347" y="0"/>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cxnSp>
          <p:nvCxnSpPr>
            <p:cNvPr id="90" name="Connector: Elbow 89">
              <a:extLst>
                <a:ext uri="{FF2B5EF4-FFF2-40B4-BE49-F238E27FC236}">
                  <a16:creationId xmlns:a16="http://schemas.microsoft.com/office/drawing/2014/main" id="{88B48B88-EE80-5CCA-C373-DA26BE2CFA58}"/>
                </a:ext>
              </a:extLst>
            </p:cNvPr>
            <p:cNvCxnSpPr>
              <a:cxnSpLocks/>
              <a:endCxn id="76" idx="1"/>
            </p:cNvCxnSpPr>
            <p:nvPr/>
          </p:nvCxnSpPr>
          <p:spPr>
            <a:xfrm flipV="1">
              <a:off x="2406641" y="5596245"/>
              <a:ext cx="557735" cy="274202"/>
            </a:xfrm>
            <a:prstGeom prst="bentConnector3">
              <a:avLst>
                <a:gd name="adj1" fmla="val 50000"/>
              </a:avLst>
            </a:prstGeom>
            <a:ln w="28575"/>
          </p:spPr>
          <p:style>
            <a:lnRef idx="1">
              <a:schemeClr val="accent1"/>
            </a:lnRef>
            <a:fillRef idx="0">
              <a:schemeClr val="accent1"/>
            </a:fillRef>
            <a:effectRef idx="0">
              <a:schemeClr val="accent1"/>
            </a:effectRef>
            <a:fontRef idx="minor">
              <a:schemeClr val="tx1"/>
            </a:fontRef>
          </p:style>
        </p:cxnSp>
        <p:sp>
          <p:nvSpPr>
            <p:cNvPr id="91" name="Flowchart: Stored Data 39">
              <a:extLst>
                <a:ext uri="{FF2B5EF4-FFF2-40B4-BE49-F238E27FC236}">
                  <a16:creationId xmlns:a16="http://schemas.microsoft.com/office/drawing/2014/main" id="{78CC6F32-D939-6A95-A17E-89938C277C61}"/>
                </a:ext>
              </a:extLst>
            </p:cNvPr>
            <p:cNvSpPr/>
            <p:nvPr/>
          </p:nvSpPr>
          <p:spPr>
            <a:xfrm flipH="1">
              <a:off x="1660677" y="4990200"/>
              <a:ext cx="681894" cy="432044"/>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3742 w 12075"/>
                <a:gd name="connsiteY0" fmla="*/ 0 h 10000"/>
                <a:gd name="connsiteX1" fmla="*/ 12075 w 12075"/>
                <a:gd name="connsiteY1" fmla="*/ 0 h 10000"/>
                <a:gd name="connsiteX2" fmla="*/ 10408 w 12075"/>
                <a:gd name="connsiteY2" fmla="*/ 5000 h 10000"/>
                <a:gd name="connsiteX3" fmla="*/ 12075 w 12075"/>
                <a:gd name="connsiteY3" fmla="*/ 10000 h 10000"/>
                <a:gd name="connsiteX4" fmla="*/ 3742 w 12075"/>
                <a:gd name="connsiteY4" fmla="*/ 10000 h 10000"/>
                <a:gd name="connsiteX5" fmla="*/ 0 w 12075"/>
                <a:gd name="connsiteY5" fmla="*/ 4585 h 10000"/>
                <a:gd name="connsiteX6" fmla="*/ 3742 w 12075"/>
                <a:gd name="connsiteY6" fmla="*/ 0 h 10000"/>
                <a:gd name="connsiteX0" fmla="*/ 8347 w 16680"/>
                <a:gd name="connsiteY0" fmla="*/ 0 h 10000"/>
                <a:gd name="connsiteX1" fmla="*/ 16680 w 16680"/>
                <a:gd name="connsiteY1" fmla="*/ 0 h 10000"/>
                <a:gd name="connsiteX2" fmla="*/ 15013 w 16680"/>
                <a:gd name="connsiteY2" fmla="*/ 5000 h 10000"/>
                <a:gd name="connsiteX3" fmla="*/ 16680 w 16680"/>
                <a:gd name="connsiteY3" fmla="*/ 10000 h 10000"/>
                <a:gd name="connsiteX4" fmla="*/ 8347 w 16680"/>
                <a:gd name="connsiteY4" fmla="*/ 10000 h 10000"/>
                <a:gd name="connsiteX5" fmla="*/ 0 w 16680"/>
                <a:gd name="connsiteY5" fmla="*/ 4585 h 10000"/>
                <a:gd name="connsiteX6" fmla="*/ 8347 w 16680"/>
                <a:gd name="connsiteY6" fmla="*/ 0 h 10000"/>
                <a:gd name="connsiteX0" fmla="*/ 8347 w 16680"/>
                <a:gd name="connsiteY0" fmla="*/ 0 h 10000"/>
                <a:gd name="connsiteX1" fmla="*/ 16680 w 16680"/>
                <a:gd name="connsiteY1" fmla="*/ 0 h 10000"/>
                <a:gd name="connsiteX2" fmla="*/ 12162 w 16680"/>
                <a:gd name="connsiteY2" fmla="*/ 5415 h 10000"/>
                <a:gd name="connsiteX3" fmla="*/ 16680 w 16680"/>
                <a:gd name="connsiteY3" fmla="*/ 10000 h 10000"/>
                <a:gd name="connsiteX4" fmla="*/ 8347 w 16680"/>
                <a:gd name="connsiteY4" fmla="*/ 10000 h 10000"/>
                <a:gd name="connsiteX5" fmla="*/ 0 w 16680"/>
                <a:gd name="connsiteY5" fmla="*/ 4585 h 10000"/>
                <a:gd name="connsiteX6" fmla="*/ 8347 w 1668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80" h="10000">
                  <a:moveTo>
                    <a:pt x="8347" y="0"/>
                  </a:moveTo>
                  <a:lnTo>
                    <a:pt x="16680" y="0"/>
                  </a:lnTo>
                  <a:cubicBezTo>
                    <a:pt x="15759" y="0"/>
                    <a:pt x="12162" y="2654"/>
                    <a:pt x="12162" y="5415"/>
                  </a:cubicBezTo>
                  <a:cubicBezTo>
                    <a:pt x="12162" y="8176"/>
                    <a:pt x="15759" y="10000"/>
                    <a:pt x="16680" y="10000"/>
                  </a:cubicBezTo>
                  <a:lnTo>
                    <a:pt x="8347" y="10000"/>
                  </a:lnTo>
                  <a:cubicBezTo>
                    <a:pt x="7426" y="10000"/>
                    <a:pt x="0" y="7346"/>
                    <a:pt x="0" y="4585"/>
                  </a:cubicBezTo>
                  <a:cubicBezTo>
                    <a:pt x="0" y="1824"/>
                    <a:pt x="7426" y="0"/>
                    <a:pt x="8347" y="0"/>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
        <p:nvSpPr>
          <p:cNvPr id="2" name="Slide Number Placeholder 1">
            <a:extLst>
              <a:ext uri="{FF2B5EF4-FFF2-40B4-BE49-F238E27FC236}">
                <a16:creationId xmlns:a16="http://schemas.microsoft.com/office/drawing/2014/main" id="{A82A193E-C6E2-3D5D-05F0-F8FD6CC1108A}"/>
              </a:ext>
            </a:extLst>
          </p:cNvPr>
          <p:cNvSpPr>
            <a:spLocks noGrp="1"/>
          </p:cNvSpPr>
          <p:nvPr>
            <p:ph type="sldNum" sz="quarter" idx="12"/>
          </p:nvPr>
        </p:nvSpPr>
        <p:spPr/>
        <p:txBody>
          <a:bodyPr/>
          <a:lstStyle/>
          <a:p>
            <a:pPr>
              <a:defRPr/>
            </a:pPr>
            <a:fld id="{28588503-611C-4314-9367-E0668E948370}" type="slidenum">
              <a:rPr lang="en-US" altLang="en-US" smtClean="0"/>
              <a:pPr>
                <a:defRPr/>
              </a:pPr>
              <a:t>35</a:t>
            </a:fld>
            <a:endParaRPr lang="en-US" altLang="en-US"/>
          </a:p>
        </p:txBody>
      </p:sp>
    </p:spTree>
    <p:extLst>
      <p:ext uri="{BB962C8B-B14F-4D97-AF65-F5344CB8AC3E}">
        <p14:creationId xmlns:p14="http://schemas.microsoft.com/office/powerpoint/2010/main" val="1477017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A1E19A-A2B8-A5F3-2EF2-F6EF80E75DBE}"/>
              </a:ext>
            </a:extLst>
          </p:cNvPr>
          <p:cNvSpPr>
            <a:spLocks noGrp="1"/>
          </p:cNvSpPr>
          <p:nvPr>
            <p:ph type="title"/>
          </p:nvPr>
        </p:nvSpPr>
        <p:spPr/>
        <p:txBody>
          <a:bodyPr>
            <a:normAutofit fontScale="90000"/>
          </a:bodyPr>
          <a:lstStyle/>
          <a:p>
            <a:r>
              <a:rPr lang="en-MY" dirty="0"/>
              <a:t>Draw a block diagram based on the given function</a:t>
            </a:r>
          </a:p>
        </p:txBody>
      </p:sp>
      <p:sp>
        <p:nvSpPr>
          <p:cNvPr id="2" name="TextBox 1">
            <a:extLst>
              <a:ext uri="{FF2B5EF4-FFF2-40B4-BE49-F238E27FC236}">
                <a16:creationId xmlns:a16="http://schemas.microsoft.com/office/drawing/2014/main" id="{9FA6BA59-09D1-D5A1-CAB6-CEAC543945E0}"/>
              </a:ext>
            </a:extLst>
          </p:cNvPr>
          <p:cNvSpPr txBox="1"/>
          <p:nvPr/>
        </p:nvSpPr>
        <p:spPr>
          <a:xfrm>
            <a:off x="781563" y="2276872"/>
            <a:ext cx="2590774" cy="584775"/>
          </a:xfrm>
          <a:prstGeom prst="rect">
            <a:avLst/>
          </a:prstGeom>
          <a:noFill/>
        </p:spPr>
        <p:txBody>
          <a:bodyPr wrap="none" rtlCol="0">
            <a:spAutoFit/>
          </a:bodyPr>
          <a:lstStyle/>
          <a:p>
            <a:pPr marL="342900" indent="-342900">
              <a:buFont typeface="Arial" panose="020B0604020202020204" pitchFamily="34" charset="0"/>
              <a:buChar char="•"/>
            </a:pPr>
            <a:r>
              <a:rPr lang="en-MY" sz="3200" dirty="0"/>
              <a:t>F = AB + C</a:t>
            </a:r>
          </a:p>
        </p:txBody>
      </p:sp>
      <p:grpSp>
        <p:nvGrpSpPr>
          <p:cNvPr id="12" name="Group 11">
            <a:extLst>
              <a:ext uri="{FF2B5EF4-FFF2-40B4-BE49-F238E27FC236}">
                <a16:creationId xmlns:a16="http://schemas.microsoft.com/office/drawing/2014/main" id="{54289708-6A0F-BE44-3C63-B47420EF9E58}"/>
              </a:ext>
            </a:extLst>
          </p:cNvPr>
          <p:cNvGrpSpPr/>
          <p:nvPr/>
        </p:nvGrpSpPr>
        <p:grpSpPr>
          <a:xfrm>
            <a:off x="781563" y="3140968"/>
            <a:ext cx="4022255" cy="584775"/>
            <a:chOff x="635586" y="2780928"/>
            <a:chExt cx="4022255" cy="584775"/>
          </a:xfrm>
        </p:grpSpPr>
        <p:sp>
          <p:nvSpPr>
            <p:cNvPr id="5" name="TextBox 4">
              <a:extLst>
                <a:ext uri="{FF2B5EF4-FFF2-40B4-BE49-F238E27FC236}">
                  <a16:creationId xmlns:a16="http://schemas.microsoft.com/office/drawing/2014/main" id="{8DDF3842-1278-346D-09DB-652B9A569A9F}"/>
                </a:ext>
              </a:extLst>
            </p:cNvPr>
            <p:cNvSpPr txBox="1"/>
            <p:nvPr/>
          </p:nvSpPr>
          <p:spPr>
            <a:xfrm>
              <a:off x="635586" y="2780928"/>
              <a:ext cx="4022255" cy="584775"/>
            </a:xfrm>
            <a:prstGeom prst="rect">
              <a:avLst/>
            </a:prstGeom>
            <a:noFill/>
          </p:spPr>
          <p:txBody>
            <a:bodyPr wrap="none" rtlCol="0">
              <a:spAutoFit/>
            </a:bodyPr>
            <a:lstStyle/>
            <a:p>
              <a:pPr marL="342900" indent="-342900">
                <a:buFont typeface="Arial" panose="020B0604020202020204" pitchFamily="34" charset="0"/>
                <a:buChar char="•"/>
              </a:pPr>
              <a:r>
                <a:rPr lang="en-MY" sz="3200" dirty="0"/>
                <a:t>F = XY + X’Y + Y’Z</a:t>
              </a:r>
            </a:p>
          </p:txBody>
        </p:sp>
        <p:cxnSp>
          <p:nvCxnSpPr>
            <p:cNvPr id="7" name="Straight Connector 6">
              <a:extLst>
                <a:ext uri="{FF2B5EF4-FFF2-40B4-BE49-F238E27FC236}">
                  <a16:creationId xmlns:a16="http://schemas.microsoft.com/office/drawing/2014/main" id="{B7DEA1F8-0AB8-A618-B8F3-925793306A7F}"/>
                </a:ext>
              </a:extLst>
            </p:cNvPr>
            <p:cNvCxnSpPr>
              <a:cxnSpLocks/>
            </p:cNvCxnSpPr>
            <p:nvPr/>
          </p:nvCxnSpPr>
          <p:spPr>
            <a:xfrm>
              <a:off x="1763688" y="2924944"/>
              <a:ext cx="132434"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7978D3E5-E926-8F60-7A56-EA0A4ADD7C5F}"/>
                </a:ext>
              </a:extLst>
            </p:cNvPr>
            <p:cNvCxnSpPr>
              <a:cxnSpLocks/>
            </p:cNvCxnSpPr>
            <p:nvPr/>
          </p:nvCxnSpPr>
          <p:spPr>
            <a:xfrm>
              <a:off x="2411760" y="2919998"/>
              <a:ext cx="132434" cy="0"/>
            </a:xfrm>
            <a:prstGeom prst="line">
              <a:avLst/>
            </a:prstGeom>
          </p:spPr>
          <p:style>
            <a:lnRef idx="1">
              <a:schemeClr val="dk1"/>
            </a:lnRef>
            <a:fillRef idx="0">
              <a:schemeClr val="dk1"/>
            </a:fillRef>
            <a:effectRef idx="0">
              <a:schemeClr val="dk1"/>
            </a:effectRef>
            <a:fontRef idx="minor">
              <a:schemeClr val="tx1"/>
            </a:fontRef>
          </p:style>
        </p:cxnSp>
      </p:grpSp>
      <p:sp>
        <p:nvSpPr>
          <p:cNvPr id="4" name="Slide Number Placeholder 3">
            <a:extLst>
              <a:ext uri="{FF2B5EF4-FFF2-40B4-BE49-F238E27FC236}">
                <a16:creationId xmlns:a16="http://schemas.microsoft.com/office/drawing/2014/main" id="{F821FEB2-9225-050D-FD74-8AFB7F60A104}"/>
              </a:ext>
            </a:extLst>
          </p:cNvPr>
          <p:cNvSpPr>
            <a:spLocks noGrp="1"/>
          </p:cNvSpPr>
          <p:nvPr>
            <p:ph type="sldNum" sz="quarter" idx="12"/>
          </p:nvPr>
        </p:nvSpPr>
        <p:spPr/>
        <p:txBody>
          <a:bodyPr/>
          <a:lstStyle/>
          <a:p>
            <a:pPr>
              <a:defRPr/>
            </a:pPr>
            <a:fld id="{28588503-611C-4314-9367-E0668E948370}" type="slidenum">
              <a:rPr lang="en-US" altLang="en-US" smtClean="0"/>
              <a:pPr>
                <a:defRPr/>
              </a:pPr>
              <a:t>36</a:t>
            </a:fld>
            <a:endParaRPr lang="en-US" altLang="en-US"/>
          </a:p>
        </p:txBody>
      </p:sp>
      <p:sp>
        <p:nvSpPr>
          <p:cNvPr id="8" name="TextBox 7">
            <a:extLst>
              <a:ext uri="{FF2B5EF4-FFF2-40B4-BE49-F238E27FC236}">
                <a16:creationId xmlns:a16="http://schemas.microsoft.com/office/drawing/2014/main" id="{8981428D-4C64-E691-F00F-682A46729864}"/>
              </a:ext>
            </a:extLst>
          </p:cNvPr>
          <p:cNvSpPr txBox="1"/>
          <p:nvPr/>
        </p:nvSpPr>
        <p:spPr>
          <a:xfrm>
            <a:off x="781563" y="3965875"/>
            <a:ext cx="5408853" cy="584775"/>
          </a:xfrm>
          <a:prstGeom prst="rect">
            <a:avLst/>
          </a:prstGeom>
          <a:noFill/>
        </p:spPr>
        <p:txBody>
          <a:bodyPr wrap="none" rtlCol="0">
            <a:spAutoFit/>
          </a:bodyPr>
          <a:lstStyle/>
          <a:p>
            <a:pPr marL="342900" indent="-342900">
              <a:buFont typeface="Arial" panose="020B0604020202020204" pitchFamily="34" charset="0"/>
              <a:buChar char="•"/>
            </a:pPr>
            <a:r>
              <a:rPr lang="en-MY" sz="3200" dirty="0"/>
              <a:t>F = (A+B’)(A+B+C)(B’+C’)</a:t>
            </a:r>
          </a:p>
        </p:txBody>
      </p:sp>
      <p:cxnSp>
        <p:nvCxnSpPr>
          <p:cNvPr id="9" name="Straight Connector 8">
            <a:extLst>
              <a:ext uri="{FF2B5EF4-FFF2-40B4-BE49-F238E27FC236}">
                <a16:creationId xmlns:a16="http://schemas.microsoft.com/office/drawing/2014/main" id="{598A7275-DFF3-D04F-EBD5-6B4A28F91F69}"/>
              </a:ext>
            </a:extLst>
          </p:cNvPr>
          <p:cNvCxnSpPr>
            <a:cxnSpLocks/>
          </p:cNvCxnSpPr>
          <p:nvPr/>
        </p:nvCxnSpPr>
        <p:spPr>
          <a:xfrm>
            <a:off x="2631615" y="5940474"/>
            <a:ext cx="13243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964648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C6F2684-8165-FFB1-E303-3218E7DF7793}"/>
              </a:ext>
            </a:extLst>
          </p:cNvPr>
          <p:cNvSpPr>
            <a:spLocks noGrp="1" noChangeArrowheads="1"/>
          </p:cNvSpPr>
          <p:nvPr>
            <p:ph type="title"/>
          </p:nvPr>
        </p:nvSpPr>
        <p:spPr/>
        <p:txBody>
          <a:bodyPr/>
          <a:lstStyle/>
          <a:p>
            <a:r>
              <a:rPr lang="en-US" altLang="en-US"/>
              <a:t>Outline</a:t>
            </a:r>
          </a:p>
        </p:txBody>
      </p:sp>
      <p:sp>
        <p:nvSpPr>
          <p:cNvPr id="40963" name="Rectangle 3">
            <a:extLst>
              <a:ext uri="{FF2B5EF4-FFF2-40B4-BE49-F238E27FC236}">
                <a16:creationId xmlns:a16="http://schemas.microsoft.com/office/drawing/2014/main" id="{B1DDA31F-6D23-64F8-B599-7BD7EE3697F3}"/>
              </a:ext>
            </a:extLst>
          </p:cNvPr>
          <p:cNvSpPr>
            <a:spLocks noGrp="1" noChangeArrowheads="1"/>
          </p:cNvSpPr>
          <p:nvPr>
            <p:ph idx="1"/>
          </p:nvPr>
        </p:nvSpPr>
        <p:spPr>
          <a:xfrm>
            <a:off x="457200" y="1600200"/>
            <a:ext cx="8178800" cy="5029200"/>
          </a:xfrm>
        </p:spPr>
        <p:txBody>
          <a:bodyPr>
            <a:normAutofit/>
          </a:bodyPr>
          <a:lstStyle/>
          <a:p>
            <a:r>
              <a:rPr lang="en-US" altLang="en-US" sz="2800" dirty="0">
                <a:solidFill>
                  <a:srgbClr val="808080"/>
                </a:solidFill>
              </a:rPr>
              <a:t>Boolean Algebra</a:t>
            </a:r>
          </a:p>
          <a:p>
            <a:r>
              <a:rPr lang="en-US" altLang="en-US" sz="2800" dirty="0">
                <a:solidFill>
                  <a:srgbClr val="808080"/>
                </a:solidFill>
              </a:rPr>
              <a:t>Gates</a:t>
            </a:r>
          </a:p>
          <a:p>
            <a:r>
              <a:rPr lang="en-US" altLang="en-US" sz="2800" dirty="0"/>
              <a:t>Combinational Circuits</a:t>
            </a:r>
          </a:p>
          <a:p>
            <a:pPr lvl="1"/>
            <a:r>
              <a:rPr lang="en-US" altLang="en-US" sz="2800" dirty="0"/>
              <a:t>Implementation of Boolean Functions</a:t>
            </a:r>
          </a:p>
          <a:p>
            <a:pPr lvl="1"/>
            <a:r>
              <a:rPr lang="en-US" altLang="en-US" sz="2800" dirty="0"/>
              <a:t>Multiplexers</a:t>
            </a:r>
          </a:p>
          <a:p>
            <a:pPr lvl="1"/>
            <a:r>
              <a:rPr lang="en-US" altLang="en-US" sz="2800" dirty="0"/>
              <a:t>Decoders</a:t>
            </a:r>
          </a:p>
          <a:p>
            <a:pPr lvl="1"/>
            <a:r>
              <a:rPr lang="en-US" altLang="en-US" sz="2800" dirty="0"/>
              <a:t>Read-Only Memory</a:t>
            </a:r>
          </a:p>
          <a:p>
            <a:pPr lvl="1"/>
            <a:r>
              <a:rPr lang="en-US" altLang="en-US" sz="2800" dirty="0"/>
              <a:t>Adders</a:t>
            </a:r>
          </a:p>
        </p:txBody>
      </p:sp>
      <p:sp>
        <p:nvSpPr>
          <p:cNvPr id="2" name="Slide Number Placeholder 1">
            <a:extLst>
              <a:ext uri="{FF2B5EF4-FFF2-40B4-BE49-F238E27FC236}">
                <a16:creationId xmlns:a16="http://schemas.microsoft.com/office/drawing/2014/main" id="{12E813D4-60F7-F90D-FAAE-EDEE563C1E54}"/>
              </a:ext>
            </a:extLst>
          </p:cNvPr>
          <p:cNvSpPr>
            <a:spLocks noGrp="1"/>
          </p:cNvSpPr>
          <p:nvPr>
            <p:ph type="sldNum" sz="quarter" idx="12"/>
          </p:nvPr>
        </p:nvSpPr>
        <p:spPr/>
        <p:txBody>
          <a:bodyPr/>
          <a:lstStyle/>
          <a:p>
            <a:pPr>
              <a:defRPr/>
            </a:pPr>
            <a:fld id="{28588503-611C-4314-9367-E0668E948370}" type="slidenum">
              <a:rPr lang="en-US" altLang="en-US" smtClean="0"/>
              <a:pPr>
                <a:defRPr/>
              </a:pPr>
              <a:t>37</a:t>
            </a:fld>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6">
            <a:extLst>
              <a:ext uri="{FF2B5EF4-FFF2-40B4-BE49-F238E27FC236}">
                <a16:creationId xmlns:a16="http://schemas.microsoft.com/office/drawing/2014/main" id="{E391B33E-D289-F197-C54D-DE2E7F6973AF}"/>
              </a:ext>
            </a:extLst>
          </p:cNvPr>
          <p:cNvSpPr>
            <a:spLocks noGrp="1" noChangeArrowheads="1"/>
          </p:cNvSpPr>
          <p:nvPr>
            <p:ph type="title"/>
          </p:nvPr>
        </p:nvSpPr>
        <p:spPr/>
        <p:txBody>
          <a:bodyPr/>
          <a:lstStyle/>
          <a:p>
            <a:r>
              <a:rPr lang="en-US" altLang="en-US" dirty="0"/>
              <a:t>Combinational Circuit</a:t>
            </a:r>
          </a:p>
        </p:txBody>
      </p:sp>
      <p:sp>
        <p:nvSpPr>
          <p:cNvPr id="41986" name="Content Placeholder 1">
            <a:extLst>
              <a:ext uri="{FF2B5EF4-FFF2-40B4-BE49-F238E27FC236}">
                <a16:creationId xmlns:a16="http://schemas.microsoft.com/office/drawing/2014/main" id="{13C26224-E47A-3A33-2BDB-E3309D57DBDC}"/>
              </a:ext>
            </a:extLst>
          </p:cNvPr>
          <p:cNvSpPr>
            <a:spLocks noGrp="1" noChangeArrowheads="1"/>
          </p:cNvSpPr>
          <p:nvPr>
            <p:ph idx="1"/>
          </p:nvPr>
        </p:nvSpPr>
        <p:spPr>
          <a:xfrm>
            <a:off x="457200" y="1556792"/>
            <a:ext cx="8178800" cy="5185321"/>
          </a:xfrm>
        </p:spPr>
        <p:txBody>
          <a:bodyPr>
            <a:normAutofit/>
          </a:bodyPr>
          <a:lstStyle/>
          <a:p>
            <a:pPr marL="365125" indent="-255588">
              <a:lnSpc>
                <a:spcPct val="90000"/>
              </a:lnSpc>
            </a:pPr>
            <a:r>
              <a:rPr lang="en-US" altLang="en-US" sz="2000" dirty="0"/>
              <a:t>A combinational circuit is an interconnected set of gates whose output at any time is a function only of the input at that time. </a:t>
            </a:r>
          </a:p>
          <a:p>
            <a:pPr marL="365125" indent="-255588">
              <a:lnSpc>
                <a:spcPct val="90000"/>
              </a:lnSpc>
            </a:pPr>
            <a:r>
              <a:rPr lang="en-US" altLang="en-US" sz="2000" dirty="0"/>
              <a:t>As with a single gate, the appearance of the input is followed almost immediately by the appearance of the output, with only gate delays.</a:t>
            </a:r>
          </a:p>
          <a:p>
            <a:pPr marL="365125" indent="-255588">
              <a:lnSpc>
                <a:spcPct val="90000"/>
              </a:lnSpc>
            </a:pPr>
            <a:r>
              <a:rPr lang="en-US" altLang="en-US" sz="2000" dirty="0"/>
              <a:t>In general terms, a combinational circuit consists of </a:t>
            </a:r>
            <a:r>
              <a:rPr lang="en-US" altLang="en-US" sz="3600" b="1" dirty="0">
                <a:solidFill>
                  <a:schemeClr val="accent6"/>
                </a:solidFill>
              </a:rPr>
              <a:t>n binary inputs </a:t>
            </a:r>
            <a:r>
              <a:rPr lang="en-US" altLang="en-US" sz="2000" dirty="0"/>
              <a:t>and </a:t>
            </a:r>
            <a:r>
              <a:rPr lang="en-US" altLang="en-US" sz="3600" b="1" dirty="0">
                <a:solidFill>
                  <a:schemeClr val="accent6"/>
                </a:solidFill>
              </a:rPr>
              <a:t>m binary outputs</a:t>
            </a:r>
            <a:r>
              <a:rPr lang="en-US" altLang="en-US" sz="2000" dirty="0"/>
              <a:t>. As with a gate, a combinational circuit can be defined in three ways:</a:t>
            </a:r>
          </a:p>
        </p:txBody>
      </p:sp>
      <p:sp>
        <p:nvSpPr>
          <p:cNvPr id="2" name="Rectangle 1">
            <a:extLst>
              <a:ext uri="{FF2B5EF4-FFF2-40B4-BE49-F238E27FC236}">
                <a16:creationId xmlns:a16="http://schemas.microsoft.com/office/drawing/2014/main" id="{372A7B67-B23F-71FE-81C5-9F9BD07561C1}"/>
              </a:ext>
            </a:extLst>
          </p:cNvPr>
          <p:cNvSpPr/>
          <p:nvPr/>
        </p:nvSpPr>
        <p:spPr>
          <a:xfrm>
            <a:off x="1331640" y="4437112"/>
            <a:ext cx="1800200" cy="21602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400" b="1" dirty="0">
                <a:solidFill>
                  <a:sysClr val="windowText" lastClr="000000"/>
                </a:solidFill>
              </a:rPr>
              <a:t>Truth table </a:t>
            </a:r>
          </a:p>
          <a:p>
            <a:pPr algn="ctr"/>
            <a:endParaRPr lang="en-MY" sz="1400" dirty="0">
              <a:solidFill>
                <a:sysClr val="windowText" lastClr="000000"/>
              </a:solidFill>
            </a:endParaRPr>
          </a:p>
          <a:p>
            <a:pPr algn="ctr"/>
            <a:r>
              <a:rPr lang="en-MY" sz="1400" dirty="0">
                <a:solidFill>
                  <a:sysClr val="windowText" lastClr="000000"/>
                </a:solidFill>
              </a:rPr>
              <a:t>For each of the 2n possible combination of input signals, the binary value of each of the m output signals is listed</a:t>
            </a:r>
          </a:p>
        </p:txBody>
      </p:sp>
      <p:sp>
        <p:nvSpPr>
          <p:cNvPr id="4" name="Rectangle 3">
            <a:extLst>
              <a:ext uri="{FF2B5EF4-FFF2-40B4-BE49-F238E27FC236}">
                <a16:creationId xmlns:a16="http://schemas.microsoft.com/office/drawing/2014/main" id="{475DCD84-9BB7-C9A7-E8EB-05DD71E91C3F}"/>
              </a:ext>
            </a:extLst>
          </p:cNvPr>
          <p:cNvSpPr/>
          <p:nvPr/>
        </p:nvSpPr>
        <p:spPr>
          <a:xfrm>
            <a:off x="3552587" y="4437112"/>
            <a:ext cx="1800200" cy="21602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600" b="1" dirty="0">
                <a:solidFill>
                  <a:sysClr val="windowText" lastClr="000000"/>
                </a:solidFill>
              </a:rPr>
              <a:t>Graphical symbols</a:t>
            </a:r>
          </a:p>
          <a:p>
            <a:pPr algn="ctr"/>
            <a:r>
              <a:rPr lang="en-MY" sz="1600" b="1" dirty="0">
                <a:solidFill>
                  <a:sysClr val="windowText" lastClr="000000"/>
                </a:solidFill>
              </a:rPr>
              <a:t> </a:t>
            </a:r>
          </a:p>
          <a:p>
            <a:pPr algn="ctr"/>
            <a:endParaRPr lang="en-MY" sz="1600" dirty="0">
              <a:solidFill>
                <a:sysClr val="windowText" lastClr="000000"/>
              </a:solidFill>
            </a:endParaRPr>
          </a:p>
          <a:p>
            <a:pPr algn="ctr"/>
            <a:r>
              <a:rPr lang="en-MY" sz="1600" dirty="0">
                <a:solidFill>
                  <a:sysClr val="windowText" lastClr="000000"/>
                </a:solidFill>
              </a:rPr>
              <a:t>The interconnected layout of gates </a:t>
            </a:r>
          </a:p>
        </p:txBody>
      </p:sp>
      <p:sp>
        <p:nvSpPr>
          <p:cNvPr id="5" name="Rectangle 4">
            <a:extLst>
              <a:ext uri="{FF2B5EF4-FFF2-40B4-BE49-F238E27FC236}">
                <a16:creationId xmlns:a16="http://schemas.microsoft.com/office/drawing/2014/main" id="{F60FA307-9DAD-03A6-425C-1A7602073BD6}"/>
              </a:ext>
            </a:extLst>
          </p:cNvPr>
          <p:cNvSpPr/>
          <p:nvPr/>
        </p:nvSpPr>
        <p:spPr>
          <a:xfrm>
            <a:off x="5773534" y="4437112"/>
            <a:ext cx="1800200" cy="216024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600" b="1" dirty="0">
                <a:solidFill>
                  <a:sysClr val="windowText" lastClr="000000"/>
                </a:solidFill>
              </a:rPr>
              <a:t>Boolean equations </a:t>
            </a:r>
          </a:p>
          <a:p>
            <a:pPr algn="ctr"/>
            <a:endParaRPr lang="en-MY" sz="1600" dirty="0">
              <a:solidFill>
                <a:sysClr val="windowText" lastClr="000000"/>
              </a:solidFill>
            </a:endParaRPr>
          </a:p>
          <a:p>
            <a:pPr algn="ctr"/>
            <a:r>
              <a:rPr lang="en-MY" sz="1600" dirty="0">
                <a:solidFill>
                  <a:sysClr val="windowText" lastClr="000000"/>
                </a:solidFill>
              </a:rPr>
              <a:t>Each output signal is expressed as Boolean function of its input signals</a:t>
            </a:r>
          </a:p>
        </p:txBody>
      </p:sp>
      <p:sp>
        <p:nvSpPr>
          <p:cNvPr id="3" name="Slide Number Placeholder 2">
            <a:extLst>
              <a:ext uri="{FF2B5EF4-FFF2-40B4-BE49-F238E27FC236}">
                <a16:creationId xmlns:a16="http://schemas.microsoft.com/office/drawing/2014/main" id="{111C3084-5F41-7F6B-0656-D80F92FB5355}"/>
              </a:ext>
            </a:extLst>
          </p:cNvPr>
          <p:cNvSpPr>
            <a:spLocks noGrp="1"/>
          </p:cNvSpPr>
          <p:nvPr>
            <p:ph type="sldNum" sz="quarter" idx="12"/>
          </p:nvPr>
        </p:nvSpPr>
        <p:spPr/>
        <p:txBody>
          <a:bodyPr/>
          <a:lstStyle/>
          <a:p>
            <a:pPr>
              <a:defRPr/>
            </a:pPr>
            <a:fld id="{28588503-611C-4314-9367-E0668E948370}" type="slidenum">
              <a:rPr lang="en-US" altLang="en-US" smtClean="0"/>
              <a:pPr>
                <a:defRPr/>
              </a:pPr>
              <a:t>38</a:t>
            </a:fld>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4C252B2D-5C95-5041-4371-D02341F7EA7D}"/>
              </a:ext>
            </a:extLst>
          </p:cNvPr>
          <p:cNvSpPr>
            <a:spLocks noGrp="1" noChangeArrowheads="1"/>
          </p:cNvSpPr>
          <p:nvPr>
            <p:ph type="title"/>
          </p:nvPr>
        </p:nvSpPr>
        <p:spPr>
          <a:xfrm>
            <a:off x="609598" y="609600"/>
            <a:ext cx="8210873" cy="731168"/>
          </a:xfrm>
        </p:spPr>
        <p:txBody>
          <a:bodyPr>
            <a:normAutofit fontScale="90000"/>
          </a:bodyPr>
          <a:lstStyle/>
          <a:p>
            <a:r>
              <a:rPr lang="en-US" altLang="en-US" sz="3200" dirty="0"/>
              <a:t>Implementation of Boolean Functions</a:t>
            </a:r>
          </a:p>
        </p:txBody>
      </p:sp>
      <p:sp>
        <p:nvSpPr>
          <p:cNvPr id="44035" name="Rectangle 3">
            <a:extLst>
              <a:ext uri="{FF2B5EF4-FFF2-40B4-BE49-F238E27FC236}">
                <a16:creationId xmlns:a16="http://schemas.microsoft.com/office/drawing/2014/main" id="{13CB9958-E588-2DA2-253D-ACE4AC2AD4E3}"/>
              </a:ext>
            </a:extLst>
          </p:cNvPr>
          <p:cNvSpPr>
            <a:spLocks noGrp="1" noChangeArrowheads="1"/>
          </p:cNvSpPr>
          <p:nvPr>
            <p:ph idx="1"/>
          </p:nvPr>
        </p:nvSpPr>
        <p:spPr>
          <a:xfrm>
            <a:off x="609598" y="1412776"/>
            <a:ext cx="7686177" cy="4556579"/>
          </a:xfrm>
        </p:spPr>
        <p:txBody>
          <a:bodyPr>
            <a:normAutofit/>
          </a:bodyPr>
          <a:lstStyle/>
          <a:p>
            <a:r>
              <a:rPr lang="en-US" altLang="en-US" sz="2400" dirty="0"/>
              <a:t>Typically, there are several alternatives to express a function:</a:t>
            </a:r>
          </a:p>
          <a:p>
            <a:pPr lvl="1"/>
            <a:r>
              <a:rPr lang="en-US" altLang="en-US" sz="4000" b="1" dirty="0">
                <a:solidFill>
                  <a:srgbClr val="92D050"/>
                </a:solidFill>
              </a:rPr>
              <a:t>Sum of Product (SOP)</a:t>
            </a:r>
          </a:p>
          <a:p>
            <a:pPr lvl="2"/>
            <a:r>
              <a:rPr lang="en-US" altLang="en-US" sz="1800" dirty="0"/>
              <a:t>The output is 1 if ANY of the input combinations result in a 1 is true (1 term for each 1)</a:t>
            </a:r>
          </a:p>
          <a:p>
            <a:pPr lvl="2"/>
            <a:r>
              <a:rPr lang="en-US" altLang="en-US" sz="1800" dirty="0"/>
              <a:t>Any combination of variables produce result 1 </a:t>
            </a:r>
          </a:p>
          <a:p>
            <a:pPr lvl="1"/>
            <a:r>
              <a:rPr lang="en-US" altLang="en-US" sz="4000" b="1" dirty="0">
                <a:solidFill>
                  <a:srgbClr val="FF0000"/>
                </a:solidFill>
              </a:rPr>
              <a:t>Product of Sum (POS)</a:t>
            </a:r>
          </a:p>
          <a:p>
            <a:pPr lvl="2"/>
            <a:r>
              <a:rPr lang="en-US" altLang="en-US" sz="1800" dirty="0"/>
              <a:t>The output is 1 if NONE of the input combinations that produces 0 is true (1 term for each 0)</a:t>
            </a:r>
          </a:p>
          <a:p>
            <a:pPr lvl="2"/>
            <a:r>
              <a:rPr lang="en-US" altLang="en-US" sz="1800" dirty="0"/>
              <a:t>Any combination of variables produce result 0</a:t>
            </a:r>
          </a:p>
          <a:p>
            <a:pPr marL="457200" lvl="1" indent="0">
              <a:buNone/>
            </a:pPr>
            <a:endParaRPr lang="en-US" altLang="en-US" sz="2000" dirty="0"/>
          </a:p>
        </p:txBody>
      </p:sp>
      <p:sp>
        <p:nvSpPr>
          <p:cNvPr id="2" name="TextBox 1">
            <a:extLst>
              <a:ext uri="{FF2B5EF4-FFF2-40B4-BE49-F238E27FC236}">
                <a16:creationId xmlns:a16="http://schemas.microsoft.com/office/drawing/2014/main" id="{A5331BBF-CF4E-2AB8-A55D-C13EA25F6FB6}"/>
              </a:ext>
            </a:extLst>
          </p:cNvPr>
          <p:cNvSpPr txBox="1"/>
          <p:nvPr/>
        </p:nvSpPr>
        <p:spPr>
          <a:xfrm>
            <a:off x="6015690" y="2089052"/>
            <a:ext cx="2792752" cy="400110"/>
          </a:xfrm>
          <a:prstGeom prst="rect">
            <a:avLst/>
          </a:prstGeom>
          <a:noFill/>
        </p:spPr>
        <p:txBody>
          <a:bodyPr wrap="none" rtlCol="0">
            <a:spAutoFit/>
          </a:bodyPr>
          <a:lstStyle/>
          <a:p>
            <a:r>
              <a:rPr lang="en-MY" b="1" dirty="0">
                <a:solidFill>
                  <a:schemeClr val="accent1"/>
                </a:solidFill>
              </a:rPr>
              <a:t>( . ) + ( . ) + ( . ) …..</a:t>
            </a:r>
          </a:p>
        </p:txBody>
      </p:sp>
      <p:sp>
        <p:nvSpPr>
          <p:cNvPr id="3" name="TextBox 2">
            <a:extLst>
              <a:ext uri="{FF2B5EF4-FFF2-40B4-BE49-F238E27FC236}">
                <a16:creationId xmlns:a16="http://schemas.microsoft.com/office/drawing/2014/main" id="{D3084E48-F2EF-03BC-0FCB-A4BEA14B2F15}"/>
              </a:ext>
            </a:extLst>
          </p:cNvPr>
          <p:cNvSpPr txBox="1"/>
          <p:nvPr/>
        </p:nvSpPr>
        <p:spPr>
          <a:xfrm>
            <a:off x="6101451" y="3835080"/>
            <a:ext cx="2621230" cy="400110"/>
          </a:xfrm>
          <a:prstGeom prst="rect">
            <a:avLst/>
          </a:prstGeom>
          <a:noFill/>
        </p:spPr>
        <p:txBody>
          <a:bodyPr wrap="none" rtlCol="0">
            <a:spAutoFit/>
          </a:bodyPr>
          <a:lstStyle/>
          <a:p>
            <a:r>
              <a:rPr lang="en-MY" b="1" dirty="0">
                <a:solidFill>
                  <a:srgbClr val="FF0000"/>
                </a:solidFill>
              </a:rPr>
              <a:t>( + ).( + ).( + ) …..</a:t>
            </a:r>
          </a:p>
        </p:txBody>
      </p:sp>
      <p:sp>
        <p:nvSpPr>
          <p:cNvPr id="4" name="Slide Number Placeholder 3">
            <a:extLst>
              <a:ext uri="{FF2B5EF4-FFF2-40B4-BE49-F238E27FC236}">
                <a16:creationId xmlns:a16="http://schemas.microsoft.com/office/drawing/2014/main" id="{879EA579-82ED-A8E4-1F9A-C91822E97704}"/>
              </a:ext>
            </a:extLst>
          </p:cNvPr>
          <p:cNvSpPr>
            <a:spLocks noGrp="1"/>
          </p:cNvSpPr>
          <p:nvPr>
            <p:ph type="sldNum" sz="quarter" idx="12"/>
          </p:nvPr>
        </p:nvSpPr>
        <p:spPr/>
        <p:txBody>
          <a:bodyPr/>
          <a:lstStyle/>
          <a:p>
            <a:pPr>
              <a:defRPr/>
            </a:pPr>
            <a:fld id="{28588503-611C-4314-9367-E0668E948370}" type="slidenum">
              <a:rPr lang="en-US" altLang="en-US" smtClean="0"/>
              <a:pPr>
                <a:defRPr/>
              </a:pPr>
              <a:t>39</a:t>
            </a:fld>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D55395FA-73D6-CC5D-394C-D9E35562E55D}"/>
              </a:ext>
            </a:extLst>
          </p:cNvPr>
          <p:cNvGrpSpPr/>
          <p:nvPr/>
        </p:nvGrpSpPr>
        <p:grpSpPr>
          <a:xfrm>
            <a:off x="519127" y="3019397"/>
            <a:ext cx="7868180" cy="602635"/>
            <a:chOff x="565902" y="1034876"/>
            <a:chExt cx="7868180" cy="602635"/>
          </a:xfrm>
        </p:grpSpPr>
        <p:sp>
          <p:nvSpPr>
            <p:cNvPr id="4" name="TextBox 3">
              <a:extLst>
                <a:ext uri="{FF2B5EF4-FFF2-40B4-BE49-F238E27FC236}">
                  <a16:creationId xmlns:a16="http://schemas.microsoft.com/office/drawing/2014/main" id="{70A8B937-4BF3-BEE7-9221-57824DDB0D56}"/>
                </a:ext>
              </a:extLst>
            </p:cNvPr>
            <p:cNvSpPr txBox="1"/>
            <p:nvPr/>
          </p:nvSpPr>
          <p:spPr>
            <a:xfrm>
              <a:off x="565902" y="1052736"/>
              <a:ext cx="7868180" cy="584775"/>
            </a:xfrm>
            <a:prstGeom prst="rect">
              <a:avLst/>
            </a:prstGeom>
            <a:noFill/>
          </p:spPr>
          <p:txBody>
            <a:bodyPr wrap="none" rtlCol="0">
              <a:spAutoFit/>
            </a:bodyPr>
            <a:lstStyle/>
            <a:p>
              <a:r>
                <a:rPr lang="en-MY" sz="3200" dirty="0"/>
                <a:t>F = (ABC) . (ABC) . (ABC) . (ABC) . (ABC) </a:t>
              </a:r>
            </a:p>
          </p:txBody>
        </p:sp>
        <p:cxnSp>
          <p:nvCxnSpPr>
            <p:cNvPr id="6" name="Straight Connector 5">
              <a:extLst>
                <a:ext uri="{FF2B5EF4-FFF2-40B4-BE49-F238E27FC236}">
                  <a16:creationId xmlns:a16="http://schemas.microsoft.com/office/drawing/2014/main" id="{6C7302C4-85A7-65C9-3889-0CDE26698689}"/>
                </a:ext>
              </a:extLst>
            </p:cNvPr>
            <p:cNvCxnSpPr>
              <a:cxnSpLocks/>
            </p:cNvCxnSpPr>
            <p:nvPr/>
          </p:nvCxnSpPr>
          <p:spPr>
            <a:xfrm>
              <a:off x="1547664" y="1124744"/>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2F199B0-1B6A-BD95-C2ED-2705C25B65DF}"/>
                </a:ext>
              </a:extLst>
            </p:cNvPr>
            <p:cNvCxnSpPr>
              <a:cxnSpLocks/>
            </p:cNvCxnSpPr>
            <p:nvPr/>
          </p:nvCxnSpPr>
          <p:spPr>
            <a:xfrm>
              <a:off x="7236296" y="1052736"/>
              <a:ext cx="756084" cy="7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0C59462-E231-0FE3-01D2-E23E908993C9}"/>
                </a:ext>
              </a:extLst>
            </p:cNvPr>
            <p:cNvCxnSpPr>
              <a:cxnSpLocks/>
            </p:cNvCxnSpPr>
            <p:nvPr/>
          </p:nvCxnSpPr>
          <p:spPr>
            <a:xfrm>
              <a:off x="1835696" y="1124744"/>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707881-F747-4A4B-7EDF-7963C20C279A}"/>
                </a:ext>
              </a:extLst>
            </p:cNvPr>
            <p:cNvCxnSpPr>
              <a:cxnSpLocks/>
            </p:cNvCxnSpPr>
            <p:nvPr/>
          </p:nvCxnSpPr>
          <p:spPr>
            <a:xfrm>
              <a:off x="2123728" y="1124744"/>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4E5141A-E4E8-F2A2-96F5-7D619A8C66D8}"/>
                </a:ext>
              </a:extLst>
            </p:cNvPr>
            <p:cNvCxnSpPr>
              <a:cxnSpLocks/>
            </p:cNvCxnSpPr>
            <p:nvPr/>
          </p:nvCxnSpPr>
          <p:spPr>
            <a:xfrm>
              <a:off x="2987824" y="1124744"/>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D9BC6F-1876-B2BC-6998-4E8B68E635CF}"/>
                </a:ext>
              </a:extLst>
            </p:cNvPr>
            <p:cNvCxnSpPr>
              <a:cxnSpLocks/>
            </p:cNvCxnSpPr>
            <p:nvPr/>
          </p:nvCxnSpPr>
          <p:spPr>
            <a:xfrm>
              <a:off x="3275856" y="1124744"/>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C53A8B-6281-BDB3-BDB0-B204C9D422D4}"/>
                </a:ext>
              </a:extLst>
            </p:cNvPr>
            <p:cNvCxnSpPr>
              <a:cxnSpLocks/>
            </p:cNvCxnSpPr>
            <p:nvPr/>
          </p:nvCxnSpPr>
          <p:spPr>
            <a:xfrm>
              <a:off x="4680012" y="1131888"/>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96D3664-9330-A5AF-2473-5DAE64A1A27E}"/>
                </a:ext>
              </a:extLst>
            </p:cNvPr>
            <p:cNvCxnSpPr>
              <a:cxnSpLocks/>
            </p:cNvCxnSpPr>
            <p:nvPr/>
          </p:nvCxnSpPr>
          <p:spPr>
            <a:xfrm>
              <a:off x="4932040" y="1124744"/>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00C83EA-CD13-A892-CF60-347A7C77C486}"/>
                </a:ext>
              </a:extLst>
            </p:cNvPr>
            <p:cNvCxnSpPr>
              <a:cxnSpLocks/>
            </p:cNvCxnSpPr>
            <p:nvPr/>
          </p:nvCxnSpPr>
          <p:spPr>
            <a:xfrm>
              <a:off x="6084168" y="1131888"/>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65897C4-9AF4-ADB6-8EBA-3037E908CE9D}"/>
                </a:ext>
              </a:extLst>
            </p:cNvPr>
            <p:cNvCxnSpPr>
              <a:cxnSpLocks/>
            </p:cNvCxnSpPr>
            <p:nvPr/>
          </p:nvCxnSpPr>
          <p:spPr>
            <a:xfrm>
              <a:off x="5814138" y="1045592"/>
              <a:ext cx="756084" cy="7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B723AA7-7256-5D40-2BBC-41EFDCA9613D}"/>
                </a:ext>
              </a:extLst>
            </p:cNvPr>
            <p:cNvCxnSpPr>
              <a:cxnSpLocks/>
            </p:cNvCxnSpPr>
            <p:nvPr/>
          </p:nvCxnSpPr>
          <p:spPr>
            <a:xfrm>
              <a:off x="4409982" y="1042020"/>
              <a:ext cx="756084" cy="7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B60744E-3D77-F460-9195-C7B49D18C9A0}"/>
                </a:ext>
              </a:extLst>
            </p:cNvPr>
            <p:cNvCxnSpPr>
              <a:cxnSpLocks/>
            </p:cNvCxnSpPr>
            <p:nvPr/>
          </p:nvCxnSpPr>
          <p:spPr>
            <a:xfrm>
              <a:off x="2970110" y="1034876"/>
              <a:ext cx="756084" cy="7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68EECA2-83B8-CD1A-7DCA-FEAA754BD7C9}"/>
                </a:ext>
              </a:extLst>
            </p:cNvPr>
            <p:cNvCxnSpPr>
              <a:cxnSpLocks/>
            </p:cNvCxnSpPr>
            <p:nvPr/>
          </p:nvCxnSpPr>
          <p:spPr>
            <a:xfrm>
              <a:off x="1583668" y="1034876"/>
              <a:ext cx="756084" cy="7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6390476F-258E-42B3-5FE5-799D9E4A6E82}"/>
              </a:ext>
            </a:extLst>
          </p:cNvPr>
          <p:cNvGrpSpPr/>
          <p:nvPr/>
        </p:nvGrpSpPr>
        <p:grpSpPr>
          <a:xfrm>
            <a:off x="2107321" y="1882540"/>
            <a:ext cx="4336444" cy="595491"/>
            <a:chOff x="2403778" y="2919796"/>
            <a:chExt cx="4336444" cy="595491"/>
          </a:xfrm>
        </p:grpSpPr>
        <p:sp>
          <p:nvSpPr>
            <p:cNvPr id="28" name="TextBox 27">
              <a:extLst>
                <a:ext uri="{FF2B5EF4-FFF2-40B4-BE49-F238E27FC236}">
                  <a16:creationId xmlns:a16="http://schemas.microsoft.com/office/drawing/2014/main" id="{87C8CCA9-7A9F-A8F7-373D-DB0D0A030C1E}"/>
                </a:ext>
              </a:extLst>
            </p:cNvPr>
            <p:cNvSpPr txBox="1"/>
            <p:nvPr/>
          </p:nvSpPr>
          <p:spPr>
            <a:xfrm>
              <a:off x="2403778" y="2930512"/>
              <a:ext cx="4336444" cy="584775"/>
            </a:xfrm>
            <a:prstGeom prst="rect">
              <a:avLst/>
            </a:prstGeom>
            <a:noFill/>
          </p:spPr>
          <p:txBody>
            <a:bodyPr wrap="none" rtlCol="0">
              <a:spAutoFit/>
            </a:bodyPr>
            <a:lstStyle/>
            <a:p>
              <a:r>
                <a:rPr lang="en-MY" sz="3200" dirty="0"/>
                <a:t>(X . Y . Z) = X + Y + Z</a:t>
              </a:r>
            </a:p>
          </p:txBody>
        </p:sp>
        <p:cxnSp>
          <p:nvCxnSpPr>
            <p:cNvPr id="29" name="Straight Connector 28">
              <a:extLst>
                <a:ext uri="{FF2B5EF4-FFF2-40B4-BE49-F238E27FC236}">
                  <a16:creationId xmlns:a16="http://schemas.microsoft.com/office/drawing/2014/main" id="{E1C79C2E-9EA5-8609-ABF8-E9ADD5A974E2}"/>
                </a:ext>
              </a:extLst>
            </p:cNvPr>
            <p:cNvCxnSpPr>
              <a:cxnSpLocks/>
            </p:cNvCxnSpPr>
            <p:nvPr/>
          </p:nvCxnSpPr>
          <p:spPr>
            <a:xfrm>
              <a:off x="4825075" y="2960452"/>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8AFD4E8-E5AC-53CE-CB4F-D7DFF5778C5D}"/>
                </a:ext>
              </a:extLst>
            </p:cNvPr>
            <p:cNvCxnSpPr>
              <a:cxnSpLocks/>
            </p:cNvCxnSpPr>
            <p:nvPr/>
          </p:nvCxnSpPr>
          <p:spPr>
            <a:xfrm>
              <a:off x="5580112" y="2960452"/>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98198A7-2631-938C-7437-6F94FA97D71E}"/>
                </a:ext>
              </a:extLst>
            </p:cNvPr>
            <p:cNvCxnSpPr>
              <a:cxnSpLocks/>
            </p:cNvCxnSpPr>
            <p:nvPr/>
          </p:nvCxnSpPr>
          <p:spPr>
            <a:xfrm>
              <a:off x="6372200" y="2961363"/>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76CF834-21D0-D86C-DF76-330ACDF0B2C5}"/>
                </a:ext>
              </a:extLst>
            </p:cNvPr>
            <p:cNvCxnSpPr>
              <a:cxnSpLocks/>
            </p:cNvCxnSpPr>
            <p:nvPr/>
          </p:nvCxnSpPr>
          <p:spPr>
            <a:xfrm flipV="1">
              <a:off x="2660328" y="2919796"/>
              <a:ext cx="1479624" cy="107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Title 45">
            <a:extLst>
              <a:ext uri="{FF2B5EF4-FFF2-40B4-BE49-F238E27FC236}">
                <a16:creationId xmlns:a16="http://schemas.microsoft.com/office/drawing/2014/main" id="{5803F621-51C4-3D8B-3898-7A720C6909F1}"/>
              </a:ext>
            </a:extLst>
          </p:cNvPr>
          <p:cNvSpPr>
            <a:spLocks noGrp="1"/>
          </p:cNvSpPr>
          <p:nvPr>
            <p:ph type="title"/>
          </p:nvPr>
        </p:nvSpPr>
        <p:spPr>
          <a:xfrm>
            <a:off x="609598" y="609600"/>
            <a:ext cx="7778825" cy="728743"/>
          </a:xfrm>
        </p:spPr>
        <p:txBody>
          <a:bodyPr/>
          <a:lstStyle/>
          <a:p>
            <a:r>
              <a:rPr lang="en-MY" dirty="0"/>
              <a:t>Example of SOP </a:t>
            </a:r>
          </a:p>
        </p:txBody>
      </p:sp>
      <p:sp>
        <p:nvSpPr>
          <p:cNvPr id="48" name="TextBox 47">
            <a:extLst>
              <a:ext uri="{FF2B5EF4-FFF2-40B4-BE49-F238E27FC236}">
                <a16:creationId xmlns:a16="http://schemas.microsoft.com/office/drawing/2014/main" id="{A1125485-ACA3-65D5-70FE-3743D0649B70}"/>
              </a:ext>
            </a:extLst>
          </p:cNvPr>
          <p:cNvSpPr txBox="1"/>
          <p:nvPr/>
        </p:nvSpPr>
        <p:spPr>
          <a:xfrm>
            <a:off x="519127" y="4527766"/>
            <a:ext cx="7868180" cy="369332"/>
          </a:xfrm>
          <a:prstGeom prst="rect">
            <a:avLst/>
          </a:prstGeom>
          <a:noFill/>
        </p:spPr>
        <p:txBody>
          <a:bodyPr wrap="square">
            <a:spAutoFit/>
          </a:bodyPr>
          <a:lstStyle/>
          <a:p>
            <a:pPr>
              <a:lnSpc>
                <a:spcPct val="90000"/>
              </a:lnSpc>
            </a:pPr>
            <a:r>
              <a:rPr lang="en-US" altLang="en-US" dirty="0" err="1"/>
              <a:t>Itemising</a:t>
            </a:r>
            <a:r>
              <a:rPr lang="en-US" altLang="en-US" dirty="0"/>
              <a:t> combinations of values of A, B, and C that cause F to be 1</a:t>
            </a:r>
          </a:p>
        </p:txBody>
      </p:sp>
      <p:sp>
        <p:nvSpPr>
          <p:cNvPr id="49" name="TextBox 48">
            <a:extLst>
              <a:ext uri="{FF2B5EF4-FFF2-40B4-BE49-F238E27FC236}">
                <a16:creationId xmlns:a16="http://schemas.microsoft.com/office/drawing/2014/main" id="{37A998E4-0FC3-B80F-F63C-7E2778E580A7}"/>
              </a:ext>
            </a:extLst>
          </p:cNvPr>
          <p:cNvSpPr txBox="1"/>
          <p:nvPr/>
        </p:nvSpPr>
        <p:spPr>
          <a:xfrm>
            <a:off x="8209633" y="209490"/>
            <a:ext cx="649537" cy="400110"/>
          </a:xfrm>
          <a:prstGeom prst="rect">
            <a:avLst/>
          </a:prstGeom>
          <a:noFill/>
        </p:spPr>
        <p:txBody>
          <a:bodyPr wrap="none" rtlCol="0">
            <a:spAutoFit/>
          </a:bodyPr>
          <a:lstStyle/>
          <a:p>
            <a:r>
              <a:rPr lang="en-MY" dirty="0"/>
              <a:t>SOP</a:t>
            </a:r>
          </a:p>
        </p:txBody>
      </p:sp>
      <p:sp>
        <p:nvSpPr>
          <p:cNvPr id="2" name="Slide Number Placeholder 1">
            <a:extLst>
              <a:ext uri="{FF2B5EF4-FFF2-40B4-BE49-F238E27FC236}">
                <a16:creationId xmlns:a16="http://schemas.microsoft.com/office/drawing/2014/main" id="{F3D98E64-52C0-8AFD-C224-B6A9659269A3}"/>
              </a:ext>
            </a:extLst>
          </p:cNvPr>
          <p:cNvSpPr>
            <a:spLocks noGrp="1"/>
          </p:cNvSpPr>
          <p:nvPr>
            <p:ph type="sldNum" sz="quarter" idx="12"/>
          </p:nvPr>
        </p:nvSpPr>
        <p:spPr/>
        <p:txBody>
          <a:bodyPr/>
          <a:lstStyle/>
          <a:p>
            <a:pPr>
              <a:defRPr/>
            </a:pPr>
            <a:fld id="{952C6CDE-0029-4392-A17B-7706F68C846A}" type="slidenum">
              <a:rPr lang="en-US" altLang="en-US" smtClean="0"/>
              <a:pPr>
                <a:defRPr/>
              </a:pPr>
              <a:t>40</a:t>
            </a:fld>
            <a:endParaRPr lang="en-US" altLang="en-US"/>
          </a:p>
        </p:txBody>
      </p:sp>
    </p:spTree>
    <p:extLst>
      <p:ext uri="{BB962C8B-B14F-4D97-AF65-F5344CB8AC3E}">
        <p14:creationId xmlns:p14="http://schemas.microsoft.com/office/powerpoint/2010/main" val="9142735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96DCD-D180-5CE1-B025-04ABBDDF6234}"/>
              </a:ext>
            </a:extLst>
          </p:cNvPr>
          <p:cNvSpPr>
            <a:spLocks noGrp="1"/>
          </p:cNvSpPr>
          <p:nvPr>
            <p:ph type="title"/>
          </p:nvPr>
        </p:nvSpPr>
        <p:spPr>
          <a:xfrm>
            <a:off x="609598" y="609600"/>
            <a:ext cx="7850833" cy="1320800"/>
          </a:xfrm>
        </p:spPr>
        <p:txBody>
          <a:bodyPr/>
          <a:lstStyle/>
          <a:p>
            <a:r>
              <a:rPr lang="en-US" altLang="en-US" sz="3600" dirty="0"/>
              <a:t>Implementation of Boolean Functions</a:t>
            </a:r>
            <a:endParaRPr lang="en-MY" dirty="0"/>
          </a:p>
        </p:txBody>
      </p:sp>
      <p:pic>
        <p:nvPicPr>
          <p:cNvPr id="6" name="Picture 5">
            <a:extLst>
              <a:ext uri="{FF2B5EF4-FFF2-40B4-BE49-F238E27FC236}">
                <a16:creationId xmlns:a16="http://schemas.microsoft.com/office/drawing/2014/main" id="{8F353430-B82F-2C28-32C6-2C377CDE192B}"/>
              </a:ext>
            </a:extLst>
          </p:cNvPr>
          <p:cNvPicPr>
            <a:picLocks noChangeAspect="1"/>
          </p:cNvPicPr>
          <p:nvPr/>
        </p:nvPicPr>
        <p:blipFill>
          <a:blip r:embed="rId2"/>
          <a:stretch>
            <a:fillRect/>
          </a:stretch>
        </p:blipFill>
        <p:spPr>
          <a:xfrm>
            <a:off x="827584" y="1710992"/>
            <a:ext cx="7929863" cy="4886360"/>
          </a:xfrm>
          <a:prstGeom prst="rect">
            <a:avLst/>
          </a:prstGeom>
        </p:spPr>
      </p:pic>
      <p:sp>
        <p:nvSpPr>
          <p:cNvPr id="11" name="Rectangle 10">
            <a:extLst>
              <a:ext uri="{FF2B5EF4-FFF2-40B4-BE49-F238E27FC236}">
                <a16:creationId xmlns:a16="http://schemas.microsoft.com/office/drawing/2014/main" id="{7B05C042-D98A-58C4-200A-59399C625FD3}"/>
              </a:ext>
            </a:extLst>
          </p:cNvPr>
          <p:cNvSpPr/>
          <p:nvPr/>
        </p:nvSpPr>
        <p:spPr>
          <a:xfrm>
            <a:off x="827583" y="3501008"/>
            <a:ext cx="7929863" cy="3600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TextBox 2">
            <a:extLst>
              <a:ext uri="{FF2B5EF4-FFF2-40B4-BE49-F238E27FC236}">
                <a16:creationId xmlns:a16="http://schemas.microsoft.com/office/drawing/2014/main" id="{D88CA15A-3864-A60F-40AF-1309AD9CC45C}"/>
              </a:ext>
            </a:extLst>
          </p:cNvPr>
          <p:cNvSpPr txBox="1"/>
          <p:nvPr/>
        </p:nvSpPr>
        <p:spPr>
          <a:xfrm>
            <a:off x="8209633" y="209490"/>
            <a:ext cx="649537" cy="400110"/>
          </a:xfrm>
          <a:prstGeom prst="rect">
            <a:avLst/>
          </a:prstGeom>
          <a:noFill/>
        </p:spPr>
        <p:txBody>
          <a:bodyPr wrap="none" rtlCol="0">
            <a:spAutoFit/>
          </a:bodyPr>
          <a:lstStyle/>
          <a:p>
            <a:r>
              <a:rPr lang="en-MY" dirty="0"/>
              <a:t>SOP</a:t>
            </a:r>
          </a:p>
        </p:txBody>
      </p:sp>
      <p:sp>
        <p:nvSpPr>
          <p:cNvPr id="4" name="Slide Number Placeholder 3">
            <a:extLst>
              <a:ext uri="{FF2B5EF4-FFF2-40B4-BE49-F238E27FC236}">
                <a16:creationId xmlns:a16="http://schemas.microsoft.com/office/drawing/2014/main" id="{83F94C26-6776-BC1A-BCB7-DE3E16CAE497}"/>
              </a:ext>
            </a:extLst>
          </p:cNvPr>
          <p:cNvSpPr>
            <a:spLocks noGrp="1"/>
          </p:cNvSpPr>
          <p:nvPr>
            <p:ph type="sldNum" sz="quarter" idx="12"/>
          </p:nvPr>
        </p:nvSpPr>
        <p:spPr/>
        <p:txBody>
          <a:bodyPr/>
          <a:lstStyle/>
          <a:p>
            <a:pPr>
              <a:defRPr/>
            </a:pPr>
            <a:fld id="{952C6CDE-0029-4392-A17B-7706F68C846A}" type="slidenum">
              <a:rPr lang="en-US" altLang="en-US" smtClean="0"/>
              <a:pPr>
                <a:defRPr/>
              </a:pPr>
              <a:t>41</a:t>
            </a:fld>
            <a:endParaRPr lang="en-US" altLang="en-US"/>
          </a:p>
        </p:txBody>
      </p:sp>
      <p:sp>
        <p:nvSpPr>
          <p:cNvPr id="5" name="Rectangle 4">
            <a:extLst>
              <a:ext uri="{FF2B5EF4-FFF2-40B4-BE49-F238E27FC236}">
                <a16:creationId xmlns:a16="http://schemas.microsoft.com/office/drawing/2014/main" id="{8ECD8FC2-85CC-91CB-C958-927E4933D0AA}"/>
              </a:ext>
            </a:extLst>
          </p:cNvPr>
          <p:cNvSpPr/>
          <p:nvPr/>
        </p:nvSpPr>
        <p:spPr>
          <a:xfrm>
            <a:off x="834370" y="3974152"/>
            <a:ext cx="7929863" cy="3600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5368588F-F337-F8F0-1CB3-460BED69DF8D}"/>
              </a:ext>
            </a:extLst>
          </p:cNvPr>
          <p:cNvSpPr/>
          <p:nvPr/>
        </p:nvSpPr>
        <p:spPr>
          <a:xfrm>
            <a:off x="820798" y="5470592"/>
            <a:ext cx="7929863" cy="3600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7086583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CBF3F-4F9A-A11F-34F1-A12B58839821}"/>
              </a:ext>
            </a:extLst>
          </p:cNvPr>
          <p:cNvSpPr>
            <a:spLocks noGrp="1"/>
          </p:cNvSpPr>
          <p:nvPr>
            <p:ph type="title"/>
          </p:nvPr>
        </p:nvSpPr>
        <p:spPr/>
        <p:txBody>
          <a:bodyPr/>
          <a:lstStyle/>
          <a:p>
            <a:r>
              <a:rPr lang="en-US" altLang="en-US" dirty="0"/>
              <a:t>Sum of Product (SOP)</a:t>
            </a:r>
            <a:endParaRPr lang="en-MY" dirty="0"/>
          </a:p>
        </p:txBody>
      </p:sp>
      <p:pic>
        <p:nvPicPr>
          <p:cNvPr id="4" name="Picture 3">
            <a:extLst>
              <a:ext uri="{FF2B5EF4-FFF2-40B4-BE49-F238E27FC236}">
                <a16:creationId xmlns:a16="http://schemas.microsoft.com/office/drawing/2014/main" id="{5923B282-48C7-1406-2C55-334EDBEB18AE}"/>
              </a:ext>
            </a:extLst>
          </p:cNvPr>
          <p:cNvPicPr>
            <a:picLocks noChangeAspect="1"/>
          </p:cNvPicPr>
          <p:nvPr/>
        </p:nvPicPr>
        <p:blipFill>
          <a:blip r:embed="rId2"/>
          <a:stretch>
            <a:fillRect/>
          </a:stretch>
        </p:blipFill>
        <p:spPr>
          <a:xfrm>
            <a:off x="467544" y="1225315"/>
            <a:ext cx="7704856" cy="5516801"/>
          </a:xfrm>
          <a:prstGeom prst="rect">
            <a:avLst/>
          </a:prstGeom>
        </p:spPr>
      </p:pic>
      <p:sp>
        <p:nvSpPr>
          <p:cNvPr id="3" name="Slide Number Placeholder 2">
            <a:extLst>
              <a:ext uri="{FF2B5EF4-FFF2-40B4-BE49-F238E27FC236}">
                <a16:creationId xmlns:a16="http://schemas.microsoft.com/office/drawing/2014/main" id="{F73B00FD-9405-D4E6-4320-175CB56EF709}"/>
              </a:ext>
            </a:extLst>
          </p:cNvPr>
          <p:cNvSpPr>
            <a:spLocks noGrp="1"/>
          </p:cNvSpPr>
          <p:nvPr>
            <p:ph type="sldNum" sz="quarter" idx="12"/>
          </p:nvPr>
        </p:nvSpPr>
        <p:spPr/>
        <p:txBody>
          <a:bodyPr/>
          <a:lstStyle/>
          <a:p>
            <a:pPr>
              <a:defRPr/>
            </a:pPr>
            <a:fld id="{952C6CDE-0029-4392-A17B-7706F68C846A}" type="slidenum">
              <a:rPr lang="en-US" altLang="en-US" smtClean="0"/>
              <a:pPr>
                <a:defRPr/>
              </a:pPr>
              <a:t>42</a:t>
            </a:fld>
            <a:endParaRPr lang="en-US" altLang="en-US"/>
          </a:p>
        </p:txBody>
      </p:sp>
    </p:spTree>
    <p:extLst>
      <p:ext uri="{BB962C8B-B14F-4D97-AF65-F5344CB8AC3E}">
        <p14:creationId xmlns:p14="http://schemas.microsoft.com/office/powerpoint/2010/main" val="27280404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D55395FA-73D6-CC5D-394C-D9E35562E55D}"/>
              </a:ext>
            </a:extLst>
          </p:cNvPr>
          <p:cNvGrpSpPr/>
          <p:nvPr/>
        </p:nvGrpSpPr>
        <p:grpSpPr>
          <a:xfrm>
            <a:off x="635866" y="3127682"/>
            <a:ext cx="7868180" cy="602635"/>
            <a:chOff x="565902" y="1034876"/>
            <a:chExt cx="7868180" cy="602635"/>
          </a:xfrm>
        </p:grpSpPr>
        <p:sp>
          <p:nvSpPr>
            <p:cNvPr id="4" name="TextBox 3">
              <a:extLst>
                <a:ext uri="{FF2B5EF4-FFF2-40B4-BE49-F238E27FC236}">
                  <a16:creationId xmlns:a16="http://schemas.microsoft.com/office/drawing/2014/main" id="{70A8B937-4BF3-BEE7-9221-57824DDB0D56}"/>
                </a:ext>
              </a:extLst>
            </p:cNvPr>
            <p:cNvSpPr txBox="1"/>
            <p:nvPr/>
          </p:nvSpPr>
          <p:spPr>
            <a:xfrm>
              <a:off x="565902" y="1052736"/>
              <a:ext cx="7868180" cy="584775"/>
            </a:xfrm>
            <a:prstGeom prst="rect">
              <a:avLst/>
            </a:prstGeom>
            <a:noFill/>
          </p:spPr>
          <p:txBody>
            <a:bodyPr wrap="none" rtlCol="0">
              <a:spAutoFit/>
            </a:bodyPr>
            <a:lstStyle/>
            <a:p>
              <a:r>
                <a:rPr lang="en-MY" sz="3200" dirty="0"/>
                <a:t>F = (ABC) . (ABC) . (ABC) . (ABC) . (ABC) </a:t>
              </a:r>
            </a:p>
          </p:txBody>
        </p:sp>
        <p:cxnSp>
          <p:nvCxnSpPr>
            <p:cNvPr id="6" name="Straight Connector 5">
              <a:extLst>
                <a:ext uri="{FF2B5EF4-FFF2-40B4-BE49-F238E27FC236}">
                  <a16:creationId xmlns:a16="http://schemas.microsoft.com/office/drawing/2014/main" id="{6C7302C4-85A7-65C9-3889-0CDE26698689}"/>
                </a:ext>
              </a:extLst>
            </p:cNvPr>
            <p:cNvCxnSpPr>
              <a:cxnSpLocks/>
            </p:cNvCxnSpPr>
            <p:nvPr/>
          </p:nvCxnSpPr>
          <p:spPr>
            <a:xfrm>
              <a:off x="1547664" y="1124744"/>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2F199B0-1B6A-BD95-C2ED-2705C25B65DF}"/>
                </a:ext>
              </a:extLst>
            </p:cNvPr>
            <p:cNvCxnSpPr>
              <a:cxnSpLocks/>
            </p:cNvCxnSpPr>
            <p:nvPr/>
          </p:nvCxnSpPr>
          <p:spPr>
            <a:xfrm>
              <a:off x="7236296" y="1052736"/>
              <a:ext cx="756084" cy="7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0C59462-E231-0FE3-01D2-E23E908993C9}"/>
                </a:ext>
              </a:extLst>
            </p:cNvPr>
            <p:cNvCxnSpPr>
              <a:cxnSpLocks/>
            </p:cNvCxnSpPr>
            <p:nvPr/>
          </p:nvCxnSpPr>
          <p:spPr>
            <a:xfrm>
              <a:off x="1835696" y="1124744"/>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707881-F747-4A4B-7EDF-7963C20C279A}"/>
                </a:ext>
              </a:extLst>
            </p:cNvPr>
            <p:cNvCxnSpPr>
              <a:cxnSpLocks/>
            </p:cNvCxnSpPr>
            <p:nvPr/>
          </p:nvCxnSpPr>
          <p:spPr>
            <a:xfrm>
              <a:off x="2123728" y="1124744"/>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4E5141A-E4E8-F2A2-96F5-7D619A8C66D8}"/>
                </a:ext>
              </a:extLst>
            </p:cNvPr>
            <p:cNvCxnSpPr>
              <a:cxnSpLocks/>
            </p:cNvCxnSpPr>
            <p:nvPr/>
          </p:nvCxnSpPr>
          <p:spPr>
            <a:xfrm>
              <a:off x="2987824" y="1124744"/>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D9BC6F-1876-B2BC-6998-4E8B68E635CF}"/>
                </a:ext>
              </a:extLst>
            </p:cNvPr>
            <p:cNvCxnSpPr>
              <a:cxnSpLocks/>
            </p:cNvCxnSpPr>
            <p:nvPr/>
          </p:nvCxnSpPr>
          <p:spPr>
            <a:xfrm>
              <a:off x="3275856" y="1124744"/>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C53A8B-6281-BDB3-BDB0-B204C9D422D4}"/>
                </a:ext>
              </a:extLst>
            </p:cNvPr>
            <p:cNvCxnSpPr>
              <a:cxnSpLocks/>
            </p:cNvCxnSpPr>
            <p:nvPr/>
          </p:nvCxnSpPr>
          <p:spPr>
            <a:xfrm>
              <a:off x="4680012" y="1131888"/>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96D3664-9330-A5AF-2473-5DAE64A1A27E}"/>
                </a:ext>
              </a:extLst>
            </p:cNvPr>
            <p:cNvCxnSpPr>
              <a:cxnSpLocks/>
            </p:cNvCxnSpPr>
            <p:nvPr/>
          </p:nvCxnSpPr>
          <p:spPr>
            <a:xfrm>
              <a:off x="4932040" y="1124744"/>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00C83EA-CD13-A892-CF60-347A7C77C486}"/>
                </a:ext>
              </a:extLst>
            </p:cNvPr>
            <p:cNvCxnSpPr>
              <a:cxnSpLocks/>
            </p:cNvCxnSpPr>
            <p:nvPr/>
          </p:nvCxnSpPr>
          <p:spPr>
            <a:xfrm>
              <a:off x="6084168" y="1131888"/>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65897C4-9AF4-ADB6-8EBA-3037E908CE9D}"/>
                </a:ext>
              </a:extLst>
            </p:cNvPr>
            <p:cNvCxnSpPr>
              <a:cxnSpLocks/>
            </p:cNvCxnSpPr>
            <p:nvPr/>
          </p:nvCxnSpPr>
          <p:spPr>
            <a:xfrm>
              <a:off x="5814138" y="1045592"/>
              <a:ext cx="756084" cy="7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B723AA7-7256-5D40-2BBC-41EFDCA9613D}"/>
                </a:ext>
              </a:extLst>
            </p:cNvPr>
            <p:cNvCxnSpPr>
              <a:cxnSpLocks/>
            </p:cNvCxnSpPr>
            <p:nvPr/>
          </p:nvCxnSpPr>
          <p:spPr>
            <a:xfrm>
              <a:off x="4409982" y="1042020"/>
              <a:ext cx="756084" cy="7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B60744E-3D77-F460-9195-C7B49D18C9A0}"/>
                </a:ext>
              </a:extLst>
            </p:cNvPr>
            <p:cNvCxnSpPr>
              <a:cxnSpLocks/>
            </p:cNvCxnSpPr>
            <p:nvPr/>
          </p:nvCxnSpPr>
          <p:spPr>
            <a:xfrm>
              <a:off x="2970110" y="1034876"/>
              <a:ext cx="756084" cy="7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68EECA2-83B8-CD1A-7DCA-FEAA754BD7C9}"/>
                </a:ext>
              </a:extLst>
            </p:cNvPr>
            <p:cNvCxnSpPr>
              <a:cxnSpLocks/>
            </p:cNvCxnSpPr>
            <p:nvPr/>
          </p:nvCxnSpPr>
          <p:spPr>
            <a:xfrm>
              <a:off x="1583668" y="1034876"/>
              <a:ext cx="756084" cy="7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6390476F-258E-42B3-5FE5-799D9E4A6E82}"/>
              </a:ext>
            </a:extLst>
          </p:cNvPr>
          <p:cNvGrpSpPr/>
          <p:nvPr/>
        </p:nvGrpSpPr>
        <p:grpSpPr>
          <a:xfrm>
            <a:off x="2274124" y="4423826"/>
            <a:ext cx="4336444" cy="595491"/>
            <a:chOff x="2403778" y="2919796"/>
            <a:chExt cx="4336444" cy="595491"/>
          </a:xfrm>
        </p:grpSpPr>
        <p:sp>
          <p:nvSpPr>
            <p:cNvPr id="28" name="TextBox 27">
              <a:extLst>
                <a:ext uri="{FF2B5EF4-FFF2-40B4-BE49-F238E27FC236}">
                  <a16:creationId xmlns:a16="http://schemas.microsoft.com/office/drawing/2014/main" id="{87C8CCA9-7A9F-A8F7-373D-DB0D0A030C1E}"/>
                </a:ext>
              </a:extLst>
            </p:cNvPr>
            <p:cNvSpPr txBox="1"/>
            <p:nvPr/>
          </p:nvSpPr>
          <p:spPr>
            <a:xfrm>
              <a:off x="2403778" y="2930512"/>
              <a:ext cx="4336444" cy="584775"/>
            </a:xfrm>
            <a:prstGeom prst="rect">
              <a:avLst/>
            </a:prstGeom>
            <a:noFill/>
          </p:spPr>
          <p:txBody>
            <a:bodyPr wrap="none" rtlCol="0">
              <a:spAutoFit/>
            </a:bodyPr>
            <a:lstStyle/>
            <a:p>
              <a:r>
                <a:rPr lang="en-MY" sz="3200" dirty="0"/>
                <a:t>(X . Y . Z) = X + Y + Z</a:t>
              </a:r>
            </a:p>
          </p:txBody>
        </p:sp>
        <p:cxnSp>
          <p:nvCxnSpPr>
            <p:cNvPr id="29" name="Straight Connector 28">
              <a:extLst>
                <a:ext uri="{FF2B5EF4-FFF2-40B4-BE49-F238E27FC236}">
                  <a16:creationId xmlns:a16="http://schemas.microsoft.com/office/drawing/2014/main" id="{E1C79C2E-9EA5-8609-ABF8-E9ADD5A974E2}"/>
                </a:ext>
              </a:extLst>
            </p:cNvPr>
            <p:cNvCxnSpPr>
              <a:cxnSpLocks/>
            </p:cNvCxnSpPr>
            <p:nvPr/>
          </p:nvCxnSpPr>
          <p:spPr>
            <a:xfrm>
              <a:off x="4825075" y="2960452"/>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8AFD4E8-E5AC-53CE-CB4F-D7DFF5778C5D}"/>
                </a:ext>
              </a:extLst>
            </p:cNvPr>
            <p:cNvCxnSpPr>
              <a:cxnSpLocks/>
            </p:cNvCxnSpPr>
            <p:nvPr/>
          </p:nvCxnSpPr>
          <p:spPr>
            <a:xfrm>
              <a:off x="5580112" y="2960452"/>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98198A7-2631-938C-7437-6F94FA97D71E}"/>
                </a:ext>
              </a:extLst>
            </p:cNvPr>
            <p:cNvCxnSpPr>
              <a:cxnSpLocks/>
            </p:cNvCxnSpPr>
            <p:nvPr/>
          </p:nvCxnSpPr>
          <p:spPr>
            <a:xfrm>
              <a:off x="6372200" y="2961363"/>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76CF834-21D0-D86C-DF76-330ACDF0B2C5}"/>
                </a:ext>
              </a:extLst>
            </p:cNvPr>
            <p:cNvCxnSpPr>
              <a:cxnSpLocks/>
            </p:cNvCxnSpPr>
            <p:nvPr/>
          </p:nvCxnSpPr>
          <p:spPr>
            <a:xfrm flipV="1">
              <a:off x="2660328" y="2919796"/>
              <a:ext cx="1479624" cy="107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Title 45">
            <a:extLst>
              <a:ext uri="{FF2B5EF4-FFF2-40B4-BE49-F238E27FC236}">
                <a16:creationId xmlns:a16="http://schemas.microsoft.com/office/drawing/2014/main" id="{5803F621-51C4-3D8B-3898-7A720C6909F1}"/>
              </a:ext>
            </a:extLst>
          </p:cNvPr>
          <p:cNvSpPr>
            <a:spLocks noGrp="1"/>
          </p:cNvSpPr>
          <p:nvPr>
            <p:ph type="title"/>
          </p:nvPr>
        </p:nvSpPr>
        <p:spPr>
          <a:xfrm>
            <a:off x="609598" y="609600"/>
            <a:ext cx="7778825" cy="728743"/>
          </a:xfrm>
        </p:spPr>
        <p:txBody>
          <a:bodyPr/>
          <a:lstStyle/>
          <a:p>
            <a:r>
              <a:rPr lang="en-MY" dirty="0"/>
              <a:t>Example of POS </a:t>
            </a:r>
          </a:p>
        </p:txBody>
      </p:sp>
      <p:pic>
        <p:nvPicPr>
          <p:cNvPr id="3" name="Picture 2">
            <a:extLst>
              <a:ext uri="{FF2B5EF4-FFF2-40B4-BE49-F238E27FC236}">
                <a16:creationId xmlns:a16="http://schemas.microsoft.com/office/drawing/2014/main" id="{8B3A0A7A-F438-A55A-C0DA-1E3A8E540BBF}"/>
              </a:ext>
            </a:extLst>
          </p:cNvPr>
          <p:cNvPicPr>
            <a:picLocks noChangeAspect="1"/>
          </p:cNvPicPr>
          <p:nvPr/>
        </p:nvPicPr>
        <p:blipFill>
          <a:blip r:embed="rId2"/>
          <a:stretch>
            <a:fillRect/>
          </a:stretch>
        </p:blipFill>
        <p:spPr>
          <a:xfrm>
            <a:off x="121211" y="1571673"/>
            <a:ext cx="8848725" cy="942975"/>
          </a:xfrm>
          <a:prstGeom prst="rect">
            <a:avLst/>
          </a:prstGeom>
        </p:spPr>
      </p:pic>
      <p:sp>
        <p:nvSpPr>
          <p:cNvPr id="5" name="TextBox 4">
            <a:extLst>
              <a:ext uri="{FF2B5EF4-FFF2-40B4-BE49-F238E27FC236}">
                <a16:creationId xmlns:a16="http://schemas.microsoft.com/office/drawing/2014/main" id="{2E63BD68-908C-CB95-16F0-8F36DEE71073}"/>
              </a:ext>
            </a:extLst>
          </p:cNvPr>
          <p:cNvSpPr txBox="1"/>
          <p:nvPr/>
        </p:nvSpPr>
        <p:spPr>
          <a:xfrm>
            <a:off x="8209633" y="209490"/>
            <a:ext cx="649537" cy="400110"/>
          </a:xfrm>
          <a:prstGeom prst="rect">
            <a:avLst/>
          </a:prstGeom>
          <a:noFill/>
        </p:spPr>
        <p:txBody>
          <a:bodyPr wrap="none" rtlCol="0">
            <a:spAutoFit/>
          </a:bodyPr>
          <a:lstStyle/>
          <a:p>
            <a:r>
              <a:rPr lang="en-MY" dirty="0"/>
              <a:t>POS</a:t>
            </a:r>
          </a:p>
        </p:txBody>
      </p:sp>
      <p:sp>
        <p:nvSpPr>
          <p:cNvPr id="2" name="Slide Number Placeholder 1">
            <a:extLst>
              <a:ext uri="{FF2B5EF4-FFF2-40B4-BE49-F238E27FC236}">
                <a16:creationId xmlns:a16="http://schemas.microsoft.com/office/drawing/2014/main" id="{BCE47D09-F586-599C-C8E6-03058393E3B6}"/>
              </a:ext>
            </a:extLst>
          </p:cNvPr>
          <p:cNvSpPr>
            <a:spLocks noGrp="1"/>
          </p:cNvSpPr>
          <p:nvPr>
            <p:ph type="sldNum" sz="quarter" idx="12"/>
          </p:nvPr>
        </p:nvSpPr>
        <p:spPr/>
        <p:txBody>
          <a:bodyPr/>
          <a:lstStyle/>
          <a:p>
            <a:pPr>
              <a:defRPr/>
            </a:pPr>
            <a:fld id="{952C6CDE-0029-4392-A17B-7706F68C846A}" type="slidenum">
              <a:rPr lang="en-US" altLang="en-US" smtClean="0"/>
              <a:pPr>
                <a:defRPr/>
              </a:pPr>
              <a:t>43</a:t>
            </a:fld>
            <a:endParaRPr lang="en-US" altLang="en-US"/>
          </a:p>
        </p:txBody>
      </p:sp>
    </p:spTree>
    <p:extLst>
      <p:ext uri="{BB962C8B-B14F-4D97-AF65-F5344CB8AC3E}">
        <p14:creationId xmlns:p14="http://schemas.microsoft.com/office/powerpoint/2010/main" val="35912614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96DCD-D180-5CE1-B025-04ABBDDF6234}"/>
              </a:ext>
            </a:extLst>
          </p:cNvPr>
          <p:cNvSpPr>
            <a:spLocks noGrp="1"/>
          </p:cNvSpPr>
          <p:nvPr>
            <p:ph type="title"/>
          </p:nvPr>
        </p:nvSpPr>
        <p:spPr>
          <a:xfrm>
            <a:off x="609598" y="609600"/>
            <a:ext cx="7850833" cy="1320800"/>
          </a:xfrm>
        </p:spPr>
        <p:txBody>
          <a:bodyPr/>
          <a:lstStyle/>
          <a:p>
            <a:r>
              <a:rPr lang="en-US" altLang="en-US" sz="3600" dirty="0"/>
              <a:t>Implementation of Boolean Functions</a:t>
            </a:r>
            <a:endParaRPr lang="en-MY" dirty="0"/>
          </a:p>
        </p:txBody>
      </p:sp>
      <p:pic>
        <p:nvPicPr>
          <p:cNvPr id="6" name="Picture 5">
            <a:extLst>
              <a:ext uri="{FF2B5EF4-FFF2-40B4-BE49-F238E27FC236}">
                <a16:creationId xmlns:a16="http://schemas.microsoft.com/office/drawing/2014/main" id="{8F353430-B82F-2C28-32C6-2C377CDE192B}"/>
              </a:ext>
            </a:extLst>
          </p:cNvPr>
          <p:cNvPicPr>
            <a:picLocks noChangeAspect="1"/>
          </p:cNvPicPr>
          <p:nvPr/>
        </p:nvPicPr>
        <p:blipFill>
          <a:blip r:embed="rId2"/>
          <a:stretch>
            <a:fillRect/>
          </a:stretch>
        </p:blipFill>
        <p:spPr>
          <a:xfrm>
            <a:off x="1563803" y="1772816"/>
            <a:ext cx="6016393" cy="3707285"/>
          </a:xfrm>
          <a:prstGeom prst="rect">
            <a:avLst/>
          </a:prstGeom>
        </p:spPr>
      </p:pic>
      <p:sp>
        <p:nvSpPr>
          <p:cNvPr id="10" name="Rectangle 9">
            <a:extLst>
              <a:ext uri="{FF2B5EF4-FFF2-40B4-BE49-F238E27FC236}">
                <a16:creationId xmlns:a16="http://schemas.microsoft.com/office/drawing/2014/main" id="{A57529D3-4F22-6632-FFDC-B741321714AE}"/>
              </a:ext>
            </a:extLst>
          </p:cNvPr>
          <p:cNvSpPr/>
          <p:nvPr/>
        </p:nvSpPr>
        <p:spPr>
          <a:xfrm>
            <a:off x="1179240" y="2369682"/>
            <a:ext cx="6624736" cy="2880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Rectangle 10">
            <a:extLst>
              <a:ext uri="{FF2B5EF4-FFF2-40B4-BE49-F238E27FC236}">
                <a16:creationId xmlns:a16="http://schemas.microsoft.com/office/drawing/2014/main" id="{7B05C042-D98A-58C4-200A-59399C625FD3}"/>
              </a:ext>
            </a:extLst>
          </p:cNvPr>
          <p:cNvSpPr/>
          <p:nvPr/>
        </p:nvSpPr>
        <p:spPr>
          <a:xfrm>
            <a:off x="1179240" y="2706325"/>
            <a:ext cx="6624736" cy="2880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 name="Rectangle 11">
            <a:extLst>
              <a:ext uri="{FF2B5EF4-FFF2-40B4-BE49-F238E27FC236}">
                <a16:creationId xmlns:a16="http://schemas.microsoft.com/office/drawing/2014/main" id="{F750E734-E628-5AB6-8C4A-21BE83CA3E29}"/>
              </a:ext>
            </a:extLst>
          </p:cNvPr>
          <p:cNvSpPr/>
          <p:nvPr/>
        </p:nvSpPr>
        <p:spPr>
          <a:xfrm>
            <a:off x="1179240" y="3920479"/>
            <a:ext cx="6624736" cy="2880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TextBox 3">
            <a:extLst>
              <a:ext uri="{FF2B5EF4-FFF2-40B4-BE49-F238E27FC236}">
                <a16:creationId xmlns:a16="http://schemas.microsoft.com/office/drawing/2014/main" id="{DAED86F7-B476-35C5-9DB6-0A5740B9725A}"/>
              </a:ext>
            </a:extLst>
          </p:cNvPr>
          <p:cNvSpPr txBox="1"/>
          <p:nvPr/>
        </p:nvSpPr>
        <p:spPr>
          <a:xfrm>
            <a:off x="8209633" y="209490"/>
            <a:ext cx="649537" cy="400110"/>
          </a:xfrm>
          <a:prstGeom prst="rect">
            <a:avLst/>
          </a:prstGeom>
          <a:noFill/>
        </p:spPr>
        <p:txBody>
          <a:bodyPr wrap="none" rtlCol="0">
            <a:spAutoFit/>
          </a:bodyPr>
          <a:lstStyle/>
          <a:p>
            <a:r>
              <a:rPr lang="en-MY" dirty="0"/>
              <a:t>POS</a:t>
            </a:r>
          </a:p>
        </p:txBody>
      </p:sp>
      <p:sp>
        <p:nvSpPr>
          <p:cNvPr id="5" name="Rectangle 4">
            <a:extLst>
              <a:ext uri="{FF2B5EF4-FFF2-40B4-BE49-F238E27FC236}">
                <a16:creationId xmlns:a16="http://schemas.microsoft.com/office/drawing/2014/main" id="{4FDF7C5C-3389-88A9-779D-369A91EE58FD}"/>
              </a:ext>
            </a:extLst>
          </p:cNvPr>
          <p:cNvSpPr/>
          <p:nvPr/>
        </p:nvSpPr>
        <p:spPr>
          <a:xfrm>
            <a:off x="1179240" y="4298196"/>
            <a:ext cx="6624736" cy="2880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9E145519-4695-FA47-3A49-C9C78BDAF15D}"/>
              </a:ext>
            </a:extLst>
          </p:cNvPr>
          <p:cNvSpPr/>
          <p:nvPr/>
        </p:nvSpPr>
        <p:spPr>
          <a:xfrm>
            <a:off x="1179240" y="4990617"/>
            <a:ext cx="6624736" cy="2880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Rectangle 3">
            <a:extLst>
              <a:ext uri="{FF2B5EF4-FFF2-40B4-BE49-F238E27FC236}">
                <a16:creationId xmlns:a16="http://schemas.microsoft.com/office/drawing/2014/main" id="{576D8CE3-339D-4003-3AF0-3B79DF101289}"/>
              </a:ext>
            </a:extLst>
          </p:cNvPr>
          <p:cNvSpPr txBox="1">
            <a:spLocks noChangeArrowheads="1"/>
          </p:cNvSpPr>
          <p:nvPr/>
        </p:nvSpPr>
        <p:spPr>
          <a:xfrm>
            <a:off x="310013" y="5968482"/>
            <a:ext cx="8178800" cy="674835"/>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lnSpc>
                <a:spcPct val="90000"/>
              </a:lnSpc>
            </a:pPr>
            <a:r>
              <a:rPr kumimoji="0" lang="en-US" altLang="en-US" sz="2400" dirty="0" err="1"/>
              <a:t>Itemising</a:t>
            </a:r>
            <a:r>
              <a:rPr kumimoji="0" lang="en-US" altLang="en-US" sz="2400" dirty="0"/>
              <a:t> combinations of values of A, B, and C that ensure </a:t>
            </a:r>
            <a:r>
              <a:rPr kumimoji="0" lang="en-US" altLang="en-US" sz="2400" b="1" dirty="0">
                <a:solidFill>
                  <a:srgbClr val="FF0000"/>
                </a:solidFill>
              </a:rPr>
              <a:t>NONE</a:t>
            </a:r>
            <a:r>
              <a:rPr kumimoji="0" lang="en-US" altLang="en-US" sz="2400" dirty="0"/>
              <a:t> of the input combinations that produces 0 is true</a:t>
            </a:r>
          </a:p>
        </p:txBody>
      </p:sp>
      <p:grpSp>
        <p:nvGrpSpPr>
          <p:cNvPr id="13" name="Group 25">
            <a:extLst>
              <a:ext uri="{FF2B5EF4-FFF2-40B4-BE49-F238E27FC236}">
                <a16:creationId xmlns:a16="http://schemas.microsoft.com/office/drawing/2014/main" id="{FFD6D7C8-FD63-D523-F10F-FBB4EF1B3459}"/>
              </a:ext>
            </a:extLst>
          </p:cNvPr>
          <p:cNvGrpSpPr>
            <a:grpSpLocks/>
          </p:cNvGrpSpPr>
          <p:nvPr/>
        </p:nvGrpSpPr>
        <p:grpSpPr bwMode="auto">
          <a:xfrm>
            <a:off x="449713" y="5419286"/>
            <a:ext cx="7899400" cy="523875"/>
            <a:chOff x="946200" y="3429000"/>
            <a:chExt cx="7899896" cy="523220"/>
          </a:xfrm>
        </p:grpSpPr>
        <p:sp>
          <p:nvSpPr>
            <p:cNvPr id="14" name="TextBox 11">
              <a:extLst>
                <a:ext uri="{FF2B5EF4-FFF2-40B4-BE49-F238E27FC236}">
                  <a16:creationId xmlns:a16="http://schemas.microsoft.com/office/drawing/2014/main" id="{A9FC6423-48E4-B5FC-040E-808B688F189A}"/>
                </a:ext>
              </a:extLst>
            </p:cNvPr>
            <p:cNvSpPr txBox="1">
              <a:spLocks noChangeArrowheads="1"/>
            </p:cNvSpPr>
            <p:nvPr/>
          </p:nvSpPr>
          <p:spPr bwMode="auto">
            <a:xfrm>
              <a:off x="946200" y="3429000"/>
              <a:ext cx="78998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dirty="0"/>
                <a:t>F = (ABC) </a:t>
              </a:r>
              <a:r>
                <a:rPr kumimoji="0" lang="en-US" altLang="en-US" dirty="0">
                  <a:sym typeface="Symbol" panose="05050102010706020507" pitchFamily="18" charset="2"/>
                </a:rPr>
                <a:t>+</a:t>
              </a:r>
              <a:r>
                <a:rPr kumimoji="0" lang="en-US" altLang="en-US" dirty="0"/>
                <a:t> (ABC) </a:t>
              </a:r>
              <a:r>
                <a:rPr kumimoji="0" lang="en-US" altLang="en-US" dirty="0">
                  <a:sym typeface="Symbol" panose="05050102010706020507" pitchFamily="18" charset="2"/>
                </a:rPr>
                <a:t>+</a:t>
              </a:r>
              <a:r>
                <a:rPr kumimoji="0" lang="en-US" altLang="en-US" dirty="0"/>
                <a:t> (ABC) </a:t>
              </a:r>
              <a:r>
                <a:rPr kumimoji="0" lang="en-US" altLang="en-US" dirty="0">
                  <a:sym typeface="Symbol" panose="05050102010706020507" pitchFamily="18" charset="2"/>
                </a:rPr>
                <a:t>+ (ABC) + (ABC)</a:t>
              </a:r>
            </a:p>
          </p:txBody>
        </p:sp>
        <p:cxnSp>
          <p:nvCxnSpPr>
            <p:cNvPr id="15" name="Straight Connector 7">
              <a:extLst>
                <a:ext uri="{FF2B5EF4-FFF2-40B4-BE49-F238E27FC236}">
                  <a16:creationId xmlns:a16="http://schemas.microsoft.com/office/drawing/2014/main" id="{74D71D5C-D2F6-B4C0-BF3C-B3797C477775}"/>
                </a:ext>
              </a:extLst>
            </p:cNvPr>
            <p:cNvCxnSpPr>
              <a:cxnSpLocks noChangeShapeType="1"/>
            </p:cNvCxnSpPr>
            <p:nvPr/>
          </p:nvCxnSpPr>
          <p:spPr bwMode="auto">
            <a:xfrm>
              <a:off x="2065039"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6" name="Straight Connector 7">
              <a:extLst>
                <a:ext uri="{FF2B5EF4-FFF2-40B4-BE49-F238E27FC236}">
                  <a16:creationId xmlns:a16="http://schemas.microsoft.com/office/drawing/2014/main" id="{BF6AFAF3-526F-29FD-F19C-5F00F1D37C85}"/>
                </a:ext>
              </a:extLst>
            </p:cNvPr>
            <p:cNvCxnSpPr>
              <a:cxnSpLocks noChangeShapeType="1"/>
            </p:cNvCxnSpPr>
            <p:nvPr/>
          </p:nvCxnSpPr>
          <p:spPr bwMode="auto">
            <a:xfrm>
              <a:off x="2330152"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7" name="Straight Connector 7">
              <a:extLst>
                <a:ext uri="{FF2B5EF4-FFF2-40B4-BE49-F238E27FC236}">
                  <a16:creationId xmlns:a16="http://schemas.microsoft.com/office/drawing/2014/main" id="{BF80A280-F6BD-2CC7-F700-E7BE72B93100}"/>
                </a:ext>
              </a:extLst>
            </p:cNvPr>
            <p:cNvCxnSpPr>
              <a:cxnSpLocks noChangeShapeType="1"/>
            </p:cNvCxnSpPr>
            <p:nvPr/>
          </p:nvCxnSpPr>
          <p:spPr bwMode="auto">
            <a:xfrm>
              <a:off x="2590502"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8" name="Straight Connector 7">
              <a:extLst>
                <a:ext uri="{FF2B5EF4-FFF2-40B4-BE49-F238E27FC236}">
                  <a16:creationId xmlns:a16="http://schemas.microsoft.com/office/drawing/2014/main" id="{789FFCC6-4F66-BF48-19AE-3FA9E429E59A}"/>
                </a:ext>
              </a:extLst>
            </p:cNvPr>
            <p:cNvCxnSpPr>
              <a:cxnSpLocks noChangeShapeType="1"/>
            </p:cNvCxnSpPr>
            <p:nvPr/>
          </p:nvCxnSpPr>
          <p:spPr bwMode="auto">
            <a:xfrm>
              <a:off x="3484443"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9" name="Straight Connector 7">
              <a:extLst>
                <a:ext uri="{FF2B5EF4-FFF2-40B4-BE49-F238E27FC236}">
                  <a16:creationId xmlns:a16="http://schemas.microsoft.com/office/drawing/2014/main" id="{2980BF6A-FF45-F6A9-33F0-5E946FFDE16C}"/>
                </a:ext>
              </a:extLst>
            </p:cNvPr>
            <p:cNvCxnSpPr>
              <a:cxnSpLocks noChangeShapeType="1"/>
            </p:cNvCxnSpPr>
            <p:nvPr/>
          </p:nvCxnSpPr>
          <p:spPr bwMode="auto">
            <a:xfrm>
              <a:off x="3749556"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 name="Straight Connector 7">
              <a:extLst>
                <a:ext uri="{FF2B5EF4-FFF2-40B4-BE49-F238E27FC236}">
                  <a16:creationId xmlns:a16="http://schemas.microsoft.com/office/drawing/2014/main" id="{41F8B6A6-02D2-15DE-18FA-2BF3899CC3F9}"/>
                </a:ext>
              </a:extLst>
            </p:cNvPr>
            <p:cNvCxnSpPr>
              <a:cxnSpLocks noChangeShapeType="1"/>
            </p:cNvCxnSpPr>
            <p:nvPr/>
          </p:nvCxnSpPr>
          <p:spPr bwMode="auto">
            <a:xfrm>
              <a:off x="5099099"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1" name="Straight Connector 7">
              <a:extLst>
                <a:ext uri="{FF2B5EF4-FFF2-40B4-BE49-F238E27FC236}">
                  <a16:creationId xmlns:a16="http://schemas.microsoft.com/office/drawing/2014/main" id="{B9D55880-551E-210E-03B6-5AA6CE18E313}"/>
                </a:ext>
              </a:extLst>
            </p:cNvPr>
            <p:cNvCxnSpPr>
              <a:cxnSpLocks noChangeShapeType="1"/>
            </p:cNvCxnSpPr>
            <p:nvPr/>
          </p:nvCxnSpPr>
          <p:spPr bwMode="auto">
            <a:xfrm>
              <a:off x="5364212"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2" name="Straight Connector 7">
              <a:extLst>
                <a:ext uri="{FF2B5EF4-FFF2-40B4-BE49-F238E27FC236}">
                  <a16:creationId xmlns:a16="http://schemas.microsoft.com/office/drawing/2014/main" id="{0D8FE8B6-7391-D711-741A-87AF32BA893B}"/>
                </a:ext>
              </a:extLst>
            </p:cNvPr>
            <p:cNvCxnSpPr>
              <a:cxnSpLocks noChangeShapeType="1"/>
            </p:cNvCxnSpPr>
            <p:nvPr/>
          </p:nvCxnSpPr>
          <p:spPr bwMode="auto">
            <a:xfrm>
              <a:off x="6508720"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3" name="Straight Connector 7">
              <a:extLst>
                <a:ext uri="{FF2B5EF4-FFF2-40B4-BE49-F238E27FC236}">
                  <a16:creationId xmlns:a16="http://schemas.microsoft.com/office/drawing/2014/main" id="{8C24A69E-29EC-BA10-78DF-C8173AECD876}"/>
                </a:ext>
              </a:extLst>
            </p:cNvPr>
            <p:cNvCxnSpPr>
              <a:cxnSpLocks noChangeShapeType="1"/>
            </p:cNvCxnSpPr>
            <p:nvPr/>
          </p:nvCxnSpPr>
          <p:spPr bwMode="auto">
            <a:xfrm>
              <a:off x="1319064" y="3513708"/>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3" name="Slide Number Placeholder 2">
            <a:extLst>
              <a:ext uri="{FF2B5EF4-FFF2-40B4-BE49-F238E27FC236}">
                <a16:creationId xmlns:a16="http://schemas.microsoft.com/office/drawing/2014/main" id="{B4058814-243F-0A85-4CEC-F871BFEFAD06}"/>
              </a:ext>
            </a:extLst>
          </p:cNvPr>
          <p:cNvSpPr>
            <a:spLocks noGrp="1"/>
          </p:cNvSpPr>
          <p:nvPr>
            <p:ph type="sldNum" sz="quarter" idx="12"/>
          </p:nvPr>
        </p:nvSpPr>
        <p:spPr/>
        <p:txBody>
          <a:bodyPr/>
          <a:lstStyle/>
          <a:p>
            <a:pPr>
              <a:defRPr/>
            </a:pPr>
            <a:fld id="{952C6CDE-0029-4392-A17B-7706F68C846A}" type="slidenum">
              <a:rPr lang="en-US" altLang="en-US" smtClean="0"/>
              <a:pPr>
                <a:defRPr/>
              </a:pPr>
              <a:t>44</a:t>
            </a:fld>
            <a:endParaRPr lang="en-US" altLang="en-US"/>
          </a:p>
        </p:txBody>
      </p:sp>
    </p:spTree>
    <p:extLst>
      <p:ext uri="{BB962C8B-B14F-4D97-AF65-F5344CB8AC3E}">
        <p14:creationId xmlns:p14="http://schemas.microsoft.com/office/powerpoint/2010/main" val="23772682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F9A2030D-A0FF-127F-3C2C-5A4A54D58036}"/>
              </a:ext>
            </a:extLst>
          </p:cNvPr>
          <p:cNvSpPr>
            <a:spLocks noGrp="1" noChangeArrowheads="1"/>
          </p:cNvSpPr>
          <p:nvPr>
            <p:ph type="title"/>
          </p:nvPr>
        </p:nvSpPr>
        <p:spPr/>
        <p:txBody>
          <a:bodyPr/>
          <a:lstStyle/>
          <a:p>
            <a:r>
              <a:rPr lang="en-US" altLang="en-US"/>
              <a:t>Product of Sums (POS)</a:t>
            </a:r>
          </a:p>
        </p:txBody>
      </p:sp>
      <p:sp>
        <p:nvSpPr>
          <p:cNvPr id="49156" name="Rectangle 19">
            <a:extLst>
              <a:ext uri="{FF2B5EF4-FFF2-40B4-BE49-F238E27FC236}">
                <a16:creationId xmlns:a16="http://schemas.microsoft.com/office/drawing/2014/main" id="{F23866AC-D24A-14B4-D87A-F91AF9BD8CA5}"/>
              </a:ext>
            </a:extLst>
          </p:cNvPr>
          <p:cNvSpPr>
            <a:spLocks noGrp="1" noChangeArrowheads="1"/>
          </p:cNvSpPr>
          <p:nvPr>
            <p:ph idx="1"/>
          </p:nvPr>
        </p:nvSpPr>
        <p:spPr>
          <a:xfrm>
            <a:off x="457200" y="1844675"/>
            <a:ext cx="8178800" cy="1223963"/>
          </a:xfrm>
        </p:spPr>
        <p:txBody>
          <a:bodyPr/>
          <a:lstStyle/>
          <a:p>
            <a:r>
              <a:rPr lang="en-US" altLang="en-US"/>
              <a:t>From DeMorgan’s theorem</a:t>
            </a:r>
          </a:p>
        </p:txBody>
      </p:sp>
      <p:grpSp>
        <p:nvGrpSpPr>
          <p:cNvPr id="49155" name="Group 60">
            <a:extLst>
              <a:ext uri="{FF2B5EF4-FFF2-40B4-BE49-F238E27FC236}">
                <a16:creationId xmlns:a16="http://schemas.microsoft.com/office/drawing/2014/main" id="{C7914B80-D22E-64E5-20DC-6E3907B74D43}"/>
              </a:ext>
            </a:extLst>
          </p:cNvPr>
          <p:cNvGrpSpPr>
            <a:grpSpLocks/>
          </p:cNvGrpSpPr>
          <p:nvPr/>
        </p:nvGrpSpPr>
        <p:grpSpPr bwMode="auto">
          <a:xfrm>
            <a:off x="696913" y="5006975"/>
            <a:ext cx="6985000" cy="519113"/>
            <a:chOff x="1065213" y="4412258"/>
            <a:chExt cx="6985000" cy="519112"/>
          </a:xfrm>
        </p:grpSpPr>
        <p:sp>
          <p:nvSpPr>
            <p:cNvPr id="49230" name="TextBox 11">
              <a:extLst>
                <a:ext uri="{FF2B5EF4-FFF2-40B4-BE49-F238E27FC236}">
                  <a16:creationId xmlns:a16="http://schemas.microsoft.com/office/drawing/2014/main" id="{5C546784-BDB7-4F0D-6CC3-645F8AEA8A17}"/>
                </a:ext>
              </a:extLst>
            </p:cNvPr>
            <p:cNvSpPr txBox="1">
              <a:spLocks noChangeArrowheads="1"/>
            </p:cNvSpPr>
            <p:nvPr/>
          </p:nvSpPr>
          <p:spPr bwMode="auto">
            <a:xfrm>
              <a:off x="1065213" y="4412258"/>
              <a:ext cx="6985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dirty="0"/>
                <a:t>F = (ABC) </a:t>
              </a:r>
              <a:r>
                <a:rPr kumimoji="0" lang="en-US" altLang="en-US" dirty="0">
                  <a:sym typeface="Symbol" panose="05050102010706020507" pitchFamily="18" charset="2"/>
                </a:rPr>
                <a:t></a:t>
              </a:r>
              <a:r>
                <a:rPr kumimoji="0" lang="en-US" altLang="en-US" dirty="0"/>
                <a:t> (ABC) </a:t>
              </a:r>
              <a:r>
                <a:rPr kumimoji="0" lang="en-US" altLang="en-US" dirty="0">
                  <a:sym typeface="Symbol" panose="05050102010706020507" pitchFamily="18" charset="2"/>
                </a:rPr>
                <a:t></a:t>
              </a:r>
              <a:r>
                <a:rPr kumimoji="0" lang="en-US" altLang="en-US" dirty="0"/>
                <a:t> (ABC) </a:t>
              </a:r>
              <a:r>
                <a:rPr kumimoji="0" lang="en-US" altLang="en-US" dirty="0">
                  <a:sym typeface="Symbol" panose="05050102010706020507" pitchFamily="18" charset="2"/>
                </a:rPr>
                <a:t> (ABC)  (ABC)</a:t>
              </a:r>
            </a:p>
          </p:txBody>
        </p:sp>
        <p:cxnSp>
          <p:nvCxnSpPr>
            <p:cNvPr id="49231" name="Straight Connector 7">
              <a:extLst>
                <a:ext uri="{FF2B5EF4-FFF2-40B4-BE49-F238E27FC236}">
                  <a16:creationId xmlns:a16="http://schemas.microsoft.com/office/drawing/2014/main" id="{824E409F-D399-6B70-A475-CA206F243DEE}"/>
                </a:ext>
              </a:extLst>
            </p:cNvPr>
            <p:cNvCxnSpPr>
              <a:cxnSpLocks noChangeShapeType="1"/>
            </p:cNvCxnSpPr>
            <p:nvPr/>
          </p:nvCxnSpPr>
          <p:spPr bwMode="auto">
            <a:xfrm>
              <a:off x="2068513" y="449798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32" name="Straight Connector 7">
              <a:extLst>
                <a:ext uri="{FF2B5EF4-FFF2-40B4-BE49-F238E27FC236}">
                  <a16:creationId xmlns:a16="http://schemas.microsoft.com/office/drawing/2014/main" id="{325FE7CE-8063-4660-C0BF-B99A6FFE771F}"/>
                </a:ext>
              </a:extLst>
            </p:cNvPr>
            <p:cNvCxnSpPr>
              <a:cxnSpLocks noChangeShapeType="1"/>
            </p:cNvCxnSpPr>
            <p:nvPr/>
          </p:nvCxnSpPr>
          <p:spPr bwMode="auto">
            <a:xfrm>
              <a:off x="2333626" y="449798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33" name="Straight Connector 7">
              <a:extLst>
                <a:ext uri="{FF2B5EF4-FFF2-40B4-BE49-F238E27FC236}">
                  <a16:creationId xmlns:a16="http://schemas.microsoft.com/office/drawing/2014/main" id="{5B780FF7-3286-ADF7-5E28-E00370D82A2C}"/>
                </a:ext>
              </a:extLst>
            </p:cNvPr>
            <p:cNvCxnSpPr>
              <a:cxnSpLocks noChangeShapeType="1"/>
            </p:cNvCxnSpPr>
            <p:nvPr/>
          </p:nvCxnSpPr>
          <p:spPr bwMode="auto">
            <a:xfrm>
              <a:off x="2593976" y="449798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34" name="Straight Connector 7">
              <a:extLst>
                <a:ext uri="{FF2B5EF4-FFF2-40B4-BE49-F238E27FC236}">
                  <a16:creationId xmlns:a16="http://schemas.microsoft.com/office/drawing/2014/main" id="{1A7E11DA-1C01-5EA9-A37C-4F4C85F1F88A}"/>
                </a:ext>
              </a:extLst>
            </p:cNvPr>
            <p:cNvCxnSpPr>
              <a:cxnSpLocks noChangeShapeType="1"/>
            </p:cNvCxnSpPr>
            <p:nvPr/>
          </p:nvCxnSpPr>
          <p:spPr bwMode="auto">
            <a:xfrm>
              <a:off x="3325813" y="449798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35" name="Straight Connector 7">
              <a:extLst>
                <a:ext uri="{FF2B5EF4-FFF2-40B4-BE49-F238E27FC236}">
                  <a16:creationId xmlns:a16="http://schemas.microsoft.com/office/drawing/2014/main" id="{91A047BF-080C-0D5B-13F1-D710610D8175}"/>
                </a:ext>
              </a:extLst>
            </p:cNvPr>
            <p:cNvCxnSpPr>
              <a:cxnSpLocks noChangeShapeType="1"/>
            </p:cNvCxnSpPr>
            <p:nvPr/>
          </p:nvCxnSpPr>
          <p:spPr bwMode="auto">
            <a:xfrm>
              <a:off x="3590926" y="449798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36" name="Straight Connector 7">
              <a:extLst>
                <a:ext uri="{FF2B5EF4-FFF2-40B4-BE49-F238E27FC236}">
                  <a16:creationId xmlns:a16="http://schemas.microsoft.com/office/drawing/2014/main" id="{8E9A46ED-918A-DF51-5B33-46997070568A}"/>
                </a:ext>
              </a:extLst>
            </p:cNvPr>
            <p:cNvCxnSpPr>
              <a:cxnSpLocks noChangeShapeType="1"/>
            </p:cNvCxnSpPr>
            <p:nvPr/>
          </p:nvCxnSpPr>
          <p:spPr bwMode="auto">
            <a:xfrm>
              <a:off x="4760913" y="449798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37" name="Straight Connector 7">
              <a:extLst>
                <a:ext uri="{FF2B5EF4-FFF2-40B4-BE49-F238E27FC236}">
                  <a16:creationId xmlns:a16="http://schemas.microsoft.com/office/drawing/2014/main" id="{E84E5372-FB9A-719F-FFA4-5043814A0D84}"/>
                </a:ext>
              </a:extLst>
            </p:cNvPr>
            <p:cNvCxnSpPr>
              <a:cxnSpLocks noChangeShapeType="1"/>
            </p:cNvCxnSpPr>
            <p:nvPr/>
          </p:nvCxnSpPr>
          <p:spPr bwMode="auto">
            <a:xfrm>
              <a:off x="5026026" y="449798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38" name="Straight Connector 7">
              <a:extLst>
                <a:ext uri="{FF2B5EF4-FFF2-40B4-BE49-F238E27FC236}">
                  <a16:creationId xmlns:a16="http://schemas.microsoft.com/office/drawing/2014/main" id="{32DD7DE3-2B22-3C55-39E6-FE3C7E14B48A}"/>
                </a:ext>
              </a:extLst>
            </p:cNvPr>
            <p:cNvCxnSpPr>
              <a:cxnSpLocks noChangeShapeType="1"/>
            </p:cNvCxnSpPr>
            <p:nvPr/>
          </p:nvCxnSpPr>
          <p:spPr bwMode="auto">
            <a:xfrm>
              <a:off x="5989638" y="449798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39" name="Straight Connector 7">
              <a:extLst>
                <a:ext uri="{FF2B5EF4-FFF2-40B4-BE49-F238E27FC236}">
                  <a16:creationId xmlns:a16="http://schemas.microsoft.com/office/drawing/2014/main" id="{EC2E5A37-C059-F645-3F6C-3732F10E7FC3}"/>
                </a:ext>
              </a:extLst>
            </p:cNvPr>
            <p:cNvCxnSpPr>
              <a:cxnSpLocks noChangeShapeType="1"/>
            </p:cNvCxnSpPr>
            <p:nvPr/>
          </p:nvCxnSpPr>
          <p:spPr bwMode="auto">
            <a:xfrm>
              <a:off x="7019926" y="4497983"/>
              <a:ext cx="6477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40" name="Straight Connector 7">
              <a:extLst>
                <a:ext uri="{FF2B5EF4-FFF2-40B4-BE49-F238E27FC236}">
                  <a16:creationId xmlns:a16="http://schemas.microsoft.com/office/drawing/2014/main" id="{07D5EDAC-01EC-7AE4-E31D-9AB72F471680}"/>
                </a:ext>
              </a:extLst>
            </p:cNvPr>
            <p:cNvCxnSpPr>
              <a:cxnSpLocks noChangeShapeType="1"/>
            </p:cNvCxnSpPr>
            <p:nvPr/>
          </p:nvCxnSpPr>
          <p:spPr bwMode="auto">
            <a:xfrm>
              <a:off x="5795963" y="4426545"/>
              <a:ext cx="6477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41" name="Straight Connector 7">
              <a:extLst>
                <a:ext uri="{FF2B5EF4-FFF2-40B4-BE49-F238E27FC236}">
                  <a16:creationId xmlns:a16="http://schemas.microsoft.com/office/drawing/2014/main" id="{E03F67AE-D948-75D7-F656-14AA1C3371C6}"/>
                </a:ext>
              </a:extLst>
            </p:cNvPr>
            <p:cNvCxnSpPr>
              <a:cxnSpLocks noChangeShapeType="1"/>
            </p:cNvCxnSpPr>
            <p:nvPr/>
          </p:nvCxnSpPr>
          <p:spPr bwMode="auto">
            <a:xfrm>
              <a:off x="4594226" y="4426545"/>
              <a:ext cx="6477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42" name="Straight Connector 7">
              <a:extLst>
                <a:ext uri="{FF2B5EF4-FFF2-40B4-BE49-F238E27FC236}">
                  <a16:creationId xmlns:a16="http://schemas.microsoft.com/office/drawing/2014/main" id="{915EBE03-2401-FDE1-F804-554D5A345E80}"/>
                </a:ext>
              </a:extLst>
            </p:cNvPr>
            <p:cNvCxnSpPr>
              <a:cxnSpLocks noChangeShapeType="1"/>
            </p:cNvCxnSpPr>
            <p:nvPr/>
          </p:nvCxnSpPr>
          <p:spPr bwMode="auto">
            <a:xfrm>
              <a:off x="3321051" y="4426545"/>
              <a:ext cx="6477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43" name="Straight Connector 7">
              <a:extLst>
                <a:ext uri="{FF2B5EF4-FFF2-40B4-BE49-F238E27FC236}">
                  <a16:creationId xmlns:a16="http://schemas.microsoft.com/office/drawing/2014/main" id="{F7518E98-0785-EBF6-3454-BDD1B5D094D9}"/>
                </a:ext>
              </a:extLst>
            </p:cNvPr>
            <p:cNvCxnSpPr>
              <a:cxnSpLocks noChangeShapeType="1"/>
            </p:cNvCxnSpPr>
            <p:nvPr/>
          </p:nvCxnSpPr>
          <p:spPr bwMode="auto">
            <a:xfrm>
              <a:off x="2062163" y="4426545"/>
              <a:ext cx="769938"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grpSp>
        <p:nvGrpSpPr>
          <p:cNvPr id="49157" name="Group 95">
            <a:extLst>
              <a:ext uri="{FF2B5EF4-FFF2-40B4-BE49-F238E27FC236}">
                <a16:creationId xmlns:a16="http://schemas.microsoft.com/office/drawing/2014/main" id="{2C7DE0AF-8CFB-0E9E-2F12-F32A2A78C70A}"/>
              </a:ext>
            </a:extLst>
          </p:cNvPr>
          <p:cNvGrpSpPr>
            <a:grpSpLocks/>
          </p:cNvGrpSpPr>
          <p:nvPr/>
        </p:nvGrpSpPr>
        <p:grpSpPr bwMode="auto">
          <a:xfrm>
            <a:off x="4643438" y="2420938"/>
            <a:ext cx="4392612" cy="519112"/>
            <a:chOff x="4644008" y="2420938"/>
            <a:chExt cx="4392092" cy="519112"/>
          </a:xfrm>
        </p:grpSpPr>
        <p:sp>
          <p:nvSpPr>
            <p:cNvPr id="49225" name="TextBox 11">
              <a:extLst>
                <a:ext uri="{FF2B5EF4-FFF2-40B4-BE49-F238E27FC236}">
                  <a16:creationId xmlns:a16="http://schemas.microsoft.com/office/drawing/2014/main" id="{5ECDE2FB-F00C-99B7-12CB-EEE8EA2E5715}"/>
                </a:ext>
              </a:extLst>
            </p:cNvPr>
            <p:cNvSpPr txBox="1">
              <a:spLocks noChangeArrowheads="1"/>
            </p:cNvSpPr>
            <p:nvPr/>
          </p:nvSpPr>
          <p:spPr bwMode="auto">
            <a:xfrm>
              <a:off x="4644008" y="2420938"/>
              <a:ext cx="439209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(X </a:t>
              </a:r>
              <a:r>
                <a:rPr kumimoji="0" lang="en-US" altLang="en-US">
                  <a:sym typeface="Symbol" panose="05050102010706020507" pitchFamily="18" charset="2"/>
                </a:rPr>
                <a:t></a:t>
              </a:r>
              <a:r>
                <a:rPr kumimoji="0" lang="en-US" altLang="en-US"/>
                <a:t> Y </a:t>
              </a:r>
              <a:r>
                <a:rPr kumimoji="0" lang="en-US" altLang="en-US">
                  <a:sym typeface="Symbol" panose="05050102010706020507" pitchFamily="18" charset="2"/>
                </a:rPr>
                <a:t></a:t>
              </a:r>
              <a:r>
                <a:rPr kumimoji="0" lang="en-US" altLang="en-US"/>
                <a:t> Z) = </a:t>
              </a:r>
              <a:r>
                <a:rPr kumimoji="0" lang="en-US" altLang="en-US">
                  <a:sym typeface="Symbol" panose="05050102010706020507" pitchFamily="18" charset="2"/>
                </a:rPr>
                <a:t>X + Y + Z</a:t>
              </a:r>
            </a:p>
          </p:txBody>
        </p:sp>
        <p:cxnSp>
          <p:nvCxnSpPr>
            <p:cNvPr id="49226" name="Straight Connector 7">
              <a:extLst>
                <a:ext uri="{FF2B5EF4-FFF2-40B4-BE49-F238E27FC236}">
                  <a16:creationId xmlns:a16="http://schemas.microsoft.com/office/drawing/2014/main" id="{93514CCB-C5BE-9E65-AD60-F4669A02B075}"/>
                </a:ext>
              </a:extLst>
            </p:cNvPr>
            <p:cNvCxnSpPr>
              <a:cxnSpLocks noChangeShapeType="1"/>
            </p:cNvCxnSpPr>
            <p:nvPr/>
          </p:nvCxnSpPr>
          <p:spPr bwMode="auto">
            <a:xfrm>
              <a:off x="7026473" y="250031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27" name="Straight Connector 7">
              <a:extLst>
                <a:ext uri="{FF2B5EF4-FFF2-40B4-BE49-F238E27FC236}">
                  <a16:creationId xmlns:a16="http://schemas.microsoft.com/office/drawing/2014/main" id="{CB6F1966-1907-3346-5F32-4F8C560AD4C7}"/>
                </a:ext>
              </a:extLst>
            </p:cNvPr>
            <p:cNvCxnSpPr>
              <a:cxnSpLocks noChangeShapeType="1"/>
            </p:cNvCxnSpPr>
            <p:nvPr/>
          </p:nvCxnSpPr>
          <p:spPr bwMode="auto">
            <a:xfrm>
              <a:off x="7705923" y="250031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28" name="Straight Connector 7">
              <a:extLst>
                <a:ext uri="{FF2B5EF4-FFF2-40B4-BE49-F238E27FC236}">
                  <a16:creationId xmlns:a16="http://schemas.microsoft.com/office/drawing/2014/main" id="{13B379E1-207A-96DA-6E79-96B1AE59D441}"/>
                </a:ext>
              </a:extLst>
            </p:cNvPr>
            <p:cNvCxnSpPr>
              <a:cxnSpLocks noChangeShapeType="1"/>
            </p:cNvCxnSpPr>
            <p:nvPr/>
          </p:nvCxnSpPr>
          <p:spPr bwMode="auto">
            <a:xfrm>
              <a:off x="8394898" y="250031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29" name="Straight Connector 7">
              <a:extLst>
                <a:ext uri="{FF2B5EF4-FFF2-40B4-BE49-F238E27FC236}">
                  <a16:creationId xmlns:a16="http://schemas.microsoft.com/office/drawing/2014/main" id="{9C6C2CC7-F844-60F4-FE24-8527AA667F65}"/>
                </a:ext>
              </a:extLst>
            </p:cNvPr>
            <p:cNvCxnSpPr>
              <a:cxnSpLocks noChangeShapeType="1"/>
            </p:cNvCxnSpPr>
            <p:nvPr/>
          </p:nvCxnSpPr>
          <p:spPr bwMode="auto">
            <a:xfrm>
              <a:off x="5197673" y="2501900"/>
              <a:ext cx="1223963"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49158" name="Rectangle 37">
            <a:extLst>
              <a:ext uri="{FF2B5EF4-FFF2-40B4-BE49-F238E27FC236}">
                <a16:creationId xmlns:a16="http://schemas.microsoft.com/office/drawing/2014/main" id="{5892324A-E907-86CF-D707-9EE0E86A3BA1}"/>
              </a:ext>
            </a:extLst>
          </p:cNvPr>
          <p:cNvSpPr>
            <a:spLocks noChangeArrowheads="1"/>
          </p:cNvSpPr>
          <p:nvPr/>
        </p:nvSpPr>
        <p:spPr bwMode="auto">
          <a:xfrm>
            <a:off x="468313" y="2997200"/>
            <a:ext cx="8178800"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r>
              <a:rPr lang="en-US" altLang="en-US"/>
              <a:t>Rewrite</a:t>
            </a:r>
          </a:p>
        </p:txBody>
      </p:sp>
      <p:grpSp>
        <p:nvGrpSpPr>
          <p:cNvPr id="49159" name="Group 100">
            <a:extLst>
              <a:ext uri="{FF2B5EF4-FFF2-40B4-BE49-F238E27FC236}">
                <a16:creationId xmlns:a16="http://schemas.microsoft.com/office/drawing/2014/main" id="{0211172C-C8F3-1904-706E-D7190FBB0327}"/>
              </a:ext>
            </a:extLst>
          </p:cNvPr>
          <p:cNvGrpSpPr>
            <a:grpSpLocks/>
          </p:cNvGrpSpPr>
          <p:nvPr/>
        </p:nvGrpSpPr>
        <p:grpSpPr bwMode="auto">
          <a:xfrm>
            <a:off x="360363" y="5726113"/>
            <a:ext cx="8964612" cy="461962"/>
            <a:chOff x="68" y="2822"/>
            <a:chExt cx="5647" cy="291"/>
          </a:xfrm>
        </p:grpSpPr>
        <p:sp>
          <p:nvSpPr>
            <p:cNvPr id="49201" name="TextBox 11">
              <a:extLst>
                <a:ext uri="{FF2B5EF4-FFF2-40B4-BE49-F238E27FC236}">
                  <a16:creationId xmlns:a16="http://schemas.microsoft.com/office/drawing/2014/main" id="{1A3CA3B3-FB82-A774-576D-DCA8C7635F7C}"/>
                </a:ext>
              </a:extLst>
            </p:cNvPr>
            <p:cNvSpPr txBox="1">
              <a:spLocks noChangeArrowheads="1"/>
            </p:cNvSpPr>
            <p:nvPr/>
          </p:nvSpPr>
          <p:spPr bwMode="auto">
            <a:xfrm>
              <a:off x="68" y="2825"/>
              <a:ext cx="56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400"/>
                <a:t>F = (A+B+C) </a:t>
              </a:r>
              <a:r>
                <a:rPr kumimoji="0" lang="en-US" altLang="en-US" sz="2400">
                  <a:sym typeface="Symbol" panose="05050102010706020507" pitchFamily="18" charset="2"/>
                </a:rPr>
                <a:t></a:t>
              </a:r>
              <a:r>
                <a:rPr kumimoji="0" lang="en-US" altLang="en-US" sz="2400"/>
                <a:t> (A+B+C) </a:t>
              </a:r>
              <a:r>
                <a:rPr kumimoji="0" lang="en-US" altLang="en-US" sz="2400">
                  <a:sym typeface="Symbol" panose="05050102010706020507" pitchFamily="18" charset="2"/>
                </a:rPr>
                <a:t></a:t>
              </a:r>
              <a:r>
                <a:rPr kumimoji="0" lang="en-US" altLang="en-US" sz="2400"/>
                <a:t> (A+B+C) </a:t>
              </a:r>
              <a:r>
                <a:rPr kumimoji="0" lang="en-US" altLang="en-US" sz="2400">
                  <a:sym typeface="Symbol" panose="05050102010706020507" pitchFamily="18" charset="2"/>
                </a:rPr>
                <a:t> (A+B+C)  (A+B+C)</a:t>
              </a:r>
            </a:p>
          </p:txBody>
        </p:sp>
        <p:cxnSp>
          <p:nvCxnSpPr>
            <p:cNvPr id="49202" name="Straight Connector 7">
              <a:extLst>
                <a:ext uri="{FF2B5EF4-FFF2-40B4-BE49-F238E27FC236}">
                  <a16:creationId xmlns:a16="http://schemas.microsoft.com/office/drawing/2014/main" id="{9851E35A-3A91-EDC4-0D7C-A79370A5CE4A}"/>
                </a:ext>
              </a:extLst>
            </p:cNvPr>
            <p:cNvCxnSpPr>
              <a:cxnSpLocks noChangeShapeType="1"/>
            </p:cNvCxnSpPr>
            <p:nvPr/>
          </p:nvCxnSpPr>
          <p:spPr bwMode="auto">
            <a:xfrm>
              <a:off x="1809" y="2868"/>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03" name="Straight Connector 7">
              <a:extLst>
                <a:ext uri="{FF2B5EF4-FFF2-40B4-BE49-F238E27FC236}">
                  <a16:creationId xmlns:a16="http://schemas.microsoft.com/office/drawing/2014/main" id="{2B181A46-8B3B-1446-51FC-74168BC22EE1}"/>
                </a:ext>
              </a:extLst>
            </p:cNvPr>
            <p:cNvCxnSpPr>
              <a:cxnSpLocks noChangeShapeType="1"/>
            </p:cNvCxnSpPr>
            <p:nvPr/>
          </p:nvCxnSpPr>
          <p:spPr bwMode="auto">
            <a:xfrm>
              <a:off x="2318" y="2868"/>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04" name="Straight Connector 7">
              <a:extLst>
                <a:ext uri="{FF2B5EF4-FFF2-40B4-BE49-F238E27FC236}">
                  <a16:creationId xmlns:a16="http://schemas.microsoft.com/office/drawing/2014/main" id="{320AFB5D-1F74-4A04-EC60-A3D57B04409A}"/>
                </a:ext>
              </a:extLst>
            </p:cNvPr>
            <p:cNvCxnSpPr>
              <a:cxnSpLocks noChangeShapeType="1"/>
            </p:cNvCxnSpPr>
            <p:nvPr/>
          </p:nvCxnSpPr>
          <p:spPr bwMode="auto">
            <a:xfrm>
              <a:off x="1809" y="2824"/>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05" name="Straight Connector 7">
              <a:extLst>
                <a:ext uri="{FF2B5EF4-FFF2-40B4-BE49-F238E27FC236}">
                  <a16:creationId xmlns:a16="http://schemas.microsoft.com/office/drawing/2014/main" id="{2275C070-E6B3-5CCB-5277-D58B204542A3}"/>
                </a:ext>
              </a:extLst>
            </p:cNvPr>
            <p:cNvCxnSpPr>
              <a:cxnSpLocks noChangeShapeType="1"/>
            </p:cNvCxnSpPr>
            <p:nvPr/>
          </p:nvCxnSpPr>
          <p:spPr bwMode="auto">
            <a:xfrm>
              <a:off x="872" y="2868"/>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06" name="Straight Connector 7">
              <a:extLst>
                <a:ext uri="{FF2B5EF4-FFF2-40B4-BE49-F238E27FC236}">
                  <a16:creationId xmlns:a16="http://schemas.microsoft.com/office/drawing/2014/main" id="{F0DE0D26-E345-9D26-A097-C940E833C956}"/>
                </a:ext>
              </a:extLst>
            </p:cNvPr>
            <p:cNvCxnSpPr>
              <a:cxnSpLocks noChangeShapeType="1"/>
            </p:cNvCxnSpPr>
            <p:nvPr/>
          </p:nvCxnSpPr>
          <p:spPr bwMode="auto">
            <a:xfrm>
              <a:off x="872" y="2824"/>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07" name="Straight Connector 7">
              <a:extLst>
                <a:ext uri="{FF2B5EF4-FFF2-40B4-BE49-F238E27FC236}">
                  <a16:creationId xmlns:a16="http://schemas.microsoft.com/office/drawing/2014/main" id="{A2EEF312-4419-F5B6-FA83-338C98A03DBC}"/>
                </a:ext>
              </a:extLst>
            </p:cNvPr>
            <p:cNvCxnSpPr>
              <a:cxnSpLocks noChangeShapeType="1"/>
            </p:cNvCxnSpPr>
            <p:nvPr/>
          </p:nvCxnSpPr>
          <p:spPr bwMode="auto">
            <a:xfrm>
              <a:off x="1117" y="2866"/>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08" name="Straight Connector 7">
              <a:extLst>
                <a:ext uri="{FF2B5EF4-FFF2-40B4-BE49-F238E27FC236}">
                  <a16:creationId xmlns:a16="http://schemas.microsoft.com/office/drawing/2014/main" id="{380DB6D2-5957-1AF1-E85D-8BCEE56513CE}"/>
                </a:ext>
              </a:extLst>
            </p:cNvPr>
            <p:cNvCxnSpPr>
              <a:cxnSpLocks noChangeShapeType="1"/>
            </p:cNvCxnSpPr>
            <p:nvPr/>
          </p:nvCxnSpPr>
          <p:spPr bwMode="auto">
            <a:xfrm>
              <a:off x="1117" y="2822"/>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09" name="Straight Connector 7">
              <a:extLst>
                <a:ext uri="{FF2B5EF4-FFF2-40B4-BE49-F238E27FC236}">
                  <a16:creationId xmlns:a16="http://schemas.microsoft.com/office/drawing/2014/main" id="{F200779A-3C4D-64C5-E4A2-AFCDDF241381}"/>
                </a:ext>
              </a:extLst>
            </p:cNvPr>
            <p:cNvCxnSpPr>
              <a:cxnSpLocks noChangeShapeType="1"/>
            </p:cNvCxnSpPr>
            <p:nvPr/>
          </p:nvCxnSpPr>
          <p:spPr bwMode="auto">
            <a:xfrm>
              <a:off x="1377" y="2866"/>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10" name="Straight Connector 7">
              <a:extLst>
                <a:ext uri="{FF2B5EF4-FFF2-40B4-BE49-F238E27FC236}">
                  <a16:creationId xmlns:a16="http://schemas.microsoft.com/office/drawing/2014/main" id="{48A36789-1DC7-1047-2402-E659DB63F500}"/>
                </a:ext>
              </a:extLst>
            </p:cNvPr>
            <p:cNvCxnSpPr>
              <a:cxnSpLocks noChangeShapeType="1"/>
            </p:cNvCxnSpPr>
            <p:nvPr/>
          </p:nvCxnSpPr>
          <p:spPr bwMode="auto">
            <a:xfrm>
              <a:off x="1377" y="2822"/>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11" name="Straight Connector 7">
              <a:extLst>
                <a:ext uri="{FF2B5EF4-FFF2-40B4-BE49-F238E27FC236}">
                  <a16:creationId xmlns:a16="http://schemas.microsoft.com/office/drawing/2014/main" id="{9B17EB4C-EB5F-448D-C16B-6C39A46CD28E}"/>
                </a:ext>
              </a:extLst>
            </p:cNvPr>
            <p:cNvCxnSpPr>
              <a:cxnSpLocks noChangeShapeType="1"/>
            </p:cNvCxnSpPr>
            <p:nvPr/>
          </p:nvCxnSpPr>
          <p:spPr bwMode="auto">
            <a:xfrm>
              <a:off x="2052" y="2868"/>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12" name="Straight Connector 7">
              <a:extLst>
                <a:ext uri="{FF2B5EF4-FFF2-40B4-BE49-F238E27FC236}">
                  <a16:creationId xmlns:a16="http://schemas.microsoft.com/office/drawing/2014/main" id="{516F2E13-10A4-8F28-252E-D6BC63F29835}"/>
                </a:ext>
              </a:extLst>
            </p:cNvPr>
            <p:cNvCxnSpPr>
              <a:cxnSpLocks noChangeShapeType="1"/>
            </p:cNvCxnSpPr>
            <p:nvPr/>
          </p:nvCxnSpPr>
          <p:spPr bwMode="auto">
            <a:xfrm>
              <a:off x="2052" y="2824"/>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13" name="Straight Connector 7">
              <a:extLst>
                <a:ext uri="{FF2B5EF4-FFF2-40B4-BE49-F238E27FC236}">
                  <a16:creationId xmlns:a16="http://schemas.microsoft.com/office/drawing/2014/main" id="{7C1701C6-0C0D-742F-88BC-D262843288C1}"/>
                </a:ext>
              </a:extLst>
            </p:cNvPr>
            <p:cNvCxnSpPr>
              <a:cxnSpLocks noChangeShapeType="1"/>
            </p:cNvCxnSpPr>
            <p:nvPr/>
          </p:nvCxnSpPr>
          <p:spPr bwMode="auto">
            <a:xfrm>
              <a:off x="2738" y="2868"/>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14" name="Straight Connector 7">
              <a:extLst>
                <a:ext uri="{FF2B5EF4-FFF2-40B4-BE49-F238E27FC236}">
                  <a16:creationId xmlns:a16="http://schemas.microsoft.com/office/drawing/2014/main" id="{763511BC-A80F-4EFF-831D-FAD91F30B253}"/>
                </a:ext>
              </a:extLst>
            </p:cNvPr>
            <p:cNvCxnSpPr>
              <a:cxnSpLocks noChangeShapeType="1"/>
            </p:cNvCxnSpPr>
            <p:nvPr/>
          </p:nvCxnSpPr>
          <p:spPr bwMode="auto">
            <a:xfrm>
              <a:off x="2989" y="2868"/>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15" name="Straight Connector 7">
              <a:extLst>
                <a:ext uri="{FF2B5EF4-FFF2-40B4-BE49-F238E27FC236}">
                  <a16:creationId xmlns:a16="http://schemas.microsoft.com/office/drawing/2014/main" id="{9C483287-2ED3-600B-2AE2-343C2AE7EE83}"/>
                </a:ext>
              </a:extLst>
            </p:cNvPr>
            <p:cNvCxnSpPr>
              <a:cxnSpLocks noChangeShapeType="1"/>
            </p:cNvCxnSpPr>
            <p:nvPr/>
          </p:nvCxnSpPr>
          <p:spPr bwMode="auto">
            <a:xfrm>
              <a:off x="2989" y="2824"/>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16" name="Straight Connector 7">
              <a:extLst>
                <a:ext uri="{FF2B5EF4-FFF2-40B4-BE49-F238E27FC236}">
                  <a16:creationId xmlns:a16="http://schemas.microsoft.com/office/drawing/2014/main" id="{E5EDCFBA-0E47-529F-C288-E2084BF35E98}"/>
                </a:ext>
              </a:extLst>
            </p:cNvPr>
            <p:cNvCxnSpPr>
              <a:cxnSpLocks noChangeShapeType="1"/>
            </p:cNvCxnSpPr>
            <p:nvPr/>
          </p:nvCxnSpPr>
          <p:spPr bwMode="auto">
            <a:xfrm>
              <a:off x="3249" y="2866"/>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17" name="Straight Connector 7">
              <a:extLst>
                <a:ext uri="{FF2B5EF4-FFF2-40B4-BE49-F238E27FC236}">
                  <a16:creationId xmlns:a16="http://schemas.microsoft.com/office/drawing/2014/main" id="{A773CC2B-4080-6A75-4663-5D2260A514A3}"/>
                </a:ext>
              </a:extLst>
            </p:cNvPr>
            <p:cNvCxnSpPr>
              <a:cxnSpLocks noChangeShapeType="1"/>
            </p:cNvCxnSpPr>
            <p:nvPr/>
          </p:nvCxnSpPr>
          <p:spPr bwMode="auto">
            <a:xfrm>
              <a:off x="3249" y="2822"/>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18" name="Straight Connector 7">
              <a:extLst>
                <a:ext uri="{FF2B5EF4-FFF2-40B4-BE49-F238E27FC236}">
                  <a16:creationId xmlns:a16="http://schemas.microsoft.com/office/drawing/2014/main" id="{58F560EA-927E-0F93-1E60-89B473F594AB}"/>
                </a:ext>
              </a:extLst>
            </p:cNvPr>
            <p:cNvCxnSpPr>
              <a:cxnSpLocks noChangeShapeType="1"/>
            </p:cNvCxnSpPr>
            <p:nvPr/>
          </p:nvCxnSpPr>
          <p:spPr bwMode="auto">
            <a:xfrm>
              <a:off x="3929" y="2866"/>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19" name="Straight Connector 7">
              <a:extLst>
                <a:ext uri="{FF2B5EF4-FFF2-40B4-BE49-F238E27FC236}">
                  <a16:creationId xmlns:a16="http://schemas.microsoft.com/office/drawing/2014/main" id="{CD2300B0-E336-ED0A-E219-47C01FD044BA}"/>
                </a:ext>
              </a:extLst>
            </p:cNvPr>
            <p:cNvCxnSpPr>
              <a:cxnSpLocks noChangeShapeType="1"/>
            </p:cNvCxnSpPr>
            <p:nvPr/>
          </p:nvCxnSpPr>
          <p:spPr bwMode="auto">
            <a:xfrm>
              <a:off x="3929" y="2822"/>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20" name="Straight Connector 7">
              <a:extLst>
                <a:ext uri="{FF2B5EF4-FFF2-40B4-BE49-F238E27FC236}">
                  <a16:creationId xmlns:a16="http://schemas.microsoft.com/office/drawing/2014/main" id="{C88BDEE0-7319-70E7-0A37-5C63991FCC12}"/>
                </a:ext>
              </a:extLst>
            </p:cNvPr>
            <p:cNvCxnSpPr>
              <a:cxnSpLocks noChangeShapeType="1"/>
            </p:cNvCxnSpPr>
            <p:nvPr/>
          </p:nvCxnSpPr>
          <p:spPr bwMode="auto">
            <a:xfrm>
              <a:off x="3685" y="2868"/>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21" name="Straight Connector 7">
              <a:extLst>
                <a:ext uri="{FF2B5EF4-FFF2-40B4-BE49-F238E27FC236}">
                  <a16:creationId xmlns:a16="http://schemas.microsoft.com/office/drawing/2014/main" id="{515CD70F-81C6-7429-847D-23164EC03DA8}"/>
                </a:ext>
              </a:extLst>
            </p:cNvPr>
            <p:cNvCxnSpPr>
              <a:cxnSpLocks noChangeShapeType="1"/>
            </p:cNvCxnSpPr>
            <p:nvPr/>
          </p:nvCxnSpPr>
          <p:spPr bwMode="auto">
            <a:xfrm>
              <a:off x="4190" y="2868"/>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22" name="Straight Connector 7">
              <a:extLst>
                <a:ext uri="{FF2B5EF4-FFF2-40B4-BE49-F238E27FC236}">
                  <a16:creationId xmlns:a16="http://schemas.microsoft.com/office/drawing/2014/main" id="{235D2066-C60D-2B58-2A65-AC388BFD2C52}"/>
                </a:ext>
              </a:extLst>
            </p:cNvPr>
            <p:cNvCxnSpPr>
              <a:cxnSpLocks noChangeShapeType="1"/>
            </p:cNvCxnSpPr>
            <p:nvPr/>
          </p:nvCxnSpPr>
          <p:spPr bwMode="auto">
            <a:xfrm>
              <a:off x="4622" y="2868"/>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23" name="Straight Connector 7">
              <a:extLst>
                <a:ext uri="{FF2B5EF4-FFF2-40B4-BE49-F238E27FC236}">
                  <a16:creationId xmlns:a16="http://schemas.microsoft.com/office/drawing/2014/main" id="{CD9119AE-7845-0C91-36C9-30AA54CA8793}"/>
                </a:ext>
              </a:extLst>
            </p:cNvPr>
            <p:cNvCxnSpPr>
              <a:cxnSpLocks noChangeShapeType="1"/>
            </p:cNvCxnSpPr>
            <p:nvPr/>
          </p:nvCxnSpPr>
          <p:spPr bwMode="auto">
            <a:xfrm>
              <a:off x="4870" y="2868"/>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24" name="Straight Connector 7">
              <a:extLst>
                <a:ext uri="{FF2B5EF4-FFF2-40B4-BE49-F238E27FC236}">
                  <a16:creationId xmlns:a16="http://schemas.microsoft.com/office/drawing/2014/main" id="{A7F600B5-6396-A5FA-4B32-8C893B736229}"/>
                </a:ext>
              </a:extLst>
            </p:cNvPr>
            <p:cNvCxnSpPr>
              <a:cxnSpLocks noChangeShapeType="1"/>
            </p:cNvCxnSpPr>
            <p:nvPr/>
          </p:nvCxnSpPr>
          <p:spPr bwMode="auto">
            <a:xfrm>
              <a:off x="5130" y="2868"/>
              <a:ext cx="1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grpSp>
        <p:nvGrpSpPr>
          <p:cNvPr id="49160" name="Group 99">
            <a:extLst>
              <a:ext uri="{FF2B5EF4-FFF2-40B4-BE49-F238E27FC236}">
                <a16:creationId xmlns:a16="http://schemas.microsoft.com/office/drawing/2014/main" id="{071C32DC-CBC6-756B-79BF-CF5073C9B238}"/>
              </a:ext>
            </a:extLst>
          </p:cNvPr>
          <p:cNvGrpSpPr>
            <a:grpSpLocks/>
          </p:cNvGrpSpPr>
          <p:nvPr/>
        </p:nvGrpSpPr>
        <p:grpSpPr bwMode="auto">
          <a:xfrm>
            <a:off x="693738" y="6284913"/>
            <a:ext cx="8532812" cy="457200"/>
            <a:chOff x="340" y="3324"/>
            <a:chExt cx="5375" cy="288"/>
          </a:xfrm>
        </p:grpSpPr>
        <p:sp>
          <p:nvSpPr>
            <p:cNvPr id="49193" name="TextBox 11">
              <a:extLst>
                <a:ext uri="{FF2B5EF4-FFF2-40B4-BE49-F238E27FC236}">
                  <a16:creationId xmlns:a16="http://schemas.microsoft.com/office/drawing/2014/main" id="{BDCC7996-63FC-9640-96DF-E743D8AE800B}"/>
                </a:ext>
              </a:extLst>
            </p:cNvPr>
            <p:cNvSpPr txBox="1">
              <a:spLocks noChangeArrowheads="1"/>
            </p:cNvSpPr>
            <p:nvPr/>
          </p:nvSpPr>
          <p:spPr bwMode="auto">
            <a:xfrm>
              <a:off x="340" y="3324"/>
              <a:ext cx="53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400"/>
                <a:t>= (A+B+C) </a:t>
              </a:r>
              <a:r>
                <a:rPr kumimoji="0" lang="en-US" altLang="en-US" sz="2400">
                  <a:sym typeface="Symbol" panose="05050102010706020507" pitchFamily="18" charset="2"/>
                </a:rPr>
                <a:t></a:t>
              </a:r>
              <a:r>
                <a:rPr kumimoji="0" lang="en-US" altLang="en-US" sz="2400"/>
                <a:t> (A+B+C) </a:t>
              </a:r>
              <a:r>
                <a:rPr kumimoji="0" lang="en-US" altLang="en-US" sz="2400">
                  <a:sym typeface="Symbol" panose="05050102010706020507" pitchFamily="18" charset="2"/>
                </a:rPr>
                <a:t></a:t>
              </a:r>
              <a:r>
                <a:rPr kumimoji="0" lang="en-US" altLang="en-US" sz="2400"/>
                <a:t> (A+B+C) </a:t>
              </a:r>
              <a:r>
                <a:rPr kumimoji="0" lang="en-US" altLang="en-US" sz="2400">
                  <a:sym typeface="Symbol" panose="05050102010706020507" pitchFamily="18" charset="2"/>
                </a:rPr>
                <a:t> (A+B+C)  (A+B+C)</a:t>
              </a:r>
            </a:p>
          </p:txBody>
        </p:sp>
        <p:cxnSp>
          <p:nvCxnSpPr>
            <p:cNvPr id="49194" name="Straight Connector 7">
              <a:extLst>
                <a:ext uri="{FF2B5EF4-FFF2-40B4-BE49-F238E27FC236}">
                  <a16:creationId xmlns:a16="http://schemas.microsoft.com/office/drawing/2014/main" id="{1B468DE6-CC1B-A650-F7B5-024D189279CA}"/>
                </a:ext>
              </a:extLst>
            </p:cNvPr>
            <p:cNvCxnSpPr>
              <a:cxnSpLocks noChangeShapeType="1"/>
            </p:cNvCxnSpPr>
            <p:nvPr/>
          </p:nvCxnSpPr>
          <p:spPr bwMode="auto">
            <a:xfrm>
              <a:off x="2376" y="336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95" name="Straight Connector 7">
              <a:extLst>
                <a:ext uri="{FF2B5EF4-FFF2-40B4-BE49-F238E27FC236}">
                  <a16:creationId xmlns:a16="http://schemas.microsoft.com/office/drawing/2014/main" id="{EFCA6A72-25BB-9760-F718-F14F05D4F9DA}"/>
                </a:ext>
              </a:extLst>
            </p:cNvPr>
            <p:cNvCxnSpPr>
              <a:cxnSpLocks noChangeShapeType="1"/>
            </p:cNvCxnSpPr>
            <p:nvPr/>
          </p:nvCxnSpPr>
          <p:spPr bwMode="auto">
            <a:xfrm>
              <a:off x="2796" y="336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96" name="Straight Connector 7">
              <a:extLst>
                <a:ext uri="{FF2B5EF4-FFF2-40B4-BE49-F238E27FC236}">
                  <a16:creationId xmlns:a16="http://schemas.microsoft.com/office/drawing/2014/main" id="{5EC5D4BC-C9E4-2FA4-349E-4C4C1ECE29F3}"/>
                </a:ext>
              </a:extLst>
            </p:cNvPr>
            <p:cNvCxnSpPr>
              <a:cxnSpLocks noChangeShapeType="1"/>
            </p:cNvCxnSpPr>
            <p:nvPr/>
          </p:nvCxnSpPr>
          <p:spPr bwMode="auto">
            <a:xfrm>
              <a:off x="3743" y="336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97" name="Straight Connector 7">
              <a:extLst>
                <a:ext uri="{FF2B5EF4-FFF2-40B4-BE49-F238E27FC236}">
                  <a16:creationId xmlns:a16="http://schemas.microsoft.com/office/drawing/2014/main" id="{7C41683F-DF72-95DA-DC11-1AC3D0A5AE27}"/>
                </a:ext>
              </a:extLst>
            </p:cNvPr>
            <p:cNvCxnSpPr>
              <a:cxnSpLocks noChangeShapeType="1"/>
            </p:cNvCxnSpPr>
            <p:nvPr/>
          </p:nvCxnSpPr>
          <p:spPr bwMode="auto">
            <a:xfrm>
              <a:off x="4248" y="336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98" name="Straight Connector 7">
              <a:extLst>
                <a:ext uri="{FF2B5EF4-FFF2-40B4-BE49-F238E27FC236}">
                  <a16:creationId xmlns:a16="http://schemas.microsoft.com/office/drawing/2014/main" id="{893B1800-24E9-76DC-848A-963C99FAE858}"/>
                </a:ext>
              </a:extLst>
            </p:cNvPr>
            <p:cNvCxnSpPr>
              <a:cxnSpLocks noChangeShapeType="1"/>
            </p:cNvCxnSpPr>
            <p:nvPr/>
          </p:nvCxnSpPr>
          <p:spPr bwMode="auto">
            <a:xfrm>
              <a:off x="4680" y="336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99" name="Straight Connector 7">
              <a:extLst>
                <a:ext uri="{FF2B5EF4-FFF2-40B4-BE49-F238E27FC236}">
                  <a16:creationId xmlns:a16="http://schemas.microsoft.com/office/drawing/2014/main" id="{14AFFA04-9600-E949-51FB-62D9505A67BE}"/>
                </a:ext>
              </a:extLst>
            </p:cNvPr>
            <p:cNvCxnSpPr>
              <a:cxnSpLocks noChangeShapeType="1"/>
            </p:cNvCxnSpPr>
            <p:nvPr/>
          </p:nvCxnSpPr>
          <p:spPr bwMode="auto">
            <a:xfrm>
              <a:off x="4928" y="336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200" name="Straight Connector 7">
              <a:extLst>
                <a:ext uri="{FF2B5EF4-FFF2-40B4-BE49-F238E27FC236}">
                  <a16:creationId xmlns:a16="http://schemas.microsoft.com/office/drawing/2014/main" id="{5436CEAE-6AEE-A430-F2E7-ED6414912AE7}"/>
                </a:ext>
              </a:extLst>
            </p:cNvPr>
            <p:cNvCxnSpPr>
              <a:cxnSpLocks noChangeShapeType="1"/>
            </p:cNvCxnSpPr>
            <p:nvPr/>
          </p:nvCxnSpPr>
          <p:spPr bwMode="auto">
            <a:xfrm>
              <a:off x="5188" y="336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grpSp>
        <p:nvGrpSpPr>
          <p:cNvPr id="49161" name="Group 86">
            <a:extLst>
              <a:ext uri="{FF2B5EF4-FFF2-40B4-BE49-F238E27FC236}">
                <a16:creationId xmlns:a16="http://schemas.microsoft.com/office/drawing/2014/main" id="{579A8F56-629E-8B8C-C68A-740ED085F539}"/>
              </a:ext>
            </a:extLst>
          </p:cNvPr>
          <p:cNvGrpSpPr>
            <a:grpSpLocks/>
          </p:cNvGrpSpPr>
          <p:nvPr/>
        </p:nvGrpSpPr>
        <p:grpSpPr bwMode="auto">
          <a:xfrm>
            <a:off x="577850" y="3603625"/>
            <a:ext cx="7899400" cy="523875"/>
            <a:chOff x="946200" y="3429000"/>
            <a:chExt cx="7899896" cy="523220"/>
          </a:xfrm>
        </p:grpSpPr>
        <p:sp>
          <p:nvSpPr>
            <p:cNvPr id="49183" name="TextBox 11">
              <a:extLst>
                <a:ext uri="{FF2B5EF4-FFF2-40B4-BE49-F238E27FC236}">
                  <a16:creationId xmlns:a16="http://schemas.microsoft.com/office/drawing/2014/main" id="{EAA6D748-7277-7C2C-57B2-E217D6E34A53}"/>
                </a:ext>
              </a:extLst>
            </p:cNvPr>
            <p:cNvSpPr txBox="1">
              <a:spLocks noChangeArrowheads="1"/>
            </p:cNvSpPr>
            <p:nvPr/>
          </p:nvSpPr>
          <p:spPr bwMode="auto">
            <a:xfrm>
              <a:off x="946200" y="3429000"/>
              <a:ext cx="78998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F = (ABC) </a:t>
              </a:r>
              <a:r>
                <a:rPr kumimoji="0" lang="en-US" altLang="en-US">
                  <a:sym typeface="Symbol" panose="05050102010706020507" pitchFamily="18" charset="2"/>
                </a:rPr>
                <a:t>+</a:t>
              </a:r>
              <a:r>
                <a:rPr kumimoji="0" lang="en-US" altLang="en-US"/>
                <a:t> (ABC) </a:t>
              </a:r>
              <a:r>
                <a:rPr kumimoji="0" lang="en-US" altLang="en-US">
                  <a:sym typeface="Symbol" panose="05050102010706020507" pitchFamily="18" charset="2"/>
                </a:rPr>
                <a:t>+</a:t>
              </a:r>
              <a:r>
                <a:rPr kumimoji="0" lang="en-US" altLang="en-US"/>
                <a:t> (ABC) </a:t>
              </a:r>
              <a:r>
                <a:rPr kumimoji="0" lang="en-US" altLang="en-US">
                  <a:sym typeface="Symbol" panose="05050102010706020507" pitchFamily="18" charset="2"/>
                </a:rPr>
                <a:t>+ (ABC) + (ABC)</a:t>
              </a:r>
            </a:p>
          </p:txBody>
        </p:sp>
        <p:cxnSp>
          <p:nvCxnSpPr>
            <p:cNvPr id="49184" name="Straight Connector 7">
              <a:extLst>
                <a:ext uri="{FF2B5EF4-FFF2-40B4-BE49-F238E27FC236}">
                  <a16:creationId xmlns:a16="http://schemas.microsoft.com/office/drawing/2014/main" id="{14116EBF-3187-05E8-D05E-DD4E5C91A30C}"/>
                </a:ext>
              </a:extLst>
            </p:cNvPr>
            <p:cNvCxnSpPr>
              <a:cxnSpLocks noChangeShapeType="1"/>
            </p:cNvCxnSpPr>
            <p:nvPr/>
          </p:nvCxnSpPr>
          <p:spPr bwMode="auto">
            <a:xfrm>
              <a:off x="2065039"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85" name="Straight Connector 7">
              <a:extLst>
                <a:ext uri="{FF2B5EF4-FFF2-40B4-BE49-F238E27FC236}">
                  <a16:creationId xmlns:a16="http://schemas.microsoft.com/office/drawing/2014/main" id="{4C4B38E8-76E6-5DBB-BFCA-3BFBAC6FF412}"/>
                </a:ext>
              </a:extLst>
            </p:cNvPr>
            <p:cNvCxnSpPr>
              <a:cxnSpLocks noChangeShapeType="1"/>
            </p:cNvCxnSpPr>
            <p:nvPr/>
          </p:nvCxnSpPr>
          <p:spPr bwMode="auto">
            <a:xfrm>
              <a:off x="2330152"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86" name="Straight Connector 7">
              <a:extLst>
                <a:ext uri="{FF2B5EF4-FFF2-40B4-BE49-F238E27FC236}">
                  <a16:creationId xmlns:a16="http://schemas.microsoft.com/office/drawing/2014/main" id="{35B3DD2E-C10A-1AAE-3A79-61CBA6E727DD}"/>
                </a:ext>
              </a:extLst>
            </p:cNvPr>
            <p:cNvCxnSpPr>
              <a:cxnSpLocks noChangeShapeType="1"/>
            </p:cNvCxnSpPr>
            <p:nvPr/>
          </p:nvCxnSpPr>
          <p:spPr bwMode="auto">
            <a:xfrm>
              <a:off x="2590502"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87" name="Straight Connector 7">
              <a:extLst>
                <a:ext uri="{FF2B5EF4-FFF2-40B4-BE49-F238E27FC236}">
                  <a16:creationId xmlns:a16="http://schemas.microsoft.com/office/drawing/2014/main" id="{72167CEB-0FC4-6F51-ED35-9E9F7D2986D8}"/>
                </a:ext>
              </a:extLst>
            </p:cNvPr>
            <p:cNvCxnSpPr>
              <a:cxnSpLocks noChangeShapeType="1"/>
            </p:cNvCxnSpPr>
            <p:nvPr/>
          </p:nvCxnSpPr>
          <p:spPr bwMode="auto">
            <a:xfrm>
              <a:off x="3484443"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88" name="Straight Connector 7">
              <a:extLst>
                <a:ext uri="{FF2B5EF4-FFF2-40B4-BE49-F238E27FC236}">
                  <a16:creationId xmlns:a16="http://schemas.microsoft.com/office/drawing/2014/main" id="{0D314913-19D8-3D1B-69AB-70B67B75D440}"/>
                </a:ext>
              </a:extLst>
            </p:cNvPr>
            <p:cNvCxnSpPr>
              <a:cxnSpLocks noChangeShapeType="1"/>
            </p:cNvCxnSpPr>
            <p:nvPr/>
          </p:nvCxnSpPr>
          <p:spPr bwMode="auto">
            <a:xfrm>
              <a:off x="3749556"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89" name="Straight Connector 7">
              <a:extLst>
                <a:ext uri="{FF2B5EF4-FFF2-40B4-BE49-F238E27FC236}">
                  <a16:creationId xmlns:a16="http://schemas.microsoft.com/office/drawing/2014/main" id="{D42C45E3-8A68-7377-9178-E4D99590EA5B}"/>
                </a:ext>
              </a:extLst>
            </p:cNvPr>
            <p:cNvCxnSpPr>
              <a:cxnSpLocks noChangeShapeType="1"/>
            </p:cNvCxnSpPr>
            <p:nvPr/>
          </p:nvCxnSpPr>
          <p:spPr bwMode="auto">
            <a:xfrm>
              <a:off x="5099099"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90" name="Straight Connector 7">
              <a:extLst>
                <a:ext uri="{FF2B5EF4-FFF2-40B4-BE49-F238E27FC236}">
                  <a16:creationId xmlns:a16="http://schemas.microsoft.com/office/drawing/2014/main" id="{06F23B82-2D63-B788-0EB5-981B75A6DF41}"/>
                </a:ext>
              </a:extLst>
            </p:cNvPr>
            <p:cNvCxnSpPr>
              <a:cxnSpLocks noChangeShapeType="1"/>
            </p:cNvCxnSpPr>
            <p:nvPr/>
          </p:nvCxnSpPr>
          <p:spPr bwMode="auto">
            <a:xfrm>
              <a:off x="5364212"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91" name="Straight Connector 7">
              <a:extLst>
                <a:ext uri="{FF2B5EF4-FFF2-40B4-BE49-F238E27FC236}">
                  <a16:creationId xmlns:a16="http://schemas.microsoft.com/office/drawing/2014/main" id="{F3B8DCDB-F4E3-A16D-8ED6-E2948C9F9633}"/>
                </a:ext>
              </a:extLst>
            </p:cNvPr>
            <p:cNvCxnSpPr>
              <a:cxnSpLocks noChangeShapeType="1"/>
            </p:cNvCxnSpPr>
            <p:nvPr/>
          </p:nvCxnSpPr>
          <p:spPr bwMode="auto">
            <a:xfrm>
              <a:off x="6508720" y="35109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92" name="Straight Connector 7">
              <a:extLst>
                <a:ext uri="{FF2B5EF4-FFF2-40B4-BE49-F238E27FC236}">
                  <a16:creationId xmlns:a16="http://schemas.microsoft.com/office/drawing/2014/main" id="{666FAC41-345E-8469-771B-9647F864088F}"/>
                </a:ext>
              </a:extLst>
            </p:cNvPr>
            <p:cNvCxnSpPr>
              <a:cxnSpLocks noChangeShapeType="1"/>
            </p:cNvCxnSpPr>
            <p:nvPr/>
          </p:nvCxnSpPr>
          <p:spPr bwMode="auto">
            <a:xfrm>
              <a:off x="1319064" y="3513708"/>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grpSp>
        <p:nvGrpSpPr>
          <p:cNvPr id="49162" name="Group 87">
            <a:extLst>
              <a:ext uri="{FF2B5EF4-FFF2-40B4-BE49-F238E27FC236}">
                <a16:creationId xmlns:a16="http://schemas.microsoft.com/office/drawing/2014/main" id="{B1E1AE7C-E9A0-6C46-661B-1229A66F356B}"/>
              </a:ext>
            </a:extLst>
          </p:cNvPr>
          <p:cNvGrpSpPr>
            <a:grpSpLocks/>
          </p:cNvGrpSpPr>
          <p:nvPr/>
        </p:nvGrpSpPr>
        <p:grpSpPr bwMode="auto">
          <a:xfrm>
            <a:off x="577850" y="4305300"/>
            <a:ext cx="7899400" cy="522288"/>
            <a:chOff x="946200" y="4129916"/>
            <a:chExt cx="7899896" cy="523220"/>
          </a:xfrm>
        </p:grpSpPr>
        <p:sp>
          <p:nvSpPr>
            <p:cNvPr id="49173" name="TextBox 11">
              <a:extLst>
                <a:ext uri="{FF2B5EF4-FFF2-40B4-BE49-F238E27FC236}">
                  <a16:creationId xmlns:a16="http://schemas.microsoft.com/office/drawing/2014/main" id="{76564D97-DD2B-9C3E-800F-0DE06B5313F1}"/>
                </a:ext>
              </a:extLst>
            </p:cNvPr>
            <p:cNvSpPr txBox="1">
              <a:spLocks noChangeArrowheads="1"/>
            </p:cNvSpPr>
            <p:nvPr/>
          </p:nvSpPr>
          <p:spPr bwMode="auto">
            <a:xfrm>
              <a:off x="946200" y="4129916"/>
              <a:ext cx="78998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F = (ABC) </a:t>
              </a:r>
              <a:r>
                <a:rPr kumimoji="0" lang="en-US" altLang="en-US">
                  <a:sym typeface="Symbol" panose="05050102010706020507" pitchFamily="18" charset="2"/>
                </a:rPr>
                <a:t>+</a:t>
              </a:r>
              <a:r>
                <a:rPr kumimoji="0" lang="en-US" altLang="en-US"/>
                <a:t> (ABC) </a:t>
              </a:r>
              <a:r>
                <a:rPr kumimoji="0" lang="en-US" altLang="en-US">
                  <a:sym typeface="Symbol" panose="05050102010706020507" pitchFamily="18" charset="2"/>
                </a:rPr>
                <a:t>+</a:t>
              </a:r>
              <a:r>
                <a:rPr kumimoji="0" lang="en-US" altLang="en-US"/>
                <a:t> (ABC) </a:t>
              </a:r>
              <a:r>
                <a:rPr kumimoji="0" lang="en-US" altLang="en-US">
                  <a:sym typeface="Symbol" panose="05050102010706020507" pitchFamily="18" charset="2"/>
                </a:rPr>
                <a:t>+ (ABC) + (ABC)</a:t>
              </a:r>
            </a:p>
          </p:txBody>
        </p:sp>
        <p:cxnSp>
          <p:nvCxnSpPr>
            <p:cNvPr id="49174" name="Straight Connector 7">
              <a:extLst>
                <a:ext uri="{FF2B5EF4-FFF2-40B4-BE49-F238E27FC236}">
                  <a16:creationId xmlns:a16="http://schemas.microsoft.com/office/drawing/2014/main" id="{D8367040-B6E0-A0D4-DD66-6AA59917BF88}"/>
                </a:ext>
              </a:extLst>
            </p:cNvPr>
            <p:cNvCxnSpPr>
              <a:cxnSpLocks noChangeShapeType="1"/>
            </p:cNvCxnSpPr>
            <p:nvPr/>
          </p:nvCxnSpPr>
          <p:spPr bwMode="auto">
            <a:xfrm>
              <a:off x="2065039" y="4211896"/>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75" name="Straight Connector 7">
              <a:extLst>
                <a:ext uri="{FF2B5EF4-FFF2-40B4-BE49-F238E27FC236}">
                  <a16:creationId xmlns:a16="http://schemas.microsoft.com/office/drawing/2014/main" id="{EBC5EE35-DF7B-13B1-7ED3-64C10A60CB25}"/>
                </a:ext>
              </a:extLst>
            </p:cNvPr>
            <p:cNvCxnSpPr>
              <a:cxnSpLocks noChangeShapeType="1"/>
            </p:cNvCxnSpPr>
            <p:nvPr/>
          </p:nvCxnSpPr>
          <p:spPr bwMode="auto">
            <a:xfrm>
              <a:off x="2330152" y="4211896"/>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76" name="Straight Connector 7">
              <a:extLst>
                <a:ext uri="{FF2B5EF4-FFF2-40B4-BE49-F238E27FC236}">
                  <a16:creationId xmlns:a16="http://schemas.microsoft.com/office/drawing/2014/main" id="{EEEE5439-D039-D9F7-A1EB-5EEF5DCCB7AB}"/>
                </a:ext>
              </a:extLst>
            </p:cNvPr>
            <p:cNvCxnSpPr>
              <a:cxnSpLocks noChangeShapeType="1"/>
            </p:cNvCxnSpPr>
            <p:nvPr/>
          </p:nvCxnSpPr>
          <p:spPr bwMode="auto">
            <a:xfrm>
              <a:off x="2590502" y="4211896"/>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77" name="Straight Connector 7">
              <a:extLst>
                <a:ext uri="{FF2B5EF4-FFF2-40B4-BE49-F238E27FC236}">
                  <a16:creationId xmlns:a16="http://schemas.microsoft.com/office/drawing/2014/main" id="{FDDA4709-423A-EEE6-D449-655F210AB879}"/>
                </a:ext>
              </a:extLst>
            </p:cNvPr>
            <p:cNvCxnSpPr>
              <a:cxnSpLocks noChangeShapeType="1"/>
            </p:cNvCxnSpPr>
            <p:nvPr/>
          </p:nvCxnSpPr>
          <p:spPr bwMode="auto">
            <a:xfrm>
              <a:off x="3484443" y="4211896"/>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78" name="Straight Connector 7">
              <a:extLst>
                <a:ext uri="{FF2B5EF4-FFF2-40B4-BE49-F238E27FC236}">
                  <a16:creationId xmlns:a16="http://schemas.microsoft.com/office/drawing/2014/main" id="{E639E062-F012-51AE-180A-54E28BABFF5E}"/>
                </a:ext>
              </a:extLst>
            </p:cNvPr>
            <p:cNvCxnSpPr>
              <a:cxnSpLocks noChangeShapeType="1"/>
            </p:cNvCxnSpPr>
            <p:nvPr/>
          </p:nvCxnSpPr>
          <p:spPr bwMode="auto">
            <a:xfrm>
              <a:off x="3749556" y="4211896"/>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79" name="Straight Connector 7">
              <a:extLst>
                <a:ext uri="{FF2B5EF4-FFF2-40B4-BE49-F238E27FC236}">
                  <a16:creationId xmlns:a16="http://schemas.microsoft.com/office/drawing/2014/main" id="{76F7EED2-F0EB-A1F6-2E79-4A0984525D62}"/>
                </a:ext>
              </a:extLst>
            </p:cNvPr>
            <p:cNvCxnSpPr>
              <a:cxnSpLocks noChangeShapeType="1"/>
            </p:cNvCxnSpPr>
            <p:nvPr/>
          </p:nvCxnSpPr>
          <p:spPr bwMode="auto">
            <a:xfrm>
              <a:off x="5099099" y="4211896"/>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80" name="Straight Connector 7">
              <a:extLst>
                <a:ext uri="{FF2B5EF4-FFF2-40B4-BE49-F238E27FC236}">
                  <a16:creationId xmlns:a16="http://schemas.microsoft.com/office/drawing/2014/main" id="{8CB6E737-36FB-4162-6D55-F7E6A51F99A4}"/>
                </a:ext>
              </a:extLst>
            </p:cNvPr>
            <p:cNvCxnSpPr>
              <a:cxnSpLocks noChangeShapeType="1"/>
            </p:cNvCxnSpPr>
            <p:nvPr/>
          </p:nvCxnSpPr>
          <p:spPr bwMode="auto">
            <a:xfrm>
              <a:off x="5364212" y="4211896"/>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81" name="Straight Connector 7">
              <a:extLst>
                <a:ext uri="{FF2B5EF4-FFF2-40B4-BE49-F238E27FC236}">
                  <a16:creationId xmlns:a16="http://schemas.microsoft.com/office/drawing/2014/main" id="{BF706533-9B72-D9AE-57C2-85B57509652E}"/>
                </a:ext>
              </a:extLst>
            </p:cNvPr>
            <p:cNvCxnSpPr>
              <a:cxnSpLocks noChangeShapeType="1"/>
            </p:cNvCxnSpPr>
            <p:nvPr/>
          </p:nvCxnSpPr>
          <p:spPr bwMode="auto">
            <a:xfrm>
              <a:off x="6508720" y="4211896"/>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82" name="Straight Connector 7">
              <a:extLst>
                <a:ext uri="{FF2B5EF4-FFF2-40B4-BE49-F238E27FC236}">
                  <a16:creationId xmlns:a16="http://schemas.microsoft.com/office/drawing/2014/main" id="{30572793-5521-B619-0DEF-840105878656}"/>
                </a:ext>
              </a:extLst>
            </p:cNvPr>
            <p:cNvCxnSpPr>
              <a:cxnSpLocks noChangeShapeType="1"/>
            </p:cNvCxnSpPr>
            <p:nvPr/>
          </p:nvCxnSpPr>
          <p:spPr bwMode="auto">
            <a:xfrm>
              <a:off x="2066960" y="4149080"/>
              <a:ext cx="6336704"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grpSp>
        <p:nvGrpSpPr>
          <p:cNvPr id="49163" name="Group 97">
            <a:extLst>
              <a:ext uri="{FF2B5EF4-FFF2-40B4-BE49-F238E27FC236}">
                <a16:creationId xmlns:a16="http://schemas.microsoft.com/office/drawing/2014/main" id="{0B069DF7-8A02-0795-40F4-154C695C962A}"/>
              </a:ext>
            </a:extLst>
          </p:cNvPr>
          <p:cNvGrpSpPr>
            <a:grpSpLocks/>
          </p:cNvGrpSpPr>
          <p:nvPr/>
        </p:nvGrpSpPr>
        <p:grpSpPr bwMode="auto">
          <a:xfrm>
            <a:off x="323850" y="2420938"/>
            <a:ext cx="4392613" cy="519112"/>
            <a:chOff x="323924" y="2477840"/>
            <a:chExt cx="4392092" cy="519112"/>
          </a:xfrm>
        </p:grpSpPr>
        <p:sp>
          <p:nvSpPr>
            <p:cNvPr id="49168" name="TextBox 11">
              <a:extLst>
                <a:ext uri="{FF2B5EF4-FFF2-40B4-BE49-F238E27FC236}">
                  <a16:creationId xmlns:a16="http://schemas.microsoft.com/office/drawing/2014/main" id="{A43B99B0-833D-71D9-9519-D46571BD56EB}"/>
                </a:ext>
              </a:extLst>
            </p:cNvPr>
            <p:cNvSpPr txBox="1">
              <a:spLocks noChangeArrowheads="1"/>
            </p:cNvSpPr>
            <p:nvPr/>
          </p:nvSpPr>
          <p:spPr bwMode="auto">
            <a:xfrm>
              <a:off x="323924" y="2477840"/>
              <a:ext cx="439209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(X </a:t>
              </a:r>
              <a:r>
                <a:rPr kumimoji="0" lang="en-US" altLang="en-US">
                  <a:sym typeface="Symbol" panose="05050102010706020507" pitchFamily="18" charset="2"/>
                </a:rPr>
                <a:t>+</a:t>
              </a:r>
              <a:r>
                <a:rPr kumimoji="0" lang="en-US" altLang="en-US"/>
                <a:t> Y </a:t>
              </a:r>
              <a:r>
                <a:rPr kumimoji="0" lang="en-US" altLang="en-US">
                  <a:sym typeface="Symbol" panose="05050102010706020507" pitchFamily="18" charset="2"/>
                </a:rPr>
                <a:t>+</a:t>
              </a:r>
              <a:r>
                <a:rPr kumimoji="0" lang="en-US" altLang="en-US"/>
                <a:t> Z) = </a:t>
              </a:r>
              <a:r>
                <a:rPr kumimoji="0" lang="en-US" altLang="en-US">
                  <a:sym typeface="Symbol" panose="05050102010706020507" pitchFamily="18" charset="2"/>
                </a:rPr>
                <a:t>X  Y  Z</a:t>
              </a:r>
            </a:p>
          </p:txBody>
        </p:sp>
        <p:cxnSp>
          <p:nvCxnSpPr>
            <p:cNvPr id="49169" name="Straight Connector 7">
              <a:extLst>
                <a:ext uri="{FF2B5EF4-FFF2-40B4-BE49-F238E27FC236}">
                  <a16:creationId xmlns:a16="http://schemas.microsoft.com/office/drawing/2014/main" id="{37B63733-2C28-907E-F72E-686966769E8A}"/>
                </a:ext>
              </a:extLst>
            </p:cNvPr>
            <p:cNvCxnSpPr>
              <a:cxnSpLocks noChangeShapeType="1"/>
            </p:cNvCxnSpPr>
            <p:nvPr/>
          </p:nvCxnSpPr>
          <p:spPr bwMode="auto">
            <a:xfrm>
              <a:off x="3040906" y="255721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70" name="Straight Connector 7">
              <a:extLst>
                <a:ext uri="{FF2B5EF4-FFF2-40B4-BE49-F238E27FC236}">
                  <a16:creationId xmlns:a16="http://schemas.microsoft.com/office/drawing/2014/main" id="{D07AD66E-8F9C-BEED-F263-C82A4CC81978}"/>
                </a:ext>
              </a:extLst>
            </p:cNvPr>
            <p:cNvCxnSpPr>
              <a:cxnSpLocks noChangeShapeType="1"/>
            </p:cNvCxnSpPr>
            <p:nvPr/>
          </p:nvCxnSpPr>
          <p:spPr bwMode="auto">
            <a:xfrm>
              <a:off x="3572396" y="255721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71" name="Straight Connector 7">
              <a:extLst>
                <a:ext uri="{FF2B5EF4-FFF2-40B4-BE49-F238E27FC236}">
                  <a16:creationId xmlns:a16="http://schemas.microsoft.com/office/drawing/2014/main" id="{FBBBCB60-2079-252E-368E-E59E2F963A71}"/>
                </a:ext>
              </a:extLst>
            </p:cNvPr>
            <p:cNvCxnSpPr>
              <a:cxnSpLocks noChangeShapeType="1"/>
            </p:cNvCxnSpPr>
            <p:nvPr/>
          </p:nvCxnSpPr>
          <p:spPr bwMode="auto">
            <a:xfrm>
              <a:off x="4074814" y="255721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49172" name="Straight Connector 7">
              <a:extLst>
                <a:ext uri="{FF2B5EF4-FFF2-40B4-BE49-F238E27FC236}">
                  <a16:creationId xmlns:a16="http://schemas.microsoft.com/office/drawing/2014/main" id="{7F10BE61-CAC8-26C6-A447-BBE50B238110}"/>
                </a:ext>
              </a:extLst>
            </p:cNvPr>
            <p:cNvCxnSpPr>
              <a:cxnSpLocks noChangeShapeType="1"/>
            </p:cNvCxnSpPr>
            <p:nvPr/>
          </p:nvCxnSpPr>
          <p:spPr bwMode="auto">
            <a:xfrm>
              <a:off x="827584" y="2558554"/>
              <a:ext cx="1637134"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49164" name="TextBox 99">
            <a:extLst>
              <a:ext uri="{FF2B5EF4-FFF2-40B4-BE49-F238E27FC236}">
                <a16:creationId xmlns:a16="http://schemas.microsoft.com/office/drawing/2014/main" id="{D79DDF8D-38B7-A0E1-0B02-69566859ED03}"/>
              </a:ext>
            </a:extLst>
          </p:cNvPr>
          <p:cNvSpPr txBox="1">
            <a:spLocks noChangeArrowheads="1"/>
          </p:cNvSpPr>
          <p:nvPr/>
        </p:nvSpPr>
        <p:spPr bwMode="auto">
          <a:xfrm>
            <a:off x="107950" y="2370138"/>
            <a:ext cx="7921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buFontTx/>
              <a:buNone/>
            </a:pPr>
            <a:r>
              <a:rPr lang="en-US" altLang="en-US" sz="1600" b="1" dirty="0">
                <a:solidFill>
                  <a:schemeClr val="tx2"/>
                </a:solidFill>
              </a:rPr>
              <a:t>DM1</a:t>
            </a:r>
            <a:endParaRPr lang="en-MY" altLang="en-US" sz="2000" b="1" dirty="0">
              <a:solidFill>
                <a:schemeClr val="tx2"/>
              </a:solidFill>
            </a:endParaRPr>
          </a:p>
        </p:txBody>
      </p:sp>
      <p:sp>
        <p:nvSpPr>
          <p:cNvPr id="49165" name="TextBox 100">
            <a:extLst>
              <a:ext uri="{FF2B5EF4-FFF2-40B4-BE49-F238E27FC236}">
                <a16:creationId xmlns:a16="http://schemas.microsoft.com/office/drawing/2014/main" id="{B4BD7335-C7A2-5191-0DAE-A65EF560E90F}"/>
              </a:ext>
            </a:extLst>
          </p:cNvPr>
          <p:cNvSpPr txBox="1">
            <a:spLocks noChangeArrowheads="1"/>
          </p:cNvSpPr>
          <p:nvPr/>
        </p:nvSpPr>
        <p:spPr bwMode="auto">
          <a:xfrm>
            <a:off x="4429125" y="236220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buFontTx/>
              <a:buNone/>
            </a:pPr>
            <a:r>
              <a:rPr lang="en-US" altLang="en-US" sz="1600" b="1">
                <a:solidFill>
                  <a:schemeClr val="tx2"/>
                </a:solidFill>
              </a:rPr>
              <a:t>DM2</a:t>
            </a:r>
            <a:endParaRPr lang="en-MY" altLang="en-US" sz="2000" b="1">
              <a:solidFill>
                <a:schemeClr val="tx2"/>
              </a:solidFill>
            </a:endParaRPr>
          </a:p>
        </p:txBody>
      </p:sp>
      <p:sp>
        <p:nvSpPr>
          <p:cNvPr id="49166" name="TextBox 101">
            <a:extLst>
              <a:ext uri="{FF2B5EF4-FFF2-40B4-BE49-F238E27FC236}">
                <a16:creationId xmlns:a16="http://schemas.microsoft.com/office/drawing/2014/main" id="{805FB113-686C-1014-1A67-2CEF876AAAE1}"/>
              </a:ext>
            </a:extLst>
          </p:cNvPr>
          <p:cNvSpPr txBox="1">
            <a:spLocks noChangeArrowheads="1"/>
          </p:cNvSpPr>
          <p:nvPr/>
        </p:nvSpPr>
        <p:spPr bwMode="auto">
          <a:xfrm>
            <a:off x="107950" y="5106988"/>
            <a:ext cx="7905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buFontTx/>
              <a:buNone/>
            </a:pPr>
            <a:r>
              <a:rPr lang="en-US" altLang="en-US" sz="1600" b="1">
                <a:solidFill>
                  <a:schemeClr val="tx2"/>
                </a:solidFill>
              </a:rPr>
              <a:t>DM1</a:t>
            </a:r>
            <a:endParaRPr lang="en-MY" altLang="en-US" sz="2000" b="1">
              <a:solidFill>
                <a:schemeClr val="tx2"/>
              </a:solidFill>
            </a:endParaRPr>
          </a:p>
        </p:txBody>
      </p:sp>
      <p:sp>
        <p:nvSpPr>
          <p:cNvPr id="49167" name="TextBox 102">
            <a:extLst>
              <a:ext uri="{FF2B5EF4-FFF2-40B4-BE49-F238E27FC236}">
                <a16:creationId xmlns:a16="http://schemas.microsoft.com/office/drawing/2014/main" id="{0F0EFAE6-2F22-FAA2-3DF4-C2E163CCF850}"/>
              </a:ext>
            </a:extLst>
          </p:cNvPr>
          <p:cNvSpPr txBox="1">
            <a:spLocks noChangeArrowheads="1"/>
          </p:cNvSpPr>
          <p:nvPr/>
        </p:nvSpPr>
        <p:spPr bwMode="auto">
          <a:xfrm>
            <a:off x="107950" y="5805488"/>
            <a:ext cx="7905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buFontTx/>
              <a:buNone/>
            </a:pPr>
            <a:r>
              <a:rPr lang="en-US" altLang="en-US" sz="1600" b="1">
                <a:solidFill>
                  <a:schemeClr val="tx2"/>
                </a:solidFill>
              </a:rPr>
              <a:t>DM2</a:t>
            </a:r>
            <a:endParaRPr lang="en-MY" altLang="en-US" sz="2000" b="1">
              <a:solidFill>
                <a:schemeClr val="tx2"/>
              </a:solidFill>
            </a:endParaRPr>
          </a:p>
        </p:txBody>
      </p:sp>
      <p:sp>
        <p:nvSpPr>
          <p:cNvPr id="2" name="Slide Number Placeholder 1">
            <a:extLst>
              <a:ext uri="{FF2B5EF4-FFF2-40B4-BE49-F238E27FC236}">
                <a16:creationId xmlns:a16="http://schemas.microsoft.com/office/drawing/2014/main" id="{C4885C06-E79E-3BA1-8677-E96E24883079}"/>
              </a:ext>
            </a:extLst>
          </p:cNvPr>
          <p:cNvSpPr>
            <a:spLocks noGrp="1"/>
          </p:cNvSpPr>
          <p:nvPr>
            <p:ph type="sldNum" sz="quarter" idx="12"/>
          </p:nvPr>
        </p:nvSpPr>
        <p:spPr/>
        <p:txBody>
          <a:bodyPr/>
          <a:lstStyle/>
          <a:p>
            <a:pPr>
              <a:defRPr/>
            </a:pPr>
            <a:fld id="{28588503-611C-4314-9367-E0668E948370}" type="slidenum">
              <a:rPr lang="en-US" altLang="en-US" smtClean="0"/>
              <a:pPr>
                <a:defRPr/>
              </a:pPr>
              <a:t>45</a:t>
            </a:fld>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F5508DB5-0C73-1A12-B716-0FA5904F1388}"/>
              </a:ext>
            </a:extLst>
          </p:cNvPr>
          <p:cNvSpPr>
            <a:spLocks noGrp="1" noChangeArrowheads="1"/>
          </p:cNvSpPr>
          <p:nvPr>
            <p:ph type="title"/>
          </p:nvPr>
        </p:nvSpPr>
        <p:spPr>
          <a:xfrm>
            <a:off x="487862" y="321568"/>
            <a:ext cx="7686176" cy="731168"/>
          </a:xfrm>
        </p:spPr>
        <p:txBody>
          <a:bodyPr/>
          <a:lstStyle/>
          <a:p>
            <a:r>
              <a:rPr lang="en-US" altLang="en-US" dirty="0"/>
              <a:t>Product of Sums (POS)</a:t>
            </a:r>
          </a:p>
        </p:txBody>
      </p:sp>
      <p:grpSp>
        <p:nvGrpSpPr>
          <p:cNvPr id="50180" name="Group 14">
            <a:extLst>
              <a:ext uri="{FF2B5EF4-FFF2-40B4-BE49-F238E27FC236}">
                <a16:creationId xmlns:a16="http://schemas.microsoft.com/office/drawing/2014/main" id="{05130F4A-8BAD-D0CA-EA38-7AD3B1506B2E}"/>
              </a:ext>
            </a:extLst>
          </p:cNvPr>
          <p:cNvGrpSpPr>
            <a:grpSpLocks/>
          </p:cNvGrpSpPr>
          <p:nvPr/>
        </p:nvGrpSpPr>
        <p:grpSpPr bwMode="auto">
          <a:xfrm>
            <a:off x="304800" y="6093296"/>
            <a:ext cx="8532813" cy="457200"/>
            <a:chOff x="204" y="3974"/>
            <a:chExt cx="5375" cy="288"/>
          </a:xfrm>
        </p:grpSpPr>
        <p:sp>
          <p:nvSpPr>
            <p:cNvPr id="50181" name="TextBox 11">
              <a:extLst>
                <a:ext uri="{FF2B5EF4-FFF2-40B4-BE49-F238E27FC236}">
                  <a16:creationId xmlns:a16="http://schemas.microsoft.com/office/drawing/2014/main" id="{89F5F610-4991-DDB2-9E30-559E5FFF2611}"/>
                </a:ext>
              </a:extLst>
            </p:cNvPr>
            <p:cNvSpPr txBox="1">
              <a:spLocks noChangeArrowheads="1"/>
            </p:cNvSpPr>
            <p:nvPr/>
          </p:nvSpPr>
          <p:spPr bwMode="auto">
            <a:xfrm>
              <a:off x="204" y="3974"/>
              <a:ext cx="53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400" dirty="0"/>
                <a:t> F = (A+B+C) </a:t>
              </a:r>
              <a:r>
                <a:rPr kumimoji="0" lang="en-US" altLang="en-US" sz="2400" dirty="0">
                  <a:sym typeface="Symbol" panose="05050102010706020507" pitchFamily="18" charset="2"/>
                </a:rPr>
                <a:t></a:t>
              </a:r>
              <a:r>
                <a:rPr kumimoji="0" lang="en-US" altLang="en-US" sz="2400" dirty="0"/>
                <a:t> (A+B+C) </a:t>
              </a:r>
              <a:r>
                <a:rPr kumimoji="0" lang="en-US" altLang="en-US" sz="2400" dirty="0">
                  <a:sym typeface="Symbol" panose="05050102010706020507" pitchFamily="18" charset="2"/>
                </a:rPr>
                <a:t></a:t>
              </a:r>
              <a:r>
                <a:rPr kumimoji="0" lang="en-US" altLang="en-US" sz="2400" dirty="0"/>
                <a:t> (A+B+C) </a:t>
              </a:r>
              <a:r>
                <a:rPr kumimoji="0" lang="en-US" altLang="en-US" sz="2400" dirty="0">
                  <a:sym typeface="Symbol" panose="05050102010706020507" pitchFamily="18" charset="2"/>
                </a:rPr>
                <a:t> (A+B+C)  (A+B+C)</a:t>
              </a:r>
            </a:p>
          </p:txBody>
        </p:sp>
        <p:cxnSp>
          <p:nvCxnSpPr>
            <p:cNvPr id="50182" name="Straight Connector 7">
              <a:extLst>
                <a:ext uri="{FF2B5EF4-FFF2-40B4-BE49-F238E27FC236}">
                  <a16:creationId xmlns:a16="http://schemas.microsoft.com/office/drawing/2014/main" id="{4E73AF3D-6DFA-470F-55CB-8DE8B7E0831C}"/>
                </a:ext>
              </a:extLst>
            </p:cNvPr>
            <p:cNvCxnSpPr>
              <a:cxnSpLocks noChangeShapeType="1"/>
            </p:cNvCxnSpPr>
            <p:nvPr/>
          </p:nvCxnSpPr>
          <p:spPr bwMode="auto">
            <a:xfrm>
              <a:off x="2349" y="401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50183" name="Straight Connector 7">
              <a:extLst>
                <a:ext uri="{FF2B5EF4-FFF2-40B4-BE49-F238E27FC236}">
                  <a16:creationId xmlns:a16="http://schemas.microsoft.com/office/drawing/2014/main" id="{3CC25101-5CAA-6339-5791-C4603606BE18}"/>
                </a:ext>
              </a:extLst>
            </p:cNvPr>
            <p:cNvCxnSpPr>
              <a:cxnSpLocks noChangeShapeType="1"/>
            </p:cNvCxnSpPr>
            <p:nvPr/>
          </p:nvCxnSpPr>
          <p:spPr bwMode="auto">
            <a:xfrm>
              <a:off x="2769" y="401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50184" name="Straight Connector 7">
              <a:extLst>
                <a:ext uri="{FF2B5EF4-FFF2-40B4-BE49-F238E27FC236}">
                  <a16:creationId xmlns:a16="http://schemas.microsoft.com/office/drawing/2014/main" id="{55538006-5C18-DC61-5624-6A9E28AB5F27}"/>
                </a:ext>
              </a:extLst>
            </p:cNvPr>
            <p:cNvCxnSpPr>
              <a:cxnSpLocks noChangeShapeType="1"/>
            </p:cNvCxnSpPr>
            <p:nvPr/>
          </p:nvCxnSpPr>
          <p:spPr bwMode="auto">
            <a:xfrm>
              <a:off x="3716" y="401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50185" name="Straight Connector 7">
              <a:extLst>
                <a:ext uri="{FF2B5EF4-FFF2-40B4-BE49-F238E27FC236}">
                  <a16:creationId xmlns:a16="http://schemas.microsoft.com/office/drawing/2014/main" id="{0A4EC968-605C-8B83-5C43-8B541F5A3430}"/>
                </a:ext>
              </a:extLst>
            </p:cNvPr>
            <p:cNvCxnSpPr>
              <a:cxnSpLocks noChangeShapeType="1"/>
            </p:cNvCxnSpPr>
            <p:nvPr/>
          </p:nvCxnSpPr>
          <p:spPr bwMode="auto">
            <a:xfrm>
              <a:off x="4221" y="401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50186" name="Straight Connector 7">
              <a:extLst>
                <a:ext uri="{FF2B5EF4-FFF2-40B4-BE49-F238E27FC236}">
                  <a16:creationId xmlns:a16="http://schemas.microsoft.com/office/drawing/2014/main" id="{CA84F3BB-2514-D358-A3AC-330ED0B90932}"/>
                </a:ext>
              </a:extLst>
            </p:cNvPr>
            <p:cNvCxnSpPr>
              <a:cxnSpLocks noChangeShapeType="1"/>
            </p:cNvCxnSpPr>
            <p:nvPr/>
          </p:nvCxnSpPr>
          <p:spPr bwMode="auto">
            <a:xfrm>
              <a:off x="4653" y="401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50187" name="Straight Connector 7">
              <a:extLst>
                <a:ext uri="{FF2B5EF4-FFF2-40B4-BE49-F238E27FC236}">
                  <a16:creationId xmlns:a16="http://schemas.microsoft.com/office/drawing/2014/main" id="{A9D79D75-34BB-2725-A046-8BFE19C120FF}"/>
                </a:ext>
              </a:extLst>
            </p:cNvPr>
            <p:cNvCxnSpPr>
              <a:cxnSpLocks noChangeShapeType="1"/>
            </p:cNvCxnSpPr>
            <p:nvPr/>
          </p:nvCxnSpPr>
          <p:spPr bwMode="auto">
            <a:xfrm>
              <a:off x="4901" y="401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50188" name="Straight Connector 7">
              <a:extLst>
                <a:ext uri="{FF2B5EF4-FFF2-40B4-BE49-F238E27FC236}">
                  <a16:creationId xmlns:a16="http://schemas.microsoft.com/office/drawing/2014/main" id="{7E2EF800-7971-F6B2-C945-F5EC0AFF17F5}"/>
                </a:ext>
              </a:extLst>
            </p:cNvPr>
            <p:cNvCxnSpPr>
              <a:cxnSpLocks noChangeShapeType="1"/>
            </p:cNvCxnSpPr>
            <p:nvPr/>
          </p:nvCxnSpPr>
          <p:spPr bwMode="auto">
            <a:xfrm>
              <a:off x="5161" y="4017"/>
              <a:ext cx="129" cy="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pic>
        <p:nvPicPr>
          <p:cNvPr id="3" name="Picture 2">
            <a:extLst>
              <a:ext uri="{FF2B5EF4-FFF2-40B4-BE49-F238E27FC236}">
                <a16:creationId xmlns:a16="http://schemas.microsoft.com/office/drawing/2014/main" id="{B1B77EA5-8CB7-49D4-86E7-BCAFB33F0DED}"/>
              </a:ext>
            </a:extLst>
          </p:cNvPr>
          <p:cNvPicPr>
            <a:picLocks noChangeAspect="1"/>
          </p:cNvPicPr>
          <p:nvPr/>
        </p:nvPicPr>
        <p:blipFill>
          <a:blip r:embed="rId2"/>
          <a:stretch>
            <a:fillRect/>
          </a:stretch>
        </p:blipFill>
        <p:spPr>
          <a:xfrm>
            <a:off x="3067257" y="928427"/>
            <a:ext cx="3651880" cy="4958306"/>
          </a:xfrm>
          <a:prstGeom prst="rect">
            <a:avLst/>
          </a:prstGeom>
        </p:spPr>
      </p:pic>
      <p:sp>
        <p:nvSpPr>
          <p:cNvPr id="2" name="Slide Number Placeholder 1">
            <a:extLst>
              <a:ext uri="{FF2B5EF4-FFF2-40B4-BE49-F238E27FC236}">
                <a16:creationId xmlns:a16="http://schemas.microsoft.com/office/drawing/2014/main" id="{F0B00256-8B1B-8A15-CF73-233362ECB532}"/>
              </a:ext>
            </a:extLst>
          </p:cNvPr>
          <p:cNvSpPr>
            <a:spLocks noGrp="1"/>
          </p:cNvSpPr>
          <p:nvPr>
            <p:ph type="sldNum" sz="quarter" idx="12"/>
          </p:nvPr>
        </p:nvSpPr>
        <p:spPr/>
        <p:txBody>
          <a:bodyPr/>
          <a:lstStyle/>
          <a:p>
            <a:pPr>
              <a:defRPr/>
            </a:pPr>
            <a:fld id="{28588503-611C-4314-9367-E0668E948370}" type="slidenum">
              <a:rPr lang="en-US" altLang="en-US" smtClean="0"/>
              <a:pPr>
                <a:defRPr/>
              </a:pPr>
              <a:t>46</a:t>
            </a:fld>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C683-EC61-B003-F6AE-C6EA516B22A5}"/>
              </a:ext>
            </a:extLst>
          </p:cNvPr>
          <p:cNvSpPr>
            <a:spLocks noGrp="1"/>
          </p:cNvSpPr>
          <p:nvPr>
            <p:ph type="title"/>
          </p:nvPr>
        </p:nvSpPr>
        <p:spPr/>
        <p:txBody>
          <a:bodyPr/>
          <a:lstStyle/>
          <a:p>
            <a:r>
              <a:rPr lang="en-MY" dirty="0"/>
              <a:t>Quick Activity #1 </a:t>
            </a:r>
          </a:p>
        </p:txBody>
      </p:sp>
      <p:sp>
        <p:nvSpPr>
          <p:cNvPr id="3" name="Content Placeholder 2">
            <a:extLst>
              <a:ext uri="{FF2B5EF4-FFF2-40B4-BE49-F238E27FC236}">
                <a16:creationId xmlns:a16="http://schemas.microsoft.com/office/drawing/2014/main" id="{917367EA-0C95-408F-5B9D-3A2580B66ADA}"/>
              </a:ext>
            </a:extLst>
          </p:cNvPr>
          <p:cNvSpPr>
            <a:spLocks noGrp="1"/>
          </p:cNvSpPr>
          <p:nvPr>
            <p:ph idx="1"/>
          </p:nvPr>
        </p:nvSpPr>
        <p:spPr/>
        <p:txBody>
          <a:bodyPr/>
          <a:lstStyle/>
          <a:p>
            <a:r>
              <a:rPr lang="en-US" dirty="0"/>
              <a:t>Inspect each of these Boolean expressions, and determine whether each one is a sum of products (SOP) , or a product of sums (POS)</a:t>
            </a:r>
            <a:endParaRPr lang="en-MY" dirty="0"/>
          </a:p>
        </p:txBody>
      </p:sp>
      <p:pic>
        <p:nvPicPr>
          <p:cNvPr id="5" name="Picture 4">
            <a:extLst>
              <a:ext uri="{FF2B5EF4-FFF2-40B4-BE49-F238E27FC236}">
                <a16:creationId xmlns:a16="http://schemas.microsoft.com/office/drawing/2014/main" id="{19377D8B-1BB7-023B-EAA1-ECC640499FC7}"/>
              </a:ext>
            </a:extLst>
          </p:cNvPr>
          <p:cNvPicPr>
            <a:picLocks noChangeAspect="1"/>
          </p:cNvPicPr>
          <p:nvPr/>
        </p:nvPicPr>
        <p:blipFill rotWithShape="1">
          <a:blip r:embed="rId3"/>
          <a:srcRect l="12265" t="4856" r="11534" b="7132"/>
          <a:stretch/>
        </p:blipFill>
        <p:spPr>
          <a:xfrm>
            <a:off x="755576" y="2276871"/>
            <a:ext cx="3312369" cy="4104457"/>
          </a:xfrm>
          <a:prstGeom prst="rect">
            <a:avLst/>
          </a:prstGeom>
        </p:spPr>
      </p:pic>
      <p:sp>
        <p:nvSpPr>
          <p:cNvPr id="4" name="Slide Number Placeholder 3">
            <a:extLst>
              <a:ext uri="{FF2B5EF4-FFF2-40B4-BE49-F238E27FC236}">
                <a16:creationId xmlns:a16="http://schemas.microsoft.com/office/drawing/2014/main" id="{191335D4-CB7D-B399-34EB-741D8CB98C7B}"/>
              </a:ext>
            </a:extLst>
          </p:cNvPr>
          <p:cNvSpPr>
            <a:spLocks noGrp="1"/>
          </p:cNvSpPr>
          <p:nvPr>
            <p:ph type="sldNum" sz="quarter" idx="12"/>
          </p:nvPr>
        </p:nvSpPr>
        <p:spPr/>
        <p:txBody>
          <a:bodyPr/>
          <a:lstStyle/>
          <a:p>
            <a:pPr>
              <a:defRPr/>
            </a:pPr>
            <a:fld id="{28588503-611C-4314-9367-E0668E948370}" type="slidenum">
              <a:rPr lang="en-US" altLang="en-US" smtClean="0"/>
              <a:pPr>
                <a:defRPr/>
              </a:pPr>
              <a:t>47</a:t>
            </a:fld>
            <a:endParaRPr lang="en-US" altLang="en-US"/>
          </a:p>
        </p:txBody>
      </p:sp>
    </p:spTree>
    <p:extLst>
      <p:ext uri="{BB962C8B-B14F-4D97-AF65-F5344CB8AC3E}">
        <p14:creationId xmlns:p14="http://schemas.microsoft.com/office/powerpoint/2010/main" val="14718860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CE967-AE43-817C-F54A-2A4FED93DA8A}"/>
              </a:ext>
            </a:extLst>
          </p:cNvPr>
          <p:cNvSpPr>
            <a:spLocks noGrp="1"/>
          </p:cNvSpPr>
          <p:nvPr>
            <p:ph type="title"/>
          </p:nvPr>
        </p:nvSpPr>
        <p:spPr/>
        <p:txBody>
          <a:bodyPr/>
          <a:lstStyle/>
          <a:p>
            <a:r>
              <a:rPr lang="en-MY" dirty="0"/>
              <a:t>Quick Activity #2 </a:t>
            </a:r>
          </a:p>
        </p:txBody>
      </p:sp>
      <p:sp>
        <p:nvSpPr>
          <p:cNvPr id="3" name="Content Placeholder 2">
            <a:extLst>
              <a:ext uri="{FF2B5EF4-FFF2-40B4-BE49-F238E27FC236}">
                <a16:creationId xmlns:a16="http://schemas.microsoft.com/office/drawing/2014/main" id="{0CB58CFA-151C-143D-B603-3D820FD6F2D2}"/>
              </a:ext>
            </a:extLst>
          </p:cNvPr>
          <p:cNvSpPr>
            <a:spLocks noGrp="1"/>
          </p:cNvSpPr>
          <p:nvPr>
            <p:ph idx="1"/>
          </p:nvPr>
        </p:nvSpPr>
        <p:spPr/>
        <p:txBody>
          <a:bodyPr/>
          <a:lstStyle/>
          <a:p>
            <a:r>
              <a:rPr lang="en-MY" dirty="0"/>
              <a:t>Write an SOP and POS expression for this truth table: </a:t>
            </a:r>
          </a:p>
        </p:txBody>
      </p:sp>
      <p:pic>
        <p:nvPicPr>
          <p:cNvPr id="5" name="Picture 4">
            <a:extLst>
              <a:ext uri="{FF2B5EF4-FFF2-40B4-BE49-F238E27FC236}">
                <a16:creationId xmlns:a16="http://schemas.microsoft.com/office/drawing/2014/main" id="{FCFC38D4-9511-77B8-1EAE-3F1BC1E4E943}"/>
              </a:ext>
            </a:extLst>
          </p:cNvPr>
          <p:cNvPicPr>
            <a:picLocks noChangeAspect="1"/>
          </p:cNvPicPr>
          <p:nvPr/>
        </p:nvPicPr>
        <p:blipFill rotWithShape="1">
          <a:blip r:embed="rId2"/>
          <a:srcRect l="2667" t="6365" r="4000" b="2925"/>
          <a:stretch/>
        </p:blipFill>
        <p:spPr>
          <a:xfrm>
            <a:off x="1907704" y="2276873"/>
            <a:ext cx="5040560" cy="4104456"/>
          </a:xfrm>
          <a:prstGeom prst="rect">
            <a:avLst/>
          </a:prstGeom>
        </p:spPr>
      </p:pic>
      <p:sp>
        <p:nvSpPr>
          <p:cNvPr id="4" name="Slide Number Placeholder 3">
            <a:extLst>
              <a:ext uri="{FF2B5EF4-FFF2-40B4-BE49-F238E27FC236}">
                <a16:creationId xmlns:a16="http://schemas.microsoft.com/office/drawing/2014/main" id="{18C79D44-D8C5-EC9E-FCE8-D83FB57301DF}"/>
              </a:ext>
            </a:extLst>
          </p:cNvPr>
          <p:cNvSpPr>
            <a:spLocks noGrp="1"/>
          </p:cNvSpPr>
          <p:nvPr>
            <p:ph type="sldNum" sz="quarter" idx="12"/>
          </p:nvPr>
        </p:nvSpPr>
        <p:spPr/>
        <p:txBody>
          <a:bodyPr/>
          <a:lstStyle/>
          <a:p>
            <a:pPr>
              <a:defRPr/>
            </a:pPr>
            <a:fld id="{28588503-611C-4314-9367-E0668E948370}" type="slidenum">
              <a:rPr lang="en-US" altLang="en-US" smtClean="0"/>
              <a:pPr>
                <a:defRPr/>
              </a:pPr>
              <a:t>48</a:t>
            </a:fld>
            <a:endParaRPr lang="en-US" altLang="en-US"/>
          </a:p>
        </p:txBody>
      </p:sp>
    </p:spTree>
    <p:extLst>
      <p:ext uri="{BB962C8B-B14F-4D97-AF65-F5344CB8AC3E}">
        <p14:creationId xmlns:p14="http://schemas.microsoft.com/office/powerpoint/2010/main" val="7792402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1E5CAC-D405-C96C-A3EC-5FBA51EAF73C}"/>
              </a:ext>
            </a:extLst>
          </p:cNvPr>
          <p:cNvPicPr>
            <a:picLocks noChangeAspect="1"/>
          </p:cNvPicPr>
          <p:nvPr/>
        </p:nvPicPr>
        <p:blipFill rotWithShape="1">
          <a:blip r:embed="rId2"/>
          <a:srcRect l="2667" t="6365" r="4000" b="2925"/>
          <a:stretch/>
        </p:blipFill>
        <p:spPr>
          <a:xfrm>
            <a:off x="2051720" y="548680"/>
            <a:ext cx="5040560" cy="4104456"/>
          </a:xfrm>
          <a:prstGeom prst="rect">
            <a:avLst/>
          </a:prstGeom>
        </p:spPr>
      </p:pic>
      <p:sp>
        <p:nvSpPr>
          <p:cNvPr id="5" name="Rectangle 4">
            <a:extLst>
              <a:ext uri="{FF2B5EF4-FFF2-40B4-BE49-F238E27FC236}">
                <a16:creationId xmlns:a16="http://schemas.microsoft.com/office/drawing/2014/main" id="{3B8CA43F-4ABA-37CE-97F9-A5951B904DC2}"/>
              </a:ext>
            </a:extLst>
          </p:cNvPr>
          <p:cNvSpPr/>
          <p:nvPr/>
        </p:nvSpPr>
        <p:spPr>
          <a:xfrm>
            <a:off x="2195736" y="1844824"/>
            <a:ext cx="4752528" cy="504056"/>
          </a:xfrm>
          <a:prstGeom prst="rect">
            <a:avLst/>
          </a:prstGeom>
          <a:solidFill>
            <a:srgbClr val="FF3399">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Rectangle 5">
            <a:extLst>
              <a:ext uri="{FF2B5EF4-FFF2-40B4-BE49-F238E27FC236}">
                <a16:creationId xmlns:a16="http://schemas.microsoft.com/office/drawing/2014/main" id="{88F36BAB-7BD3-5970-3790-7C19A7600A18}"/>
              </a:ext>
            </a:extLst>
          </p:cNvPr>
          <p:cNvSpPr/>
          <p:nvPr/>
        </p:nvSpPr>
        <p:spPr>
          <a:xfrm>
            <a:off x="2195736" y="2348880"/>
            <a:ext cx="4752528" cy="504056"/>
          </a:xfrm>
          <a:prstGeom prst="rect">
            <a:avLst/>
          </a:prstGeom>
          <a:solidFill>
            <a:srgbClr val="FF3399">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EBD8D819-CBA2-0004-9A69-6CA783FCB00B}"/>
              </a:ext>
            </a:extLst>
          </p:cNvPr>
          <p:cNvSpPr/>
          <p:nvPr/>
        </p:nvSpPr>
        <p:spPr>
          <a:xfrm>
            <a:off x="2197616" y="4005065"/>
            <a:ext cx="4752528" cy="504056"/>
          </a:xfrm>
          <a:prstGeom prst="rect">
            <a:avLst/>
          </a:prstGeom>
          <a:solidFill>
            <a:srgbClr val="FF3399">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 name="TextBox 7">
            <a:extLst>
              <a:ext uri="{FF2B5EF4-FFF2-40B4-BE49-F238E27FC236}">
                <a16:creationId xmlns:a16="http://schemas.microsoft.com/office/drawing/2014/main" id="{1A097AB5-D344-C4F1-B65E-AE47B48F8196}"/>
              </a:ext>
            </a:extLst>
          </p:cNvPr>
          <p:cNvSpPr txBox="1"/>
          <p:nvPr/>
        </p:nvSpPr>
        <p:spPr>
          <a:xfrm>
            <a:off x="179512" y="148570"/>
            <a:ext cx="1023037" cy="646331"/>
          </a:xfrm>
          <a:prstGeom prst="rect">
            <a:avLst/>
          </a:prstGeom>
          <a:noFill/>
        </p:spPr>
        <p:txBody>
          <a:bodyPr wrap="none" rtlCol="0">
            <a:spAutoFit/>
          </a:bodyPr>
          <a:lstStyle/>
          <a:p>
            <a:r>
              <a:rPr lang="en-MY" sz="3600" dirty="0"/>
              <a:t>SOP</a:t>
            </a:r>
          </a:p>
        </p:txBody>
      </p:sp>
      <p:grpSp>
        <p:nvGrpSpPr>
          <p:cNvPr id="15" name="Group 14">
            <a:extLst>
              <a:ext uri="{FF2B5EF4-FFF2-40B4-BE49-F238E27FC236}">
                <a16:creationId xmlns:a16="http://schemas.microsoft.com/office/drawing/2014/main" id="{959C3939-C9C0-2B4A-5A9F-5CAB60C99F48}"/>
              </a:ext>
            </a:extLst>
          </p:cNvPr>
          <p:cNvGrpSpPr/>
          <p:nvPr/>
        </p:nvGrpSpPr>
        <p:grpSpPr>
          <a:xfrm>
            <a:off x="2155558" y="5023826"/>
            <a:ext cx="4788811" cy="646331"/>
            <a:chOff x="2155558" y="5023826"/>
            <a:chExt cx="4788811" cy="646331"/>
          </a:xfrm>
        </p:grpSpPr>
        <p:sp>
          <p:nvSpPr>
            <p:cNvPr id="9" name="TextBox 8">
              <a:extLst>
                <a:ext uri="{FF2B5EF4-FFF2-40B4-BE49-F238E27FC236}">
                  <a16:creationId xmlns:a16="http://schemas.microsoft.com/office/drawing/2014/main" id="{F187FBBF-D4FC-8536-0B7F-BAB221F59BC0}"/>
                </a:ext>
              </a:extLst>
            </p:cNvPr>
            <p:cNvSpPr txBox="1"/>
            <p:nvPr/>
          </p:nvSpPr>
          <p:spPr>
            <a:xfrm>
              <a:off x="2155558" y="5023826"/>
              <a:ext cx="4788811" cy="646331"/>
            </a:xfrm>
            <a:prstGeom prst="rect">
              <a:avLst/>
            </a:prstGeom>
            <a:noFill/>
          </p:spPr>
          <p:txBody>
            <a:bodyPr wrap="none" rtlCol="0">
              <a:spAutoFit/>
            </a:bodyPr>
            <a:lstStyle/>
            <a:p>
              <a:r>
                <a:rPr lang="en-MY" sz="3600" dirty="0"/>
                <a:t>F = ABC + ABC + ABC</a:t>
              </a:r>
            </a:p>
          </p:txBody>
        </p:sp>
        <p:cxnSp>
          <p:nvCxnSpPr>
            <p:cNvPr id="11" name="Straight Connector 10">
              <a:extLst>
                <a:ext uri="{FF2B5EF4-FFF2-40B4-BE49-F238E27FC236}">
                  <a16:creationId xmlns:a16="http://schemas.microsoft.com/office/drawing/2014/main" id="{CB0C7312-0B16-201A-6779-B3CC5780D7FA}"/>
                </a:ext>
              </a:extLst>
            </p:cNvPr>
            <p:cNvCxnSpPr/>
            <p:nvPr/>
          </p:nvCxnSpPr>
          <p:spPr>
            <a:xfrm>
              <a:off x="3131840" y="5085184"/>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5691E5DB-3185-F904-CB22-D45481AD6623}"/>
                </a:ext>
              </a:extLst>
            </p:cNvPr>
            <p:cNvCxnSpPr/>
            <p:nvPr/>
          </p:nvCxnSpPr>
          <p:spPr>
            <a:xfrm>
              <a:off x="3707904" y="5085184"/>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308721DB-6587-0662-6B51-72D9B6F5A05C}"/>
                </a:ext>
              </a:extLst>
            </p:cNvPr>
            <p:cNvCxnSpPr/>
            <p:nvPr/>
          </p:nvCxnSpPr>
          <p:spPr>
            <a:xfrm>
              <a:off x="4572000" y="5085184"/>
              <a:ext cx="216024" cy="0"/>
            </a:xfrm>
            <a:prstGeom prst="line">
              <a:avLst/>
            </a:prstGeom>
            <a:ln w="28575"/>
          </p:spPr>
          <p:style>
            <a:lnRef idx="1">
              <a:schemeClr val="dk1"/>
            </a:lnRef>
            <a:fillRef idx="0">
              <a:schemeClr val="dk1"/>
            </a:fillRef>
            <a:effectRef idx="0">
              <a:schemeClr val="dk1"/>
            </a:effectRef>
            <a:fontRef idx="minor">
              <a:schemeClr val="tx1"/>
            </a:fontRef>
          </p:style>
        </p:cxnSp>
      </p:grpSp>
      <p:sp>
        <p:nvSpPr>
          <p:cNvPr id="2" name="Slide Number Placeholder 1">
            <a:extLst>
              <a:ext uri="{FF2B5EF4-FFF2-40B4-BE49-F238E27FC236}">
                <a16:creationId xmlns:a16="http://schemas.microsoft.com/office/drawing/2014/main" id="{46BDADD7-AB41-98F4-613E-548ABAB5A4C4}"/>
              </a:ext>
            </a:extLst>
          </p:cNvPr>
          <p:cNvSpPr>
            <a:spLocks noGrp="1"/>
          </p:cNvSpPr>
          <p:nvPr>
            <p:ph type="sldNum" sz="quarter" idx="12"/>
          </p:nvPr>
        </p:nvSpPr>
        <p:spPr/>
        <p:txBody>
          <a:bodyPr/>
          <a:lstStyle/>
          <a:p>
            <a:pPr>
              <a:defRPr/>
            </a:pPr>
            <a:fld id="{C80DB997-564C-4C45-82C5-01CC3F0E549C}" type="slidenum">
              <a:rPr lang="en-US" altLang="en-US" smtClean="0"/>
              <a:pPr>
                <a:defRPr/>
              </a:pPr>
              <a:t>49</a:t>
            </a:fld>
            <a:endParaRPr lang="en-US" altLang="en-US"/>
          </a:p>
        </p:txBody>
      </p:sp>
    </p:spTree>
    <p:extLst>
      <p:ext uri="{BB962C8B-B14F-4D97-AF65-F5344CB8AC3E}">
        <p14:creationId xmlns:p14="http://schemas.microsoft.com/office/powerpoint/2010/main" val="34464536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1E5CAC-D405-C96C-A3EC-5FBA51EAF73C}"/>
              </a:ext>
            </a:extLst>
          </p:cNvPr>
          <p:cNvPicPr>
            <a:picLocks noChangeAspect="1"/>
          </p:cNvPicPr>
          <p:nvPr/>
        </p:nvPicPr>
        <p:blipFill rotWithShape="1">
          <a:blip r:embed="rId2"/>
          <a:srcRect l="2667" t="6365" r="4000" b="2925"/>
          <a:stretch/>
        </p:blipFill>
        <p:spPr>
          <a:xfrm>
            <a:off x="2293381" y="947730"/>
            <a:ext cx="5040560" cy="4104456"/>
          </a:xfrm>
          <a:prstGeom prst="rect">
            <a:avLst/>
          </a:prstGeom>
        </p:spPr>
      </p:pic>
      <p:sp>
        <p:nvSpPr>
          <p:cNvPr id="7" name="Rectangle 6">
            <a:extLst>
              <a:ext uri="{FF2B5EF4-FFF2-40B4-BE49-F238E27FC236}">
                <a16:creationId xmlns:a16="http://schemas.microsoft.com/office/drawing/2014/main" id="{EBD8D819-CBA2-0004-9A69-6CA783FCB00B}"/>
              </a:ext>
            </a:extLst>
          </p:cNvPr>
          <p:cNvSpPr/>
          <p:nvPr/>
        </p:nvSpPr>
        <p:spPr>
          <a:xfrm>
            <a:off x="2195736" y="2780928"/>
            <a:ext cx="4752528" cy="432049"/>
          </a:xfrm>
          <a:prstGeom prst="rect">
            <a:avLst/>
          </a:prstGeom>
          <a:solidFill>
            <a:srgbClr val="FF3399">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TextBox 1">
            <a:extLst>
              <a:ext uri="{FF2B5EF4-FFF2-40B4-BE49-F238E27FC236}">
                <a16:creationId xmlns:a16="http://schemas.microsoft.com/office/drawing/2014/main" id="{C0442B57-7A14-A705-AD14-A354F6E9CBD1}"/>
              </a:ext>
            </a:extLst>
          </p:cNvPr>
          <p:cNvSpPr txBox="1"/>
          <p:nvPr/>
        </p:nvSpPr>
        <p:spPr>
          <a:xfrm>
            <a:off x="179512" y="148570"/>
            <a:ext cx="1023037" cy="646331"/>
          </a:xfrm>
          <a:prstGeom prst="rect">
            <a:avLst/>
          </a:prstGeom>
          <a:noFill/>
        </p:spPr>
        <p:txBody>
          <a:bodyPr wrap="none" rtlCol="0">
            <a:spAutoFit/>
          </a:bodyPr>
          <a:lstStyle/>
          <a:p>
            <a:r>
              <a:rPr lang="en-MY" sz="3600" dirty="0"/>
              <a:t>POS</a:t>
            </a:r>
          </a:p>
        </p:txBody>
      </p:sp>
      <p:sp>
        <p:nvSpPr>
          <p:cNvPr id="3" name="Rectangle 2">
            <a:extLst>
              <a:ext uri="{FF2B5EF4-FFF2-40B4-BE49-F238E27FC236}">
                <a16:creationId xmlns:a16="http://schemas.microsoft.com/office/drawing/2014/main" id="{55583DDE-7128-AD21-BB75-39B3EB041F1E}"/>
              </a:ext>
            </a:extLst>
          </p:cNvPr>
          <p:cNvSpPr/>
          <p:nvPr/>
        </p:nvSpPr>
        <p:spPr>
          <a:xfrm>
            <a:off x="2195736" y="1016730"/>
            <a:ext cx="4752528" cy="432049"/>
          </a:xfrm>
          <a:prstGeom prst="rect">
            <a:avLst/>
          </a:prstGeom>
          <a:solidFill>
            <a:srgbClr val="FF3399">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 name="Rectangle 7">
            <a:extLst>
              <a:ext uri="{FF2B5EF4-FFF2-40B4-BE49-F238E27FC236}">
                <a16:creationId xmlns:a16="http://schemas.microsoft.com/office/drawing/2014/main" id="{9D46F672-A587-4F66-BCE6-FA7D70081083}"/>
              </a:ext>
            </a:extLst>
          </p:cNvPr>
          <p:cNvSpPr/>
          <p:nvPr/>
        </p:nvSpPr>
        <p:spPr>
          <a:xfrm>
            <a:off x="2195736" y="1470519"/>
            <a:ext cx="4752528" cy="432049"/>
          </a:xfrm>
          <a:prstGeom prst="rect">
            <a:avLst/>
          </a:prstGeom>
          <a:solidFill>
            <a:srgbClr val="FF3399">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Rectangle 8">
            <a:extLst>
              <a:ext uri="{FF2B5EF4-FFF2-40B4-BE49-F238E27FC236}">
                <a16:creationId xmlns:a16="http://schemas.microsoft.com/office/drawing/2014/main" id="{94F8CA1B-C043-A902-F348-8E4148D761A5}"/>
              </a:ext>
            </a:extLst>
          </p:cNvPr>
          <p:cNvSpPr/>
          <p:nvPr/>
        </p:nvSpPr>
        <p:spPr>
          <a:xfrm>
            <a:off x="2195736" y="3601966"/>
            <a:ext cx="4752528" cy="432049"/>
          </a:xfrm>
          <a:prstGeom prst="rect">
            <a:avLst/>
          </a:prstGeom>
          <a:solidFill>
            <a:srgbClr val="FF3399">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Rectangle 9">
            <a:extLst>
              <a:ext uri="{FF2B5EF4-FFF2-40B4-BE49-F238E27FC236}">
                <a16:creationId xmlns:a16="http://schemas.microsoft.com/office/drawing/2014/main" id="{9C0FE6EA-C40D-576A-0252-1EF2F5C92164}"/>
              </a:ext>
            </a:extLst>
          </p:cNvPr>
          <p:cNvSpPr/>
          <p:nvPr/>
        </p:nvSpPr>
        <p:spPr>
          <a:xfrm>
            <a:off x="2195736" y="3212975"/>
            <a:ext cx="4752528" cy="432049"/>
          </a:xfrm>
          <a:prstGeom prst="rect">
            <a:avLst/>
          </a:prstGeom>
          <a:solidFill>
            <a:srgbClr val="FF3399">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22" name="Group 21">
            <a:extLst>
              <a:ext uri="{FF2B5EF4-FFF2-40B4-BE49-F238E27FC236}">
                <a16:creationId xmlns:a16="http://schemas.microsoft.com/office/drawing/2014/main" id="{556DDBC2-720D-8350-0C61-CD935CC90307}"/>
              </a:ext>
            </a:extLst>
          </p:cNvPr>
          <p:cNvGrpSpPr/>
          <p:nvPr/>
        </p:nvGrpSpPr>
        <p:grpSpPr>
          <a:xfrm>
            <a:off x="1141253" y="4946721"/>
            <a:ext cx="6861494" cy="584775"/>
            <a:chOff x="1141253" y="4946721"/>
            <a:chExt cx="6861494" cy="584775"/>
          </a:xfrm>
        </p:grpSpPr>
        <p:sp>
          <p:nvSpPr>
            <p:cNvPr id="11" name="TextBox 10">
              <a:extLst>
                <a:ext uri="{FF2B5EF4-FFF2-40B4-BE49-F238E27FC236}">
                  <a16:creationId xmlns:a16="http://schemas.microsoft.com/office/drawing/2014/main" id="{D9F53B64-6BD2-5170-9138-DD22A2E6A9D3}"/>
                </a:ext>
              </a:extLst>
            </p:cNvPr>
            <p:cNvSpPr txBox="1"/>
            <p:nvPr/>
          </p:nvSpPr>
          <p:spPr>
            <a:xfrm>
              <a:off x="1141253" y="4946721"/>
              <a:ext cx="6861494" cy="584775"/>
            </a:xfrm>
            <a:prstGeom prst="rect">
              <a:avLst/>
            </a:prstGeom>
            <a:noFill/>
          </p:spPr>
          <p:txBody>
            <a:bodyPr wrap="none" rtlCol="0">
              <a:spAutoFit/>
            </a:bodyPr>
            <a:lstStyle/>
            <a:p>
              <a:r>
                <a:rPr lang="en-MY" sz="3200" dirty="0"/>
                <a:t>F = ABC + ABC + ABC + ABC + ABC</a:t>
              </a:r>
            </a:p>
          </p:txBody>
        </p:sp>
        <p:cxnSp>
          <p:nvCxnSpPr>
            <p:cNvPr id="12" name="Straight Connector 11">
              <a:extLst>
                <a:ext uri="{FF2B5EF4-FFF2-40B4-BE49-F238E27FC236}">
                  <a16:creationId xmlns:a16="http://schemas.microsoft.com/office/drawing/2014/main" id="{2EED3DE7-917D-89F4-1E61-276D804B55A6}"/>
                </a:ext>
              </a:extLst>
            </p:cNvPr>
            <p:cNvCxnSpPr/>
            <p:nvPr/>
          </p:nvCxnSpPr>
          <p:spPr>
            <a:xfrm>
              <a:off x="1243466" y="5018730"/>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10CE41BA-5125-EDC7-7AB6-6DD152A04D5F}"/>
                </a:ext>
              </a:extLst>
            </p:cNvPr>
            <p:cNvCxnSpPr/>
            <p:nvPr/>
          </p:nvCxnSpPr>
          <p:spPr>
            <a:xfrm>
              <a:off x="2257377" y="5040042"/>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220D09C6-184A-8B60-23E2-AF9C75799A1F}"/>
                </a:ext>
              </a:extLst>
            </p:cNvPr>
            <p:cNvCxnSpPr/>
            <p:nvPr/>
          </p:nvCxnSpPr>
          <p:spPr>
            <a:xfrm>
              <a:off x="2509405" y="5040042"/>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0ED2CCB6-7005-8E55-A018-4D8085FD980F}"/>
                </a:ext>
              </a:extLst>
            </p:cNvPr>
            <p:cNvCxnSpPr/>
            <p:nvPr/>
          </p:nvCxnSpPr>
          <p:spPr>
            <a:xfrm>
              <a:off x="2005349" y="5040042"/>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02EF69DE-A31A-D87A-5A66-A159052ED236}"/>
                </a:ext>
              </a:extLst>
            </p:cNvPr>
            <p:cNvCxnSpPr/>
            <p:nvPr/>
          </p:nvCxnSpPr>
          <p:spPr>
            <a:xfrm>
              <a:off x="6109805" y="5036946"/>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F686773A-7E72-5FD4-FB85-780CCFC634A8}"/>
                </a:ext>
              </a:extLst>
            </p:cNvPr>
            <p:cNvCxnSpPr/>
            <p:nvPr/>
          </p:nvCxnSpPr>
          <p:spPr>
            <a:xfrm>
              <a:off x="3229485" y="5052186"/>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C5682F59-13E0-FC46-E7D9-0785AC82EF87}"/>
                </a:ext>
              </a:extLst>
            </p:cNvPr>
            <p:cNvCxnSpPr/>
            <p:nvPr/>
          </p:nvCxnSpPr>
          <p:spPr>
            <a:xfrm>
              <a:off x="3517517" y="5052186"/>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022CE350-C796-AD12-2A12-DA7BA2A42503}"/>
                </a:ext>
              </a:extLst>
            </p:cNvPr>
            <p:cNvCxnSpPr/>
            <p:nvPr/>
          </p:nvCxnSpPr>
          <p:spPr>
            <a:xfrm>
              <a:off x="4813661" y="5044566"/>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925C5D82-444C-C3FB-E75E-A9353B661ACC}"/>
                </a:ext>
              </a:extLst>
            </p:cNvPr>
            <p:cNvCxnSpPr/>
            <p:nvPr/>
          </p:nvCxnSpPr>
          <p:spPr>
            <a:xfrm>
              <a:off x="5101693" y="5040042"/>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8944FA75-E3D5-8E03-68B1-7C9EA83105A5}"/>
                </a:ext>
              </a:extLst>
            </p:cNvPr>
            <p:cNvCxnSpPr/>
            <p:nvPr/>
          </p:nvCxnSpPr>
          <p:spPr>
            <a:xfrm>
              <a:off x="7621973" y="5052186"/>
              <a:ext cx="216024" cy="0"/>
            </a:xfrm>
            <a:prstGeom prst="line">
              <a:avLst/>
            </a:prstGeom>
            <a:ln w="28575"/>
          </p:spPr>
          <p:style>
            <a:lnRef idx="1">
              <a:schemeClr val="dk1"/>
            </a:lnRef>
            <a:fillRef idx="0">
              <a:schemeClr val="dk1"/>
            </a:fillRef>
            <a:effectRef idx="0">
              <a:schemeClr val="dk1"/>
            </a:effectRef>
            <a:fontRef idx="minor">
              <a:schemeClr val="tx1"/>
            </a:fontRef>
          </p:style>
        </p:cxnSp>
      </p:grpSp>
      <p:sp>
        <p:nvSpPr>
          <p:cNvPr id="5" name="Slide Number Placeholder 4">
            <a:extLst>
              <a:ext uri="{FF2B5EF4-FFF2-40B4-BE49-F238E27FC236}">
                <a16:creationId xmlns:a16="http://schemas.microsoft.com/office/drawing/2014/main" id="{E7E7E410-2DC1-1107-788D-7B47B2049B0B}"/>
              </a:ext>
            </a:extLst>
          </p:cNvPr>
          <p:cNvSpPr>
            <a:spLocks noGrp="1"/>
          </p:cNvSpPr>
          <p:nvPr>
            <p:ph type="sldNum" sz="quarter" idx="12"/>
          </p:nvPr>
        </p:nvSpPr>
        <p:spPr/>
        <p:txBody>
          <a:bodyPr/>
          <a:lstStyle/>
          <a:p>
            <a:pPr>
              <a:defRPr/>
            </a:pPr>
            <a:fld id="{C80DB997-564C-4C45-82C5-01CC3F0E549C}" type="slidenum">
              <a:rPr lang="en-US" altLang="en-US" smtClean="0"/>
              <a:pPr>
                <a:defRPr/>
              </a:pPr>
              <a:t>50</a:t>
            </a:fld>
            <a:endParaRPr lang="en-US" altLang="en-US"/>
          </a:p>
        </p:txBody>
      </p:sp>
    </p:spTree>
    <p:extLst>
      <p:ext uri="{BB962C8B-B14F-4D97-AF65-F5344CB8AC3E}">
        <p14:creationId xmlns:p14="http://schemas.microsoft.com/office/powerpoint/2010/main" val="6771278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C52E69C-D139-B64B-6C65-FA46832DBA66}"/>
              </a:ext>
            </a:extLst>
          </p:cNvPr>
          <p:cNvGrpSpPr/>
          <p:nvPr/>
        </p:nvGrpSpPr>
        <p:grpSpPr>
          <a:xfrm>
            <a:off x="1141253" y="692696"/>
            <a:ext cx="6861494" cy="584775"/>
            <a:chOff x="1141253" y="4946721"/>
            <a:chExt cx="6861494" cy="584775"/>
          </a:xfrm>
        </p:grpSpPr>
        <p:sp>
          <p:nvSpPr>
            <p:cNvPr id="3" name="TextBox 2">
              <a:extLst>
                <a:ext uri="{FF2B5EF4-FFF2-40B4-BE49-F238E27FC236}">
                  <a16:creationId xmlns:a16="http://schemas.microsoft.com/office/drawing/2014/main" id="{0EEA6696-EFC0-3C39-5FE6-D1D7BC75C5E7}"/>
                </a:ext>
              </a:extLst>
            </p:cNvPr>
            <p:cNvSpPr txBox="1"/>
            <p:nvPr/>
          </p:nvSpPr>
          <p:spPr>
            <a:xfrm>
              <a:off x="1141253" y="4946721"/>
              <a:ext cx="6861494" cy="584775"/>
            </a:xfrm>
            <a:prstGeom prst="rect">
              <a:avLst/>
            </a:prstGeom>
            <a:noFill/>
          </p:spPr>
          <p:txBody>
            <a:bodyPr wrap="none" rtlCol="0">
              <a:spAutoFit/>
            </a:bodyPr>
            <a:lstStyle/>
            <a:p>
              <a:r>
                <a:rPr lang="en-MY" sz="3200" dirty="0"/>
                <a:t>F = ABC + ABC + ABC + ABC + ABC</a:t>
              </a:r>
            </a:p>
          </p:txBody>
        </p:sp>
        <p:cxnSp>
          <p:nvCxnSpPr>
            <p:cNvPr id="4" name="Straight Connector 3">
              <a:extLst>
                <a:ext uri="{FF2B5EF4-FFF2-40B4-BE49-F238E27FC236}">
                  <a16:creationId xmlns:a16="http://schemas.microsoft.com/office/drawing/2014/main" id="{305D9DB3-E9A4-C489-9B50-635F0459DDE5}"/>
                </a:ext>
              </a:extLst>
            </p:cNvPr>
            <p:cNvCxnSpPr/>
            <p:nvPr/>
          </p:nvCxnSpPr>
          <p:spPr>
            <a:xfrm>
              <a:off x="1243466" y="5018730"/>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E46FA946-722D-5405-8BA7-FD5FAC3A46E8}"/>
                </a:ext>
              </a:extLst>
            </p:cNvPr>
            <p:cNvCxnSpPr/>
            <p:nvPr/>
          </p:nvCxnSpPr>
          <p:spPr>
            <a:xfrm>
              <a:off x="2257377" y="5040042"/>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70D73661-8190-6BD6-8219-83B7C153FF0B}"/>
                </a:ext>
              </a:extLst>
            </p:cNvPr>
            <p:cNvCxnSpPr/>
            <p:nvPr/>
          </p:nvCxnSpPr>
          <p:spPr>
            <a:xfrm>
              <a:off x="2509405" y="5040042"/>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C4BBC0DC-FF30-C6C3-B2AB-CB91D9884D43}"/>
                </a:ext>
              </a:extLst>
            </p:cNvPr>
            <p:cNvCxnSpPr/>
            <p:nvPr/>
          </p:nvCxnSpPr>
          <p:spPr>
            <a:xfrm>
              <a:off x="2005349" y="5040042"/>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D42BECF7-D1C8-4D0E-376D-57F67AE1BC0F}"/>
                </a:ext>
              </a:extLst>
            </p:cNvPr>
            <p:cNvCxnSpPr/>
            <p:nvPr/>
          </p:nvCxnSpPr>
          <p:spPr>
            <a:xfrm>
              <a:off x="6109805" y="5036946"/>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D71B268D-352C-662C-C64D-636734181AFC}"/>
                </a:ext>
              </a:extLst>
            </p:cNvPr>
            <p:cNvCxnSpPr/>
            <p:nvPr/>
          </p:nvCxnSpPr>
          <p:spPr>
            <a:xfrm>
              <a:off x="3229485" y="5052186"/>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7C282C8-ABFA-52BD-F7EF-A2F4B71FEF13}"/>
                </a:ext>
              </a:extLst>
            </p:cNvPr>
            <p:cNvCxnSpPr/>
            <p:nvPr/>
          </p:nvCxnSpPr>
          <p:spPr>
            <a:xfrm>
              <a:off x="3517517" y="5052186"/>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02244A05-702D-257A-3F44-3A99E65F48D8}"/>
                </a:ext>
              </a:extLst>
            </p:cNvPr>
            <p:cNvCxnSpPr/>
            <p:nvPr/>
          </p:nvCxnSpPr>
          <p:spPr>
            <a:xfrm>
              <a:off x="4813661" y="5044566"/>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7F1B8FC-5AB7-6BBC-313D-2B0A56D66CCC}"/>
                </a:ext>
              </a:extLst>
            </p:cNvPr>
            <p:cNvCxnSpPr/>
            <p:nvPr/>
          </p:nvCxnSpPr>
          <p:spPr>
            <a:xfrm>
              <a:off x="5101693" y="5040042"/>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7AD25BB9-8D4E-B543-036C-F0D616B02720}"/>
                </a:ext>
              </a:extLst>
            </p:cNvPr>
            <p:cNvCxnSpPr/>
            <p:nvPr/>
          </p:nvCxnSpPr>
          <p:spPr>
            <a:xfrm>
              <a:off x="7621973" y="5052186"/>
              <a:ext cx="216024" cy="0"/>
            </a:xfrm>
            <a:prstGeom prst="line">
              <a:avLst/>
            </a:prstGeom>
            <a:ln w="28575"/>
          </p:spPr>
          <p:style>
            <a:lnRef idx="1">
              <a:schemeClr val="dk1"/>
            </a:lnRef>
            <a:fillRef idx="0">
              <a:schemeClr val="dk1"/>
            </a:fillRef>
            <a:effectRef idx="0">
              <a:schemeClr val="dk1"/>
            </a:effectRef>
            <a:fontRef idx="minor">
              <a:schemeClr val="tx1"/>
            </a:fontRef>
          </p:style>
        </p:cxnSp>
      </p:grpSp>
      <p:sp>
        <p:nvSpPr>
          <p:cNvPr id="15" name="TextBox 14">
            <a:extLst>
              <a:ext uri="{FF2B5EF4-FFF2-40B4-BE49-F238E27FC236}">
                <a16:creationId xmlns:a16="http://schemas.microsoft.com/office/drawing/2014/main" id="{08FE0A98-4902-9805-8AFE-B3FD7760F7BB}"/>
              </a:ext>
            </a:extLst>
          </p:cNvPr>
          <p:cNvSpPr txBox="1"/>
          <p:nvPr/>
        </p:nvSpPr>
        <p:spPr>
          <a:xfrm>
            <a:off x="1211395" y="1700808"/>
            <a:ext cx="6861494" cy="584775"/>
          </a:xfrm>
          <a:prstGeom prst="rect">
            <a:avLst/>
          </a:prstGeom>
          <a:noFill/>
        </p:spPr>
        <p:txBody>
          <a:bodyPr wrap="none" rtlCol="0">
            <a:spAutoFit/>
          </a:bodyPr>
          <a:lstStyle/>
          <a:p>
            <a:r>
              <a:rPr lang="en-MY" sz="3200" dirty="0"/>
              <a:t>F = ABC + ABC + ABC + ABC + ABC</a:t>
            </a:r>
          </a:p>
        </p:txBody>
      </p:sp>
      <p:cxnSp>
        <p:nvCxnSpPr>
          <p:cNvPr id="16" name="Straight Connector 15">
            <a:extLst>
              <a:ext uri="{FF2B5EF4-FFF2-40B4-BE49-F238E27FC236}">
                <a16:creationId xmlns:a16="http://schemas.microsoft.com/office/drawing/2014/main" id="{585193EB-8158-309C-80DF-689E7C90CE0A}"/>
              </a:ext>
            </a:extLst>
          </p:cNvPr>
          <p:cNvCxnSpPr>
            <a:cxnSpLocks/>
          </p:cNvCxnSpPr>
          <p:nvPr/>
        </p:nvCxnSpPr>
        <p:spPr>
          <a:xfrm>
            <a:off x="2033841" y="1682925"/>
            <a:ext cx="5968906"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452F54EA-82AA-2AF0-7A96-7ABE545AB5A4}"/>
              </a:ext>
            </a:extLst>
          </p:cNvPr>
          <p:cNvCxnSpPr/>
          <p:nvPr/>
        </p:nvCxnSpPr>
        <p:spPr>
          <a:xfrm>
            <a:off x="2327519" y="1794129"/>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CD7AB0D4-D0FE-635D-EEA0-697B89E5666F}"/>
              </a:ext>
            </a:extLst>
          </p:cNvPr>
          <p:cNvCxnSpPr/>
          <p:nvPr/>
        </p:nvCxnSpPr>
        <p:spPr>
          <a:xfrm>
            <a:off x="2579547" y="1794129"/>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5974D820-90AE-B54A-82A3-23344642D0B6}"/>
              </a:ext>
            </a:extLst>
          </p:cNvPr>
          <p:cNvCxnSpPr/>
          <p:nvPr/>
        </p:nvCxnSpPr>
        <p:spPr>
          <a:xfrm>
            <a:off x="2075491" y="1794129"/>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E1D1A5E4-320C-A9FE-3354-561CA0712BA9}"/>
              </a:ext>
            </a:extLst>
          </p:cNvPr>
          <p:cNvCxnSpPr/>
          <p:nvPr/>
        </p:nvCxnSpPr>
        <p:spPr>
          <a:xfrm>
            <a:off x="6179947" y="1791033"/>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9820F9A-F479-D6C2-D79C-C03FB8D6540F}"/>
              </a:ext>
            </a:extLst>
          </p:cNvPr>
          <p:cNvCxnSpPr/>
          <p:nvPr/>
        </p:nvCxnSpPr>
        <p:spPr>
          <a:xfrm>
            <a:off x="3299627" y="1806273"/>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7C12EEB9-9B36-5CB2-6B48-E41DBDB43967}"/>
              </a:ext>
            </a:extLst>
          </p:cNvPr>
          <p:cNvCxnSpPr/>
          <p:nvPr/>
        </p:nvCxnSpPr>
        <p:spPr>
          <a:xfrm>
            <a:off x="3587659" y="1806273"/>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9A56E818-ADA2-4270-E3D1-7D050E218DBD}"/>
              </a:ext>
            </a:extLst>
          </p:cNvPr>
          <p:cNvCxnSpPr/>
          <p:nvPr/>
        </p:nvCxnSpPr>
        <p:spPr>
          <a:xfrm>
            <a:off x="4883803" y="1798653"/>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91A777F-CD89-3765-EAF3-5C6712D6D0B1}"/>
              </a:ext>
            </a:extLst>
          </p:cNvPr>
          <p:cNvCxnSpPr/>
          <p:nvPr/>
        </p:nvCxnSpPr>
        <p:spPr>
          <a:xfrm>
            <a:off x="5171835" y="1794129"/>
            <a:ext cx="2160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30615794-8C26-29D1-F9F7-008C24B0B2EE}"/>
              </a:ext>
            </a:extLst>
          </p:cNvPr>
          <p:cNvCxnSpPr/>
          <p:nvPr/>
        </p:nvCxnSpPr>
        <p:spPr>
          <a:xfrm>
            <a:off x="7692115" y="1806273"/>
            <a:ext cx="216024" cy="0"/>
          </a:xfrm>
          <a:prstGeom prst="line">
            <a:avLst/>
          </a:prstGeom>
          <a:ln w="28575"/>
        </p:spPr>
        <p:style>
          <a:lnRef idx="1">
            <a:schemeClr val="dk1"/>
          </a:lnRef>
          <a:fillRef idx="0">
            <a:schemeClr val="dk1"/>
          </a:fillRef>
          <a:effectRef idx="0">
            <a:schemeClr val="dk1"/>
          </a:effectRef>
          <a:fontRef idx="minor">
            <a:schemeClr val="tx1"/>
          </a:fontRef>
        </p:style>
      </p:cxnSp>
      <p:grpSp>
        <p:nvGrpSpPr>
          <p:cNvPr id="103" name="Group 102">
            <a:extLst>
              <a:ext uri="{FF2B5EF4-FFF2-40B4-BE49-F238E27FC236}">
                <a16:creationId xmlns:a16="http://schemas.microsoft.com/office/drawing/2014/main" id="{F6457FFA-12F6-8FFB-B795-4BD424A5C9E1}"/>
              </a:ext>
            </a:extLst>
          </p:cNvPr>
          <p:cNvGrpSpPr/>
          <p:nvPr/>
        </p:nvGrpSpPr>
        <p:grpSpPr>
          <a:xfrm>
            <a:off x="1240038" y="2636912"/>
            <a:ext cx="6720751" cy="523220"/>
            <a:chOff x="1240038" y="2636912"/>
            <a:chExt cx="6720751" cy="523220"/>
          </a:xfrm>
        </p:grpSpPr>
        <p:sp>
          <p:nvSpPr>
            <p:cNvPr id="27" name="TextBox 26">
              <a:extLst>
                <a:ext uri="{FF2B5EF4-FFF2-40B4-BE49-F238E27FC236}">
                  <a16:creationId xmlns:a16="http://schemas.microsoft.com/office/drawing/2014/main" id="{3ABD5D42-7494-E53C-5DBD-DC27EBBC482E}"/>
                </a:ext>
              </a:extLst>
            </p:cNvPr>
            <p:cNvSpPr txBox="1"/>
            <p:nvPr/>
          </p:nvSpPr>
          <p:spPr>
            <a:xfrm>
              <a:off x="1240038" y="2636912"/>
              <a:ext cx="6720751" cy="523220"/>
            </a:xfrm>
            <a:prstGeom prst="rect">
              <a:avLst/>
            </a:prstGeom>
            <a:noFill/>
          </p:spPr>
          <p:txBody>
            <a:bodyPr wrap="none" rtlCol="0">
              <a:spAutoFit/>
            </a:bodyPr>
            <a:lstStyle/>
            <a:p>
              <a:r>
                <a:rPr lang="en-MY" sz="2800" dirty="0"/>
                <a:t>F =(ABC) . (ABC) . (ABC). (ABC) . (ABC)</a:t>
              </a:r>
            </a:p>
          </p:txBody>
        </p:sp>
        <p:cxnSp>
          <p:nvCxnSpPr>
            <p:cNvPr id="31" name="Straight Connector 30">
              <a:extLst>
                <a:ext uri="{FF2B5EF4-FFF2-40B4-BE49-F238E27FC236}">
                  <a16:creationId xmlns:a16="http://schemas.microsoft.com/office/drawing/2014/main" id="{F77631F0-B670-F894-A2E5-DDE0EED7980E}"/>
                </a:ext>
              </a:extLst>
            </p:cNvPr>
            <p:cNvCxnSpPr>
              <a:cxnSpLocks/>
            </p:cNvCxnSpPr>
            <p:nvPr/>
          </p:nvCxnSpPr>
          <p:spPr>
            <a:xfrm>
              <a:off x="2075491" y="2734757"/>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64DAC2AF-40D1-D223-B2A6-4AF290CFCC79}"/>
                </a:ext>
              </a:extLst>
            </p:cNvPr>
            <p:cNvCxnSpPr>
              <a:cxnSpLocks/>
            </p:cNvCxnSpPr>
            <p:nvPr/>
          </p:nvCxnSpPr>
          <p:spPr>
            <a:xfrm>
              <a:off x="2257377" y="2726314"/>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EAEC471B-E123-5828-00E9-6525E01B03CC}"/>
                </a:ext>
              </a:extLst>
            </p:cNvPr>
            <p:cNvCxnSpPr>
              <a:cxnSpLocks/>
            </p:cNvCxnSpPr>
            <p:nvPr/>
          </p:nvCxnSpPr>
          <p:spPr>
            <a:xfrm>
              <a:off x="2473401" y="2726314"/>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58B9E7B0-F852-BA7D-A77F-2010B3D7816E}"/>
                </a:ext>
              </a:extLst>
            </p:cNvPr>
            <p:cNvCxnSpPr>
              <a:cxnSpLocks/>
            </p:cNvCxnSpPr>
            <p:nvPr/>
          </p:nvCxnSpPr>
          <p:spPr>
            <a:xfrm>
              <a:off x="3299627" y="2740731"/>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377817E9-6AAA-96C9-73B6-18928B08C881}"/>
                </a:ext>
              </a:extLst>
            </p:cNvPr>
            <p:cNvCxnSpPr>
              <a:cxnSpLocks/>
            </p:cNvCxnSpPr>
            <p:nvPr/>
          </p:nvCxnSpPr>
          <p:spPr>
            <a:xfrm>
              <a:off x="3523600" y="2726314"/>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3442BED9-1E9E-1A60-2D7C-371B8A6E8923}"/>
                </a:ext>
              </a:extLst>
            </p:cNvPr>
            <p:cNvCxnSpPr>
              <a:cxnSpLocks/>
            </p:cNvCxnSpPr>
            <p:nvPr/>
          </p:nvCxnSpPr>
          <p:spPr>
            <a:xfrm>
              <a:off x="4740720" y="2700162"/>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0FC45729-0B2D-5AAE-3CD2-7FABDD1C05BF}"/>
                </a:ext>
              </a:extLst>
            </p:cNvPr>
            <p:cNvCxnSpPr>
              <a:cxnSpLocks/>
            </p:cNvCxnSpPr>
            <p:nvPr/>
          </p:nvCxnSpPr>
          <p:spPr>
            <a:xfrm>
              <a:off x="5025953" y="2708605"/>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48C136CB-F42F-F335-D1B7-FD0B588B100E}"/>
                </a:ext>
              </a:extLst>
            </p:cNvPr>
            <p:cNvCxnSpPr>
              <a:cxnSpLocks/>
            </p:cNvCxnSpPr>
            <p:nvPr/>
          </p:nvCxnSpPr>
          <p:spPr>
            <a:xfrm>
              <a:off x="5868144" y="2734757"/>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45399E70-C9DB-A127-6AF7-46A64E40A028}"/>
                </a:ext>
              </a:extLst>
            </p:cNvPr>
            <p:cNvCxnSpPr>
              <a:cxnSpLocks/>
            </p:cNvCxnSpPr>
            <p:nvPr/>
          </p:nvCxnSpPr>
          <p:spPr>
            <a:xfrm>
              <a:off x="7380312" y="2734757"/>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6BC33606-5B5E-7B9D-B295-F635A6272F71}"/>
                </a:ext>
              </a:extLst>
            </p:cNvPr>
            <p:cNvCxnSpPr>
              <a:cxnSpLocks/>
            </p:cNvCxnSpPr>
            <p:nvPr/>
          </p:nvCxnSpPr>
          <p:spPr>
            <a:xfrm>
              <a:off x="2014973" y="2636912"/>
              <a:ext cx="780598"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BD9663EB-E3E6-2DB7-861C-477745431A49}"/>
                </a:ext>
              </a:extLst>
            </p:cNvPr>
            <p:cNvCxnSpPr>
              <a:cxnSpLocks/>
            </p:cNvCxnSpPr>
            <p:nvPr/>
          </p:nvCxnSpPr>
          <p:spPr>
            <a:xfrm>
              <a:off x="3235476" y="2636912"/>
              <a:ext cx="780598"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708D6AA5-6FB1-30B5-B516-CB8DAAEE70F6}"/>
                </a:ext>
              </a:extLst>
            </p:cNvPr>
            <p:cNvCxnSpPr>
              <a:cxnSpLocks/>
            </p:cNvCxnSpPr>
            <p:nvPr/>
          </p:nvCxnSpPr>
          <p:spPr>
            <a:xfrm>
              <a:off x="6841375" y="2636912"/>
              <a:ext cx="780598"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0B09D451-B83F-A18E-538E-B48373E87AB6}"/>
                </a:ext>
              </a:extLst>
            </p:cNvPr>
            <p:cNvCxnSpPr>
              <a:cxnSpLocks/>
            </p:cNvCxnSpPr>
            <p:nvPr/>
          </p:nvCxnSpPr>
          <p:spPr>
            <a:xfrm>
              <a:off x="4424832" y="2636912"/>
              <a:ext cx="780598"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E23BC177-D688-0274-7F7E-12883012DF6D}"/>
                </a:ext>
              </a:extLst>
            </p:cNvPr>
            <p:cNvCxnSpPr>
              <a:cxnSpLocks/>
            </p:cNvCxnSpPr>
            <p:nvPr/>
          </p:nvCxnSpPr>
          <p:spPr>
            <a:xfrm>
              <a:off x="5615373" y="2636912"/>
              <a:ext cx="780598" cy="0"/>
            </a:xfrm>
            <a:prstGeom prst="line">
              <a:avLst/>
            </a:prstGeom>
            <a:ln w="28575"/>
          </p:spPr>
          <p:style>
            <a:lnRef idx="1">
              <a:schemeClr val="dk1"/>
            </a:lnRef>
            <a:fillRef idx="0">
              <a:schemeClr val="dk1"/>
            </a:fillRef>
            <a:effectRef idx="0">
              <a:schemeClr val="dk1"/>
            </a:effectRef>
            <a:fontRef idx="minor">
              <a:schemeClr val="tx1"/>
            </a:fontRef>
          </p:style>
        </p:cxnSp>
      </p:grpSp>
      <p:grpSp>
        <p:nvGrpSpPr>
          <p:cNvPr id="102" name="Group 101">
            <a:extLst>
              <a:ext uri="{FF2B5EF4-FFF2-40B4-BE49-F238E27FC236}">
                <a16:creationId xmlns:a16="http://schemas.microsoft.com/office/drawing/2014/main" id="{0AA87661-A1F2-2404-7D58-4ABC9F6955B2}"/>
              </a:ext>
            </a:extLst>
          </p:cNvPr>
          <p:cNvGrpSpPr/>
          <p:nvPr/>
        </p:nvGrpSpPr>
        <p:grpSpPr>
          <a:xfrm>
            <a:off x="696991" y="3519825"/>
            <a:ext cx="7890302" cy="504153"/>
            <a:chOff x="795569" y="4106592"/>
            <a:chExt cx="7890302" cy="504153"/>
          </a:xfrm>
        </p:grpSpPr>
        <p:sp>
          <p:nvSpPr>
            <p:cNvPr id="54" name="TextBox 53">
              <a:extLst>
                <a:ext uri="{FF2B5EF4-FFF2-40B4-BE49-F238E27FC236}">
                  <a16:creationId xmlns:a16="http://schemas.microsoft.com/office/drawing/2014/main" id="{08949E63-F4C6-A661-AD28-BDD3CA9F36AB}"/>
                </a:ext>
              </a:extLst>
            </p:cNvPr>
            <p:cNvSpPr txBox="1"/>
            <p:nvPr/>
          </p:nvSpPr>
          <p:spPr>
            <a:xfrm>
              <a:off x="795569" y="4149080"/>
              <a:ext cx="7890302" cy="461665"/>
            </a:xfrm>
            <a:prstGeom prst="rect">
              <a:avLst/>
            </a:prstGeom>
            <a:noFill/>
          </p:spPr>
          <p:txBody>
            <a:bodyPr wrap="none" rtlCol="0">
              <a:spAutoFit/>
            </a:bodyPr>
            <a:lstStyle/>
            <a:p>
              <a:r>
                <a:rPr lang="en-MY" sz="2400" dirty="0"/>
                <a:t>F =(A+B+C) . (A+B+C) . (A+B+C). (A+B+C) . (A+B+C)</a:t>
              </a:r>
            </a:p>
          </p:txBody>
        </p:sp>
        <p:grpSp>
          <p:nvGrpSpPr>
            <p:cNvPr id="73" name="Group 72">
              <a:extLst>
                <a:ext uri="{FF2B5EF4-FFF2-40B4-BE49-F238E27FC236}">
                  <a16:creationId xmlns:a16="http://schemas.microsoft.com/office/drawing/2014/main" id="{0AC062F0-FA9A-789A-B057-52A485EE6A62}"/>
                </a:ext>
              </a:extLst>
            </p:cNvPr>
            <p:cNvGrpSpPr/>
            <p:nvPr/>
          </p:nvGrpSpPr>
          <p:grpSpPr>
            <a:xfrm>
              <a:off x="1459490" y="4149080"/>
              <a:ext cx="145882" cy="72008"/>
              <a:chOff x="1459490" y="4149080"/>
              <a:chExt cx="145882" cy="72008"/>
            </a:xfrm>
          </p:grpSpPr>
          <p:cxnSp>
            <p:nvCxnSpPr>
              <p:cNvPr id="55" name="Straight Connector 54">
                <a:extLst>
                  <a:ext uri="{FF2B5EF4-FFF2-40B4-BE49-F238E27FC236}">
                    <a16:creationId xmlns:a16="http://schemas.microsoft.com/office/drawing/2014/main" id="{BF7689B9-DBD6-5D29-072A-98841311E3AF}"/>
                  </a:ext>
                </a:extLst>
              </p:cNvPr>
              <p:cNvCxnSpPr>
                <a:cxnSpLocks/>
              </p:cNvCxnSpPr>
              <p:nvPr/>
            </p:nvCxnSpPr>
            <p:spPr>
              <a:xfrm>
                <a:off x="1459490" y="4149080"/>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C687B2D-18B2-42A9-3F6F-F6ACCF74B959}"/>
                  </a:ext>
                </a:extLst>
              </p:cNvPr>
              <p:cNvCxnSpPr>
                <a:cxnSpLocks/>
              </p:cNvCxnSpPr>
              <p:nvPr/>
            </p:nvCxnSpPr>
            <p:spPr>
              <a:xfrm>
                <a:off x="1459490" y="4221088"/>
                <a:ext cx="145882" cy="0"/>
              </a:xfrm>
              <a:prstGeom prst="line">
                <a:avLst/>
              </a:prstGeom>
              <a:ln w="28575"/>
            </p:spPr>
            <p:style>
              <a:lnRef idx="1">
                <a:schemeClr val="dk1"/>
              </a:lnRef>
              <a:fillRef idx="0">
                <a:schemeClr val="dk1"/>
              </a:fillRef>
              <a:effectRef idx="0">
                <a:schemeClr val="dk1"/>
              </a:effectRef>
              <a:fontRef idx="minor">
                <a:schemeClr val="tx1"/>
              </a:fontRef>
            </p:style>
          </p:cxnSp>
        </p:grpSp>
        <p:grpSp>
          <p:nvGrpSpPr>
            <p:cNvPr id="72" name="Group 71">
              <a:extLst>
                <a:ext uri="{FF2B5EF4-FFF2-40B4-BE49-F238E27FC236}">
                  <a16:creationId xmlns:a16="http://schemas.microsoft.com/office/drawing/2014/main" id="{E6806FDD-9ABA-C3BC-446B-4DCAF88633F9}"/>
                </a:ext>
              </a:extLst>
            </p:cNvPr>
            <p:cNvGrpSpPr/>
            <p:nvPr/>
          </p:nvGrpSpPr>
          <p:grpSpPr>
            <a:xfrm>
              <a:off x="1885954" y="4149080"/>
              <a:ext cx="145882" cy="72008"/>
              <a:chOff x="1611890" y="4301480"/>
              <a:chExt cx="145882" cy="72008"/>
            </a:xfrm>
          </p:grpSpPr>
          <p:cxnSp>
            <p:nvCxnSpPr>
              <p:cNvPr id="70" name="Straight Connector 69">
                <a:extLst>
                  <a:ext uri="{FF2B5EF4-FFF2-40B4-BE49-F238E27FC236}">
                    <a16:creationId xmlns:a16="http://schemas.microsoft.com/office/drawing/2014/main" id="{EA0829E6-D815-A677-57C7-282B912EE29B}"/>
                  </a:ext>
                </a:extLst>
              </p:cNvPr>
              <p:cNvCxnSpPr>
                <a:cxnSpLocks/>
              </p:cNvCxnSpPr>
              <p:nvPr/>
            </p:nvCxnSpPr>
            <p:spPr>
              <a:xfrm>
                <a:off x="1611890" y="4301480"/>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04066FD3-9169-552A-CD2F-E5F657EFA0F6}"/>
                  </a:ext>
                </a:extLst>
              </p:cNvPr>
              <p:cNvCxnSpPr>
                <a:cxnSpLocks/>
              </p:cNvCxnSpPr>
              <p:nvPr/>
            </p:nvCxnSpPr>
            <p:spPr>
              <a:xfrm>
                <a:off x="1611890" y="4373488"/>
                <a:ext cx="145882" cy="0"/>
              </a:xfrm>
              <a:prstGeom prst="line">
                <a:avLst/>
              </a:prstGeom>
              <a:ln w="28575"/>
            </p:spPr>
            <p:style>
              <a:lnRef idx="1">
                <a:schemeClr val="dk1"/>
              </a:lnRef>
              <a:fillRef idx="0">
                <a:schemeClr val="dk1"/>
              </a:fillRef>
              <a:effectRef idx="0">
                <a:schemeClr val="dk1"/>
              </a:effectRef>
              <a:fontRef idx="minor">
                <a:schemeClr val="tx1"/>
              </a:fontRef>
            </p:style>
          </p:cxnSp>
        </p:grpSp>
        <p:grpSp>
          <p:nvGrpSpPr>
            <p:cNvPr id="74" name="Group 73">
              <a:extLst>
                <a:ext uri="{FF2B5EF4-FFF2-40B4-BE49-F238E27FC236}">
                  <a16:creationId xmlns:a16="http://schemas.microsoft.com/office/drawing/2014/main" id="{F591E057-FC30-7B69-C373-201AC00F6C71}"/>
                </a:ext>
              </a:extLst>
            </p:cNvPr>
            <p:cNvGrpSpPr/>
            <p:nvPr/>
          </p:nvGrpSpPr>
          <p:grpSpPr>
            <a:xfrm>
              <a:off x="2312418" y="4166474"/>
              <a:ext cx="145882" cy="72008"/>
              <a:chOff x="1459490" y="4149080"/>
              <a:chExt cx="145882" cy="72008"/>
            </a:xfrm>
          </p:grpSpPr>
          <p:cxnSp>
            <p:nvCxnSpPr>
              <p:cNvPr id="75" name="Straight Connector 74">
                <a:extLst>
                  <a:ext uri="{FF2B5EF4-FFF2-40B4-BE49-F238E27FC236}">
                    <a16:creationId xmlns:a16="http://schemas.microsoft.com/office/drawing/2014/main" id="{B03E8D97-B20E-0A63-25DA-464A3BCEA120}"/>
                  </a:ext>
                </a:extLst>
              </p:cNvPr>
              <p:cNvCxnSpPr>
                <a:cxnSpLocks/>
              </p:cNvCxnSpPr>
              <p:nvPr/>
            </p:nvCxnSpPr>
            <p:spPr>
              <a:xfrm>
                <a:off x="1459490" y="4149080"/>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76" name="Straight Connector 75">
                <a:extLst>
                  <a:ext uri="{FF2B5EF4-FFF2-40B4-BE49-F238E27FC236}">
                    <a16:creationId xmlns:a16="http://schemas.microsoft.com/office/drawing/2014/main" id="{9C17C69C-D5FD-7E08-02AE-1E585EAEF9CE}"/>
                  </a:ext>
                </a:extLst>
              </p:cNvPr>
              <p:cNvCxnSpPr>
                <a:cxnSpLocks/>
              </p:cNvCxnSpPr>
              <p:nvPr/>
            </p:nvCxnSpPr>
            <p:spPr>
              <a:xfrm>
                <a:off x="1459490" y="4221088"/>
                <a:ext cx="145882" cy="0"/>
              </a:xfrm>
              <a:prstGeom prst="line">
                <a:avLst/>
              </a:prstGeom>
              <a:ln w="28575"/>
            </p:spPr>
            <p:style>
              <a:lnRef idx="1">
                <a:schemeClr val="dk1"/>
              </a:lnRef>
              <a:fillRef idx="0">
                <a:schemeClr val="dk1"/>
              </a:fillRef>
              <a:effectRef idx="0">
                <a:schemeClr val="dk1"/>
              </a:effectRef>
              <a:fontRef idx="minor">
                <a:schemeClr val="tx1"/>
              </a:fontRef>
            </p:style>
          </p:cxnSp>
        </p:grpSp>
        <p:grpSp>
          <p:nvGrpSpPr>
            <p:cNvPr id="77" name="Group 76">
              <a:extLst>
                <a:ext uri="{FF2B5EF4-FFF2-40B4-BE49-F238E27FC236}">
                  <a16:creationId xmlns:a16="http://schemas.microsoft.com/office/drawing/2014/main" id="{107E497A-F415-0E85-B3CD-A7873067271E}"/>
                </a:ext>
              </a:extLst>
            </p:cNvPr>
            <p:cNvGrpSpPr/>
            <p:nvPr/>
          </p:nvGrpSpPr>
          <p:grpSpPr>
            <a:xfrm>
              <a:off x="2980326" y="4136111"/>
              <a:ext cx="145882" cy="72008"/>
              <a:chOff x="1459490" y="4149080"/>
              <a:chExt cx="145882" cy="72008"/>
            </a:xfrm>
          </p:grpSpPr>
          <p:cxnSp>
            <p:nvCxnSpPr>
              <p:cNvPr id="78" name="Straight Connector 77">
                <a:extLst>
                  <a:ext uri="{FF2B5EF4-FFF2-40B4-BE49-F238E27FC236}">
                    <a16:creationId xmlns:a16="http://schemas.microsoft.com/office/drawing/2014/main" id="{DBB3C2E3-723D-7660-B344-0269EDD677CF}"/>
                  </a:ext>
                </a:extLst>
              </p:cNvPr>
              <p:cNvCxnSpPr>
                <a:cxnSpLocks/>
              </p:cNvCxnSpPr>
              <p:nvPr/>
            </p:nvCxnSpPr>
            <p:spPr>
              <a:xfrm>
                <a:off x="1459490" y="4149080"/>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79" name="Straight Connector 78">
                <a:extLst>
                  <a:ext uri="{FF2B5EF4-FFF2-40B4-BE49-F238E27FC236}">
                    <a16:creationId xmlns:a16="http://schemas.microsoft.com/office/drawing/2014/main" id="{FCA88EDB-4D6B-97C3-D012-E76381360872}"/>
                  </a:ext>
                </a:extLst>
              </p:cNvPr>
              <p:cNvCxnSpPr>
                <a:cxnSpLocks/>
              </p:cNvCxnSpPr>
              <p:nvPr/>
            </p:nvCxnSpPr>
            <p:spPr>
              <a:xfrm>
                <a:off x="1459490" y="4221088"/>
                <a:ext cx="145882" cy="0"/>
              </a:xfrm>
              <a:prstGeom prst="line">
                <a:avLst/>
              </a:prstGeom>
              <a:ln w="28575"/>
            </p:spPr>
            <p:style>
              <a:lnRef idx="1">
                <a:schemeClr val="dk1"/>
              </a:lnRef>
              <a:fillRef idx="0">
                <a:schemeClr val="dk1"/>
              </a:fillRef>
              <a:effectRef idx="0">
                <a:schemeClr val="dk1"/>
              </a:effectRef>
              <a:fontRef idx="minor">
                <a:schemeClr val="tx1"/>
              </a:fontRef>
            </p:style>
          </p:cxnSp>
        </p:grpSp>
        <p:grpSp>
          <p:nvGrpSpPr>
            <p:cNvPr id="80" name="Group 79">
              <a:extLst>
                <a:ext uri="{FF2B5EF4-FFF2-40B4-BE49-F238E27FC236}">
                  <a16:creationId xmlns:a16="http://schemas.microsoft.com/office/drawing/2014/main" id="{653C72AD-2537-6619-3C47-010BB161CD4C}"/>
                </a:ext>
              </a:extLst>
            </p:cNvPr>
            <p:cNvGrpSpPr/>
            <p:nvPr/>
          </p:nvGrpSpPr>
          <p:grpSpPr>
            <a:xfrm>
              <a:off x="3425000" y="4119166"/>
              <a:ext cx="145882" cy="72008"/>
              <a:chOff x="1459490" y="4149080"/>
              <a:chExt cx="145882" cy="72008"/>
            </a:xfrm>
          </p:grpSpPr>
          <p:cxnSp>
            <p:nvCxnSpPr>
              <p:cNvPr id="81" name="Straight Connector 80">
                <a:extLst>
                  <a:ext uri="{FF2B5EF4-FFF2-40B4-BE49-F238E27FC236}">
                    <a16:creationId xmlns:a16="http://schemas.microsoft.com/office/drawing/2014/main" id="{0B6658D4-3F55-7422-6D65-CC96B545A3CF}"/>
                  </a:ext>
                </a:extLst>
              </p:cNvPr>
              <p:cNvCxnSpPr>
                <a:cxnSpLocks/>
              </p:cNvCxnSpPr>
              <p:nvPr/>
            </p:nvCxnSpPr>
            <p:spPr>
              <a:xfrm>
                <a:off x="1459490" y="4149080"/>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82" name="Straight Connector 81">
                <a:extLst>
                  <a:ext uri="{FF2B5EF4-FFF2-40B4-BE49-F238E27FC236}">
                    <a16:creationId xmlns:a16="http://schemas.microsoft.com/office/drawing/2014/main" id="{56F5B59D-EDD5-9041-3735-A586F31D69AE}"/>
                  </a:ext>
                </a:extLst>
              </p:cNvPr>
              <p:cNvCxnSpPr>
                <a:cxnSpLocks/>
              </p:cNvCxnSpPr>
              <p:nvPr/>
            </p:nvCxnSpPr>
            <p:spPr>
              <a:xfrm>
                <a:off x="1459490" y="4221088"/>
                <a:ext cx="145882" cy="0"/>
              </a:xfrm>
              <a:prstGeom prst="line">
                <a:avLst/>
              </a:prstGeom>
              <a:ln w="28575"/>
            </p:spPr>
            <p:style>
              <a:lnRef idx="1">
                <a:schemeClr val="dk1"/>
              </a:lnRef>
              <a:fillRef idx="0">
                <a:schemeClr val="dk1"/>
              </a:fillRef>
              <a:effectRef idx="0">
                <a:schemeClr val="dk1"/>
              </a:effectRef>
              <a:fontRef idx="minor">
                <a:schemeClr val="tx1"/>
              </a:fontRef>
            </p:style>
          </p:cxnSp>
        </p:grpSp>
        <p:cxnSp>
          <p:nvCxnSpPr>
            <p:cNvPr id="84" name="Straight Connector 83">
              <a:extLst>
                <a:ext uri="{FF2B5EF4-FFF2-40B4-BE49-F238E27FC236}">
                  <a16:creationId xmlns:a16="http://schemas.microsoft.com/office/drawing/2014/main" id="{BE09F03C-734E-682E-1082-F14661583599}"/>
                </a:ext>
              </a:extLst>
            </p:cNvPr>
            <p:cNvCxnSpPr>
              <a:cxnSpLocks/>
            </p:cNvCxnSpPr>
            <p:nvPr/>
          </p:nvCxnSpPr>
          <p:spPr>
            <a:xfrm>
              <a:off x="4512938" y="4195495"/>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85" name="Straight Connector 84">
              <a:extLst>
                <a:ext uri="{FF2B5EF4-FFF2-40B4-BE49-F238E27FC236}">
                  <a16:creationId xmlns:a16="http://schemas.microsoft.com/office/drawing/2014/main" id="{712BD5D5-5C57-3FFB-A4EB-3510ECA623E2}"/>
                </a:ext>
              </a:extLst>
            </p:cNvPr>
            <p:cNvCxnSpPr>
              <a:cxnSpLocks/>
            </p:cNvCxnSpPr>
            <p:nvPr/>
          </p:nvCxnSpPr>
          <p:spPr>
            <a:xfrm>
              <a:off x="3803683" y="4215868"/>
              <a:ext cx="145882" cy="0"/>
            </a:xfrm>
            <a:prstGeom prst="line">
              <a:avLst/>
            </a:prstGeom>
            <a:ln w="28575"/>
          </p:spPr>
          <p:style>
            <a:lnRef idx="1">
              <a:schemeClr val="dk1"/>
            </a:lnRef>
            <a:fillRef idx="0">
              <a:schemeClr val="dk1"/>
            </a:fillRef>
            <a:effectRef idx="0">
              <a:schemeClr val="dk1"/>
            </a:effectRef>
            <a:fontRef idx="minor">
              <a:schemeClr val="tx1"/>
            </a:fontRef>
          </p:style>
        </p:cxnSp>
        <p:grpSp>
          <p:nvGrpSpPr>
            <p:cNvPr id="86" name="Group 85">
              <a:extLst>
                <a:ext uri="{FF2B5EF4-FFF2-40B4-BE49-F238E27FC236}">
                  <a16:creationId xmlns:a16="http://schemas.microsoft.com/office/drawing/2014/main" id="{BC34CF62-428C-EB2E-5AF3-8814E1001A24}"/>
                </a:ext>
              </a:extLst>
            </p:cNvPr>
            <p:cNvGrpSpPr/>
            <p:nvPr/>
          </p:nvGrpSpPr>
          <p:grpSpPr>
            <a:xfrm>
              <a:off x="4905641" y="4119166"/>
              <a:ext cx="145882" cy="72008"/>
              <a:chOff x="1459490" y="4149080"/>
              <a:chExt cx="145882" cy="72008"/>
            </a:xfrm>
          </p:grpSpPr>
          <p:cxnSp>
            <p:nvCxnSpPr>
              <p:cNvPr id="87" name="Straight Connector 86">
                <a:extLst>
                  <a:ext uri="{FF2B5EF4-FFF2-40B4-BE49-F238E27FC236}">
                    <a16:creationId xmlns:a16="http://schemas.microsoft.com/office/drawing/2014/main" id="{F42D71B1-C1E0-9A30-695E-D03B10127468}"/>
                  </a:ext>
                </a:extLst>
              </p:cNvPr>
              <p:cNvCxnSpPr>
                <a:cxnSpLocks/>
              </p:cNvCxnSpPr>
              <p:nvPr/>
            </p:nvCxnSpPr>
            <p:spPr>
              <a:xfrm>
                <a:off x="1459490" y="4149080"/>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CBEBCF65-8A76-5AAB-17E4-F2C2D3DC189F}"/>
                  </a:ext>
                </a:extLst>
              </p:cNvPr>
              <p:cNvCxnSpPr>
                <a:cxnSpLocks/>
              </p:cNvCxnSpPr>
              <p:nvPr/>
            </p:nvCxnSpPr>
            <p:spPr>
              <a:xfrm>
                <a:off x="1459490" y="4221088"/>
                <a:ext cx="145882" cy="0"/>
              </a:xfrm>
              <a:prstGeom prst="line">
                <a:avLst/>
              </a:prstGeom>
              <a:ln w="28575"/>
            </p:spPr>
            <p:style>
              <a:lnRef idx="1">
                <a:schemeClr val="dk1"/>
              </a:lnRef>
              <a:fillRef idx="0">
                <a:schemeClr val="dk1"/>
              </a:fillRef>
              <a:effectRef idx="0">
                <a:schemeClr val="dk1"/>
              </a:effectRef>
              <a:fontRef idx="minor">
                <a:schemeClr val="tx1"/>
              </a:fontRef>
            </p:style>
          </p:cxnSp>
        </p:grpSp>
        <p:grpSp>
          <p:nvGrpSpPr>
            <p:cNvPr id="89" name="Group 88">
              <a:extLst>
                <a:ext uri="{FF2B5EF4-FFF2-40B4-BE49-F238E27FC236}">
                  <a16:creationId xmlns:a16="http://schemas.microsoft.com/office/drawing/2014/main" id="{54197E60-B165-BDC7-DDC5-6867C2F1EFA6}"/>
                </a:ext>
              </a:extLst>
            </p:cNvPr>
            <p:cNvGrpSpPr/>
            <p:nvPr/>
          </p:nvGrpSpPr>
          <p:grpSpPr>
            <a:xfrm>
              <a:off x="5287438" y="4106592"/>
              <a:ext cx="145882" cy="72008"/>
              <a:chOff x="1459490" y="4149080"/>
              <a:chExt cx="145882" cy="72008"/>
            </a:xfrm>
          </p:grpSpPr>
          <p:cxnSp>
            <p:nvCxnSpPr>
              <p:cNvPr id="90" name="Straight Connector 89">
                <a:extLst>
                  <a:ext uri="{FF2B5EF4-FFF2-40B4-BE49-F238E27FC236}">
                    <a16:creationId xmlns:a16="http://schemas.microsoft.com/office/drawing/2014/main" id="{7F804DBD-A58A-E154-5836-A9D898807253}"/>
                  </a:ext>
                </a:extLst>
              </p:cNvPr>
              <p:cNvCxnSpPr>
                <a:cxnSpLocks/>
              </p:cNvCxnSpPr>
              <p:nvPr/>
            </p:nvCxnSpPr>
            <p:spPr>
              <a:xfrm>
                <a:off x="1459490" y="4149080"/>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91" name="Straight Connector 90">
                <a:extLst>
                  <a:ext uri="{FF2B5EF4-FFF2-40B4-BE49-F238E27FC236}">
                    <a16:creationId xmlns:a16="http://schemas.microsoft.com/office/drawing/2014/main" id="{E11FC14B-FB62-4D8F-8B44-E1A3AB388395}"/>
                  </a:ext>
                </a:extLst>
              </p:cNvPr>
              <p:cNvCxnSpPr>
                <a:cxnSpLocks/>
              </p:cNvCxnSpPr>
              <p:nvPr/>
            </p:nvCxnSpPr>
            <p:spPr>
              <a:xfrm>
                <a:off x="1459490" y="4221088"/>
                <a:ext cx="145882" cy="0"/>
              </a:xfrm>
              <a:prstGeom prst="line">
                <a:avLst/>
              </a:prstGeom>
              <a:ln w="28575"/>
            </p:spPr>
            <p:style>
              <a:lnRef idx="1">
                <a:schemeClr val="dk1"/>
              </a:lnRef>
              <a:fillRef idx="0">
                <a:schemeClr val="dk1"/>
              </a:fillRef>
              <a:effectRef idx="0">
                <a:schemeClr val="dk1"/>
              </a:effectRef>
              <a:fontRef idx="minor">
                <a:schemeClr val="tx1"/>
              </a:fontRef>
            </p:style>
          </p:cxnSp>
        </p:grpSp>
        <p:grpSp>
          <p:nvGrpSpPr>
            <p:cNvPr id="92" name="Group 91">
              <a:extLst>
                <a:ext uri="{FF2B5EF4-FFF2-40B4-BE49-F238E27FC236}">
                  <a16:creationId xmlns:a16="http://schemas.microsoft.com/office/drawing/2014/main" id="{AA5EBDDF-664C-ABCA-7641-E00536074568}"/>
                </a:ext>
              </a:extLst>
            </p:cNvPr>
            <p:cNvGrpSpPr/>
            <p:nvPr/>
          </p:nvGrpSpPr>
          <p:grpSpPr>
            <a:xfrm>
              <a:off x="6330112" y="4136111"/>
              <a:ext cx="145882" cy="72008"/>
              <a:chOff x="1459490" y="4149080"/>
              <a:chExt cx="145882" cy="72008"/>
            </a:xfrm>
          </p:grpSpPr>
          <p:cxnSp>
            <p:nvCxnSpPr>
              <p:cNvPr id="93" name="Straight Connector 92">
                <a:extLst>
                  <a:ext uri="{FF2B5EF4-FFF2-40B4-BE49-F238E27FC236}">
                    <a16:creationId xmlns:a16="http://schemas.microsoft.com/office/drawing/2014/main" id="{5D6BCC78-0819-526D-F151-1D9BF2860D74}"/>
                  </a:ext>
                </a:extLst>
              </p:cNvPr>
              <p:cNvCxnSpPr>
                <a:cxnSpLocks/>
              </p:cNvCxnSpPr>
              <p:nvPr/>
            </p:nvCxnSpPr>
            <p:spPr>
              <a:xfrm>
                <a:off x="1459490" y="4149080"/>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94" name="Straight Connector 93">
                <a:extLst>
                  <a:ext uri="{FF2B5EF4-FFF2-40B4-BE49-F238E27FC236}">
                    <a16:creationId xmlns:a16="http://schemas.microsoft.com/office/drawing/2014/main" id="{BCE4EBB8-9C9B-9CA8-8DAE-BA932D793DC4}"/>
                  </a:ext>
                </a:extLst>
              </p:cNvPr>
              <p:cNvCxnSpPr>
                <a:cxnSpLocks/>
              </p:cNvCxnSpPr>
              <p:nvPr/>
            </p:nvCxnSpPr>
            <p:spPr>
              <a:xfrm>
                <a:off x="1459490" y="4221088"/>
                <a:ext cx="145882" cy="0"/>
              </a:xfrm>
              <a:prstGeom prst="line">
                <a:avLst/>
              </a:prstGeom>
              <a:ln w="28575"/>
            </p:spPr>
            <p:style>
              <a:lnRef idx="1">
                <a:schemeClr val="dk1"/>
              </a:lnRef>
              <a:fillRef idx="0">
                <a:schemeClr val="dk1"/>
              </a:fillRef>
              <a:effectRef idx="0">
                <a:schemeClr val="dk1"/>
              </a:effectRef>
              <a:fontRef idx="minor">
                <a:schemeClr val="tx1"/>
              </a:fontRef>
            </p:style>
          </p:cxnSp>
        </p:grpSp>
        <p:grpSp>
          <p:nvGrpSpPr>
            <p:cNvPr id="95" name="Group 94">
              <a:extLst>
                <a:ext uri="{FF2B5EF4-FFF2-40B4-BE49-F238E27FC236}">
                  <a16:creationId xmlns:a16="http://schemas.microsoft.com/office/drawing/2014/main" id="{9CDC0765-F739-92BA-3501-B2A8AEED2F9D}"/>
                </a:ext>
              </a:extLst>
            </p:cNvPr>
            <p:cNvGrpSpPr/>
            <p:nvPr/>
          </p:nvGrpSpPr>
          <p:grpSpPr>
            <a:xfrm>
              <a:off x="8230307" y="4119166"/>
              <a:ext cx="145882" cy="72008"/>
              <a:chOff x="1459490" y="4149080"/>
              <a:chExt cx="145882" cy="72008"/>
            </a:xfrm>
          </p:grpSpPr>
          <p:cxnSp>
            <p:nvCxnSpPr>
              <p:cNvPr id="96" name="Straight Connector 95">
                <a:extLst>
                  <a:ext uri="{FF2B5EF4-FFF2-40B4-BE49-F238E27FC236}">
                    <a16:creationId xmlns:a16="http://schemas.microsoft.com/office/drawing/2014/main" id="{6B34FD20-1991-830F-853C-B30033DDAF84}"/>
                  </a:ext>
                </a:extLst>
              </p:cNvPr>
              <p:cNvCxnSpPr>
                <a:cxnSpLocks/>
              </p:cNvCxnSpPr>
              <p:nvPr/>
            </p:nvCxnSpPr>
            <p:spPr>
              <a:xfrm>
                <a:off x="1459490" y="4149080"/>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06E79B45-C759-5BA6-3E98-7ABF143AA563}"/>
                  </a:ext>
                </a:extLst>
              </p:cNvPr>
              <p:cNvCxnSpPr>
                <a:cxnSpLocks/>
              </p:cNvCxnSpPr>
              <p:nvPr/>
            </p:nvCxnSpPr>
            <p:spPr>
              <a:xfrm>
                <a:off x="1459490" y="4221088"/>
                <a:ext cx="145882" cy="0"/>
              </a:xfrm>
              <a:prstGeom prst="line">
                <a:avLst/>
              </a:prstGeom>
              <a:ln w="28575"/>
            </p:spPr>
            <p:style>
              <a:lnRef idx="1">
                <a:schemeClr val="dk1"/>
              </a:lnRef>
              <a:fillRef idx="0">
                <a:schemeClr val="dk1"/>
              </a:fillRef>
              <a:effectRef idx="0">
                <a:schemeClr val="dk1"/>
              </a:effectRef>
              <a:fontRef idx="minor">
                <a:schemeClr val="tx1"/>
              </a:fontRef>
            </p:style>
          </p:cxnSp>
        </p:grpSp>
        <p:cxnSp>
          <p:nvCxnSpPr>
            <p:cNvPr id="98" name="Straight Connector 97">
              <a:extLst>
                <a:ext uri="{FF2B5EF4-FFF2-40B4-BE49-F238E27FC236}">
                  <a16:creationId xmlns:a16="http://schemas.microsoft.com/office/drawing/2014/main" id="{8C614C8E-C3ED-95A4-0DE4-BB1A170CD8D6}"/>
                </a:ext>
              </a:extLst>
            </p:cNvPr>
            <p:cNvCxnSpPr>
              <a:cxnSpLocks/>
            </p:cNvCxnSpPr>
            <p:nvPr/>
          </p:nvCxnSpPr>
          <p:spPr>
            <a:xfrm>
              <a:off x="5931370" y="4195669"/>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99" name="Straight Connector 98">
              <a:extLst>
                <a:ext uri="{FF2B5EF4-FFF2-40B4-BE49-F238E27FC236}">
                  <a16:creationId xmlns:a16="http://schemas.microsoft.com/office/drawing/2014/main" id="{9E5601DD-E093-C8DF-D6A5-8DBBF69E8019}"/>
                </a:ext>
              </a:extLst>
            </p:cNvPr>
            <p:cNvCxnSpPr>
              <a:cxnSpLocks/>
            </p:cNvCxnSpPr>
            <p:nvPr/>
          </p:nvCxnSpPr>
          <p:spPr>
            <a:xfrm>
              <a:off x="6695493" y="4178600"/>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00" name="Straight Connector 99">
              <a:extLst>
                <a:ext uri="{FF2B5EF4-FFF2-40B4-BE49-F238E27FC236}">
                  <a16:creationId xmlns:a16="http://schemas.microsoft.com/office/drawing/2014/main" id="{92E699B3-1D37-9121-31C3-46A1CE9E92F0}"/>
                </a:ext>
              </a:extLst>
            </p:cNvPr>
            <p:cNvCxnSpPr>
              <a:cxnSpLocks/>
            </p:cNvCxnSpPr>
            <p:nvPr/>
          </p:nvCxnSpPr>
          <p:spPr>
            <a:xfrm>
              <a:off x="7453253" y="4242977"/>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01" name="Straight Connector 100">
              <a:extLst>
                <a:ext uri="{FF2B5EF4-FFF2-40B4-BE49-F238E27FC236}">
                  <a16:creationId xmlns:a16="http://schemas.microsoft.com/office/drawing/2014/main" id="{207591F8-E209-8080-EB49-A92BD1DAE50E}"/>
                </a:ext>
              </a:extLst>
            </p:cNvPr>
            <p:cNvCxnSpPr>
              <a:cxnSpLocks/>
            </p:cNvCxnSpPr>
            <p:nvPr/>
          </p:nvCxnSpPr>
          <p:spPr>
            <a:xfrm>
              <a:off x="7814907" y="4215868"/>
              <a:ext cx="145882" cy="0"/>
            </a:xfrm>
            <a:prstGeom prst="line">
              <a:avLst/>
            </a:prstGeom>
            <a:ln w="28575"/>
          </p:spPr>
          <p:style>
            <a:lnRef idx="1">
              <a:schemeClr val="dk1"/>
            </a:lnRef>
            <a:fillRef idx="0">
              <a:schemeClr val="dk1"/>
            </a:fillRef>
            <a:effectRef idx="0">
              <a:schemeClr val="dk1"/>
            </a:effectRef>
            <a:fontRef idx="minor">
              <a:schemeClr val="tx1"/>
            </a:fontRef>
          </p:style>
        </p:cxnSp>
      </p:grpSp>
      <p:sp>
        <p:nvSpPr>
          <p:cNvPr id="105" name="TextBox 104">
            <a:extLst>
              <a:ext uri="{FF2B5EF4-FFF2-40B4-BE49-F238E27FC236}">
                <a16:creationId xmlns:a16="http://schemas.microsoft.com/office/drawing/2014/main" id="{AAA6412A-0034-9445-86A2-A572D77D4AF5}"/>
              </a:ext>
            </a:extLst>
          </p:cNvPr>
          <p:cNvSpPr txBox="1"/>
          <p:nvPr/>
        </p:nvSpPr>
        <p:spPr>
          <a:xfrm>
            <a:off x="655262" y="4364410"/>
            <a:ext cx="7890302" cy="461665"/>
          </a:xfrm>
          <a:prstGeom prst="rect">
            <a:avLst/>
          </a:prstGeom>
          <a:noFill/>
        </p:spPr>
        <p:txBody>
          <a:bodyPr wrap="none" rtlCol="0">
            <a:spAutoFit/>
          </a:bodyPr>
          <a:lstStyle/>
          <a:p>
            <a:r>
              <a:rPr lang="en-MY" sz="2400" dirty="0"/>
              <a:t>F =(A+B+C) . (A+B+C) . (A+B+C). (A+B+C) . (A+B+C)</a:t>
            </a:r>
          </a:p>
        </p:txBody>
      </p:sp>
      <p:cxnSp>
        <p:nvCxnSpPr>
          <p:cNvPr id="111" name="Straight Connector 110">
            <a:extLst>
              <a:ext uri="{FF2B5EF4-FFF2-40B4-BE49-F238E27FC236}">
                <a16:creationId xmlns:a16="http://schemas.microsoft.com/office/drawing/2014/main" id="{F5DC3F74-419B-FF24-0202-811E97D974C5}"/>
              </a:ext>
            </a:extLst>
          </p:cNvPr>
          <p:cNvCxnSpPr>
            <a:cxnSpLocks/>
          </p:cNvCxnSpPr>
          <p:nvPr/>
        </p:nvCxnSpPr>
        <p:spPr>
          <a:xfrm>
            <a:off x="4372631" y="4410825"/>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12" name="Straight Connector 111">
            <a:extLst>
              <a:ext uri="{FF2B5EF4-FFF2-40B4-BE49-F238E27FC236}">
                <a16:creationId xmlns:a16="http://schemas.microsoft.com/office/drawing/2014/main" id="{52BD0317-3F94-CA59-40AE-1D9B20C88C0F}"/>
              </a:ext>
            </a:extLst>
          </p:cNvPr>
          <p:cNvCxnSpPr>
            <a:cxnSpLocks/>
          </p:cNvCxnSpPr>
          <p:nvPr/>
        </p:nvCxnSpPr>
        <p:spPr>
          <a:xfrm>
            <a:off x="3663376" y="4431198"/>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17" name="Straight Connector 116">
            <a:extLst>
              <a:ext uri="{FF2B5EF4-FFF2-40B4-BE49-F238E27FC236}">
                <a16:creationId xmlns:a16="http://schemas.microsoft.com/office/drawing/2014/main" id="{FC46C4D2-96D9-D18B-8464-31AB1CD9AE73}"/>
              </a:ext>
            </a:extLst>
          </p:cNvPr>
          <p:cNvCxnSpPr>
            <a:cxnSpLocks/>
          </p:cNvCxnSpPr>
          <p:nvPr/>
        </p:nvCxnSpPr>
        <p:spPr>
          <a:xfrm>
            <a:off x="5791063" y="4410999"/>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18" name="Straight Connector 117">
            <a:extLst>
              <a:ext uri="{FF2B5EF4-FFF2-40B4-BE49-F238E27FC236}">
                <a16:creationId xmlns:a16="http://schemas.microsoft.com/office/drawing/2014/main" id="{06CF0DBE-6DA2-D08A-DD0B-A213F3700BCB}"/>
              </a:ext>
            </a:extLst>
          </p:cNvPr>
          <p:cNvCxnSpPr>
            <a:cxnSpLocks/>
          </p:cNvCxnSpPr>
          <p:nvPr/>
        </p:nvCxnSpPr>
        <p:spPr>
          <a:xfrm>
            <a:off x="6555186" y="4393930"/>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19" name="Straight Connector 118">
            <a:extLst>
              <a:ext uri="{FF2B5EF4-FFF2-40B4-BE49-F238E27FC236}">
                <a16:creationId xmlns:a16="http://schemas.microsoft.com/office/drawing/2014/main" id="{D886ECA0-E310-A3FC-4889-8B31AD399F3B}"/>
              </a:ext>
            </a:extLst>
          </p:cNvPr>
          <p:cNvCxnSpPr>
            <a:cxnSpLocks/>
          </p:cNvCxnSpPr>
          <p:nvPr/>
        </p:nvCxnSpPr>
        <p:spPr>
          <a:xfrm>
            <a:off x="7312946" y="4458307"/>
            <a:ext cx="14588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20" name="Straight Connector 119">
            <a:extLst>
              <a:ext uri="{FF2B5EF4-FFF2-40B4-BE49-F238E27FC236}">
                <a16:creationId xmlns:a16="http://schemas.microsoft.com/office/drawing/2014/main" id="{DC74FF1B-E182-7C81-D470-ECD740A18BF8}"/>
              </a:ext>
            </a:extLst>
          </p:cNvPr>
          <p:cNvCxnSpPr>
            <a:cxnSpLocks/>
          </p:cNvCxnSpPr>
          <p:nvPr/>
        </p:nvCxnSpPr>
        <p:spPr>
          <a:xfrm>
            <a:off x="7674600" y="4431198"/>
            <a:ext cx="145882" cy="0"/>
          </a:xfrm>
          <a:prstGeom prst="line">
            <a:avLst/>
          </a:prstGeom>
          <a:ln w="28575"/>
        </p:spPr>
        <p:style>
          <a:lnRef idx="1">
            <a:schemeClr val="dk1"/>
          </a:lnRef>
          <a:fillRef idx="0">
            <a:schemeClr val="dk1"/>
          </a:fillRef>
          <a:effectRef idx="0">
            <a:schemeClr val="dk1"/>
          </a:effectRef>
          <a:fontRef idx="minor">
            <a:schemeClr val="tx1"/>
          </a:fontRef>
        </p:style>
      </p:cxnSp>
      <p:sp>
        <p:nvSpPr>
          <p:cNvPr id="14" name="Slide Number Placeholder 13">
            <a:extLst>
              <a:ext uri="{FF2B5EF4-FFF2-40B4-BE49-F238E27FC236}">
                <a16:creationId xmlns:a16="http://schemas.microsoft.com/office/drawing/2014/main" id="{ABB98433-C2E1-A6BF-42A1-68D724B6B139}"/>
              </a:ext>
            </a:extLst>
          </p:cNvPr>
          <p:cNvSpPr>
            <a:spLocks noGrp="1"/>
          </p:cNvSpPr>
          <p:nvPr>
            <p:ph type="sldNum" sz="quarter" idx="12"/>
          </p:nvPr>
        </p:nvSpPr>
        <p:spPr/>
        <p:txBody>
          <a:bodyPr/>
          <a:lstStyle/>
          <a:p>
            <a:pPr>
              <a:defRPr/>
            </a:pPr>
            <a:fld id="{C80DB997-564C-4C45-82C5-01CC3F0E549C}" type="slidenum">
              <a:rPr lang="en-US" altLang="en-US" smtClean="0"/>
              <a:pPr>
                <a:defRPr/>
              </a:pPr>
              <a:t>51</a:t>
            </a:fld>
            <a:endParaRPr lang="en-US" altLang="en-US"/>
          </a:p>
        </p:txBody>
      </p:sp>
    </p:spTree>
    <p:extLst>
      <p:ext uri="{BB962C8B-B14F-4D97-AF65-F5344CB8AC3E}">
        <p14:creationId xmlns:p14="http://schemas.microsoft.com/office/powerpoint/2010/main" val="42837630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52D06F94-D367-6960-92F1-C53EAF7A1B6A}"/>
              </a:ext>
            </a:extLst>
          </p:cNvPr>
          <p:cNvSpPr>
            <a:spLocks noGrp="1" noChangeArrowheads="1"/>
          </p:cNvSpPr>
          <p:nvPr>
            <p:ph type="title"/>
          </p:nvPr>
        </p:nvSpPr>
        <p:spPr/>
        <p:txBody>
          <a:bodyPr>
            <a:normAutofit fontScale="90000"/>
          </a:bodyPr>
          <a:lstStyle/>
          <a:p>
            <a:r>
              <a:rPr lang="en-US" altLang="en-US" sz="3200"/>
              <a:t>Sum of Products vs Product of Sums</a:t>
            </a:r>
          </a:p>
        </p:txBody>
      </p:sp>
      <p:sp>
        <p:nvSpPr>
          <p:cNvPr id="51203" name="Rectangle 3">
            <a:extLst>
              <a:ext uri="{FF2B5EF4-FFF2-40B4-BE49-F238E27FC236}">
                <a16:creationId xmlns:a16="http://schemas.microsoft.com/office/drawing/2014/main" id="{9135AAE1-00AC-71B0-B0F5-23430A0B0A1E}"/>
              </a:ext>
            </a:extLst>
          </p:cNvPr>
          <p:cNvSpPr>
            <a:spLocks noGrp="1" noChangeArrowheads="1"/>
          </p:cNvSpPr>
          <p:nvPr>
            <p:ph idx="1"/>
          </p:nvPr>
        </p:nvSpPr>
        <p:spPr/>
        <p:txBody>
          <a:bodyPr>
            <a:normAutofit fontScale="92500" lnSpcReduction="10000"/>
          </a:bodyPr>
          <a:lstStyle/>
          <a:p>
            <a:r>
              <a:rPr lang="en-US" altLang="en-US" sz="2800" dirty="0"/>
              <a:t>A Boolean function can be realized in either SOP or POS form. </a:t>
            </a:r>
          </a:p>
          <a:p>
            <a:r>
              <a:rPr lang="en-US" altLang="en-US" sz="2800" dirty="0"/>
              <a:t>At this point, it would seem that the choice would depend on whether the truth table contains more 1s or 0s for the output function: </a:t>
            </a:r>
          </a:p>
          <a:p>
            <a:r>
              <a:rPr lang="en-US" altLang="en-US" sz="2800" dirty="0"/>
              <a:t>The SOP has one term for each 1, and the POS has one term for each 0. However, there are other considerations:</a:t>
            </a:r>
          </a:p>
          <a:p>
            <a:pPr lvl="1"/>
            <a:r>
              <a:rPr lang="en-US" altLang="en-US" sz="2400" dirty="0"/>
              <a:t>It is often possible to derive a simpler Boolean expression from the truth table than either SOP or POS.</a:t>
            </a:r>
          </a:p>
          <a:p>
            <a:pPr lvl="1"/>
            <a:r>
              <a:rPr lang="en-US" altLang="en-US" sz="2400" dirty="0"/>
              <a:t> It may be preferable to implement the function with a single gate type (NAND or NOR)</a:t>
            </a:r>
          </a:p>
        </p:txBody>
      </p:sp>
      <p:sp>
        <p:nvSpPr>
          <p:cNvPr id="2" name="Slide Number Placeholder 1">
            <a:extLst>
              <a:ext uri="{FF2B5EF4-FFF2-40B4-BE49-F238E27FC236}">
                <a16:creationId xmlns:a16="http://schemas.microsoft.com/office/drawing/2014/main" id="{03971219-4158-3196-A3BD-5F350EBA9B0B}"/>
              </a:ext>
            </a:extLst>
          </p:cNvPr>
          <p:cNvSpPr>
            <a:spLocks noGrp="1"/>
          </p:cNvSpPr>
          <p:nvPr>
            <p:ph type="sldNum" sz="quarter" idx="12"/>
          </p:nvPr>
        </p:nvSpPr>
        <p:spPr/>
        <p:txBody>
          <a:bodyPr/>
          <a:lstStyle/>
          <a:p>
            <a:pPr>
              <a:defRPr/>
            </a:pPr>
            <a:fld id="{28588503-611C-4314-9367-E0668E948370}" type="slidenum">
              <a:rPr lang="en-US" altLang="en-US" smtClean="0"/>
              <a:pPr>
                <a:defRPr/>
              </a:pPr>
              <a:t>52</a:t>
            </a:fld>
            <a:endParaRPr lang="en-US"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0F8CFAA0-F6EF-84FE-8AD3-C7813B6898B7}"/>
              </a:ext>
            </a:extLst>
          </p:cNvPr>
          <p:cNvSpPr>
            <a:spLocks noGrp="1" noChangeArrowheads="1"/>
          </p:cNvSpPr>
          <p:nvPr>
            <p:ph type="title"/>
          </p:nvPr>
        </p:nvSpPr>
        <p:spPr/>
        <p:txBody>
          <a:bodyPr>
            <a:normAutofit fontScale="90000"/>
          </a:bodyPr>
          <a:lstStyle/>
          <a:p>
            <a:r>
              <a:rPr lang="en-US" altLang="en-US" sz="3200"/>
              <a:t>Sum of Products vs Product of Sums</a:t>
            </a:r>
          </a:p>
        </p:txBody>
      </p:sp>
      <p:sp>
        <p:nvSpPr>
          <p:cNvPr id="52227" name="Rectangle 3">
            <a:extLst>
              <a:ext uri="{FF2B5EF4-FFF2-40B4-BE49-F238E27FC236}">
                <a16:creationId xmlns:a16="http://schemas.microsoft.com/office/drawing/2014/main" id="{99FFECB2-4A14-670B-A7BA-5869C30FF32C}"/>
              </a:ext>
            </a:extLst>
          </p:cNvPr>
          <p:cNvSpPr>
            <a:spLocks noGrp="1" noChangeArrowheads="1"/>
          </p:cNvSpPr>
          <p:nvPr>
            <p:ph idx="1"/>
          </p:nvPr>
        </p:nvSpPr>
        <p:spPr/>
        <p:txBody>
          <a:bodyPr>
            <a:normAutofit/>
          </a:bodyPr>
          <a:lstStyle/>
          <a:p>
            <a:r>
              <a:rPr lang="en-US" altLang="en-US" sz="2400" dirty="0"/>
              <a:t>The significance of the first point is that, with a simpler Boolean expression, fewer gates will be needed to implement the function. </a:t>
            </a:r>
          </a:p>
          <a:p>
            <a:r>
              <a:rPr lang="en-US" altLang="en-US" sz="2400" dirty="0"/>
              <a:t>Three methods that can be used to achieve simplification are</a:t>
            </a:r>
          </a:p>
        </p:txBody>
      </p:sp>
      <p:sp>
        <p:nvSpPr>
          <p:cNvPr id="2" name="Rectangle 1">
            <a:extLst>
              <a:ext uri="{FF2B5EF4-FFF2-40B4-BE49-F238E27FC236}">
                <a16:creationId xmlns:a16="http://schemas.microsoft.com/office/drawing/2014/main" id="{714AEB8A-553B-00CF-868A-11C6A4B1ED7E}"/>
              </a:ext>
            </a:extLst>
          </p:cNvPr>
          <p:cNvSpPr/>
          <p:nvPr/>
        </p:nvSpPr>
        <p:spPr>
          <a:xfrm>
            <a:off x="964235" y="3649369"/>
            <a:ext cx="2088232" cy="1296144"/>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MY" dirty="0"/>
              <a:t>Algebraic simplification</a:t>
            </a:r>
          </a:p>
        </p:txBody>
      </p:sp>
      <p:sp>
        <p:nvSpPr>
          <p:cNvPr id="3" name="Rectangle 2">
            <a:extLst>
              <a:ext uri="{FF2B5EF4-FFF2-40B4-BE49-F238E27FC236}">
                <a16:creationId xmlns:a16="http://schemas.microsoft.com/office/drawing/2014/main" id="{1D63A40E-7CB2-1A71-9092-5C4CDCA86E9C}"/>
              </a:ext>
            </a:extLst>
          </p:cNvPr>
          <p:cNvSpPr/>
          <p:nvPr/>
        </p:nvSpPr>
        <p:spPr>
          <a:xfrm>
            <a:off x="6091533" y="3649369"/>
            <a:ext cx="2088232" cy="129614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MY" dirty="0"/>
              <a:t>Quine-McCluskey Tables</a:t>
            </a:r>
          </a:p>
        </p:txBody>
      </p:sp>
      <p:sp>
        <p:nvSpPr>
          <p:cNvPr id="4" name="Rectangle 3">
            <a:extLst>
              <a:ext uri="{FF2B5EF4-FFF2-40B4-BE49-F238E27FC236}">
                <a16:creationId xmlns:a16="http://schemas.microsoft.com/office/drawing/2014/main" id="{CBD4F8C0-1E09-00D6-3EA4-6768BB0A6DCB}"/>
              </a:ext>
            </a:extLst>
          </p:cNvPr>
          <p:cNvSpPr/>
          <p:nvPr/>
        </p:nvSpPr>
        <p:spPr>
          <a:xfrm>
            <a:off x="3527884" y="4055450"/>
            <a:ext cx="2088232" cy="12961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Karnaugh maps </a:t>
            </a:r>
          </a:p>
        </p:txBody>
      </p:sp>
      <p:sp>
        <p:nvSpPr>
          <p:cNvPr id="5" name="Slide Number Placeholder 4">
            <a:extLst>
              <a:ext uri="{FF2B5EF4-FFF2-40B4-BE49-F238E27FC236}">
                <a16:creationId xmlns:a16="http://schemas.microsoft.com/office/drawing/2014/main" id="{96C43B66-03CC-A708-27C4-05F3DAD0BC4D}"/>
              </a:ext>
            </a:extLst>
          </p:cNvPr>
          <p:cNvSpPr>
            <a:spLocks noGrp="1"/>
          </p:cNvSpPr>
          <p:nvPr>
            <p:ph type="sldNum" sz="quarter" idx="12"/>
          </p:nvPr>
        </p:nvSpPr>
        <p:spPr/>
        <p:txBody>
          <a:bodyPr/>
          <a:lstStyle/>
          <a:p>
            <a:pPr>
              <a:defRPr/>
            </a:pPr>
            <a:fld id="{28588503-611C-4314-9367-E0668E948370}" type="slidenum">
              <a:rPr lang="en-US" altLang="en-US" smtClean="0"/>
              <a:pPr>
                <a:defRPr/>
              </a:pPr>
              <a:t>53</a:t>
            </a:fld>
            <a:endParaRPr lang="en-US"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58007-EF2A-F50B-8738-BA88CB7B02B9}"/>
              </a:ext>
            </a:extLst>
          </p:cNvPr>
          <p:cNvSpPr>
            <a:spLocks noGrp="1"/>
          </p:cNvSpPr>
          <p:nvPr>
            <p:ph type="title"/>
          </p:nvPr>
        </p:nvSpPr>
        <p:spPr/>
        <p:txBody>
          <a:bodyPr>
            <a:normAutofit/>
          </a:bodyPr>
          <a:lstStyle/>
          <a:p>
            <a:r>
              <a:rPr lang="en-MY" dirty="0"/>
              <a:t>Algebraic simplification</a:t>
            </a:r>
          </a:p>
        </p:txBody>
      </p:sp>
      <p:pic>
        <p:nvPicPr>
          <p:cNvPr id="5" name="Picture 4">
            <a:extLst>
              <a:ext uri="{FF2B5EF4-FFF2-40B4-BE49-F238E27FC236}">
                <a16:creationId xmlns:a16="http://schemas.microsoft.com/office/drawing/2014/main" id="{771F043D-0D11-44FA-9E3E-5F436B5802E5}"/>
              </a:ext>
            </a:extLst>
          </p:cNvPr>
          <p:cNvPicPr>
            <a:picLocks noChangeAspect="1"/>
          </p:cNvPicPr>
          <p:nvPr/>
        </p:nvPicPr>
        <p:blipFill>
          <a:blip r:embed="rId3"/>
          <a:stretch>
            <a:fillRect/>
          </a:stretch>
        </p:blipFill>
        <p:spPr>
          <a:xfrm>
            <a:off x="578422" y="1628800"/>
            <a:ext cx="3571875" cy="466725"/>
          </a:xfrm>
          <a:prstGeom prst="rect">
            <a:avLst/>
          </a:prstGeom>
        </p:spPr>
      </p:pic>
      <p:pic>
        <p:nvPicPr>
          <p:cNvPr id="7" name="Picture 6">
            <a:extLst>
              <a:ext uri="{FF2B5EF4-FFF2-40B4-BE49-F238E27FC236}">
                <a16:creationId xmlns:a16="http://schemas.microsoft.com/office/drawing/2014/main" id="{F0FEC14C-304F-0650-0CA2-F9C8ABD590D7}"/>
              </a:ext>
            </a:extLst>
          </p:cNvPr>
          <p:cNvPicPr>
            <a:picLocks noChangeAspect="1"/>
          </p:cNvPicPr>
          <p:nvPr/>
        </p:nvPicPr>
        <p:blipFill rotWithShape="1">
          <a:blip r:embed="rId4"/>
          <a:srcRect t="9259"/>
          <a:stretch/>
        </p:blipFill>
        <p:spPr>
          <a:xfrm>
            <a:off x="633524" y="2380454"/>
            <a:ext cx="2105025" cy="466725"/>
          </a:xfrm>
          <a:prstGeom prst="rect">
            <a:avLst/>
          </a:prstGeom>
        </p:spPr>
      </p:pic>
      <p:pic>
        <p:nvPicPr>
          <p:cNvPr id="9" name="Picture 8">
            <a:extLst>
              <a:ext uri="{FF2B5EF4-FFF2-40B4-BE49-F238E27FC236}">
                <a16:creationId xmlns:a16="http://schemas.microsoft.com/office/drawing/2014/main" id="{030D9331-50EE-4045-D86D-323B0CFCE494}"/>
              </a:ext>
            </a:extLst>
          </p:cNvPr>
          <p:cNvPicPr>
            <a:picLocks noChangeAspect="1"/>
          </p:cNvPicPr>
          <p:nvPr/>
        </p:nvPicPr>
        <p:blipFill>
          <a:blip r:embed="rId5"/>
          <a:stretch>
            <a:fillRect/>
          </a:stretch>
        </p:blipFill>
        <p:spPr>
          <a:xfrm>
            <a:off x="467544" y="3111624"/>
            <a:ext cx="2038350" cy="533400"/>
          </a:xfrm>
          <a:prstGeom prst="rect">
            <a:avLst/>
          </a:prstGeom>
        </p:spPr>
      </p:pic>
      <p:pic>
        <p:nvPicPr>
          <p:cNvPr id="11" name="Picture 10">
            <a:extLst>
              <a:ext uri="{FF2B5EF4-FFF2-40B4-BE49-F238E27FC236}">
                <a16:creationId xmlns:a16="http://schemas.microsoft.com/office/drawing/2014/main" id="{D2E12EF3-3550-F7FA-F22D-08369471D825}"/>
              </a:ext>
            </a:extLst>
          </p:cNvPr>
          <p:cNvPicPr>
            <a:picLocks noChangeAspect="1"/>
          </p:cNvPicPr>
          <p:nvPr/>
        </p:nvPicPr>
        <p:blipFill>
          <a:blip r:embed="rId6"/>
          <a:stretch>
            <a:fillRect/>
          </a:stretch>
        </p:blipFill>
        <p:spPr>
          <a:xfrm>
            <a:off x="3131840" y="3111624"/>
            <a:ext cx="4724400" cy="2333625"/>
          </a:xfrm>
          <a:prstGeom prst="rect">
            <a:avLst/>
          </a:prstGeom>
        </p:spPr>
      </p:pic>
      <p:sp>
        <p:nvSpPr>
          <p:cNvPr id="3" name="Slide Number Placeholder 2">
            <a:extLst>
              <a:ext uri="{FF2B5EF4-FFF2-40B4-BE49-F238E27FC236}">
                <a16:creationId xmlns:a16="http://schemas.microsoft.com/office/drawing/2014/main" id="{C28FEDC3-ED2C-2A13-2F96-EA3413E66FCF}"/>
              </a:ext>
            </a:extLst>
          </p:cNvPr>
          <p:cNvSpPr>
            <a:spLocks noGrp="1"/>
          </p:cNvSpPr>
          <p:nvPr>
            <p:ph type="sldNum" sz="quarter" idx="12"/>
          </p:nvPr>
        </p:nvSpPr>
        <p:spPr/>
        <p:txBody>
          <a:bodyPr/>
          <a:lstStyle/>
          <a:p>
            <a:pPr>
              <a:defRPr/>
            </a:pPr>
            <a:fld id="{28588503-611C-4314-9367-E0668E948370}" type="slidenum">
              <a:rPr lang="en-US" altLang="en-US" smtClean="0"/>
              <a:pPr>
                <a:defRPr/>
              </a:pPr>
              <a:t>54</a:t>
            </a:fld>
            <a:endParaRPr lang="en-US" altLang="en-US"/>
          </a:p>
        </p:txBody>
      </p:sp>
    </p:spTree>
    <p:extLst>
      <p:ext uri="{BB962C8B-B14F-4D97-AF65-F5344CB8AC3E}">
        <p14:creationId xmlns:p14="http://schemas.microsoft.com/office/powerpoint/2010/main" val="30980495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60445B-BC1A-979D-A925-8CF547EB5AF9}"/>
              </a:ext>
            </a:extLst>
          </p:cNvPr>
          <p:cNvSpPr>
            <a:spLocks noGrp="1"/>
          </p:cNvSpPr>
          <p:nvPr>
            <p:ph type="title"/>
          </p:nvPr>
        </p:nvSpPr>
        <p:spPr>
          <a:xfrm>
            <a:off x="395536" y="4458229"/>
            <a:ext cx="7850834" cy="1826581"/>
          </a:xfrm>
        </p:spPr>
        <p:txBody>
          <a:bodyPr>
            <a:normAutofit/>
          </a:bodyPr>
          <a:lstStyle/>
          <a:p>
            <a:r>
              <a:rPr lang="en-MY" sz="6600" dirty="0">
                <a:solidFill>
                  <a:schemeClr val="accent6"/>
                </a:solidFill>
              </a:rPr>
              <a:t>Karnaugh maps </a:t>
            </a:r>
          </a:p>
        </p:txBody>
      </p:sp>
      <p:sp>
        <p:nvSpPr>
          <p:cNvPr id="4" name="Slide Number Placeholder 3">
            <a:extLst>
              <a:ext uri="{FF2B5EF4-FFF2-40B4-BE49-F238E27FC236}">
                <a16:creationId xmlns:a16="http://schemas.microsoft.com/office/drawing/2014/main" id="{2ADF2520-3DB2-BEBC-27D3-DF2923278E17}"/>
              </a:ext>
            </a:extLst>
          </p:cNvPr>
          <p:cNvSpPr>
            <a:spLocks noGrp="1"/>
          </p:cNvSpPr>
          <p:nvPr>
            <p:ph type="sldNum" sz="quarter" idx="12"/>
          </p:nvPr>
        </p:nvSpPr>
        <p:spPr/>
        <p:txBody>
          <a:bodyPr/>
          <a:lstStyle/>
          <a:p>
            <a:pPr>
              <a:defRPr/>
            </a:pPr>
            <a:fld id="{28588503-611C-4314-9367-E0668E948370}" type="slidenum">
              <a:rPr lang="en-US" altLang="en-US" smtClean="0"/>
              <a:pPr>
                <a:defRPr/>
              </a:pPr>
              <a:t>55</a:t>
            </a:fld>
            <a:endParaRPr lang="en-US" altLang="en-US"/>
          </a:p>
        </p:txBody>
      </p:sp>
      <p:pic>
        <p:nvPicPr>
          <p:cNvPr id="1026" name="Picture 2" descr="The Karnaugh Map Boolean Algebraic ...">
            <a:extLst>
              <a:ext uri="{FF2B5EF4-FFF2-40B4-BE49-F238E27FC236}">
                <a16:creationId xmlns:a16="http://schemas.microsoft.com/office/drawing/2014/main" id="{E49789A7-D1B1-CB12-34E5-223F18DF64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548680"/>
            <a:ext cx="4752528" cy="4606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80506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10">
            <a:extLst>
              <a:ext uri="{FF2B5EF4-FFF2-40B4-BE49-F238E27FC236}">
                <a16:creationId xmlns:a16="http://schemas.microsoft.com/office/drawing/2014/main" id="{5AD31563-EE11-39AF-F37C-6EF3B197B9C3}"/>
              </a:ext>
            </a:extLst>
          </p:cNvPr>
          <p:cNvSpPr>
            <a:spLocks noGrp="1" noChangeArrowheads="1"/>
          </p:cNvSpPr>
          <p:nvPr>
            <p:ph type="title"/>
          </p:nvPr>
        </p:nvSpPr>
        <p:spPr/>
        <p:txBody>
          <a:bodyPr/>
          <a:lstStyle/>
          <a:p>
            <a:r>
              <a:rPr lang="en-US" altLang="en-US" dirty="0"/>
              <a:t>Karnaugh Maps</a:t>
            </a:r>
          </a:p>
        </p:txBody>
      </p:sp>
      <p:sp>
        <p:nvSpPr>
          <p:cNvPr id="61442" name="Content Placeholder 1">
            <a:extLst>
              <a:ext uri="{FF2B5EF4-FFF2-40B4-BE49-F238E27FC236}">
                <a16:creationId xmlns:a16="http://schemas.microsoft.com/office/drawing/2014/main" id="{2DFA10D9-123D-3682-213F-76808C7D76FF}"/>
              </a:ext>
            </a:extLst>
          </p:cNvPr>
          <p:cNvSpPr>
            <a:spLocks noGrp="1" noChangeArrowheads="1"/>
          </p:cNvSpPr>
          <p:nvPr>
            <p:ph idx="1"/>
          </p:nvPr>
        </p:nvSpPr>
        <p:spPr>
          <a:xfrm>
            <a:off x="457200" y="1484784"/>
            <a:ext cx="8178800" cy="5112866"/>
          </a:xfrm>
        </p:spPr>
        <p:txBody>
          <a:bodyPr>
            <a:normAutofit/>
          </a:bodyPr>
          <a:lstStyle/>
          <a:p>
            <a:pPr marL="365125" indent="-255588">
              <a:spcBef>
                <a:spcPct val="0"/>
              </a:spcBef>
            </a:pPr>
            <a:r>
              <a:rPr lang="en-US" altLang="en-US" sz="2400" dirty="0"/>
              <a:t>For purposes of simplification, the Karnaugh map is a convenient way of representing a Boolean function of a small number (</a:t>
            </a:r>
            <a:r>
              <a:rPr lang="en-US" altLang="en-US" sz="4400" b="1" dirty="0">
                <a:solidFill>
                  <a:schemeClr val="accent1"/>
                </a:solidFill>
              </a:rPr>
              <a:t>up to four</a:t>
            </a:r>
            <a:r>
              <a:rPr lang="en-US" altLang="en-US" sz="2400" dirty="0"/>
              <a:t>) of variables.</a:t>
            </a:r>
          </a:p>
          <a:p>
            <a:pPr marL="365125" indent="-255588">
              <a:spcBef>
                <a:spcPct val="0"/>
              </a:spcBef>
            </a:pPr>
            <a:r>
              <a:rPr lang="en-US" altLang="en-US" sz="2400" dirty="0"/>
              <a:t>The map is an array of 2</a:t>
            </a:r>
            <a:r>
              <a:rPr lang="en-US" altLang="en-US" sz="2400" baseline="30000" dirty="0"/>
              <a:t>n</a:t>
            </a:r>
            <a:r>
              <a:rPr lang="en-US" altLang="en-US" sz="2400" dirty="0"/>
              <a:t> squares, representing all possible combinations of values of n binary variables. </a:t>
            </a:r>
          </a:p>
          <a:p>
            <a:pPr marL="365125" indent="-255588">
              <a:spcBef>
                <a:spcPct val="0"/>
              </a:spcBef>
            </a:pPr>
            <a:r>
              <a:rPr lang="en-US" altLang="en-US" sz="2400" dirty="0"/>
              <a:t>It is essential for later purposes to list the combinations in the order </a:t>
            </a:r>
            <a:r>
              <a:rPr lang="en-US" altLang="en-US" sz="3600" dirty="0">
                <a:solidFill>
                  <a:srgbClr val="FF0000"/>
                </a:solidFill>
              </a:rPr>
              <a:t>00, 01, 11, 10</a:t>
            </a:r>
            <a:r>
              <a:rPr lang="en-US" altLang="en-US" sz="2400" dirty="0"/>
              <a:t>. </a:t>
            </a:r>
          </a:p>
          <a:p>
            <a:pPr marL="365125" indent="-255588">
              <a:spcBef>
                <a:spcPct val="0"/>
              </a:spcBef>
            </a:pPr>
            <a:r>
              <a:rPr lang="en-US" altLang="en-US" sz="2400" dirty="0"/>
              <a:t>Because the squares corresponding to the combinations are to be used for recording information, the combinations are customarily written above the squares. </a:t>
            </a:r>
          </a:p>
        </p:txBody>
      </p:sp>
      <p:sp>
        <p:nvSpPr>
          <p:cNvPr id="2" name="Slide Number Placeholder 1">
            <a:extLst>
              <a:ext uri="{FF2B5EF4-FFF2-40B4-BE49-F238E27FC236}">
                <a16:creationId xmlns:a16="http://schemas.microsoft.com/office/drawing/2014/main" id="{8293ACA1-1BF5-C4B1-75D7-2D3D11A381FA}"/>
              </a:ext>
            </a:extLst>
          </p:cNvPr>
          <p:cNvSpPr>
            <a:spLocks noGrp="1"/>
          </p:cNvSpPr>
          <p:nvPr>
            <p:ph type="sldNum" sz="quarter" idx="12"/>
          </p:nvPr>
        </p:nvSpPr>
        <p:spPr/>
        <p:txBody>
          <a:bodyPr/>
          <a:lstStyle/>
          <a:p>
            <a:pPr>
              <a:defRPr/>
            </a:pPr>
            <a:fld id="{28588503-611C-4314-9367-E0668E948370}" type="slidenum">
              <a:rPr lang="en-US" altLang="en-US" smtClean="0"/>
              <a:pPr>
                <a:defRPr/>
              </a:pPr>
              <a:t>56</a:t>
            </a:fld>
            <a:endParaRPr lang="en-US" altLang="en-US"/>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10">
            <a:extLst>
              <a:ext uri="{FF2B5EF4-FFF2-40B4-BE49-F238E27FC236}">
                <a16:creationId xmlns:a16="http://schemas.microsoft.com/office/drawing/2014/main" id="{72A4D590-61EC-89BF-670A-98FE08AEFE5A}"/>
              </a:ext>
            </a:extLst>
          </p:cNvPr>
          <p:cNvSpPr>
            <a:spLocks noGrp="1" noChangeArrowheads="1"/>
          </p:cNvSpPr>
          <p:nvPr>
            <p:ph type="title"/>
          </p:nvPr>
        </p:nvSpPr>
        <p:spPr/>
        <p:txBody>
          <a:bodyPr/>
          <a:lstStyle/>
          <a:p>
            <a:r>
              <a:rPr lang="en-US" altLang="en-US"/>
              <a:t>Karnaugh Maps</a:t>
            </a:r>
          </a:p>
        </p:txBody>
      </p:sp>
      <p:sp>
        <p:nvSpPr>
          <p:cNvPr id="62466" name="Content Placeholder 1">
            <a:extLst>
              <a:ext uri="{FF2B5EF4-FFF2-40B4-BE49-F238E27FC236}">
                <a16:creationId xmlns:a16="http://schemas.microsoft.com/office/drawing/2014/main" id="{E22B921C-51DC-F8D9-44B9-9D8038E312A7}"/>
              </a:ext>
            </a:extLst>
          </p:cNvPr>
          <p:cNvSpPr>
            <a:spLocks noGrp="1" noChangeArrowheads="1"/>
          </p:cNvSpPr>
          <p:nvPr>
            <p:ph idx="1"/>
          </p:nvPr>
        </p:nvSpPr>
        <p:spPr>
          <a:xfrm>
            <a:off x="457200" y="1885950"/>
            <a:ext cx="3322712" cy="4711700"/>
          </a:xfrm>
        </p:spPr>
        <p:txBody>
          <a:bodyPr>
            <a:normAutofit/>
          </a:bodyPr>
          <a:lstStyle/>
          <a:p>
            <a:pPr marL="365125" indent="-255588">
              <a:spcBef>
                <a:spcPct val="0"/>
              </a:spcBef>
            </a:pPr>
            <a:r>
              <a:rPr lang="en-US" altLang="en-US" sz="1600" dirty="0"/>
              <a:t>List of combination in order of 00, 01, </a:t>
            </a:r>
            <a:r>
              <a:rPr lang="en-US" altLang="en-US" sz="3200" b="1" dirty="0">
                <a:solidFill>
                  <a:srgbClr val="92D050"/>
                </a:solidFill>
              </a:rPr>
              <a:t>11, 10</a:t>
            </a:r>
            <a:endParaRPr lang="en-US" altLang="en-US" sz="1600" b="1" dirty="0">
              <a:solidFill>
                <a:srgbClr val="92D050"/>
              </a:solidFill>
            </a:endParaRPr>
          </a:p>
          <a:p>
            <a:pPr lvl="1">
              <a:spcBef>
                <a:spcPct val="0"/>
              </a:spcBef>
            </a:pPr>
            <a:r>
              <a:rPr lang="en-US" altLang="en-US" sz="2800" b="1" dirty="0">
                <a:solidFill>
                  <a:srgbClr val="FF0000"/>
                </a:solidFill>
              </a:rPr>
              <a:t>Differ in one digit when side-by-side</a:t>
            </a:r>
          </a:p>
          <a:p>
            <a:pPr marL="365125" indent="-255588">
              <a:spcBef>
                <a:spcPct val="0"/>
              </a:spcBef>
            </a:pPr>
            <a:r>
              <a:rPr lang="en-US" altLang="en-US" sz="1600" dirty="0"/>
              <a:t>Each square corresponds to unique product in </a:t>
            </a:r>
            <a:r>
              <a:rPr lang="en-US" altLang="en-US" sz="3200" b="1" dirty="0">
                <a:solidFill>
                  <a:srgbClr val="00B0F0"/>
                </a:solidFill>
              </a:rPr>
              <a:t>SOP form</a:t>
            </a:r>
            <a:endParaRPr lang="en-US" altLang="en-US" sz="1600" b="1" dirty="0">
              <a:solidFill>
                <a:srgbClr val="00B0F0"/>
              </a:solidFill>
            </a:endParaRPr>
          </a:p>
          <a:p>
            <a:pPr lvl="1">
              <a:spcBef>
                <a:spcPct val="0"/>
              </a:spcBef>
            </a:pPr>
            <a:r>
              <a:rPr lang="en-US" altLang="en-US" sz="1400" dirty="0"/>
              <a:t>A 1 corresponding to the variable and a 0 to the NOT of that variable</a:t>
            </a:r>
          </a:p>
        </p:txBody>
      </p:sp>
      <p:pic>
        <p:nvPicPr>
          <p:cNvPr id="2" name="Picture 1">
            <a:extLst>
              <a:ext uri="{FF2B5EF4-FFF2-40B4-BE49-F238E27FC236}">
                <a16:creationId xmlns:a16="http://schemas.microsoft.com/office/drawing/2014/main" id="{1E0C2FFA-DA98-589E-EC5B-0B9E6585830C}"/>
              </a:ext>
            </a:extLst>
          </p:cNvPr>
          <p:cNvPicPr>
            <a:picLocks noChangeAspect="1"/>
          </p:cNvPicPr>
          <p:nvPr/>
        </p:nvPicPr>
        <p:blipFill>
          <a:blip r:embed="rId3"/>
          <a:srcRect l="3636" t="1963" r="9215"/>
          <a:stretch/>
        </p:blipFill>
        <p:spPr>
          <a:xfrm>
            <a:off x="3779912" y="1412776"/>
            <a:ext cx="5175914" cy="4536504"/>
          </a:xfrm>
          <a:prstGeom prst="rect">
            <a:avLst/>
          </a:prstGeom>
        </p:spPr>
      </p:pic>
      <p:sp>
        <p:nvSpPr>
          <p:cNvPr id="3" name="Slide Number Placeholder 2">
            <a:extLst>
              <a:ext uri="{FF2B5EF4-FFF2-40B4-BE49-F238E27FC236}">
                <a16:creationId xmlns:a16="http://schemas.microsoft.com/office/drawing/2014/main" id="{E05FDE40-953D-91E0-A371-9FA0A43FB57F}"/>
              </a:ext>
            </a:extLst>
          </p:cNvPr>
          <p:cNvSpPr>
            <a:spLocks noGrp="1"/>
          </p:cNvSpPr>
          <p:nvPr>
            <p:ph type="sldNum" sz="quarter" idx="12"/>
          </p:nvPr>
        </p:nvSpPr>
        <p:spPr/>
        <p:txBody>
          <a:bodyPr/>
          <a:lstStyle/>
          <a:p>
            <a:pPr>
              <a:defRPr/>
            </a:pPr>
            <a:fld id="{28588503-611C-4314-9367-E0668E948370}" type="slidenum">
              <a:rPr lang="en-US" altLang="en-US" smtClean="0"/>
              <a:pPr>
                <a:defRPr/>
              </a:pPr>
              <a:t>57</a:t>
            </a:fld>
            <a:endParaRPr lang="en-US" altLang="en-US"/>
          </a:p>
        </p:txBody>
      </p:sp>
      <p:sp>
        <p:nvSpPr>
          <p:cNvPr id="4" name="TextBox 3">
            <a:extLst>
              <a:ext uri="{FF2B5EF4-FFF2-40B4-BE49-F238E27FC236}">
                <a16:creationId xmlns:a16="http://schemas.microsoft.com/office/drawing/2014/main" id="{80312D03-203E-F96B-7E4F-B97E8BA0989D}"/>
              </a:ext>
            </a:extLst>
          </p:cNvPr>
          <p:cNvSpPr txBox="1"/>
          <p:nvPr/>
        </p:nvSpPr>
        <p:spPr>
          <a:xfrm>
            <a:off x="5508104" y="609600"/>
            <a:ext cx="1422121" cy="400110"/>
          </a:xfrm>
          <a:prstGeom prst="wedgeRectCallout">
            <a:avLst>
              <a:gd name="adj1" fmla="val -77837"/>
              <a:gd name="adj2" fmla="val 152657"/>
            </a:avLst>
          </a:prstGeom>
          <a:noFill/>
          <a:ln>
            <a:solidFill>
              <a:schemeClr val="accent1"/>
            </a:solidFill>
          </a:ln>
        </p:spPr>
        <p:txBody>
          <a:bodyPr wrap="none" rtlCol="0">
            <a:spAutoFit/>
          </a:bodyPr>
          <a:lstStyle/>
          <a:p>
            <a:r>
              <a:rPr lang="en-MY" b="1" dirty="0">
                <a:solidFill>
                  <a:srgbClr val="CC00FF"/>
                </a:solidFill>
              </a:rPr>
              <a:t>2</a:t>
            </a:r>
            <a:r>
              <a:rPr lang="en-MY" dirty="0">
                <a:solidFill>
                  <a:srgbClr val="CC00FF"/>
                </a:solidFill>
              </a:rPr>
              <a:t> variables</a:t>
            </a:r>
          </a:p>
        </p:txBody>
      </p:sp>
      <p:sp>
        <p:nvSpPr>
          <p:cNvPr id="5" name="TextBox 4">
            <a:extLst>
              <a:ext uri="{FF2B5EF4-FFF2-40B4-BE49-F238E27FC236}">
                <a16:creationId xmlns:a16="http://schemas.microsoft.com/office/drawing/2014/main" id="{DCA28C1B-9B83-7697-FC76-0342C421BBCF}"/>
              </a:ext>
            </a:extLst>
          </p:cNvPr>
          <p:cNvSpPr txBox="1"/>
          <p:nvPr/>
        </p:nvSpPr>
        <p:spPr>
          <a:xfrm>
            <a:off x="7392646" y="537592"/>
            <a:ext cx="1422121" cy="400110"/>
          </a:xfrm>
          <a:prstGeom prst="wedgeRectCallout">
            <a:avLst>
              <a:gd name="adj1" fmla="val 5568"/>
              <a:gd name="adj2" fmla="val 171527"/>
            </a:avLst>
          </a:prstGeom>
          <a:noFill/>
          <a:ln>
            <a:solidFill>
              <a:schemeClr val="accent1"/>
            </a:solidFill>
          </a:ln>
        </p:spPr>
        <p:txBody>
          <a:bodyPr wrap="none" rtlCol="0">
            <a:spAutoFit/>
          </a:bodyPr>
          <a:lstStyle/>
          <a:p>
            <a:r>
              <a:rPr lang="en-MY" b="1" dirty="0">
                <a:solidFill>
                  <a:srgbClr val="CC00FF"/>
                </a:solidFill>
              </a:rPr>
              <a:t>3</a:t>
            </a:r>
            <a:r>
              <a:rPr lang="en-MY" dirty="0">
                <a:solidFill>
                  <a:srgbClr val="CC00FF"/>
                </a:solidFill>
              </a:rPr>
              <a:t> variables</a:t>
            </a:r>
          </a:p>
        </p:txBody>
      </p:sp>
      <p:sp>
        <p:nvSpPr>
          <p:cNvPr id="6" name="TextBox 5">
            <a:extLst>
              <a:ext uri="{FF2B5EF4-FFF2-40B4-BE49-F238E27FC236}">
                <a16:creationId xmlns:a16="http://schemas.microsoft.com/office/drawing/2014/main" id="{2D767905-E7D8-BD45-06A4-1DF9B7909A1D}"/>
              </a:ext>
            </a:extLst>
          </p:cNvPr>
          <p:cNvSpPr txBox="1"/>
          <p:nvPr/>
        </p:nvSpPr>
        <p:spPr>
          <a:xfrm>
            <a:off x="2267744" y="5749225"/>
            <a:ext cx="1422121" cy="400110"/>
          </a:xfrm>
          <a:prstGeom prst="wedgeRectCallout">
            <a:avLst>
              <a:gd name="adj1" fmla="val 76125"/>
              <a:gd name="adj2" fmla="val -222647"/>
            </a:avLst>
          </a:prstGeom>
          <a:noFill/>
          <a:ln>
            <a:solidFill>
              <a:schemeClr val="accent1"/>
            </a:solidFill>
          </a:ln>
        </p:spPr>
        <p:txBody>
          <a:bodyPr wrap="none" rtlCol="0">
            <a:spAutoFit/>
          </a:bodyPr>
          <a:lstStyle/>
          <a:p>
            <a:r>
              <a:rPr lang="en-MY" b="1" dirty="0">
                <a:solidFill>
                  <a:srgbClr val="CC00FF"/>
                </a:solidFill>
              </a:rPr>
              <a:t>4</a:t>
            </a:r>
            <a:r>
              <a:rPr lang="en-MY" dirty="0">
                <a:solidFill>
                  <a:srgbClr val="CC00FF"/>
                </a:solidFill>
              </a:rPr>
              <a:t> variables</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9">
            <a:extLst>
              <a:ext uri="{FF2B5EF4-FFF2-40B4-BE49-F238E27FC236}">
                <a16:creationId xmlns:a16="http://schemas.microsoft.com/office/drawing/2014/main" id="{B96D4393-5A93-7D74-383D-2C10E893E995}"/>
              </a:ext>
            </a:extLst>
          </p:cNvPr>
          <p:cNvSpPr>
            <a:spLocks noGrp="1" noChangeArrowheads="1"/>
          </p:cNvSpPr>
          <p:nvPr>
            <p:ph type="title"/>
          </p:nvPr>
        </p:nvSpPr>
        <p:spPr/>
        <p:txBody>
          <a:bodyPr/>
          <a:lstStyle/>
          <a:p>
            <a:r>
              <a:rPr lang="en-US" altLang="en-US"/>
              <a:t>Constructing Karnaugh Maps</a:t>
            </a:r>
          </a:p>
        </p:txBody>
      </p:sp>
      <p:sp>
        <p:nvSpPr>
          <p:cNvPr id="63490" name="Content Placeholder 1">
            <a:extLst>
              <a:ext uri="{FF2B5EF4-FFF2-40B4-BE49-F238E27FC236}">
                <a16:creationId xmlns:a16="http://schemas.microsoft.com/office/drawing/2014/main" id="{064BDEA3-6AB7-D7C4-19D0-A0AAA7F8AA94}"/>
              </a:ext>
            </a:extLst>
          </p:cNvPr>
          <p:cNvSpPr>
            <a:spLocks noGrp="1" noChangeArrowheads="1"/>
          </p:cNvSpPr>
          <p:nvPr>
            <p:ph idx="1"/>
          </p:nvPr>
        </p:nvSpPr>
        <p:spPr/>
        <p:txBody>
          <a:bodyPr/>
          <a:lstStyle/>
          <a:p>
            <a:pPr marL="365125" indent="-255588">
              <a:spcBef>
                <a:spcPct val="0"/>
              </a:spcBef>
            </a:pPr>
            <a:r>
              <a:rPr lang="en-US" altLang="en-US" dirty="0"/>
              <a:t>To construct based on </a:t>
            </a:r>
            <a:r>
              <a:rPr lang="en-US" altLang="en-US" sz="3600" b="1" dirty="0">
                <a:solidFill>
                  <a:srgbClr val="92D050"/>
                </a:solidFill>
              </a:rPr>
              <a:t>truth table</a:t>
            </a:r>
            <a:endParaRPr lang="en-US" altLang="en-US" b="1" dirty="0">
              <a:solidFill>
                <a:srgbClr val="92D050"/>
              </a:solidFill>
            </a:endParaRPr>
          </a:p>
          <a:p>
            <a:pPr lvl="1">
              <a:spcBef>
                <a:spcPct val="0"/>
              </a:spcBef>
            </a:pPr>
            <a:r>
              <a:rPr lang="en-US" altLang="en-US" dirty="0"/>
              <a:t>Easy</a:t>
            </a:r>
          </a:p>
          <a:p>
            <a:pPr lvl="1">
              <a:spcBef>
                <a:spcPct val="0"/>
              </a:spcBef>
            </a:pPr>
            <a:r>
              <a:rPr lang="en-US" altLang="en-US" dirty="0"/>
              <a:t>Fill in corresponding square if result is a 1</a:t>
            </a:r>
          </a:p>
        </p:txBody>
      </p:sp>
      <p:sp>
        <p:nvSpPr>
          <p:cNvPr id="2" name="Rectangle 1">
            <a:extLst>
              <a:ext uri="{FF2B5EF4-FFF2-40B4-BE49-F238E27FC236}">
                <a16:creationId xmlns:a16="http://schemas.microsoft.com/office/drawing/2014/main" id="{97D31608-93AB-A718-02AD-3D546AE81887}"/>
              </a:ext>
            </a:extLst>
          </p:cNvPr>
          <p:cNvSpPr/>
          <p:nvPr/>
        </p:nvSpPr>
        <p:spPr>
          <a:xfrm>
            <a:off x="2796502" y="4159553"/>
            <a:ext cx="3312368" cy="73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3 variables = 8 squares</a:t>
            </a:r>
          </a:p>
        </p:txBody>
      </p:sp>
      <p:sp>
        <p:nvSpPr>
          <p:cNvPr id="3" name="Rectangle 2">
            <a:extLst>
              <a:ext uri="{FF2B5EF4-FFF2-40B4-BE49-F238E27FC236}">
                <a16:creationId xmlns:a16="http://schemas.microsoft.com/office/drawing/2014/main" id="{ABF38725-2FA4-1B65-074F-6BE703C82346}"/>
              </a:ext>
            </a:extLst>
          </p:cNvPr>
          <p:cNvSpPr/>
          <p:nvPr/>
        </p:nvSpPr>
        <p:spPr>
          <a:xfrm>
            <a:off x="5148064" y="5310195"/>
            <a:ext cx="3312368" cy="73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4 variables = 16 squares</a:t>
            </a:r>
          </a:p>
        </p:txBody>
      </p:sp>
      <p:sp>
        <p:nvSpPr>
          <p:cNvPr id="4" name="Rectangle 3">
            <a:extLst>
              <a:ext uri="{FF2B5EF4-FFF2-40B4-BE49-F238E27FC236}">
                <a16:creationId xmlns:a16="http://schemas.microsoft.com/office/drawing/2014/main" id="{54E07354-349D-AF06-B175-4B6BD7E87FFD}"/>
              </a:ext>
            </a:extLst>
          </p:cNvPr>
          <p:cNvSpPr/>
          <p:nvPr/>
        </p:nvSpPr>
        <p:spPr>
          <a:xfrm>
            <a:off x="323528" y="3067325"/>
            <a:ext cx="3312368" cy="73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dirty="0"/>
              <a:t>2 variables = 4 squares</a:t>
            </a:r>
          </a:p>
        </p:txBody>
      </p:sp>
      <p:sp>
        <p:nvSpPr>
          <p:cNvPr id="5" name="Slide Number Placeholder 4">
            <a:extLst>
              <a:ext uri="{FF2B5EF4-FFF2-40B4-BE49-F238E27FC236}">
                <a16:creationId xmlns:a16="http://schemas.microsoft.com/office/drawing/2014/main" id="{56035EFB-8B80-604C-4323-818943EF9A8D}"/>
              </a:ext>
            </a:extLst>
          </p:cNvPr>
          <p:cNvSpPr>
            <a:spLocks noGrp="1"/>
          </p:cNvSpPr>
          <p:nvPr>
            <p:ph type="sldNum" sz="quarter" idx="12"/>
          </p:nvPr>
        </p:nvSpPr>
        <p:spPr/>
        <p:txBody>
          <a:bodyPr/>
          <a:lstStyle/>
          <a:p>
            <a:pPr>
              <a:defRPr/>
            </a:pPr>
            <a:fld id="{28588503-611C-4314-9367-E0668E948370}" type="slidenum">
              <a:rPr lang="en-US" altLang="en-US" smtClean="0"/>
              <a:pPr>
                <a:defRPr/>
              </a:pPr>
              <a:t>58</a:t>
            </a:fld>
            <a:endParaRPr lang="en-US"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9">
            <a:extLst>
              <a:ext uri="{FF2B5EF4-FFF2-40B4-BE49-F238E27FC236}">
                <a16:creationId xmlns:a16="http://schemas.microsoft.com/office/drawing/2014/main" id="{48C28602-157D-E0B0-456B-BF818BD20308}"/>
              </a:ext>
            </a:extLst>
          </p:cNvPr>
          <p:cNvSpPr>
            <a:spLocks noGrp="1" noChangeArrowheads="1"/>
          </p:cNvSpPr>
          <p:nvPr>
            <p:ph type="title"/>
          </p:nvPr>
        </p:nvSpPr>
        <p:spPr/>
        <p:txBody>
          <a:bodyPr/>
          <a:lstStyle/>
          <a:p>
            <a:r>
              <a:rPr lang="en-US" altLang="en-US"/>
              <a:t>Constructing Karnaugh Maps</a:t>
            </a:r>
          </a:p>
        </p:txBody>
      </p:sp>
      <p:sp>
        <p:nvSpPr>
          <p:cNvPr id="64514" name="Content Placeholder 1">
            <a:extLst>
              <a:ext uri="{FF2B5EF4-FFF2-40B4-BE49-F238E27FC236}">
                <a16:creationId xmlns:a16="http://schemas.microsoft.com/office/drawing/2014/main" id="{3AA89796-B0BD-14D0-257C-5F3F9B1521C2}"/>
              </a:ext>
            </a:extLst>
          </p:cNvPr>
          <p:cNvSpPr>
            <a:spLocks noGrp="1" noChangeArrowheads="1"/>
          </p:cNvSpPr>
          <p:nvPr>
            <p:ph idx="1"/>
          </p:nvPr>
        </p:nvSpPr>
        <p:spPr/>
        <p:txBody>
          <a:bodyPr/>
          <a:lstStyle/>
          <a:p>
            <a:pPr marL="365125" indent="-255588"/>
            <a:r>
              <a:rPr lang="en-US" altLang="en-US" dirty="0"/>
              <a:t>To construct from a </a:t>
            </a:r>
            <a:r>
              <a:rPr lang="en-US" altLang="en-US" sz="3600" b="1" dirty="0">
                <a:solidFill>
                  <a:srgbClr val="FF0000"/>
                </a:solidFill>
              </a:rPr>
              <a:t>Boolean expression</a:t>
            </a:r>
            <a:endParaRPr lang="en-US" altLang="en-US" b="1" dirty="0">
              <a:solidFill>
                <a:srgbClr val="FF0000"/>
              </a:solidFill>
            </a:endParaRPr>
          </a:p>
          <a:p>
            <a:pPr lvl="1"/>
            <a:r>
              <a:rPr lang="en-US" altLang="en-US" dirty="0"/>
              <a:t>Need it in </a:t>
            </a:r>
            <a:r>
              <a:rPr lang="en-US" altLang="en-US" sz="3200" b="1" dirty="0">
                <a:solidFill>
                  <a:srgbClr val="00B0F0"/>
                </a:solidFill>
              </a:rPr>
              <a:t>canonical form</a:t>
            </a:r>
            <a:endParaRPr lang="en-US" altLang="en-US" b="1" dirty="0">
              <a:solidFill>
                <a:srgbClr val="00B0F0"/>
              </a:solidFill>
            </a:endParaRPr>
          </a:p>
          <a:p>
            <a:pPr lvl="2"/>
            <a:r>
              <a:rPr lang="en-US" altLang="en-US" dirty="0"/>
              <a:t>Each term must contain each variable</a:t>
            </a:r>
          </a:p>
          <a:p>
            <a:pPr lvl="2"/>
            <a:r>
              <a:rPr lang="en-US" altLang="en-US" dirty="0"/>
              <a:t>we must first expand it into the full form of Equation</a:t>
            </a:r>
          </a:p>
          <a:p>
            <a:pPr lvl="1"/>
            <a:r>
              <a:rPr lang="en-US" altLang="en-US" dirty="0"/>
              <a:t>Then convert to the map</a:t>
            </a:r>
          </a:p>
        </p:txBody>
      </p:sp>
      <p:sp>
        <p:nvSpPr>
          <p:cNvPr id="64518" name="AutoShape 20">
            <a:extLst>
              <a:ext uri="{FF2B5EF4-FFF2-40B4-BE49-F238E27FC236}">
                <a16:creationId xmlns:a16="http://schemas.microsoft.com/office/drawing/2014/main" id="{28622629-8627-0BDC-2926-B6C8C034CDF6}"/>
              </a:ext>
            </a:extLst>
          </p:cNvPr>
          <p:cNvSpPr>
            <a:spLocks noChangeArrowheads="1"/>
          </p:cNvSpPr>
          <p:nvPr/>
        </p:nvSpPr>
        <p:spPr bwMode="auto">
          <a:xfrm>
            <a:off x="4055670" y="4795664"/>
            <a:ext cx="574675" cy="431800"/>
          </a:xfrm>
          <a:prstGeom prst="downArrow">
            <a:avLst>
              <a:gd name="adj1" fmla="val 50000"/>
              <a:gd name="adj2" fmla="val 25000"/>
            </a:avLst>
          </a:prstGeom>
          <a:solidFill>
            <a:schemeClr val="tx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pic>
        <p:nvPicPr>
          <p:cNvPr id="2" name="Picture 1">
            <a:extLst>
              <a:ext uri="{FF2B5EF4-FFF2-40B4-BE49-F238E27FC236}">
                <a16:creationId xmlns:a16="http://schemas.microsoft.com/office/drawing/2014/main" id="{2371C03E-2AAE-43E1-09C3-E739C84C3AAE}"/>
              </a:ext>
            </a:extLst>
          </p:cNvPr>
          <p:cNvPicPr>
            <a:picLocks noChangeAspect="1"/>
          </p:cNvPicPr>
          <p:nvPr/>
        </p:nvPicPr>
        <p:blipFill>
          <a:blip r:embed="rId2"/>
          <a:stretch>
            <a:fillRect/>
          </a:stretch>
        </p:blipFill>
        <p:spPr>
          <a:xfrm>
            <a:off x="2758161" y="5359383"/>
            <a:ext cx="3571875" cy="466725"/>
          </a:xfrm>
          <a:prstGeom prst="rect">
            <a:avLst/>
          </a:prstGeom>
        </p:spPr>
      </p:pic>
      <p:pic>
        <p:nvPicPr>
          <p:cNvPr id="3" name="Picture 2">
            <a:extLst>
              <a:ext uri="{FF2B5EF4-FFF2-40B4-BE49-F238E27FC236}">
                <a16:creationId xmlns:a16="http://schemas.microsoft.com/office/drawing/2014/main" id="{189464C7-59A6-AEAD-8369-B1743EB7BAE2}"/>
              </a:ext>
            </a:extLst>
          </p:cNvPr>
          <p:cNvPicPr>
            <a:picLocks noChangeAspect="1"/>
          </p:cNvPicPr>
          <p:nvPr/>
        </p:nvPicPr>
        <p:blipFill>
          <a:blip r:embed="rId3"/>
          <a:stretch>
            <a:fillRect/>
          </a:stretch>
        </p:blipFill>
        <p:spPr>
          <a:xfrm>
            <a:off x="3347864" y="4149080"/>
            <a:ext cx="2038350" cy="533400"/>
          </a:xfrm>
          <a:prstGeom prst="rect">
            <a:avLst/>
          </a:prstGeom>
        </p:spPr>
      </p:pic>
      <p:sp>
        <p:nvSpPr>
          <p:cNvPr id="4" name="Slide Number Placeholder 3">
            <a:extLst>
              <a:ext uri="{FF2B5EF4-FFF2-40B4-BE49-F238E27FC236}">
                <a16:creationId xmlns:a16="http://schemas.microsoft.com/office/drawing/2014/main" id="{C2DC9A85-998B-3AB3-000F-624064F41DE3}"/>
              </a:ext>
            </a:extLst>
          </p:cNvPr>
          <p:cNvSpPr>
            <a:spLocks noGrp="1"/>
          </p:cNvSpPr>
          <p:nvPr>
            <p:ph type="sldNum" sz="quarter" idx="12"/>
          </p:nvPr>
        </p:nvSpPr>
        <p:spPr/>
        <p:txBody>
          <a:bodyPr/>
          <a:lstStyle/>
          <a:p>
            <a:pPr>
              <a:defRPr/>
            </a:pPr>
            <a:fld id="{28588503-611C-4314-9367-E0668E948370}" type="slidenum">
              <a:rPr lang="en-US" altLang="en-US" smtClean="0"/>
              <a:pPr>
                <a:defRPr/>
              </a:pPr>
              <a:t>59</a:t>
            </a:fld>
            <a:endParaRPr lang="en-US" altLang="en-US"/>
          </a:p>
        </p:txBody>
      </p:sp>
      <p:sp>
        <p:nvSpPr>
          <p:cNvPr id="6" name="TextBox 5">
            <a:extLst>
              <a:ext uri="{FF2B5EF4-FFF2-40B4-BE49-F238E27FC236}">
                <a16:creationId xmlns:a16="http://schemas.microsoft.com/office/drawing/2014/main" id="{4C7C4FEA-CBAC-68D5-3EBB-7A6F8BAA7DBB}"/>
              </a:ext>
            </a:extLst>
          </p:cNvPr>
          <p:cNvSpPr txBox="1"/>
          <p:nvPr/>
        </p:nvSpPr>
        <p:spPr>
          <a:xfrm>
            <a:off x="96960" y="6425390"/>
            <a:ext cx="8282882" cy="276999"/>
          </a:xfrm>
          <a:prstGeom prst="rect">
            <a:avLst/>
          </a:prstGeom>
          <a:noFill/>
        </p:spPr>
        <p:txBody>
          <a:bodyPr wrap="square">
            <a:spAutoFit/>
          </a:bodyPr>
          <a:lstStyle/>
          <a:p>
            <a:r>
              <a:rPr lang="en-US" sz="1200" dirty="0">
                <a:solidFill>
                  <a:srgbClr val="FF0000"/>
                </a:solidFill>
              </a:rPr>
              <a:t>**Canonical form = writing the expression in a standard way (specifically Sum of Products or Product of Sums)</a:t>
            </a:r>
            <a:endParaRPr lang="en-MY" sz="1200" dirty="0">
              <a:solidFill>
                <a:srgbClr val="FF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EF5022-BB26-E78F-4BC4-CFC05547B30C}"/>
              </a:ext>
            </a:extLst>
          </p:cNvPr>
          <p:cNvPicPr>
            <a:picLocks noChangeAspect="1"/>
          </p:cNvPicPr>
          <p:nvPr/>
        </p:nvPicPr>
        <p:blipFill>
          <a:blip r:embed="rId2"/>
          <a:stretch>
            <a:fillRect/>
          </a:stretch>
        </p:blipFill>
        <p:spPr>
          <a:xfrm>
            <a:off x="1907704" y="382141"/>
            <a:ext cx="5153025" cy="3190875"/>
          </a:xfrm>
          <a:prstGeom prst="rect">
            <a:avLst/>
          </a:prstGeom>
        </p:spPr>
      </p:pic>
      <p:pic>
        <p:nvPicPr>
          <p:cNvPr id="6" name="Picture 5">
            <a:extLst>
              <a:ext uri="{FF2B5EF4-FFF2-40B4-BE49-F238E27FC236}">
                <a16:creationId xmlns:a16="http://schemas.microsoft.com/office/drawing/2014/main" id="{3D57BCAF-6055-DDFA-AFBD-6C498C487F30}"/>
              </a:ext>
            </a:extLst>
          </p:cNvPr>
          <p:cNvPicPr>
            <a:picLocks noChangeAspect="1"/>
          </p:cNvPicPr>
          <p:nvPr/>
        </p:nvPicPr>
        <p:blipFill rotWithShape="1">
          <a:blip r:embed="rId3"/>
          <a:srcRect r="15329" b="7430"/>
          <a:stretch/>
        </p:blipFill>
        <p:spPr>
          <a:xfrm>
            <a:off x="323528" y="3933056"/>
            <a:ext cx="4032448" cy="576064"/>
          </a:xfrm>
          <a:prstGeom prst="rect">
            <a:avLst/>
          </a:prstGeom>
        </p:spPr>
      </p:pic>
      <p:sp>
        <p:nvSpPr>
          <p:cNvPr id="7" name="Right Brace 6">
            <a:extLst>
              <a:ext uri="{FF2B5EF4-FFF2-40B4-BE49-F238E27FC236}">
                <a16:creationId xmlns:a16="http://schemas.microsoft.com/office/drawing/2014/main" id="{7BC4C6EF-7D77-14D3-5958-15C398AE63B7}"/>
              </a:ext>
            </a:extLst>
          </p:cNvPr>
          <p:cNvSpPr/>
          <p:nvPr/>
        </p:nvSpPr>
        <p:spPr>
          <a:xfrm rot="5400000">
            <a:off x="2019638" y="3540586"/>
            <a:ext cx="218747" cy="222510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dirty="0"/>
          </a:p>
        </p:txBody>
      </p:sp>
      <p:sp>
        <p:nvSpPr>
          <p:cNvPr id="8" name="Right Brace 7">
            <a:extLst>
              <a:ext uri="{FF2B5EF4-FFF2-40B4-BE49-F238E27FC236}">
                <a16:creationId xmlns:a16="http://schemas.microsoft.com/office/drawing/2014/main" id="{F517FFAB-C1B2-BE08-A3C8-7DC43F90ADEE}"/>
              </a:ext>
            </a:extLst>
          </p:cNvPr>
          <p:cNvSpPr/>
          <p:nvPr/>
        </p:nvSpPr>
        <p:spPr>
          <a:xfrm rot="16200000" flipV="1">
            <a:off x="2492623" y="2278233"/>
            <a:ext cx="288034" cy="324035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9" name="TextBox 8">
            <a:extLst>
              <a:ext uri="{FF2B5EF4-FFF2-40B4-BE49-F238E27FC236}">
                <a16:creationId xmlns:a16="http://schemas.microsoft.com/office/drawing/2014/main" id="{33D03DAB-B147-2D09-D038-D697841BD4A2}"/>
              </a:ext>
            </a:extLst>
          </p:cNvPr>
          <p:cNvSpPr txBox="1"/>
          <p:nvPr/>
        </p:nvSpPr>
        <p:spPr>
          <a:xfrm>
            <a:off x="1980573" y="4737560"/>
            <a:ext cx="296876" cy="338554"/>
          </a:xfrm>
          <a:prstGeom prst="rect">
            <a:avLst/>
          </a:prstGeom>
          <a:noFill/>
        </p:spPr>
        <p:txBody>
          <a:bodyPr wrap="none" rtlCol="0">
            <a:spAutoFit/>
          </a:bodyPr>
          <a:lstStyle/>
          <a:p>
            <a:r>
              <a:rPr lang="en-MY" sz="1600" dirty="0"/>
              <a:t>1</a:t>
            </a:r>
          </a:p>
        </p:txBody>
      </p:sp>
      <p:sp>
        <p:nvSpPr>
          <p:cNvPr id="10" name="TextBox 9">
            <a:extLst>
              <a:ext uri="{FF2B5EF4-FFF2-40B4-BE49-F238E27FC236}">
                <a16:creationId xmlns:a16="http://schemas.microsoft.com/office/drawing/2014/main" id="{880E28DF-FDAE-F664-D62F-352F99935E0D}"/>
              </a:ext>
            </a:extLst>
          </p:cNvPr>
          <p:cNvSpPr txBox="1"/>
          <p:nvPr/>
        </p:nvSpPr>
        <p:spPr>
          <a:xfrm>
            <a:off x="2488202" y="3405098"/>
            <a:ext cx="296876" cy="338554"/>
          </a:xfrm>
          <a:prstGeom prst="rect">
            <a:avLst/>
          </a:prstGeom>
          <a:noFill/>
        </p:spPr>
        <p:txBody>
          <a:bodyPr wrap="none" rtlCol="0">
            <a:spAutoFit/>
          </a:bodyPr>
          <a:lstStyle/>
          <a:p>
            <a:r>
              <a:rPr lang="en-MY" sz="1600" dirty="0"/>
              <a:t>2</a:t>
            </a:r>
          </a:p>
        </p:txBody>
      </p:sp>
      <p:grpSp>
        <p:nvGrpSpPr>
          <p:cNvPr id="28" name="Group 27">
            <a:extLst>
              <a:ext uri="{FF2B5EF4-FFF2-40B4-BE49-F238E27FC236}">
                <a16:creationId xmlns:a16="http://schemas.microsoft.com/office/drawing/2014/main" id="{BB0A6DB8-8CDD-99F6-3C00-DB8BFF0175E4}"/>
              </a:ext>
            </a:extLst>
          </p:cNvPr>
          <p:cNvGrpSpPr/>
          <p:nvPr/>
        </p:nvGrpSpPr>
        <p:grpSpPr>
          <a:xfrm>
            <a:off x="4969597" y="4088482"/>
            <a:ext cx="3278230" cy="1307618"/>
            <a:chOff x="694982" y="5157192"/>
            <a:chExt cx="3278230" cy="1307618"/>
          </a:xfrm>
        </p:grpSpPr>
        <p:sp>
          <p:nvSpPr>
            <p:cNvPr id="11" name="TextBox 10">
              <a:extLst>
                <a:ext uri="{FF2B5EF4-FFF2-40B4-BE49-F238E27FC236}">
                  <a16:creationId xmlns:a16="http://schemas.microsoft.com/office/drawing/2014/main" id="{4BCFD4F2-57B1-F38F-624E-CECA5209EFBD}"/>
                </a:ext>
              </a:extLst>
            </p:cNvPr>
            <p:cNvSpPr txBox="1"/>
            <p:nvPr/>
          </p:nvSpPr>
          <p:spPr>
            <a:xfrm>
              <a:off x="706292" y="5157192"/>
              <a:ext cx="3266920" cy="400110"/>
            </a:xfrm>
            <a:prstGeom prst="rect">
              <a:avLst/>
            </a:prstGeom>
            <a:noFill/>
          </p:spPr>
          <p:txBody>
            <a:bodyPr wrap="none" rtlCol="0">
              <a:spAutoFit/>
            </a:bodyPr>
            <a:lstStyle/>
            <a:p>
              <a:r>
                <a:rPr lang="en-MY" dirty="0"/>
                <a:t>= AB (C + C) + BC (A + A)</a:t>
              </a:r>
            </a:p>
          </p:txBody>
        </p:sp>
        <p:cxnSp>
          <p:nvCxnSpPr>
            <p:cNvPr id="13" name="Straight Connector 12">
              <a:extLst>
                <a:ext uri="{FF2B5EF4-FFF2-40B4-BE49-F238E27FC236}">
                  <a16:creationId xmlns:a16="http://schemas.microsoft.com/office/drawing/2014/main" id="{C6938325-050D-0000-16B5-B12E33175F6E}"/>
                </a:ext>
              </a:extLst>
            </p:cNvPr>
            <p:cNvCxnSpPr/>
            <p:nvPr/>
          </p:nvCxnSpPr>
          <p:spPr>
            <a:xfrm>
              <a:off x="1043608" y="518849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1460EA1F-6BE6-014F-32B7-4EA46DF5DC65}"/>
                </a:ext>
              </a:extLst>
            </p:cNvPr>
            <p:cNvCxnSpPr/>
            <p:nvPr/>
          </p:nvCxnSpPr>
          <p:spPr>
            <a:xfrm>
              <a:off x="1547664" y="518849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5098CED0-4E84-2DED-8780-E3A918699DD3}"/>
                </a:ext>
              </a:extLst>
            </p:cNvPr>
            <p:cNvCxnSpPr/>
            <p:nvPr/>
          </p:nvCxnSpPr>
          <p:spPr>
            <a:xfrm>
              <a:off x="2785078" y="518155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C2273F7A-D117-5A3E-462C-5AD7806BB933}"/>
                </a:ext>
              </a:extLst>
            </p:cNvPr>
            <p:cNvCxnSpPr/>
            <p:nvPr/>
          </p:nvCxnSpPr>
          <p:spPr>
            <a:xfrm>
              <a:off x="3097548" y="5190668"/>
              <a:ext cx="144016" cy="0"/>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52CF48D6-87F3-5C79-40C4-44930CD5BC48}"/>
                </a:ext>
              </a:extLst>
            </p:cNvPr>
            <p:cNvSpPr txBox="1"/>
            <p:nvPr/>
          </p:nvSpPr>
          <p:spPr>
            <a:xfrm>
              <a:off x="694982" y="5664590"/>
              <a:ext cx="2237792" cy="400110"/>
            </a:xfrm>
            <a:prstGeom prst="rect">
              <a:avLst/>
            </a:prstGeom>
            <a:noFill/>
          </p:spPr>
          <p:txBody>
            <a:bodyPr wrap="none" rtlCol="0">
              <a:spAutoFit/>
            </a:bodyPr>
            <a:lstStyle/>
            <a:p>
              <a:r>
                <a:rPr lang="en-MY" dirty="0"/>
                <a:t>= AB (1) + BC (1)</a:t>
              </a:r>
            </a:p>
          </p:txBody>
        </p:sp>
        <p:cxnSp>
          <p:nvCxnSpPr>
            <p:cNvPr id="18" name="Straight Connector 17">
              <a:extLst>
                <a:ext uri="{FF2B5EF4-FFF2-40B4-BE49-F238E27FC236}">
                  <a16:creationId xmlns:a16="http://schemas.microsoft.com/office/drawing/2014/main" id="{6BA9A722-A6A3-C418-424D-9F8995F2BFAE}"/>
                </a:ext>
              </a:extLst>
            </p:cNvPr>
            <p:cNvCxnSpPr/>
            <p:nvPr/>
          </p:nvCxnSpPr>
          <p:spPr>
            <a:xfrm>
              <a:off x="1043608" y="5692546"/>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F13A6926-3606-BBE2-9E13-825720A8E321}"/>
                </a:ext>
              </a:extLst>
            </p:cNvPr>
            <p:cNvCxnSpPr/>
            <p:nvPr/>
          </p:nvCxnSpPr>
          <p:spPr>
            <a:xfrm>
              <a:off x="2286080" y="5692546"/>
              <a:ext cx="144016" cy="0"/>
            </a:xfrm>
            <a:prstGeom prst="line">
              <a:avLst/>
            </a:prstGeom>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630879BD-85B8-D698-7D72-D4740487D827}"/>
                </a:ext>
              </a:extLst>
            </p:cNvPr>
            <p:cNvSpPr txBox="1"/>
            <p:nvPr/>
          </p:nvSpPr>
          <p:spPr>
            <a:xfrm>
              <a:off x="706292" y="6064700"/>
              <a:ext cx="1407437" cy="400110"/>
            </a:xfrm>
            <a:prstGeom prst="rect">
              <a:avLst/>
            </a:prstGeom>
            <a:noFill/>
          </p:spPr>
          <p:txBody>
            <a:bodyPr wrap="none" rtlCol="0">
              <a:spAutoFit/>
            </a:bodyPr>
            <a:lstStyle/>
            <a:p>
              <a:r>
                <a:rPr lang="en-MY" dirty="0"/>
                <a:t>= AB + BC</a:t>
              </a:r>
            </a:p>
          </p:txBody>
        </p:sp>
        <p:cxnSp>
          <p:nvCxnSpPr>
            <p:cNvPr id="23" name="Straight Connector 22">
              <a:extLst>
                <a:ext uri="{FF2B5EF4-FFF2-40B4-BE49-F238E27FC236}">
                  <a16:creationId xmlns:a16="http://schemas.microsoft.com/office/drawing/2014/main" id="{54123894-FE87-A4AE-C590-6BB18AB2032D}"/>
                </a:ext>
              </a:extLst>
            </p:cNvPr>
            <p:cNvCxnSpPr/>
            <p:nvPr/>
          </p:nvCxnSpPr>
          <p:spPr>
            <a:xfrm>
              <a:off x="1051992" y="6165304"/>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E5E26B66-3471-3092-875B-F0B38FDE06E9}"/>
                </a:ext>
              </a:extLst>
            </p:cNvPr>
            <p:cNvCxnSpPr/>
            <p:nvPr/>
          </p:nvCxnSpPr>
          <p:spPr>
            <a:xfrm>
              <a:off x="1896421" y="6165304"/>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2" name="Rectangle 1">
            <a:extLst>
              <a:ext uri="{FF2B5EF4-FFF2-40B4-BE49-F238E27FC236}">
                <a16:creationId xmlns:a16="http://schemas.microsoft.com/office/drawing/2014/main" id="{173B43C4-C030-8791-3961-97FAFEDCFBFB}"/>
              </a:ext>
            </a:extLst>
          </p:cNvPr>
          <p:cNvSpPr/>
          <p:nvPr/>
        </p:nvSpPr>
        <p:spPr>
          <a:xfrm>
            <a:off x="2051720" y="1484784"/>
            <a:ext cx="4661676" cy="288032"/>
          </a:xfrm>
          <a:prstGeom prst="rect">
            <a:avLst/>
          </a:prstGeom>
          <a:solidFill>
            <a:schemeClr val="accent6">
              <a:alpha val="3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Rectangle 2">
            <a:extLst>
              <a:ext uri="{FF2B5EF4-FFF2-40B4-BE49-F238E27FC236}">
                <a16:creationId xmlns:a16="http://schemas.microsoft.com/office/drawing/2014/main" id="{1A569D00-7615-5E85-B142-40C4B412712B}"/>
              </a:ext>
            </a:extLst>
          </p:cNvPr>
          <p:cNvSpPr/>
          <p:nvPr/>
        </p:nvSpPr>
        <p:spPr>
          <a:xfrm>
            <a:off x="2051720" y="1797043"/>
            <a:ext cx="4661676" cy="288032"/>
          </a:xfrm>
          <a:prstGeom prst="rect">
            <a:avLst/>
          </a:prstGeom>
          <a:solidFill>
            <a:schemeClr val="accent6">
              <a:alpha val="3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Rectangle 3">
            <a:extLst>
              <a:ext uri="{FF2B5EF4-FFF2-40B4-BE49-F238E27FC236}">
                <a16:creationId xmlns:a16="http://schemas.microsoft.com/office/drawing/2014/main" id="{C3A008B1-FE39-CE98-32E4-8C1812DFBCB2}"/>
              </a:ext>
            </a:extLst>
          </p:cNvPr>
          <p:cNvSpPr/>
          <p:nvPr/>
        </p:nvSpPr>
        <p:spPr>
          <a:xfrm>
            <a:off x="2046092" y="2734178"/>
            <a:ext cx="4661676" cy="288032"/>
          </a:xfrm>
          <a:prstGeom prst="rect">
            <a:avLst/>
          </a:prstGeom>
          <a:solidFill>
            <a:schemeClr val="accent6">
              <a:alpha val="3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 name="Rectangle 11">
            <a:extLst>
              <a:ext uri="{FF2B5EF4-FFF2-40B4-BE49-F238E27FC236}">
                <a16:creationId xmlns:a16="http://schemas.microsoft.com/office/drawing/2014/main" id="{56D439C7-39FD-5D68-52F1-4CF910F5DD9A}"/>
              </a:ext>
            </a:extLst>
          </p:cNvPr>
          <p:cNvSpPr/>
          <p:nvPr/>
        </p:nvSpPr>
        <p:spPr>
          <a:xfrm>
            <a:off x="1061922" y="4004880"/>
            <a:ext cx="2179642" cy="576063"/>
          </a:xfrm>
          <a:prstGeom prst="rect">
            <a:avLst/>
          </a:prstGeom>
          <a:solidFill>
            <a:schemeClr val="accent6">
              <a:alpha val="3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20" name="Picture 19">
            <a:extLst>
              <a:ext uri="{FF2B5EF4-FFF2-40B4-BE49-F238E27FC236}">
                <a16:creationId xmlns:a16="http://schemas.microsoft.com/office/drawing/2014/main" id="{2643A29D-393D-8CEC-90BD-1CD31CBC3EFF}"/>
              </a:ext>
            </a:extLst>
          </p:cNvPr>
          <p:cNvPicPr>
            <a:picLocks noChangeAspect="1"/>
          </p:cNvPicPr>
          <p:nvPr/>
        </p:nvPicPr>
        <p:blipFill rotWithShape="1">
          <a:blip r:embed="rId3"/>
          <a:srcRect r="15329" b="7430"/>
          <a:stretch/>
        </p:blipFill>
        <p:spPr>
          <a:xfrm>
            <a:off x="376328" y="5297567"/>
            <a:ext cx="4032448" cy="576064"/>
          </a:xfrm>
          <a:prstGeom prst="rect">
            <a:avLst/>
          </a:prstGeom>
        </p:spPr>
      </p:pic>
      <p:sp>
        <p:nvSpPr>
          <p:cNvPr id="29" name="Right Brace 28">
            <a:extLst>
              <a:ext uri="{FF2B5EF4-FFF2-40B4-BE49-F238E27FC236}">
                <a16:creationId xmlns:a16="http://schemas.microsoft.com/office/drawing/2014/main" id="{423B8786-D4D5-57A5-E81A-BE575AC9A213}"/>
              </a:ext>
            </a:extLst>
          </p:cNvPr>
          <p:cNvSpPr/>
          <p:nvPr/>
        </p:nvSpPr>
        <p:spPr>
          <a:xfrm rot="5400000">
            <a:off x="2072438" y="4905097"/>
            <a:ext cx="218747" cy="222510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dirty="0"/>
          </a:p>
        </p:txBody>
      </p:sp>
      <p:sp>
        <p:nvSpPr>
          <p:cNvPr id="30" name="Right Brace 29">
            <a:extLst>
              <a:ext uri="{FF2B5EF4-FFF2-40B4-BE49-F238E27FC236}">
                <a16:creationId xmlns:a16="http://schemas.microsoft.com/office/drawing/2014/main" id="{81A50E64-9BF7-1267-7922-0E05EB6C48E2}"/>
              </a:ext>
            </a:extLst>
          </p:cNvPr>
          <p:cNvSpPr/>
          <p:nvPr/>
        </p:nvSpPr>
        <p:spPr>
          <a:xfrm rot="16200000" flipV="1">
            <a:off x="2545423" y="3642744"/>
            <a:ext cx="288034" cy="324035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31" name="TextBox 30">
            <a:extLst>
              <a:ext uri="{FF2B5EF4-FFF2-40B4-BE49-F238E27FC236}">
                <a16:creationId xmlns:a16="http://schemas.microsoft.com/office/drawing/2014/main" id="{F14D3675-DCD5-32A6-3DAB-CB956BA0043D}"/>
              </a:ext>
            </a:extLst>
          </p:cNvPr>
          <p:cNvSpPr txBox="1"/>
          <p:nvPr/>
        </p:nvSpPr>
        <p:spPr>
          <a:xfrm>
            <a:off x="2033373" y="6102071"/>
            <a:ext cx="296876" cy="338554"/>
          </a:xfrm>
          <a:prstGeom prst="rect">
            <a:avLst/>
          </a:prstGeom>
          <a:noFill/>
        </p:spPr>
        <p:txBody>
          <a:bodyPr wrap="none" rtlCol="0">
            <a:spAutoFit/>
          </a:bodyPr>
          <a:lstStyle/>
          <a:p>
            <a:r>
              <a:rPr lang="en-MY" sz="1600" dirty="0"/>
              <a:t>1</a:t>
            </a:r>
          </a:p>
        </p:txBody>
      </p:sp>
      <p:sp>
        <p:nvSpPr>
          <p:cNvPr id="32" name="TextBox 31">
            <a:extLst>
              <a:ext uri="{FF2B5EF4-FFF2-40B4-BE49-F238E27FC236}">
                <a16:creationId xmlns:a16="http://schemas.microsoft.com/office/drawing/2014/main" id="{F85EC57D-811E-888F-E69A-9CD7805AD95C}"/>
              </a:ext>
            </a:extLst>
          </p:cNvPr>
          <p:cNvSpPr txBox="1"/>
          <p:nvPr/>
        </p:nvSpPr>
        <p:spPr>
          <a:xfrm>
            <a:off x="2541002" y="4769609"/>
            <a:ext cx="296876" cy="338554"/>
          </a:xfrm>
          <a:prstGeom prst="rect">
            <a:avLst/>
          </a:prstGeom>
          <a:noFill/>
        </p:spPr>
        <p:txBody>
          <a:bodyPr wrap="none" rtlCol="0">
            <a:spAutoFit/>
          </a:bodyPr>
          <a:lstStyle/>
          <a:p>
            <a:r>
              <a:rPr lang="en-MY" sz="1600" dirty="0"/>
              <a:t>2</a:t>
            </a:r>
          </a:p>
        </p:txBody>
      </p:sp>
      <p:sp>
        <p:nvSpPr>
          <p:cNvPr id="33" name="Rectangle 32">
            <a:extLst>
              <a:ext uri="{FF2B5EF4-FFF2-40B4-BE49-F238E27FC236}">
                <a16:creationId xmlns:a16="http://schemas.microsoft.com/office/drawing/2014/main" id="{FDCA6539-05FF-8BE2-6949-7A00868BA65F}"/>
              </a:ext>
            </a:extLst>
          </p:cNvPr>
          <p:cNvSpPr/>
          <p:nvPr/>
        </p:nvSpPr>
        <p:spPr>
          <a:xfrm>
            <a:off x="1114722" y="5369391"/>
            <a:ext cx="918651" cy="576063"/>
          </a:xfrm>
          <a:prstGeom prst="rect">
            <a:avLst/>
          </a:prstGeom>
          <a:solidFill>
            <a:schemeClr val="accent6">
              <a:alpha val="3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33">
            <a:extLst>
              <a:ext uri="{FF2B5EF4-FFF2-40B4-BE49-F238E27FC236}">
                <a16:creationId xmlns:a16="http://schemas.microsoft.com/office/drawing/2014/main" id="{05F9729A-4D40-A358-198F-F7924B8E207C}"/>
              </a:ext>
            </a:extLst>
          </p:cNvPr>
          <p:cNvSpPr/>
          <p:nvPr/>
        </p:nvSpPr>
        <p:spPr>
          <a:xfrm>
            <a:off x="3454355" y="5397019"/>
            <a:ext cx="918651" cy="576063"/>
          </a:xfrm>
          <a:prstGeom prst="rect">
            <a:avLst/>
          </a:prstGeom>
          <a:solidFill>
            <a:schemeClr val="accent6">
              <a:alpha val="3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6" name="Slide Number Placeholder 25">
            <a:extLst>
              <a:ext uri="{FF2B5EF4-FFF2-40B4-BE49-F238E27FC236}">
                <a16:creationId xmlns:a16="http://schemas.microsoft.com/office/drawing/2014/main" id="{AB8E63EB-DB65-80BD-DDF7-9020DE57D47B}"/>
              </a:ext>
            </a:extLst>
          </p:cNvPr>
          <p:cNvSpPr>
            <a:spLocks noGrp="1"/>
          </p:cNvSpPr>
          <p:nvPr>
            <p:ph type="sldNum" sz="quarter" idx="12"/>
          </p:nvPr>
        </p:nvSpPr>
        <p:spPr/>
        <p:txBody>
          <a:bodyPr/>
          <a:lstStyle/>
          <a:p>
            <a:pPr>
              <a:defRPr/>
            </a:pPr>
            <a:fld id="{C80DB997-564C-4C45-82C5-01CC3F0E549C}" type="slidenum">
              <a:rPr lang="en-US" altLang="en-US" smtClean="0"/>
              <a:pPr>
                <a:defRPr/>
              </a:pPr>
              <a:t>60</a:t>
            </a:fld>
            <a:endParaRPr lang="en-US" altLang="en-US"/>
          </a:p>
        </p:txBody>
      </p:sp>
    </p:spTree>
    <p:extLst>
      <p:ext uri="{BB962C8B-B14F-4D97-AF65-F5344CB8AC3E}">
        <p14:creationId xmlns:p14="http://schemas.microsoft.com/office/powerpoint/2010/main" val="9934446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D6E0B8-4247-15F0-D1E6-F98CDFB2DEEF}"/>
              </a:ext>
            </a:extLst>
          </p:cNvPr>
          <p:cNvPicPr>
            <a:picLocks noChangeAspect="1"/>
          </p:cNvPicPr>
          <p:nvPr/>
        </p:nvPicPr>
        <p:blipFill rotWithShape="1">
          <a:blip r:embed="rId3"/>
          <a:srcRect r="4698" b="5219"/>
          <a:stretch/>
        </p:blipFill>
        <p:spPr>
          <a:xfrm>
            <a:off x="1763688" y="816308"/>
            <a:ext cx="5328592" cy="3281545"/>
          </a:xfrm>
          <a:prstGeom prst="rect">
            <a:avLst/>
          </a:prstGeom>
        </p:spPr>
      </p:pic>
      <p:graphicFrame>
        <p:nvGraphicFramePr>
          <p:cNvPr id="3" name="Table 2">
            <a:extLst>
              <a:ext uri="{FF2B5EF4-FFF2-40B4-BE49-F238E27FC236}">
                <a16:creationId xmlns:a16="http://schemas.microsoft.com/office/drawing/2014/main" id="{E380927B-D629-5864-A52A-7ED9B2D2B214}"/>
              </a:ext>
            </a:extLst>
          </p:cNvPr>
          <p:cNvGraphicFramePr>
            <a:graphicFrameLocks noGrp="1"/>
          </p:cNvGraphicFramePr>
          <p:nvPr>
            <p:extLst>
              <p:ext uri="{D42A27DB-BD31-4B8C-83A1-F6EECF244321}">
                <p14:modId xmlns:p14="http://schemas.microsoft.com/office/powerpoint/2010/main" val="4045862765"/>
              </p:ext>
            </p:extLst>
          </p:nvPr>
        </p:nvGraphicFramePr>
        <p:xfrm>
          <a:off x="1379984" y="5030336"/>
          <a:ext cx="6096000" cy="111252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3235307922"/>
                    </a:ext>
                  </a:extLst>
                </a:gridCol>
                <a:gridCol w="1219200">
                  <a:extLst>
                    <a:ext uri="{9D8B030D-6E8A-4147-A177-3AD203B41FA5}">
                      <a16:colId xmlns:a16="http://schemas.microsoft.com/office/drawing/2014/main" val="2536705345"/>
                    </a:ext>
                  </a:extLst>
                </a:gridCol>
                <a:gridCol w="1219200">
                  <a:extLst>
                    <a:ext uri="{9D8B030D-6E8A-4147-A177-3AD203B41FA5}">
                      <a16:colId xmlns:a16="http://schemas.microsoft.com/office/drawing/2014/main" val="1709911698"/>
                    </a:ext>
                  </a:extLst>
                </a:gridCol>
                <a:gridCol w="1219200">
                  <a:extLst>
                    <a:ext uri="{9D8B030D-6E8A-4147-A177-3AD203B41FA5}">
                      <a16:colId xmlns:a16="http://schemas.microsoft.com/office/drawing/2014/main" val="47955736"/>
                    </a:ext>
                  </a:extLst>
                </a:gridCol>
                <a:gridCol w="1219200">
                  <a:extLst>
                    <a:ext uri="{9D8B030D-6E8A-4147-A177-3AD203B41FA5}">
                      <a16:colId xmlns:a16="http://schemas.microsoft.com/office/drawing/2014/main" val="1629469067"/>
                    </a:ext>
                  </a:extLst>
                </a:gridCol>
              </a:tblGrid>
              <a:tr h="370840">
                <a:tc>
                  <a:txBody>
                    <a:bodyPr/>
                    <a:lstStyle/>
                    <a:p>
                      <a:pPr algn="ctr"/>
                      <a:endParaRPr lang="en-MY"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MY" dirty="0"/>
                        <a:t>00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01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11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10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14771426"/>
                  </a:ext>
                </a:extLst>
              </a:tr>
              <a:tr h="370840">
                <a:tc>
                  <a:txBody>
                    <a:bodyPr/>
                    <a:lstStyle/>
                    <a:p>
                      <a:pPr algn="ctr"/>
                      <a:r>
                        <a:rPr lang="en-MY" dirty="0"/>
                        <a:t>0</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MY"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MY" dirty="0"/>
                    </a:p>
                  </a:txBody>
                  <a:tcPr anchor="ctr">
                    <a:lnT w="12700" cap="flat" cmpd="sng" algn="ctr">
                      <a:solidFill>
                        <a:schemeClr val="tx1"/>
                      </a:solidFill>
                      <a:prstDash val="solid"/>
                      <a:round/>
                      <a:headEnd type="none" w="med" len="med"/>
                      <a:tailEnd type="none" w="med" len="med"/>
                    </a:lnT>
                  </a:tcPr>
                </a:tc>
                <a:tc>
                  <a:txBody>
                    <a:bodyPr/>
                    <a:lstStyle/>
                    <a:p>
                      <a:pPr algn="ctr"/>
                      <a:r>
                        <a:rPr lang="en-MY" dirty="0"/>
                        <a:t>1</a:t>
                      </a:r>
                    </a:p>
                  </a:txBody>
                  <a:tcPr anchor="ctr">
                    <a:lnT w="12700" cap="flat" cmpd="sng" algn="ctr">
                      <a:solidFill>
                        <a:schemeClr val="tx1"/>
                      </a:solidFill>
                      <a:prstDash val="solid"/>
                      <a:round/>
                      <a:headEnd type="none" w="med" len="med"/>
                      <a:tailEnd type="none" w="med" len="med"/>
                    </a:lnT>
                  </a:tcPr>
                </a:tc>
                <a:tc>
                  <a:txBody>
                    <a:bodyPr/>
                    <a:lstStyle/>
                    <a:p>
                      <a:pPr algn="ctr"/>
                      <a:r>
                        <a:rPr lang="en-MY" dirty="0"/>
                        <a:t>1</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48153707"/>
                  </a:ext>
                </a:extLst>
              </a:tr>
              <a:tr h="370840">
                <a:tc>
                  <a:txBody>
                    <a:bodyPr/>
                    <a:lstStyle/>
                    <a:p>
                      <a:pPr algn="ctr"/>
                      <a:r>
                        <a:rPr lang="en-MY" dirty="0"/>
                        <a:t>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MY" dirty="0"/>
                    </a:p>
                  </a:txBody>
                  <a:tcPr anchor="ctr">
                    <a:lnL w="12700" cap="flat" cmpd="sng" algn="ctr">
                      <a:solidFill>
                        <a:schemeClr val="tx1"/>
                      </a:solidFill>
                      <a:prstDash val="solid"/>
                      <a:round/>
                      <a:headEnd type="none" w="med" len="med"/>
                      <a:tailEnd type="none" w="med" len="med"/>
                    </a:lnL>
                  </a:tcPr>
                </a:tc>
                <a:tc>
                  <a:txBody>
                    <a:bodyPr/>
                    <a:lstStyle/>
                    <a:p>
                      <a:pPr algn="ctr"/>
                      <a:endParaRPr lang="en-MY" dirty="0"/>
                    </a:p>
                  </a:txBody>
                  <a:tcPr anchor="ctr"/>
                </a:tc>
                <a:tc>
                  <a:txBody>
                    <a:bodyPr/>
                    <a:lstStyle/>
                    <a:p>
                      <a:pPr algn="ctr"/>
                      <a:endParaRPr lang="en-MY" dirty="0"/>
                    </a:p>
                  </a:txBody>
                  <a:tcPr anchor="ctr"/>
                </a:tc>
                <a:tc>
                  <a:txBody>
                    <a:bodyPr/>
                    <a:lstStyle/>
                    <a:p>
                      <a:pPr algn="ctr"/>
                      <a:r>
                        <a:rPr lang="en-MY" dirty="0"/>
                        <a:t>1</a:t>
                      </a:r>
                    </a:p>
                  </a:txBody>
                  <a:tcPr anchor="ctr"/>
                </a:tc>
                <a:extLst>
                  <a:ext uri="{0D108BD9-81ED-4DB2-BD59-A6C34878D82A}">
                    <a16:rowId xmlns:a16="http://schemas.microsoft.com/office/drawing/2014/main" val="2058219489"/>
                  </a:ext>
                </a:extLst>
              </a:tr>
            </a:tbl>
          </a:graphicData>
        </a:graphic>
      </p:graphicFrame>
      <p:sp>
        <p:nvSpPr>
          <p:cNvPr id="4" name="Left Brace 3">
            <a:extLst>
              <a:ext uri="{FF2B5EF4-FFF2-40B4-BE49-F238E27FC236}">
                <a16:creationId xmlns:a16="http://schemas.microsoft.com/office/drawing/2014/main" id="{4CC7946D-C9EB-6781-3FB1-4A947BA42A08}"/>
              </a:ext>
            </a:extLst>
          </p:cNvPr>
          <p:cNvSpPr/>
          <p:nvPr/>
        </p:nvSpPr>
        <p:spPr>
          <a:xfrm>
            <a:off x="863588" y="5052784"/>
            <a:ext cx="360040" cy="111252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5" name="TextBox 4">
            <a:extLst>
              <a:ext uri="{FF2B5EF4-FFF2-40B4-BE49-F238E27FC236}">
                <a16:creationId xmlns:a16="http://schemas.microsoft.com/office/drawing/2014/main" id="{9E2AF773-A450-D805-1620-0B0118EDCB79}"/>
              </a:ext>
            </a:extLst>
          </p:cNvPr>
          <p:cNvSpPr txBox="1"/>
          <p:nvPr/>
        </p:nvSpPr>
        <p:spPr>
          <a:xfrm>
            <a:off x="368678" y="5408989"/>
            <a:ext cx="338554" cy="400110"/>
          </a:xfrm>
          <a:prstGeom prst="rect">
            <a:avLst/>
          </a:prstGeom>
          <a:noFill/>
        </p:spPr>
        <p:txBody>
          <a:bodyPr wrap="none" rtlCol="0">
            <a:spAutoFit/>
          </a:bodyPr>
          <a:lstStyle/>
          <a:p>
            <a:r>
              <a:rPr lang="en-MY" dirty="0"/>
              <a:t>A</a:t>
            </a:r>
          </a:p>
        </p:txBody>
      </p:sp>
      <p:sp>
        <p:nvSpPr>
          <p:cNvPr id="6" name="Left Brace 5">
            <a:extLst>
              <a:ext uri="{FF2B5EF4-FFF2-40B4-BE49-F238E27FC236}">
                <a16:creationId xmlns:a16="http://schemas.microsoft.com/office/drawing/2014/main" id="{93F0B996-AAA4-1471-34DB-8684FB6E95BF}"/>
              </a:ext>
            </a:extLst>
          </p:cNvPr>
          <p:cNvSpPr/>
          <p:nvPr/>
        </p:nvSpPr>
        <p:spPr>
          <a:xfrm rot="5400000">
            <a:off x="4259456" y="1646808"/>
            <a:ext cx="360040" cy="6118984"/>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7" name="TextBox 6">
            <a:extLst>
              <a:ext uri="{FF2B5EF4-FFF2-40B4-BE49-F238E27FC236}">
                <a16:creationId xmlns:a16="http://schemas.microsoft.com/office/drawing/2014/main" id="{289639D1-B12E-4ACD-85C6-341A61E8CAFA}"/>
              </a:ext>
            </a:extLst>
          </p:cNvPr>
          <p:cNvSpPr txBox="1"/>
          <p:nvPr/>
        </p:nvSpPr>
        <p:spPr>
          <a:xfrm>
            <a:off x="4211960" y="4133517"/>
            <a:ext cx="490519" cy="400110"/>
          </a:xfrm>
          <a:prstGeom prst="rect">
            <a:avLst/>
          </a:prstGeom>
          <a:noFill/>
        </p:spPr>
        <p:txBody>
          <a:bodyPr wrap="none" rtlCol="0">
            <a:spAutoFit/>
          </a:bodyPr>
          <a:lstStyle/>
          <a:p>
            <a:r>
              <a:rPr lang="en-MY" dirty="0"/>
              <a:t>BC</a:t>
            </a:r>
          </a:p>
        </p:txBody>
      </p:sp>
      <p:pic>
        <p:nvPicPr>
          <p:cNvPr id="8" name="Picture 7">
            <a:extLst>
              <a:ext uri="{FF2B5EF4-FFF2-40B4-BE49-F238E27FC236}">
                <a16:creationId xmlns:a16="http://schemas.microsoft.com/office/drawing/2014/main" id="{617EE3FC-8AD9-3CED-6469-BD802C7C746D}"/>
              </a:ext>
            </a:extLst>
          </p:cNvPr>
          <p:cNvPicPr>
            <a:picLocks noChangeAspect="1"/>
          </p:cNvPicPr>
          <p:nvPr/>
        </p:nvPicPr>
        <p:blipFill rotWithShape="1">
          <a:blip r:embed="rId4"/>
          <a:srcRect r="15329" b="7430"/>
          <a:stretch/>
        </p:blipFill>
        <p:spPr>
          <a:xfrm>
            <a:off x="2267744" y="158552"/>
            <a:ext cx="4032448" cy="576064"/>
          </a:xfrm>
          <a:prstGeom prst="rect">
            <a:avLst/>
          </a:prstGeom>
        </p:spPr>
      </p:pic>
      <p:sp>
        <p:nvSpPr>
          <p:cNvPr id="12" name="Rectangle 11">
            <a:extLst>
              <a:ext uri="{FF2B5EF4-FFF2-40B4-BE49-F238E27FC236}">
                <a16:creationId xmlns:a16="http://schemas.microsoft.com/office/drawing/2014/main" id="{3BF1414D-D157-28FB-50B4-EB9C96FE47C4}"/>
              </a:ext>
            </a:extLst>
          </p:cNvPr>
          <p:cNvSpPr/>
          <p:nvPr/>
        </p:nvSpPr>
        <p:spPr>
          <a:xfrm>
            <a:off x="1881122" y="2060848"/>
            <a:ext cx="5067142" cy="288032"/>
          </a:xfrm>
          <a:prstGeom prst="rect">
            <a:avLst/>
          </a:prstGeom>
          <a:solidFill>
            <a:schemeClr val="accent6">
              <a:alpha val="3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12">
            <a:extLst>
              <a:ext uri="{FF2B5EF4-FFF2-40B4-BE49-F238E27FC236}">
                <a16:creationId xmlns:a16="http://schemas.microsoft.com/office/drawing/2014/main" id="{9926BF7B-DF5A-CE81-B50F-2CD8F1AC8FD3}"/>
              </a:ext>
            </a:extLst>
          </p:cNvPr>
          <p:cNvSpPr/>
          <p:nvPr/>
        </p:nvSpPr>
        <p:spPr>
          <a:xfrm>
            <a:off x="1881122" y="2378805"/>
            <a:ext cx="5067142" cy="288032"/>
          </a:xfrm>
          <a:prstGeom prst="rect">
            <a:avLst/>
          </a:prstGeom>
          <a:solidFill>
            <a:schemeClr val="accent6">
              <a:alpha val="3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Rectangle 13">
            <a:extLst>
              <a:ext uri="{FF2B5EF4-FFF2-40B4-BE49-F238E27FC236}">
                <a16:creationId xmlns:a16="http://schemas.microsoft.com/office/drawing/2014/main" id="{801BD1F3-0C08-E657-612E-902769C3239F}"/>
              </a:ext>
            </a:extLst>
          </p:cNvPr>
          <p:cNvSpPr/>
          <p:nvPr/>
        </p:nvSpPr>
        <p:spPr>
          <a:xfrm>
            <a:off x="1881122" y="3316047"/>
            <a:ext cx="5067142" cy="288032"/>
          </a:xfrm>
          <a:prstGeom prst="rect">
            <a:avLst/>
          </a:prstGeom>
          <a:solidFill>
            <a:schemeClr val="accent6">
              <a:alpha val="3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Slide Number Placeholder 8">
            <a:extLst>
              <a:ext uri="{FF2B5EF4-FFF2-40B4-BE49-F238E27FC236}">
                <a16:creationId xmlns:a16="http://schemas.microsoft.com/office/drawing/2014/main" id="{0E38A215-2F98-30D6-0876-A437697D5D0C}"/>
              </a:ext>
            </a:extLst>
          </p:cNvPr>
          <p:cNvSpPr>
            <a:spLocks noGrp="1"/>
          </p:cNvSpPr>
          <p:nvPr>
            <p:ph type="sldNum" sz="quarter" idx="12"/>
          </p:nvPr>
        </p:nvSpPr>
        <p:spPr/>
        <p:txBody>
          <a:bodyPr/>
          <a:lstStyle/>
          <a:p>
            <a:pPr>
              <a:defRPr/>
            </a:pPr>
            <a:fld id="{C80DB997-564C-4C45-82C5-01CC3F0E549C}" type="slidenum">
              <a:rPr lang="en-US" altLang="en-US" smtClean="0"/>
              <a:pPr>
                <a:defRPr/>
              </a:pPr>
              <a:t>61</a:t>
            </a:fld>
            <a:endParaRPr lang="en-US" altLang="en-US"/>
          </a:p>
        </p:txBody>
      </p:sp>
    </p:spTree>
    <p:extLst>
      <p:ext uri="{BB962C8B-B14F-4D97-AF65-F5344CB8AC3E}">
        <p14:creationId xmlns:p14="http://schemas.microsoft.com/office/powerpoint/2010/main" val="6709925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D6E0B8-4247-15F0-D1E6-F98CDFB2DEEF}"/>
              </a:ext>
            </a:extLst>
          </p:cNvPr>
          <p:cNvPicPr>
            <a:picLocks noChangeAspect="1"/>
          </p:cNvPicPr>
          <p:nvPr/>
        </p:nvPicPr>
        <p:blipFill rotWithShape="1">
          <a:blip r:embed="rId3"/>
          <a:srcRect r="4698" b="5219"/>
          <a:stretch/>
        </p:blipFill>
        <p:spPr>
          <a:xfrm>
            <a:off x="1763688" y="816308"/>
            <a:ext cx="5328592" cy="3281545"/>
          </a:xfrm>
          <a:prstGeom prst="rect">
            <a:avLst/>
          </a:prstGeom>
        </p:spPr>
      </p:pic>
      <p:graphicFrame>
        <p:nvGraphicFramePr>
          <p:cNvPr id="3" name="Table 2">
            <a:extLst>
              <a:ext uri="{FF2B5EF4-FFF2-40B4-BE49-F238E27FC236}">
                <a16:creationId xmlns:a16="http://schemas.microsoft.com/office/drawing/2014/main" id="{E380927B-D629-5864-A52A-7ED9B2D2B214}"/>
              </a:ext>
            </a:extLst>
          </p:cNvPr>
          <p:cNvGraphicFramePr>
            <a:graphicFrameLocks noGrp="1"/>
          </p:cNvGraphicFramePr>
          <p:nvPr>
            <p:extLst>
              <p:ext uri="{D42A27DB-BD31-4B8C-83A1-F6EECF244321}">
                <p14:modId xmlns:p14="http://schemas.microsoft.com/office/powerpoint/2010/main" val="2162701274"/>
              </p:ext>
            </p:extLst>
          </p:nvPr>
        </p:nvGraphicFramePr>
        <p:xfrm>
          <a:off x="1763688" y="4808937"/>
          <a:ext cx="3657600" cy="185420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3235307922"/>
                    </a:ext>
                  </a:extLst>
                </a:gridCol>
                <a:gridCol w="1219200">
                  <a:extLst>
                    <a:ext uri="{9D8B030D-6E8A-4147-A177-3AD203B41FA5}">
                      <a16:colId xmlns:a16="http://schemas.microsoft.com/office/drawing/2014/main" val="2536705345"/>
                    </a:ext>
                  </a:extLst>
                </a:gridCol>
                <a:gridCol w="1219200">
                  <a:extLst>
                    <a:ext uri="{9D8B030D-6E8A-4147-A177-3AD203B41FA5}">
                      <a16:colId xmlns:a16="http://schemas.microsoft.com/office/drawing/2014/main" val="1709911698"/>
                    </a:ext>
                  </a:extLst>
                </a:gridCol>
              </a:tblGrid>
              <a:tr h="370840">
                <a:tc>
                  <a:txBody>
                    <a:bodyPr/>
                    <a:lstStyle/>
                    <a:p>
                      <a:pPr algn="ctr"/>
                      <a:endParaRPr lang="en-MY"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MY"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14771426"/>
                  </a:ext>
                </a:extLst>
              </a:tr>
              <a:tr h="370840">
                <a:tc>
                  <a:txBody>
                    <a:bodyPr/>
                    <a:lstStyle/>
                    <a:p>
                      <a:pPr algn="ctr"/>
                      <a:r>
                        <a:rPr lang="en-MY" dirty="0"/>
                        <a:t>00</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MY"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MY"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48153707"/>
                  </a:ext>
                </a:extLst>
              </a:tr>
              <a:tr h="370840">
                <a:tc>
                  <a:txBody>
                    <a:bodyPr/>
                    <a:lstStyle/>
                    <a:p>
                      <a:pPr algn="ctr"/>
                      <a:r>
                        <a:rPr lang="en-MY" dirty="0"/>
                        <a:t>01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MY" dirty="0"/>
                        <a:t>1</a:t>
                      </a:r>
                    </a:p>
                  </a:txBody>
                  <a:tcPr anchor="ctr">
                    <a:lnL w="12700" cap="flat" cmpd="sng" algn="ctr">
                      <a:solidFill>
                        <a:schemeClr val="tx1"/>
                      </a:solidFill>
                      <a:prstDash val="solid"/>
                      <a:round/>
                      <a:headEnd type="none" w="med" len="med"/>
                      <a:tailEnd type="none" w="med" len="med"/>
                    </a:lnL>
                  </a:tcPr>
                </a:tc>
                <a:tc>
                  <a:txBody>
                    <a:bodyPr/>
                    <a:lstStyle/>
                    <a:p>
                      <a:pPr algn="ctr"/>
                      <a:r>
                        <a:rPr lang="en-MY" dirty="0"/>
                        <a:t>1</a:t>
                      </a:r>
                    </a:p>
                  </a:txBody>
                  <a:tcPr anchor="ctr"/>
                </a:tc>
                <a:extLst>
                  <a:ext uri="{0D108BD9-81ED-4DB2-BD59-A6C34878D82A}">
                    <a16:rowId xmlns:a16="http://schemas.microsoft.com/office/drawing/2014/main" val="2992046788"/>
                  </a:ext>
                </a:extLst>
              </a:tr>
              <a:tr h="370840">
                <a:tc>
                  <a:txBody>
                    <a:bodyPr/>
                    <a:lstStyle/>
                    <a:p>
                      <a:pPr algn="ctr"/>
                      <a:r>
                        <a:rPr lang="en-MY" dirty="0"/>
                        <a:t>11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MY" dirty="0"/>
                        <a:t>1</a:t>
                      </a:r>
                    </a:p>
                  </a:txBody>
                  <a:tcPr anchor="ctr">
                    <a:lnL w="12700" cap="flat" cmpd="sng" algn="ctr">
                      <a:solidFill>
                        <a:schemeClr val="tx1"/>
                      </a:solidFill>
                      <a:prstDash val="solid"/>
                      <a:round/>
                      <a:headEnd type="none" w="med" len="med"/>
                      <a:tailEnd type="none" w="med" len="med"/>
                    </a:lnL>
                  </a:tcPr>
                </a:tc>
                <a:tc>
                  <a:txBody>
                    <a:bodyPr/>
                    <a:lstStyle/>
                    <a:p>
                      <a:pPr algn="ctr"/>
                      <a:endParaRPr lang="en-MY" dirty="0"/>
                    </a:p>
                  </a:txBody>
                  <a:tcPr anchor="ctr"/>
                </a:tc>
                <a:extLst>
                  <a:ext uri="{0D108BD9-81ED-4DB2-BD59-A6C34878D82A}">
                    <a16:rowId xmlns:a16="http://schemas.microsoft.com/office/drawing/2014/main" val="287878692"/>
                  </a:ext>
                </a:extLst>
              </a:tr>
              <a:tr h="370840">
                <a:tc>
                  <a:txBody>
                    <a:bodyPr/>
                    <a:lstStyle/>
                    <a:p>
                      <a:pPr algn="ctr"/>
                      <a:r>
                        <a:rPr lang="en-MY" dirty="0"/>
                        <a:t>10</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MY" dirty="0"/>
                    </a:p>
                  </a:txBody>
                  <a:tcPr anchor="ctr">
                    <a:lnL w="12700" cap="flat" cmpd="sng" algn="ctr">
                      <a:solidFill>
                        <a:schemeClr val="tx1"/>
                      </a:solidFill>
                      <a:prstDash val="solid"/>
                      <a:round/>
                      <a:headEnd type="none" w="med" len="med"/>
                      <a:tailEnd type="none" w="med" len="med"/>
                    </a:lnL>
                  </a:tcPr>
                </a:tc>
                <a:tc>
                  <a:txBody>
                    <a:bodyPr/>
                    <a:lstStyle/>
                    <a:p>
                      <a:pPr algn="ctr"/>
                      <a:endParaRPr lang="en-MY" dirty="0"/>
                    </a:p>
                  </a:txBody>
                  <a:tcPr anchor="ctr"/>
                </a:tc>
                <a:extLst>
                  <a:ext uri="{0D108BD9-81ED-4DB2-BD59-A6C34878D82A}">
                    <a16:rowId xmlns:a16="http://schemas.microsoft.com/office/drawing/2014/main" val="2058219489"/>
                  </a:ext>
                </a:extLst>
              </a:tr>
            </a:tbl>
          </a:graphicData>
        </a:graphic>
      </p:graphicFrame>
      <p:sp>
        <p:nvSpPr>
          <p:cNvPr id="4" name="Left Brace 3">
            <a:extLst>
              <a:ext uri="{FF2B5EF4-FFF2-40B4-BE49-F238E27FC236}">
                <a16:creationId xmlns:a16="http://schemas.microsoft.com/office/drawing/2014/main" id="{4CC7946D-C9EB-6781-3FB1-4A947BA42A08}"/>
              </a:ext>
            </a:extLst>
          </p:cNvPr>
          <p:cNvSpPr/>
          <p:nvPr/>
        </p:nvSpPr>
        <p:spPr>
          <a:xfrm>
            <a:off x="1643336" y="5206865"/>
            <a:ext cx="360040" cy="1456272"/>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5" name="TextBox 4">
            <a:extLst>
              <a:ext uri="{FF2B5EF4-FFF2-40B4-BE49-F238E27FC236}">
                <a16:creationId xmlns:a16="http://schemas.microsoft.com/office/drawing/2014/main" id="{9E2AF773-A450-D805-1620-0B0118EDCB79}"/>
              </a:ext>
            </a:extLst>
          </p:cNvPr>
          <p:cNvSpPr txBox="1"/>
          <p:nvPr/>
        </p:nvSpPr>
        <p:spPr>
          <a:xfrm>
            <a:off x="1093924" y="5739435"/>
            <a:ext cx="489236" cy="400110"/>
          </a:xfrm>
          <a:prstGeom prst="rect">
            <a:avLst/>
          </a:prstGeom>
          <a:noFill/>
        </p:spPr>
        <p:txBody>
          <a:bodyPr wrap="none" rtlCol="0">
            <a:spAutoFit/>
          </a:bodyPr>
          <a:lstStyle/>
          <a:p>
            <a:r>
              <a:rPr lang="en-MY" dirty="0"/>
              <a:t>AB</a:t>
            </a:r>
          </a:p>
        </p:txBody>
      </p:sp>
      <p:sp>
        <p:nvSpPr>
          <p:cNvPr id="6" name="Left Brace 5">
            <a:extLst>
              <a:ext uri="{FF2B5EF4-FFF2-40B4-BE49-F238E27FC236}">
                <a16:creationId xmlns:a16="http://schemas.microsoft.com/office/drawing/2014/main" id="{93F0B996-AAA4-1471-34DB-8684FB6E95BF}"/>
              </a:ext>
            </a:extLst>
          </p:cNvPr>
          <p:cNvSpPr/>
          <p:nvPr/>
        </p:nvSpPr>
        <p:spPr>
          <a:xfrm rot="5400000">
            <a:off x="4000364" y="3469978"/>
            <a:ext cx="360040" cy="248180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7" name="TextBox 6">
            <a:extLst>
              <a:ext uri="{FF2B5EF4-FFF2-40B4-BE49-F238E27FC236}">
                <a16:creationId xmlns:a16="http://schemas.microsoft.com/office/drawing/2014/main" id="{289639D1-B12E-4ACD-85C6-341A61E8CAFA}"/>
              </a:ext>
            </a:extLst>
          </p:cNvPr>
          <p:cNvSpPr txBox="1"/>
          <p:nvPr/>
        </p:nvSpPr>
        <p:spPr>
          <a:xfrm>
            <a:off x="4011107" y="4063126"/>
            <a:ext cx="338554" cy="400110"/>
          </a:xfrm>
          <a:prstGeom prst="rect">
            <a:avLst/>
          </a:prstGeom>
          <a:noFill/>
        </p:spPr>
        <p:txBody>
          <a:bodyPr wrap="none" rtlCol="0">
            <a:spAutoFit/>
          </a:bodyPr>
          <a:lstStyle/>
          <a:p>
            <a:r>
              <a:rPr lang="en-MY" dirty="0"/>
              <a:t>C</a:t>
            </a:r>
          </a:p>
        </p:txBody>
      </p:sp>
      <p:pic>
        <p:nvPicPr>
          <p:cNvPr id="8" name="Picture 7">
            <a:extLst>
              <a:ext uri="{FF2B5EF4-FFF2-40B4-BE49-F238E27FC236}">
                <a16:creationId xmlns:a16="http://schemas.microsoft.com/office/drawing/2014/main" id="{617EE3FC-8AD9-3CED-6469-BD802C7C746D}"/>
              </a:ext>
            </a:extLst>
          </p:cNvPr>
          <p:cNvPicPr>
            <a:picLocks noChangeAspect="1"/>
          </p:cNvPicPr>
          <p:nvPr/>
        </p:nvPicPr>
        <p:blipFill rotWithShape="1">
          <a:blip r:embed="rId4"/>
          <a:srcRect r="15329" b="7430"/>
          <a:stretch/>
        </p:blipFill>
        <p:spPr>
          <a:xfrm>
            <a:off x="2267744" y="158552"/>
            <a:ext cx="4032448" cy="576064"/>
          </a:xfrm>
          <a:prstGeom prst="rect">
            <a:avLst/>
          </a:prstGeom>
        </p:spPr>
      </p:pic>
      <p:sp>
        <p:nvSpPr>
          <p:cNvPr id="12" name="Rectangle 11">
            <a:extLst>
              <a:ext uri="{FF2B5EF4-FFF2-40B4-BE49-F238E27FC236}">
                <a16:creationId xmlns:a16="http://schemas.microsoft.com/office/drawing/2014/main" id="{3BF1414D-D157-28FB-50B4-EB9C96FE47C4}"/>
              </a:ext>
            </a:extLst>
          </p:cNvPr>
          <p:cNvSpPr/>
          <p:nvPr/>
        </p:nvSpPr>
        <p:spPr>
          <a:xfrm>
            <a:off x="1881122" y="2060848"/>
            <a:ext cx="5067142" cy="288032"/>
          </a:xfrm>
          <a:prstGeom prst="rect">
            <a:avLst/>
          </a:prstGeom>
          <a:solidFill>
            <a:schemeClr val="accent6">
              <a:alpha val="3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12">
            <a:extLst>
              <a:ext uri="{FF2B5EF4-FFF2-40B4-BE49-F238E27FC236}">
                <a16:creationId xmlns:a16="http://schemas.microsoft.com/office/drawing/2014/main" id="{9926BF7B-DF5A-CE81-B50F-2CD8F1AC8FD3}"/>
              </a:ext>
            </a:extLst>
          </p:cNvPr>
          <p:cNvSpPr/>
          <p:nvPr/>
        </p:nvSpPr>
        <p:spPr>
          <a:xfrm>
            <a:off x="1881122" y="2378805"/>
            <a:ext cx="5067142" cy="288032"/>
          </a:xfrm>
          <a:prstGeom prst="rect">
            <a:avLst/>
          </a:prstGeom>
          <a:solidFill>
            <a:schemeClr val="accent6">
              <a:alpha val="3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Rectangle 13">
            <a:extLst>
              <a:ext uri="{FF2B5EF4-FFF2-40B4-BE49-F238E27FC236}">
                <a16:creationId xmlns:a16="http://schemas.microsoft.com/office/drawing/2014/main" id="{801BD1F3-0C08-E657-612E-902769C3239F}"/>
              </a:ext>
            </a:extLst>
          </p:cNvPr>
          <p:cNvSpPr/>
          <p:nvPr/>
        </p:nvSpPr>
        <p:spPr>
          <a:xfrm>
            <a:off x="1881122" y="3316047"/>
            <a:ext cx="5067142" cy="288032"/>
          </a:xfrm>
          <a:prstGeom prst="rect">
            <a:avLst/>
          </a:prstGeom>
          <a:solidFill>
            <a:schemeClr val="accent6">
              <a:alpha val="3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Slide Number Placeholder 8">
            <a:extLst>
              <a:ext uri="{FF2B5EF4-FFF2-40B4-BE49-F238E27FC236}">
                <a16:creationId xmlns:a16="http://schemas.microsoft.com/office/drawing/2014/main" id="{8684BBAB-FF9F-B4E6-D5EE-53C72AD1601C}"/>
              </a:ext>
            </a:extLst>
          </p:cNvPr>
          <p:cNvSpPr>
            <a:spLocks noGrp="1"/>
          </p:cNvSpPr>
          <p:nvPr>
            <p:ph type="sldNum" sz="quarter" idx="12"/>
          </p:nvPr>
        </p:nvSpPr>
        <p:spPr/>
        <p:txBody>
          <a:bodyPr/>
          <a:lstStyle/>
          <a:p>
            <a:pPr>
              <a:defRPr/>
            </a:pPr>
            <a:fld id="{C80DB997-564C-4C45-82C5-01CC3F0E549C}" type="slidenum">
              <a:rPr lang="en-US" altLang="en-US" smtClean="0"/>
              <a:pPr>
                <a:defRPr/>
              </a:pPr>
              <a:t>62</a:t>
            </a:fld>
            <a:endParaRPr lang="en-US" altLang="en-US"/>
          </a:p>
        </p:txBody>
      </p:sp>
    </p:spTree>
    <p:extLst>
      <p:ext uri="{BB962C8B-B14F-4D97-AF65-F5344CB8AC3E}">
        <p14:creationId xmlns:p14="http://schemas.microsoft.com/office/powerpoint/2010/main" val="2217432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77BFB4-0B8A-EF25-3D91-C9864FAE9F2B}"/>
              </a:ext>
            </a:extLst>
          </p:cNvPr>
          <p:cNvPicPr>
            <a:picLocks noChangeAspect="1"/>
          </p:cNvPicPr>
          <p:nvPr/>
        </p:nvPicPr>
        <p:blipFill>
          <a:blip r:embed="rId2"/>
          <a:stretch>
            <a:fillRect/>
          </a:stretch>
        </p:blipFill>
        <p:spPr>
          <a:xfrm>
            <a:off x="323528" y="188640"/>
            <a:ext cx="4709715" cy="3669417"/>
          </a:xfrm>
          <a:prstGeom prst="rect">
            <a:avLst/>
          </a:prstGeom>
        </p:spPr>
      </p:pic>
      <p:graphicFrame>
        <p:nvGraphicFramePr>
          <p:cNvPr id="3" name="Table 2">
            <a:extLst>
              <a:ext uri="{FF2B5EF4-FFF2-40B4-BE49-F238E27FC236}">
                <a16:creationId xmlns:a16="http://schemas.microsoft.com/office/drawing/2014/main" id="{D0A0F654-D2F0-FF4F-F44B-FCB5A3269150}"/>
              </a:ext>
            </a:extLst>
          </p:cNvPr>
          <p:cNvGraphicFramePr>
            <a:graphicFrameLocks noGrp="1"/>
          </p:cNvGraphicFramePr>
          <p:nvPr>
            <p:extLst>
              <p:ext uri="{D42A27DB-BD31-4B8C-83A1-F6EECF244321}">
                <p14:modId xmlns:p14="http://schemas.microsoft.com/office/powerpoint/2010/main" val="3009934171"/>
              </p:ext>
            </p:extLst>
          </p:nvPr>
        </p:nvGraphicFramePr>
        <p:xfrm>
          <a:off x="5756468" y="3645243"/>
          <a:ext cx="2438400" cy="74168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47955736"/>
                    </a:ext>
                  </a:extLst>
                </a:gridCol>
                <a:gridCol w="609600">
                  <a:extLst>
                    <a:ext uri="{9D8B030D-6E8A-4147-A177-3AD203B41FA5}">
                      <a16:colId xmlns:a16="http://schemas.microsoft.com/office/drawing/2014/main" val="1629469067"/>
                    </a:ext>
                  </a:extLst>
                </a:gridCol>
                <a:gridCol w="609600">
                  <a:extLst>
                    <a:ext uri="{9D8B030D-6E8A-4147-A177-3AD203B41FA5}">
                      <a16:colId xmlns:a16="http://schemas.microsoft.com/office/drawing/2014/main" val="2979338394"/>
                    </a:ext>
                  </a:extLst>
                </a:gridCol>
                <a:gridCol w="609600">
                  <a:extLst>
                    <a:ext uri="{9D8B030D-6E8A-4147-A177-3AD203B41FA5}">
                      <a16:colId xmlns:a16="http://schemas.microsoft.com/office/drawing/2014/main" val="2493541393"/>
                    </a:ext>
                  </a:extLst>
                </a:gridCol>
              </a:tblGrid>
              <a:tr h="370840">
                <a:tc>
                  <a:txBody>
                    <a:bodyPr/>
                    <a:lstStyle/>
                    <a:p>
                      <a:pPr algn="ctr"/>
                      <a:r>
                        <a:rPr lang="en-MY" dirty="0"/>
                        <a:t>00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01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11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10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14771426"/>
                  </a:ext>
                </a:extLst>
              </a:tr>
              <a:tr h="370840">
                <a:tc>
                  <a:txBody>
                    <a:bodyPr/>
                    <a:lstStyle/>
                    <a:p>
                      <a:pPr algn="ctr"/>
                      <a:endParaRPr lang="en-MY"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MY" dirty="0"/>
                        <a:t>1</a:t>
                      </a:r>
                    </a:p>
                  </a:txBody>
                  <a:tcPr anchor="ctr">
                    <a:lnT w="12700" cap="flat" cmpd="sng" algn="ctr">
                      <a:solidFill>
                        <a:schemeClr val="tx1"/>
                      </a:solidFill>
                      <a:prstDash val="solid"/>
                      <a:round/>
                      <a:headEnd type="none" w="med" len="med"/>
                      <a:tailEnd type="none" w="med" len="med"/>
                    </a:lnT>
                  </a:tcPr>
                </a:tc>
                <a:tc>
                  <a:txBody>
                    <a:bodyPr/>
                    <a:lstStyle/>
                    <a:p>
                      <a:pPr algn="ctr"/>
                      <a:endParaRPr lang="en-MY" dirty="0"/>
                    </a:p>
                  </a:txBody>
                  <a:tcPr anchor="ctr">
                    <a:lnT w="12700" cap="flat" cmpd="sng" algn="ctr">
                      <a:solidFill>
                        <a:schemeClr val="tx1"/>
                      </a:solidFill>
                      <a:prstDash val="solid"/>
                      <a:round/>
                      <a:headEnd type="none" w="med" len="med"/>
                      <a:tailEnd type="none" w="med" len="med"/>
                    </a:lnT>
                  </a:tcPr>
                </a:tc>
                <a:tc>
                  <a:txBody>
                    <a:bodyPr/>
                    <a:lstStyle/>
                    <a:p>
                      <a:pPr algn="ctr"/>
                      <a:r>
                        <a:rPr lang="en-MY" dirty="0"/>
                        <a:t>1</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48153707"/>
                  </a:ext>
                </a:extLst>
              </a:tr>
            </a:tbl>
          </a:graphicData>
        </a:graphic>
      </p:graphicFrame>
      <p:graphicFrame>
        <p:nvGraphicFramePr>
          <p:cNvPr id="4" name="Table 3">
            <a:extLst>
              <a:ext uri="{FF2B5EF4-FFF2-40B4-BE49-F238E27FC236}">
                <a16:creationId xmlns:a16="http://schemas.microsoft.com/office/drawing/2014/main" id="{F7B9C065-3C9F-4107-F426-6A7ED3C4CFAF}"/>
              </a:ext>
            </a:extLst>
          </p:cNvPr>
          <p:cNvGraphicFramePr>
            <a:graphicFrameLocks noGrp="1"/>
          </p:cNvGraphicFramePr>
          <p:nvPr>
            <p:extLst>
              <p:ext uri="{D42A27DB-BD31-4B8C-83A1-F6EECF244321}">
                <p14:modId xmlns:p14="http://schemas.microsoft.com/office/powerpoint/2010/main" val="1393621585"/>
              </p:ext>
            </p:extLst>
          </p:nvPr>
        </p:nvGraphicFramePr>
        <p:xfrm>
          <a:off x="4932040" y="965694"/>
          <a:ext cx="3657600" cy="185420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1709911698"/>
                    </a:ext>
                  </a:extLst>
                </a:gridCol>
                <a:gridCol w="1219200">
                  <a:extLst>
                    <a:ext uri="{9D8B030D-6E8A-4147-A177-3AD203B41FA5}">
                      <a16:colId xmlns:a16="http://schemas.microsoft.com/office/drawing/2014/main" val="47955736"/>
                    </a:ext>
                  </a:extLst>
                </a:gridCol>
                <a:gridCol w="1219200">
                  <a:extLst>
                    <a:ext uri="{9D8B030D-6E8A-4147-A177-3AD203B41FA5}">
                      <a16:colId xmlns:a16="http://schemas.microsoft.com/office/drawing/2014/main" val="1629469067"/>
                    </a:ext>
                  </a:extLst>
                </a:gridCol>
              </a:tblGrid>
              <a:tr h="370840">
                <a:tc>
                  <a:txBody>
                    <a:bodyPr/>
                    <a:lstStyle/>
                    <a:p>
                      <a:pPr algn="ctr"/>
                      <a:r>
                        <a:rPr lang="en-MY" dirty="0"/>
                        <a:t>A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B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F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14771426"/>
                  </a:ext>
                </a:extLst>
              </a:tr>
              <a:tr h="370840">
                <a:tc>
                  <a:txBody>
                    <a:bodyPr/>
                    <a:lstStyle/>
                    <a:p>
                      <a:pPr algn="ctr"/>
                      <a:r>
                        <a:rPr lang="en-MY"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MY"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MY"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8153707"/>
                  </a:ext>
                </a:extLst>
              </a:tr>
              <a:tr h="370840">
                <a:tc>
                  <a:txBody>
                    <a:bodyPr/>
                    <a:lstStyle/>
                    <a:p>
                      <a:pPr algn="ctr"/>
                      <a:r>
                        <a:rPr lang="en-MY"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MY"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MY"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058219489"/>
                  </a:ext>
                </a:extLst>
              </a:tr>
              <a:tr h="370840">
                <a:tc>
                  <a:txBody>
                    <a:bodyPr/>
                    <a:lstStyle/>
                    <a:p>
                      <a:pPr algn="ctr"/>
                      <a:r>
                        <a:rPr lang="en-MY"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MY"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MY"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4261941262"/>
                  </a:ext>
                </a:extLst>
              </a:tr>
              <a:tr h="370840">
                <a:tc>
                  <a:txBody>
                    <a:bodyPr/>
                    <a:lstStyle/>
                    <a:p>
                      <a:pPr algn="ctr"/>
                      <a:r>
                        <a:rPr lang="en-MY"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MY"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MY"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3669128"/>
                  </a:ext>
                </a:extLst>
              </a:tr>
            </a:tbl>
          </a:graphicData>
        </a:graphic>
      </p:graphicFrame>
      <p:sp>
        <p:nvSpPr>
          <p:cNvPr id="5" name="Rectangle 4">
            <a:extLst>
              <a:ext uri="{FF2B5EF4-FFF2-40B4-BE49-F238E27FC236}">
                <a16:creationId xmlns:a16="http://schemas.microsoft.com/office/drawing/2014/main" id="{29F46948-591A-F862-25A7-2CFF63F21078}"/>
              </a:ext>
            </a:extLst>
          </p:cNvPr>
          <p:cNvSpPr/>
          <p:nvPr/>
        </p:nvSpPr>
        <p:spPr>
          <a:xfrm>
            <a:off x="395536" y="188640"/>
            <a:ext cx="2376264" cy="158417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Left Brace 5">
            <a:extLst>
              <a:ext uri="{FF2B5EF4-FFF2-40B4-BE49-F238E27FC236}">
                <a16:creationId xmlns:a16="http://schemas.microsoft.com/office/drawing/2014/main" id="{550AFAC8-BD4E-3DA4-0ADB-CA0540B1F3DB}"/>
              </a:ext>
            </a:extLst>
          </p:cNvPr>
          <p:cNvSpPr/>
          <p:nvPr/>
        </p:nvSpPr>
        <p:spPr>
          <a:xfrm rot="5400000">
            <a:off x="6795648" y="2320349"/>
            <a:ext cx="360040" cy="243840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7" name="TextBox 6">
            <a:extLst>
              <a:ext uri="{FF2B5EF4-FFF2-40B4-BE49-F238E27FC236}">
                <a16:creationId xmlns:a16="http://schemas.microsoft.com/office/drawing/2014/main" id="{3FBA174B-0701-1E29-122B-7BC1E25E60B6}"/>
              </a:ext>
            </a:extLst>
          </p:cNvPr>
          <p:cNvSpPr txBox="1"/>
          <p:nvPr/>
        </p:nvSpPr>
        <p:spPr>
          <a:xfrm>
            <a:off x="6731050" y="3057014"/>
            <a:ext cx="489236" cy="400110"/>
          </a:xfrm>
          <a:prstGeom prst="rect">
            <a:avLst/>
          </a:prstGeom>
          <a:noFill/>
        </p:spPr>
        <p:txBody>
          <a:bodyPr wrap="none" rtlCol="0">
            <a:spAutoFit/>
          </a:bodyPr>
          <a:lstStyle/>
          <a:p>
            <a:r>
              <a:rPr lang="en-MY" dirty="0"/>
              <a:t>AB</a:t>
            </a:r>
          </a:p>
        </p:txBody>
      </p:sp>
      <p:grpSp>
        <p:nvGrpSpPr>
          <p:cNvPr id="15" name="Group 14">
            <a:extLst>
              <a:ext uri="{FF2B5EF4-FFF2-40B4-BE49-F238E27FC236}">
                <a16:creationId xmlns:a16="http://schemas.microsoft.com/office/drawing/2014/main" id="{CEF71469-9799-B234-B79C-883BECF5D0F9}"/>
              </a:ext>
            </a:extLst>
          </p:cNvPr>
          <p:cNvGrpSpPr/>
          <p:nvPr/>
        </p:nvGrpSpPr>
        <p:grpSpPr>
          <a:xfrm>
            <a:off x="5951163" y="422727"/>
            <a:ext cx="1619354" cy="400110"/>
            <a:chOff x="5951163" y="422727"/>
            <a:chExt cx="1619354" cy="400110"/>
          </a:xfrm>
        </p:grpSpPr>
        <p:sp>
          <p:nvSpPr>
            <p:cNvPr id="8" name="TextBox 7">
              <a:extLst>
                <a:ext uri="{FF2B5EF4-FFF2-40B4-BE49-F238E27FC236}">
                  <a16:creationId xmlns:a16="http://schemas.microsoft.com/office/drawing/2014/main" id="{B810793C-34A6-43DE-F234-3DB8E9221707}"/>
                </a:ext>
              </a:extLst>
            </p:cNvPr>
            <p:cNvSpPr txBox="1"/>
            <p:nvPr/>
          </p:nvSpPr>
          <p:spPr>
            <a:xfrm>
              <a:off x="5951163" y="422727"/>
              <a:ext cx="1619354" cy="400110"/>
            </a:xfrm>
            <a:prstGeom prst="rect">
              <a:avLst/>
            </a:prstGeom>
            <a:noFill/>
          </p:spPr>
          <p:txBody>
            <a:bodyPr wrap="none" rtlCol="0">
              <a:spAutoFit/>
            </a:bodyPr>
            <a:lstStyle/>
            <a:p>
              <a:r>
                <a:rPr lang="en-MY" dirty="0"/>
                <a:t>F = AB + AB</a:t>
              </a:r>
            </a:p>
          </p:txBody>
        </p:sp>
        <p:cxnSp>
          <p:nvCxnSpPr>
            <p:cNvPr id="13" name="Straight Connector 12">
              <a:extLst>
                <a:ext uri="{FF2B5EF4-FFF2-40B4-BE49-F238E27FC236}">
                  <a16:creationId xmlns:a16="http://schemas.microsoft.com/office/drawing/2014/main" id="{BB33D2A0-A466-5701-8A6E-C1AF1946DA21}"/>
                </a:ext>
              </a:extLst>
            </p:cNvPr>
            <p:cNvCxnSpPr/>
            <p:nvPr/>
          </p:nvCxnSpPr>
          <p:spPr>
            <a:xfrm>
              <a:off x="6698710" y="476672"/>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77F0EA9-F3FE-0404-3A9E-D564DC1C3786}"/>
                </a:ext>
              </a:extLst>
            </p:cNvPr>
            <p:cNvCxnSpPr/>
            <p:nvPr/>
          </p:nvCxnSpPr>
          <p:spPr>
            <a:xfrm>
              <a:off x="7187946" y="476672"/>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16" name="TextBox 15">
            <a:extLst>
              <a:ext uri="{FF2B5EF4-FFF2-40B4-BE49-F238E27FC236}">
                <a16:creationId xmlns:a16="http://schemas.microsoft.com/office/drawing/2014/main" id="{26BB57E1-E6B5-1A22-D21A-FE731D5EA3D7}"/>
              </a:ext>
            </a:extLst>
          </p:cNvPr>
          <p:cNvSpPr txBox="1"/>
          <p:nvPr/>
        </p:nvSpPr>
        <p:spPr>
          <a:xfrm>
            <a:off x="5683666" y="2081094"/>
            <a:ext cx="465192" cy="338554"/>
          </a:xfrm>
          <a:prstGeom prst="rect">
            <a:avLst/>
          </a:prstGeom>
          <a:noFill/>
        </p:spPr>
        <p:txBody>
          <a:bodyPr wrap="none" rtlCol="0">
            <a:spAutoFit/>
          </a:bodyPr>
          <a:lstStyle/>
          <a:p>
            <a:r>
              <a:rPr lang="en-MY" sz="1600" dirty="0"/>
              <a:t>(A)</a:t>
            </a:r>
          </a:p>
        </p:txBody>
      </p:sp>
      <p:grpSp>
        <p:nvGrpSpPr>
          <p:cNvPr id="19" name="Group 18">
            <a:extLst>
              <a:ext uri="{FF2B5EF4-FFF2-40B4-BE49-F238E27FC236}">
                <a16:creationId xmlns:a16="http://schemas.microsoft.com/office/drawing/2014/main" id="{4ED2721C-F5D7-4E9C-AEBF-E998B788AE09}"/>
              </a:ext>
            </a:extLst>
          </p:cNvPr>
          <p:cNvGrpSpPr/>
          <p:nvPr/>
        </p:nvGrpSpPr>
        <p:grpSpPr>
          <a:xfrm>
            <a:off x="6901192" y="2081094"/>
            <a:ext cx="465192" cy="338554"/>
            <a:chOff x="4106808" y="4382051"/>
            <a:chExt cx="465192" cy="338554"/>
          </a:xfrm>
        </p:grpSpPr>
        <p:sp>
          <p:nvSpPr>
            <p:cNvPr id="17" name="TextBox 16">
              <a:extLst>
                <a:ext uri="{FF2B5EF4-FFF2-40B4-BE49-F238E27FC236}">
                  <a16:creationId xmlns:a16="http://schemas.microsoft.com/office/drawing/2014/main" id="{81E81E42-231C-EAA2-8890-7FE72262E440}"/>
                </a:ext>
              </a:extLst>
            </p:cNvPr>
            <p:cNvSpPr txBox="1"/>
            <p:nvPr/>
          </p:nvSpPr>
          <p:spPr>
            <a:xfrm>
              <a:off x="4106808" y="4382051"/>
              <a:ext cx="465192" cy="338554"/>
            </a:xfrm>
            <a:prstGeom prst="rect">
              <a:avLst/>
            </a:prstGeom>
            <a:noFill/>
          </p:spPr>
          <p:txBody>
            <a:bodyPr wrap="none" rtlCol="0">
              <a:spAutoFit/>
            </a:bodyPr>
            <a:lstStyle/>
            <a:p>
              <a:r>
                <a:rPr lang="en-MY" sz="1600" dirty="0"/>
                <a:t>(B)</a:t>
              </a:r>
            </a:p>
          </p:txBody>
        </p:sp>
        <p:cxnSp>
          <p:nvCxnSpPr>
            <p:cNvPr id="18" name="Straight Connector 17">
              <a:extLst>
                <a:ext uri="{FF2B5EF4-FFF2-40B4-BE49-F238E27FC236}">
                  <a16:creationId xmlns:a16="http://schemas.microsoft.com/office/drawing/2014/main" id="{404A8C70-5A38-E638-631C-338902593F01}"/>
                </a:ext>
              </a:extLst>
            </p:cNvPr>
            <p:cNvCxnSpPr/>
            <p:nvPr/>
          </p:nvCxnSpPr>
          <p:spPr>
            <a:xfrm>
              <a:off x="4267396" y="4437112"/>
              <a:ext cx="144016" cy="0"/>
            </a:xfrm>
            <a:prstGeom prst="line">
              <a:avLst/>
            </a:prstGeom>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C898FDFB-11CF-1B51-65CA-2A8A1C04AC51}"/>
              </a:ext>
            </a:extLst>
          </p:cNvPr>
          <p:cNvGrpSpPr/>
          <p:nvPr/>
        </p:nvGrpSpPr>
        <p:grpSpPr>
          <a:xfrm>
            <a:off x="5677823" y="1723517"/>
            <a:ext cx="465192" cy="338554"/>
            <a:chOff x="4106808" y="4382051"/>
            <a:chExt cx="465192" cy="338554"/>
          </a:xfrm>
        </p:grpSpPr>
        <p:sp>
          <p:nvSpPr>
            <p:cNvPr id="21" name="TextBox 20">
              <a:extLst>
                <a:ext uri="{FF2B5EF4-FFF2-40B4-BE49-F238E27FC236}">
                  <a16:creationId xmlns:a16="http://schemas.microsoft.com/office/drawing/2014/main" id="{D6375A9B-39F1-FB87-4BDB-E625F7088F5E}"/>
                </a:ext>
              </a:extLst>
            </p:cNvPr>
            <p:cNvSpPr txBox="1"/>
            <p:nvPr/>
          </p:nvSpPr>
          <p:spPr>
            <a:xfrm>
              <a:off x="4106808" y="4382051"/>
              <a:ext cx="465192" cy="338554"/>
            </a:xfrm>
            <a:prstGeom prst="rect">
              <a:avLst/>
            </a:prstGeom>
            <a:noFill/>
          </p:spPr>
          <p:txBody>
            <a:bodyPr wrap="none" rtlCol="0">
              <a:spAutoFit/>
            </a:bodyPr>
            <a:lstStyle/>
            <a:p>
              <a:r>
                <a:rPr lang="en-MY" sz="1600" dirty="0"/>
                <a:t>(A)</a:t>
              </a:r>
            </a:p>
          </p:txBody>
        </p:sp>
        <p:cxnSp>
          <p:nvCxnSpPr>
            <p:cNvPr id="22" name="Straight Connector 21">
              <a:extLst>
                <a:ext uri="{FF2B5EF4-FFF2-40B4-BE49-F238E27FC236}">
                  <a16:creationId xmlns:a16="http://schemas.microsoft.com/office/drawing/2014/main" id="{D77B670C-4E4B-59C4-12A8-C318976BD7BA}"/>
                </a:ext>
              </a:extLst>
            </p:cNvPr>
            <p:cNvCxnSpPr/>
            <p:nvPr/>
          </p:nvCxnSpPr>
          <p:spPr>
            <a:xfrm>
              <a:off x="4267396" y="4437112"/>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24" name="TextBox 23">
            <a:extLst>
              <a:ext uri="{FF2B5EF4-FFF2-40B4-BE49-F238E27FC236}">
                <a16:creationId xmlns:a16="http://schemas.microsoft.com/office/drawing/2014/main" id="{99F35BA9-EE76-FFAB-1A34-03CB8B45F9C5}"/>
              </a:ext>
            </a:extLst>
          </p:cNvPr>
          <p:cNvSpPr txBox="1"/>
          <p:nvPr/>
        </p:nvSpPr>
        <p:spPr>
          <a:xfrm>
            <a:off x="6901135" y="1711116"/>
            <a:ext cx="465192" cy="338554"/>
          </a:xfrm>
          <a:prstGeom prst="rect">
            <a:avLst/>
          </a:prstGeom>
          <a:noFill/>
        </p:spPr>
        <p:txBody>
          <a:bodyPr wrap="none" rtlCol="0">
            <a:spAutoFit/>
          </a:bodyPr>
          <a:lstStyle/>
          <a:p>
            <a:r>
              <a:rPr lang="en-MY" sz="1600" dirty="0"/>
              <a:t>(B)</a:t>
            </a:r>
          </a:p>
        </p:txBody>
      </p:sp>
      <p:sp>
        <p:nvSpPr>
          <p:cNvPr id="9" name="Slide Number Placeholder 8">
            <a:extLst>
              <a:ext uri="{FF2B5EF4-FFF2-40B4-BE49-F238E27FC236}">
                <a16:creationId xmlns:a16="http://schemas.microsoft.com/office/drawing/2014/main" id="{8ED0F240-BD50-C160-68C3-6D7E4FA88483}"/>
              </a:ext>
            </a:extLst>
          </p:cNvPr>
          <p:cNvSpPr>
            <a:spLocks noGrp="1"/>
          </p:cNvSpPr>
          <p:nvPr>
            <p:ph type="sldNum" sz="quarter" idx="12"/>
          </p:nvPr>
        </p:nvSpPr>
        <p:spPr/>
        <p:txBody>
          <a:bodyPr/>
          <a:lstStyle/>
          <a:p>
            <a:pPr>
              <a:defRPr/>
            </a:pPr>
            <a:fld id="{C80DB997-564C-4C45-82C5-01CC3F0E549C}" type="slidenum">
              <a:rPr lang="en-US" altLang="en-US" smtClean="0"/>
              <a:pPr>
                <a:defRPr/>
              </a:pPr>
              <a:t>63</a:t>
            </a:fld>
            <a:endParaRPr lang="en-US" altLang="en-US"/>
          </a:p>
        </p:txBody>
      </p:sp>
    </p:spTree>
    <p:extLst>
      <p:ext uri="{BB962C8B-B14F-4D97-AF65-F5344CB8AC3E}">
        <p14:creationId xmlns:p14="http://schemas.microsoft.com/office/powerpoint/2010/main" val="7829172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77BFB4-0B8A-EF25-3D91-C9864FAE9F2B}"/>
              </a:ext>
            </a:extLst>
          </p:cNvPr>
          <p:cNvPicPr>
            <a:picLocks noChangeAspect="1"/>
          </p:cNvPicPr>
          <p:nvPr/>
        </p:nvPicPr>
        <p:blipFill>
          <a:blip r:embed="rId2"/>
          <a:stretch>
            <a:fillRect/>
          </a:stretch>
        </p:blipFill>
        <p:spPr>
          <a:xfrm>
            <a:off x="323528" y="188640"/>
            <a:ext cx="4709715" cy="3669417"/>
          </a:xfrm>
          <a:prstGeom prst="rect">
            <a:avLst/>
          </a:prstGeom>
        </p:spPr>
      </p:pic>
      <p:graphicFrame>
        <p:nvGraphicFramePr>
          <p:cNvPr id="3" name="Table 2">
            <a:extLst>
              <a:ext uri="{FF2B5EF4-FFF2-40B4-BE49-F238E27FC236}">
                <a16:creationId xmlns:a16="http://schemas.microsoft.com/office/drawing/2014/main" id="{D0A0F654-D2F0-FF4F-F44B-FCB5A3269150}"/>
              </a:ext>
            </a:extLst>
          </p:cNvPr>
          <p:cNvGraphicFramePr>
            <a:graphicFrameLocks noGrp="1"/>
          </p:cNvGraphicFramePr>
          <p:nvPr>
            <p:extLst>
              <p:ext uri="{D42A27DB-BD31-4B8C-83A1-F6EECF244321}">
                <p14:modId xmlns:p14="http://schemas.microsoft.com/office/powerpoint/2010/main" val="466751678"/>
              </p:ext>
            </p:extLst>
          </p:nvPr>
        </p:nvGraphicFramePr>
        <p:xfrm>
          <a:off x="5869843" y="1884856"/>
          <a:ext cx="2438400" cy="1854200"/>
        </p:xfrm>
        <a:graphic>
          <a:graphicData uri="http://schemas.openxmlformats.org/drawingml/2006/table">
            <a:tbl>
              <a:tblPr firstRow="1" bandRow="1">
                <a:tableStyleId>{5940675A-B579-460E-94D1-54222C63F5DA}</a:tableStyleId>
              </a:tblPr>
              <a:tblGrid>
                <a:gridCol w="487680">
                  <a:extLst>
                    <a:ext uri="{9D8B030D-6E8A-4147-A177-3AD203B41FA5}">
                      <a16:colId xmlns:a16="http://schemas.microsoft.com/office/drawing/2014/main" val="936710312"/>
                    </a:ext>
                  </a:extLst>
                </a:gridCol>
                <a:gridCol w="487680">
                  <a:extLst>
                    <a:ext uri="{9D8B030D-6E8A-4147-A177-3AD203B41FA5}">
                      <a16:colId xmlns:a16="http://schemas.microsoft.com/office/drawing/2014/main" val="47955736"/>
                    </a:ext>
                  </a:extLst>
                </a:gridCol>
                <a:gridCol w="487680">
                  <a:extLst>
                    <a:ext uri="{9D8B030D-6E8A-4147-A177-3AD203B41FA5}">
                      <a16:colId xmlns:a16="http://schemas.microsoft.com/office/drawing/2014/main" val="1629469067"/>
                    </a:ext>
                  </a:extLst>
                </a:gridCol>
                <a:gridCol w="487680">
                  <a:extLst>
                    <a:ext uri="{9D8B030D-6E8A-4147-A177-3AD203B41FA5}">
                      <a16:colId xmlns:a16="http://schemas.microsoft.com/office/drawing/2014/main" val="2979338394"/>
                    </a:ext>
                  </a:extLst>
                </a:gridCol>
                <a:gridCol w="487680">
                  <a:extLst>
                    <a:ext uri="{9D8B030D-6E8A-4147-A177-3AD203B41FA5}">
                      <a16:colId xmlns:a16="http://schemas.microsoft.com/office/drawing/2014/main" val="2493541393"/>
                    </a:ext>
                  </a:extLst>
                </a:gridCol>
              </a:tblGrid>
              <a:tr h="370840">
                <a:tc>
                  <a:txBody>
                    <a:bodyPr/>
                    <a:lstStyle/>
                    <a:p>
                      <a:pPr algn="ctr"/>
                      <a:endParaRPr lang="en-MY"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00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01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11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10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14771426"/>
                  </a:ext>
                </a:extLst>
              </a:tr>
              <a:tr h="370840">
                <a:tc>
                  <a:txBody>
                    <a:bodyPr/>
                    <a:lstStyle/>
                    <a:p>
                      <a:pPr algn="ctr"/>
                      <a:r>
                        <a:rPr lang="en-MY" dirty="0"/>
                        <a:t>00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MY"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MY"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MY" dirty="0">
                          <a:solidFill>
                            <a:schemeClr val="tx1"/>
                          </a:solidFill>
                        </a:rPr>
                        <a:t>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MY"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8153707"/>
                  </a:ext>
                </a:extLst>
              </a:tr>
              <a:tr h="370840">
                <a:tc>
                  <a:txBody>
                    <a:bodyPr/>
                    <a:lstStyle/>
                    <a:p>
                      <a:pPr algn="ctr"/>
                      <a:r>
                        <a:rPr lang="en-MY" dirty="0"/>
                        <a:t>01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MY"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MY"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MY"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MY"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0631500"/>
                  </a:ext>
                </a:extLst>
              </a:tr>
              <a:tr h="370840">
                <a:tc>
                  <a:txBody>
                    <a:bodyPr/>
                    <a:lstStyle/>
                    <a:p>
                      <a:pPr algn="ctr"/>
                      <a:r>
                        <a:rPr lang="en-MY" dirty="0"/>
                        <a:t>11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1</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MY"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MY"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MY"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9141810"/>
                  </a:ext>
                </a:extLst>
              </a:tr>
              <a:tr h="370840">
                <a:tc>
                  <a:txBody>
                    <a:bodyPr/>
                    <a:lstStyle/>
                    <a:p>
                      <a:pPr algn="ctr"/>
                      <a:r>
                        <a:rPr lang="en-MY" dirty="0"/>
                        <a:t>10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n-MY"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MY" dirty="0"/>
                        <a:t>1</a:t>
                      </a:r>
                    </a:p>
                  </a:txBody>
                  <a:tcPr anchor="ctr">
                    <a:lnT w="12700" cap="flat" cmpd="sng" algn="ctr">
                      <a:solidFill>
                        <a:schemeClr val="tx1"/>
                      </a:solidFill>
                      <a:prstDash val="solid"/>
                      <a:round/>
                      <a:headEnd type="none" w="med" len="med"/>
                      <a:tailEnd type="none" w="med" len="med"/>
                    </a:lnT>
                  </a:tcPr>
                </a:tc>
                <a:tc>
                  <a:txBody>
                    <a:bodyPr/>
                    <a:lstStyle/>
                    <a:p>
                      <a:pPr algn="ctr"/>
                      <a:endParaRPr lang="en-MY" dirty="0">
                        <a:solidFill>
                          <a:schemeClr val="tx1"/>
                        </a:solidFill>
                      </a:endParaRPr>
                    </a:p>
                  </a:txBody>
                  <a:tcPr anchor="ctr">
                    <a:lnT w="12700" cap="flat" cmpd="sng" algn="ctr">
                      <a:solidFill>
                        <a:schemeClr val="tx1"/>
                      </a:solidFill>
                      <a:prstDash val="solid"/>
                      <a:round/>
                      <a:headEnd type="none" w="med" len="med"/>
                      <a:tailEnd type="none" w="med" len="med"/>
                    </a:lnT>
                  </a:tcPr>
                </a:tc>
                <a:tc>
                  <a:txBody>
                    <a:bodyPr/>
                    <a:lstStyle/>
                    <a:p>
                      <a:pPr algn="ctr"/>
                      <a:endParaRPr lang="en-MY" dirty="0">
                        <a:solidFill>
                          <a:schemeClr val="tx1"/>
                        </a:solidFill>
                      </a:endParaRP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01637788"/>
                  </a:ext>
                </a:extLst>
              </a:tr>
            </a:tbl>
          </a:graphicData>
        </a:graphic>
      </p:graphicFrame>
      <p:sp>
        <p:nvSpPr>
          <p:cNvPr id="5" name="Rectangle 4">
            <a:extLst>
              <a:ext uri="{FF2B5EF4-FFF2-40B4-BE49-F238E27FC236}">
                <a16:creationId xmlns:a16="http://schemas.microsoft.com/office/drawing/2014/main" id="{29F46948-591A-F862-25A7-2CFF63F21078}"/>
              </a:ext>
            </a:extLst>
          </p:cNvPr>
          <p:cNvSpPr/>
          <p:nvPr/>
        </p:nvSpPr>
        <p:spPr>
          <a:xfrm>
            <a:off x="323528" y="1829421"/>
            <a:ext cx="2376264" cy="20286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Left Brace 5">
            <a:extLst>
              <a:ext uri="{FF2B5EF4-FFF2-40B4-BE49-F238E27FC236}">
                <a16:creationId xmlns:a16="http://schemas.microsoft.com/office/drawing/2014/main" id="{550AFAC8-BD4E-3DA4-0ADB-CA0540B1F3DB}"/>
              </a:ext>
            </a:extLst>
          </p:cNvPr>
          <p:cNvSpPr/>
          <p:nvPr/>
        </p:nvSpPr>
        <p:spPr>
          <a:xfrm>
            <a:off x="5170658" y="2187667"/>
            <a:ext cx="360040" cy="1648687"/>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7" name="TextBox 6">
            <a:extLst>
              <a:ext uri="{FF2B5EF4-FFF2-40B4-BE49-F238E27FC236}">
                <a16:creationId xmlns:a16="http://schemas.microsoft.com/office/drawing/2014/main" id="{3FBA174B-0701-1E29-122B-7BC1E25E60B6}"/>
              </a:ext>
            </a:extLst>
          </p:cNvPr>
          <p:cNvSpPr txBox="1"/>
          <p:nvPr/>
        </p:nvSpPr>
        <p:spPr>
          <a:xfrm>
            <a:off x="4681422" y="2808880"/>
            <a:ext cx="489236" cy="400110"/>
          </a:xfrm>
          <a:prstGeom prst="rect">
            <a:avLst/>
          </a:prstGeom>
          <a:noFill/>
        </p:spPr>
        <p:txBody>
          <a:bodyPr wrap="none" rtlCol="0">
            <a:spAutoFit/>
          </a:bodyPr>
          <a:lstStyle/>
          <a:p>
            <a:r>
              <a:rPr lang="en-MY" dirty="0"/>
              <a:t>AB</a:t>
            </a:r>
          </a:p>
        </p:txBody>
      </p:sp>
      <p:sp>
        <p:nvSpPr>
          <p:cNvPr id="8" name="TextBox 7">
            <a:extLst>
              <a:ext uri="{FF2B5EF4-FFF2-40B4-BE49-F238E27FC236}">
                <a16:creationId xmlns:a16="http://schemas.microsoft.com/office/drawing/2014/main" id="{B810793C-34A6-43DE-F234-3DB8E9221707}"/>
              </a:ext>
            </a:extLst>
          </p:cNvPr>
          <p:cNvSpPr txBox="1"/>
          <p:nvPr/>
        </p:nvSpPr>
        <p:spPr>
          <a:xfrm>
            <a:off x="5177467" y="449856"/>
            <a:ext cx="3259867" cy="400110"/>
          </a:xfrm>
          <a:prstGeom prst="rect">
            <a:avLst/>
          </a:prstGeom>
          <a:noFill/>
        </p:spPr>
        <p:txBody>
          <a:bodyPr wrap="none" rtlCol="0">
            <a:spAutoFit/>
          </a:bodyPr>
          <a:lstStyle/>
          <a:p>
            <a:r>
              <a:rPr lang="en-MY" dirty="0"/>
              <a:t>F = ABCD + ABCD + ABCD</a:t>
            </a:r>
          </a:p>
        </p:txBody>
      </p:sp>
      <p:cxnSp>
        <p:nvCxnSpPr>
          <p:cNvPr id="13" name="Straight Connector 12">
            <a:extLst>
              <a:ext uri="{FF2B5EF4-FFF2-40B4-BE49-F238E27FC236}">
                <a16:creationId xmlns:a16="http://schemas.microsoft.com/office/drawing/2014/main" id="{BB33D2A0-A466-5701-8A6E-C1AF1946DA21}"/>
              </a:ext>
            </a:extLst>
          </p:cNvPr>
          <p:cNvCxnSpPr/>
          <p:nvPr/>
        </p:nvCxnSpPr>
        <p:spPr>
          <a:xfrm>
            <a:off x="5728578" y="505775"/>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77F0EA9-F3FE-0404-3A9E-D564DC1C3786}"/>
              </a:ext>
            </a:extLst>
          </p:cNvPr>
          <p:cNvCxnSpPr/>
          <p:nvPr/>
        </p:nvCxnSpPr>
        <p:spPr>
          <a:xfrm>
            <a:off x="5944602" y="494767"/>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1BC82BDA-3FCF-5CE2-A75A-2A0B7BD30050}"/>
              </a:ext>
            </a:extLst>
          </p:cNvPr>
          <p:cNvCxnSpPr/>
          <p:nvPr/>
        </p:nvCxnSpPr>
        <p:spPr>
          <a:xfrm>
            <a:off x="6875169" y="505775"/>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A5526022-3F24-D788-DD90-C8864E012C8B}"/>
              </a:ext>
            </a:extLst>
          </p:cNvPr>
          <p:cNvCxnSpPr/>
          <p:nvPr/>
        </p:nvCxnSpPr>
        <p:spPr>
          <a:xfrm>
            <a:off x="7091193" y="505775"/>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72B60E2C-A40F-AD42-EA84-C6C4DFE6948C}"/>
              </a:ext>
            </a:extLst>
          </p:cNvPr>
          <p:cNvCxnSpPr/>
          <p:nvPr/>
        </p:nvCxnSpPr>
        <p:spPr>
          <a:xfrm>
            <a:off x="8020211" y="513435"/>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6AC29A9F-48A8-0DBA-C29A-973D9E8B18C5}"/>
              </a:ext>
            </a:extLst>
          </p:cNvPr>
          <p:cNvCxnSpPr/>
          <p:nvPr/>
        </p:nvCxnSpPr>
        <p:spPr>
          <a:xfrm>
            <a:off x="8164227" y="521095"/>
            <a:ext cx="144016" cy="0"/>
          </a:xfrm>
          <a:prstGeom prst="line">
            <a:avLst/>
          </a:prstGeom>
        </p:spPr>
        <p:style>
          <a:lnRef idx="1">
            <a:schemeClr val="dk1"/>
          </a:lnRef>
          <a:fillRef idx="0">
            <a:schemeClr val="dk1"/>
          </a:fillRef>
          <a:effectRef idx="0">
            <a:schemeClr val="dk1"/>
          </a:effectRef>
          <a:fontRef idx="minor">
            <a:schemeClr val="tx1"/>
          </a:fontRef>
        </p:style>
      </p:cxnSp>
      <p:sp>
        <p:nvSpPr>
          <p:cNvPr id="33" name="Left Brace 32">
            <a:extLst>
              <a:ext uri="{FF2B5EF4-FFF2-40B4-BE49-F238E27FC236}">
                <a16:creationId xmlns:a16="http://schemas.microsoft.com/office/drawing/2014/main" id="{FA83D34A-3969-5AE1-D9D1-EA4F6C5472FB}"/>
              </a:ext>
            </a:extLst>
          </p:cNvPr>
          <p:cNvSpPr/>
          <p:nvPr/>
        </p:nvSpPr>
        <p:spPr>
          <a:xfrm rot="5400000">
            <a:off x="6922874" y="679509"/>
            <a:ext cx="360040" cy="241069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34" name="TextBox 33">
            <a:extLst>
              <a:ext uri="{FF2B5EF4-FFF2-40B4-BE49-F238E27FC236}">
                <a16:creationId xmlns:a16="http://schemas.microsoft.com/office/drawing/2014/main" id="{2996FD0F-ADBB-FE49-5999-611224EAE372}"/>
              </a:ext>
            </a:extLst>
          </p:cNvPr>
          <p:cNvSpPr txBox="1"/>
          <p:nvPr/>
        </p:nvSpPr>
        <p:spPr>
          <a:xfrm>
            <a:off x="6858276" y="1337818"/>
            <a:ext cx="513282" cy="400110"/>
          </a:xfrm>
          <a:prstGeom prst="rect">
            <a:avLst/>
          </a:prstGeom>
          <a:noFill/>
        </p:spPr>
        <p:txBody>
          <a:bodyPr wrap="none" rtlCol="0">
            <a:spAutoFit/>
          </a:bodyPr>
          <a:lstStyle/>
          <a:p>
            <a:r>
              <a:rPr lang="en-MY" dirty="0"/>
              <a:t>CD</a:t>
            </a:r>
          </a:p>
        </p:txBody>
      </p:sp>
      <p:sp>
        <p:nvSpPr>
          <p:cNvPr id="35" name="TextBox 34">
            <a:extLst>
              <a:ext uri="{FF2B5EF4-FFF2-40B4-BE49-F238E27FC236}">
                <a16:creationId xmlns:a16="http://schemas.microsoft.com/office/drawing/2014/main" id="{29C24781-2590-072A-DCA5-00B4BB9110E8}"/>
              </a:ext>
            </a:extLst>
          </p:cNvPr>
          <p:cNvSpPr txBox="1"/>
          <p:nvPr/>
        </p:nvSpPr>
        <p:spPr>
          <a:xfrm>
            <a:off x="5652120" y="764704"/>
            <a:ext cx="742511" cy="400110"/>
          </a:xfrm>
          <a:prstGeom prst="rect">
            <a:avLst/>
          </a:prstGeom>
          <a:noFill/>
        </p:spPr>
        <p:txBody>
          <a:bodyPr wrap="none" rtlCol="0">
            <a:spAutoFit/>
          </a:bodyPr>
          <a:lstStyle/>
          <a:p>
            <a:r>
              <a:rPr lang="en-MY" dirty="0"/>
              <a:t>0011</a:t>
            </a:r>
          </a:p>
        </p:txBody>
      </p:sp>
      <p:sp>
        <p:nvSpPr>
          <p:cNvPr id="36" name="TextBox 35">
            <a:extLst>
              <a:ext uri="{FF2B5EF4-FFF2-40B4-BE49-F238E27FC236}">
                <a16:creationId xmlns:a16="http://schemas.microsoft.com/office/drawing/2014/main" id="{9F75D3FE-E3A6-8E97-9D26-3D25A28638BE}"/>
              </a:ext>
            </a:extLst>
          </p:cNvPr>
          <p:cNvSpPr txBox="1"/>
          <p:nvPr/>
        </p:nvSpPr>
        <p:spPr>
          <a:xfrm>
            <a:off x="6719937" y="765494"/>
            <a:ext cx="742511" cy="400110"/>
          </a:xfrm>
          <a:prstGeom prst="rect">
            <a:avLst/>
          </a:prstGeom>
          <a:noFill/>
        </p:spPr>
        <p:txBody>
          <a:bodyPr wrap="none" rtlCol="0">
            <a:spAutoFit/>
          </a:bodyPr>
          <a:lstStyle/>
          <a:p>
            <a:r>
              <a:rPr lang="en-MY" dirty="0"/>
              <a:t>1001</a:t>
            </a:r>
          </a:p>
        </p:txBody>
      </p:sp>
      <p:sp>
        <p:nvSpPr>
          <p:cNvPr id="37" name="TextBox 36">
            <a:extLst>
              <a:ext uri="{FF2B5EF4-FFF2-40B4-BE49-F238E27FC236}">
                <a16:creationId xmlns:a16="http://schemas.microsoft.com/office/drawing/2014/main" id="{30D78363-8B28-2393-25BC-C7653C28C40E}"/>
              </a:ext>
            </a:extLst>
          </p:cNvPr>
          <p:cNvSpPr txBox="1"/>
          <p:nvPr/>
        </p:nvSpPr>
        <p:spPr>
          <a:xfrm>
            <a:off x="7648955" y="744651"/>
            <a:ext cx="742511" cy="400110"/>
          </a:xfrm>
          <a:prstGeom prst="rect">
            <a:avLst/>
          </a:prstGeom>
          <a:noFill/>
        </p:spPr>
        <p:txBody>
          <a:bodyPr wrap="none" rtlCol="0">
            <a:spAutoFit/>
          </a:bodyPr>
          <a:lstStyle/>
          <a:p>
            <a:r>
              <a:rPr lang="en-MY" dirty="0"/>
              <a:t>1100</a:t>
            </a:r>
          </a:p>
        </p:txBody>
      </p:sp>
      <p:sp>
        <p:nvSpPr>
          <p:cNvPr id="4" name="Slide Number Placeholder 3">
            <a:extLst>
              <a:ext uri="{FF2B5EF4-FFF2-40B4-BE49-F238E27FC236}">
                <a16:creationId xmlns:a16="http://schemas.microsoft.com/office/drawing/2014/main" id="{19DF02E9-4CE1-E84E-1BD1-97496077D0BB}"/>
              </a:ext>
            </a:extLst>
          </p:cNvPr>
          <p:cNvSpPr>
            <a:spLocks noGrp="1"/>
          </p:cNvSpPr>
          <p:nvPr>
            <p:ph type="sldNum" sz="quarter" idx="12"/>
          </p:nvPr>
        </p:nvSpPr>
        <p:spPr/>
        <p:txBody>
          <a:bodyPr/>
          <a:lstStyle/>
          <a:p>
            <a:pPr>
              <a:defRPr/>
            </a:pPr>
            <a:fld id="{C80DB997-564C-4C45-82C5-01CC3F0E549C}" type="slidenum">
              <a:rPr lang="en-US" altLang="en-US" smtClean="0"/>
              <a:pPr>
                <a:defRPr/>
              </a:pPr>
              <a:t>64</a:t>
            </a:fld>
            <a:endParaRPr lang="en-US" altLang="en-US"/>
          </a:p>
        </p:txBody>
      </p:sp>
    </p:spTree>
    <p:extLst>
      <p:ext uri="{BB962C8B-B14F-4D97-AF65-F5344CB8AC3E}">
        <p14:creationId xmlns:p14="http://schemas.microsoft.com/office/powerpoint/2010/main" val="27491326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77BFB4-0B8A-EF25-3D91-C9864FAE9F2B}"/>
              </a:ext>
            </a:extLst>
          </p:cNvPr>
          <p:cNvPicPr>
            <a:picLocks noChangeAspect="1"/>
          </p:cNvPicPr>
          <p:nvPr/>
        </p:nvPicPr>
        <p:blipFill>
          <a:blip r:embed="rId2"/>
          <a:stretch>
            <a:fillRect/>
          </a:stretch>
        </p:blipFill>
        <p:spPr>
          <a:xfrm>
            <a:off x="107505" y="764705"/>
            <a:ext cx="3604482" cy="2808312"/>
          </a:xfrm>
          <a:prstGeom prst="rect">
            <a:avLst/>
          </a:prstGeom>
        </p:spPr>
      </p:pic>
      <p:sp>
        <p:nvSpPr>
          <p:cNvPr id="5" name="Rectangle 4">
            <a:extLst>
              <a:ext uri="{FF2B5EF4-FFF2-40B4-BE49-F238E27FC236}">
                <a16:creationId xmlns:a16="http://schemas.microsoft.com/office/drawing/2014/main" id="{29F46948-591A-F862-25A7-2CFF63F21078}"/>
              </a:ext>
            </a:extLst>
          </p:cNvPr>
          <p:cNvSpPr/>
          <p:nvPr/>
        </p:nvSpPr>
        <p:spPr>
          <a:xfrm>
            <a:off x="2051720" y="2055604"/>
            <a:ext cx="1440160" cy="173343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TextBox 3">
            <a:extLst>
              <a:ext uri="{FF2B5EF4-FFF2-40B4-BE49-F238E27FC236}">
                <a16:creationId xmlns:a16="http://schemas.microsoft.com/office/drawing/2014/main" id="{451EB705-B300-C63E-9099-F36374AAFF34}"/>
              </a:ext>
            </a:extLst>
          </p:cNvPr>
          <p:cNvSpPr txBox="1"/>
          <p:nvPr/>
        </p:nvSpPr>
        <p:spPr>
          <a:xfrm>
            <a:off x="1210065" y="5301208"/>
            <a:ext cx="6825074" cy="400110"/>
          </a:xfrm>
          <a:prstGeom prst="rect">
            <a:avLst/>
          </a:prstGeom>
          <a:noFill/>
        </p:spPr>
        <p:txBody>
          <a:bodyPr wrap="none" rtlCol="0">
            <a:spAutoFit/>
          </a:bodyPr>
          <a:lstStyle/>
          <a:p>
            <a:r>
              <a:rPr lang="en-MY" dirty="0"/>
              <a:t> A simplified table to show the true value for A, B, C and D</a:t>
            </a:r>
          </a:p>
        </p:txBody>
      </p:sp>
      <p:graphicFrame>
        <p:nvGraphicFramePr>
          <p:cNvPr id="15" name="Table 14">
            <a:extLst>
              <a:ext uri="{FF2B5EF4-FFF2-40B4-BE49-F238E27FC236}">
                <a16:creationId xmlns:a16="http://schemas.microsoft.com/office/drawing/2014/main" id="{48227CD5-4647-B416-0308-3A1F64921287}"/>
              </a:ext>
            </a:extLst>
          </p:cNvPr>
          <p:cNvGraphicFramePr>
            <a:graphicFrameLocks noGrp="1"/>
          </p:cNvGraphicFramePr>
          <p:nvPr>
            <p:extLst>
              <p:ext uri="{D42A27DB-BD31-4B8C-83A1-F6EECF244321}">
                <p14:modId xmlns:p14="http://schemas.microsoft.com/office/powerpoint/2010/main" val="3307562139"/>
              </p:ext>
            </p:extLst>
          </p:nvPr>
        </p:nvGraphicFramePr>
        <p:xfrm>
          <a:off x="4716016" y="1412776"/>
          <a:ext cx="3456385" cy="2808310"/>
        </p:xfrm>
        <a:graphic>
          <a:graphicData uri="http://schemas.openxmlformats.org/drawingml/2006/table">
            <a:tbl>
              <a:tblPr firstRow="1" bandRow="1">
                <a:tableStyleId>{5940675A-B579-460E-94D1-54222C63F5DA}</a:tableStyleId>
              </a:tblPr>
              <a:tblGrid>
                <a:gridCol w="691277">
                  <a:extLst>
                    <a:ext uri="{9D8B030D-6E8A-4147-A177-3AD203B41FA5}">
                      <a16:colId xmlns:a16="http://schemas.microsoft.com/office/drawing/2014/main" val="936710312"/>
                    </a:ext>
                  </a:extLst>
                </a:gridCol>
                <a:gridCol w="691277">
                  <a:extLst>
                    <a:ext uri="{9D8B030D-6E8A-4147-A177-3AD203B41FA5}">
                      <a16:colId xmlns:a16="http://schemas.microsoft.com/office/drawing/2014/main" val="47955736"/>
                    </a:ext>
                  </a:extLst>
                </a:gridCol>
                <a:gridCol w="691277">
                  <a:extLst>
                    <a:ext uri="{9D8B030D-6E8A-4147-A177-3AD203B41FA5}">
                      <a16:colId xmlns:a16="http://schemas.microsoft.com/office/drawing/2014/main" val="1629469067"/>
                    </a:ext>
                  </a:extLst>
                </a:gridCol>
                <a:gridCol w="691277">
                  <a:extLst>
                    <a:ext uri="{9D8B030D-6E8A-4147-A177-3AD203B41FA5}">
                      <a16:colId xmlns:a16="http://schemas.microsoft.com/office/drawing/2014/main" val="2979338394"/>
                    </a:ext>
                  </a:extLst>
                </a:gridCol>
                <a:gridCol w="691277">
                  <a:extLst>
                    <a:ext uri="{9D8B030D-6E8A-4147-A177-3AD203B41FA5}">
                      <a16:colId xmlns:a16="http://schemas.microsoft.com/office/drawing/2014/main" val="2493541393"/>
                    </a:ext>
                  </a:extLst>
                </a:gridCol>
              </a:tblGrid>
              <a:tr h="561662">
                <a:tc>
                  <a:txBody>
                    <a:bodyPr/>
                    <a:lstStyle/>
                    <a:p>
                      <a:pPr algn="ctr"/>
                      <a:endParaRPr lang="en-MY"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00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0</a:t>
                      </a:r>
                      <a:r>
                        <a:rPr lang="en-MY" dirty="0">
                          <a:solidFill>
                            <a:srgbClr val="00FF00"/>
                          </a:solidFill>
                        </a:rPr>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solidFill>
                            <a:srgbClr val="FF0000"/>
                          </a:solidFill>
                        </a:rPr>
                        <a:t>1</a:t>
                      </a:r>
                      <a:r>
                        <a:rPr lang="en-MY" dirty="0">
                          <a:solidFill>
                            <a:srgbClr val="00FF00"/>
                          </a:solidFill>
                        </a:rPr>
                        <a:t>1</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solidFill>
                            <a:srgbClr val="FF0000"/>
                          </a:solidFill>
                        </a:rPr>
                        <a:t>1</a:t>
                      </a:r>
                      <a:r>
                        <a:rPr lang="en-MY" dirty="0"/>
                        <a:t>0</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14771426"/>
                  </a:ext>
                </a:extLst>
              </a:tr>
              <a:tr h="561662">
                <a:tc>
                  <a:txBody>
                    <a:bodyPr/>
                    <a:lstStyle/>
                    <a:p>
                      <a:pPr algn="ctr"/>
                      <a:r>
                        <a:rPr lang="en-MY" dirty="0"/>
                        <a:t>00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MY"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MY"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MY" dirty="0">
                          <a:solidFill>
                            <a:schemeClr val="tx1"/>
                          </a:solidFill>
                        </a:rPr>
                        <a:t>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MY" dirty="0">
                          <a:solidFill>
                            <a:schemeClr val="tx1"/>
                          </a:solidFill>
                        </a:rPr>
                        <a:t>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3648153707"/>
                  </a:ext>
                </a:extLst>
              </a:tr>
              <a:tr h="561662">
                <a:tc>
                  <a:txBody>
                    <a:bodyPr/>
                    <a:lstStyle/>
                    <a:p>
                      <a:pPr algn="ctr"/>
                      <a:r>
                        <a:rPr lang="en-MY" dirty="0"/>
                        <a:t>0</a:t>
                      </a:r>
                      <a:r>
                        <a:rPr lang="en-MY" dirty="0">
                          <a:solidFill>
                            <a:srgbClr val="00FF00"/>
                          </a:solidFill>
                        </a:rPr>
                        <a:t>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MY"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MY"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MY"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MY" dirty="0">
                          <a:solidFill>
                            <a:schemeClr val="tx1"/>
                          </a:solidFill>
                        </a:rPr>
                        <a:t>B</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630631500"/>
                  </a:ext>
                </a:extLst>
              </a:tr>
              <a:tr h="561662">
                <a:tc>
                  <a:txBody>
                    <a:bodyPr/>
                    <a:lstStyle/>
                    <a:p>
                      <a:pPr algn="ctr"/>
                      <a:r>
                        <a:rPr lang="en-MY" dirty="0">
                          <a:solidFill>
                            <a:srgbClr val="FF0000"/>
                          </a:solidFill>
                        </a:rPr>
                        <a:t>1</a:t>
                      </a:r>
                      <a:r>
                        <a:rPr lang="en-MY" dirty="0">
                          <a:solidFill>
                            <a:srgbClr val="00FF00"/>
                          </a:solidFill>
                        </a:rPr>
                        <a:t>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MY" dirty="0"/>
                        <a:t>A</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endParaRPr lang="en-MY"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MY"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MY" dirty="0">
                          <a:solidFill>
                            <a:schemeClr val="tx1"/>
                          </a:solidFill>
                        </a:rPr>
                        <a:t>B</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59141810"/>
                  </a:ext>
                </a:extLst>
              </a:tr>
              <a:tr h="561662">
                <a:tc>
                  <a:txBody>
                    <a:bodyPr/>
                    <a:lstStyle/>
                    <a:p>
                      <a:pPr algn="ctr"/>
                      <a:r>
                        <a:rPr lang="en-MY" dirty="0">
                          <a:solidFill>
                            <a:srgbClr val="FF0000"/>
                          </a:solidFill>
                        </a:rPr>
                        <a:t>1</a:t>
                      </a:r>
                      <a:r>
                        <a:rPr lang="en-MY" dirty="0"/>
                        <a:t>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MY" dirty="0"/>
                        <a:t>A</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4"/>
                    </a:solidFill>
                  </a:tcPr>
                </a:tc>
                <a:tc>
                  <a:txBody>
                    <a:bodyPr/>
                    <a:lstStyle/>
                    <a:p>
                      <a:pPr algn="ctr"/>
                      <a:r>
                        <a:rPr lang="en-MY" dirty="0"/>
                        <a:t>D</a:t>
                      </a:r>
                    </a:p>
                  </a:txBody>
                  <a:tcPr anchor="ctr">
                    <a:lnT w="12700" cap="flat" cmpd="sng" algn="ctr">
                      <a:solidFill>
                        <a:schemeClr val="tx1"/>
                      </a:solidFill>
                      <a:prstDash val="solid"/>
                      <a:round/>
                      <a:headEnd type="none" w="med" len="med"/>
                      <a:tailEnd type="none" w="med" len="med"/>
                    </a:lnT>
                    <a:solidFill>
                      <a:schemeClr val="accent6"/>
                    </a:solidFill>
                  </a:tcPr>
                </a:tc>
                <a:tc>
                  <a:txBody>
                    <a:bodyPr/>
                    <a:lstStyle/>
                    <a:p>
                      <a:pPr algn="ctr"/>
                      <a:r>
                        <a:rPr lang="en-MY" dirty="0">
                          <a:solidFill>
                            <a:schemeClr val="tx1"/>
                          </a:solidFill>
                        </a:rPr>
                        <a:t>D</a:t>
                      </a:r>
                    </a:p>
                  </a:txBody>
                  <a:tcPr anchor="ctr">
                    <a:lnT w="12700" cap="flat" cmpd="sng" algn="ctr">
                      <a:solidFill>
                        <a:schemeClr val="tx1"/>
                      </a:solidFill>
                      <a:prstDash val="solid"/>
                      <a:round/>
                      <a:headEnd type="none" w="med" len="med"/>
                      <a:tailEnd type="none" w="med" len="med"/>
                    </a:lnT>
                    <a:solidFill>
                      <a:schemeClr val="accent6"/>
                    </a:solidFill>
                  </a:tcPr>
                </a:tc>
                <a:tc>
                  <a:txBody>
                    <a:bodyPr/>
                    <a:lstStyle/>
                    <a:p>
                      <a:pPr algn="ctr"/>
                      <a:endParaRPr lang="en-MY" dirty="0">
                        <a:solidFill>
                          <a:schemeClr val="tx1"/>
                        </a:solidFill>
                      </a:endParaRP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01637788"/>
                  </a:ext>
                </a:extLst>
              </a:tr>
            </a:tbl>
          </a:graphicData>
        </a:graphic>
      </p:graphicFrame>
      <p:sp>
        <p:nvSpPr>
          <p:cNvPr id="16" name="Left Brace 15">
            <a:extLst>
              <a:ext uri="{FF2B5EF4-FFF2-40B4-BE49-F238E27FC236}">
                <a16:creationId xmlns:a16="http://schemas.microsoft.com/office/drawing/2014/main" id="{43094326-E04A-706A-41C6-FF3E758A806D}"/>
              </a:ext>
            </a:extLst>
          </p:cNvPr>
          <p:cNvSpPr/>
          <p:nvPr/>
        </p:nvSpPr>
        <p:spPr>
          <a:xfrm>
            <a:off x="4473445" y="2140352"/>
            <a:ext cx="360040" cy="2152744"/>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17" name="TextBox 16">
            <a:extLst>
              <a:ext uri="{FF2B5EF4-FFF2-40B4-BE49-F238E27FC236}">
                <a16:creationId xmlns:a16="http://schemas.microsoft.com/office/drawing/2014/main" id="{7BB8007D-A1EA-6B62-4A96-2BDFD8A8951F}"/>
              </a:ext>
            </a:extLst>
          </p:cNvPr>
          <p:cNvSpPr txBox="1"/>
          <p:nvPr/>
        </p:nvSpPr>
        <p:spPr>
          <a:xfrm>
            <a:off x="3939762" y="3016669"/>
            <a:ext cx="489236" cy="400110"/>
          </a:xfrm>
          <a:prstGeom prst="rect">
            <a:avLst/>
          </a:prstGeom>
          <a:noFill/>
        </p:spPr>
        <p:txBody>
          <a:bodyPr wrap="none" rtlCol="0">
            <a:spAutoFit/>
          </a:bodyPr>
          <a:lstStyle/>
          <a:p>
            <a:r>
              <a:rPr lang="en-MY" dirty="0"/>
              <a:t>AB</a:t>
            </a:r>
          </a:p>
        </p:txBody>
      </p:sp>
      <p:sp>
        <p:nvSpPr>
          <p:cNvPr id="18" name="Left Brace 17">
            <a:extLst>
              <a:ext uri="{FF2B5EF4-FFF2-40B4-BE49-F238E27FC236}">
                <a16:creationId xmlns:a16="http://schemas.microsoft.com/office/drawing/2014/main" id="{F26F07CA-2C3C-2916-8E40-954F392B41D1}"/>
              </a:ext>
            </a:extLst>
          </p:cNvPr>
          <p:cNvSpPr/>
          <p:nvPr/>
        </p:nvSpPr>
        <p:spPr>
          <a:xfrm rot="5400000">
            <a:off x="6622188" y="36774"/>
            <a:ext cx="360040" cy="274038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dirty="0"/>
          </a:p>
        </p:txBody>
      </p:sp>
      <p:sp>
        <p:nvSpPr>
          <p:cNvPr id="19" name="TextBox 18">
            <a:extLst>
              <a:ext uri="{FF2B5EF4-FFF2-40B4-BE49-F238E27FC236}">
                <a16:creationId xmlns:a16="http://schemas.microsoft.com/office/drawing/2014/main" id="{4A36C982-B6B5-D443-8801-92F315619375}"/>
              </a:ext>
            </a:extLst>
          </p:cNvPr>
          <p:cNvSpPr txBox="1"/>
          <p:nvPr/>
        </p:nvSpPr>
        <p:spPr>
          <a:xfrm>
            <a:off x="6545567" y="764705"/>
            <a:ext cx="513282" cy="400110"/>
          </a:xfrm>
          <a:prstGeom prst="rect">
            <a:avLst/>
          </a:prstGeom>
          <a:noFill/>
        </p:spPr>
        <p:txBody>
          <a:bodyPr wrap="none" rtlCol="0">
            <a:spAutoFit/>
          </a:bodyPr>
          <a:lstStyle/>
          <a:p>
            <a:r>
              <a:rPr lang="en-MY" dirty="0"/>
              <a:t>CD</a:t>
            </a:r>
          </a:p>
        </p:txBody>
      </p:sp>
      <p:sp>
        <p:nvSpPr>
          <p:cNvPr id="3" name="Slide Number Placeholder 2">
            <a:extLst>
              <a:ext uri="{FF2B5EF4-FFF2-40B4-BE49-F238E27FC236}">
                <a16:creationId xmlns:a16="http://schemas.microsoft.com/office/drawing/2014/main" id="{E6995041-41C0-1FE9-3F52-D32AF8A493F9}"/>
              </a:ext>
            </a:extLst>
          </p:cNvPr>
          <p:cNvSpPr>
            <a:spLocks noGrp="1"/>
          </p:cNvSpPr>
          <p:nvPr>
            <p:ph type="sldNum" sz="quarter" idx="12"/>
          </p:nvPr>
        </p:nvSpPr>
        <p:spPr/>
        <p:txBody>
          <a:bodyPr/>
          <a:lstStyle/>
          <a:p>
            <a:pPr>
              <a:defRPr/>
            </a:pPr>
            <a:fld id="{C80DB997-564C-4C45-82C5-01CC3F0E549C}" type="slidenum">
              <a:rPr lang="en-US" altLang="en-US" smtClean="0"/>
              <a:pPr>
                <a:defRPr/>
              </a:pPr>
              <a:t>65</a:t>
            </a:fld>
            <a:endParaRPr lang="en-US" altLang="en-US"/>
          </a:p>
        </p:txBody>
      </p:sp>
    </p:spTree>
    <p:extLst>
      <p:ext uri="{BB962C8B-B14F-4D97-AF65-F5344CB8AC3E}">
        <p14:creationId xmlns:p14="http://schemas.microsoft.com/office/powerpoint/2010/main" val="18677366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14">
            <a:extLst>
              <a:ext uri="{FF2B5EF4-FFF2-40B4-BE49-F238E27FC236}">
                <a16:creationId xmlns:a16="http://schemas.microsoft.com/office/drawing/2014/main" id="{DC168319-97D7-EAC5-BC18-106EE1B24AC1}"/>
              </a:ext>
            </a:extLst>
          </p:cNvPr>
          <p:cNvSpPr>
            <a:spLocks noGrp="1" noChangeArrowheads="1"/>
          </p:cNvSpPr>
          <p:nvPr>
            <p:ph type="title"/>
          </p:nvPr>
        </p:nvSpPr>
        <p:spPr/>
        <p:txBody>
          <a:bodyPr/>
          <a:lstStyle/>
          <a:p>
            <a:r>
              <a:rPr lang="en-US" altLang="en-US"/>
              <a:t>Use of Karnaugh Maps</a:t>
            </a:r>
          </a:p>
        </p:txBody>
      </p:sp>
      <p:sp>
        <p:nvSpPr>
          <p:cNvPr id="66562" name="Content Placeholder 1">
            <a:extLst>
              <a:ext uri="{FF2B5EF4-FFF2-40B4-BE49-F238E27FC236}">
                <a16:creationId xmlns:a16="http://schemas.microsoft.com/office/drawing/2014/main" id="{904DB802-36E1-C819-7EFF-2EDA3C1370FC}"/>
              </a:ext>
            </a:extLst>
          </p:cNvPr>
          <p:cNvSpPr>
            <a:spLocks noGrp="1" noChangeArrowheads="1"/>
          </p:cNvSpPr>
          <p:nvPr>
            <p:ph idx="1"/>
          </p:nvPr>
        </p:nvSpPr>
        <p:spPr>
          <a:xfrm>
            <a:off x="609598" y="1484784"/>
            <a:ext cx="8066858" cy="4556579"/>
          </a:xfrm>
        </p:spPr>
        <p:txBody>
          <a:bodyPr>
            <a:normAutofit/>
          </a:bodyPr>
          <a:lstStyle/>
          <a:p>
            <a:pPr marL="365125" indent="-255588"/>
            <a:r>
              <a:rPr lang="en-US" altLang="en-US" dirty="0"/>
              <a:t>Algebraic expression can be simplified by noting the arrangement of 1s on the map</a:t>
            </a:r>
          </a:p>
          <a:p>
            <a:pPr marL="365125" indent="-255588"/>
            <a:r>
              <a:rPr lang="en-US" altLang="en-US" dirty="0"/>
              <a:t>Principle</a:t>
            </a:r>
          </a:p>
          <a:p>
            <a:pPr lvl="1"/>
            <a:r>
              <a:rPr lang="en-US" altLang="en-US" dirty="0"/>
              <a:t>Any two squares that are </a:t>
            </a:r>
            <a:r>
              <a:rPr lang="en-US" altLang="en-US" sz="3200" b="1" dirty="0">
                <a:solidFill>
                  <a:srgbClr val="92D050"/>
                </a:solidFill>
              </a:rPr>
              <a:t>adjacent differ by only one variable</a:t>
            </a:r>
            <a:endParaRPr lang="en-US" altLang="en-US" b="1" dirty="0">
              <a:solidFill>
                <a:srgbClr val="92D050"/>
              </a:solidFill>
            </a:endParaRPr>
          </a:p>
          <a:p>
            <a:pPr lvl="1"/>
            <a:r>
              <a:rPr lang="en-US" altLang="en-US" dirty="0"/>
              <a:t>If </a:t>
            </a:r>
            <a:r>
              <a:rPr lang="en-US" altLang="en-US" sz="3200" b="1" dirty="0">
                <a:solidFill>
                  <a:srgbClr val="FF0000"/>
                </a:solidFill>
              </a:rPr>
              <a:t>2 adjacent squares </a:t>
            </a:r>
            <a:r>
              <a:rPr lang="en-US" altLang="en-US" dirty="0"/>
              <a:t>both have an entry of 1, the </a:t>
            </a:r>
            <a:r>
              <a:rPr lang="en-US" altLang="en-US" sz="3200" b="1" dirty="0">
                <a:solidFill>
                  <a:srgbClr val="00B0F0"/>
                </a:solidFill>
              </a:rPr>
              <a:t>2 terms can be merged by </a:t>
            </a:r>
            <a:r>
              <a:rPr lang="en-US" altLang="en-US" sz="3200" b="1" i="1" dirty="0">
                <a:solidFill>
                  <a:srgbClr val="00B0F0"/>
                </a:solidFill>
              </a:rPr>
              <a:t>eliminating</a:t>
            </a:r>
            <a:r>
              <a:rPr lang="en-US" altLang="en-US" sz="3200" b="1" dirty="0">
                <a:solidFill>
                  <a:srgbClr val="00B0F0"/>
                </a:solidFill>
              </a:rPr>
              <a:t> that variable</a:t>
            </a:r>
            <a:endParaRPr lang="en-US" altLang="en-US" b="1" dirty="0">
              <a:solidFill>
                <a:srgbClr val="00B0F0"/>
              </a:solidFill>
            </a:endParaRPr>
          </a:p>
          <a:p>
            <a:pPr lvl="1"/>
            <a:r>
              <a:rPr lang="en-US" altLang="en-US" dirty="0"/>
              <a:t>Squares at the edge can be wrapped around </a:t>
            </a:r>
          </a:p>
        </p:txBody>
      </p:sp>
      <p:pic>
        <p:nvPicPr>
          <p:cNvPr id="2" name="Picture 1">
            <a:extLst>
              <a:ext uri="{FF2B5EF4-FFF2-40B4-BE49-F238E27FC236}">
                <a16:creationId xmlns:a16="http://schemas.microsoft.com/office/drawing/2014/main" id="{DD3AAADF-4F44-FD18-D1E5-73DDF7C46610}"/>
              </a:ext>
            </a:extLst>
          </p:cNvPr>
          <p:cNvPicPr>
            <a:picLocks noChangeAspect="1"/>
          </p:cNvPicPr>
          <p:nvPr/>
        </p:nvPicPr>
        <p:blipFill>
          <a:blip r:embed="rId3"/>
          <a:stretch>
            <a:fillRect/>
          </a:stretch>
        </p:blipFill>
        <p:spPr>
          <a:xfrm>
            <a:off x="1835696" y="1594291"/>
            <a:ext cx="4709715" cy="3669417"/>
          </a:xfrm>
          <a:prstGeom prst="rect">
            <a:avLst/>
          </a:prstGeom>
        </p:spPr>
      </p:pic>
      <p:sp>
        <p:nvSpPr>
          <p:cNvPr id="3" name="Oval 2">
            <a:extLst>
              <a:ext uri="{FF2B5EF4-FFF2-40B4-BE49-F238E27FC236}">
                <a16:creationId xmlns:a16="http://schemas.microsoft.com/office/drawing/2014/main" id="{F011362D-B7AA-C33D-12A2-442E471D2F62}"/>
              </a:ext>
            </a:extLst>
          </p:cNvPr>
          <p:cNvSpPr/>
          <p:nvPr/>
        </p:nvSpPr>
        <p:spPr>
          <a:xfrm>
            <a:off x="5076056" y="2132856"/>
            <a:ext cx="792088" cy="21602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Oval 3">
            <a:extLst>
              <a:ext uri="{FF2B5EF4-FFF2-40B4-BE49-F238E27FC236}">
                <a16:creationId xmlns:a16="http://schemas.microsoft.com/office/drawing/2014/main" id="{FB0B081D-CFE3-992D-8EFF-ACE5AE67F288}"/>
              </a:ext>
            </a:extLst>
          </p:cNvPr>
          <p:cNvSpPr/>
          <p:nvPr/>
        </p:nvSpPr>
        <p:spPr>
          <a:xfrm rot="5221203">
            <a:off x="5157597" y="2240868"/>
            <a:ext cx="792088" cy="21602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Slide Number Placeholder 4">
            <a:extLst>
              <a:ext uri="{FF2B5EF4-FFF2-40B4-BE49-F238E27FC236}">
                <a16:creationId xmlns:a16="http://schemas.microsoft.com/office/drawing/2014/main" id="{EABF9F14-A774-484B-ABE2-C210CDB8C624}"/>
              </a:ext>
            </a:extLst>
          </p:cNvPr>
          <p:cNvSpPr>
            <a:spLocks noGrp="1"/>
          </p:cNvSpPr>
          <p:nvPr>
            <p:ph type="sldNum" sz="quarter" idx="12"/>
          </p:nvPr>
        </p:nvSpPr>
        <p:spPr/>
        <p:txBody>
          <a:bodyPr/>
          <a:lstStyle/>
          <a:p>
            <a:pPr>
              <a:defRPr/>
            </a:pPr>
            <a:fld id="{28588503-611C-4314-9367-E0668E948370}" type="slidenum">
              <a:rPr lang="en-US" altLang="en-US" smtClean="0"/>
              <a:pPr>
                <a:defRPr/>
              </a:pPr>
              <a:t>66</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BD2EEE29-E3DB-552E-4B12-59549E0A59C3}"/>
              </a:ext>
            </a:extLst>
          </p:cNvPr>
          <p:cNvSpPr>
            <a:spLocks noGrp="1" noChangeArrowheads="1"/>
          </p:cNvSpPr>
          <p:nvPr>
            <p:ph type="title"/>
          </p:nvPr>
        </p:nvSpPr>
        <p:spPr>
          <a:xfrm>
            <a:off x="179512" y="24024"/>
            <a:ext cx="7686176" cy="731168"/>
          </a:xfrm>
        </p:spPr>
        <p:txBody>
          <a:bodyPr/>
          <a:lstStyle/>
          <a:p>
            <a:r>
              <a:rPr lang="en-US" altLang="en-US" dirty="0"/>
              <a:t>Use of Karnaugh Maps</a:t>
            </a:r>
          </a:p>
        </p:txBody>
      </p:sp>
      <p:pic>
        <p:nvPicPr>
          <p:cNvPr id="67587" name="Picture 12">
            <a:extLst>
              <a:ext uri="{FF2B5EF4-FFF2-40B4-BE49-F238E27FC236}">
                <a16:creationId xmlns:a16="http://schemas.microsoft.com/office/drawing/2014/main" id="{88BB0F02-F07F-3AD8-1997-F49F1297F5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398" y="908720"/>
            <a:ext cx="2398712" cy="247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7588" name="TextBox 11">
            <a:extLst>
              <a:ext uri="{FF2B5EF4-FFF2-40B4-BE49-F238E27FC236}">
                <a16:creationId xmlns:a16="http://schemas.microsoft.com/office/drawing/2014/main" id="{D75AE40D-0EE8-6388-4F72-79862268C556}"/>
              </a:ext>
            </a:extLst>
          </p:cNvPr>
          <p:cNvSpPr txBox="1">
            <a:spLocks noChangeArrowheads="1"/>
          </p:cNvSpPr>
          <p:nvPr/>
        </p:nvSpPr>
        <p:spPr bwMode="auto">
          <a:xfrm>
            <a:off x="538410" y="3572545"/>
            <a:ext cx="5041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ABCD + ABCD = ABD</a:t>
            </a:r>
          </a:p>
        </p:txBody>
      </p:sp>
      <p:cxnSp>
        <p:nvCxnSpPr>
          <p:cNvPr id="67589" name="Straight Connector 7">
            <a:extLst>
              <a:ext uri="{FF2B5EF4-FFF2-40B4-BE49-F238E27FC236}">
                <a16:creationId xmlns:a16="http://schemas.microsoft.com/office/drawing/2014/main" id="{38E6DE29-E106-5AC4-683E-2FE72B1493F2}"/>
              </a:ext>
            </a:extLst>
          </p:cNvPr>
          <p:cNvCxnSpPr>
            <a:cxnSpLocks noChangeShapeType="1"/>
          </p:cNvCxnSpPr>
          <p:nvPr/>
        </p:nvCxnSpPr>
        <p:spPr bwMode="auto">
          <a:xfrm>
            <a:off x="1375023" y="3643982"/>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7590" name="Straight Connector 7">
            <a:extLst>
              <a:ext uri="{FF2B5EF4-FFF2-40B4-BE49-F238E27FC236}">
                <a16:creationId xmlns:a16="http://schemas.microsoft.com/office/drawing/2014/main" id="{7D52DA57-C7F7-CE4F-6C19-31A8853F0B6A}"/>
              </a:ext>
            </a:extLst>
          </p:cNvPr>
          <p:cNvCxnSpPr>
            <a:cxnSpLocks noChangeShapeType="1"/>
          </p:cNvCxnSpPr>
          <p:nvPr/>
        </p:nvCxnSpPr>
        <p:spPr bwMode="auto">
          <a:xfrm>
            <a:off x="1797298" y="3643982"/>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7591" name="Straight Connector 7">
            <a:extLst>
              <a:ext uri="{FF2B5EF4-FFF2-40B4-BE49-F238E27FC236}">
                <a16:creationId xmlns:a16="http://schemas.microsoft.com/office/drawing/2014/main" id="{EB3553EC-EAF1-0827-4A5B-01B6E65D7098}"/>
              </a:ext>
            </a:extLst>
          </p:cNvPr>
          <p:cNvCxnSpPr>
            <a:cxnSpLocks noChangeShapeType="1"/>
          </p:cNvCxnSpPr>
          <p:nvPr/>
        </p:nvCxnSpPr>
        <p:spPr bwMode="auto">
          <a:xfrm>
            <a:off x="2714873" y="3643982"/>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7592" name="Straight Connector 7">
            <a:extLst>
              <a:ext uri="{FF2B5EF4-FFF2-40B4-BE49-F238E27FC236}">
                <a16:creationId xmlns:a16="http://schemas.microsoft.com/office/drawing/2014/main" id="{AB40F47D-9CDF-0D7B-A0A1-94584F860A54}"/>
              </a:ext>
            </a:extLst>
          </p:cNvPr>
          <p:cNvCxnSpPr>
            <a:cxnSpLocks noChangeShapeType="1"/>
          </p:cNvCxnSpPr>
          <p:nvPr/>
        </p:nvCxnSpPr>
        <p:spPr bwMode="auto">
          <a:xfrm>
            <a:off x="4076948" y="3643982"/>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67593" name="Line 20">
            <a:extLst>
              <a:ext uri="{FF2B5EF4-FFF2-40B4-BE49-F238E27FC236}">
                <a16:creationId xmlns:a16="http://schemas.microsoft.com/office/drawing/2014/main" id="{0FBD3897-90EE-746A-A08B-763FE4C6E304}"/>
              </a:ext>
            </a:extLst>
          </p:cNvPr>
          <p:cNvSpPr>
            <a:spLocks noChangeShapeType="1"/>
          </p:cNvSpPr>
          <p:nvPr/>
        </p:nvSpPr>
        <p:spPr bwMode="auto">
          <a:xfrm flipH="1">
            <a:off x="1763960" y="2132682"/>
            <a:ext cx="1295400" cy="143986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67594" name="Line 21">
            <a:extLst>
              <a:ext uri="{FF2B5EF4-FFF2-40B4-BE49-F238E27FC236}">
                <a16:creationId xmlns:a16="http://schemas.microsoft.com/office/drawing/2014/main" id="{5E8683A6-2B99-EF2F-E559-121A80199326}"/>
              </a:ext>
            </a:extLst>
          </p:cNvPr>
          <p:cNvSpPr>
            <a:spLocks noChangeShapeType="1"/>
          </p:cNvSpPr>
          <p:nvPr/>
        </p:nvSpPr>
        <p:spPr bwMode="auto">
          <a:xfrm flipH="1">
            <a:off x="3203823" y="2132682"/>
            <a:ext cx="287337" cy="15113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67595" name="TextBox 11">
            <a:extLst>
              <a:ext uri="{FF2B5EF4-FFF2-40B4-BE49-F238E27FC236}">
                <a16:creationId xmlns:a16="http://schemas.microsoft.com/office/drawing/2014/main" id="{48FC2072-5061-3EF4-5625-710F190BC5BE}"/>
              </a:ext>
            </a:extLst>
          </p:cNvPr>
          <p:cNvSpPr txBox="1">
            <a:spLocks noChangeArrowheads="1"/>
          </p:cNvSpPr>
          <p:nvPr/>
        </p:nvSpPr>
        <p:spPr bwMode="auto">
          <a:xfrm>
            <a:off x="5000873" y="4364707"/>
            <a:ext cx="650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C</a:t>
            </a:r>
          </a:p>
        </p:txBody>
      </p:sp>
      <p:sp>
        <p:nvSpPr>
          <p:cNvPr id="67596" name="Arc 23">
            <a:extLst>
              <a:ext uri="{FF2B5EF4-FFF2-40B4-BE49-F238E27FC236}">
                <a16:creationId xmlns:a16="http://schemas.microsoft.com/office/drawing/2014/main" id="{E4FF6FC5-AF51-639B-904A-C11B50A02D75}"/>
              </a:ext>
            </a:extLst>
          </p:cNvPr>
          <p:cNvSpPr>
            <a:spLocks/>
          </p:cNvSpPr>
          <p:nvPr/>
        </p:nvSpPr>
        <p:spPr bwMode="auto">
          <a:xfrm rot="5400000" flipV="1">
            <a:off x="4534942" y="3968626"/>
            <a:ext cx="576262" cy="6477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MY"/>
          </a:p>
        </p:txBody>
      </p:sp>
      <p:sp>
        <p:nvSpPr>
          <p:cNvPr id="2" name="TextBox 1">
            <a:extLst>
              <a:ext uri="{FF2B5EF4-FFF2-40B4-BE49-F238E27FC236}">
                <a16:creationId xmlns:a16="http://schemas.microsoft.com/office/drawing/2014/main" id="{8CAAF29E-978C-82DA-AA86-6A71B2D0C91D}"/>
              </a:ext>
            </a:extLst>
          </p:cNvPr>
          <p:cNvSpPr txBox="1"/>
          <p:nvPr/>
        </p:nvSpPr>
        <p:spPr>
          <a:xfrm>
            <a:off x="1426042" y="3987553"/>
            <a:ext cx="742511" cy="400110"/>
          </a:xfrm>
          <a:prstGeom prst="rect">
            <a:avLst/>
          </a:prstGeom>
          <a:noFill/>
        </p:spPr>
        <p:txBody>
          <a:bodyPr wrap="none" rtlCol="0">
            <a:spAutoFit/>
          </a:bodyPr>
          <a:lstStyle/>
          <a:p>
            <a:r>
              <a:rPr lang="en-MY" dirty="0"/>
              <a:t>0101</a:t>
            </a:r>
          </a:p>
        </p:txBody>
      </p:sp>
      <p:sp>
        <p:nvSpPr>
          <p:cNvPr id="3" name="TextBox 2">
            <a:extLst>
              <a:ext uri="{FF2B5EF4-FFF2-40B4-BE49-F238E27FC236}">
                <a16:creationId xmlns:a16="http://schemas.microsoft.com/office/drawing/2014/main" id="{FE5F9B34-B48C-69CE-617A-50B072B4DCAE}"/>
              </a:ext>
            </a:extLst>
          </p:cNvPr>
          <p:cNvSpPr txBox="1"/>
          <p:nvPr/>
        </p:nvSpPr>
        <p:spPr>
          <a:xfrm>
            <a:off x="2832567" y="3964597"/>
            <a:ext cx="742511" cy="400110"/>
          </a:xfrm>
          <a:prstGeom prst="rect">
            <a:avLst/>
          </a:prstGeom>
          <a:noFill/>
        </p:spPr>
        <p:txBody>
          <a:bodyPr wrap="none" rtlCol="0">
            <a:spAutoFit/>
          </a:bodyPr>
          <a:lstStyle/>
          <a:p>
            <a:r>
              <a:rPr lang="en-MY" dirty="0"/>
              <a:t>0111</a:t>
            </a:r>
          </a:p>
        </p:txBody>
      </p:sp>
      <p:sp>
        <p:nvSpPr>
          <p:cNvPr id="4" name="TextBox 3">
            <a:extLst>
              <a:ext uri="{FF2B5EF4-FFF2-40B4-BE49-F238E27FC236}">
                <a16:creationId xmlns:a16="http://schemas.microsoft.com/office/drawing/2014/main" id="{146B2137-C723-ABE7-8340-EFDEA8A88825}"/>
              </a:ext>
            </a:extLst>
          </p:cNvPr>
          <p:cNvSpPr txBox="1"/>
          <p:nvPr/>
        </p:nvSpPr>
        <p:spPr>
          <a:xfrm>
            <a:off x="1186322" y="4708277"/>
            <a:ext cx="2422458" cy="523220"/>
          </a:xfrm>
          <a:prstGeom prst="rect">
            <a:avLst/>
          </a:prstGeom>
          <a:noFill/>
        </p:spPr>
        <p:txBody>
          <a:bodyPr wrap="none" rtlCol="0">
            <a:spAutoFit/>
          </a:bodyPr>
          <a:lstStyle/>
          <a:p>
            <a:r>
              <a:rPr lang="en-MY" sz="2800" dirty="0"/>
              <a:t>=ABD (C + C)</a:t>
            </a:r>
          </a:p>
        </p:txBody>
      </p:sp>
      <p:cxnSp>
        <p:nvCxnSpPr>
          <p:cNvPr id="5" name="Straight Connector 7">
            <a:extLst>
              <a:ext uri="{FF2B5EF4-FFF2-40B4-BE49-F238E27FC236}">
                <a16:creationId xmlns:a16="http://schemas.microsoft.com/office/drawing/2014/main" id="{BB6905E3-6E9A-D05F-1CB8-CF5E4E52CC49}"/>
              </a:ext>
            </a:extLst>
          </p:cNvPr>
          <p:cNvCxnSpPr>
            <a:cxnSpLocks noChangeShapeType="1"/>
          </p:cNvCxnSpPr>
          <p:nvPr/>
        </p:nvCxnSpPr>
        <p:spPr bwMode="auto">
          <a:xfrm>
            <a:off x="1548060" y="4797152"/>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 name="Straight Connector 7">
            <a:extLst>
              <a:ext uri="{FF2B5EF4-FFF2-40B4-BE49-F238E27FC236}">
                <a16:creationId xmlns:a16="http://schemas.microsoft.com/office/drawing/2014/main" id="{D606551D-D778-BDBA-A751-E64C7EF875E5}"/>
              </a:ext>
            </a:extLst>
          </p:cNvPr>
          <p:cNvCxnSpPr>
            <a:cxnSpLocks noChangeShapeType="1"/>
          </p:cNvCxnSpPr>
          <p:nvPr/>
        </p:nvCxnSpPr>
        <p:spPr bwMode="auto">
          <a:xfrm>
            <a:off x="2498973" y="4797152"/>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7" name="TextBox 6">
            <a:extLst>
              <a:ext uri="{FF2B5EF4-FFF2-40B4-BE49-F238E27FC236}">
                <a16:creationId xmlns:a16="http://schemas.microsoft.com/office/drawing/2014/main" id="{90BF5EF1-113E-60E1-6DF4-6A6624D32251}"/>
              </a:ext>
            </a:extLst>
          </p:cNvPr>
          <p:cNvSpPr txBox="1"/>
          <p:nvPr/>
        </p:nvSpPr>
        <p:spPr>
          <a:xfrm>
            <a:off x="1200431" y="5324897"/>
            <a:ext cx="1699504" cy="523220"/>
          </a:xfrm>
          <a:prstGeom prst="rect">
            <a:avLst/>
          </a:prstGeom>
          <a:noFill/>
        </p:spPr>
        <p:txBody>
          <a:bodyPr wrap="none" rtlCol="0">
            <a:spAutoFit/>
          </a:bodyPr>
          <a:lstStyle/>
          <a:p>
            <a:r>
              <a:rPr lang="en-MY" sz="2800" dirty="0"/>
              <a:t>=ABD (1)</a:t>
            </a:r>
          </a:p>
        </p:txBody>
      </p:sp>
      <p:cxnSp>
        <p:nvCxnSpPr>
          <p:cNvPr id="8" name="Straight Connector 7">
            <a:extLst>
              <a:ext uri="{FF2B5EF4-FFF2-40B4-BE49-F238E27FC236}">
                <a16:creationId xmlns:a16="http://schemas.microsoft.com/office/drawing/2014/main" id="{09FD0BC8-0098-427A-49D0-51BD6722F96A}"/>
              </a:ext>
            </a:extLst>
          </p:cNvPr>
          <p:cNvCxnSpPr>
            <a:cxnSpLocks noChangeShapeType="1"/>
          </p:cNvCxnSpPr>
          <p:nvPr/>
        </p:nvCxnSpPr>
        <p:spPr bwMode="auto">
          <a:xfrm>
            <a:off x="1548060" y="5373216"/>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9" name="TextBox 8">
            <a:extLst>
              <a:ext uri="{FF2B5EF4-FFF2-40B4-BE49-F238E27FC236}">
                <a16:creationId xmlns:a16="http://schemas.microsoft.com/office/drawing/2014/main" id="{6E9AB836-0F68-6934-D53E-644459BF665C}"/>
              </a:ext>
            </a:extLst>
          </p:cNvPr>
          <p:cNvSpPr txBox="1"/>
          <p:nvPr/>
        </p:nvSpPr>
        <p:spPr>
          <a:xfrm>
            <a:off x="1163446" y="5868166"/>
            <a:ext cx="1116011" cy="523220"/>
          </a:xfrm>
          <a:prstGeom prst="rect">
            <a:avLst/>
          </a:prstGeom>
          <a:noFill/>
        </p:spPr>
        <p:txBody>
          <a:bodyPr wrap="none" rtlCol="0">
            <a:spAutoFit/>
          </a:bodyPr>
          <a:lstStyle/>
          <a:p>
            <a:r>
              <a:rPr lang="en-MY" sz="2800" dirty="0"/>
              <a:t>=ABD</a:t>
            </a:r>
          </a:p>
        </p:txBody>
      </p:sp>
      <p:cxnSp>
        <p:nvCxnSpPr>
          <p:cNvPr id="10" name="Straight Connector 9">
            <a:extLst>
              <a:ext uri="{FF2B5EF4-FFF2-40B4-BE49-F238E27FC236}">
                <a16:creationId xmlns:a16="http://schemas.microsoft.com/office/drawing/2014/main" id="{F02F764A-11B5-5BCE-8914-A56AF9F39950}"/>
              </a:ext>
            </a:extLst>
          </p:cNvPr>
          <p:cNvCxnSpPr>
            <a:cxnSpLocks noChangeShapeType="1"/>
          </p:cNvCxnSpPr>
          <p:nvPr/>
        </p:nvCxnSpPr>
        <p:spPr bwMode="auto">
          <a:xfrm>
            <a:off x="1505551" y="594928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nvGrpSpPr>
          <p:cNvPr id="25" name="Group 24">
            <a:extLst>
              <a:ext uri="{FF2B5EF4-FFF2-40B4-BE49-F238E27FC236}">
                <a16:creationId xmlns:a16="http://schemas.microsoft.com/office/drawing/2014/main" id="{A5DC2F2D-D548-00C2-2F28-BA2556FFAB42}"/>
              </a:ext>
            </a:extLst>
          </p:cNvPr>
          <p:cNvGrpSpPr/>
          <p:nvPr/>
        </p:nvGrpSpPr>
        <p:grpSpPr>
          <a:xfrm>
            <a:off x="4710418" y="677697"/>
            <a:ext cx="2752667" cy="2709110"/>
            <a:chOff x="4710418" y="677697"/>
            <a:chExt cx="2752667" cy="2709110"/>
          </a:xfrm>
        </p:grpSpPr>
        <p:pic>
          <p:nvPicPr>
            <p:cNvPr id="67597" name="Picture 24">
              <a:extLst>
                <a:ext uri="{FF2B5EF4-FFF2-40B4-BE49-F238E27FC236}">
                  <a16:creationId xmlns:a16="http://schemas.microsoft.com/office/drawing/2014/main" id="{178BA841-E880-5211-3723-F19A361026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908720"/>
              <a:ext cx="2459037" cy="247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7598" name="Text Box 26">
              <a:extLst>
                <a:ext uri="{FF2B5EF4-FFF2-40B4-BE49-F238E27FC236}">
                  <a16:creationId xmlns:a16="http://schemas.microsoft.com/office/drawing/2014/main" id="{EA3DD2E5-AD17-7065-2601-973234B7FA1C}"/>
                </a:ext>
              </a:extLst>
            </p:cNvPr>
            <p:cNvSpPr txBox="1">
              <a:spLocks noChangeArrowheads="1"/>
            </p:cNvSpPr>
            <p:nvPr/>
          </p:nvSpPr>
          <p:spPr bwMode="auto">
            <a:xfrm>
              <a:off x="5867648" y="1843757"/>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50000"/>
                </a:spcBef>
                <a:buFontTx/>
                <a:buNone/>
              </a:pPr>
              <a:r>
                <a:rPr lang="en-US" altLang="en-US" sz="1400">
                  <a:solidFill>
                    <a:schemeClr val="bg1"/>
                  </a:solidFill>
                </a:rPr>
                <a:t>1</a:t>
              </a:r>
            </a:p>
          </p:txBody>
        </p:sp>
        <p:sp>
          <p:nvSpPr>
            <p:cNvPr id="67599" name="Text Box 27">
              <a:extLst>
                <a:ext uri="{FF2B5EF4-FFF2-40B4-BE49-F238E27FC236}">
                  <a16:creationId xmlns:a16="http://schemas.microsoft.com/office/drawing/2014/main" id="{7E829DD8-83FA-176F-4282-EDA8A01A9257}"/>
                </a:ext>
              </a:extLst>
            </p:cNvPr>
            <p:cNvSpPr txBox="1">
              <a:spLocks noChangeArrowheads="1"/>
            </p:cNvSpPr>
            <p:nvPr/>
          </p:nvSpPr>
          <p:spPr bwMode="auto">
            <a:xfrm>
              <a:off x="6299448" y="1843757"/>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50000"/>
                </a:spcBef>
                <a:buFontTx/>
                <a:buNone/>
              </a:pPr>
              <a:r>
                <a:rPr lang="en-US" altLang="en-US" sz="1400">
                  <a:solidFill>
                    <a:schemeClr val="bg1"/>
                  </a:solidFill>
                </a:rPr>
                <a:t>1</a:t>
              </a:r>
            </a:p>
          </p:txBody>
        </p:sp>
        <p:sp>
          <p:nvSpPr>
            <p:cNvPr id="11" name="Left Brace 10">
              <a:extLst>
                <a:ext uri="{FF2B5EF4-FFF2-40B4-BE49-F238E27FC236}">
                  <a16:creationId xmlns:a16="http://schemas.microsoft.com/office/drawing/2014/main" id="{91BC945C-8D61-78A8-835B-C4CC1503FD6B}"/>
                </a:ext>
              </a:extLst>
            </p:cNvPr>
            <p:cNvSpPr/>
            <p:nvPr/>
          </p:nvSpPr>
          <p:spPr>
            <a:xfrm>
              <a:off x="5040063" y="1484784"/>
              <a:ext cx="360040" cy="64789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12" name="TextBox 11">
              <a:extLst>
                <a:ext uri="{FF2B5EF4-FFF2-40B4-BE49-F238E27FC236}">
                  <a16:creationId xmlns:a16="http://schemas.microsoft.com/office/drawing/2014/main" id="{F41345FD-EF3C-C081-38FD-6AB71074E617}"/>
                </a:ext>
              </a:extLst>
            </p:cNvPr>
            <p:cNvSpPr txBox="1"/>
            <p:nvPr/>
          </p:nvSpPr>
          <p:spPr>
            <a:xfrm>
              <a:off x="4710418" y="1609655"/>
              <a:ext cx="338554" cy="400110"/>
            </a:xfrm>
            <a:prstGeom prst="rect">
              <a:avLst/>
            </a:prstGeom>
            <a:noFill/>
          </p:spPr>
          <p:txBody>
            <a:bodyPr wrap="none" rtlCol="0">
              <a:spAutoFit/>
            </a:bodyPr>
            <a:lstStyle/>
            <a:p>
              <a:r>
                <a:rPr lang="en-MY" dirty="0"/>
                <a:t>A</a:t>
              </a:r>
            </a:p>
          </p:txBody>
        </p:sp>
        <p:cxnSp>
          <p:nvCxnSpPr>
            <p:cNvPr id="13" name="Straight Connector 7">
              <a:extLst>
                <a:ext uri="{FF2B5EF4-FFF2-40B4-BE49-F238E27FC236}">
                  <a16:creationId xmlns:a16="http://schemas.microsoft.com/office/drawing/2014/main" id="{A50FA69E-C2D4-8B15-50BB-91398325352C}"/>
                </a:ext>
              </a:extLst>
            </p:cNvPr>
            <p:cNvCxnSpPr>
              <a:cxnSpLocks noChangeShapeType="1"/>
            </p:cNvCxnSpPr>
            <p:nvPr/>
          </p:nvCxnSpPr>
          <p:spPr bwMode="auto">
            <a:xfrm>
              <a:off x="4784973" y="1700808"/>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4" name="TextBox 13">
              <a:extLst>
                <a:ext uri="{FF2B5EF4-FFF2-40B4-BE49-F238E27FC236}">
                  <a16:creationId xmlns:a16="http://schemas.microsoft.com/office/drawing/2014/main" id="{FC28AC9C-FEC7-468C-1709-F49BD43F6770}"/>
                </a:ext>
              </a:extLst>
            </p:cNvPr>
            <p:cNvSpPr txBox="1"/>
            <p:nvPr/>
          </p:nvSpPr>
          <p:spPr>
            <a:xfrm>
              <a:off x="6987664" y="1409600"/>
              <a:ext cx="335348" cy="400110"/>
            </a:xfrm>
            <a:prstGeom prst="rect">
              <a:avLst/>
            </a:prstGeom>
            <a:noFill/>
          </p:spPr>
          <p:txBody>
            <a:bodyPr wrap="none" rtlCol="0">
              <a:spAutoFit/>
            </a:bodyPr>
            <a:lstStyle/>
            <a:p>
              <a:r>
                <a:rPr lang="en-MY" dirty="0"/>
                <a:t>B</a:t>
              </a:r>
            </a:p>
          </p:txBody>
        </p:sp>
        <p:cxnSp>
          <p:nvCxnSpPr>
            <p:cNvPr id="15" name="Straight Connector 7">
              <a:extLst>
                <a:ext uri="{FF2B5EF4-FFF2-40B4-BE49-F238E27FC236}">
                  <a16:creationId xmlns:a16="http://schemas.microsoft.com/office/drawing/2014/main" id="{94245F9F-342C-5D89-321E-E69A001F0C8E}"/>
                </a:ext>
              </a:extLst>
            </p:cNvPr>
            <p:cNvCxnSpPr>
              <a:cxnSpLocks noChangeShapeType="1"/>
            </p:cNvCxnSpPr>
            <p:nvPr/>
          </p:nvCxnSpPr>
          <p:spPr bwMode="auto">
            <a:xfrm>
              <a:off x="7048991" y="150075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6" name="TextBox 15">
              <a:extLst>
                <a:ext uri="{FF2B5EF4-FFF2-40B4-BE49-F238E27FC236}">
                  <a16:creationId xmlns:a16="http://schemas.microsoft.com/office/drawing/2014/main" id="{FE3DD0AC-40D7-DF5B-7647-564C5AC68013}"/>
                </a:ext>
              </a:extLst>
            </p:cNvPr>
            <p:cNvSpPr txBox="1"/>
            <p:nvPr/>
          </p:nvSpPr>
          <p:spPr>
            <a:xfrm>
              <a:off x="6973254" y="2564904"/>
              <a:ext cx="335348" cy="400110"/>
            </a:xfrm>
            <a:prstGeom prst="rect">
              <a:avLst/>
            </a:prstGeom>
            <a:noFill/>
          </p:spPr>
          <p:txBody>
            <a:bodyPr wrap="none" rtlCol="0">
              <a:spAutoFit/>
            </a:bodyPr>
            <a:lstStyle/>
            <a:p>
              <a:r>
                <a:rPr lang="en-MY" dirty="0"/>
                <a:t>B</a:t>
              </a:r>
            </a:p>
          </p:txBody>
        </p:sp>
        <p:cxnSp>
          <p:nvCxnSpPr>
            <p:cNvPr id="17" name="Straight Connector 7">
              <a:extLst>
                <a:ext uri="{FF2B5EF4-FFF2-40B4-BE49-F238E27FC236}">
                  <a16:creationId xmlns:a16="http://schemas.microsoft.com/office/drawing/2014/main" id="{DF6A2B0A-17F5-6643-1D0B-0556E4A786A9}"/>
                </a:ext>
              </a:extLst>
            </p:cNvPr>
            <p:cNvCxnSpPr>
              <a:cxnSpLocks noChangeShapeType="1"/>
            </p:cNvCxnSpPr>
            <p:nvPr/>
          </p:nvCxnSpPr>
          <p:spPr bwMode="auto">
            <a:xfrm>
              <a:off x="7034581" y="2656057"/>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8" name="TextBox 17">
              <a:extLst>
                <a:ext uri="{FF2B5EF4-FFF2-40B4-BE49-F238E27FC236}">
                  <a16:creationId xmlns:a16="http://schemas.microsoft.com/office/drawing/2014/main" id="{38310E6B-C61D-33BF-40C1-8BD0608BC820}"/>
                </a:ext>
              </a:extLst>
            </p:cNvPr>
            <p:cNvSpPr txBox="1"/>
            <p:nvPr/>
          </p:nvSpPr>
          <p:spPr>
            <a:xfrm>
              <a:off x="6652316" y="2918487"/>
              <a:ext cx="359394" cy="400110"/>
            </a:xfrm>
            <a:prstGeom prst="rect">
              <a:avLst/>
            </a:prstGeom>
            <a:noFill/>
          </p:spPr>
          <p:txBody>
            <a:bodyPr wrap="none" rtlCol="0">
              <a:spAutoFit/>
            </a:bodyPr>
            <a:lstStyle/>
            <a:p>
              <a:r>
                <a:rPr lang="en-MY" dirty="0"/>
                <a:t>D</a:t>
              </a:r>
            </a:p>
          </p:txBody>
        </p:sp>
        <p:cxnSp>
          <p:nvCxnSpPr>
            <p:cNvPr id="19" name="Straight Connector 7">
              <a:extLst>
                <a:ext uri="{FF2B5EF4-FFF2-40B4-BE49-F238E27FC236}">
                  <a16:creationId xmlns:a16="http://schemas.microsoft.com/office/drawing/2014/main" id="{6EE93A42-2EDD-FE1D-88C6-D0134F6543F9}"/>
                </a:ext>
              </a:extLst>
            </p:cNvPr>
            <p:cNvCxnSpPr>
              <a:cxnSpLocks noChangeShapeType="1"/>
            </p:cNvCxnSpPr>
            <p:nvPr/>
          </p:nvCxnSpPr>
          <p:spPr bwMode="auto">
            <a:xfrm>
              <a:off x="6713643" y="300964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20" name="TextBox 19">
              <a:extLst>
                <a:ext uri="{FF2B5EF4-FFF2-40B4-BE49-F238E27FC236}">
                  <a16:creationId xmlns:a16="http://schemas.microsoft.com/office/drawing/2014/main" id="{1BC40AB1-308C-1E99-DD29-19FA444BD1C3}"/>
                </a:ext>
              </a:extLst>
            </p:cNvPr>
            <p:cNvSpPr txBox="1"/>
            <p:nvPr/>
          </p:nvSpPr>
          <p:spPr>
            <a:xfrm>
              <a:off x="5468788" y="2935979"/>
              <a:ext cx="359394" cy="400110"/>
            </a:xfrm>
            <a:prstGeom prst="rect">
              <a:avLst/>
            </a:prstGeom>
            <a:noFill/>
          </p:spPr>
          <p:txBody>
            <a:bodyPr wrap="none" rtlCol="0">
              <a:spAutoFit/>
            </a:bodyPr>
            <a:lstStyle/>
            <a:p>
              <a:r>
                <a:rPr lang="en-MY" dirty="0"/>
                <a:t>D</a:t>
              </a:r>
            </a:p>
          </p:txBody>
        </p:sp>
        <p:cxnSp>
          <p:nvCxnSpPr>
            <p:cNvPr id="21" name="Straight Connector 7">
              <a:extLst>
                <a:ext uri="{FF2B5EF4-FFF2-40B4-BE49-F238E27FC236}">
                  <a16:creationId xmlns:a16="http://schemas.microsoft.com/office/drawing/2014/main" id="{809C2BFF-1DB8-F0E4-FFFD-79285721E681}"/>
                </a:ext>
              </a:extLst>
            </p:cNvPr>
            <p:cNvCxnSpPr>
              <a:cxnSpLocks noChangeShapeType="1"/>
            </p:cNvCxnSpPr>
            <p:nvPr/>
          </p:nvCxnSpPr>
          <p:spPr bwMode="auto">
            <a:xfrm>
              <a:off x="5530115" y="3027132"/>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22" name="Left Brace 21">
              <a:extLst>
                <a:ext uri="{FF2B5EF4-FFF2-40B4-BE49-F238E27FC236}">
                  <a16:creationId xmlns:a16="http://schemas.microsoft.com/office/drawing/2014/main" id="{0CB982F0-22E1-7F22-6496-F35E4F590600}"/>
                </a:ext>
              </a:extLst>
            </p:cNvPr>
            <p:cNvSpPr/>
            <p:nvPr/>
          </p:nvSpPr>
          <p:spPr>
            <a:xfrm rot="5400000">
              <a:off x="5639834" y="870348"/>
              <a:ext cx="360040" cy="64789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23" name="TextBox 22">
              <a:extLst>
                <a:ext uri="{FF2B5EF4-FFF2-40B4-BE49-F238E27FC236}">
                  <a16:creationId xmlns:a16="http://schemas.microsoft.com/office/drawing/2014/main" id="{F775BB17-B6B7-7D31-B078-9665BBE145F5}"/>
                </a:ext>
              </a:extLst>
            </p:cNvPr>
            <p:cNvSpPr txBox="1"/>
            <p:nvPr/>
          </p:nvSpPr>
          <p:spPr>
            <a:xfrm>
              <a:off x="5658905" y="677697"/>
              <a:ext cx="338554" cy="400110"/>
            </a:xfrm>
            <a:prstGeom prst="rect">
              <a:avLst/>
            </a:prstGeom>
            <a:noFill/>
          </p:spPr>
          <p:txBody>
            <a:bodyPr wrap="none" rtlCol="0">
              <a:spAutoFit/>
            </a:bodyPr>
            <a:lstStyle/>
            <a:p>
              <a:r>
                <a:rPr lang="en-MY" dirty="0"/>
                <a:t>C</a:t>
              </a:r>
            </a:p>
          </p:txBody>
        </p:sp>
        <p:cxnSp>
          <p:nvCxnSpPr>
            <p:cNvPr id="24" name="Straight Connector 7">
              <a:extLst>
                <a:ext uri="{FF2B5EF4-FFF2-40B4-BE49-F238E27FC236}">
                  <a16:creationId xmlns:a16="http://schemas.microsoft.com/office/drawing/2014/main" id="{482E4BD2-A983-0C80-9CBA-5D7BF15C813E}"/>
                </a:ext>
              </a:extLst>
            </p:cNvPr>
            <p:cNvCxnSpPr>
              <a:cxnSpLocks noChangeShapeType="1"/>
            </p:cNvCxnSpPr>
            <p:nvPr/>
          </p:nvCxnSpPr>
          <p:spPr bwMode="auto">
            <a:xfrm>
              <a:off x="5720232" y="76885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26" name="Slide Number Placeholder 25">
            <a:extLst>
              <a:ext uri="{FF2B5EF4-FFF2-40B4-BE49-F238E27FC236}">
                <a16:creationId xmlns:a16="http://schemas.microsoft.com/office/drawing/2014/main" id="{4ED70D51-A037-05D6-F8D4-F266D5C44150}"/>
              </a:ext>
            </a:extLst>
          </p:cNvPr>
          <p:cNvSpPr>
            <a:spLocks noGrp="1"/>
          </p:cNvSpPr>
          <p:nvPr>
            <p:ph type="sldNum" sz="quarter" idx="12"/>
          </p:nvPr>
        </p:nvSpPr>
        <p:spPr/>
        <p:txBody>
          <a:bodyPr/>
          <a:lstStyle/>
          <a:p>
            <a:pPr>
              <a:defRPr/>
            </a:pPr>
            <a:fld id="{28588503-611C-4314-9367-E0668E948370}" type="slidenum">
              <a:rPr lang="en-US" altLang="en-US" smtClean="0"/>
              <a:pPr>
                <a:defRPr/>
              </a:pPr>
              <a:t>67</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A416C4A0-E685-F378-567E-1D0776D309E4}"/>
              </a:ext>
            </a:extLst>
          </p:cNvPr>
          <p:cNvSpPr>
            <a:spLocks noGrp="1" noChangeArrowheads="1"/>
          </p:cNvSpPr>
          <p:nvPr>
            <p:ph type="title"/>
          </p:nvPr>
        </p:nvSpPr>
        <p:spPr/>
        <p:txBody>
          <a:bodyPr/>
          <a:lstStyle/>
          <a:p>
            <a:r>
              <a:rPr lang="en-US" altLang="en-US"/>
              <a:t>Use of Karnaugh Maps</a:t>
            </a:r>
          </a:p>
        </p:txBody>
      </p:sp>
      <p:sp>
        <p:nvSpPr>
          <p:cNvPr id="68611" name="Rectangle 3">
            <a:extLst>
              <a:ext uri="{FF2B5EF4-FFF2-40B4-BE49-F238E27FC236}">
                <a16:creationId xmlns:a16="http://schemas.microsoft.com/office/drawing/2014/main" id="{3D3B33D8-66E8-4550-D7EA-BF67397907D0}"/>
              </a:ext>
            </a:extLst>
          </p:cNvPr>
          <p:cNvSpPr>
            <a:spLocks noGrp="1" noChangeArrowheads="1"/>
          </p:cNvSpPr>
          <p:nvPr>
            <p:ph idx="1"/>
          </p:nvPr>
        </p:nvSpPr>
        <p:spPr>
          <a:xfrm>
            <a:off x="457200" y="1808163"/>
            <a:ext cx="8178800" cy="1404937"/>
          </a:xfrm>
        </p:spPr>
        <p:txBody>
          <a:bodyPr/>
          <a:lstStyle/>
          <a:p>
            <a:r>
              <a:rPr lang="en-US" altLang="en-US"/>
              <a:t>When wrapped around the edges</a:t>
            </a:r>
          </a:p>
        </p:txBody>
      </p:sp>
      <p:pic>
        <p:nvPicPr>
          <p:cNvPr id="68612" name="Picture 4">
            <a:extLst>
              <a:ext uri="{FF2B5EF4-FFF2-40B4-BE49-F238E27FC236}">
                <a16:creationId xmlns:a16="http://schemas.microsoft.com/office/drawing/2014/main" id="{4C6E2D04-F5FF-63ED-0E78-E9F8D97ACC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000"/>
          <a:stretch/>
        </p:blipFill>
        <p:spPr bwMode="auto">
          <a:xfrm>
            <a:off x="2915816" y="2189956"/>
            <a:ext cx="2376487"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8613" name="TextBox 11">
            <a:extLst>
              <a:ext uri="{FF2B5EF4-FFF2-40B4-BE49-F238E27FC236}">
                <a16:creationId xmlns:a16="http://schemas.microsoft.com/office/drawing/2014/main" id="{63D3389C-8EFA-3B72-DFC9-F6D614C91B8B}"/>
              </a:ext>
            </a:extLst>
          </p:cNvPr>
          <p:cNvSpPr txBox="1">
            <a:spLocks noChangeArrowheads="1"/>
          </p:cNvSpPr>
          <p:nvPr/>
        </p:nvSpPr>
        <p:spPr bwMode="auto">
          <a:xfrm>
            <a:off x="828253" y="5142706"/>
            <a:ext cx="4032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ABCD + ABCD = BCD</a:t>
            </a:r>
          </a:p>
        </p:txBody>
      </p:sp>
      <p:cxnSp>
        <p:nvCxnSpPr>
          <p:cNvPr id="68614" name="Straight Connector 7">
            <a:extLst>
              <a:ext uri="{FF2B5EF4-FFF2-40B4-BE49-F238E27FC236}">
                <a16:creationId xmlns:a16="http://schemas.microsoft.com/office/drawing/2014/main" id="{3B23B8D6-BC73-719E-BD12-13D354959A0B}"/>
              </a:ext>
            </a:extLst>
          </p:cNvPr>
          <p:cNvCxnSpPr>
            <a:cxnSpLocks noChangeShapeType="1"/>
          </p:cNvCxnSpPr>
          <p:nvPr/>
        </p:nvCxnSpPr>
        <p:spPr bwMode="auto">
          <a:xfrm>
            <a:off x="1167978" y="5214144"/>
            <a:ext cx="173038"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8615" name="Straight Connector 7">
            <a:extLst>
              <a:ext uri="{FF2B5EF4-FFF2-40B4-BE49-F238E27FC236}">
                <a16:creationId xmlns:a16="http://schemas.microsoft.com/office/drawing/2014/main" id="{5BC1A480-550B-8067-80EC-830ED9BEB01B}"/>
              </a:ext>
            </a:extLst>
          </p:cNvPr>
          <p:cNvCxnSpPr>
            <a:cxnSpLocks noChangeShapeType="1"/>
          </p:cNvCxnSpPr>
          <p:nvPr/>
        </p:nvCxnSpPr>
        <p:spPr bwMode="auto">
          <a:xfrm>
            <a:off x="1385466" y="5214144"/>
            <a:ext cx="173037"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8616" name="Straight Connector 7">
            <a:extLst>
              <a:ext uri="{FF2B5EF4-FFF2-40B4-BE49-F238E27FC236}">
                <a16:creationId xmlns:a16="http://schemas.microsoft.com/office/drawing/2014/main" id="{63C90DB3-D023-A489-FF1D-436ADA0E7DEF}"/>
              </a:ext>
            </a:extLst>
          </p:cNvPr>
          <p:cNvCxnSpPr>
            <a:cxnSpLocks noChangeShapeType="1"/>
          </p:cNvCxnSpPr>
          <p:nvPr/>
        </p:nvCxnSpPr>
        <p:spPr bwMode="auto">
          <a:xfrm>
            <a:off x="1601366" y="5214144"/>
            <a:ext cx="173037"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8617" name="Straight Connector 7">
            <a:extLst>
              <a:ext uri="{FF2B5EF4-FFF2-40B4-BE49-F238E27FC236}">
                <a16:creationId xmlns:a16="http://schemas.microsoft.com/office/drawing/2014/main" id="{6D6EC275-D65E-56AE-1C05-0212CFE51F11}"/>
              </a:ext>
            </a:extLst>
          </p:cNvPr>
          <p:cNvCxnSpPr>
            <a:cxnSpLocks noChangeShapeType="1"/>
          </p:cNvCxnSpPr>
          <p:nvPr/>
        </p:nvCxnSpPr>
        <p:spPr bwMode="auto">
          <a:xfrm>
            <a:off x="2733253" y="5214144"/>
            <a:ext cx="173038"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68618" name="Line 10">
            <a:extLst>
              <a:ext uri="{FF2B5EF4-FFF2-40B4-BE49-F238E27FC236}">
                <a16:creationId xmlns:a16="http://schemas.microsoft.com/office/drawing/2014/main" id="{4B443042-949D-64E7-AEF4-3530F1C332C6}"/>
              </a:ext>
            </a:extLst>
          </p:cNvPr>
          <p:cNvSpPr>
            <a:spLocks noChangeShapeType="1"/>
          </p:cNvSpPr>
          <p:nvPr/>
        </p:nvSpPr>
        <p:spPr bwMode="auto">
          <a:xfrm flipH="1">
            <a:off x="1591841" y="2982119"/>
            <a:ext cx="2547937" cy="216058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68619" name="Line 11">
            <a:extLst>
              <a:ext uri="{FF2B5EF4-FFF2-40B4-BE49-F238E27FC236}">
                <a16:creationId xmlns:a16="http://schemas.microsoft.com/office/drawing/2014/main" id="{9049925F-60D0-E6A8-36E0-B0394C1F27E3}"/>
              </a:ext>
            </a:extLst>
          </p:cNvPr>
          <p:cNvSpPr>
            <a:spLocks noChangeShapeType="1"/>
          </p:cNvSpPr>
          <p:nvPr/>
        </p:nvSpPr>
        <p:spPr bwMode="auto">
          <a:xfrm flipH="1">
            <a:off x="2915816" y="4134644"/>
            <a:ext cx="1223962" cy="10795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68620" name="TextBox 11">
            <a:extLst>
              <a:ext uri="{FF2B5EF4-FFF2-40B4-BE49-F238E27FC236}">
                <a16:creationId xmlns:a16="http://schemas.microsoft.com/office/drawing/2014/main" id="{16D23124-F533-D72A-FB2A-F456537E8ED3}"/>
              </a:ext>
            </a:extLst>
          </p:cNvPr>
          <p:cNvSpPr txBox="1">
            <a:spLocks noChangeArrowheads="1"/>
          </p:cNvSpPr>
          <p:nvPr/>
        </p:nvSpPr>
        <p:spPr bwMode="auto">
          <a:xfrm>
            <a:off x="4266778" y="5934869"/>
            <a:ext cx="520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A</a:t>
            </a:r>
          </a:p>
        </p:txBody>
      </p:sp>
      <p:sp>
        <p:nvSpPr>
          <p:cNvPr id="68621" name="Arc 13">
            <a:extLst>
              <a:ext uri="{FF2B5EF4-FFF2-40B4-BE49-F238E27FC236}">
                <a16:creationId xmlns:a16="http://schemas.microsoft.com/office/drawing/2014/main" id="{1F1F4441-108B-1027-BD8D-BD175C79C571}"/>
              </a:ext>
            </a:extLst>
          </p:cNvPr>
          <p:cNvSpPr>
            <a:spLocks/>
          </p:cNvSpPr>
          <p:nvPr/>
        </p:nvSpPr>
        <p:spPr bwMode="auto">
          <a:xfrm rot="5400000" flipV="1">
            <a:off x="3823072" y="5603875"/>
            <a:ext cx="576263" cy="51752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MY"/>
          </a:p>
        </p:txBody>
      </p:sp>
      <p:cxnSp>
        <p:nvCxnSpPr>
          <p:cNvPr id="68622" name="Straight Connector 7">
            <a:extLst>
              <a:ext uri="{FF2B5EF4-FFF2-40B4-BE49-F238E27FC236}">
                <a16:creationId xmlns:a16="http://schemas.microsoft.com/office/drawing/2014/main" id="{3C7960E3-2C86-D840-A5EF-72C83FB4A141}"/>
              </a:ext>
            </a:extLst>
          </p:cNvPr>
          <p:cNvCxnSpPr>
            <a:cxnSpLocks noChangeShapeType="1"/>
          </p:cNvCxnSpPr>
          <p:nvPr/>
        </p:nvCxnSpPr>
        <p:spPr bwMode="auto">
          <a:xfrm>
            <a:off x="2958678" y="5214144"/>
            <a:ext cx="173038"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8623" name="Straight Connector 7">
            <a:extLst>
              <a:ext uri="{FF2B5EF4-FFF2-40B4-BE49-F238E27FC236}">
                <a16:creationId xmlns:a16="http://schemas.microsoft.com/office/drawing/2014/main" id="{8290C04E-423C-0699-D442-21F2D84CE5B4}"/>
              </a:ext>
            </a:extLst>
          </p:cNvPr>
          <p:cNvCxnSpPr>
            <a:cxnSpLocks noChangeShapeType="1"/>
          </p:cNvCxnSpPr>
          <p:nvPr/>
        </p:nvCxnSpPr>
        <p:spPr bwMode="auto">
          <a:xfrm>
            <a:off x="3885778" y="5214144"/>
            <a:ext cx="173038"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8624" name="Straight Connector 7">
            <a:extLst>
              <a:ext uri="{FF2B5EF4-FFF2-40B4-BE49-F238E27FC236}">
                <a16:creationId xmlns:a16="http://schemas.microsoft.com/office/drawing/2014/main" id="{CE0B35AD-3AD1-5073-19A1-323B641FC726}"/>
              </a:ext>
            </a:extLst>
          </p:cNvPr>
          <p:cNvCxnSpPr>
            <a:cxnSpLocks noChangeShapeType="1"/>
          </p:cNvCxnSpPr>
          <p:nvPr/>
        </p:nvCxnSpPr>
        <p:spPr bwMode="auto">
          <a:xfrm>
            <a:off x="4111203" y="5214144"/>
            <a:ext cx="173038"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2" name="TextBox 1">
            <a:extLst>
              <a:ext uri="{FF2B5EF4-FFF2-40B4-BE49-F238E27FC236}">
                <a16:creationId xmlns:a16="http://schemas.microsoft.com/office/drawing/2014/main" id="{0F63618B-EB8E-72AF-A7D9-A37FA8793EF6}"/>
              </a:ext>
            </a:extLst>
          </p:cNvPr>
          <p:cNvSpPr txBox="1"/>
          <p:nvPr/>
        </p:nvSpPr>
        <p:spPr>
          <a:xfrm>
            <a:off x="1136093" y="5534759"/>
            <a:ext cx="742511" cy="400110"/>
          </a:xfrm>
          <a:prstGeom prst="rect">
            <a:avLst/>
          </a:prstGeom>
          <a:noFill/>
        </p:spPr>
        <p:txBody>
          <a:bodyPr wrap="none" rtlCol="0">
            <a:spAutoFit/>
          </a:bodyPr>
          <a:lstStyle/>
          <a:p>
            <a:r>
              <a:rPr lang="en-MY" dirty="0"/>
              <a:t>0001</a:t>
            </a:r>
          </a:p>
        </p:txBody>
      </p:sp>
      <p:sp>
        <p:nvSpPr>
          <p:cNvPr id="3" name="TextBox 2">
            <a:extLst>
              <a:ext uri="{FF2B5EF4-FFF2-40B4-BE49-F238E27FC236}">
                <a16:creationId xmlns:a16="http://schemas.microsoft.com/office/drawing/2014/main" id="{E189F94F-A2D6-D060-372B-089AC4FC463F}"/>
              </a:ext>
            </a:extLst>
          </p:cNvPr>
          <p:cNvSpPr txBox="1"/>
          <p:nvPr/>
        </p:nvSpPr>
        <p:spPr>
          <a:xfrm>
            <a:off x="2544560" y="5545871"/>
            <a:ext cx="742511" cy="400110"/>
          </a:xfrm>
          <a:prstGeom prst="rect">
            <a:avLst/>
          </a:prstGeom>
          <a:noFill/>
        </p:spPr>
        <p:txBody>
          <a:bodyPr wrap="none" rtlCol="0">
            <a:spAutoFit/>
          </a:bodyPr>
          <a:lstStyle/>
          <a:p>
            <a:r>
              <a:rPr lang="en-MY" dirty="0"/>
              <a:t>1001</a:t>
            </a:r>
          </a:p>
        </p:txBody>
      </p:sp>
      <p:grpSp>
        <p:nvGrpSpPr>
          <p:cNvPr id="4" name="Group 3">
            <a:extLst>
              <a:ext uri="{FF2B5EF4-FFF2-40B4-BE49-F238E27FC236}">
                <a16:creationId xmlns:a16="http://schemas.microsoft.com/office/drawing/2014/main" id="{D10C62C9-2792-16ED-93FC-FEF07D57D432}"/>
              </a:ext>
            </a:extLst>
          </p:cNvPr>
          <p:cNvGrpSpPr/>
          <p:nvPr/>
        </p:nvGrpSpPr>
        <p:grpSpPr>
          <a:xfrm>
            <a:off x="5741944" y="1858545"/>
            <a:ext cx="2752667" cy="2709110"/>
            <a:chOff x="4710418" y="677697"/>
            <a:chExt cx="2752667" cy="2709110"/>
          </a:xfrm>
        </p:grpSpPr>
        <p:pic>
          <p:nvPicPr>
            <p:cNvPr id="5" name="Picture 24">
              <a:extLst>
                <a:ext uri="{FF2B5EF4-FFF2-40B4-BE49-F238E27FC236}">
                  <a16:creationId xmlns:a16="http://schemas.microsoft.com/office/drawing/2014/main" id="{FEA347F2-A9CF-21DF-F006-EE1C37B317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908720"/>
              <a:ext cx="2459037" cy="247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 name="Text Box 26">
              <a:extLst>
                <a:ext uri="{FF2B5EF4-FFF2-40B4-BE49-F238E27FC236}">
                  <a16:creationId xmlns:a16="http://schemas.microsoft.com/office/drawing/2014/main" id="{1EC308D1-C30F-04CA-5353-865CF495C836}"/>
                </a:ext>
              </a:extLst>
            </p:cNvPr>
            <p:cNvSpPr txBox="1">
              <a:spLocks noChangeArrowheads="1"/>
            </p:cNvSpPr>
            <p:nvPr/>
          </p:nvSpPr>
          <p:spPr bwMode="auto">
            <a:xfrm>
              <a:off x="5856324" y="1428854"/>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50000"/>
                </a:spcBef>
                <a:buFontTx/>
                <a:buNone/>
              </a:pPr>
              <a:r>
                <a:rPr lang="en-US" altLang="en-US" sz="1400">
                  <a:solidFill>
                    <a:srgbClr val="FF3399"/>
                  </a:solidFill>
                </a:rPr>
                <a:t>1</a:t>
              </a:r>
            </a:p>
          </p:txBody>
        </p:sp>
        <p:sp>
          <p:nvSpPr>
            <p:cNvPr id="7" name="Text Box 27">
              <a:extLst>
                <a:ext uri="{FF2B5EF4-FFF2-40B4-BE49-F238E27FC236}">
                  <a16:creationId xmlns:a16="http://schemas.microsoft.com/office/drawing/2014/main" id="{B3417B61-3C51-D47B-95F2-1CAE6494AD99}"/>
                </a:ext>
              </a:extLst>
            </p:cNvPr>
            <p:cNvSpPr txBox="1">
              <a:spLocks noChangeArrowheads="1"/>
            </p:cNvSpPr>
            <p:nvPr/>
          </p:nvSpPr>
          <p:spPr bwMode="auto">
            <a:xfrm>
              <a:off x="5872601" y="2552386"/>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50000"/>
                </a:spcBef>
                <a:buFontTx/>
                <a:buNone/>
              </a:pPr>
              <a:r>
                <a:rPr lang="en-US" altLang="en-US" sz="1400" dirty="0">
                  <a:solidFill>
                    <a:srgbClr val="FF3399"/>
                  </a:solidFill>
                </a:rPr>
                <a:t>1</a:t>
              </a:r>
            </a:p>
          </p:txBody>
        </p:sp>
        <p:sp>
          <p:nvSpPr>
            <p:cNvPr id="8" name="Left Brace 7">
              <a:extLst>
                <a:ext uri="{FF2B5EF4-FFF2-40B4-BE49-F238E27FC236}">
                  <a16:creationId xmlns:a16="http://schemas.microsoft.com/office/drawing/2014/main" id="{CEC9179D-F476-31F7-3AB0-2F32BC3D9B27}"/>
                </a:ext>
              </a:extLst>
            </p:cNvPr>
            <p:cNvSpPr/>
            <p:nvPr/>
          </p:nvSpPr>
          <p:spPr>
            <a:xfrm>
              <a:off x="5040063" y="1484784"/>
              <a:ext cx="360040" cy="64789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9" name="TextBox 8">
              <a:extLst>
                <a:ext uri="{FF2B5EF4-FFF2-40B4-BE49-F238E27FC236}">
                  <a16:creationId xmlns:a16="http://schemas.microsoft.com/office/drawing/2014/main" id="{8939AFB2-65DB-3EA1-AA4C-91F707171D6D}"/>
                </a:ext>
              </a:extLst>
            </p:cNvPr>
            <p:cNvSpPr txBox="1"/>
            <p:nvPr/>
          </p:nvSpPr>
          <p:spPr>
            <a:xfrm>
              <a:off x="4710418" y="1609655"/>
              <a:ext cx="338554" cy="400110"/>
            </a:xfrm>
            <a:prstGeom prst="rect">
              <a:avLst/>
            </a:prstGeom>
            <a:noFill/>
          </p:spPr>
          <p:txBody>
            <a:bodyPr wrap="none" rtlCol="0">
              <a:spAutoFit/>
            </a:bodyPr>
            <a:lstStyle/>
            <a:p>
              <a:r>
                <a:rPr lang="en-MY" dirty="0"/>
                <a:t>A</a:t>
              </a:r>
            </a:p>
          </p:txBody>
        </p:sp>
        <p:cxnSp>
          <p:nvCxnSpPr>
            <p:cNvPr id="10" name="Straight Connector 7">
              <a:extLst>
                <a:ext uri="{FF2B5EF4-FFF2-40B4-BE49-F238E27FC236}">
                  <a16:creationId xmlns:a16="http://schemas.microsoft.com/office/drawing/2014/main" id="{28C5A7EC-DE14-FA08-257A-0A8815471737}"/>
                </a:ext>
              </a:extLst>
            </p:cNvPr>
            <p:cNvCxnSpPr>
              <a:cxnSpLocks noChangeShapeType="1"/>
            </p:cNvCxnSpPr>
            <p:nvPr/>
          </p:nvCxnSpPr>
          <p:spPr bwMode="auto">
            <a:xfrm>
              <a:off x="4784973" y="1700808"/>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F0B73EFC-C7D2-DBCE-99CC-F3BD49FBD66F}"/>
                </a:ext>
              </a:extLst>
            </p:cNvPr>
            <p:cNvSpPr txBox="1"/>
            <p:nvPr/>
          </p:nvSpPr>
          <p:spPr>
            <a:xfrm>
              <a:off x="6987664" y="1409600"/>
              <a:ext cx="335348" cy="400110"/>
            </a:xfrm>
            <a:prstGeom prst="rect">
              <a:avLst/>
            </a:prstGeom>
            <a:noFill/>
          </p:spPr>
          <p:txBody>
            <a:bodyPr wrap="none" rtlCol="0">
              <a:spAutoFit/>
            </a:bodyPr>
            <a:lstStyle/>
            <a:p>
              <a:r>
                <a:rPr lang="en-MY" dirty="0"/>
                <a:t>B</a:t>
              </a:r>
            </a:p>
          </p:txBody>
        </p:sp>
        <p:cxnSp>
          <p:nvCxnSpPr>
            <p:cNvPr id="12" name="Straight Connector 7">
              <a:extLst>
                <a:ext uri="{FF2B5EF4-FFF2-40B4-BE49-F238E27FC236}">
                  <a16:creationId xmlns:a16="http://schemas.microsoft.com/office/drawing/2014/main" id="{2AE1A58C-4C9E-762C-8F81-723DD3C939C7}"/>
                </a:ext>
              </a:extLst>
            </p:cNvPr>
            <p:cNvCxnSpPr>
              <a:cxnSpLocks noChangeShapeType="1"/>
            </p:cNvCxnSpPr>
            <p:nvPr/>
          </p:nvCxnSpPr>
          <p:spPr bwMode="auto">
            <a:xfrm>
              <a:off x="7048991" y="150075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3" name="TextBox 12">
              <a:extLst>
                <a:ext uri="{FF2B5EF4-FFF2-40B4-BE49-F238E27FC236}">
                  <a16:creationId xmlns:a16="http://schemas.microsoft.com/office/drawing/2014/main" id="{65E63596-1C33-65C4-5ED1-6467755C1483}"/>
                </a:ext>
              </a:extLst>
            </p:cNvPr>
            <p:cNvSpPr txBox="1"/>
            <p:nvPr/>
          </p:nvSpPr>
          <p:spPr>
            <a:xfrm>
              <a:off x="6973254" y="2564904"/>
              <a:ext cx="335348" cy="400110"/>
            </a:xfrm>
            <a:prstGeom prst="rect">
              <a:avLst/>
            </a:prstGeom>
            <a:noFill/>
          </p:spPr>
          <p:txBody>
            <a:bodyPr wrap="none" rtlCol="0">
              <a:spAutoFit/>
            </a:bodyPr>
            <a:lstStyle/>
            <a:p>
              <a:r>
                <a:rPr lang="en-MY" dirty="0"/>
                <a:t>B</a:t>
              </a:r>
            </a:p>
          </p:txBody>
        </p:sp>
        <p:cxnSp>
          <p:nvCxnSpPr>
            <p:cNvPr id="14" name="Straight Connector 7">
              <a:extLst>
                <a:ext uri="{FF2B5EF4-FFF2-40B4-BE49-F238E27FC236}">
                  <a16:creationId xmlns:a16="http://schemas.microsoft.com/office/drawing/2014/main" id="{56F3777A-1EB2-C7B3-A5C5-637472DD6529}"/>
                </a:ext>
              </a:extLst>
            </p:cNvPr>
            <p:cNvCxnSpPr>
              <a:cxnSpLocks noChangeShapeType="1"/>
            </p:cNvCxnSpPr>
            <p:nvPr/>
          </p:nvCxnSpPr>
          <p:spPr bwMode="auto">
            <a:xfrm>
              <a:off x="7034581" y="2656057"/>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5" name="TextBox 14">
              <a:extLst>
                <a:ext uri="{FF2B5EF4-FFF2-40B4-BE49-F238E27FC236}">
                  <a16:creationId xmlns:a16="http://schemas.microsoft.com/office/drawing/2014/main" id="{5DDF823A-42EF-EDCD-D1DB-9EABF103F01F}"/>
                </a:ext>
              </a:extLst>
            </p:cNvPr>
            <p:cNvSpPr txBox="1"/>
            <p:nvPr/>
          </p:nvSpPr>
          <p:spPr>
            <a:xfrm>
              <a:off x="6652316" y="2918487"/>
              <a:ext cx="359394" cy="400110"/>
            </a:xfrm>
            <a:prstGeom prst="rect">
              <a:avLst/>
            </a:prstGeom>
            <a:noFill/>
          </p:spPr>
          <p:txBody>
            <a:bodyPr wrap="none" rtlCol="0">
              <a:spAutoFit/>
            </a:bodyPr>
            <a:lstStyle/>
            <a:p>
              <a:r>
                <a:rPr lang="en-MY" dirty="0"/>
                <a:t>D</a:t>
              </a:r>
            </a:p>
          </p:txBody>
        </p:sp>
        <p:cxnSp>
          <p:nvCxnSpPr>
            <p:cNvPr id="16" name="Straight Connector 7">
              <a:extLst>
                <a:ext uri="{FF2B5EF4-FFF2-40B4-BE49-F238E27FC236}">
                  <a16:creationId xmlns:a16="http://schemas.microsoft.com/office/drawing/2014/main" id="{72384E39-E6A6-FF2B-248F-4CF72C9C0F37}"/>
                </a:ext>
              </a:extLst>
            </p:cNvPr>
            <p:cNvCxnSpPr>
              <a:cxnSpLocks noChangeShapeType="1"/>
            </p:cNvCxnSpPr>
            <p:nvPr/>
          </p:nvCxnSpPr>
          <p:spPr bwMode="auto">
            <a:xfrm>
              <a:off x="6713643" y="300964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7" name="TextBox 16">
              <a:extLst>
                <a:ext uri="{FF2B5EF4-FFF2-40B4-BE49-F238E27FC236}">
                  <a16:creationId xmlns:a16="http://schemas.microsoft.com/office/drawing/2014/main" id="{865B17F0-5781-3DF3-C8BD-7550AD8F1330}"/>
                </a:ext>
              </a:extLst>
            </p:cNvPr>
            <p:cNvSpPr txBox="1"/>
            <p:nvPr/>
          </p:nvSpPr>
          <p:spPr>
            <a:xfrm>
              <a:off x="5468788" y="2935979"/>
              <a:ext cx="359394" cy="400110"/>
            </a:xfrm>
            <a:prstGeom prst="rect">
              <a:avLst/>
            </a:prstGeom>
            <a:noFill/>
          </p:spPr>
          <p:txBody>
            <a:bodyPr wrap="none" rtlCol="0">
              <a:spAutoFit/>
            </a:bodyPr>
            <a:lstStyle/>
            <a:p>
              <a:r>
                <a:rPr lang="en-MY" dirty="0"/>
                <a:t>D</a:t>
              </a:r>
            </a:p>
          </p:txBody>
        </p:sp>
        <p:cxnSp>
          <p:nvCxnSpPr>
            <p:cNvPr id="18" name="Straight Connector 7">
              <a:extLst>
                <a:ext uri="{FF2B5EF4-FFF2-40B4-BE49-F238E27FC236}">
                  <a16:creationId xmlns:a16="http://schemas.microsoft.com/office/drawing/2014/main" id="{EFA6E350-F6A8-CB34-C067-38C2D410FCCA}"/>
                </a:ext>
              </a:extLst>
            </p:cNvPr>
            <p:cNvCxnSpPr>
              <a:cxnSpLocks noChangeShapeType="1"/>
            </p:cNvCxnSpPr>
            <p:nvPr/>
          </p:nvCxnSpPr>
          <p:spPr bwMode="auto">
            <a:xfrm>
              <a:off x="5530115" y="3027132"/>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9" name="Left Brace 18">
              <a:extLst>
                <a:ext uri="{FF2B5EF4-FFF2-40B4-BE49-F238E27FC236}">
                  <a16:creationId xmlns:a16="http://schemas.microsoft.com/office/drawing/2014/main" id="{F6ED6502-2371-7DB8-6EB4-3317FB5453CB}"/>
                </a:ext>
              </a:extLst>
            </p:cNvPr>
            <p:cNvSpPr/>
            <p:nvPr/>
          </p:nvSpPr>
          <p:spPr>
            <a:xfrm rot="5400000">
              <a:off x="5639834" y="870348"/>
              <a:ext cx="360040" cy="64789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20" name="TextBox 19">
              <a:extLst>
                <a:ext uri="{FF2B5EF4-FFF2-40B4-BE49-F238E27FC236}">
                  <a16:creationId xmlns:a16="http://schemas.microsoft.com/office/drawing/2014/main" id="{92B8E8F0-D0F4-A0AB-FBDA-C651B348D8DC}"/>
                </a:ext>
              </a:extLst>
            </p:cNvPr>
            <p:cNvSpPr txBox="1"/>
            <p:nvPr/>
          </p:nvSpPr>
          <p:spPr>
            <a:xfrm>
              <a:off x="5658905" y="677697"/>
              <a:ext cx="338554" cy="400110"/>
            </a:xfrm>
            <a:prstGeom prst="rect">
              <a:avLst/>
            </a:prstGeom>
            <a:noFill/>
          </p:spPr>
          <p:txBody>
            <a:bodyPr wrap="none" rtlCol="0">
              <a:spAutoFit/>
            </a:bodyPr>
            <a:lstStyle/>
            <a:p>
              <a:r>
                <a:rPr lang="en-MY" dirty="0"/>
                <a:t>C</a:t>
              </a:r>
            </a:p>
          </p:txBody>
        </p:sp>
        <p:cxnSp>
          <p:nvCxnSpPr>
            <p:cNvPr id="21" name="Straight Connector 7">
              <a:extLst>
                <a:ext uri="{FF2B5EF4-FFF2-40B4-BE49-F238E27FC236}">
                  <a16:creationId xmlns:a16="http://schemas.microsoft.com/office/drawing/2014/main" id="{9E6EC74C-B177-E87F-4E25-A18D2BC9C061}"/>
                </a:ext>
              </a:extLst>
            </p:cNvPr>
            <p:cNvCxnSpPr>
              <a:cxnSpLocks noChangeShapeType="1"/>
            </p:cNvCxnSpPr>
            <p:nvPr/>
          </p:nvCxnSpPr>
          <p:spPr bwMode="auto">
            <a:xfrm>
              <a:off x="5720232" y="76885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22" name="Slide Number Placeholder 21">
            <a:extLst>
              <a:ext uri="{FF2B5EF4-FFF2-40B4-BE49-F238E27FC236}">
                <a16:creationId xmlns:a16="http://schemas.microsoft.com/office/drawing/2014/main" id="{EFEBF5A5-6826-CE11-0CBC-F34BF5844756}"/>
              </a:ext>
            </a:extLst>
          </p:cNvPr>
          <p:cNvSpPr>
            <a:spLocks noGrp="1"/>
          </p:cNvSpPr>
          <p:nvPr>
            <p:ph type="sldNum" sz="quarter" idx="12"/>
          </p:nvPr>
        </p:nvSpPr>
        <p:spPr/>
        <p:txBody>
          <a:bodyPr/>
          <a:lstStyle/>
          <a:p>
            <a:pPr>
              <a:defRPr/>
            </a:pPr>
            <a:fld id="{28588503-611C-4314-9367-E0668E948370}" type="slidenum">
              <a:rPr lang="en-US" altLang="en-US" smtClean="0"/>
              <a:pPr>
                <a:defRPr/>
              </a:pPr>
              <a:t>68</a:t>
            </a:fld>
            <a:endParaRPr lang="en-US"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A416C4A0-E685-F378-567E-1D0776D309E4}"/>
              </a:ext>
            </a:extLst>
          </p:cNvPr>
          <p:cNvSpPr>
            <a:spLocks noGrp="1" noChangeArrowheads="1"/>
          </p:cNvSpPr>
          <p:nvPr>
            <p:ph type="title"/>
          </p:nvPr>
        </p:nvSpPr>
        <p:spPr/>
        <p:txBody>
          <a:bodyPr/>
          <a:lstStyle/>
          <a:p>
            <a:r>
              <a:rPr lang="en-US" altLang="en-US"/>
              <a:t>Use of Karnaugh Maps</a:t>
            </a:r>
          </a:p>
        </p:txBody>
      </p:sp>
      <p:sp>
        <p:nvSpPr>
          <p:cNvPr id="68611" name="Rectangle 3">
            <a:extLst>
              <a:ext uri="{FF2B5EF4-FFF2-40B4-BE49-F238E27FC236}">
                <a16:creationId xmlns:a16="http://schemas.microsoft.com/office/drawing/2014/main" id="{3D3B33D8-66E8-4550-D7EA-BF67397907D0}"/>
              </a:ext>
            </a:extLst>
          </p:cNvPr>
          <p:cNvSpPr>
            <a:spLocks noGrp="1" noChangeArrowheads="1"/>
          </p:cNvSpPr>
          <p:nvPr>
            <p:ph idx="1"/>
          </p:nvPr>
        </p:nvSpPr>
        <p:spPr>
          <a:xfrm>
            <a:off x="457200" y="1808163"/>
            <a:ext cx="8178800" cy="1404937"/>
          </a:xfrm>
        </p:spPr>
        <p:txBody>
          <a:bodyPr/>
          <a:lstStyle/>
          <a:p>
            <a:r>
              <a:rPr lang="en-US" altLang="en-US"/>
              <a:t>When wrapped around the edges</a:t>
            </a:r>
          </a:p>
        </p:txBody>
      </p:sp>
      <p:pic>
        <p:nvPicPr>
          <p:cNvPr id="68612" name="Picture 4">
            <a:extLst>
              <a:ext uri="{FF2B5EF4-FFF2-40B4-BE49-F238E27FC236}">
                <a16:creationId xmlns:a16="http://schemas.microsoft.com/office/drawing/2014/main" id="{4C6E2D04-F5FF-63ED-0E78-E9F8D97ACC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a:stretch/>
        </p:blipFill>
        <p:spPr bwMode="auto">
          <a:xfrm>
            <a:off x="2084137" y="2405857"/>
            <a:ext cx="2376488"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8625" name="TextBox 11">
            <a:extLst>
              <a:ext uri="{FF2B5EF4-FFF2-40B4-BE49-F238E27FC236}">
                <a16:creationId xmlns:a16="http://schemas.microsoft.com/office/drawing/2014/main" id="{D65D98C9-E069-45B3-2957-411D4ED7F543}"/>
              </a:ext>
            </a:extLst>
          </p:cNvPr>
          <p:cNvSpPr txBox="1">
            <a:spLocks noChangeArrowheads="1"/>
          </p:cNvSpPr>
          <p:nvPr/>
        </p:nvSpPr>
        <p:spPr bwMode="auto">
          <a:xfrm>
            <a:off x="2155575" y="5358607"/>
            <a:ext cx="4032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ABCD + ABCD = ABD</a:t>
            </a:r>
          </a:p>
        </p:txBody>
      </p:sp>
      <p:cxnSp>
        <p:nvCxnSpPr>
          <p:cNvPr id="68626" name="Straight Connector 7">
            <a:extLst>
              <a:ext uri="{FF2B5EF4-FFF2-40B4-BE49-F238E27FC236}">
                <a16:creationId xmlns:a16="http://schemas.microsoft.com/office/drawing/2014/main" id="{46231DB1-7698-4946-6A34-58E5C559C36A}"/>
              </a:ext>
            </a:extLst>
          </p:cNvPr>
          <p:cNvCxnSpPr>
            <a:cxnSpLocks noChangeShapeType="1"/>
          </p:cNvCxnSpPr>
          <p:nvPr/>
        </p:nvCxnSpPr>
        <p:spPr bwMode="auto">
          <a:xfrm>
            <a:off x="2495300" y="5430045"/>
            <a:ext cx="173037"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8627" name="Straight Connector 7">
            <a:extLst>
              <a:ext uri="{FF2B5EF4-FFF2-40B4-BE49-F238E27FC236}">
                <a16:creationId xmlns:a16="http://schemas.microsoft.com/office/drawing/2014/main" id="{D69DBF00-5F7C-B227-6FB0-609977BDE9AF}"/>
              </a:ext>
            </a:extLst>
          </p:cNvPr>
          <p:cNvCxnSpPr>
            <a:cxnSpLocks noChangeShapeType="1"/>
          </p:cNvCxnSpPr>
          <p:nvPr/>
        </p:nvCxnSpPr>
        <p:spPr bwMode="auto">
          <a:xfrm>
            <a:off x="2928687" y="5430045"/>
            <a:ext cx="173038"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8628" name="Straight Connector 7">
            <a:extLst>
              <a:ext uri="{FF2B5EF4-FFF2-40B4-BE49-F238E27FC236}">
                <a16:creationId xmlns:a16="http://schemas.microsoft.com/office/drawing/2014/main" id="{EB52B6A5-41AF-A9CF-F787-04B31417F421}"/>
              </a:ext>
            </a:extLst>
          </p:cNvPr>
          <p:cNvCxnSpPr>
            <a:cxnSpLocks noChangeShapeType="1"/>
          </p:cNvCxnSpPr>
          <p:nvPr/>
        </p:nvCxnSpPr>
        <p:spPr bwMode="auto">
          <a:xfrm>
            <a:off x="3855787" y="5430045"/>
            <a:ext cx="173038"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68629" name="Line 23">
            <a:extLst>
              <a:ext uri="{FF2B5EF4-FFF2-40B4-BE49-F238E27FC236}">
                <a16:creationId xmlns:a16="http://schemas.microsoft.com/office/drawing/2014/main" id="{5E581568-9B05-5A22-8BA3-D8F9D6E0F0B8}"/>
              </a:ext>
            </a:extLst>
          </p:cNvPr>
          <p:cNvSpPr>
            <a:spLocks noChangeShapeType="1"/>
          </p:cNvSpPr>
          <p:nvPr/>
        </p:nvSpPr>
        <p:spPr bwMode="auto">
          <a:xfrm flipH="1">
            <a:off x="2919162" y="3629820"/>
            <a:ext cx="28575" cy="172878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68630" name="Line 24">
            <a:extLst>
              <a:ext uri="{FF2B5EF4-FFF2-40B4-BE49-F238E27FC236}">
                <a16:creationId xmlns:a16="http://schemas.microsoft.com/office/drawing/2014/main" id="{57FE55F0-CE86-FECD-1C71-D0813A6C1FF8}"/>
              </a:ext>
            </a:extLst>
          </p:cNvPr>
          <p:cNvSpPr>
            <a:spLocks noChangeShapeType="1"/>
          </p:cNvSpPr>
          <p:nvPr/>
        </p:nvSpPr>
        <p:spPr bwMode="auto">
          <a:xfrm>
            <a:off x="4171700" y="3629820"/>
            <a:ext cx="73025" cy="18002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68631" name="TextBox 11">
            <a:extLst>
              <a:ext uri="{FF2B5EF4-FFF2-40B4-BE49-F238E27FC236}">
                <a16:creationId xmlns:a16="http://schemas.microsoft.com/office/drawing/2014/main" id="{11A6E107-3317-90B9-68EF-F887FC35DF14}"/>
              </a:ext>
            </a:extLst>
          </p:cNvPr>
          <p:cNvSpPr txBox="1">
            <a:spLocks noChangeArrowheads="1"/>
          </p:cNvSpPr>
          <p:nvPr/>
        </p:nvSpPr>
        <p:spPr bwMode="auto">
          <a:xfrm>
            <a:off x="6027487" y="6150770"/>
            <a:ext cx="520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C</a:t>
            </a:r>
          </a:p>
        </p:txBody>
      </p:sp>
      <p:sp>
        <p:nvSpPr>
          <p:cNvPr id="68632" name="Arc 26">
            <a:extLst>
              <a:ext uri="{FF2B5EF4-FFF2-40B4-BE49-F238E27FC236}">
                <a16:creationId xmlns:a16="http://schemas.microsoft.com/office/drawing/2014/main" id="{ADCC14BA-962A-CA89-AE20-A604483AB0A8}"/>
              </a:ext>
            </a:extLst>
          </p:cNvPr>
          <p:cNvSpPr>
            <a:spLocks/>
          </p:cNvSpPr>
          <p:nvPr/>
        </p:nvSpPr>
        <p:spPr bwMode="auto">
          <a:xfrm rot="5400000" flipV="1">
            <a:off x="5583781" y="5819776"/>
            <a:ext cx="576263" cy="51752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MY"/>
          </a:p>
        </p:txBody>
      </p:sp>
      <p:cxnSp>
        <p:nvCxnSpPr>
          <p:cNvPr id="68633" name="Straight Connector 7">
            <a:extLst>
              <a:ext uri="{FF2B5EF4-FFF2-40B4-BE49-F238E27FC236}">
                <a16:creationId xmlns:a16="http://schemas.microsoft.com/office/drawing/2014/main" id="{BA84DE41-8755-AF7B-2B60-7CECFD6D2334}"/>
              </a:ext>
            </a:extLst>
          </p:cNvPr>
          <p:cNvCxnSpPr>
            <a:cxnSpLocks noChangeShapeType="1"/>
          </p:cNvCxnSpPr>
          <p:nvPr/>
        </p:nvCxnSpPr>
        <p:spPr bwMode="auto">
          <a:xfrm>
            <a:off x="4503487" y="5430045"/>
            <a:ext cx="173038"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8634" name="Straight Connector 7">
            <a:extLst>
              <a:ext uri="{FF2B5EF4-FFF2-40B4-BE49-F238E27FC236}">
                <a16:creationId xmlns:a16="http://schemas.microsoft.com/office/drawing/2014/main" id="{DF27CFAF-8828-BE1E-2FF9-C20F462BBEC3}"/>
              </a:ext>
            </a:extLst>
          </p:cNvPr>
          <p:cNvCxnSpPr>
            <a:cxnSpLocks noChangeShapeType="1"/>
          </p:cNvCxnSpPr>
          <p:nvPr/>
        </p:nvCxnSpPr>
        <p:spPr bwMode="auto">
          <a:xfrm>
            <a:off x="5213100" y="5430045"/>
            <a:ext cx="173037"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8635" name="Straight Connector 7">
            <a:extLst>
              <a:ext uri="{FF2B5EF4-FFF2-40B4-BE49-F238E27FC236}">
                <a16:creationId xmlns:a16="http://schemas.microsoft.com/office/drawing/2014/main" id="{625D392E-D9B9-3462-7FB6-0FBDFAB3130B}"/>
              </a:ext>
            </a:extLst>
          </p:cNvPr>
          <p:cNvCxnSpPr>
            <a:cxnSpLocks noChangeShapeType="1"/>
          </p:cNvCxnSpPr>
          <p:nvPr/>
        </p:nvCxnSpPr>
        <p:spPr bwMode="auto">
          <a:xfrm>
            <a:off x="5644900" y="5430045"/>
            <a:ext cx="173037"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8636" name="Straight Connector 7">
            <a:extLst>
              <a:ext uri="{FF2B5EF4-FFF2-40B4-BE49-F238E27FC236}">
                <a16:creationId xmlns:a16="http://schemas.microsoft.com/office/drawing/2014/main" id="{B0B01475-5C60-ED75-332B-FA8EA2BA9650}"/>
              </a:ext>
            </a:extLst>
          </p:cNvPr>
          <p:cNvCxnSpPr>
            <a:cxnSpLocks noChangeShapeType="1"/>
          </p:cNvCxnSpPr>
          <p:nvPr/>
        </p:nvCxnSpPr>
        <p:spPr bwMode="auto">
          <a:xfrm>
            <a:off x="3144587" y="5430045"/>
            <a:ext cx="173038"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nvGrpSpPr>
          <p:cNvPr id="4" name="Group 3">
            <a:extLst>
              <a:ext uri="{FF2B5EF4-FFF2-40B4-BE49-F238E27FC236}">
                <a16:creationId xmlns:a16="http://schemas.microsoft.com/office/drawing/2014/main" id="{FD210D79-4885-0FCA-7442-39E80D99F19E}"/>
              </a:ext>
            </a:extLst>
          </p:cNvPr>
          <p:cNvGrpSpPr/>
          <p:nvPr/>
        </p:nvGrpSpPr>
        <p:grpSpPr>
          <a:xfrm>
            <a:off x="5295650" y="1965661"/>
            <a:ext cx="2752667" cy="2709110"/>
            <a:chOff x="4710418" y="677697"/>
            <a:chExt cx="2752667" cy="2709110"/>
          </a:xfrm>
        </p:grpSpPr>
        <p:pic>
          <p:nvPicPr>
            <p:cNvPr id="5" name="Picture 24">
              <a:extLst>
                <a:ext uri="{FF2B5EF4-FFF2-40B4-BE49-F238E27FC236}">
                  <a16:creationId xmlns:a16="http://schemas.microsoft.com/office/drawing/2014/main" id="{044AECC6-14ED-DC16-522F-FB6951B797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908720"/>
              <a:ext cx="2459037" cy="247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 name="Text Box 26">
              <a:extLst>
                <a:ext uri="{FF2B5EF4-FFF2-40B4-BE49-F238E27FC236}">
                  <a16:creationId xmlns:a16="http://schemas.microsoft.com/office/drawing/2014/main" id="{2D0C5B1E-E299-799C-742E-F452646A9F63}"/>
                </a:ext>
              </a:extLst>
            </p:cNvPr>
            <p:cNvSpPr txBox="1">
              <a:spLocks noChangeArrowheads="1"/>
            </p:cNvSpPr>
            <p:nvPr/>
          </p:nvSpPr>
          <p:spPr bwMode="auto">
            <a:xfrm>
              <a:off x="5458332" y="1828696"/>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50000"/>
                </a:spcBef>
                <a:buFontTx/>
                <a:buNone/>
              </a:pPr>
              <a:r>
                <a:rPr lang="en-US" altLang="en-US" sz="1400" dirty="0">
                  <a:solidFill>
                    <a:srgbClr val="FF3399"/>
                  </a:solidFill>
                </a:rPr>
                <a:t>1</a:t>
              </a:r>
            </a:p>
          </p:txBody>
        </p:sp>
        <p:sp>
          <p:nvSpPr>
            <p:cNvPr id="7" name="Text Box 27">
              <a:extLst>
                <a:ext uri="{FF2B5EF4-FFF2-40B4-BE49-F238E27FC236}">
                  <a16:creationId xmlns:a16="http://schemas.microsoft.com/office/drawing/2014/main" id="{A1E42CE0-98FF-B7F9-8958-2EA859B912E7}"/>
                </a:ext>
              </a:extLst>
            </p:cNvPr>
            <p:cNvSpPr txBox="1">
              <a:spLocks noChangeArrowheads="1"/>
            </p:cNvSpPr>
            <p:nvPr/>
          </p:nvSpPr>
          <p:spPr bwMode="auto">
            <a:xfrm>
              <a:off x="6598607" y="1836236"/>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50000"/>
                </a:spcBef>
                <a:buFontTx/>
                <a:buNone/>
              </a:pPr>
              <a:r>
                <a:rPr lang="en-US" altLang="en-US" sz="1400" dirty="0">
                  <a:solidFill>
                    <a:srgbClr val="FF3399"/>
                  </a:solidFill>
                </a:rPr>
                <a:t>1</a:t>
              </a:r>
            </a:p>
          </p:txBody>
        </p:sp>
        <p:sp>
          <p:nvSpPr>
            <p:cNvPr id="8" name="Left Brace 7">
              <a:extLst>
                <a:ext uri="{FF2B5EF4-FFF2-40B4-BE49-F238E27FC236}">
                  <a16:creationId xmlns:a16="http://schemas.microsoft.com/office/drawing/2014/main" id="{8704D14B-1314-657C-2B22-7862ABB29A97}"/>
                </a:ext>
              </a:extLst>
            </p:cNvPr>
            <p:cNvSpPr/>
            <p:nvPr/>
          </p:nvSpPr>
          <p:spPr>
            <a:xfrm>
              <a:off x="5040063" y="1484784"/>
              <a:ext cx="360040" cy="64789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9" name="TextBox 8">
              <a:extLst>
                <a:ext uri="{FF2B5EF4-FFF2-40B4-BE49-F238E27FC236}">
                  <a16:creationId xmlns:a16="http://schemas.microsoft.com/office/drawing/2014/main" id="{620259D1-E5F1-A7A0-66ED-6A2CD6C145E3}"/>
                </a:ext>
              </a:extLst>
            </p:cNvPr>
            <p:cNvSpPr txBox="1"/>
            <p:nvPr/>
          </p:nvSpPr>
          <p:spPr>
            <a:xfrm>
              <a:off x="4710418" y="1609655"/>
              <a:ext cx="338554" cy="400110"/>
            </a:xfrm>
            <a:prstGeom prst="rect">
              <a:avLst/>
            </a:prstGeom>
            <a:noFill/>
          </p:spPr>
          <p:txBody>
            <a:bodyPr wrap="none" rtlCol="0">
              <a:spAutoFit/>
            </a:bodyPr>
            <a:lstStyle/>
            <a:p>
              <a:r>
                <a:rPr lang="en-MY" dirty="0"/>
                <a:t>A</a:t>
              </a:r>
            </a:p>
          </p:txBody>
        </p:sp>
        <p:cxnSp>
          <p:nvCxnSpPr>
            <p:cNvPr id="10" name="Straight Connector 7">
              <a:extLst>
                <a:ext uri="{FF2B5EF4-FFF2-40B4-BE49-F238E27FC236}">
                  <a16:creationId xmlns:a16="http://schemas.microsoft.com/office/drawing/2014/main" id="{F223A34A-DF46-1A1D-DB4D-AEAA5C6CE390}"/>
                </a:ext>
              </a:extLst>
            </p:cNvPr>
            <p:cNvCxnSpPr>
              <a:cxnSpLocks noChangeShapeType="1"/>
            </p:cNvCxnSpPr>
            <p:nvPr/>
          </p:nvCxnSpPr>
          <p:spPr bwMode="auto">
            <a:xfrm>
              <a:off x="4784973" y="1700808"/>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328B0EA4-959C-D135-68DB-664EB37B1D81}"/>
                </a:ext>
              </a:extLst>
            </p:cNvPr>
            <p:cNvSpPr txBox="1"/>
            <p:nvPr/>
          </p:nvSpPr>
          <p:spPr>
            <a:xfrm>
              <a:off x="6987664" y="1409600"/>
              <a:ext cx="335348" cy="400110"/>
            </a:xfrm>
            <a:prstGeom prst="rect">
              <a:avLst/>
            </a:prstGeom>
            <a:noFill/>
          </p:spPr>
          <p:txBody>
            <a:bodyPr wrap="none" rtlCol="0">
              <a:spAutoFit/>
            </a:bodyPr>
            <a:lstStyle/>
            <a:p>
              <a:r>
                <a:rPr lang="en-MY" dirty="0"/>
                <a:t>B</a:t>
              </a:r>
            </a:p>
          </p:txBody>
        </p:sp>
        <p:cxnSp>
          <p:nvCxnSpPr>
            <p:cNvPr id="12" name="Straight Connector 7">
              <a:extLst>
                <a:ext uri="{FF2B5EF4-FFF2-40B4-BE49-F238E27FC236}">
                  <a16:creationId xmlns:a16="http://schemas.microsoft.com/office/drawing/2014/main" id="{20CD6E07-E30A-E2A6-ACF6-E8DF68223C7F}"/>
                </a:ext>
              </a:extLst>
            </p:cNvPr>
            <p:cNvCxnSpPr>
              <a:cxnSpLocks noChangeShapeType="1"/>
            </p:cNvCxnSpPr>
            <p:nvPr/>
          </p:nvCxnSpPr>
          <p:spPr bwMode="auto">
            <a:xfrm>
              <a:off x="7048991" y="150075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3" name="TextBox 12">
              <a:extLst>
                <a:ext uri="{FF2B5EF4-FFF2-40B4-BE49-F238E27FC236}">
                  <a16:creationId xmlns:a16="http://schemas.microsoft.com/office/drawing/2014/main" id="{B849DA72-AE5D-0E75-4F7E-3428B1EBD145}"/>
                </a:ext>
              </a:extLst>
            </p:cNvPr>
            <p:cNvSpPr txBox="1"/>
            <p:nvPr/>
          </p:nvSpPr>
          <p:spPr>
            <a:xfrm>
              <a:off x="6973254" y="2564904"/>
              <a:ext cx="335348" cy="400110"/>
            </a:xfrm>
            <a:prstGeom prst="rect">
              <a:avLst/>
            </a:prstGeom>
            <a:noFill/>
          </p:spPr>
          <p:txBody>
            <a:bodyPr wrap="none" rtlCol="0">
              <a:spAutoFit/>
            </a:bodyPr>
            <a:lstStyle/>
            <a:p>
              <a:r>
                <a:rPr lang="en-MY" dirty="0"/>
                <a:t>B</a:t>
              </a:r>
            </a:p>
          </p:txBody>
        </p:sp>
        <p:cxnSp>
          <p:nvCxnSpPr>
            <p:cNvPr id="14" name="Straight Connector 7">
              <a:extLst>
                <a:ext uri="{FF2B5EF4-FFF2-40B4-BE49-F238E27FC236}">
                  <a16:creationId xmlns:a16="http://schemas.microsoft.com/office/drawing/2014/main" id="{CB620CCA-F2D1-790A-A548-299AED231FFE}"/>
                </a:ext>
              </a:extLst>
            </p:cNvPr>
            <p:cNvCxnSpPr>
              <a:cxnSpLocks noChangeShapeType="1"/>
            </p:cNvCxnSpPr>
            <p:nvPr/>
          </p:nvCxnSpPr>
          <p:spPr bwMode="auto">
            <a:xfrm>
              <a:off x="7034581" y="2656057"/>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5" name="TextBox 14">
              <a:extLst>
                <a:ext uri="{FF2B5EF4-FFF2-40B4-BE49-F238E27FC236}">
                  <a16:creationId xmlns:a16="http://schemas.microsoft.com/office/drawing/2014/main" id="{0CA5FDFE-76AB-A61B-EEFC-C864CA5E03D2}"/>
                </a:ext>
              </a:extLst>
            </p:cNvPr>
            <p:cNvSpPr txBox="1"/>
            <p:nvPr/>
          </p:nvSpPr>
          <p:spPr>
            <a:xfrm>
              <a:off x="6652316" y="2918487"/>
              <a:ext cx="359394" cy="400110"/>
            </a:xfrm>
            <a:prstGeom prst="rect">
              <a:avLst/>
            </a:prstGeom>
            <a:noFill/>
          </p:spPr>
          <p:txBody>
            <a:bodyPr wrap="none" rtlCol="0">
              <a:spAutoFit/>
            </a:bodyPr>
            <a:lstStyle/>
            <a:p>
              <a:r>
                <a:rPr lang="en-MY" dirty="0"/>
                <a:t>D</a:t>
              </a:r>
            </a:p>
          </p:txBody>
        </p:sp>
        <p:cxnSp>
          <p:nvCxnSpPr>
            <p:cNvPr id="16" name="Straight Connector 7">
              <a:extLst>
                <a:ext uri="{FF2B5EF4-FFF2-40B4-BE49-F238E27FC236}">
                  <a16:creationId xmlns:a16="http://schemas.microsoft.com/office/drawing/2014/main" id="{0F927C01-2EC9-E172-F64B-3F7CD8E3C60E}"/>
                </a:ext>
              </a:extLst>
            </p:cNvPr>
            <p:cNvCxnSpPr>
              <a:cxnSpLocks noChangeShapeType="1"/>
            </p:cNvCxnSpPr>
            <p:nvPr/>
          </p:nvCxnSpPr>
          <p:spPr bwMode="auto">
            <a:xfrm>
              <a:off x="6713643" y="300964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7" name="TextBox 16">
              <a:extLst>
                <a:ext uri="{FF2B5EF4-FFF2-40B4-BE49-F238E27FC236}">
                  <a16:creationId xmlns:a16="http://schemas.microsoft.com/office/drawing/2014/main" id="{8FEAF0D3-BF24-BCAC-632F-AFDD297691D8}"/>
                </a:ext>
              </a:extLst>
            </p:cNvPr>
            <p:cNvSpPr txBox="1"/>
            <p:nvPr/>
          </p:nvSpPr>
          <p:spPr>
            <a:xfrm>
              <a:off x="5468788" y="2935979"/>
              <a:ext cx="359394" cy="400110"/>
            </a:xfrm>
            <a:prstGeom prst="rect">
              <a:avLst/>
            </a:prstGeom>
            <a:noFill/>
          </p:spPr>
          <p:txBody>
            <a:bodyPr wrap="none" rtlCol="0">
              <a:spAutoFit/>
            </a:bodyPr>
            <a:lstStyle/>
            <a:p>
              <a:r>
                <a:rPr lang="en-MY" dirty="0"/>
                <a:t>D</a:t>
              </a:r>
            </a:p>
          </p:txBody>
        </p:sp>
        <p:cxnSp>
          <p:nvCxnSpPr>
            <p:cNvPr id="18" name="Straight Connector 7">
              <a:extLst>
                <a:ext uri="{FF2B5EF4-FFF2-40B4-BE49-F238E27FC236}">
                  <a16:creationId xmlns:a16="http://schemas.microsoft.com/office/drawing/2014/main" id="{0BEDC1CD-DC85-0C10-CAA9-6E02B69F6186}"/>
                </a:ext>
              </a:extLst>
            </p:cNvPr>
            <p:cNvCxnSpPr>
              <a:cxnSpLocks noChangeShapeType="1"/>
            </p:cNvCxnSpPr>
            <p:nvPr/>
          </p:nvCxnSpPr>
          <p:spPr bwMode="auto">
            <a:xfrm>
              <a:off x="5530115" y="3027132"/>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9" name="Left Brace 18">
              <a:extLst>
                <a:ext uri="{FF2B5EF4-FFF2-40B4-BE49-F238E27FC236}">
                  <a16:creationId xmlns:a16="http://schemas.microsoft.com/office/drawing/2014/main" id="{5A731D1C-BC81-CD8F-14A7-177A479417A5}"/>
                </a:ext>
              </a:extLst>
            </p:cNvPr>
            <p:cNvSpPr/>
            <p:nvPr/>
          </p:nvSpPr>
          <p:spPr>
            <a:xfrm rot="5400000">
              <a:off x="5639834" y="870348"/>
              <a:ext cx="360040" cy="64789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20" name="TextBox 19">
              <a:extLst>
                <a:ext uri="{FF2B5EF4-FFF2-40B4-BE49-F238E27FC236}">
                  <a16:creationId xmlns:a16="http://schemas.microsoft.com/office/drawing/2014/main" id="{8996422F-4B9D-7922-B196-78D467C46042}"/>
                </a:ext>
              </a:extLst>
            </p:cNvPr>
            <p:cNvSpPr txBox="1"/>
            <p:nvPr/>
          </p:nvSpPr>
          <p:spPr>
            <a:xfrm>
              <a:off x="5658905" y="677697"/>
              <a:ext cx="338554" cy="400110"/>
            </a:xfrm>
            <a:prstGeom prst="rect">
              <a:avLst/>
            </a:prstGeom>
            <a:noFill/>
          </p:spPr>
          <p:txBody>
            <a:bodyPr wrap="none" rtlCol="0">
              <a:spAutoFit/>
            </a:bodyPr>
            <a:lstStyle/>
            <a:p>
              <a:r>
                <a:rPr lang="en-MY" dirty="0"/>
                <a:t>C</a:t>
              </a:r>
            </a:p>
          </p:txBody>
        </p:sp>
        <p:cxnSp>
          <p:nvCxnSpPr>
            <p:cNvPr id="21" name="Straight Connector 7">
              <a:extLst>
                <a:ext uri="{FF2B5EF4-FFF2-40B4-BE49-F238E27FC236}">
                  <a16:creationId xmlns:a16="http://schemas.microsoft.com/office/drawing/2014/main" id="{C99CE4B8-0A74-4C95-A4D4-A991DB3FA770}"/>
                </a:ext>
              </a:extLst>
            </p:cNvPr>
            <p:cNvCxnSpPr>
              <a:cxnSpLocks noChangeShapeType="1"/>
            </p:cNvCxnSpPr>
            <p:nvPr/>
          </p:nvCxnSpPr>
          <p:spPr bwMode="auto">
            <a:xfrm>
              <a:off x="5720232" y="76885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22" name="TextBox 21">
            <a:extLst>
              <a:ext uri="{FF2B5EF4-FFF2-40B4-BE49-F238E27FC236}">
                <a16:creationId xmlns:a16="http://schemas.microsoft.com/office/drawing/2014/main" id="{7C6F35F4-A2E3-382E-0A0B-A84A486DBA55}"/>
              </a:ext>
            </a:extLst>
          </p:cNvPr>
          <p:cNvSpPr txBox="1"/>
          <p:nvPr/>
        </p:nvSpPr>
        <p:spPr>
          <a:xfrm>
            <a:off x="2495300" y="5922140"/>
            <a:ext cx="742511" cy="400110"/>
          </a:xfrm>
          <a:prstGeom prst="rect">
            <a:avLst/>
          </a:prstGeom>
          <a:noFill/>
        </p:spPr>
        <p:txBody>
          <a:bodyPr wrap="none" rtlCol="0">
            <a:spAutoFit/>
          </a:bodyPr>
          <a:lstStyle/>
          <a:p>
            <a:r>
              <a:rPr lang="en-MY" dirty="0"/>
              <a:t>0100</a:t>
            </a:r>
          </a:p>
        </p:txBody>
      </p:sp>
      <p:sp>
        <p:nvSpPr>
          <p:cNvPr id="23" name="TextBox 22">
            <a:extLst>
              <a:ext uri="{FF2B5EF4-FFF2-40B4-BE49-F238E27FC236}">
                <a16:creationId xmlns:a16="http://schemas.microsoft.com/office/drawing/2014/main" id="{347A43CD-4762-ED45-36FC-53AA3C2C5D15}"/>
              </a:ext>
            </a:extLst>
          </p:cNvPr>
          <p:cNvSpPr txBox="1"/>
          <p:nvPr/>
        </p:nvSpPr>
        <p:spPr>
          <a:xfrm>
            <a:off x="3942306" y="5949158"/>
            <a:ext cx="742511" cy="400110"/>
          </a:xfrm>
          <a:prstGeom prst="rect">
            <a:avLst/>
          </a:prstGeom>
          <a:noFill/>
        </p:spPr>
        <p:txBody>
          <a:bodyPr wrap="none" rtlCol="0">
            <a:spAutoFit/>
          </a:bodyPr>
          <a:lstStyle/>
          <a:p>
            <a:r>
              <a:rPr lang="en-MY" dirty="0"/>
              <a:t>0110</a:t>
            </a:r>
          </a:p>
        </p:txBody>
      </p:sp>
      <p:sp>
        <p:nvSpPr>
          <p:cNvPr id="2" name="Slide Number Placeholder 1">
            <a:extLst>
              <a:ext uri="{FF2B5EF4-FFF2-40B4-BE49-F238E27FC236}">
                <a16:creationId xmlns:a16="http://schemas.microsoft.com/office/drawing/2014/main" id="{A064B4DD-07A5-1D22-0585-92E0A4065273}"/>
              </a:ext>
            </a:extLst>
          </p:cNvPr>
          <p:cNvSpPr>
            <a:spLocks noGrp="1"/>
          </p:cNvSpPr>
          <p:nvPr>
            <p:ph type="sldNum" sz="quarter" idx="12"/>
          </p:nvPr>
        </p:nvSpPr>
        <p:spPr/>
        <p:txBody>
          <a:bodyPr/>
          <a:lstStyle/>
          <a:p>
            <a:pPr>
              <a:defRPr/>
            </a:pPr>
            <a:fld id="{28588503-611C-4314-9367-E0668E948370}" type="slidenum">
              <a:rPr lang="en-US" altLang="en-US" smtClean="0"/>
              <a:pPr>
                <a:defRPr/>
              </a:pPr>
              <a:t>69</a:t>
            </a:fld>
            <a:endParaRPr lang="en-US" altLang="en-US"/>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55583680-4113-6E4D-4225-58CF49C9EB75}"/>
                  </a:ext>
                </a:extLst>
              </p14:cNvPr>
              <p14:cNvContentPartPr/>
              <p14:nvPr/>
            </p14:nvContentPartPr>
            <p14:xfrm>
              <a:off x="2600640" y="1527840"/>
              <a:ext cx="1780560" cy="2259000"/>
            </p14:xfrm>
          </p:contentPart>
        </mc:Choice>
        <mc:Fallback xmlns="">
          <p:pic>
            <p:nvPicPr>
              <p:cNvPr id="3" name="Ink 2">
                <a:extLst>
                  <a:ext uri="{FF2B5EF4-FFF2-40B4-BE49-F238E27FC236}">
                    <a16:creationId xmlns:a16="http://schemas.microsoft.com/office/drawing/2014/main" id="{55583680-4113-6E4D-4225-58CF49C9EB75}"/>
                  </a:ext>
                </a:extLst>
              </p:cNvPr>
              <p:cNvPicPr/>
              <p:nvPr/>
            </p:nvPicPr>
            <p:blipFill>
              <a:blip r:embed="rId5"/>
              <a:stretch>
                <a:fillRect/>
              </a:stretch>
            </p:blipFill>
            <p:spPr>
              <a:xfrm>
                <a:off x="2591280" y="1518480"/>
                <a:ext cx="1799280" cy="2277720"/>
              </a:xfrm>
              <a:prstGeom prst="rect">
                <a:avLst/>
              </a:prstGeom>
            </p:spPr>
          </p:pic>
        </mc:Fallback>
      </mc:AlternateContent>
    </p:spTree>
    <p:extLst>
      <p:ext uri="{BB962C8B-B14F-4D97-AF65-F5344CB8AC3E}">
        <p14:creationId xmlns:p14="http://schemas.microsoft.com/office/powerpoint/2010/main" val="4136805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8">
            <a:extLst>
              <a:ext uri="{FF2B5EF4-FFF2-40B4-BE49-F238E27FC236}">
                <a16:creationId xmlns:a16="http://schemas.microsoft.com/office/drawing/2014/main" id="{34718056-9D07-E803-7ECE-008CF394E30E}"/>
              </a:ext>
            </a:extLst>
          </p:cNvPr>
          <p:cNvSpPr>
            <a:spLocks noGrp="1" noChangeArrowheads="1"/>
          </p:cNvSpPr>
          <p:nvPr>
            <p:ph type="title"/>
          </p:nvPr>
        </p:nvSpPr>
        <p:spPr/>
        <p:txBody>
          <a:bodyPr/>
          <a:lstStyle/>
          <a:p>
            <a:r>
              <a:rPr lang="en-US" altLang="en-US"/>
              <a:t>Use of Karnaugh Maps</a:t>
            </a:r>
          </a:p>
        </p:txBody>
      </p:sp>
      <p:sp>
        <p:nvSpPr>
          <p:cNvPr id="69634" name="Content Placeholder 1">
            <a:extLst>
              <a:ext uri="{FF2B5EF4-FFF2-40B4-BE49-F238E27FC236}">
                <a16:creationId xmlns:a16="http://schemas.microsoft.com/office/drawing/2014/main" id="{29DB18C4-3D18-CE39-D7B8-38CAE698A2C6}"/>
              </a:ext>
            </a:extLst>
          </p:cNvPr>
          <p:cNvSpPr>
            <a:spLocks noGrp="1" noChangeArrowheads="1"/>
          </p:cNvSpPr>
          <p:nvPr>
            <p:ph idx="1"/>
          </p:nvPr>
        </p:nvSpPr>
        <p:spPr>
          <a:xfrm>
            <a:off x="457200" y="1844675"/>
            <a:ext cx="5839730" cy="4171950"/>
          </a:xfrm>
        </p:spPr>
        <p:txBody>
          <a:bodyPr/>
          <a:lstStyle/>
          <a:p>
            <a:pPr marL="365125" indent="-255588"/>
            <a:r>
              <a:rPr lang="en-US" altLang="en-US" dirty="0"/>
              <a:t>2</a:t>
            </a:r>
            <a:r>
              <a:rPr lang="en-US" altLang="en-US" baseline="30000" dirty="0"/>
              <a:t>n</a:t>
            </a:r>
            <a:r>
              <a:rPr lang="en-US" altLang="en-US" dirty="0"/>
              <a:t> adjacent squares can be groups (2, 4, 8, etc.)</a:t>
            </a:r>
          </a:p>
          <a:p>
            <a:pPr marL="365125" indent="-255588"/>
            <a:r>
              <a:rPr lang="en-US" altLang="en-US" dirty="0"/>
              <a:t>Grouping of 4 squares eliminate 2 variables, with 8 – 3 variables</a:t>
            </a:r>
          </a:p>
        </p:txBody>
      </p:sp>
      <p:pic>
        <p:nvPicPr>
          <p:cNvPr id="69636" name="Picture 9">
            <a:extLst>
              <a:ext uri="{FF2B5EF4-FFF2-40B4-BE49-F238E27FC236}">
                <a16:creationId xmlns:a16="http://schemas.microsoft.com/office/drawing/2014/main" id="{857B108D-6C8A-4183-5283-0402BAD6F9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130" y="3414246"/>
            <a:ext cx="7377113"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2" name="Group 1">
            <a:extLst>
              <a:ext uri="{FF2B5EF4-FFF2-40B4-BE49-F238E27FC236}">
                <a16:creationId xmlns:a16="http://schemas.microsoft.com/office/drawing/2014/main" id="{6EA5ACB6-D06B-E942-1847-329DB8FA109D}"/>
              </a:ext>
            </a:extLst>
          </p:cNvPr>
          <p:cNvGrpSpPr/>
          <p:nvPr/>
        </p:nvGrpSpPr>
        <p:grpSpPr>
          <a:xfrm>
            <a:off x="6300192" y="332656"/>
            <a:ext cx="2752667" cy="2709110"/>
            <a:chOff x="4710418" y="677697"/>
            <a:chExt cx="2752667" cy="2709110"/>
          </a:xfrm>
        </p:grpSpPr>
        <p:pic>
          <p:nvPicPr>
            <p:cNvPr id="3" name="Picture 24">
              <a:extLst>
                <a:ext uri="{FF2B5EF4-FFF2-40B4-BE49-F238E27FC236}">
                  <a16:creationId xmlns:a16="http://schemas.microsoft.com/office/drawing/2014/main" id="{B6696397-2C51-FF69-F8FD-F256B43EA6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908720"/>
              <a:ext cx="2459037" cy="247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 name="Left Brace 5">
              <a:extLst>
                <a:ext uri="{FF2B5EF4-FFF2-40B4-BE49-F238E27FC236}">
                  <a16:creationId xmlns:a16="http://schemas.microsoft.com/office/drawing/2014/main" id="{AC56622A-8020-CFE1-B082-D31D384A18F4}"/>
                </a:ext>
              </a:extLst>
            </p:cNvPr>
            <p:cNvSpPr/>
            <p:nvPr/>
          </p:nvSpPr>
          <p:spPr>
            <a:xfrm>
              <a:off x="5040063" y="1484784"/>
              <a:ext cx="360040" cy="64789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7" name="TextBox 6">
              <a:extLst>
                <a:ext uri="{FF2B5EF4-FFF2-40B4-BE49-F238E27FC236}">
                  <a16:creationId xmlns:a16="http://schemas.microsoft.com/office/drawing/2014/main" id="{600017DF-5278-BD68-65FD-4D8691B9EC04}"/>
                </a:ext>
              </a:extLst>
            </p:cNvPr>
            <p:cNvSpPr txBox="1"/>
            <p:nvPr/>
          </p:nvSpPr>
          <p:spPr>
            <a:xfrm>
              <a:off x="4710418" y="1609655"/>
              <a:ext cx="338554" cy="400110"/>
            </a:xfrm>
            <a:prstGeom prst="rect">
              <a:avLst/>
            </a:prstGeom>
            <a:noFill/>
          </p:spPr>
          <p:txBody>
            <a:bodyPr wrap="none" rtlCol="0">
              <a:spAutoFit/>
            </a:bodyPr>
            <a:lstStyle/>
            <a:p>
              <a:r>
                <a:rPr lang="en-MY" dirty="0"/>
                <a:t>A</a:t>
              </a:r>
            </a:p>
          </p:txBody>
        </p:sp>
        <p:cxnSp>
          <p:nvCxnSpPr>
            <p:cNvPr id="8" name="Straight Connector 7">
              <a:extLst>
                <a:ext uri="{FF2B5EF4-FFF2-40B4-BE49-F238E27FC236}">
                  <a16:creationId xmlns:a16="http://schemas.microsoft.com/office/drawing/2014/main" id="{70B33E17-EB90-7072-C2AD-91293471C07B}"/>
                </a:ext>
              </a:extLst>
            </p:cNvPr>
            <p:cNvCxnSpPr>
              <a:cxnSpLocks noChangeShapeType="1"/>
            </p:cNvCxnSpPr>
            <p:nvPr/>
          </p:nvCxnSpPr>
          <p:spPr bwMode="auto">
            <a:xfrm>
              <a:off x="4784973" y="1700808"/>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9" name="TextBox 8">
              <a:extLst>
                <a:ext uri="{FF2B5EF4-FFF2-40B4-BE49-F238E27FC236}">
                  <a16:creationId xmlns:a16="http://schemas.microsoft.com/office/drawing/2014/main" id="{DF1EF25C-4F10-FB3F-EC71-093E541E7C7F}"/>
                </a:ext>
              </a:extLst>
            </p:cNvPr>
            <p:cNvSpPr txBox="1"/>
            <p:nvPr/>
          </p:nvSpPr>
          <p:spPr>
            <a:xfrm>
              <a:off x="6987664" y="1409600"/>
              <a:ext cx="335348" cy="400110"/>
            </a:xfrm>
            <a:prstGeom prst="rect">
              <a:avLst/>
            </a:prstGeom>
            <a:noFill/>
          </p:spPr>
          <p:txBody>
            <a:bodyPr wrap="none" rtlCol="0">
              <a:spAutoFit/>
            </a:bodyPr>
            <a:lstStyle/>
            <a:p>
              <a:r>
                <a:rPr lang="en-MY" dirty="0"/>
                <a:t>B</a:t>
              </a:r>
            </a:p>
          </p:txBody>
        </p:sp>
        <p:cxnSp>
          <p:nvCxnSpPr>
            <p:cNvPr id="10" name="Straight Connector 7">
              <a:extLst>
                <a:ext uri="{FF2B5EF4-FFF2-40B4-BE49-F238E27FC236}">
                  <a16:creationId xmlns:a16="http://schemas.microsoft.com/office/drawing/2014/main" id="{003C2136-573B-1224-7B80-27723490AAD5}"/>
                </a:ext>
              </a:extLst>
            </p:cNvPr>
            <p:cNvCxnSpPr>
              <a:cxnSpLocks noChangeShapeType="1"/>
            </p:cNvCxnSpPr>
            <p:nvPr/>
          </p:nvCxnSpPr>
          <p:spPr bwMode="auto">
            <a:xfrm>
              <a:off x="7048991" y="150075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234FE92F-6E0B-D391-2A65-36D089FBE870}"/>
                </a:ext>
              </a:extLst>
            </p:cNvPr>
            <p:cNvSpPr txBox="1"/>
            <p:nvPr/>
          </p:nvSpPr>
          <p:spPr>
            <a:xfrm>
              <a:off x="6973254" y="2564904"/>
              <a:ext cx="335348" cy="400110"/>
            </a:xfrm>
            <a:prstGeom prst="rect">
              <a:avLst/>
            </a:prstGeom>
            <a:noFill/>
          </p:spPr>
          <p:txBody>
            <a:bodyPr wrap="none" rtlCol="0">
              <a:spAutoFit/>
            </a:bodyPr>
            <a:lstStyle/>
            <a:p>
              <a:r>
                <a:rPr lang="en-MY" dirty="0"/>
                <a:t>B</a:t>
              </a:r>
            </a:p>
          </p:txBody>
        </p:sp>
        <p:cxnSp>
          <p:nvCxnSpPr>
            <p:cNvPr id="12" name="Straight Connector 7">
              <a:extLst>
                <a:ext uri="{FF2B5EF4-FFF2-40B4-BE49-F238E27FC236}">
                  <a16:creationId xmlns:a16="http://schemas.microsoft.com/office/drawing/2014/main" id="{A0F5D937-3661-DB7E-F909-DE0C6C08A70A}"/>
                </a:ext>
              </a:extLst>
            </p:cNvPr>
            <p:cNvCxnSpPr>
              <a:cxnSpLocks noChangeShapeType="1"/>
            </p:cNvCxnSpPr>
            <p:nvPr/>
          </p:nvCxnSpPr>
          <p:spPr bwMode="auto">
            <a:xfrm>
              <a:off x="7034581" y="2656057"/>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3" name="TextBox 12">
              <a:extLst>
                <a:ext uri="{FF2B5EF4-FFF2-40B4-BE49-F238E27FC236}">
                  <a16:creationId xmlns:a16="http://schemas.microsoft.com/office/drawing/2014/main" id="{35F97F8A-CF92-C1A6-02DF-6F77C92AFFC5}"/>
                </a:ext>
              </a:extLst>
            </p:cNvPr>
            <p:cNvSpPr txBox="1"/>
            <p:nvPr/>
          </p:nvSpPr>
          <p:spPr>
            <a:xfrm>
              <a:off x="6652316" y="2918487"/>
              <a:ext cx="359394" cy="400110"/>
            </a:xfrm>
            <a:prstGeom prst="rect">
              <a:avLst/>
            </a:prstGeom>
            <a:noFill/>
          </p:spPr>
          <p:txBody>
            <a:bodyPr wrap="none" rtlCol="0">
              <a:spAutoFit/>
            </a:bodyPr>
            <a:lstStyle/>
            <a:p>
              <a:r>
                <a:rPr lang="en-MY" dirty="0"/>
                <a:t>D</a:t>
              </a:r>
            </a:p>
          </p:txBody>
        </p:sp>
        <p:cxnSp>
          <p:nvCxnSpPr>
            <p:cNvPr id="14" name="Straight Connector 7">
              <a:extLst>
                <a:ext uri="{FF2B5EF4-FFF2-40B4-BE49-F238E27FC236}">
                  <a16:creationId xmlns:a16="http://schemas.microsoft.com/office/drawing/2014/main" id="{547DE27A-E3DE-6069-2362-9FB469FF84DD}"/>
                </a:ext>
              </a:extLst>
            </p:cNvPr>
            <p:cNvCxnSpPr>
              <a:cxnSpLocks noChangeShapeType="1"/>
            </p:cNvCxnSpPr>
            <p:nvPr/>
          </p:nvCxnSpPr>
          <p:spPr bwMode="auto">
            <a:xfrm>
              <a:off x="6713643" y="300964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5" name="TextBox 14">
              <a:extLst>
                <a:ext uri="{FF2B5EF4-FFF2-40B4-BE49-F238E27FC236}">
                  <a16:creationId xmlns:a16="http://schemas.microsoft.com/office/drawing/2014/main" id="{4F3DFA2D-4C98-EA29-3B19-AE7F5B362961}"/>
                </a:ext>
              </a:extLst>
            </p:cNvPr>
            <p:cNvSpPr txBox="1"/>
            <p:nvPr/>
          </p:nvSpPr>
          <p:spPr>
            <a:xfrm>
              <a:off x="5468788" y="2935979"/>
              <a:ext cx="359394" cy="400110"/>
            </a:xfrm>
            <a:prstGeom prst="rect">
              <a:avLst/>
            </a:prstGeom>
            <a:noFill/>
          </p:spPr>
          <p:txBody>
            <a:bodyPr wrap="none" rtlCol="0">
              <a:spAutoFit/>
            </a:bodyPr>
            <a:lstStyle/>
            <a:p>
              <a:r>
                <a:rPr lang="en-MY" dirty="0"/>
                <a:t>D</a:t>
              </a:r>
            </a:p>
          </p:txBody>
        </p:sp>
        <p:cxnSp>
          <p:nvCxnSpPr>
            <p:cNvPr id="16" name="Straight Connector 7">
              <a:extLst>
                <a:ext uri="{FF2B5EF4-FFF2-40B4-BE49-F238E27FC236}">
                  <a16:creationId xmlns:a16="http://schemas.microsoft.com/office/drawing/2014/main" id="{7AB1E31F-8698-248F-AB1F-12E4DA59C2A7}"/>
                </a:ext>
              </a:extLst>
            </p:cNvPr>
            <p:cNvCxnSpPr>
              <a:cxnSpLocks noChangeShapeType="1"/>
            </p:cNvCxnSpPr>
            <p:nvPr/>
          </p:nvCxnSpPr>
          <p:spPr bwMode="auto">
            <a:xfrm>
              <a:off x="5530115" y="3027132"/>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7" name="Left Brace 16">
              <a:extLst>
                <a:ext uri="{FF2B5EF4-FFF2-40B4-BE49-F238E27FC236}">
                  <a16:creationId xmlns:a16="http://schemas.microsoft.com/office/drawing/2014/main" id="{58D9859B-060D-6E12-A7BD-49488F75C86F}"/>
                </a:ext>
              </a:extLst>
            </p:cNvPr>
            <p:cNvSpPr/>
            <p:nvPr/>
          </p:nvSpPr>
          <p:spPr>
            <a:xfrm rot="5400000">
              <a:off x="5639834" y="870348"/>
              <a:ext cx="360040" cy="64789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18" name="TextBox 17">
              <a:extLst>
                <a:ext uri="{FF2B5EF4-FFF2-40B4-BE49-F238E27FC236}">
                  <a16:creationId xmlns:a16="http://schemas.microsoft.com/office/drawing/2014/main" id="{61ED830E-33EE-CEB9-4534-407845E74FAA}"/>
                </a:ext>
              </a:extLst>
            </p:cNvPr>
            <p:cNvSpPr txBox="1"/>
            <p:nvPr/>
          </p:nvSpPr>
          <p:spPr>
            <a:xfrm>
              <a:off x="5658905" y="677697"/>
              <a:ext cx="338554" cy="400110"/>
            </a:xfrm>
            <a:prstGeom prst="rect">
              <a:avLst/>
            </a:prstGeom>
            <a:noFill/>
          </p:spPr>
          <p:txBody>
            <a:bodyPr wrap="none" rtlCol="0">
              <a:spAutoFit/>
            </a:bodyPr>
            <a:lstStyle/>
            <a:p>
              <a:r>
                <a:rPr lang="en-MY" dirty="0"/>
                <a:t>C</a:t>
              </a:r>
            </a:p>
          </p:txBody>
        </p:sp>
        <p:cxnSp>
          <p:nvCxnSpPr>
            <p:cNvPr id="19" name="Straight Connector 7">
              <a:extLst>
                <a:ext uri="{FF2B5EF4-FFF2-40B4-BE49-F238E27FC236}">
                  <a16:creationId xmlns:a16="http://schemas.microsoft.com/office/drawing/2014/main" id="{806ACC7C-4047-4ADA-5F79-54CE8A20C6FA}"/>
                </a:ext>
              </a:extLst>
            </p:cNvPr>
            <p:cNvCxnSpPr>
              <a:cxnSpLocks noChangeShapeType="1"/>
            </p:cNvCxnSpPr>
            <p:nvPr/>
          </p:nvCxnSpPr>
          <p:spPr bwMode="auto">
            <a:xfrm>
              <a:off x="5720232" y="76885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5" name="TextBox 4">
            <a:extLst>
              <a:ext uri="{FF2B5EF4-FFF2-40B4-BE49-F238E27FC236}">
                <a16:creationId xmlns:a16="http://schemas.microsoft.com/office/drawing/2014/main" id="{319339EC-307A-2FE9-B159-0861C6E413CC}"/>
              </a:ext>
            </a:extLst>
          </p:cNvPr>
          <p:cNvSpPr txBox="1"/>
          <p:nvPr/>
        </p:nvSpPr>
        <p:spPr>
          <a:xfrm>
            <a:off x="107504" y="6021288"/>
            <a:ext cx="3203848" cy="738664"/>
          </a:xfrm>
          <a:prstGeom prst="rect">
            <a:avLst/>
          </a:prstGeom>
          <a:noFill/>
        </p:spPr>
        <p:txBody>
          <a:bodyPr wrap="square">
            <a:spAutoFit/>
          </a:bodyPr>
          <a:lstStyle/>
          <a:p>
            <a:r>
              <a:rPr lang="en-MY" sz="1050" dirty="0"/>
              <a:t>2 variables side by side – we drop 1 variables </a:t>
            </a:r>
          </a:p>
          <a:p>
            <a:r>
              <a:rPr lang="en-MY" sz="1050" dirty="0"/>
              <a:t>4 variables side by side – we drop 2 variables </a:t>
            </a:r>
          </a:p>
          <a:p>
            <a:r>
              <a:rPr lang="en-MY" sz="1050" dirty="0"/>
              <a:t>8 variables side by side – we drop 3 variables </a:t>
            </a:r>
          </a:p>
          <a:p>
            <a:r>
              <a:rPr lang="en-MY" sz="1050" dirty="0"/>
              <a:t>16 variables side by side – we drop all 4 variables </a:t>
            </a:r>
          </a:p>
        </p:txBody>
      </p:sp>
      <p:sp>
        <p:nvSpPr>
          <p:cNvPr id="4" name="Slide Number Placeholder 3">
            <a:extLst>
              <a:ext uri="{FF2B5EF4-FFF2-40B4-BE49-F238E27FC236}">
                <a16:creationId xmlns:a16="http://schemas.microsoft.com/office/drawing/2014/main" id="{DBFD183F-9DC9-1AEB-47D6-5476084BC838}"/>
              </a:ext>
            </a:extLst>
          </p:cNvPr>
          <p:cNvSpPr>
            <a:spLocks noGrp="1"/>
          </p:cNvSpPr>
          <p:nvPr>
            <p:ph type="sldNum" sz="quarter" idx="12"/>
          </p:nvPr>
        </p:nvSpPr>
        <p:spPr/>
        <p:txBody>
          <a:bodyPr/>
          <a:lstStyle/>
          <a:p>
            <a:pPr>
              <a:defRPr/>
            </a:pPr>
            <a:fld id="{28588503-611C-4314-9367-E0668E948370}" type="slidenum">
              <a:rPr lang="en-US" altLang="en-US" smtClean="0"/>
              <a:pPr>
                <a:defRPr/>
              </a:pPr>
              <a:t>70</a:t>
            </a:fld>
            <a:endParaRPr lang="en-US" altLang="en-US"/>
          </a:p>
        </p:txBody>
      </p:sp>
      <mc:AlternateContent xmlns:mc="http://schemas.openxmlformats.org/markup-compatibility/2006" xmlns:p14="http://schemas.microsoft.com/office/powerpoint/2010/main">
        <mc:Choice Requires="p14">
          <p:contentPart p14:bwMode="auto" r:id="rId5">
            <p14:nvContentPartPr>
              <p14:cNvPr id="20" name="Ink 19">
                <a:extLst>
                  <a:ext uri="{FF2B5EF4-FFF2-40B4-BE49-F238E27FC236}">
                    <a16:creationId xmlns:a16="http://schemas.microsoft.com/office/drawing/2014/main" id="{50416391-2625-E1BD-6336-82910757D383}"/>
                  </a:ext>
                </a:extLst>
              </p14:cNvPr>
              <p14:cNvContentPartPr/>
              <p14:nvPr/>
            </p14:nvContentPartPr>
            <p14:xfrm>
              <a:off x="1405800" y="3965400"/>
              <a:ext cx="1869840" cy="333360"/>
            </p14:xfrm>
          </p:contentPart>
        </mc:Choice>
        <mc:Fallback xmlns="">
          <p:pic>
            <p:nvPicPr>
              <p:cNvPr id="20" name="Ink 19">
                <a:extLst>
                  <a:ext uri="{FF2B5EF4-FFF2-40B4-BE49-F238E27FC236}">
                    <a16:creationId xmlns:a16="http://schemas.microsoft.com/office/drawing/2014/main" id="{50416391-2625-E1BD-6336-82910757D383}"/>
                  </a:ext>
                </a:extLst>
              </p:cNvPr>
              <p:cNvPicPr/>
              <p:nvPr/>
            </p:nvPicPr>
            <p:blipFill>
              <a:blip r:embed="rId6"/>
              <a:stretch>
                <a:fillRect/>
              </a:stretch>
            </p:blipFill>
            <p:spPr>
              <a:xfrm>
                <a:off x="1396440" y="3956040"/>
                <a:ext cx="1888560" cy="352080"/>
              </a:xfrm>
              <a:prstGeom prst="rect">
                <a:avLst/>
              </a:prstGeom>
            </p:spPr>
          </p:pic>
        </mc:Fallback>
      </mc:AlternateContent>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E58515B0-100A-F5EF-844D-65C1B66931E0}"/>
              </a:ext>
            </a:extLst>
          </p:cNvPr>
          <p:cNvSpPr>
            <a:spLocks noGrp="1" noChangeArrowheads="1"/>
          </p:cNvSpPr>
          <p:nvPr>
            <p:ph type="title"/>
          </p:nvPr>
        </p:nvSpPr>
        <p:spPr/>
        <p:txBody>
          <a:bodyPr/>
          <a:lstStyle/>
          <a:p>
            <a:r>
              <a:rPr lang="en-US" altLang="en-US"/>
              <a:t>Use of Karnaugh Maps</a:t>
            </a:r>
          </a:p>
        </p:txBody>
      </p:sp>
      <p:pic>
        <p:nvPicPr>
          <p:cNvPr id="70659" name="Picture 4">
            <a:extLst>
              <a:ext uri="{FF2B5EF4-FFF2-40B4-BE49-F238E27FC236}">
                <a16:creationId xmlns:a16="http://schemas.microsoft.com/office/drawing/2014/main" id="{7C1A1F36-1FF7-CCD1-C257-0FB119ED8E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567" y="3395349"/>
            <a:ext cx="7102475" cy="247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2" name="Group 1">
            <a:extLst>
              <a:ext uri="{FF2B5EF4-FFF2-40B4-BE49-F238E27FC236}">
                <a16:creationId xmlns:a16="http://schemas.microsoft.com/office/drawing/2014/main" id="{E95324DB-7A8A-5F76-6DF6-DBBDB9E5F92E}"/>
              </a:ext>
            </a:extLst>
          </p:cNvPr>
          <p:cNvGrpSpPr/>
          <p:nvPr/>
        </p:nvGrpSpPr>
        <p:grpSpPr>
          <a:xfrm>
            <a:off x="5868144" y="332656"/>
            <a:ext cx="2752667" cy="2709110"/>
            <a:chOff x="4710418" y="677697"/>
            <a:chExt cx="2752667" cy="2709110"/>
          </a:xfrm>
        </p:grpSpPr>
        <p:pic>
          <p:nvPicPr>
            <p:cNvPr id="3" name="Picture 24">
              <a:extLst>
                <a:ext uri="{FF2B5EF4-FFF2-40B4-BE49-F238E27FC236}">
                  <a16:creationId xmlns:a16="http://schemas.microsoft.com/office/drawing/2014/main" id="{1EDF1F3A-AFB2-1292-FFA8-ED288327CA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908720"/>
              <a:ext cx="2459037" cy="247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 name="Left Brace 3">
              <a:extLst>
                <a:ext uri="{FF2B5EF4-FFF2-40B4-BE49-F238E27FC236}">
                  <a16:creationId xmlns:a16="http://schemas.microsoft.com/office/drawing/2014/main" id="{0352C1EA-EDC7-F43A-CF14-92766E013184}"/>
                </a:ext>
              </a:extLst>
            </p:cNvPr>
            <p:cNvSpPr/>
            <p:nvPr/>
          </p:nvSpPr>
          <p:spPr>
            <a:xfrm>
              <a:off x="5040063" y="1484784"/>
              <a:ext cx="360040" cy="64789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5" name="TextBox 4">
              <a:extLst>
                <a:ext uri="{FF2B5EF4-FFF2-40B4-BE49-F238E27FC236}">
                  <a16:creationId xmlns:a16="http://schemas.microsoft.com/office/drawing/2014/main" id="{4383798C-EC25-4740-3B24-2EA0B0A04D5F}"/>
                </a:ext>
              </a:extLst>
            </p:cNvPr>
            <p:cNvSpPr txBox="1"/>
            <p:nvPr/>
          </p:nvSpPr>
          <p:spPr>
            <a:xfrm>
              <a:off x="4710418" y="1609655"/>
              <a:ext cx="338554" cy="400110"/>
            </a:xfrm>
            <a:prstGeom prst="rect">
              <a:avLst/>
            </a:prstGeom>
            <a:noFill/>
          </p:spPr>
          <p:txBody>
            <a:bodyPr wrap="none" rtlCol="0">
              <a:spAutoFit/>
            </a:bodyPr>
            <a:lstStyle/>
            <a:p>
              <a:r>
                <a:rPr lang="en-MY" dirty="0"/>
                <a:t>A</a:t>
              </a:r>
            </a:p>
          </p:txBody>
        </p:sp>
        <p:cxnSp>
          <p:nvCxnSpPr>
            <p:cNvPr id="6" name="Straight Connector 5">
              <a:extLst>
                <a:ext uri="{FF2B5EF4-FFF2-40B4-BE49-F238E27FC236}">
                  <a16:creationId xmlns:a16="http://schemas.microsoft.com/office/drawing/2014/main" id="{26D017EE-BE32-4EC0-F1B1-63CAB929513B}"/>
                </a:ext>
              </a:extLst>
            </p:cNvPr>
            <p:cNvCxnSpPr>
              <a:cxnSpLocks noChangeShapeType="1"/>
            </p:cNvCxnSpPr>
            <p:nvPr/>
          </p:nvCxnSpPr>
          <p:spPr bwMode="auto">
            <a:xfrm>
              <a:off x="4784973" y="1700808"/>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7" name="TextBox 6">
              <a:extLst>
                <a:ext uri="{FF2B5EF4-FFF2-40B4-BE49-F238E27FC236}">
                  <a16:creationId xmlns:a16="http://schemas.microsoft.com/office/drawing/2014/main" id="{910B3264-5AA5-D9EC-AEA0-D9845F9D59B5}"/>
                </a:ext>
              </a:extLst>
            </p:cNvPr>
            <p:cNvSpPr txBox="1"/>
            <p:nvPr/>
          </p:nvSpPr>
          <p:spPr>
            <a:xfrm>
              <a:off x="6987664" y="1409600"/>
              <a:ext cx="335348" cy="400110"/>
            </a:xfrm>
            <a:prstGeom prst="rect">
              <a:avLst/>
            </a:prstGeom>
            <a:noFill/>
          </p:spPr>
          <p:txBody>
            <a:bodyPr wrap="none" rtlCol="0">
              <a:spAutoFit/>
            </a:bodyPr>
            <a:lstStyle/>
            <a:p>
              <a:r>
                <a:rPr lang="en-MY" dirty="0"/>
                <a:t>B</a:t>
              </a:r>
            </a:p>
          </p:txBody>
        </p:sp>
        <p:cxnSp>
          <p:nvCxnSpPr>
            <p:cNvPr id="8" name="Straight Connector 7">
              <a:extLst>
                <a:ext uri="{FF2B5EF4-FFF2-40B4-BE49-F238E27FC236}">
                  <a16:creationId xmlns:a16="http://schemas.microsoft.com/office/drawing/2014/main" id="{3E1916F3-0304-5D3E-D930-61673F8DE13E}"/>
                </a:ext>
              </a:extLst>
            </p:cNvPr>
            <p:cNvCxnSpPr>
              <a:cxnSpLocks noChangeShapeType="1"/>
            </p:cNvCxnSpPr>
            <p:nvPr/>
          </p:nvCxnSpPr>
          <p:spPr bwMode="auto">
            <a:xfrm>
              <a:off x="7048991" y="150075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9" name="TextBox 8">
              <a:extLst>
                <a:ext uri="{FF2B5EF4-FFF2-40B4-BE49-F238E27FC236}">
                  <a16:creationId xmlns:a16="http://schemas.microsoft.com/office/drawing/2014/main" id="{7C506AB9-EB6D-1C3A-189F-3F18793A3462}"/>
                </a:ext>
              </a:extLst>
            </p:cNvPr>
            <p:cNvSpPr txBox="1"/>
            <p:nvPr/>
          </p:nvSpPr>
          <p:spPr>
            <a:xfrm>
              <a:off x="6973254" y="2564904"/>
              <a:ext cx="335348" cy="400110"/>
            </a:xfrm>
            <a:prstGeom prst="rect">
              <a:avLst/>
            </a:prstGeom>
            <a:noFill/>
          </p:spPr>
          <p:txBody>
            <a:bodyPr wrap="none" rtlCol="0">
              <a:spAutoFit/>
            </a:bodyPr>
            <a:lstStyle/>
            <a:p>
              <a:r>
                <a:rPr lang="en-MY" dirty="0"/>
                <a:t>B</a:t>
              </a:r>
            </a:p>
          </p:txBody>
        </p:sp>
        <p:cxnSp>
          <p:nvCxnSpPr>
            <p:cNvPr id="10" name="Straight Connector 7">
              <a:extLst>
                <a:ext uri="{FF2B5EF4-FFF2-40B4-BE49-F238E27FC236}">
                  <a16:creationId xmlns:a16="http://schemas.microsoft.com/office/drawing/2014/main" id="{9874E454-A958-23C5-B622-39A588B4486F}"/>
                </a:ext>
              </a:extLst>
            </p:cNvPr>
            <p:cNvCxnSpPr>
              <a:cxnSpLocks noChangeShapeType="1"/>
            </p:cNvCxnSpPr>
            <p:nvPr/>
          </p:nvCxnSpPr>
          <p:spPr bwMode="auto">
            <a:xfrm>
              <a:off x="7034581" y="2656057"/>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184E3344-8983-52F1-58BA-D1306E37F1C0}"/>
                </a:ext>
              </a:extLst>
            </p:cNvPr>
            <p:cNvSpPr txBox="1"/>
            <p:nvPr/>
          </p:nvSpPr>
          <p:spPr>
            <a:xfrm>
              <a:off x="6652316" y="2918487"/>
              <a:ext cx="359394" cy="400110"/>
            </a:xfrm>
            <a:prstGeom prst="rect">
              <a:avLst/>
            </a:prstGeom>
            <a:noFill/>
          </p:spPr>
          <p:txBody>
            <a:bodyPr wrap="none" rtlCol="0">
              <a:spAutoFit/>
            </a:bodyPr>
            <a:lstStyle/>
            <a:p>
              <a:r>
                <a:rPr lang="en-MY" dirty="0"/>
                <a:t>D</a:t>
              </a:r>
            </a:p>
          </p:txBody>
        </p:sp>
        <p:cxnSp>
          <p:nvCxnSpPr>
            <p:cNvPr id="12" name="Straight Connector 7">
              <a:extLst>
                <a:ext uri="{FF2B5EF4-FFF2-40B4-BE49-F238E27FC236}">
                  <a16:creationId xmlns:a16="http://schemas.microsoft.com/office/drawing/2014/main" id="{08081FA8-6D08-6E6E-5338-DA6E4246D181}"/>
                </a:ext>
              </a:extLst>
            </p:cNvPr>
            <p:cNvCxnSpPr>
              <a:cxnSpLocks noChangeShapeType="1"/>
            </p:cNvCxnSpPr>
            <p:nvPr/>
          </p:nvCxnSpPr>
          <p:spPr bwMode="auto">
            <a:xfrm>
              <a:off x="6713643" y="300964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3" name="TextBox 12">
              <a:extLst>
                <a:ext uri="{FF2B5EF4-FFF2-40B4-BE49-F238E27FC236}">
                  <a16:creationId xmlns:a16="http://schemas.microsoft.com/office/drawing/2014/main" id="{C68E66D4-842B-9516-C76A-CD0FBB45CD56}"/>
                </a:ext>
              </a:extLst>
            </p:cNvPr>
            <p:cNvSpPr txBox="1"/>
            <p:nvPr/>
          </p:nvSpPr>
          <p:spPr>
            <a:xfrm>
              <a:off x="5468788" y="2935979"/>
              <a:ext cx="359394" cy="400110"/>
            </a:xfrm>
            <a:prstGeom prst="rect">
              <a:avLst/>
            </a:prstGeom>
            <a:noFill/>
          </p:spPr>
          <p:txBody>
            <a:bodyPr wrap="none" rtlCol="0">
              <a:spAutoFit/>
            </a:bodyPr>
            <a:lstStyle/>
            <a:p>
              <a:r>
                <a:rPr lang="en-MY" dirty="0"/>
                <a:t>D</a:t>
              </a:r>
            </a:p>
          </p:txBody>
        </p:sp>
        <p:cxnSp>
          <p:nvCxnSpPr>
            <p:cNvPr id="14" name="Straight Connector 7">
              <a:extLst>
                <a:ext uri="{FF2B5EF4-FFF2-40B4-BE49-F238E27FC236}">
                  <a16:creationId xmlns:a16="http://schemas.microsoft.com/office/drawing/2014/main" id="{A18F160C-D682-976C-180D-998A1A6A1188}"/>
                </a:ext>
              </a:extLst>
            </p:cNvPr>
            <p:cNvCxnSpPr>
              <a:cxnSpLocks noChangeShapeType="1"/>
            </p:cNvCxnSpPr>
            <p:nvPr/>
          </p:nvCxnSpPr>
          <p:spPr bwMode="auto">
            <a:xfrm>
              <a:off x="5530115" y="3027132"/>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5" name="Left Brace 14">
              <a:extLst>
                <a:ext uri="{FF2B5EF4-FFF2-40B4-BE49-F238E27FC236}">
                  <a16:creationId xmlns:a16="http://schemas.microsoft.com/office/drawing/2014/main" id="{9C07E0E3-917A-2223-F4A4-24991AD29752}"/>
                </a:ext>
              </a:extLst>
            </p:cNvPr>
            <p:cNvSpPr/>
            <p:nvPr/>
          </p:nvSpPr>
          <p:spPr>
            <a:xfrm rot="5400000">
              <a:off x="5639834" y="870348"/>
              <a:ext cx="360040" cy="64789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16" name="TextBox 15">
              <a:extLst>
                <a:ext uri="{FF2B5EF4-FFF2-40B4-BE49-F238E27FC236}">
                  <a16:creationId xmlns:a16="http://schemas.microsoft.com/office/drawing/2014/main" id="{D4B2F61D-C0C6-AE10-68B4-5730C12D5472}"/>
                </a:ext>
              </a:extLst>
            </p:cNvPr>
            <p:cNvSpPr txBox="1"/>
            <p:nvPr/>
          </p:nvSpPr>
          <p:spPr>
            <a:xfrm>
              <a:off x="5658905" y="677697"/>
              <a:ext cx="338554" cy="400110"/>
            </a:xfrm>
            <a:prstGeom prst="rect">
              <a:avLst/>
            </a:prstGeom>
            <a:noFill/>
          </p:spPr>
          <p:txBody>
            <a:bodyPr wrap="none" rtlCol="0">
              <a:spAutoFit/>
            </a:bodyPr>
            <a:lstStyle/>
            <a:p>
              <a:r>
                <a:rPr lang="en-MY" dirty="0"/>
                <a:t>C</a:t>
              </a:r>
            </a:p>
          </p:txBody>
        </p:sp>
        <p:cxnSp>
          <p:nvCxnSpPr>
            <p:cNvPr id="17" name="Straight Connector 7">
              <a:extLst>
                <a:ext uri="{FF2B5EF4-FFF2-40B4-BE49-F238E27FC236}">
                  <a16:creationId xmlns:a16="http://schemas.microsoft.com/office/drawing/2014/main" id="{D0D0834F-CBB7-7F33-A6C2-A3CF5D6A9E75}"/>
                </a:ext>
              </a:extLst>
            </p:cNvPr>
            <p:cNvCxnSpPr>
              <a:cxnSpLocks noChangeShapeType="1"/>
            </p:cNvCxnSpPr>
            <p:nvPr/>
          </p:nvCxnSpPr>
          <p:spPr bwMode="auto">
            <a:xfrm>
              <a:off x="5720232" y="76885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18" name="TextBox 17">
            <a:extLst>
              <a:ext uri="{FF2B5EF4-FFF2-40B4-BE49-F238E27FC236}">
                <a16:creationId xmlns:a16="http://schemas.microsoft.com/office/drawing/2014/main" id="{BFC0FC0D-414A-468E-1F5D-DCDEB0751698}"/>
              </a:ext>
            </a:extLst>
          </p:cNvPr>
          <p:cNvSpPr txBox="1"/>
          <p:nvPr/>
        </p:nvSpPr>
        <p:spPr>
          <a:xfrm>
            <a:off x="107504" y="6021288"/>
            <a:ext cx="3203848" cy="738664"/>
          </a:xfrm>
          <a:prstGeom prst="rect">
            <a:avLst/>
          </a:prstGeom>
          <a:noFill/>
        </p:spPr>
        <p:txBody>
          <a:bodyPr wrap="square">
            <a:spAutoFit/>
          </a:bodyPr>
          <a:lstStyle/>
          <a:p>
            <a:r>
              <a:rPr lang="en-MY" sz="1050" dirty="0"/>
              <a:t>2 variables side by side – we drop 1 variables </a:t>
            </a:r>
          </a:p>
          <a:p>
            <a:r>
              <a:rPr lang="en-MY" sz="1050" dirty="0"/>
              <a:t>4 variables side by side – we drop 2 variables </a:t>
            </a:r>
          </a:p>
          <a:p>
            <a:r>
              <a:rPr lang="en-MY" sz="1050" dirty="0"/>
              <a:t>8 variables side by side – we drop 3 variables </a:t>
            </a:r>
          </a:p>
          <a:p>
            <a:r>
              <a:rPr lang="en-MY" sz="1050" dirty="0"/>
              <a:t>16 variables side by side – we drop all 4 variables </a:t>
            </a:r>
          </a:p>
        </p:txBody>
      </p:sp>
      <p:sp>
        <p:nvSpPr>
          <p:cNvPr id="19" name="Slide Number Placeholder 18">
            <a:extLst>
              <a:ext uri="{FF2B5EF4-FFF2-40B4-BE49-F238E27FC236}">
                <a16:creationId xmlns:a16="http://schemas.microsoft.com/office/drawing/2014/main" id="{B78C682D-D602-5D87-0E7C-3CB0B6C0F191}"/>
              </a:ext>
            </a:extLst>
          </p:cNvPr>
          <p:cNvSpPr>
            <a:spLocks noGrp="1"/>
          </p:cNvSpPr>
          <p:nvPr>
            <p:ph type="sldNum" sz="quarter" idx="12"/>
          </p:nvPr>
        </p:nvSpPr>
        <p:spPr/>
        <p:txBody>
          <a:bodyPr/>
          <a:lstStyle/>
          <a:p>
            <a:pPr>
              <a:defRPr/>
            </a:pPr>
            <a:fld id="{28588503-611C-4314-9367-E0668E948370}" type="slidenum">
              <a:rPr lang="en-US" altLang="en-US" smtClean="0"/>
              <a:pPr>
                <a:defRPr/>
              </a:pPr>
              <a:t>71</a:t>
            </a:fld>
            <a:endParaRPr lang="en-US"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6">
            <a:extLst>
              <a:ext uri="{FF2B5EF4-FFF2-40B4-BE49-F238E27FC236}">
                <a16:creationId xmlns:a16="http://schemas.microsoft.com/office/drawing/2014/main" id="{CDF4ED37-1EA3-8FF3-016B-6B629B92E018}"/>
              </a:ext>
            </a:extLst>
          </p:cNvPr>
          <p:cNvSpPr>
            <a:spLocks noGrp="1" noChangeArrowheads="1"/>
          </p:cNvSpPr>
          <p:nvPr>
            <p:ph type="title"/>
          </p:nvPr>
        </p:nvSpPr>
        <p:spPr/>
        <p:txBody>
          <a:bodyPr/>
          <a:lstStyle/>
          <a:p>
            <a:r>
              <a:rPr lang="en-US" altLang="en-US"/>
              <a:t>Rules for Simplification</a:t>
            </a:r>
          </a:p>
        </p:txBody>
      </p:sp>
      <p:sp>
        <p:nvSpPr>
          <p:cNvPr id="71682" name="Content Placeholder 1">
            <a:extLst>
              <a:ext uri="{FF2B5EF4-FFF2-40B4-BE49-F238E27FC236}">
                <a16:creationId xmlns:a16="http://schemas.microsoft.com/office/drawing/2014/main" id="{60803BF4-31F5-5ED2-1E41-DAEDCD90BAFA}"/>
              </a:ext>
            </a:extLst>
          </p:cNvPr>
          <p:cNvSpPr>
            <a:spLocks noGrp="1" noChangeArrowheads="1"/>
          </p:cNvSpPr>
          <p:nvPr>
            <p:ph idx="1"/>
          </p:nvPr>
        </p:nvSpPr>
        <p:spPr>
          <a:xfrm>
            <a:off x="457200" y="1885950"/>
            <a:ext cx="8178800" cy="4638675"/>
          </a:xfrm>
        </p:spPr>
        <p:txBody>
          <a:bodyPr>
            <a:normAutofit/>
          </a:bodyPr>
          <a:lstStyle/>
          <a:p>
            <a:pPr marL="623888" indent="-514350">
              <a:spcBef>
                <a:spcPct val="0"/>
              </a:spcBef>
              <a:buFont typeface="Calibri" panose="020F0502020204030204" pitchFamily="34" charset="0"/>
              <a:buAutoNum type="arabicPeriod"/>
            </a:pPr>
            <a:r>
              <a:rPr lang="en-US" altLang="en-US" sz="2500" dirty="0"/>
              <a:t>For squares with 1s, look for largest block of  2, 4 or 8 variables and circle.</a:t>
            </a:r>
          </a:p>
          <a:p>
            <a:pPr marL="623888" indent="-514350">
              <a:spcBef>
                <a:spcPct val="0"/>
              </a:spcBef>
              <a:buFont typeface="Calibri" panose="020F0502020204030204" pitchFamily="34" charset="0"/>
              <a:buAutoNum type="arabicPeriod"/>
            </a:pPr>
            <a:r>
              <a:rPr lang="en-US" altLang="en-US" sz="2500" dirty="0"/>
              <a:t>Select additional blocks of marked square as large as possible and as few in number as possible.  Include every marked square at least once.</a:t>
            </a:r>
          </a:p>
          <a:p>
            <a:pPr marL="623888" indent="-514350">
              <a:spcBef>
                <a:spcPct val="0"/>
              </a:spcBef>
              <a:buFont typeface="Calibri" panose="020F0502020204030204" pitchFamily="34" charset="0"/>
              <a:buAutoNum type="arabicPeriod"/>
            </a:pPr>
            <a:r>
              <a:rPr lang="en-US" altLang="en-US" sz="2500" dirty="0"/>
              <a:t>Continue to draw loops around single marked squares, or pairs, or block of fours, eights to include all marked squares. </a:t>
            </a:r>
          </a:p>
          <a:p>
            <a:pPr lvl="1">
              <a:spcBef>
                <a:spcPct val="0"/>
              </a:spcBef>
            </a:pPr>
            <a:r>
              <a:rPr lang="en-US" altLang="en-US" sz="2100" dirty="0"/>
              <a:t>If any of isolated 1s remain after the groupings, group each of these individually</a:t>
            </a:r>
          </a:p>
          <a:p>
            <a:pPr lvl="1">
              <a:spcBef>
                <a:spcPct val="0"/>
              </a:spcBef>
            </a:pPr>
            <a:r>
              <a:rPr lang="en-US" altLang="en-US" sz="2100" dirty="0"/>
              <a:t>Any group that is completely overlapped by other group can be eliminated</a:t>
            </a:r>
          </a:p>
        </p:txBody>
      </p:sp>
      <p:sp>
        <p:nvSpPr>
          <p:cNvPr id="2" name="Slide Number Placeholder 1">
            <a:extLst>
              <a:ext uri="{FF2B5EF4-FFF2-40B4-BE49-F238E27FC236}">
                <a16:creationId xmlns:a16="http://schemas.microsoft.com/office/drawing/2014/main" id="{282A9B8C-BFB3-CB71-1022-81E35D3F6767}"/>
              </a:ext>
            </a:extLst>
          </p:cNvPr>
          <p:cNvSpPr>
            <a:spLocks noGrp="1"/>
          </p:cNvSpPr>
          <p:nvPr>
            <p:ph type="sldNum" sz="quarter" idx="12"/>
          </p:nvPr>
        </p:nvSpPr>
        <p:spPr/>
        <p:txBody>
          <a:bodyPr/>
          <a:lstStyle/>
          <a:p>
            <a:pPr>
              <a:defRPr/>
            </a:pPr>
            <a:fld id="{28588503-611C-4314-9367-E0668E948370}" type="slidenum">
              <a:rPr lang="en-US" altLang="en-US" smtClean="0"/>
              <a:pPr>
                <a:defRPr/>
              </a:pPr>
              <a:t>72</a:t>
            </a:fld>
            <a:endParaRPr lang="en-US"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0621F7-0AB3-A4E1-9162-0BFD898DA0B3}"/>
              </a:ext>
            </a:extLst>
          </p:cNvPr>
          <p:cNvSpPr>
            <a:spLocks noGrp="1" noChangeArrowheads="1"/>
          </p:cNvSpPr>
          <p:nvPr>
            <p:ph type="title"/>
          </p:nvPr>
        </p:nvSpPr>
        <p:spPr/>
        <p:txBody>
          <a:bodyPr/>
          <a:lstStyle/>
          <a:p>
            <a:r>
              <a:rPr lang="en-US" altLang="en-US"/>
              <a:t>Rules for Simplification</a:t>
            </a:r>
          </a:p>
        </p:txBody>
      </p:sp>
      <p:sp>
        <p:nvSpPr>
          <p:cNvPr id="73732" name="Content Placeholder 1">
            <a:extLst>
              <a:ext uri="{FF2B5EF4-FFF2-40B4-BE49-F238E27FC236}">
                <a16:creationId xmlns:a16="http://schemas.microsoft.com/office/drawing/2014/main" id="{8FC3C11F-BAEC-42B6-EE4D-76D52ADCEE50}"/>
              </a:ext>
            </a:extLst>
          </p:cNvPr>
          <p:cNvSpPr>
            <a:spLocks noGrp="1" noChangeArrowheads="1"/>
          </p:cNvSpPr>
          <p:nvPr>
            <p:ph idx="1"/>
          </p:nvPr>
        </p:nvSpPr>
        <p:spPr/>
        <p:txBody>
          <a:bodyPr/>
          <a:lstStyle/>
          <a:p>
            <a:pPr marL="365125" indent="-255588"/>
            <a:r>
              <a:rPr lang="en-US" altLang="en-US"/>
              <a:t>Overlapping</a:t>
            </a:r>
          </a:p>
        </p:txBody>
      </p:sp>
      <p:sp>
        <p:nvSpPr>
          <p:cNvPr id="73733" name="TextBox 11">
            <a:extLst>
              <a:ext uri="{FF2B5EF4-FFF2-40B4-BE49-F238E27FC236}">
                <a16:creationId xmlns:a16="http://schemas.microsoft.com/office/drawing/2014/main" id="{22B01A5C-B063-D1A1-89BC-B0B9935BA905}"/>
              </a:ext>
            </a:extLst>
          </p:cNvPr>
          <p:cNvSpPr txBox="1">
            <a:spLocks noChangeArrowheads="1"/>
          </p:cNvSpPr>
          <p:nvPr/>
        </p:nvSpPr>
        <p:spPr bwMode="auto">
          <a:xfrm>
            <a:off x="5581095" y="4886731"/>
            <a:ext cx="1943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eaLnBrk="1" hangingPunct="1">
              <a:spcBef>
                <a:spcPct val="0"/>
              </a:spcBef>
              <a:buClrTx/>
              <a:buFontTx/>
              <a:buNone/>
            </a:pPr>
            <a:r>
              <a:rPr kumimoji="0" lang="en-US" altLang="en-US" dirty="0"/>
              <a:t>Eliminated</a:t>
            </a:r>
          </a:p>
        </p:txBody>
      </p:sp>
      <p:pic>
        <p:nvPicPr>
          <p:cNvPr id="3" name="Picture 2">
            <a:extLst>
              <a:ext uri="{FF2B5EF4-FFF2-40B4-BE49-F238E27FC236}">
                <a16:creationId xmlns:a16="http://schemas.microsoft.com/office/drawing/2014/main" id="{84106767-944C-0218-64B4-8408FD7F0E0C}"/>
              </a:ext>
            </a:extLst>
          </p:cNvPr>
          <p:cNvPicPr>
            <a:picLocks noChangeAspect="1"/>
          </p:cNvPicPr>
          <p:nvPr/>
        </p:nvPicPr>
        <p:blipFill rotWithShape="1">
          <a:blip r:embed="rId3"/>
          <a:srcRect l="16862" t="4854" r="26930"/>
          <a:stretch/>
        </p:blipFill>
        <p:spPr>
          <a:xfrm>
            <a:off x="2733970" y="1504763"/>
            <a:ext cx="2405627" cy="4556579"/>
          </a:xfrm>
          <a:prstGeom prst="rect">
            <a:avLst/>
          </a:prstGeom>
        </p:spPr>
      </p:pic>
      <p:sp>
        <p:nvSpPr>
          <p:cNvPr id="73734" name="Line 7">
            <a:extLst>
              <a:ext uri="{FF2B5EF4-FFF2-40B4-BE49-F238E27FC236}">
                <a16:creationId xmlns:a16="http://schemas.microsoft.com/office/drawing/2014/main" id="{DBECBE71-1FDA-C947-247F-8895D147C42B}"/>
              </a:ext>
            </a:extLst>
          </p:cNvPr>
          <p:cNvSpPr>
            <a:spLocks noChangeShapeType="1"/>
          </p:cNvSpPr>
          <p:nvPr/>
        </p:nvSpPr>
        <p:spPr bwMode="auto">
          <a:xfrm>
            <a:off x="4452686" y="5146288"/>
            <a:ext cx="11525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5" name="Line 7">
            <a:extLst>
              <a:ext uri="{FF2B5EF4-FFF2-40B4-BE49-F238E27FC236}">
                <a16:creationId xmlns:a16="http://schemas.microsoft.com/office/drawing/2014/main" id="{46F90056-EF86-B487-CE33-7AA52E75D067}"/>
              </a:ext>
            </a:extLst>
          </p:cNvPr>
          <p:cNvSpPr>
            <a:spLocks noChangeShapeType="1"/>
          </p:cNvSpPr>
          <p:nvPr/>
        </p:nvSpPr>
        <p:spPr bwMode="auto">
          <a:xfrm>
            <a:off x="5010244" y="2312021"/>
            <a:ext cx="11525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6" name="TextBox 11">
            <a:extLst>
              <a:ext uri="{FF2B5EF4-FFF2-40B4-BE49-F238E27FC236}">
                <a16:creationId xmlns:a16="http://schemas.microsoft.com/office/drawing/2014/main" id="{AA66B88A-59DB-F524-AEE3-B3D59C0D5BFC}"/>
              </a:ext>
            </a:extLst>
          </p:cNvPr>
          <p:cNvSpPr txBox="1">
            <a:spLocks noChangeArrowheads="1"/>
          </p:cNvSpPr>
          <p:nvPr/>
        </p:nvSpPr>
        <p:spPr bwMode="auto">
          <a:xfrm>
            <a:off x="6132178" y="2111966"/>
            <a:ext cx="2405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eaLnBrk="1" hangingPunct="1">
              <a:spcBef>
                <a:spcPct val="0"/>
              </a:spcBef>
              <a:buClrTx/>
              <a:buFontTx/>
              <a:buNone/>
            </a:pPr>
            <a:r>
              <a:rPr kumimoji="0" lang="en-US" altLang="en-US" sz="2000" dirty="0"/>
              <a:t>Overlap in one cell</a:t>
            </a:r>
          </a:p>
        </p:txBody>
      </p:sp>
      <p:grpSp>
        <p:nvGrpSpPr>
          <p:cNvPr id="7" name="Group 6">
            <a:extLst>
              <a:ext uri="{FF2B5EF4-FFF2-40B4-BE49-F238E27FC236}">
                <a16:creationId xmlns:a16="http://schemas.microsoft.com/office/drawing/2014/main" id="{486433BF-DDEE-CCCD-2C43-6ADC94DFC302}"/>
              </a:ext>
            </a:extLst>
          </p:cNvPr>
          <p:cNvGrpSpPr/>
          <p:nvPr/>
        </p:nvGrpSpPr>
        <p:grpSpPr>
          <a:xfrm>
            <a:off x="6948264" y="260648"/>
            <a:ext cx="1672547" cy="1682865"/>
            <a:chOff x="4710418" y="677697"/>
            <a:chExt cx="2752667" cy="2709110"/>
          </a:xfrm>
        </p:grpSpPr>
        <p:pic>
          <p:nvPicPr>
            <p:cNvPr id="8" name="Picture 24">
              <a:extLst>
                <a:ext uri="{FF2B5EF4-FFF2-40B4-BE49-F238E27FC236}">
                  <a16:creationId xmlns:a16="http://schemas.microsoft.com/office/drawing/2014/main" id="{27F03909-AE15-ECD0-2201-98C07A0A9E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908720"/>
              <a:ext cx="2459037" cy="247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 name="Left Brace 8">
              <a:extLst>
                <a:ext uri="{FF2B5EF4-FFF2-40B4-BE49-F238E27FC236}">
                  <a16:creationId xmlns:a16="http://schemas.microsoft.com/office/drawing/2014/main" id="{D13637C9-9507-16B7-6F7A-DD944BD2EBD5}"/>
                </a:ext>
              </a:extLst>
            </p:cNvPr>
            <p:cNvSpPr/>
            <p:nvPr/>
          </p:nvSpPr>
          <p:spPr>
            <a:xfrm>
              <a:off x="5040063" y="1484784"/>
              <a:ext cx="360040" cy="64789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10" name="TextBox 9">
              <a:extLst>
                <a:ext uri="{FF2B5EF4-FFF2-40B4-BE49-F238E27FC236}">
                  <a16:creationId xmlns:a16="http://schemas.microsoft.com/office/drawing/2014/main" id="{EEE17FEF-4AF1-8E81-A0F5-465B71A8AC21}"/>
                </a:ext>
              </a:extLst>
            </p:cNvPr>
            <p:cNvSpPr txBox="1"/>
            <p:nvPr/>
          </p:nvSpPr>
          <p:spPr>
            <a:xfrm>
              <a:off x="4710418" y="1609655"/>
              <a:ext cx="338554" cy="400110"/>
            </a:xfrm>
            <a:prstGeom prst="rect">
              <a:avLst/>
            </a:prstGeom>
            <a:noFill/>
          </p:spPr>
          <p:txBody>
            <a:bodyPr wrap="none" rtlCol="0">
              <a:spAutoFit/>
            </a:bodyPr>
            <a:lstStyle/>
            <a:p>
              <a:r>
                <a:rPr lang="en-MY" dirty="0"/>
                <a:t>A</a:t>
              </a:r>
            </a:p>
          </p:txBody>
        </p:sp>
        <p:cxnSp>
          <p:nvCxnSpPr>
            <p:cNvPr id="11" name="Straight Connector 10">
              <a:extLst>
                <a:ext uri="{FF2B5EF4-FFF2-40B4-BE49-F238E27FC236}">
                  <a16:creationId xmlns:a16="http://schemas.microsoft.com/office/drawing/2014/main" id="{C539E03D-5098-8647-090C-7FD25C8FF790}"/>
                </a:ext>
              </a:extLst>
            </p:cNvPr>
            <p:cNvCxnSpPr>
              <a:cxnSpLocks noChangeShapeType="1"/>
            </p:cNvCxnSpPr>
            <p:nvPr/>
          </p:nvCxnSpPr>
          <p:spPr bwMode="auto">
            <a:xfrm>
              <a:off x="4784973" y="1700808"/>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2" name="TextBox 11">
              <a:extLst>
                <a:ext uri="{FF2B5EF4-FFF2-40B4-BE49-F238E27FC236}">
                  <a16:creationId xmlns:a16="http://schemas.microsoft.com/office/drawing/2014/main" id="{0DB7BD2E-C84C-7AA8-7E69-D1555BC69E75}"/>
                </a:ext>
              </a:extLst>
            </p:cNvPr>
            <p:cNvSpPr txBox="1"/>
            <p:nvPr/>
          </p:nvSpPr>
          <p:spPr>
            <a:xfrm>
              <a:off x="6987664" y="1409600"/>
              <a:ext cx="335348" cy="400110"/>
            </a:xfrm>
            <a:prstGeom prst="rect">
              <a:avLst/>
            </a:prstGeom>
            <a:noFill/>
          </p:spPr>
          <p:txBody>
            <a:bodyPr wrap="none" rtlCol="0">
              <a:spAutoFit/>
            </a:bodyPr>
            <a:lstStyle/>
            <a:p>
              <a:r>
                <a:rPr lang="en-MY" dirty="0"/>
                <a:t>B</a:t>
              </a:r>
            </a:p>
          </p:txBody>
        </p:sp>
        <p:cxnSp>
          <p:nvCxnSpPr>
            <p:cNvPr id="13" name="Straight Connector 12">
              <a:extLst>
                <a:ext uri="{FF2B5EF4-FFF2-40B4-BE49-F238E27FC236}">
                  <a16:creationId xmlns:a16="http://schemas.microsoft.com/office/drawing/2014/main" id="{1D16A9B6-8841-DA30-9F9D-975D1F39AFEA}"/>
                </a:ext>
              </a:extLst>
            </p:cNvPr>
            <p:cNvCxnSpPr>
              <a:cxnSpLocks noChangeShapeType="1"/>
            </p:cNvCxnSpPr>
            <p:nvPr/>
          </p:nvCxnSpPr>
          <p:spPr bwMode="auto">
            <a:xfrm>
              <a:off x="7048991" y="150075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4" name="TextBox 13">
              <a:extLst>
                <a:ext uri="{FF2B5EF4-FFF2-40B4-BE49-F238E27FC236}">
                  <a16:creationId xmlns:a16="http://schemas.microsoft.com/office/drawing/2014/main" id="{326FB710-E18F-F742-7F93-723ED1CDB1CC}"/>
                </a:ext>
              </a:extLst>
            </p:cNvPr>
            <p:cNvSpPr txBox="1"/>
            <p:nvPr/>
          </p:nvSpPr>
          <p:spPr>
            <a:xfrm>
              <a:off x="6973254" y="2564904"/>
              <a:ext cx="335348" cy="400110"/>
            </a:xfrm>
            <a:prstGeom prst="rect">
              <a:avLst/>
            </a:prstGeom>
            <a:noFill/>
          </p:spPr>
          <p:txBody>
            <a:bodyPr wrap="none" rtlCol="0">
              <a:spAutoFit/>
            </a:bodyPr>
            <a:lstStyle/>
            <a:p>
              <a:r>
                <a:rPr lang="en-MY" dirty="0"/>
                <a:t>B</a:t>
              </a:r>
            </a:p>
          </p:txBody>
        </p:sp>
        <p:cxnSp>
          <p:nvCxnSpPr>
            <p:cNvPr id="15" name="Straight Connector 7">
              <a:extLst>
                <a:ext uri="{FF2B5EF4-FFF2-40B4-BE49-F238E27FC236}">
                  <a16:creationId xmlns:a16="http://schemas.microsoft.com/office/drawing/2014/main" id="{3C08C13C-E37D-E586-0FEB-C87E0F6A9970}"/>
                </a:ext>
              </a:extLst>
            </p:cNvPr>
            <p:cNvCxnSpPr>
              <a:cxnSpLocks noChangeShapeType="1"/>
            </p:cNvCxnSpPr>
            <p:nvPr/>
          </p:nvCxnSpPr>
          <p:spPr bwMode="auto">
            <a:xfrm>
              <a:off x="7034581" y="2656057"/>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6" name="TextBox 15">
              <a:extLst>
                <a:ext uri="{FF2B5EF4-FFF2-40B4-BE49-F238E27FC236}">
                  <a16:creationId xmlns:a16="http://schemas.microsoft.com/office/drawing/2014/main" id="{D6954C7E-62DD-68D5-1B25-18CA0F95F83B}"/>
                </a:ext>
              </a:extLst>
            </p:cNvPr>
            <p:cNvSpPr txBox="1"/>
            <p:nvPr/>
          </p:nvSpPr>
          <p:spPr>
            <a:xfrm>
              <a:off x="6652316" y="2918487"/>
              <a:ext cx="359394" cy="400110"/>
            </a:xfrm>
            <a:prstGeom prst="rect">
              <a:avLst/>
            </a:prstGeom>
            <a:noFill/>
          </p:spPr>
          <p:txBody>
            <a:bodyPr wrap="none" rtlCol="0">
              <a:spAutoFit/>
            </a:bodyPr>
            <a:lstStyle/>
            <a:p>
              <a:r>
                <a:rPr lang="en-MY" dirty="0"/>
                <a:t>D</a:t>
              </a:r>
            </a:p>
          </p:txBody>
        </p:sp>
        <p:cxnSp>
          <p:nvCxnSpPr>
            <p:cNvPr id="17" name="Straight Connector 7">
              <a:extLst>
                <a:ext uri="{FF2B5EF4-FFF2-40B4-BE49-F238E27FC236}">
                  <a16:creationId xmlns:a16="http://schemas.microsoft.com/office/drawing/2014/main" id="{6944B020-BC0F-58BE-2C19-B2B36F923B23}"/>
                </a:ext>
              </a:extLst>
            </p:cNvPr>
            <p:cNvCxnSpPr>
              <a:cxnSpLocks noChangeShapeType="1"/>
            </p:cNvCxnSpPr>
            <p:nvPr/>
          </p:nvCxnSpPr>
          <p:spPr bwMode="auto">
            <a:xfrm>
              <a:off x="6713643" y="300964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8" name="TextBox 17">
              <a:extLst>
                <a:ext uri="{FF2B5EF4-FFF2-40B4-BE49-F238E27FC236}">
                  <a16:creationId xmlns:a16="http://schemas.microsoft.com/office/drawing/2014/main" id="{5EF9B71F-352A-519A-7321-9E7087BABC7F}"/>
                </a:ext>
              </a:extLst>
            </p:cNvPr>
            <p:cNvSpPr txBox="1"/>
            <p:nvPr/>
          </p:nvSpPr>
          <p:spPr>
            <a:xfrm>
              <a:off x="5468788" y="2935979"/>
              <a:ext cx="359394" cy="400110"/>
            </a:xfrm>
            <a:prstGeom prst="rect">
              <a:avLst/>
            </a:prstGeom>
            <a:noFill/>
          </p:spPr>
          <p:txBody>
            <a:bodyPr wrap="none" rtlCol="0">
              <a:spAutoFit/>
            </a:bodyPr>
            <a:lstStyle/>
            <a:p>
              <a:r>
                <a:rPr lang="en-MY" dirty="0"/>
                <a:t>D</a:t>
              </a:r>
            </a:p>
          </p:txBody>
        </p:sp>
        <p:cxnSp>
          <p:nvCxnSpPr>
            <p:cNvPr id="19" name="Straight Connector 7">
              <a:extLst>
                <a:ext uri="{FF2B5EF4-FFF2-40B4-BE49-F238E27FC236}">
                  <a16:creationId xmlns:a16="http://schemas.microsoft.com/office/drawing/2014/main" id="{6108E617-B900-DA6F-5559-78A829D5F69B}"/>
                </a:ext>
              </a:extLst>
            </p:cNvPr>
            <p:cNvCxnSpPr>
              <a:cxnSpLocks noChangeShapeType="1"/>
            </p:cNvCxnSpPr>
            <p:nvPr/>
          </p:nvCxnSpPr>
          <p:spPr bwMode="auto">
            <a:xfrm>
              <a:off x="5530115" y="3027132"/>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20" name="Left Brace 19">
              <a:extLst>
                <a:ext uri="{FF2B5EF4-FFF2-40B4-BE49-F238E27FC236}">
                  <a16:creationId xmlns:a16="http://schemas.microsoft.com/office/drawing/2014/main" id="{E808BA3B-529B-C7F8-FA79-50824444C8F6}"/>
                </a:ext>
              </a:extLst>
            </p:cNvPr>
            <p:cNvSpPr/>
            <p:nvPr/>
          </p:nvSpPr>
          <p:spPr>
            <a:xfrm rot="5400000">
              <a:off x="5639834" y="870348"/>
              <a:ext cx="360040" cy="647898"/>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21" name="TextBox 20">
              <a:extLst>
                <a:ext uri="{FF2B5EF4-FFF2-40B4-BE49-F238E27FC236}">
                  <a16:creationId xmlns:a16="http://schemas.microsoft.com/office/drawing/2014/main" id="{A33F1C59-7CDC-09A1-5308-E0E4FDDA83BE}"/>
                </a:ext>
              </a:extLst>
            </p:cNvPr>
            <p:cNvSpPr txBox="1"/>
            <p:nvPr/>
          </p:nvSpPr>
          <p:spPr>
            <a:xfrm>
              <a:off x="5658905" y="677697"/>
              <a:ext cx="338554" cy="400110"/>
            </a:xfrm>
            <a:prstGeom prst="rect">
              <a:avLst/>
            </a:prstGeom>
            <a:noFill/>
          </p:spPr>
          <p:txBody>
            <a:bodyPr wrap="none" rtlCol="0">
              <a:spAutoFit/>
            </a:bodyPr>
            <a:lstStyle/>
            <a:p>
              <a:r>
                <a:rPr lang="en-MY" dirty="0"/>
                <a:t>C</a:t>
              </a:r>
            </a:p>
          </p:txBody>
        </p:sp>
        <p:cxnSp>
          <p:nvCxnSpPr>
            <p:cNvPr id="22" name="Straight Connector 7">
              <a:extLst>
                <a:ext uri="{FF2B5EF4-FFF2-40B4-BE49-F238E27FC236}">
                  <a16:creationId xmlns:a16="http://schemas.microsoft.com/office/drawing/2014/main" id="{754C31F4-6DD7-5BEF-B11F-1BBF8C7DB3B1}"/>
                </a:ext>
              </a:extLst>
            </p:cNvPr>
            <p:cNvCxnSpPr>
              <a:cxnSpLocks noChangeShapeType="1"/>
            </p:cNvCxnSpPr>
            <p:nvPr/>
          </p:nvCxnSpPr>
          <p:spPr bwMode="auto">
            <a:xfrm>
              <a:off x="5720232" y="768850"/>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2" name="Slide Number Placeholder 1">
            <a:extLst>
              <a:ext uri="{FF2B5EF4-FFF2-40B4-BE49-F238E27FC236}">
                <a16:creationId xmlns:a16="http://schemas.microsoft.com/office/drawing/2014/main" id="{86460F36-EDFC-590D-2109-1A8B354D693F}"/>
              </a:ext>
            </a:extLst>
          </p:cNvPr>
          <p:cNvSpPr>
            <a:spLocks noGrp="1"/>
          </p:cNvSpPr>
          <p:nvPr>
            <p:ph type="sldNum" sz="quarter" idx="12"/>
          </p:nvPr>
        </p:nvSpPr>
        <p:spPr/>
        <p:txBody>
          <a:bodyPr/>
          <a:lstStyle/>
          <a:p>
            <a:pPr>
              <a:defRPr/>
            </a:pPr>
            <a:fld id="{28588503-611C-4314-9367-E0668E948370}" type="slidenum">
              <a:rPr lang="en-US" altLang="en-US" smtClean="0"/>
              <a:pPr>
                <a:defRPr/>
              </a:pPr>
              <a:t>73</a:t>
            </a:fld>
            <a:endParaRPr lang="en-US" altLang="en-US"/>
          </a:p>
        </p:txBody>
      </p:sp>
      <p:pic>
        <p:nvPicPr>
          <p:cNvPr id="23" name="Picture 22">
            <a:extLst>
              <a:ext uri="{FF2B5EF4-FFF2-40B4-BE49-F238E27FC236}">
                <a16:creationId xmlns:a16="http://schemas.microsoft.com/office/drawing/2014/main" id="{DA65F06F-AF94-0087-5F0C-D02C01DE61E8}"/>
              </a:ext>
            </a:extLst>
          </p:cNvPr>
          <p:cNvPicPr>
            <a:picLocks noChangeAspect="1"/>
          </p:cNvPicPr>
          <p:nvPr/>
        </p:nvPicPr>
        <p:blipFill>
          <a:blip r:embed="rId5"/>
          <a:srcRect t="9658"/>
          <a:stretch/>
        </p:blipFill>
        <p:spPr>
          <a:xfrm>
            <a:off x="185174" y="2900028"/>
            <a:ext cx="2578625" cy="1656184"/>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D4ECC67A-2E67-CCD7-E275-0B0AB6617979}"/>
              </a:ext>
            </a:extLst>
          </p:cNvPr>
          <p:cNvSpPr>
            <a:spLocks noGrp="1" noChangeArrowheads="1"/>
          </p:cNvSpPr>
          <p:nvPr>
            <p:ph type="title"/>
          </p:nvPr>
        </p:nvSpPr>
        <p:spPr/>
        <p:txBody>
          <a:bodyPr/>
          <a:lstStyle/>
          <a:p>
            <a:r>
              <a:rPr lang="en-US" altLang="en-US"/>
              <a:t>Rules for Simplification</a:t>
            </a:r>
          </a:p>
        </p:txBody>
      </p:sp>
      <p:sp>
        <p:nvSpPr>
          <p:cNvPr id="74755" name="Rectangle 3">
            <a:extLst>
              <a:ext uri="{FF2B5EF4-FFF2-40B4-BE49-F238E27FC236}">
                <a16:creationId xmlns:a16="http://schemas.microsoft.com/office/drawing/2014/main" id="{3FD21DAE-5453-EE8B-8AE1-502D087967A1}"/>
              </a:ext>
            </a:extLst>
          </p:cNvPr>
          <p:cNvSpPr>
            <a:spLocks noGrp="1" noChangeArrowheads="1"/>
          </p:cNvSpPr>
          <p:nvPr>
            <p:ph idx="1"/>
          </p:nvPr>
        </p:nvSpPr>
        <p:spPr/>
        <p:txBody>
          <a:bodyPr/>
          <a:lstStyle/>
          <a:p>
            <a:pPr>
              <a:spcBef>
                <a:spcPct val="0"/>
              </a:spcBef>
            </a:pPr>
            <a:r>
              <a:rPr lang="en-US" altLang="en-US" dirty="0"/>
              <a:t>“Don’t care” condition marked as “d”</a:t>
            </a:r>
          </a:p>
          <a:p>
            <a:pPr lvl="1">
              <a:spcBef>
                <a:spcPct val="0"/>
              </a:spcBef>
            </a:pPr>
            <a:r>
              <a:rPr lang="en-US" altLang="en-US" dirty="0"/>
              <a:t>Certain combinations  of values never occur, hence corresponding output never occur.  It simplifies the expression since the value can be either 1 or 0</a:t>
            </a:r>
          </a:p>
          <a:p>
            <a:pPr lvl="1">
              <a:spcBef>
                <a:spcPct val="0"/>
              </a:spcBef>
            </a:pPr>
            <a:r>
              <a:rPr lang="en-US" altLang="en-US" dirty="0"/>
              <a:t>E.g. </a:t>
            </a:r>
            <a:r>
              <a:rPr lang="en-US" altLang="en-US" dirty="0" err="1"/>
              <a:t>incrementer</a:t>
            </a:r>
            <a:endParaRPr lang="en-US" altLang="en-US" dirty="0"/>
          </a:p>
        </p:txBody>
      </p:sp>
      <p:sp>
        <p:nvSpPr>
          <p:cNvPr id="74757" name="Text Box 6">
            <a:extLst>
              <a:ext uri="{FF2B5EF4-FFF2-40B4-BE49-F238E27FC236}">
                <a16:creationId xmlns:a16="http://schemas.microsoft.com/office/drawing/2014/main" id="{D1CE4A56-62F0-675A-FAFA-3BC3F8A2D49E}"/>
              </a:ext>
            </a:extLst>
          </p:cNvPr>
          <p:cNvSpPr txBox="1">
            <a:spLocks noChangeArrowheads="1"/>
          </p:cNvSpPr>
          <p:nvPr/>
        </p:nvSpPr>
        <p:spPr bwMode="auto">
          <a:xfrm>
            <a:off x="683568" y="2636912"/>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buFontTx/>
              <a:buNone/>
            </a:pPr>
            <a:r>
              <a:rPr lang="en-US" altLang="en-US" sz="2400" dirty="0"/>
              <a:t>in packed decimal</a:t>
            </a:r>
          </a:p>
        </p:txBody>
      </p:sp>
      <p:grpSp>
        <p:nvGrpSpPr>
          <p:cNvPr id="5" name="Group 4">
            <a:extLst>
              <a:ext uri="{FF2B5EF4-FFF2-40B4-BE49-F238E27FC236}">
                <a16:creationId xmlns:a16="http://schemas.microsoft.com/office/drawing/2014/main" id="{87FD3657-C33F-D7D9-CEF1-11FB6D44DB28}"/>
              </a:ext>
            </a:extLst>
          </p:cNvPr>
          <p:cNvGrpSpPr/>
          <p:nvPr/>
        </p:nvGrpSpPr>
        <p:grpSpPr>
          <a:xfrm>
            <a:off x="3524498" y="2865512"/>
            <a:ext cx="4897437" cy="3396803"/>
            <a:chOff x="3524498" y="2865512"/>
            <a:chExt cx="4897437" cy="3396803"/>
          </a:xfrm>
        </p:grpSpPr>
        <p:pic>
          <p:nvPicPr>
            <p:cNvPr id="3" name="Picture 2">
              <a:extLst>
                <a:ext uri="{FF2B5EF4-FFF2-40B4-BE49-F238E27FC236}">
                  <a16:creationId xmlns:a16="http://schemas.microsoft.com/office/drawing/2014/main" id="{1B6FEF04-A4C0-7A51-5E72-4AEFCDD172BD}"/>
                </a:ext>
              </a:extLst>
            </p:cNvPr>
            <p:cNvPicPr>
              <a:picLocks noChangeAspect="1"/>
            </p:cNvPicPr>
            <p:nvPr/>
          </p:nvPicPr>
          <p:blipFill>
            <a:blip r:embed="rId3"/>
            <a:stretch>
              <a:fillRect/>
            </a:stretch>
          </p:blipFill>
          <p:spPr>
            <a:xfrm>
              <a:off x="3650659" y="2865512"/>
              <a:ext cx="4645116" cy="3396803"/>
            </a:xfrm>
            <a:prstGeom prst="rect">
              <a:avLst/>
            </a:prstGeom>
          </p:spPr>
        </p:pic>
        <p:sp>
          <p:nvSpPr>
            <p:cNvPr id="74758" name="Line 7">
              <a:extLst>
                <a:ext uri="{FF2B5EF4-FFF2-40B4-BE49-F238E27FC236}">
                  <a16:creationId xmlns:a16="http://schemas.microsoft.com/office/drawing/2014/main" id="{12914A47-2D12-8E07-B11D-0804FB0ECD26}"/>
                </a:ext>
              </a:extLst>
            </p:cNvPr>
            <p:cNvSpPr>
              <a:spLocks noChangeShapeType="1"/>
            </p:cNvSpPr>
            <p:nvPr/>
          </p:nvSpPr>
          <p:spPr bwMode="auto">
            <a:xfrm>
              <a:off x="3524498" y="5085184"/>
              <a:ext cx="4897437" cy="0"/>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en-MY"/>
            </a:p>
          </p:txBody>
        </p:sp>
      </p:grpSp>
      <p:sp>
        <p:nvSpPr>
          <p:cNvPr id="4" name="TextBox 3">
            <a:extLst>
              <a:ext uri="{FF2B5EF4-FFF2-40B4-BE49-F238E27FC236}">
                <a16:creationId xmlns:a16="http://schemas.microsoft.com/office/drawing/2014/main" id="{646034ED-A973-DA1B-8BA7-BE1D7455B387}"/>
              </a:ext>
            </a:extLst>
          </p:cNvPr>
          <p:cNvSpPr txBox="1"/>
          <p:nvPr/>
        </p:nvSpPr>
        <p:spPr>
          <a:xfrm>
            <a:off x="251169" y="5212084"/>
            <a:ext cx="3336410" cy="307777"/>
          </a:xfrm>
          <a:prstGeom prst="rect">
            <a:avLst/>
          </a:prstGeom>
          <a:noFill/>
        </p:spPr>
        <p:txBody>
          <a:bodyPr wrap="square" rtlCol="0">
            <a:spAutoFit/>
          </a:bodyPr>
          <a:lstStyle/>
          <a:p>
            <a:r>
              <a:rPr lang="en-MY" sz="1400" dirty="0">
                <a:solidFill>
                  <a:srgbClr val="FF3399"/>
                </a:solidFill>
              </a:rPr>
              <a:t>Don’t care cannot form their own group </a:t>
            </a:r>
          </a:p>
        </p:txBody>
      </p:sp>
      <p:sp>
        <p:nvSpPr>
          <p:cNvPr id="2" name="Slide Number Placeholder 1">
            <a:extLst>
              <a:ext uri="{FF2B5EF4-FFF2-40B4-BE49-F238E27FC236}">
                <a16:creationId xmlns:a16="http://schemas.microsoft.com/office/drawing/2014/main" id="{0E8CE6C3-1C63-8842-6798-6C6965768A1F}"/>
              </a:ext>
            </a:extLst>
          </p:cNvPr>
          <p:cNvSpPr>
            <a:spLocks noGrp="1"/>
          </p:cNvSpPr>
          <p:nvPr>
            <p:ph type="sldNum" sz="quarter" idx="12"/>
          </p:nvPr>
        </p:nvSpPr>
        <p:spPr/>
        <p:txBody>
          <a:bodyPr/>
          <a:lstStyle/>
          <a:p>
            <a:pPr>
              <a:defRPr/>
            </a:pPr>
            <a:fld id="{28588503-611C-4314-9367-E0668E948370}" type="slidenum">
              <a:rPr lang="en-US" altLang="en-US" smtClean="0"/>
              <a:pPr>
                <a:defRPr/>
              </a:pPr>
              <a:t>74</a:t>
            </a:fld>
            <a:endParaRPr lang="en-US"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C74B476-2C6E-3D96-290D-6227930C75A1}"/>
              </a:ext>
            </a:extLst>
          </p:cNvPr>
          <p:cNvSpPr>
            <a:spLocks noGrp="1" noChangeArrowheads="1"/>
          </p:cNvSpPr>
          <p:nvPr>
            <p:ph type="title"/>
          </p:nvPr>
        </p:nvSpPr>
        <p:spPr>
          <a:xfrm>
            <a:off x="258218" y="142529"/>
            <a:ext cx="7686176" cy="731168"/>
          </a:xfrm>
        </p:spPr>
        <p:txBody>
          <a:bodyPr/>
          <a:lstStyle/>
          <a:p>
            <a:r>
              <a:rPr lang="en-US" altLang="en-US" sz="2800" dirty="0"/>
              <a:t>Example</a:t>
            </a:r>
          </a:p>
        </p:txBody>
      </p:sp>
      <p:grpSp>
        <p:nvGrpSpPr>
          <p:cNvPr id="2" name="Group 1">
            <a:extLst>
              <a:ext uri="{FF2B5EF4-FFF2-40B4-BE49-F238E27FC236}">
                <a16:creationId xmlns:a16="http://schemas.microsoft.com/office/drawing/2014/main" id="{6F619F71-75EE-2810-09CC-64423025F317}"/>
              </a:ext>
            </a:extLst>
          </p:cNvPr>
          <p:cNvGrpSpPr/>
          <p:nvPr/>
        </p:nvGrpSpPr>
        <p:grpSpPr>
          <a:xfrm>
            <a:off x="2229644" y="345446"/>
            <a:ext cx="4897437" cy="3396803"/>
            <a:chOff x="3524498" y="2865512"/>
            <a:chExt cx="4897437" cy="3396803"/>
          </a:xfrm>
        </p:grpSpPr>
        <p:pic>
          <p:nvPicPr>
            <p:cNvPr id="3" name="Picture 2">
              <a:extLst>
                <a:ext uri="{FF2B5EF4-FFF2-40B4-BE49-F238E27FC236}">
                  <a16:creationId xmlns:a16="http://schemas.microsoft.com/office/drawing/2014/main" id="{495D68DB-12B4-E745-31D3-66A17C3058CB}"/>
                </a:ext>
              </a:extLst>
            </p:cNvPr>
            <p:cNvPicPr>
              <a:picLocks noChangeAspect="1"/>
            </p:cNvPicPr>
            <p:nvPr/>
          </p:nvPicPr>
          <p:blipFill>
            <a:blip r:embed="rId3"/>
            <a:stretch>
              <a:fillRect/>
            </a:stretch>
          </p:blipFill>
          <p:spPr>
            <a:xfrm>
              <a:off x="3650659" y="2865512"/>
              <a:ext cx="4645116" cy="3396803"/>
            </a:xfrm>
            <a:prstGeom prst="rect">
              <a:avLst/>
            </a:prstGeom>
          </p:spPr>
        </p:pic>
        <p:sp>
          <p:nvSpPr>
            <p:cNvPr id="4" name="Line 7">
              <a:extLst>
                <a:ext uri="{FF2B5EF4-FFF2-40B4-BE49-F238E27FC236}">
                  <a16:creationId xmlns:a16="http://schemas.microsoft.com/office/drawing/2014/main" id="{71ED8B87-A871-0310-A65D-E67A66168C6A}"/>
                </a:ext>
              </a:extLst>
            </p:cNvPr>
            <p:cNvSpPr>
              <a:spLocks noChangeShapeType="1"/>
            </p:cNvSpPr>
            <p:nvPr/>
          </p:nvSpPr>
          <p:spPr bwMode="auto">
            <a:xfrm>
              <a:off x="3524498" y="5085184"/>
              <a:ext cx="4897437" cy="0"/>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en-MY"/>
            </a:p>
          </p:txBody>
        </p:sp>
      </p:grpSp>
      <p:grpSp>
        <p:nvGrpSpPr>
          <p:cNvPr id="24" name="Group 23">
            <a:extLst>
              <a:ext uri="{FF2B5EF4-FFF2-40B4-BE49-F238E27FC236}">
                <a16:creationId xmlns:a16="http://schemas.microsoft.com/office/drawing/2014/main" id="{729C2938-23D4-D0F4-D364-8BF5CC34C615}"/>
              </a:ext>
            </a:extLst>
          </p:cNvPr>
          <p:cNvGrpSpPr/>
          <p:nvPr/>
        </p:nvGrpSpPr>
        <p:grpSpPr>
          <a:xfrm>
            <a:off x="231202" y="4142154"/>
            <a:ext cx="2376264" cy="2486737"/>
            <a:chOff x="683568" y="4053689"/>
            <a:chExt cx="2376264" cy="2486737"/>
          </a:xfrm>
        </p:grpSpPr>
        <p:pic>
          <p:nvPicPr>
            <p:cNvPr id="6" name="Picture 5">
              <a:extLst>
                <a:ext uri="{FF2B5EF4-FFF2-40B4-BE49-F238E27FC236}">
                  <a16:creationId xmlns:a16="http://schemas.microsoft.com/office/drawing/2014/main" id="{E0251D52-D770-CD7E-44B4-64F9D9F3E289}"/>
                </a:ext>
              </a:extLst>
            </p:cNvPr>
            <p:cNvPicPr>
              <a:picLocks noChangeAspect="1"/>
            </p:cNvPicPr>
            <p:nvPr/>
          </p:nvPicPr>
          <p:blipFill rotWithShape="1">
            <a:blip r:embed="rId4"/>
            <a:srcRect l="7767" t="5547" r="6796" b="4734"/>
            <a:stretch/>
          </p:blipFill>
          <p:spPr>
            <a:xfrm>
              <a:off x="683568" y="4053689"/>
              <a:ext cx="2376264" cy="2486737"/>
            </a:xfrm>
            <a:prstGeom prst="rect">
              <a:avLst/>
            </a:prstGeom>
          </p:spPr>
        </p:pic>
        <p:cxnSp>
          <p:nvCxnSpPr>
            <p:cNvPr id="11" name="Straight Arrow Connector 10">
              <a:extLst>
                <a:ext uri="{FF2B5EF4-FFF2-40B4-BE49-F238E27FC236}">
                  <a16:creationId xmlns:a16="http://schemas.microsoft.com/office/drawing/2014/main" id="{847FDF45-98E3-96FE-245B-015D440554F5}"/>
                </a:ext>
              </a:extLst>
            </p:cNvPr>
            <p:cNvCxnSpPr/>
            <p:nvPr/>
          </p:nvCxnSpPr>
          <p:spPr>
            <a:xfrm>
              <a:off x="2355805" y="5373216"/>
              <a:ext cx="343987" cy="8640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2E48BAD-9740-9EA9-4C1F-5D32ECF03C03}"/>
                </a:ext>
              </a:extLst>
            </p:cNvPr>
            <p:cNvCxnSpPr>
              <a:cxnSpLocks/>
            </p:cNvCxnSpPr>
            <p:nvPr/>
          </p:nvCxnSpPr>
          <p:spPr>
            <a:xfrm>
              <a:off x="1547664" y="5805264"/>
              <a:ext cx="576064" cy="5040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0F9ED47A-5071-8E4D-11ED-60AFCF5AE0A8}"/>
              </a:ext>
            </a:extLst>
          </p:cNvPr>
          <p:cNvGrpSpPr/>
          <p:nvPr/>
        </p:nvGrpSpPr>
        <p:grpSpPr>
          <a:xfrm>
            <a:off x="6300192" y="4130203"/>
            <a:ext cx="2304257" cy="2486025"/>
            <a:chOff x="3219900" y="4041737"/>
            <a:chExt cx="2304257" cy="2486025"/>
          </a:xfrm>
        </p:grpSpPr>
        <p:pic>
          <p:nvPicPr>
            <p:cNvPr id="9" name="Picture 8">
              <a:extLst>
                <a:ext uri="{FF2B5EF4-FFF2-40B4-BE49-F238E27FC236}">
                  <a16:creationId xmlns:a16="http://schemas.microsoft.com/office/drawing/2014/main" id="{4F454E8F-655B-3347-7C11-2ADA22921991}"/>
                </a:ext>
              </a:extLst>
            </p:cNvPr>
            <p:cNvPicPr>
              <a:picLocks noChangeAspect="1"/>
            </p:cNvPicPr>
            <p:nvPr/>
          </p:nvPicPr>
          <p:blipFill rotWithShape="1">
            <a:blip r:embed="rId5"/>
            <a:srcRect l="7251" r="5097"/>
            <a:stretch/>
          </p:blipFill>
          <p:spPr>
            <a:xfrm>
              <a:off x="3219900" y="4041737"/>
              <a:ext cx="2304257" cy="2486025"/>
            </a:xfrm>
            <a:prstGeom prst="rect">
              <a:avLst/>
            </a:prstGeom>
          </p:spPr>
        </p:pic>
        <p:cxnSp>
          <p:nvCxnSpPr>
            <p:cNvPr id="15" name="Straight Arrow Connector 14">
              <a:extLst>
                <a:ext uri="{FF2B5EF4-FFF2-40B4-BE49-F238E27FC236}">
                  <a16:creationId xmlns:a16="http://schemas.microsoft.com/office/drawing/2014/main" id="{7DD54EBD-B0BE-F191-65EA-48D15890A889}"/>
                </a:ext>
              </a:extLst>
            </p:cNvPr>
            <p:cNvCxnSpPr>
              <a:cxnSpLocks/>
            </p:cNvCxnSpPr>
            <p:nvPr/>
          </p:nvCxnSpPr>
          <p:spPr>
            <a:xfrm>
              <a:off x="4506368" y="5297057"/>
              <a:ext cx="225701" cy="86824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EAFEB90-71F3-D651-CE72-F5B2D8D82094}"/>
                </a:ext>
              </a:extLst>
            </p:cNvPr>
            <p:cNvCxnSpPr>
              <a:cxnSpLocks/>
            </p:cNvCxnSpPr>
            <p:nvPr/>
          </p:nvCxnSpPr>
          <p:spPr>
            <a:xfrm>
              <a:off x="5220072" y="5373216"/>
              <a:ext cx="72008" cy="8640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79981BC5-CF0C-E523-4F2B-D6B6241A5420}"/>
              </a:ext>
            </a:extLst>
          </p:cNvPr>
          <p:cNvGrpSpPr/>
          <p:nvPr/>
        </p:nvGrpSpPr>
        <p:grpSpPr>
          <a:xfrm>
            <a:off x="3136553" y="4171441"/>
            <a:ext cx="2593400" cy="2457450"/>
            <a:chOff x="3136553" y="4171441"/>
            <a:chExt cx="2593400" cy="2457450"/>
          </a:xfrm>
        </p:grpSpPr>
        <p:pic>
          <p:nvPicPr>
            <p:cNvPr id="23" name="Picture 22">
              <a:extLst>
                <a:ext uri="{FF2B5EF4-FFF2-40B4-BE49-F238E27FC236}">
                  <a16:creationId xmlns:a16="http://schemas.microsoft.com/office/drawing/2014/main" id="{4D500B69-E89B-F6B3-8598-4C03DE5406F1}"/>
                </a:ext>
              </a:extLst>
            </p:cNvPr>
            <p:cNvPicPr>
              <a:picLocks noChangeAspect="1"/>
            </p:cNvPicPr>
            <p:nvPr/>
          </p:nvPicPr>
          <p:blipFill rotWithShape="1">
            <a:blip r:embed="rId6"/>
            <a:srcRect r="11022"/>
            <a:stretch/>
          </p:blipFill>
          <p:spPr>
            <a:xfrm>
              <a:off x="3136553" y="4171441"/>
              <a:ext cx="2593400" cy="2457450"/>
            </a:xfrm>
            <a:prstGeom prst="rect">
              <a:avLst/>
            </a:prstGeom>
          </p:spPr>
        </p:pic>
        <p:cxnSp>
          <p:nvCxnSpPr>
            <p:cNvPr id="25" name="Straight Arrow Connector 24">
              <a:extLst>
                <a:ext uri="{FF2B5EF4-FFF2-40B4-BE49-F238E27FC236}">
                  <a16:creationId xmlns:a16="http://schemas.microsoft.com/office/drawing/2014/main" id="{0ABD410F-9C1E-3D9F-E31B-77BDD17C2C27}"/>
                </a:ext>
              </a:extLst>
            </p:cNvPr>
            <p:cNvCxnSpPr>
              <a:cxnSpLocks/>
            </p:cNvCxnSpPr>
            <p:nvPr/>
          </p:nvCxnSpPr>
          <p:spPr>
            <a:xfrm>
              <a:off x="4279403" y="5567618"/>
              <a:ext cx="153850" cy="75815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45B107C-F3DE-69A0-0F13-E1BC92325068}"/>
                </a:ext>
              </a:extLst>
            </p:cNvPr>
            <p:cNvCxnSpPr>
              <a:cxnSpLocks/>
            </p:cNvCxnSpPr>
            <p:nvPr/>
          </p:nvCxnSpPr>
          <p:spPr>
            <a:xfrm flipH="1">
              <a:off x="4921256" y="5733256"/>
              <a:ext cx="298816" cy="66452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257A7A2-A0CC-9DCB-301A-430D863472A3}"/>
                </a:ext>
              </a:extLst>
            </p:cNvPr>
            <p:cNvCxnSpPr/>
            <p:nvPr/>
          </p:nvCxnSpPr>
          <p:spPr>
            <a:xfrm>
              <a:off x="5287163" y="6330764"/>
              <a:ext cx="76925" cy="0"/>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C40F8493-30E3-7F1A-99A0-74B6D79A5B96}"/>
                </a:ext>
              </a:extLst>
            </p:cNvPr>
            <p:cNvCxnSpPr>
              <a:cxnSpLocks/>
            </p:cNvCxnSpPr>
            <p:nvPr/>
          </p:nvCxnSpPr>
          <p:spPr>
            <a:xfrm>
              <a:off x="4932195" y="6093296"/>
              <a:ext cx="544095" cy="2324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5" name="Slide Number Placeholder 4">
            <a:extLst>
              <a:ext uri="{FF2B5EF4-FFF2-40B4-BE49-F238E27FC236}">
                <a16:creationId xmlns:a16="http://schemas.microsoft.com/office/drawing/2014/main" id="{DC9A369E-E6EE-386B-68EC-CFEF187B28A9}"/>
              </a:ext>
            </a:extLst>
          </p:cNvPr>
          <p:cNvSpPr>
            <a:spLocks noGrp="1"/>
          </p:cNvSpPr>
          <p:nvPr>
            <p:ph type="sldNum" sz="quarter" idx="12"/>
          </p:nvPr>
        </p:nvSpPr>
        <p:spPr/>
        <p:txBody>
          <a:bodyPr/>
          <a:lstStyle/>
          <a:p>
            <a:pPr>
              <a:defRPr/>
            </a:pPr>
            <a:fld id="{28588503-611C-4314-9367-E0668E948370}" type="slidenum">
              <a:rPr lang="en-US" altLang="en-US" smtClean="0"/>
              <a:pPr>
                <a:defRPr/>
              </a:pPr>
              <a:t>75</a:t>
            </a:fld>
            <a:endParaRPr lang="en-US"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3">
            <a:extLst>
              <a:ext uri="{FF2B5EF4-FFF2-40B4-BE49-F238E27FC236}">
                <a16:creationId xmlns:a16="http://schemas.microsoft.com/office/drawing/2014/main" id="{930BCA9C-3954-EA36-8714-A1713C5D3D4E}"/>
              </a:ext>
            </a:extLst>
          </p:cNvPr>
          <p:cNvSpPr>
            <a:spLocks noGrp="1" noChangeArrowheads="1"/>
          </p:cNvSpPr>
          <p:nvPr>
            <p:ph idx="1"/>
          </p:nvPr>
        </p:nvSpPr>
        <p:spPr>
          <a:xfrm>
            <a:off x="628650" y="1052737"/>
            <a:ext cx="7886700" cy="450389"/>
          </a:xfrm>
        </p:spPr>
        <p:txBody>
          <a:bodyPr/>
          <a:lstStyle/>
          <a:p>
            <a:r>
              <a:rPr lang="en-US" altLang="en-US" dirty="0"/>
              <a:t>Use Karnaugh map to simplify</a:t>
            </a:r>
          </a:p>
        </p:txBody>
      </p:sp>
      <p:grpSp>
        <p:nvGrpSpPr>
          <p:cNvPr id="76803" name="Group 3">
            <a:extLst>
              <a:ext uri="{FF2B5EF4-FFF2-40B4-BE49-F238E27FC236}">
                <a16:creationId xmlns:a16="http://schemas.microsoft.com/office/drawing/2014/main" id="{8AD9F3FA-4985-0746-5506-EA0C918E54A3}"/>
              </a:ext>
            </a:extLst>
          </p:cNvPr>
          <p:cNvGrpSpPr>
            <a:grpSpLocks/>
          </p:cNvGrpSpPr>
          <p:nvPr/>
        </p:nvGrpSpPr>
        <p:grpSpPr bwMode="auto">
          <a:xfrm>
            <a:off x="1583531" y="1609647"/>
            <a:ext cx="5976938" cy="523875"/>
            <a:chOff x="1619002" y="2420888"/>
            <a:chExt cx="5977334" cy="523220"/>
          </a:xfrm>
        </p:grpSpPr>
        <p:sp>
          <p:nvSpPr>
            <p:cNvPr id="76846" name="TextBox 11">
              <a:extLst>
                <a:ext uri="{FF2B5EF4-FFF2-40B4-BE49-F238E27FC236}">
                  <a16:creationId xmlns:a16="http://schemas.microsoft.com/office/drawing/2014/main" id="{619F1EB8-C2F3-92A2-D92F-6C0167D6B733}"/>
                </a:ext>
              </a:extLst>
            </p:cNvPr>
            <p:cNvSpPr txBox="1">
              <a:spLocks noChangeArrowheads="1"/>
            </p:cNvSpPr>
            <p:nvPr/>
          </p:nvSpPr>
          <p:spPr bwMode="auto">
            <a:xfrm>
              <a:off x="1619002" y="2420888"/>
              <a:ext cx="59773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dirty="0">
                  <a:solidFill>
                    <a:srgbClr val="5E574E"/>
                  </a:solidFill>
                </a:rPr>
                <a:t>F = ABCD + ABCD + ABCD + ABCD</a:t>
              </a:r>
            </a:p>
          </p:txBody>
        </p:sp>
        <p:cxnSp>
          <p:nvCxnSpPr>
            <p:cNvPr id="76847" name="Straight Connector 7">
              <a:extLst>
                <a:ext uri="{FF2B5EF4-FFF2-40B4-BE49-F238E27FC236}">
                  <a16:creationId xmlns:a16="http://schemas.microsoft.com/office/drawing/2014/main" id="{5DAE9ED7-CB78-D7B5-067B-0C3678365669}"/>
                </a:ext>
              </a:extLst>
            </p:cNvPr>
            <p:cNvCxnSpPr>
              <a:cxnSpLocks noChangeShapeType="1"/>
            </p:cNvCxnSpPr>
            <p:nvPr/>
          </p:nvCxnSpPr>
          <p:spPr bwMode="auto">
            <a:xfrm>
              <a:off x="2456210" y="2492325"/>
              <a:ext cx="215900" cy="0"/>
            </a:xfrm>
            <a:prstGeom prst="line">
              <a:avLst/>
            </a:prstGeom>
            <a:ln>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cxnSp>
          <p:nvCxnSpPr>
            <p:cNvPr id="76848" name="Straight Connector 7">
              <a:extLst>
                <a:ext uri="{FF2B5EF4-FFF2-40B4-BE49-F238E27FC236}">
                  <a16:creationId xmlns:a16="http://schemas.microsoft.com/office/drawing/2014/main" id="{899DFA6C-DBF7-4832-9A59-EACBA6537CA5}"/>
                </a:ext>
              </a:extLst>
            </p:cNvPr>
            <p:cNvCxnSpPr>
              <a:cxnSpLocks noChangeShapeType="1"/>
            </p:cNvCxnSpPr>
            <p:nvPr/>
          </p:nvCxnSpPr>
          <p:spPr bwMode="auto">
            <a:xfrm>
              <a:off x="2889598" y="2492325"/>
              <a:ext cx="215900" cy="0"/>
            </a:xfrm>
            <a:prstGeom prst="line">
              <a:avLst/>
            </a:prstGeom>
            <a:ln>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cxnSp>
          <p:nvCxnSpPr>
            <p:cNvPr id="76849" name="Straight Connector 7">
              <a:extLst>
                <a:ext uri="{FF2B5EF4-FFF2-40B4-BE49-F238E27FC236}">
                  <a16:creationId xmlns:a16="http://schemas.microsoft.com/office/drawing/2014/main" id="{FC80930F-C637-3CB7-C525-B17DAFD22D7E}"/>
                </a:ext>
              </a:extLst>
            </p:cNvPr>
            <p:cNvCxnSpPr>
              <a:cxnSpLocks noChangeShapeType="1"/>
            </p:cNvCxnSpPr>
            <p:nvPr/>
          </p:nvCxnSpPr>
          <p:spPr bwMode="auto">
            <a:xfrm>
              <a:off x="3820170" y="2492325"/>
              <a:ext cx="215900" cy="0"/>
            </a:xfrm>
            <a:prstGeom prst="line">
              <a:avLst/>
            </a:prstGeom>
            <a:ln>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cxnSp>
          <p:nvCxnSpPr>
            <p:cNvPr id="76850" name="Straight Connector 7">
              <a:extLst>
                <a:ext uri="{FF2B5EF4-FFF2-40B4-BE49-F238E27FC236}">
                  <a16:creationId xmlns:a16="http://schemas.microsoft.com/office/drawing/2014/main" id="{80E4FF9F-E422-A5E8-EC5E-6E4EBA934CA2}"/>
                </a:ext>
              </a:extLst>
            </p:cNvPr>
            <p:cNvCxnSpPr>
              <a:cxnSpLocks noChangeShapeType="1"/>
            </p:cNvCxnSpPr>
            <p:nvPr/>
          </p:nvCxnSpPr>
          <p:spPr bwMode="auto">
            <a:xfrm>
              <a:off x="5614020" y="2492325"/>
              <a:ext cx="215900" cy="0"/>
            </a:xfrm>
            <a:prstGeom prst="line">
              <a:avLst/>
            </a:prstGeom>
            <a:ln>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grpSp>
      <p:graphicFrame>
        <p:nvGraphicFramePr>
          <p:cNvPr id="6" name="Table 5">
            <a:extLst>
              <a:ext uri="{FF2B5EF4-FFF2-40B4-BE49-F238E27FC236}">
                <a16:creationId xmlns:a16="http://schemas.microsoft.com/office/drawing/2014/main" id="{AEE989BB-21BC-3156-D721-FA6BCAE6B5E7}"/>
              </a:ext>
            </a:extLst>
          </p:cNvPr>
          <p:cNvGraphicFramePr>
            <a:graphicFrameLocks noGrp="1"/>
          </p:cNvGraphicFramePr>
          <p:nvPr>
            <p:extLst>
              <p:ext uri="{D42A27DB-BD31-4B8C-83A1-F6EECF244321}">
                <p14:modId xmlns:p14="http://schemas.microsoft.com/office/powerpoint/2010/main" val="652177527"/>
              </p:ext>
            </p:extLst>
          </p:nvPr>
        </p:nvGraphicFramePr>
        <p:xfrm>
          <a:off x="1087862" y="3309742"/>
          <a:ext cx="3457050" cy="2555330"/>
        </p:xfrm>
        <a:graphic>
          <a:graphicData uri="http://schemas.openxmlformats.org/drawingml/2006/table">
            <a:tbl>
              <a:tblPr>
                <a:tableStyleId>{5C22544A-7EE6-4342-B048-85BDC9FD1C3A}</a:tableStyleId>
              </a:tblPr>
              <a:tblGrid>
                <a:gridCol w="620498">
                  <a:extLst>
                    <a:ext uri="{9D8B030D-6E8A-4147-A177-3AD203B41FA5}">
                      <a16:colId xmlns:a16="http://schemas.microsoft.com/office/drawing/2014/main" val="20000"/>
                    </a:ext>
                  </a:extLst>
                </a:gridCol>
                <a:gridCol w="709138">
                  <a:extLst>
                    <a:ext uri="{9D8B030D-6E8A-4147-A177-3AD203B41FA5}">
                      <a16:colId xmlns:a16="http://schemas.microsoft.com/office/drawing/2014/main" val="20001"/>
                    </a:ext>
                  </a:extLst>
                </a:gridCol>
                <a:gridCol w="709138">
                  <a:extLst>
                    <a:ext uri="{9D8B030D-6E8A-4147-A177-3AD203B41FA5}">
                      <a16:colId xmlns:a16="http://schemas.microsoft.com/office/drawing/2014/main" val="20002"/>
                    </a:ext>
                  </a:extLst>
                </a:gridCol>
                <a:gridCol w="709138">
                  <a:extLst>
                    <a:ext uri="{9D8B030D-6E8A-4147-A177-3AD203B41FA5}">
                      <a16:colId xmlns:a16="http://schemas.microsoft.com/office/drawing/2014/main" val="20003"/>
                    </a:ext>
                  </a:extLst>
                </a:gridCol>
                <a:gridCol w="709138">
                  <a:extLst>
                    <a:ext uri="{9D8B030D-6E8A-4147-A177-3AD203B41FA5}">
                      <a16:colId xmlns:a16="http://schemas.microsoft.com/office/drawing/2014/main" val="20004"/>
                    </a:ext>
                  </a:extLst>
                </a:gridCol>
              </a:tblGrid>
              <a:tr h="511066">
                <a:tc>
                  <a:txBody>
                    <a:bodyPr/>
                    <a:lstStyle/>
                    <a:p>
                      <a:pPr algn="ctr"/>
                      <a:endParaRPr lang="en-MY" sz="2400"/>
                    </a:p>
                  </a:txBody>
                  <a:tcPr marL="91456" marR="91456">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400"/>
                        <a:t>00</a:t>
                      </a:r>
                      <a:endParaRPr lang="en-MY" sz="2400"/>
                    </a:p>
                  </a:txBody>
                  <a:tcPr marL="91456" marR="91456">
                    <a:lnL w="12700" cmpd="sng">
                      <a:noFill/>
                    </a:lnL>
                    <a:lnR w="12700" cmpd="sng">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a:t>01</a:t>
                      </a:r>
                      <a:endParaRPr lang="en-MY" sz="2400"/>
                    </a:p>
                  </a:txBody>
                  <a:tcPr marL="91456" marR="91456">
                    <a:lnL w="12700" cmpd="sng">
                      <a:noFill/>
                    </a:lnL>
                    <a:lnR w="12700" cmpd="sng">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a:t>11</a:t>
                      </a:r>
                      <a:endParaRPr lang="en-MY" sz="2400"/>
                    </a:p>
                  </a:txBody>
                  <a:tcPr marL="91456" marR="91456">
                    <a:lnL w="12700" cmpd="sng">
                      <a:noFill/>
                    </a:lnL>
                    <a:lnR w="12700" cmpd="sng">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a:t>10</a:t>
                      </a:r>
                      <a:endParaRPr lang="en-MY" sz="2400"/>
                    </a:p>
                  </a:txBody>
                  <a:tcPr marL="91456" marR="91456">
                    <a:lnL w="12700" cmpd="sng">
                      <a:noFill/>
                    </a:lnL>
                    <a:lnR w="12700" cmpd="sng">
                      <a:noFill/>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11066">
                <a:tc>
                  <a:txBody>
                    <a:bodyPr/>
                    <a:lstStyle/>
                    <a:p>
                      <a:pPr algn="ctr"/>
                      <a:r>
                        <a:rPr lang="en-US" sz="2400"/>
                        <a:t>00</a:t>
                      </a:r>
                      <a:endParaRPr lang="en-MY" sz="2400"/>
                    </a:p>
                  </a:txBody>
                  <a:tcPr marL="91456" marR="91456">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11066">
                <a:tc>
                  <a:txBody>
                    <a:bodyPr/>
                    <a:lstStyle/>
                    <a:p>
                      <a:pPr algn="ctr"/>
                      <a:r>
                        <a:rPr lang="en-US" sz="2400"/>
                        <a:t>01</a:t>
                      </a:r>
                      <a:endParaRPr lang="en-MY" sz="2400"/>
                    </a:p>
                  </a:txBody>
                  <a:tcPr marL="91456" marR="91456">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11066">
                <a:tc>
                  <a:txBody>
                    <a:bodyPr/>
                    <a:lstStyle/>
                    <a:p>
                      <a:pPr algn="ctr"/>
                      <a:r>
                        <a:rPr lang="en-US" sz="2400"/>
                        <a:t>11</a:t>
                      </a:r>
                      <a:endParaRPr lang="en-MY" sz="2400"/>
                    </a:p>
                  </a:txBody>
                  <a:tcPr marL="91456" marR="91456">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11066">
                <a:tc>
                  <a:txBody>
                    <a:bodyPr/>
                    <a:lstStyle/>
                    <a:p>
                      <a:pPr algn="ctr"/>
                      <a:r>
                        <a:rPr lang="en-US" sz="2400"/>
                        <a:t>10</a:t>
                      </a:r>
                      <a:endParaRPr lang="en-MY" sz="2400"/>
                    </a:p>
                  </a:txBody>
                  <a:tcPr marL="91456" marR="91456">
                    <a:lnL w="1270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MY" sz="2400"/>
                    </a:p>
                  </a:txBody>
                  <a:tcPr marL="91456" marR="9145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10" name="Rounded Rectangle 9">
            <a:extLst>
              <a:ext uri="{FF2B5EF4-FFF2-40B4-BE49-F238E27FC236}">
                <a16:creationId xmlns:a16="http://schemas.microsoft.com/office/drawing/2014/main" id="{F16920F2-8DC9-13CA-92F4-B107A24DC971}"/>
              </a:ext>
            </a:extLst>
          </p:cNvPr>
          <p:cNvSpPr>
            <a:spLocks noChangeArrowheads="1"/>
          </p:cNvSpPr>
          <p:nvPr/>
        </p:nvSpPr>
        <p:spPr bwMode="auto">
          <a:xfrm>
            <a:off x="2431224" y="4333767"/>
            <a:ext cx="1384489" cy="1008112"/>
          </a:xfrm>
          <a:prstGeom prst="roundRect">
            <a:avLst>
              <a:gd name="adj" fmla="val 16667"/>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41" name="TextBox 11">
            <a:extLst>
              <a:ext uri="{FF2B5EF4-FFF2-40B4-BE49-F238E27FC236}">
                <a16:creationId xmlns:a16="http://schemas.microsoft.com/office/drawing/2014/main" id="{653E334D-CDE9-001E-BDB1-6D444CDF9798}"/>
              </a:ext>
            </a:extLst>
          </p:cNvPr>
          <p:cNvSpPr txBox="1">
            <a:spLocks noChangeArrowheads="1"/>
          </p:cNvSpPr>
          <p:nvPr/>
        </p:nvSpPr>
        <p:spPr bwMode="auto">
          <a:xfrm>
            <a:off x="6012160" y="4496795"/>
            <a:ext cx="22054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4000" dirty="0">
                <a:solidFill>
                  <a:srgbClr val="5E574E"/>
                </a:solidFill>
              </a:rPr>
              <a:t>F = BD</a:t>
            </a:r>
          </a:p>
        </p:txBody>
      </p:sp>
      <p:sp>
        <p:nvSpPr>
          <p:cNvPr id="7" name="Right Brace 6">
            <a:extLst>
              <a:ext uri="{FF2B5EF4-FFF2-40B4-BE49-F238E27FC236}">
                <a16:creationId xmlns:a16="http://schemas.microsoft.com/office/drawing/2014/main" id="{C20B729D-14CB-CCC5-33CD-712D81449406}"/>
              </a:ext>
            </a:extLst>
          </p:cNvPr>
          <p:cNvSpPr/>
          <p:nvPr/>
        </p:nvSpPr>
        <p:spPr>
          <a:xfrm rot="10800000">
            <a:off x="808467" y="4923410"/>
            <a:ext cx="305122" cy="1008112"/>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8" name="Right Brace 7">
            <a:extLst>
              <a:ext uri="{FF2B5EF4-FFF2-40B4-BE49-F238E27FC236}">
                <a16:creationId xmlns:a16="http://schemas.microsoft.com/office/drawing/2014/main" id="{FCB41645-C3D7-0240-A7E2-B44A4859B9FC}"/>
              </a:ext>
            </a:extLst>
          </p:cNvPr>
          <p:cNvSpPr/>
          <p:nvPr/>
        </p:nvSpPr>
        <p:spPr>
          <a:xfrm rot="10800000">
            <a:off x="808468" y="3833960"/>
            <a:ext cx="305122" cy="1008112"/>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11" name="Right Brace 10">
            <a:extLst>
              <a:ext uri="{FF2B5EF4-FFF2-40B4-BE49-F238E27FC236}">
                <a16:creationId xmlns:a16="http://schemas.microsoft.com/office/drawing/2014/main" id="{30D461D6-CA12-ACBA-0143-CD043A208D90}"/>
              </a:ext>
            </a:extLst>
          </p:cNvPr>
          <p:cNvSpPr/>
          <p:nvPr/>
        </p:nvSpPr>
        <p:spPr>
          <a:xfrm rot="16200000">
            <a:off x="3682298" y="2492018"/>
            <a:ext cx="305122" cy="1330325"/>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12" name="Right Brace 11">
            <a:extLst>
              <a:ext uri="{FF2B5EF4-FFF2-40B4-BE49-F238E27FC236}">
                <a16:creationId xmlns:a16="http://schemas.microsoft.com/office/drawing/2014/main" id="{C57FCFA5-B799-730E-441B-40C0B8092C16}"/>
              </a:ext>
            </a:extLst>
          </p:cNvPr>
          <p:cNvSpPr/>
          <p:nvPr/>
        </p:nvSpPr>
        <p:spPr>
          <a:xfrm rot="16200000">
            <a:off x="2267989" y="2482719"/>
            <a:ext cx="305122" cy="1330325"/>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13" name="Right Brace 12">
            <a:extLst>
              <a:ext uri="{FF2B5EF4-FFF2-40B4-BE49-F238E27FC236}">
                <a16:creationId xmlns:a16="http://schemas.microsoft.com/office/drawing/2014/main" id="{F4964CC5-71B7-C5E9-12EF-DF19E5999638}"/>
              </a:ext>
            </a:extLst>
          </p:cNvPr>
          <p:cNvSpPr/>
          <p:nvPr/>
        </p:nvSpPr>
        <p:spPr>
          <a:xfrm>
            <a:off x="4599256" y="4282109"/>
            <a:ext cx="305122" cy="1137258"/>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14" name="Right Brace 13">
            <a:extLst>
              <a:ext uri="{FF2B5EF4-FFF2-40B4-BE49-F238E27FC236}">
                <a16:creationId xmlns:a16="http://schemas.microsoft.com/office/drawing/2014/main" id="{F8164660-B807-EDD6-3B09-793FBDFB5619}"/>
              </a:ext>
            </a:extLst>
          </p:cNvPr>
          <p:cNvSpPr/>
          <p:nvPr/>
        </p:nvSpPr>
        <p:spPr>
          <a:xfrm rot="5400000">
            <a:off x="2933152" y="5458992"/>
            <a:ext cx="305122" cy="1330325"/>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
        <p:nvSpPr>
          <p:cNvPr id="15" name="TextBox 14">
            <a:extLst>
              <a:ext uri="{FF2B5EF4-FFF2-40B4-BE49-F238E27FC236}">
                <a16:creationId xmlns:a16="http://schemas.microsoft.com/office/drawing/2014/main" id="{A3583D4E-6FB8-FB0C-E54D-46DFC74FC18A}"/>
              </a:ext>
            </a:extLst>
          </p:cNvPr>
          <p:cNvSpPr txBox="1"/>
          <p:nvPr/>
        </p:nvSpPr>
        <p:spPr>
          <a:xfrm>
            <a:off x="483145" y="5298132"/>
            <a:ext cx="338554" cy="400110"/>
          </a:xfrm>
          <a:prstGeom prst="rect">
            <a:avLst/>
          </a:prstGeom>
          <a:noFill/>
        </p:spPr>
        <p:txBody>
          <a:bodyPr wrap="none" rtlCol="0">
            <a:spAutoFit/>
          </a:bodyPr>
          <a:lstStyle/>
          <a:p>
            <a:r>
              <a:rPr lang="en-MY" dirty="0"/>
              <a:t>A</a:t>
            </a:r>
          </a:p>
        </p:txBody>
      </p:sp>
      <p:grpSp>
        <p:nvGrpSpPr>
          <p:cNvPr id="49" name="Group 48">
            <a:extLst>
              <a:ext uri="{FF2B5EF4-FFF2-40B4-BE49-F238E27FC236}">
                <a16:creationId xmlns:a16="http://schemas.microsoft.com/office/drawing/2014/main" id="{791CDC47-9968-1BFC-F1BD-9AA1E14C2CC6}"/>
              </a:ext>
            </a:extLst>
          </p:cNvPr>
          <p:cNvGrpSpPr/>
          <p:nvPr/>
        </p:nvGrpSpPr>
        <p:grpSpPr>
          <a:xfrm>
            <a:off x="483145" y="2564904"/>
            <a:ext cx="4607226" cy="3766728"/>
            <a:chOff x="483145" y="2564904"/>
            <a:chExt cx="4607226" cy="3766728"/>
          </a:xfrm>
        </p:grpSpPr>
        <p:grpSp>
          <p:nvGrpSpPr>
            <p:cNvPr id="42" name="Group 41">
              <a:extLst>
                <a:ext uri="{FF2B5EF4-FFF2-40B4-BE49-F238E27FC236}">
                  <a16:creationId xmlns:a16="http://schemas.microsoft.com/office/drawing/2014/main" id="{7DF735D0-36D1-E18B-695C-5C7A862995FC}"/>
                </a:ext>
              </a:extLst>
            </p:cNvPr>
            <p:cNvGrpSpPr/>
            <p:nvPr/>
          </p:nvGrpSpPr>
          <p:grpSpPr>
            <a:xfrm>
              <a:off x="483145" y="4187297"/>
              <a:ext cx="338554" cy="400110"/>
              <a:chOff x="303328" y="4061038"/>
              <a:chExt cx="338554" cy="400110"/>
            </a:xfrm>
          </p:grpSpPr>
          <p:sp>
            <p:nvSpPr>
              <p:cNvPr id="16" name="TextBox 15">
                <a:extLst>
                  <a:ext uri="{FF2B5EF4-FFF2-40B4-BE49-F238E27FC236}">
                    <a16:creationId xmlns:a16="http://schemas.microsoft.com/office/drawing/2014/main" id="{4A54E54E-081A-3F3B-440F-B56F87A37758}"/>
                  </a:ext>
                </a:extLst>
              </p:cNvPr>
              <p:cNvSpPr txBox="1"/>
              <p:nvPr/>
            </p:nvSpPr>
            <p:spPr>
              <a:xfrm>
                <a:off x="303328" y="4061038"/>
                <a:ext cx="338554" cy="400110"/>
              </a:xfrm>
              <a:prstGeom prst="rect">
                <a:avLst/>
              </a:prstGeom>
              <a:noFill/>
            </p:spPr>
            <p:txBody>
              <a:bodyPr wrap="none" rtlCol="0">
                <a:spAutoFit/>
              </a:bodyPr>
              <a:lstStyle/>
              <a:p>
                <a:r>
                  <a:rPr lang="en-MY" dirty="0"/>
                  <a:t>A</a:t>
                </a:r>
              </a:p>
            </p:txBody>
          </p:sp>
          <p:cxnSp>
            <p:nvCxnSpPr>
              <p:cNvPr id="17" name="Straight Connector 7">
                <a:extLst>
                  <a:ext uri="{FF2B5EF4-FFF2-40B4-BE49-F238E27FC236}">
                    <a16:creationId xmlns:a16="http://schemas.microsoft.com/office/drawing/2014/main" id="{8EE5E9E0-A716-F147-5072-14BF6DAF9931}"/>
                  </a:ext>
                </a:extLst>
              </p:cNvPr>
              <p:cNvCxnSpPr>
                <a:cxnSpLocks noChangeShapeType="1"/>
              </p:cNvCxnSpPr>
              <p:nvPr/>
            </p:nvCxnSpPr>
            <p:spPr bwMode="auto">
              <a:xfrm>
                <a:off x="355829" y="4096866"/>
                <a:ext cx="215886" cy="0"/>
              </a:xfrm>
              <a:prstGeom prst="line">
                <a:avLst/>
              </a:prstGeom>
              <a:ln>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grpSp>
        <p:grpSp>
          <p:nvGrpSpPr>
            <p:cNvPr id="40" name="Group 39">
              <a:extLst>
                <a:ext uri="{FF2B5EF4-FFF2-40B4-BE49-F238E27FC236}">
                  <a16:creationId xmlns:a16="http://schemas.microsoft.com/office/drawing/2014/main" id="{181A391A-5725-9F93-8CC0-16AD232889F3}"/>
                </a:ext>
              </a:extLst>
            </p:cNvPr>
            <p:cNvGrpSpPr/>
            <p:nvPr/>
          </p:nvGrpSpPr>
          <p:grpSpPr>
            <a:xfrm>
              <a:off x="2261947" y="2564904"/>
              <a:ext cx="338554" cy="400110"/>
              <a:chOff x="2082130" y="2438645"/>
              <a:chExt cx="338554" cy="400110"/>
            </a:xfrm>
          </p:grpSpPr>
          <p:sp>
            <p:nvSpPr>
              <p:cNvPr id="20" name="TextBox 19">
                <a:extLst>
                  <a:ext uri="{FF2B5EF4-FFF2-40B4-BE49-F238E27FC236}">
                    <a16:creationId xmlns:a16="http://schemas.microsoft.com/office/drawing/2014/main" id="{3ABFB5B3-6ADC-B55A-41D3-59400EC7AF40}"/>
                  </a:ext>
                </a:extLst>
              </p:cNvPr>
              <p:cNvSpPr txBox="1"/>
              <p:nvPr/>
            </p:nvSpPr>
            <p:spPr>
              <a:xfrm>
                <a:off x="2082130" y="2438645"/>
                <a:ext cx="338554" cy="400110"/>
              </a:xfrm>
              <a:prstGeom prst="rect">
                <a:avLst/>
              </a:prstGeom>
              <a:noFill/>
            </p:spPr>
            <p:txBody>
              <a:bodyPr wrap="none" rtlCol="0">
                <a:spAutoFit/>
              </a:bodyPr>
              <a:lstStyle/>
              <a:p>
                <a:r>
                  <a:rPr lang="en-MY" dirty="0"/>
                  <a:t>C</a:t>
                </a:r>
              </a:p>
            </p:txBody>
          </p:sp>
          <p:cxnSp>
            <p:nvCxnSpPr>
              <p:cNvPr id="21" name="Straight Connector 7">
                <a:extLst>
                  <a:ext uri="{FF2B5EF4-FFF2-40B4-BE49-F238E27FC236}">
                    <a16:creationId xmlns:a16="http://schemas.microsoft.com/office/drawing/2014/main" id="{D043509C-E2C9-B16B-26D8-54400372826B}"/>
                  </a:ext>
                </a:extLst>
              </p:cNvPr>
              <p:cNvCxnSpPr>
                <a:cxnSpLocks noChangeShapeType="1"/>
              </p:cNvCxnSpPr>
              <p:nvPr/>
            </p:nvCxnSpPr>
            <p:spPr bwMode="auto">
              <a:xfrm>
                <a:off x="2134631" y="2474473"/>
                <a:ext cx="215886" cy="0"/>
              </a:xfrm>
              <a:prstGeom prst="line">
                <a:avLst/>
              </a:prstGeom>
              <a:ln>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grpSp>
        <p:grpSp>
          <p:nvGrpSpPr>
            <p:cNvPr id="39" name="Group 38">
              <a:extLst>
                <a:ext uri="{FF2B5EF4-FFF2-40B4-BE49-F238E27FC236}">
                  <a16:creationId xmlns:a16="http://schemas.microsoft.com/office/drawing/2014/main" id="{59396E86-669D-F5E4-575C-A7A6AAE5167A}"/>
                </a:ext>
              </a:extLst>
            </p:cNvPr>
            <p:cNvGrpSpPr/>
            <p:nvPr/>
          </p:nvGrpSpPr>
          <p:grpSpPr>
            <a:xfrm>
              <a:off x="4751817" y="3847264"/>
              <a:ext cx="338554" cy="400110"/>
              <a:chOff x="4572000" y="3721005"/>
              <a:chExt cx="338554" cy="400110"/>
            </a:xfrm>
          </p:grpSpPr>
          <p:sp>
            <p:nvSpPr>
              <p:cNvPr id="23" name="TextBox 22">
                <a:extLst>
                  <a:ext uri="{FF2B5EF4-FFF2-40B4-BE49-F238E27FC236}">
                    <a16:creationId xmlns:a16="http://schemas.microsoft.com/office/drawing/2014/main" id="{66FB4BDC-92D6-ACED-561B-E9BF16DB73BB}"/>
                  </a:ext>
                </a:extLst>
              </p:cNvPr>
              <p:cNvSpPr txBox="1"/>
              <p:nvPr/>
            </p:nvSpPr>
            <p:spPr>
              <a:xfrm>
                <a:off x="4572000" y="3721005"/>
                <a:ext cx="338554" cy="400110"/>
              </a:xfrm>
              <a:prstGeom prst="rect">
                <a:avLst/>
              </a:prstGeom>
              <a:noFill/>
            </p:spPr>
            <p:txBody>
              <a:bodyPr wrap="none" rtlCol="0">
                <a:spAutoFit/>
              </a:bodyPr>
              <a:lstStyle/>
              <a:p>
                <a:r>
                  <a:rPr lang="en-MY" dirty="0"/>
                  <a:t>B</a:t>
                </a:r>
              </a:p>
            </p:txBody>
          </p:sp>
          <p:cxnSp>
            <p:nvCxnSpPr>
              <p:cNvPr id="24" name="Straight Connector 7">
                <a:extLst>
                  <a:ext uri="{FF2B5EF4-FFF2-40B4-BE49-F238E27FC236}">
                    <a16:creationId xmlns:a16="http://schemas.microsoft.com/office/drawing/2014/main" id="{AB226CCC-8969-B79E-24D6-E6031B6A9B30}"/>
                  </a:ext>
                </a:extLst>
              </p:cNvPr>
              <p:cNvCxnSpPr>
                <a:cxnSpLocks noChangeShapeType="1"/>
              </p:cNvCxnSpPr>
              <p:nvPr/>
            </p:nvCxnSpPr>
            <p:spPr bwMode="auto">
              <a:xfrm>
                <a:off x="4624501" y="3756833"/>
                <a:ext cx="215886" cy="0"/>
              </a:xfrm>
              <a:prstGeom prst="line">
                <a:avLst/>
              </a:prstGeom>
              <a:ln>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grpSp>
        <p:grpSp>
          <p:nvGrpSpPr>
            <p:cNvPr id="38" name="Group 37">
              <a:extLst>
                <a:ext uri="{FF2B5EF4-FFF2-40B4-BE49-F238E27FC236}">
                  <a16:creationId xmlns:a16="http://schemas.microsoft.com/office/drawing/2014/main" id="{B7ED2577-D26E-BD69-57C2-03D602B84E26}"/>
                </a:ext>
              </a:extLst>
            </p:cNvPr>
            <p:cNvGrpSpPr/>
            <p:nvPr/>
          </p:nvGrpSpPr>
          <p:grpSpPr>
            <a:xfrm>
              <a:off x="4712345" y="5498187"/>
              <a:ext cx="338554" cy="400110"/>
              <a:chOff x="4532528" y="5371928"/>
              <a:chExt cx="338554" cy="400110"/>
            </a:xfrm>
          </p:grpSpPr>
          <p:sp>
            <p:nvSpPr>
              <p:cNvPr id="26" name="TextBox 25">
                <a:extLst>
                  <a:ext uri="{FF2B5EF4-FFF2-40B4-BE49-F238E27FC236}">
                    <a16:creationId xmlns:a16="http://schemas.microsoft.com/office/drawing/2014/main" id="{97F7FA75-28B0-F121-AD8A-B31925315CC6}"/>
                  </a:ext>
                </a:extLst>
              </p:cNvPr>
              <p:cNvSpPr txBox="1"/>
              <p:nvPr/>
            </p:nvSpPr>
            <p:spPr>
              <a:xfrm>
                <a:off x="4532528" y="5371928"/>
                <a:ext cx="338554" cy="400110"/>
              </a:xfrm>
              <a:prstGeom prst="rect">
                <a:avLst/>
              </a:prstGeom>
              <a:noFill/>
            </p:spPr>
            <p:txBody>
              <a:bodyPr wrap="none" rtlCol="0">
                <a:spAutoFit/>
              </a:bodyPr>
              <a:lstStyle/>
              <a:p>
                <a:r>
                  <a:rPr lang="en-MY" dirty="0"/>
                  <a:t>B</a:t>
                </a:r>
              </a:p>
            </p:txBody>
          </p:sp>
          <p:cxnSp>
            <p:nvCxnSpPr>
              <p:cNvPr id="27" name="Straight Connector 7">
                <a:extLst>
                  <a:ext uri="{FF2B5EF4-FFF2-40B4-BE49-F238E27FC236}">
                    <a16:creationId xmlns:a16="http://schemas.microsoft.com/office/drawing/2014/main" id="{E991C3A0-256F-3C11-4838-D09F78D56430}"/>
                  </a:ext>
                </a:extLst>
              </p:cNvPr>
              <p:cNvCxnSpPr>
                <a:cxnSpLocks noChangeShapeType="1"/>
              </p:cNvCxnSpPr>
              <p:nvPr/>
            </p:nvCxnSpPr>
            <p:spPr bwMode="auto">
              <a:xfrm>
                <a:off x="4585029" y="5407756"/>
                <a:ext cx="215886" cy="0"/>
              </a:xfrm>
              <a:prstGeom prst="line">
                <a:avLst/>
              </a:prstGeom>
              <a:ln>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grpSp>
        <p:grpSp>
          <p:nvGrpSpPr>
            <p:cNvPr id="37" name="Group 36">
              <a:extLst>
                <a:ext uri="{FF2B5EF4-FFF2-40B4-BE49-F238E27FC236}">
                  <a16:creationId xmlns:a16="http://schemas.microsoft.com/office/drawing/2014/main" id="{534E3D9B-FB05-F580-E201-78AAB08FC1BD}"/>
                </a:ext>
              </a:extLst>
            </p:cNvPr>
            <p:cNvGrpSpPr/>
            <p:nvPr/>
          </p:nvGrpSpPr>
          <p:grpSpPr>
            <a:xfrm>
              <a:off x="1871497" y="5905355"/>
              <a:ext cx="359394" cy="400110"/>
              <a:chOff x="1691680" y="5779096"/>
              <a:chExt cx="359394" cy="400110"/>
            </a:xfrm>
          </p:grpSpPr>
          <p:sp>
            <p:nvSpPr>
              <p:cNvPr id="29" name="TextBox 28">
                <a:extLst>
                  <a:ext uri="{FF2B5EF4-FFF2-40B4-BE49-F238E27FC236}">
                    <a16:creationId xmlns:a16="http://schemas.microsoft.com/office/drawing/2014/main" id="{691316B3-7290-B401-B395-F934F3588297}"/>
                  </a:ext>
                </a:extLst>
              </p:cNvPr>
              <p:cNvSpPr txBox="1"/>
              <p:nvPr/>
            </p:nvSpPr>
            <p:spPr>
              <a:xfrm>
                <a:off x="1691680" y="5779096"/>
                <a:ext cx="359394" cy="400110"/>
              </a:xfrm>
              <a:prstGeom prst="rect">
                <a:avLst/>
              </a:prstGeom>
              <a:noFill/>
            </p:spPr>
            <p:txBody>
              <a:bodyPr wrap="none" rtlCol="0">
                <a:spAutoFit/>
              </a:bodyPr>
              <a:lstStyle/>
              <a:p>
                <a:r>
                  <a:rPr lang="en-MY" dirty="0"/>
                  <a:t>D</a:t>
                </a:r>
              </a:p>
            </p:txBody>
          </p:sp>
          <p:cxnSp>
            <p:nvCxnSpPr>
              <p:cNvPr id="30" name="Straight Connector 7">
                <a:extLst>
                  <a:ext uri="{FF2B5EF4-FFF2-40B4-BE49-F238E27FC236}">
                    <a16:creationId xmlns:a16="http://schemas.microsoft.com/office/drawing/2014/main" id="{6B38C71B-71D1-052B-22A9-BAC06F18EF23}"/>
                  </a:ext>
                </a:extLst>
              </p:cNvPr>
              <p:cNvCxnSpPr>
                <a:cxnSpLocks noChangeShapeType="1"/>
              </p:cNvCxnSpPr>
              <p:nvPr/>
            </p:nvCxnSpPr>
            <p:spPr bwMode="auto">
              <a:xfrm>
                <a:off x="1744181" y="5814924"/>
                <a:ext cx="215886" cy="0"/>
              </a:xfrm>
              <a:prstGeom prst="line">
                <a:avLst/>
              </a:prstGeom>
              <a:ln>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grpSp>
        <p:grpSp>
          <p:nvGrpSpPr>
            <p:cNvPr id="36" name="Group 35">
              <a:extLst>
                <a:ext uri="{FF2B5EF4-FFF2-40B4-BE49-F238E27FC236}">
                  <a16:creationId xmlns:a16="http://schemas.microsoft.com/office/drawing/2014/main" id="{023140F3-B66E-C22C-8DE6-21ED05268575}"/>
                </a:ext>
              </a:extLst>
            </p:cNvPr>
            <p:cNvGrpSpPr/>
            <p:nvPr/>
          </p:nvGrpSpPr>
          <p:grpSpPr>
            <a:xfrm>
              <a:off x="4091524" y="5931522"/>
              <a:ext cx="359394" cy="400110"/>
              <a:chOff x="3911707" y="5805263"/>
              <a:chExt cx="359394" cy="400110"/>
            </a:xfrm>
          </p:grpSpPr>
          <p:sp>
            <p:nvSpPr>
              <p:cNvPr id="32" name="TextBox 31">
                <a:extLst>
                  <a:ext uri="{FF2B5EF4-FFF2-40B4-BE49-F238E27FC236}">
                    <a16:creationId xmlns:a16="http://schemas.microsoft.com/office/drawing/2014/main" id="{F3149B4C-2CB9-A516-FAF3-4864840A8B1F}"/>
                  </a:ext>
                </a:extLst>
              </p:cNvPr>
              <p:cNvSpPr txBox="1"/>
              <p:nvPr/>
            </p:nvSpPr>
            <p:spPr>
              <a:xfrm>
                <a:off x="3911707" y="5805263"/>
                <a:ext cx="359394" cy="400110"/>
              </a:xfrm>
              <a:prstGeom prst="rect">
                <a:avLst/>
              </a:prstGeom>
              <a:noFill/>
            </p:spPr>
            <p:txBody>
              <a:bodyPr wrap="none" rtlCol="0">
                <a:spAutoFit/>
              </a:bodyPr>
              <a:lstStyle/>
              <a:p>
                <a:r>
                  <a:rPr lang="en-MY" dirty="0"/>
                  <a:t>D</a:t>
                </a:r>
              </a:p>
            </p:txBody>
          </p:sp>
          <p:cxnSp>
            <p:nvCxnSpPr>
              <p:cNvPr id="33" name="Straight Connector 7">
                <a:extLst>
                  <a:ext uri="{FF2B5EF4-FFF2-40B4-BE49-F238E27FC236}">
                    <a16:creationId xmlns:a16="http://schemas.microsoft.com/office/drawing/2014/main" id="{D4AA22C3-9D36-B771-8B44-4BD5A8942908}"/>
                  </a:ext>
                </a:extLst>
              </p:cNvPr>
              <p:cNvCxnSpPr>
                <a:cxnSpLocks noChangeShapeType="1"/>
              </p:cNvCxnSpPr>
              <p:nvPr/>
            </p:nvCxnSpPr>
            <p:spPr bwMode="auto">
              <a:xfrm>
                <a:off x="3964208" y="5841091"/>
                <a:ext cx="215886" cy="0"/>
              </a:xfrm>
              <a:prstGeom prst="line">
                <a:avLst/>
              </a:prstGeom>
              <a:ln>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grpSp>
      </p:grpSp>
      <p:sp>
        <p:nvSpPr>
          <p:cNvPr id="34" name="TextBox 33">
            <a:extLst>
              <a:ext uri="{FF2B5EF4-FFF2-40B4-BE49-F238E27FC236}">
                <a16:creationId xmlns:a16="http://schemas.microsoft.com/office/drawing/2014/main" id="{56C094CF-1495-B29E-EBB6-B6954458D77A}"/>
              </a:ext>
            </a:extLst>
          </p:cNvPr>
          <p:cNvSpPr txBox="1"/>
          <p:nvPr/>
        </p:nvSpPr>
        <p:spPr>
          <a:xfrm>
            <a:off x="2921651" y="6367193"/>
            <a:ext cx="359394" cy="400110"/>
          </a:xfrm>
          <a:prstGeom prst="rect">
            <a:avLst/>
          </a:prstGeom>
          <a:noFill/>
        </p:spPr>
        <p:txBody>
          <a:bodyPr wrap="none" rtlCol="0">
            <a:spAutoFit/>
          </a:bodyPr>
          <a:lstStyle/>
          <a:p>
            <a:r>
              <a:rPr lang="en-MY" dirty="0"/>
              <a:t>D</a:t>
            </a:r>
          </a:p>
        </p:txBody>
      </p:sp>
      <p:sp>
        <p:nvSpPr>
          <p:cNvPr id="35" name="TextBox 34">
            <a:extLst>
              <a:ext uri="{FF2B5EF4-FFF2-40B4-BE49-F238E27FC236}">
                <a16:creationId xmlns:a16="http://schemas.microsoft.com/office/drawing/2014/main" id="{83FD86A6-F056-C577-44DE-674ACBBB5C50}"/>
              </a:ext>
            </a:extLst>
          </p:cNvPr>
          <p:cNvSpPr txBox="1"/>
          <p:nvPr/>
        </p:nvSpPr>
        <p:spPr>
          <a:xfrm>
            <a:off x="3665582" y="2581979"/>
            <a:ext cx="338554" cy="400110"/>
          </a:xfrm>
          <a:prstGeom prst="rect">
            <a:avLst/>
          </a:prstGeom>
          <a:noFill/>
        </p:spPr>
        <p:txBody>
          <a:bodyPr wrap="none" rtlCol="0">
            <a:spAutoFit/>
          </a:bodyPr>
          <a:lstStyle/>
          <a:p>
            <a:r>
              <a:rPr lang="en-MY" dirty="0"/>
              <a:t>C</a:t>
            </a:r>
          </a:p>
        </p:txBody>
      </p:sp>
      <p:sp>
        <p:nvSpPr>
          <p:cNvPr id="44" name="TextBox 43">
            <a:extLst>
              <a:ext uri="{FF2B5EF4-FFF2-40B4-BE49-F238E27FC236}">
                <a16:creationId xmlns:a16="http://schemas.microsoft.com/office/drawing/2014/main" id="{77A952F7-BA91-1CA6-E441-D63B49C70BB9}"/>
              </a:ext>
            </a:extLst>
          </p:cNvPr>
          <p:cNvSpPr txBox="1"/>
          <p:nvPr/>
        </p:nvSpPr>
        <p:spPr>
          <a:xfrm>
            <a:off x="2482787" y="2038610"/>
            <a:ext cx="742511" cy="400110"/>
          </a:xfrm>
          <a:prstGeom prst="rect">
            <a:avLst/>
          </a:prstGeom>
          <a:noFill/>
        </p:spPr>
        <p:txBody>
          <a:bodyPr wrap="none" rtlCol="0">
            <a:spAutoFit/>
          </a:bodyPr>
          <a:lstStyle/>
          <a:p>
            <a:r>
              <a:rPr lang="en-MY" dirty="0"/>
              <a:t>0101</a:t>
            </a:r>
          </a:p>
        </p:txBody>
      </p:sp>
      <p:sp>
        <p:nvSpPr>
          <p:cNvPr id="45" name="TextBox 44">
            <a:extLst>
              <a:ext uri="{FF2B5EF4-FFF2-40B4-BE49-F238E27FC236}">
                <a16:creationId xmlns:a16="http://schemas.microsoft.com/office/drawing/2014/main" id="{9BD4CC1F-0EE6-DB4D-0D69-D86FC2B45E68}"/>
              </a:ext>
            </a:extLst>
          </p:cNvPr>
          <p:cNvSpPr txBox="1"/>
          <p:nvPr/>
        </p:nvSpPr>
        <p:spPr>
          <a:xfrm>
            <a:off x="3862007" y="2052899"/>
            <a:ext cx="742511" cy="400110"/>
          </a:xfrm>
          <a:prstGeom prst="rect">
            <a:avLst/>
          </a:prstGeom>
          <a:noFill/>
        </p:spPr>
        <p:txBody>
          <a:bodyPr wrap="none" rtlCol="0">
            <a:spAutoFit/>
          </a:bodyPr>
          <a:lstStyle/>
          <a:p>
            <a:r>
              <a:rPr lang="en-MY" dirty="0"/>
              <a:t>0111</a:t>
            </a:r>
          </a:p>
        </p:txBody>
      </p:sp>
      <p:sp>
        <p:nvSpPr>
          <p:cNvPr id="46" name="TextBox 45">
            <a:extLst>
              <a:ext uri="{FF2B5EF4-FFF2-40B4-BE49-F238E27FC236}">
                <a16:creationId xmlns:a16="http://schemas.microsoft.com/office/drawing/2014/main" id="{257D4111-0343-715E-BE9F-6D348BA202D6}"/>
              </a:ext>
            </a:extLst>
          </p:cNvPr>
          <p:cNvSpPr txBox="1"/>
          <p:nvPr/>
        </p:nvSpPr>
        <p:spPr>
          <a:xfrm>
            <a:off x="5319683" y="2072869"/>
            <a:ext cx="881973" cy="400110"/>
          </a:xfrm>
          <a:prstGeom prst="rect">
            <a:avLst/>
          </a:prstGeom>
          <a:noFill/>
        </p:spPr>
        <p:txBody>
          <a:bodyPr wrap="none" rtlCol="0">
            <a:spAutoFit/>
          </a:bodyPr>
          <a:lstStyle/>
          <a:p>
            <a:r>
              <a:rPr lang="en-MY" dirty="0"/>
              <a:t>11101</a:t>
            </a:r>
          </a:p>
        </p:txBody>
      </p:sp>
      <p:sp>
        <p:nvSpPr>
          <p:cNvPr id="47" name="TextBox 46">
            <a:extLst>
              <a:ext uri="{FF2B5EF4-FFF2-40B4-BE49-F238E27FC236}">
                <a16:creationId xmlns:a16="http://schemas.microsoft.com/office/drawing/2014/main" id="{ABD5EB7B-EBBB-240D-7EBF-8CA1E482720D}"/>
              </a:ext>
            </a:extLst>
          </p:cNvPr>
          <p:cNvSpPr txBox="1"/>
          <p:nvPr/>
        </p:nvSpPr>
        <p:spPr>
          <a:xfrm>
            <a:off x="6610333" y="2059072"/>
            <a:ext cx="742511" cy="400110"/>
          </a:xfrm>
          <a:prstGeom prst="rect">
            <a:avLst/>
          </a:prstGeom>
          <a:noFill/>
        </p:spPr>
        <p:txBody>
          <a:bodyPr wrap="none" rtlCol="0">
            <a:spAutoFit/>
          </a:bodyPr>
          <a:lstStyle/>
          <a:p>
            <a:r>
              <a:rPr lang="en-MY" dirty="0"/>
              <a:t>1111</a:t>
            </a:r>
          </a:p>
        </p:txBody>
      </p:sp>
      <p:sp>
        <p:nvSpPr>
          <p:cNvPr id="48" name="TextBox 47">
            <a:extLst>
              <a:ext uri="{FF2B5EF4-FFF2-40B4-BE49-F238E27FC236}">
                <a16:creationId xmlns:a16="http://schemas.microsoft.com/office/drawing/2014/main" id="{78B60DEB-1D1F-45BC-52BA-FE754B8B1DE2}"/>
              </a:ext>
            </a:extLst>
          </p:cNvPr>
          <p:cNvSpPr txBox="1"/>
          <p:nvPr/>
        </p:nvSpPr>
        <p:spPr>
          <a:xfrm>
            <a:off x="4953526" y="4677568"/>
            <a:ext cx="338554" cy="400110"/>
          </a:xfrm>
          <a:prstGeom prst="rect">
            <a:avLst/>
          </a:prstGeom>
          <a:noFill/>
        </p:spPr>
        <p:txBody>
          <a:bodyPr wrap="none" rtlCol="0">
            <a:spAutoFit/>
          </a:bodyPr>
          <a:lstStyle/>
          <a:p>
            <a:r>
              <a:rPr lang="en-MY" dirty="0"/>
              <a:t>B</a:t>
            </a:r>
          </a:p>
        </p:txBody>
      </p:sp>
      <p:sp>
        <p:nvSpPr>
          <p:cNvPr id="50" name="TextBox 49">
            <a:extLst>
              <a:ext uri="{FF2B5EF4-FFF2-40B4-BE49-F238E27FC236}">
                <a16:creationId xmlns:a16="http://schemas.microsoft.com/office/drawing/2014/main" id="{7AFD7B43-09AE-774E-E887-82D567464A0F}"/>
              </a:ext>
            </a:extLst>
          </p:cNvPr>
          <p:cNvSpPr txBox="1"/>
          <p:nvPr/>
        </p:nvSpPr>
        <p:spPr>
          <a:xfrm>
            <a:off x="3281045" y="4387352"/>
            <a:ext cx="324128" cy="400110"/>
          </a:xfrm>
          <a:prstGeom prst="rect">
            <a:avLst/>
          </a:prstGeom>
          <a:noFill/>
        </p:spPr>
        <p:txBody>
          <a:bodyPr wrap="none" rtlCol="0">
            <a:spAutoFit/>
          </a:bodyPr>
          <a:lstStyle/>
          <a:p>
            <a:r>
              <a:rPr lang="en-MY" dirty="0"/>
              <a:t>1</a:t>
            </a:r>
          </a:p>
        </p:txBody>
      </p:sp>
      <p:sp>
        <p:nvSpPr>
          <p:cNvPr id="51" name="TextBox 50">
            <a:extLst>
              <a:ext uri="{FF2B5EF4-FFF2-40B4-BE49-F238E27FC236}">
                <a16:creationId xmlns:a16="http://schemas.microsoft.com/office/drawing/2014/main" id="{5133FFB5-6246-828B-1DD9-77413CDC3E52}"/>
              </a:ext>
            </a:extLst>
          </p:cNvPr>
          <p:cNvSpPr txBox="1"/>
          <p:nvPr/>
        </p:nvSpPr>
        <p:spPr>
          <a:xfrm>
            <a:off x="2601837" y="4371520"/>
            <a:ext cx="324128" cy="400110"/>
          </a:xfrm>
          <a:prstGeom prst="rect">
            <a:avLst/>
          </a:prstGeom>
          <a:noFill/>
        </p:spPr>
        <p:txBody>
          <a:bodyPr wrap="none" rtlCol="0">
            <a:spAutoFit/>
          </a:bodyPr>
          <a:lstStyle/>
          <a:p>
            <a:r>
              <a:rPr lang="en-MY" dirty="0"/>
              <a:t>1</a:t>
            </a:r>
          </a:p>
        </p:txBody>
      </p:sp>
      <p:sp>
        <p:nvSpPr>
          <p:cNvPr id="52" name="TextBox 51">
            <a:extLst>
              <a:ext uri="{FF2B5EF4-FFF2-40B4-BE49-F238E27FC236}">
                <a16:creationId xmlns:a16="http://schemas.microsoft.com/office/drawing/2014/main" id="{C00B6C50-7CEA-FAA5-2A5C-6901418C05CC}"/>
              </a:ext>
            </a:extLst>
          </p:cNvPr>
          <p:cNvSpPr txBox="1"/>
          <p:nvPr/>
        </p:nvSpPr>
        <p:spPr>
          <a:xfrm>
            <a:off x="2597523" y="4870617"/>
            <a:ext cx="324128" cy="400110"/>
          </a:xfrm>
          <a:prstGeom prst="rect">
            <a:avLst/>
          </a:prstGeom>
          <a:noFill/>
        </p:spPr>
        <p:txBody>
          <a:bodyPr wrap="none" rtlCol="0">
            <a:spAutoFit/>
          </a:bodyPr>
          <a:lstStyle/>
          <a:p>
            <a:r>
              <a:rPr lang="en-MY" dirty="0"/>
              <a:t>1</a:t>
            </a:r>
          </a:p>
        </p:txBody>
      </p:sp>
      <p:sp>
        <p:nvSpPr>
          <p:cNvPr id="53" name="TextBox 52">
            <a:extLst>
              <a:ext uri="{FF2B5EF4-FFF2-40B4-BE49-F238E27FC236}">
                <a16:creationId xmlns:a16="http://schemas.microsoft.com/office/drawing/2014/main" id="{F012F04C-614D-AE04-3A77-299EB17C917D}"/>
              </a:ext>
            </a:extLst>
          </p:cNvPr>
          <p:cNvSpPr txBox="1"/>
          <p:nvPr/>
        </p:nvSpPr>
        <p:spPr>
          <a:xfrm>
            <a:off x="3286587" y="4842072"/>
            <a:ext cx="324128" cy="400110"/>
          </a:xfrm>
          <a:prstGeom prst="rect">
            <a:avLst/>
          </a:prstGeom>
          <a:noFill/>
        </p:spPr>
        <p:txBody>
          <a:bodyPr wrap="none" rtlCol="0">
            <a:spAutoFit/>
          </a:bodyPr>
          <a:lstStyle/>
          <a:p>
            <a:r>
              <a:rPr lang="en-MY" dirty="0"/>
              <a:t>1</a:t>
            </a:r>
          </a:p>
        </p:txBody>
      </p:sp>
      <p:sp>
        <p:nvSpPr>
          <p:cNvPr id="2" name="Slide Number Placeholder 1">
            <a:extLst>
              <a:ext uri="{FF2B5EF4-FFF2-40B4-BE49-F238E27FC236}">
                <a16:creationId xmlns:a16="http://schemas.microsoft.com/office/drawing/2014/main" id="{D0AFC43C-5E9C-EFF3-1848-4F41128748F2}"/>
              </a:ext>
            </a:extLst>
          </p:cNvPr>
          <p:cNvSpPr>
            <a:spLocks noGrp="1"/>
          </p:cNvSpPr>
          <p:nvPr>
            <p:ph type="sldNum" sz="quarter" idx="12"/>
          </p:nvPr>
        </p:nvSpPr>
        <p:spPr/>
        <p:txBody>
          <a:bodyPr/>
          <a:lstStyle/>
          <a:p>
            <a:pPr>
              <a:defRPr/>
            </a:pPr>
            <a:fld id="{B8AD9B9C-0E5B-4825-AA18-F26ABB6A6054}" type="slidenum">
              <a:rPr lang="en-US" altLang="en-US" smtClean="0"/>
              <a:pPr>
                <a:defRPr/>
              </a:pPr>
              <a:t>76</a:t>
            </a:fld>
            <a:endParaRPr lang="en-US"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500" fill="hold"/>
                                        <p:tgtEl>
                                          <p:spTgt spid="45"/>
                                        </p:tgtEl>
                                        <p:attrNameLst>
                                          <p:attrName>ppt_x</p:attrName>
                                        </p:attrNameLst>
                                      </p:cBhvr>
                                      <p:tavLst>
                                        <p:tav tm="0">
                                          <p:val>
                                            <p:strVal val="#ppt_x"/>
                                          </p:val>
                                        </p:tav>
                                        <p:tav tm="100000">
                                          <p:val>
                                            <p:strVal val="#ppt_x"/>
                                          </p:val>
                                        </p:tav>
                                      </p:tavLst>
                                    </p:anim>
                                    <p:anim calcmode="lin" valueType="num">
                                      <p:cBhvr additive="base">
                                        <p:cTn id="12" dur="500" fill="hold"/>
                                        <p:tgtEl>
                                          <p:spTgt spid="4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500" fill="hold"/>
                                        <p:tgtEl>
                                          <p:spTgt spid="46"/>
                                        </p:tgtEl>
                                        <p:attrNameLst>
                                          <p:attrName>ppt_x</p:attrName>
                                        </p:attrNameLst>
                                      </p:cBhvr>
                                      <p:tavLst>
                                        <p:tav tm="0">
                                          <p:val>
                                            <p:strVal val="#ppt_x"/>
                                          </p:val>
                                        </p:tav>
                                        <p:tav tm="100000">
                                          <p:val>
                                            <p:strVal val="#ppt_x"/>
                                          </p:val>
                                        </p:tav>
                                      </p:tavLst>
                                    </p:anim>
                                    <p:anim calcmode="lin" valueType="num">
                                      <p:cBhvr additive="base">
                                        <p:cTn id="16" dur="500" fill="hold"/>
                                        <p:tgtEl>
                                          <p:spTgt spid="4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ppt_x"/>
                                          </p:val>
                                        </p:tav>
                                        <p:tav tm="100000">
                                          <p:val>
                                            <p:strVal val="#ppt_x"/>
                                          </p:val>
                                        </p:tav>
                                      </p:tavLst>
                                    </p:anim>
                                    <p:anim calcmode="lin" valueType="num">
                                      <p:cBhvr additive="base">
                                        <p:cTn id="20"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ppt_x"/>
                                          </p:val>
                                        </p:tav>
                                        <p:tav tm="100000">
                                          <p:val>
                                            <p:strVal val="#ppt_x"/>
                                          </p:val>
                                        </p:tav>
                                      </p:tavLst>
                                    </p:anim>
                                    <p:anim calcmode="lin" valueType="num">
                                      <p:cBhvr additive="base">
                                        <p:cTn id="46" dur="500" fill="hold"/>
                                        <p:tgtEl>
                                          <p:spTgt spid="1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ppt_x"/>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49"/>
                                        </p:tgtEl>
                                        <p:attrNameLst>
                                          <p:attrName>style.visibility</p:attrName>
                                        </p:attrNameLst>
                                      </p:cBhvr>
                                      <p:to>
                                        <p:strVal val="visible"/>
                                      </p:to>
                                    </p:set>
                                    <p:anim calcmode="lin" valueType="num">
                                      <p:cBhvr additive="base">
                                        <p:cTn id="57" dur="500" fill="hold"/>
                                        <p:tgtEl>
                                          <p:spTgt spid="49"/>
                                        </p:tgtEl>
                                        <p:attrNameLst>
                                          <p:attrName>ppt_x</p:attrName>
                                        </p:attrNameLst>
                                      </p:cBhvr>
                                      <p:tavLst>
                                        <p:tav tm="0">
                                          <p:val>
                                            <p:strVal val="#ppt_x"/>
                                          </p:val>
                                        </p:tav>
                                        <p:tav tm="100000">
                                          <p:val>
                                            <p:strVal val="#ppt_x"/>
                                          </p:val>
                                        </p:tav>
                                      </p:tavLst>
                                    </p:anim>
                                    <p:anim calcmode="lin" valueType="num">
                                      <p:cBhvr additive="base">
                                        <p:cTn id="58" dur="500" fill="hold"/>
                                        <p:tgtEl>
                                          <p:spTgt spid="49"/>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4"/>
                                        </p:tgtEl>
                                        <p:attrNameLst>
                                          <p:attrName>style.visibility</p:attrName>
                                        </p:attrNameLst>
                                      </p:cBhvr>
                                      <p:to>
                                        <p:strVal val="visible"/>
                                      </p:to>
                                    </p:set>
                                    <p:anim calcmode="lin" valueType="num">
                                      <p:cBhvr additive="base">
                                        <p:cTn id="61" dur="500" fill="hold"/>
                                        <p:tgtEl>
                                          <p:spTgt spid="34"/>
                                        </p:tgtEl>
                                        <p:attrNameLst>
                                          <p:attrName>ppt_x</p:attrName>
                                        </p:attrNameLst>
                                      </p:cBhvr>
                                      <p:tavLst>
                                        <p:tav tm="0">
                                          <p:val>
                                            <p:strVal val="#ppt_x"/>
                                          </p:val>
                                        </p:tav>
                                        <p:tav tm="100000">
                                          <p:val>
                                            <p:strVal val="#ppt_x"/>
                                          </p:val>
                                        </p:tav>
                                      </p:tavLst>
                                    </p:anim>
                                    <p:anim calcmode="lin" valueType="num">
                                      <p:cBhvr additive="base">
                                        <p:cTn id="62" dur="500" fill="hold"/>
                                        <p:tgtEl>
                                          <p:spTgt spid="34"/>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anim calcmode="lin" valueType="num">
                                      <p:cBhvr additive="base">
                                        <p:cTn id="65" dur="500" fill="hold"/>
                                        <p:tgtEl>
                                          <p:spTgt spid="35"/>
                                        </p:tgtEl>
                                        <p:attrNameLst>
                                          <p:attrName>ppt_x</p:attrName>
                                        </p:attrNameLst>
                                      </p:cBhvr>
                                      <p:tavLst>
                                        <p:tav tm="0">
                                          <p:val>
                                            <p:strVal val="#ppt_x"/>
                                          </p:val>
                                        </p:tav>
                                        <p:tav tm="100000">
                                          <p:val>
                                            <p:strVal val="#ppt_x"/>
                                          </p:val>
                                        </p:tav>
                                      </p:tavLst>
                                    </p:anim>
                                    <p:anim calcmode="lin" valueType="num">
                                      <p:cBhvr additive="base">
                                        <p:cTn id="66" dur="500" fill="hold"/>
                                        <p:tgtEl>
                                          <p:spTgt spid="35"/>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48"/>
                                        </p:tgtEl>
                                        <p:attrNameLst>
                                          <p:attrName>style.visibility</p:attrName>
                                        </p:attrNameLst>
                                      </p:cBhvr>
                                      <p:to>
                                        <p:strVal val="visible"/>
                                      </p:to>
                                    </p:set>
                                    <p:anim calcmode="lin" valueType="num">
                                      <p:cBhvr additive="base">
                                        <p:cTn id="69" dur="500" fill="hold"/>
                                        <p:tgtEl>
                                          <p:spTgt spid="48"/>
                                        </p:tgtEl>
                                        <p:attrNameLst>
                                          <p:attrName>ppt_x</p:attrName>
                                        </p:attrNameLst>
                                      </p:cBhvr>
                                      <p:tavLst>
                                        <p:tav tm="0">
                                          <p:val>
                                            <p:strVal val="#ppt_x"/>
                                          </p:val>
                                        </p:tav>
                                        <p:tav tm="100000">
                                          <p:val>
                                            <p:strVal val="#ppt_x"/>
                                          </p:val>
                                        </p:tav>
                                      </p:tavLst>
                                    </p:anim>
                                    <p:anim calcmode="lin" valueType="num">
                                      <p:cBhvr additive="base">
                                        <p:cTn id="7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51"/>
                                        </p:tgtEl>
                                        <p:attrNameLst>
                                          <p:attrName>style.visibility</p:attrName>
                                        </p:attrNameLst>
                                      </p:cBhvr>
                                      <p:to>
                                        <p:strVal val="visible"/>
                                      </p:to>
                                    </p:set>
                                    <p:animEffect transition="in" filter="fade">
                                      <p:cBhvr>
                                        <p:cTn id="75" dur="1000"/>
                                        <p:tgtEl>
                                          <p:spTgt spid="51"/>
                                        </p:tgtEl>
                                      </p:cBhvr>
                                    </p:animEffect>
                                    <p:anim calcmode="lin" valueType="num">
                                      <p:cBhvr>
                                        <p:cTn id="76" dur="1000" fill="hold"/>
                                        <p:tgtEl>
                                          <p:spTgt spid="51"/>
                                        </p:tgtEl>
                                        <p:attrNameLst>
                                          <p:attrName>ppt_x</p:attrName>
                                        </p:attrNameLst>
                                      </p:cBhvr>
                                      <p:tavLst>
                                        <p:tav tm="0">
                                          <p:val>
                                            <p:strVal val="#ppt_x"/>
                                          </p:val>
                                        </p:tav>
                                        <p:tav tm="100000">
                                          <p:val>
                                            <p:strVal val="#ppt_x"/>
                                          </p:val>
                                        </p:tav>
                                      </p:tavLst>
                                    </p:anim>
                                    <p:anim calcmode="lin" valueType="num">
                                      <p:cBhvr>
                                        <p:cTn id="77"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1000"/>
                                        <p:tgtEl>
                                          <p:spTgt spid="50"/>
                                        </p:tgtEl>
                                      </p:cBhvr>
                                    </p:animEffect>
                                    <p:anim calcmode="lin" valueType="num">
                                      <p:cBhvr>
                                        <p:cTn id="83" dur="1000" fill="hold"/>
                                        <p:tgtEl>
                                          <p:spTgt spid="50"/>
                                        </p:tgtEl>
                                        <p:attrNameLst>
                                          <p:attrName>ppt_x</p:attrName>
                                        </p:attrNameLst>
                                      </p:cBhvr>
                                      <p:tavLst>
                                        <p:tav tm="0">
                                          <p:val>
                                            <p:strVal val="#ppt_x"/>
                                          </p:val>
                                        </p:tav>
                                        <p:tav tm="100000">
                                          <p:val>
                                            <p:strVal val="#ppt_x"/>
                                          </p:val>
                                        </p:tav>
                                      </p:tavLst>
                                    </p:anim>
                                    <p:anim calcmode="lin" valueType="num">
                                      <p:cBhvr>
                                        <p:cTn id="84"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52"/>
                                        </p:tgtEl>
                                        <p:attrNameLst>
                                          <p:attrName>style.visibility</p:attrName>
                                        </p:attrNameLst>
                                      </p:cBhvr>
                                      <p:to>
                                        <p:strVal val="visible"/>
                                      </p:to>
                                    </p:set>
                                    <p:animEffect transition="in" filter="fade">
                                      <p:cBhvr>
                                        <p:cTn id="89" dur="1000"/>
                                        <p:tgtEl>
                                          <p:spTgt spid="52"/>
                                        </p:tgtEl>
                                      </p:cBhvr>
                                    </p:animEffect>
                                    <p:anim calcmode="lin" valueType="num">
                                      <p:cBhvr>
                                        <p:cTn id="90" dur="1000" fill="hold"/>
                                        <p:tgtEl>
                                          <p:spTgt spid="52"/>
                                        </p:tgtEl>
                                        <p:attrNameLst>
                                          <p:attrName>ppt_x</p:attrName>
                                        </p:attrNameLst>
                                      </p:cBhvr>
                                      <p:tavLst>
                                        <p:tav tm="0">
                                          <p:val>
                                            <p:strVal val="#ppt_x"/>
                                          </p:val>
                                        </p:tav>
                                        <p:tav tm="100000">
                                          <p:val>
                                            <p:strVal val="#ppt_x"/>
                                          </p:val>
                                        </p:tav>
                                      </p:tavLst>
                                    </p:anim>
                                    <p:anim calcmode="lin" valueType="num">
                                      <p:cBhvr>
                                        <p:cTn id="91"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53"/>
                                        </p:tgtEl>
                                        <p:attrNameLst>
                                          <p:attrName>style.visibility</p:attrName>
                                        </p:attrNameLst>
                                      </p:cBhvr>
                                      <p:to>
                                        <p:strVal val="visible"/>
                                      </p:to>
                                    </p:set>
                                    <p:animEffect transition="in" filter="fade">
                                      <p:cBhvr>
                                        <p:cTn id="96" dur="1000"/>
                                        <p:tgtEl>
                                          <p:spTgt spid="53"/>
                                        </p:tgtEl>
                                      </p:cBhvr>
                                    </p:animEffect>
                                    <p:anim calcmode="lin" valueType="num">
                                      <p:cBhvr>
                                        <p:cTn id="97" dur="1000" fill="hold"/>
                                        <p:tgtEl>
                                          <p:spTgt spid="53"/>
                                        </p:tgtEl>
                                        <p:attrNameLst>
                                          <p:attrName>ppt_x</p:attrName>
                                        </p:attrNameLst>
                                      </p:cBhvr>
                                      <p:tavLst>
                                        <p:tav tm="0">
                                          <p:val>
                                            <p:strVal val="#ppt_x"/>
                                          </p:val>
                                        </p:tav>
                                        <p:tav tm="100000">
                                          <p:val>
                                            <p:strVal val="#ppt_x"/>
                                          </p:val>
                                        </p:tav>
                                      </p:tavLst>
                                    </p:anim>
                                    <p:anim calcmode="lin" valueType="num">
                                      <p:cBhvr>
                                        <p:cTn id="98"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1" nodeType="clickEffect">
                                  <p:stCondLst>
                                    <p:cond delay="0"/>
                                  </p:stCondLst>
                                  <p:childTnLst>
                                    <p:set>
                                      <p:cBhvr>
                                        <p:cTn id="102" dur="1" fill="hold">
                                          <p:stCondLst>
                                            <p:cond delay="0"/>
                                          </p:stCondLst>
                                        </p:cTn>
                                        <p:tgtEl>
                                          <p:spTgt spid="10"/>
                                        </p:tgtEl>
                                        <p:attrNameLst>
                                          <p:attrName>style.visibility</p:attrName>
                                        </p:attrNameLst>
                                      </p:cBhvr>
                                      <p:to>
                                        <p:strVal val="visible"/>
                                      </p:to>
                                    </p:set>
                                    <p:anim calcmode="lin" valueType="num">
                                      <p:cBhvr additive="base">
                                        <p:cTn id="103" dur="500" fill="hold"/>
                                        <p:tgtEl>
                                          <p:spTgt spid="10"/>
                                        </p:tgtEl>
                                        <p:attrNameLst>
                                          <p:attrName>ppt_x</p:attrName>
                                        </p:attrNameLst>
                                      </p:cBhvr>
                                      <p:tavLst>
                                        <p:tav tm="0">
                                          <p:val>
                                            <p:strVal val="#ppt_x"/>
                                          </p:val>
                                        </p:tav>
                                        <p:tav tm="100000">
                                          <p:val>
                                            <p:strVal val="#ppt_x"/>
                                          </p:val>
                                        </p:tav>
                                      </p:tavLst>
                                    </p:anim>
                                    <p:anim calcmode="lin" valueType="num">
                                      <p:cBhvr additive="base">
                                        <p:cTn id="10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2" fill="hold" grpId="1" nodeType="clickEffect">
                                  <p:stCondLst>
                                    <p:cond delay="0"/>
                                  </p:stCondLst>
                                  <p:childTnLst>
                                    <p:set>
                                      <p:cBhvr>
                                        <p:cTn id="108" dur="1" fill="hold">
                                          <p:stCondLst>
                                            <p:cond delay="0"/>
                                          </p:stCondLst>
                                        </p:cTn>
                                        <p:tgtEl>
                                          <p:spTgt spid="41"/>
                                        </p:tgtEl>
                                        <p:attrNameLst>
                                          <p:attrName>style.visibility</p:attrName>
                                        </p:attrNameLst>
                                      </p:cBhvr>
                                      <p:to>
                                        <p:strVal val="visible"/>
                                      </p:to>
                                    </p:set>
                                    <p:anim calcmode="lin" valueType="num">
                                      <p:cBhvr additive="base">
                                        <p:cTn id="109" dur="500" fill="hold"/>
                                        <p:tgtEl>
                                          <p:spTgt spid="41"/>
                                        </p:tgtEl>
                                        <p:attrNameLst>
                                          <p:attrName>ppt_x</p:attrName>
                                        </p:attrNameLst>
                                      </p:cBhvr>
                                      <p:tavLst>
                                        <p:tav tm="0">
                                          <p:val>
                                            <p:strVal val="1+#ppt_w/2"/>
                                          </p:val>
                                        </p:tav>
                                        <p:tav tm="100000">
                                          <p:val>
                                            <p:strVal val="#ppt_x"/>
                                          </p:val>
                                        </p:tav>
                                      </p:tavLst>
                                    </p:anim>
                                    <p:anim calcmode="lin" valueType="num">
                                      <p:cBhvr additive="base">
                                        <p:cTn id="110"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41" grpId="0"/>
      <p:bldP spid="41" grpId="1"/>
      <p:bldP spid="7" grpId="0" animBg="1"/>
      <p:bldP spid="8" grpId="0" animBg="1"/>
      <p:bldP spid="11" grpId="0" animBg="1"/>
      <p:bldP spid="12" grpId="0" animBg="1"/>
      <p:bldP spid="13" grpId="0" animBg="1"/>
      <p:bldP spid="14" grpId="0" animBg="1"/>
      <p:bldP spid="15" grpId="0"/>
      <p:bldP spid="34" grpId="0"/>
      <p:bldP spid="35" grpId="0"/>
      <p:bldP spid="44" grpId="0"/>
      <p:bldP spid="45" grpId="0"/>
      <p:bldP spid="46" grpId="0"/>
      <p:bldP spid="47" grpId="0"/>
      <p:bldP spid="48" grpId="0"/>
      <p:bldP spid="50" grpId="0"/>
      <p:bldP spid="51" grpId="0"/>
      <p:bldP spid="52" grpId="0"/>
      <p:bldP spid="5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917F1E-0FF8-1A0C-C939-B7A8990AE53A}"/>
              </a:ext>
            </a:extLst>
          </p:cNvPr>
          <p:cNvSpPr>
            <a:spLocks noGrp="1"/>
          </p:cNvSpPr>
          <p:nvPr>
            <p:ph type="sldNum" sz="quarter" idx="12"/>
          </p:nvPr>
        </p:nvSpPr>
        <p:spPr/>
        <p:txBody>
          <a:bodyPr/>
          <a:lstStyle/>
          <a:p>
            <a:pPr>
              <a:defRPr/>
            </a:pPr>
            <a:fld id="{B8AD9B9C-0E5B-4825-AA18-F26ABB6A6054}" type="slidenum">
              <a:rPr lang="en-US" altLang="en-US" smtClean="0"/>
              <a:pPr>
                <a:defRPr/>
              </a:pPr>
              <a:t>77</a:t>
            </a:fld>
            <a:endParaRPr lang="en-US" altLang="en-US"/>
          </a:p>
        </p:txBody>
      </p:sp>
      <p:pic>
        <p:nvPicPr>
          <p:cNvPr id="6" name="Picture 5">
            <a:extLst>
              <a:ext uri="{FF2B5EF4-FFF2-40B4-BE49-F238E27FC236}">
                <a16:creationId xmlns:a16="http://schemas.microsoft.com/office/drawing/2014/main" id="{73428833-7A8C-D2BA-CA50-55840BE4E1DE}"/>
              </a:ext>
            </a:extLst>
          </p:cNvPr>
          <p:cNvPicPr>
            <a:picLocks noChangeAspect="1"/>
          </p:cNvPicPr>
          <p:nvPr/>
        </p:nvPicPr>
        <p:blipFill>
          <a:blip r:embed="rId2"/>
          <a:stretch>
            <a:fillRect/>
          </a:stretch>
        </p:blipFill>
        <p:spPr>
          <a:xfrm>
            <a:off x="539552" y="404664"/>
            <a:ext cx="7889828" cy="5688632"/>
          </a:xfrm>
          <a:prstGeom prst="rect">
            <a:avLst/>
          </a:prstGeom>
        </p:spPr>
      </p:pic>
      <p:sp>
        <p:nvSpPr>
          <p:cNvPr id="7" name="Rectangle 6">
            <a:extLst>
              <a:ext uri="{FF2B5EF4-FFF2-40B4-BE49-F238E27FC236}">
                <a16:creationId xmlns:a16="http://schemas.microsoft.com/office/drawing/2014/main" id="{EBA3B525-6AC3-8735-B2F8-8E4DAC5C61D9}"/>
              </a:ext>
            </a:extLst>
          </p:cNvPr>
          <p:cNvSpPr/>
          <p:nvPr/>
        </p:nvSpPr>
        <p:spPr>
          <a:xfrm>
            <a:off x="755576" y="2348880"/>
            <a:ext cx="7416824" cy="2232248"/>
          </a:xfrm>
          <a:prstGeom prst="rect">
            <a:avLst/>
          </a:prstGeom>
          <a:solidFill>
            <a:schemeClr val="accent2">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32240180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6B50B5-73B5-BA20-F7F1-8ACFDD053236}"/>
              </a:ext>
            </a:extLst>
          </p:cNvPr>
          <p:cNvSpPr>
            <a:spLocks noGrp="1"/>
          </p:cNvSpPr>
          <p:nvPr>
            <p:ph type="sldNum" sz="quarter" idx="12"/>
          </p:nvPr>
        </p:nvSpPr>
        <p:spPr/>
        <p:txBody>
          <a:bodyPr/>
          <a:lstStyle/>
          <a:p>
            <a:pPr>
              <a:defRPr/>
            </a:pPr>
            <a:fld id="{92E653FF-C7FA-44C4-9FB2-CA5830947AC3}" type="slidenum">
              <a:rPr lang="en-US" altLang="en-US" smtClean="0"/>
              <a:pPr>
                <a:defRPr/>
              </a:pPr>
              <a:t>78</a:t>
            </a:fld>
            <a:endParaRPr lang="en-US" altLang="en-US"/>
          </a:p>
        </p:txBody>
      </p:sp>
      <p:graphicFrame>
        <p:nvGraphicFramePr>
          <p:cNvPr id="5" name="Table 4">
            <a:extLst>
              <a:ext uri="{FF2B5EF4-FFF2-40B4-BE49-F238E27FC236}">
                <a16:creationId xmlns:a16="http://schemas.microsoft.com/office/drawing/2014/main" id="{6FF756EA-2F7A-FFA4-E3C1-29A958977AE0}"/>
              </a:ext>
            </a:extLst>
          </p:cNvPr>
          <p:cNvGraphicFramePr>
            <a:graphicFrameLocks noGrp="1"/>
          </p:cNvGraphicFramePr>
          <p:nvPr>
            <p:extLst>
              <p:ext uri="{D42A27DB-BD31-4B8C-83A1-F6EECF244321}">
                <p14:modId xmlns:p14="http://schemas.microsoft.com/office/powerpoint/2010/main" val="87477395"/>
              </p:ext>
            </p:extLst>
          </p:nvPr>
        </p:nvGraphicFramePr>
        <p:xfrm>
          <a:off x="2483768" y="3282987"/>
          <a:ext cx="6096000" cy="1815976"/>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1452604075"/>
                    </a:ext>
                  </a:extLst>
                </a:gridCol>
                <a:gridCol w="1524000">
                  <a:extLst>
                    <a:ext uri="{9D8B030D-6E8A-4147-A177-3AD203B41FA5}">
                      <a16:colId xmlns:a16="http://schemas.microsoft.com/office/drawing/2014/main" val="1390609854"/>
                    </a:ext>
                  </a:extLst>
                </a:gridCol>
                <a:gridCol w="1524000">
                  <a:extLst>
                    <a:ext uri="{9D8B030D-6E8A-4147-A177-3AD203B41FA5}">
                      <a16:colId xmlns:a16="http://schemas.microsoft.com/office/drawing/2014/main" val="1133620501"/>
                    </a:ext>
                  </a:extLst>
                </a:gridCol>
                <a:gridCol w="1524000">
                  <a:extLst>
                    <a:ext uri="{9D8B030D-6E8A-4147-A177-3AD203B41FA5}">
                      <a16:colId xmlns:a16="http://schemas.microsoft.com/office/drawing/2014/main" val="3648953675"/>
                    </a:ext>
                  </a:extLst>
                </a:gridCol>
              </a:tblGrid>
              <a:tr h="907988">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a:p>
                  </a:txBody>
                  <a:tcPr/>
                </a:tc>
                <a:extLst>
                  <a:ext uri="{0D108BD9-81ED-4DB2-BD59-A6C34878D82A}">
                    <a16:rowId xmlns:a16="http://schemas.microsoft.com/office/drawing/2014/main" val="1916785818"/>
                  </a:ext>
                </a:extLst>
              </a:tr>
              <a:tr h="907988">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1660852292"/>
                  </a:ext>
                </a:extLst>
              </a:tr>
            </a:tbl>
          </a:graphicData>
        </a:graphic>
      </p:graphicFrame>
      <p:sp>
        <p:nvSpPr>
          <p:cNvPr id="6" name="TextBox 5">
            <a:extLst>
              <a:ext uri="{FF2B5EF4-FFF2-40B4-BE49-F238E27FC236}">
                <a16:creationId xmlns:a16="http://schemas.microsoft.com/office/drawing/2014/main" id="{42482272-E8C1-FB8F-EC06-8ACFFE91B2E3}"/>
              </a:ext>
            </a:extLst>
          </p:cNvPr>
          <p:cNvSpPr txBox="1"/>
          <p:nvPr/>
        </p:nvSpPr>
        <p:spPr>
          <a:xfrm>
            <a:off x="249596" y="332549"/>
            <a:ext cx="2722477" cy="400110"/>
          </a:xfrm>
          <a:prstGeom prst="rect">
            <a:avLst/>
          </a:prstGeom>
          <a:noFill/>
        </p:spPr>
        <p:txBody>
          <a:bodyPr wrap="none" rtlCol="0">
            <a:spAutoFit/>
          </a:bodyPr>
          <a:lstStyle/>
          <a:p>
            <a:r>
              <a:rPr lang="en-MY" dirty="0"/>
              <a:t>3 variables = 8 square</a:t>
            </a:r>
          </a:p>
        </p:txBody>
      </p:sp>
      <p:sp>
        <p:nvSpPr>
          <p:cNvPr id="7" name="TextBox 6">
            <a:extLst>
              <a:ext uri="{FF2B5EF4-FFF2-40B4-BE49-F238E27FC236}">
                <a16:creationId xmlns:a16="http://schemas.microsoft.com/office/drawing/2014/main" id="{ADEBDEDD-0673-7674-8A48-34C0D6689247}"/>
              </a:ext>
            </a:extLst>
          </p:cNvPr>
          <p:cNvSpPr txBox="1"/>
          <p:nvPr/>
        </p:nvSpPr>
        <p:spPr>
          <a:xfrm>
            <a:off x="847364" y="888321"/>
            <a:ext cx="4031296" cy="400110"/>
          </a:xfrm>
          <a:prstGeom prst="rect">
            <a:avLst/>
          </a:prstGeom>
          <a:noFill/>
        </p:spPr>
        <p:txBody>
          <a:bodyPr wrap="none" rtlCol="0">
            <a:spAutoFit/>
          </a:bodyPr>
          <a:lstStyle/>
          <a:p>
            <a:r>
              <a:rPr lang="en-MY" dirty="0"/>
              <a:t>Labelling sequence = 00 01 11 10</a:t>
            </a:r>
          </a:p>
        </p:txBody>
      </p:sp>
      <p:sp>
        <p:nvSpPr>
          <p:cNvPr id="8" name="TextBox 7">
            <a:extLst>
              <a:ext uri="{FF2B5EF4-FFF2-40B4-BE49-F238E27FC236}">
                <a16:creationId xmlns:a16="http://schemas.microsoft.com/office/drawing/2014/main" id="{CC2BBC20-59EB-7F1C-5061-3FC607E5E3C1}"/>
              </a:ext>
            </a:extLst>
          </p:cNvPr>
          <p:cNvSpPr txBox="1"/>
          <p:nvPr/>
        </p:nvSpPr>
        <p:spPr>
          <a:xfrm>
            <a:off x="2968634" y="2778589"/>
            <a:ext cx="463588" cy="400110"/>
          </a:xfrm>
          <a:prstGeom prst="rect">
            <a:avLst/>
          </a:prstGeom>
          <a:noFill/>
        </p:spPr>
        <p:txBody>
          <a:bodyPr wrap="none" rtlCol="0">
            <a:spAutoFit/>
          </a:bodyPr>
          <a:lstStyle/>
          <a:p>
            <a:r>
              <a:rPr lang="en-MY" dirty="0"/>
              <a:t>00</a:t>
            </a:r>
          </a:p>
        </p:txBody>
      </p:sp>
      <p:sp>
        <p:nvSpPr>
          <p:cNvPr id="9" name="TextBox 8">
            <a:extLst>
              <a:ext uri="{FF2B5EF4-FFF2-40B4-BE49-F238E27FC236}">
                <a16:creationId xmlns:a16="http://schemas.microsoft.com/office/drawing/2014/main" id="{27207363-CD5B-EE4C-27F5-03278BACC2A2}"/>
              </a:ext>
            </a:extLst>
          </p:cNvPr>
          <p:cNvSpPr txBox="1"/>
          <p:nvPr/>
        </p:nvSpPr>
        <p:spPr>
          <a:xfrm>
            <a:off x="4552810" y="2778589"/>
            <a:ext cx="463588" cy="400110"/>
          </a:xfrm>
          <a:prstGeom prst="rect">
            <a:avLst/>
          </a:prstGeom>
          <a:noFill/>
        </p:spPr>
        <p:txBody>
          <a:bodyPr wrap="none" rtlCol="0">
            <a:spAutoFit/>
          </a:bodyPr>
          <a:lstStyle/>
          <a:p>
            <a:r>
              <a:rPr lang="en-MY" dirty="0"/>
              <a:t>01</a:t>
            </a:r>
          </a:p>
        </p:txBody>
      </p:sp>
      <p:sp>
        <p:nvSpPr>
          <p:cNvPr id="10" name="TextBox 9">
            <a:extLst>
              <a:ext uri="{FF2B5EF4-FFF2-40B4-BE49-F238E27FC236}">
                <a16:creationId xmlns:a16="http://schemas.microsoft.com/office/drawing/2014/main" id="{73C75BCD-C541-DAEC-1F58-45A6A5A7FB75}"/>
              </a:ext>
            </a:extLst>
          </p:cNvPr>
          <p:cNvSpPr txBox="1"/>
          <p:nvPr/>
        </p:nvSpPr>
        <p:spPr>
          <a:xfrm>
            <a:off x="6136986" y="2778589"/>
            <a:ext cx="463588" cy="400110"/>
          </a:xfrm>
          <a:prstGeom prst="rect">
            <a:avLst/>
          </a:prstGeom>
          <a:noFill/>
        </p:spPr>
        <p:txBody>
          <a:bodyPr wrap="none" rtlCol="0">
            <a:spAutoFit/>
          </a:bodyPr>
          <a:lstStyle/>
          <a:p>
            <a:r>
              <a:rPr lang="en-MY" dirty="0"/>
              <a:t>11</a:t>
            </a:r>
          </a:p>
        </p:txBody>
      </p:sp>
      <p:sp>
        <p:nvSpPr>
          <p:cNvPr id="11" name="TextBox 10">
            <a:extLst>
              <a:ext uri="{FF2B5EF4-FFF2-40B4-BE49-F238E27FC236}">
                <a16:creationId xmlns:a16="http://schemas.microsoft.com/office/drawing/2014/main" id="{4EC9157C-C15F-14AC-7610-CE43F7AFC7CE}"/>
              </a:ext>
            </a:extLst>
          </p:cNvPr>
          <p:cNvSpPr txBox="1"/>
          <p:nvPr/>
        </p:nvSpPr>
        <p:spPr>
          <a:xfrm>
            <a:off x="7721162" y="2778589"/>
            <a:ext cx="463588" cy="400110"/>
          </a:xfrm>
          <a:prstGeom prst="rect">
            <a:avLst/>
          </a:prstGeom>
          <a:noFill/>
        </p:spPr>
        <p:txBody>
          <a:bodyPr wrap="none" rtlCol="0">
            <a:spAutoFit/>
          </a:bodyPr>
          <a:lstStyle/>
          <a:p>
            <a:r>
              <a:rPr lang="en-MY" dirty="0"/>
              <a:t>10</a:t>
            </a:r>
          </a:p>
        </p:txBody>
      </p:sp>
      <p:sp>
        <p:nvSpPr>
          <p:cNvPr id="12" name="TextBox 11">
            <a:extLst>
              <a:ext uri="{FF2B5EF4-FFF2-40B4-BE49-F238E27FC236}">
                <a16:creationId xmlns:a16="http://schemas.microsoft.com/office/drawing/2014/main" id="{96CB8672-3FAA-0FEA-B4C3-28C9F9731AFE}"/>
              </a:ext>
            </a:extLst>
          </p:cNvPr>
          <p:cNvSpPr txBox="1"/>
          <p:nvPr/>
        </p:nvSpPr>
        <p:spPr>
          <a:xfrm>
            <a:off x="1888514" y="3499011"/>
            <a:ext cx="324128" cy="400110"/>
          </a:xfrm>
          <a:prstGeom prst="rect">
            <a:avLst/>
          </a:prstGeom>
          <a:noFill/>
        </p:spPr>
        <p:txBody>
          <a:bodyPr wrap="none" rtlCol="0">
            <a:spAutoFit/>
          </a:bodyPr>
          <a:lstStyle/>
          <a:p>
            <a:r>
              <a:rPr lang="en-MY" dirty="0"/>
              <a:t>0</a:t>
            </a:r>
          </a:p>
        </p:txBody>
      </p:sp>
      <p:sp>
        <p:nvSpPr>
          <p:cNvPr id="13" name="TextBox 12">
            <a:extLst>
              <a:ext uri="{FF2B5EF4-FFF2-40B4-BE49-F238E27FC236}">
                <a16:creationId xmlns:a16="http://schemas.microsoft.com/office/drawing/2014/main" id="{9C358E26-5615-44C7-B55C-E0D8C20ECEF4}"/>
              </a:ext>
            </a:extLst>
          </p:cNvPr>
          <p:cNvSpPr txBox="1"/>
          <p:nvPr/>
        </p:nvSpPr>
        <p:spPr>
          <a:xfrm>
            <a:off x="1919710" y="4363107"/>
            <a:ext cx="324128" cy="400110"/>
          </a:xfrm>
          <a:prstGeom prst="rect">
            <a:avLst/>
          </a:prstGeom>
          <a:noFill/>
        </p:spPr>
        <p:txBody>
          <a:bodyPr wrap="none" rtlCol="0">
            <a:spAutoFit/>
          </a:bodyPr>
          <a:lstStyle/>
          <a:p>
            <a:r>
              <a:rPr lang="en-MY" dirty="0"/>
              <a:t>1</a:t>
            </a:r>
          </a:p>
        </p:txBody>
      </p:sp>
      <p:sp>
        <p:nvSpPr>
          <p:cNvPr id="14" name="TextBox 13">
            <a:extLst>
              <a:ext uri="{FF2B5EF4-FFF2-40B4-BE49-F238E27FC236}">
                <a16:creationId xmlns:a16="http://schemas.microsoft.com/office/drawing/2014/main" id="{FE214F16-F8D8-F3D1-49CA-E716073BD758}"/>
              </a:ext>
            </a:extLst>
          </p:cNvPr>
          <p:cNvSpPr txBox="1"/>
          <p:nvPr/>
        </p:nvSpPr>
        <p:spPr>
          <a:xfrm>
            <a:off x="1443687" y="1527890"/>
            <a:ext cx="3227294" cy="400110"/>
          </a:xfrm>
          <a:prstGeom prst="rect">
            <a:avLst/>
          </a:prstGeom>
          <a:noFill/>
        </p:spPr>
        <p:txBody>
          <a:bodyPr wrap="none" rtlCol="0">
            <a:spAutoFit/>
          </a:bodyPr>
          <a:lstStyle/>
          <a:p>
            <a:r>
              <a:rPr lang="en-MY" dirty="0"/>
              <a:t>Variable Labelling = A / BC</a:t>
            </a:r>
          </a:p>
        </p:txBody>
      </p:sp>
      <p:sp>
        <p:nvSpPr>
          <p:cNvPr id="15" name="Right Brace 14">
            <a:extLst>
              <a:ext uri="{FF2B5EF4-FFF2-40B4-BE49-F238E27FC236}">
                <a16:creationId xmlns:a16="http://schemas.microsoft.com/office/drawing/2014/main" id="{26A38B76-8BA9-4227-C9D7-B3E3DB60FAF6}"/>
              </a:ext>
            </a:extLst>
          </p:cNvPr>
          <p:cNvSpPr/>
          <p:nvPr/>
        </p:nvSpPr>
        <p:spPr>
          <a:xfrm rot="16200000">
            <a:off x="5284922" y="-361391"/>
            <a:ext cx="586056" cy="60960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6" name="Right Brace 15">
            <a:extLst>
              <a:ext uri="{FF2B5EF4-FFF2-40B4-BE49-F238E27FC236}">
                <a16:creationId xmlns:a16="http://schemas.microsoft.com/office/drawing/2014/main" id="{B0268E0B-631D-533B-4589-5857E5574E4F}"/>
              </a:ext>
            </a:extLst>
          </p:cNvPr>
          <p:cNvSpPr/>
          <p:nvPr/>
        </p:nvSpPr>
        <p:spPr>
          <a:xfrm rot="10800000">
            <a:off x="1443688" y="3319675"/>
            <a:ext cx="586056" cy="1815974"/>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7" name="TextBox 16">
            <a:extLst>
              <a:ext uri="{FF2B5EF4-FFF2-40B4-BE49-F238E27FC236}">
                <a16:creationId xmlns:a16="http://schemas.microsoft.com/office/drawing/2014/main" id="{0F84EDF0-45B1-1FDC-034D-2A62A9521272}"/>
              </a:ext>
            </a:extLst>
          </p:cNvPr>
          <p:cNvSpPr txBox="1"/>
          <p:nvPr/>
        </p:nvSpPr>
        <p:spPr>
          <a:xfrm>
            <a:off x="1047398" y="3990920"/>
            <a:ext cx="338554" cy="400110"/>
          </a:xfrm>
          <a:prstGeom prst="rect">
            <a:avLst/>
          </a:prstGeom>
          <a:noFill/>
        </p:spPr>
        <p:txBody>
          <a:bodyPr wrap="none" rtlCol="0">
            <a:spAutoFit/>
          </a:bodyPr>
          <a:lstStyle/>
          <a:p>
            <a:r>
              <a:rPr lang="en-MY" dirty="0"/>
              <a:t>A</a:t>
            </a:r>
          </a:p>
        </p:txBody>
      </p:sp>
      <p:sp>
        <p:nvSpPr>
          <p:cNvPr id="18" name="TextBox 17">
            <a:extLst>
              <a:ext uri="{FF2B5EF4-FFF2-40B4-BE49-F238E27FC236}">
                <a16:creationId xmlns:a16="http://schemas.microsoft.com/office/drawing/2014/main" id="{B46193B3-2657-F5F8-EF15-2BB6F86B61FC}"/>
              </a:ext>
            </a:extLst>
          </p:cNvPr>
          <p:cNvSpPr txBox="1"/>
          <p:nvPr/>
        </p:nvSpPr>
        <p:spPr>
          <a:xfrm>
            <a:off x="5364088" y="1881671"/>
            <a:ext cx="490519" cy="400110"/>
          </a:xfrm>
          <a:prstGeom prst="rect">
            <a:avLst/>
          </a:prstGeom>
          <a:noFill/>
        </p:spPr>
        <p:txBody>
          <a:bodyPr wrap="none" rtlCol="0">
            <a:spAutoFit/>
          </a:bodyPr>
          <a:lstStyle/>
          <a:p>
            <a:r>
              <a:rPr lang="en-MY" dirty="0"/>
              <a:t>BC</a:t>
            </a:r>
          </a:p>
        </p:txBody>
      </p:sp>
    </p:spTree>
    <p:extLst>
      <p:ext uri="{BB962C8B-B14F-4D97-AF65-F5344CB8AC3E}">
        <p14:creationId xmlns:p14="http://schemas.microsoft.com/office/powerpoint/2010/main" val="26318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anim calcmode="lin" valueType="num">
                                      <p:cBhvr>
                                        <p:cTn id="31" dur="1000" fill="hold"/>
                                        <p:tgtEl>
                                          <p:spTgt spid="9"/>
                                        </p:tgtEl>
                                        <p:attrNameLst>
                                          <p:attrName>ppt_x</p:attrName>
                                        </p:attrNameLst>
                                      </p:cBhvr>
                                      <p:tavLst>
                                        <p:tav tm="0">
                                          <p:val>
                                            <p:strVal val="#ppt_x"/>
                                          </p:val>
                                        </p:tav>
                                        <p:tav tm="100000">
                                          <p:val>
                                            <p:strVal val="#ppt_x"/>
                                          </p:val>
                                        </p:tav>
                                      </p:tavLst>
                                    </p:anim>
                                    <p:anim calcmode="lin" valueType="num">
                                      <p:cBhvr>
                                        <p:cTn id="32" dur="1000" fill="hold"/>
                                        <p:tgtEl>
                                          <p:spTgt spid="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1000"/>
                                        <p:tgtEl>
                                          <p:spTgt spid="11"/>
                                        </p:tgtEl>
                                      </p:cBhvr>
                                    </p:animEffect>
                                    <p:anim calcmode="lin" valueType="num">
                                      <p:cBhvr>
                                        <p:cTn id="41" dur="1000" fill="hold"/>
                                        <p:tgtEl>
                                          <p:spTgt spid="11"/>
                                        </p:tgtEl>
                                        <p:attrNameLst>
                                          <p:attrName>ppt_x</p:attrName>
                                        </p:attrNameLst>
                                      </p:cBhvr>
                                      <p:tavLst>
                                        <p:tav tm="0">
                                          <p:val>
                                            <p:strVal val="#ppt_x"/>
                                          </p:val>
                                        </p:tav>
                                        <p:tav tm="100000">
                                          <p:val>
                                            <p:strVal val="#ppt_x"/>
                                          </p:val>
                                        </p:tav>
                                      </p:tavLst>
                                    </p:anim>
                                    <p:anim calcmode="lin" valueType="num">
                                      <p:cBhvr>
                                        <p:cTn id="4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ppt_x"/>
                                          </p:val>
                                        </p:tav>
                                        <p:tav tm="100000">
                                          <p:val>
                                            <p:strVal val="#ppt_x"/>
                                          </p:val>
                                        </p:tav>
                                      </p:tavLst>
                                    </p:anim>
                                    <p:anim calcmode="lin" valueType="num">
                                      <p:cBhvr additive="base">
                                        <p:cTn id="5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additive="base">
                                        <p:cTn id="63" dur="500" fill="hold"/>
                                        <p:tgtEl>
                                          <p:spTgt spid="15"/>
                                        </p:tgtEl>
                                        <p:attrNameLst>
                                          <p:attrName>ppt_x</p:attrName>
                                        </p:attrNameLst>
                                      </p:cBhvr>
                                      <p:tavLst>
                                        <p:tav tm="0">
                                          <p:val>
                                            <p:strVal val="#ppt_x"/>
                                          </p:val>
                                        </p:tav>
                                        <p:tav tm="100000">
                                          <p:val>
                                            <p:strVal val="#ppt_x"/>
                                          </p:val>
                                        </p:tav>
                                      </p:tavLst>
                                    </p:anim>
                                    <p:anim calcmode="lin" valueType="num">
                                      <p:cBhvr additive="base">
                                        <p:cTn id="64" dur="500" fill="hold"/>
                                        <p:tgtEl>
                                          <p:spTgt spid="15"/>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6"/>
                                        </p:tgtEl>
                                        <p:attrNameLst>
                                          <p:attrName>style.visibility</p:attrName>
                                        </p:attrNameLst>
                                      </p:cBhvr>
                                      <p:to>
                                        <p:strVal val="visible"/>
                                      </p:to>
                                    </p:set>
                                    <p:anim calcmode="lin" valueType="num">
                                      <p:cBhvr additive="base">
                                        <p:cTn id="71" dur="500" fill="hold"/>
                                        <p:tgtEl>
                                          <p:spTgt spid="16"/>
                                        </p:tgtEl>
                                        <p:attrNameLst>
                                          <p:attrName>ppt_x</p:attrName>
                                        </p:attrNameLst>
                                      </p:cBhvr>
                                      <p:tavLst>
                                        <p:tav tm="0">
                                          <p:val>
                                            <p:strVal val="#ppt_x"/>
                                          </p:val>
                                        </p:tav>
                                        <p:tav tm="100000">
                                          <p:val>
                                            <p:strVal val="#ppt_x"/>
                                          </p:val>
                                        </p:tav>
                                      </p:tavLst>
                                    </p:anim>
                                    <p:anim calcmode="lin" valueType="num">
                                      <p:cBhvr additive="base">
                                        <p:cTn id="72" dur="500" fill="hold"/>
                                        <p:tgtEl>
                                          <p:spTgt spid="16"/>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7"/>
                                        </p:tgtEl>
                                        <p:attrNameLst>
                                          <p:attrName>style.visibility</p:attrName>
                                        </p:attrNameLst>
                                      </p:cBhvr>
                                      <p:to>
                                        <p:strVal val="visible"/>
                                      </p:to>
                                    </p:set>
                                    <p:anim calcmode="lin" valueType="num">
                                      <p:cBhvr additive="base">
                                        <p:cTn id="75" dur="500" fill="hold"/>
                                        <p:tgtEl>
                                          <p:spTgt spid="17"/>
                                        </p:tgtEl>
                                        <p:attrNameLst>
                                          <p:attrName>ppt_x</p:attrName>
                                        </p:attrNameLst>
                                      </p:cBhvr>
                                      <p:tavLst>
                                        <p:tav tm="0">
                                          <p:val>
                                            <p:strVal val="#ppt_x"/>
                                          </p:val>
                                        </p:tav>
                                        <p:tav tm="100000">
                                          <p:val>
                                            <p:strVal val="#ppt_x"/>
                                          </p:val>
                                        </p:tav>
                                      </p:tavLst>
                                    </p:anim>
                                    <p:anim calcmode="lin" valueType="num">
                                      <p:cBhvr additive="base">
                                        <p:cTn id="7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animBg="1"/>
      <p:bldP spid="16" grpId="0" animBg="1"/>
      <p:bldP spid="17" grpId="0"/>
      <p:bldP spid="1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186D6B-602B-4F08-510B-913583D1E8E5}"/>
              </a:ext>
            </a:extLst>
          </p:cNvPr>
          <p:cNvSpPr>
            <a:spLocks noGrp="1"/>
          </p:cNvSpPr>
          <p:nvPr>
            <p:ph type="sldNum" sz="quarter" idx="12"/>
          </p:nvPr>
        </p:nvSpPr>
        <p:spPr/>
        <p:txBody>
          <a:bodyPr/>
          <a:lstStyle/>
          <a:p>
            <a:pPr>
              <a:defRPr/>
            </a:pPr>
            <a:fld id="{B8AD9B9C-0E5B-4825-AA18-F26ABB6A6054}" type="slidenum">
              <a:rPr lang="en-US" altLang="en-US" smtClean="0"/>
              <a:pPr>
                <a:defRPr/>
              </a:pPr>
              <a:t>79</a:t>
            </a:fld>
            <a:endParaRPr lang="en-US" altLang="en-US"/>
          </a:p>
        </p:txBody>
      </p:sp>
      <p:graphicFrame>
        <p:nvGraphicFramePr>
          <p:cNvPr id="5" name="Table 4">
            <a:extLst>
              <a:ext uri="{FF2B5EF4-FFF2-40B4-BE49-F238E27FC236}">
                <a16:creationId xmlns:a16="http://schemas.microsoft.com/office/drawing/2014/main" id="{D81622CA-5C2F-B2C6-A914-04AACFF88786}"/>
              </a:ext>
            </a:extLst>
          </p:cNvPr>
          <p:cNvGraphicFramePr>
            <a:graphicFrameLocks noGrp="1"/>
          </p:cNvGraphicFramePr>
          <p:nvPr>
            <p:extLst>
              <p:ext uri="{D42A27DB-BD31-4B8C-83A1-F6EECF244321}">
                <p14:modId xmlns:p14="http://schemas.microsoft.com/office/powerpoint/2010/main" val="1246058840"/>
              </p:ext>
            </p:extLst>
          </p:nvPr>
        </p:nvGraphicFramePr>
        <p:xfrm>
          <a:off x="1443300" y="2840067"/>
          <a:ext cx="6096000" cy="1815976"/>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1452604075"/>
                    </a:ext>
                  </a:extLst>
                </a:gridCol>
                <a:gridCol w="1524000">
                  <a:extLst>
                    <a:ext uri="{9D8B030D-6E8A-4147-A177-3AD203B41FA5}">
                      <a16:colId xmlns:a16="http://schemas.microsoft.com/office/drawing/2014/main" val="1390609854"/>
                    </a:ext>
                  </a:extLst>
                </a:gridCol>
                <a:gridCol w="1524000">
                  <a:extLst>
                    <a:ext uri="{9D8B030D-6E8A-4147-A177-3AD203B41FA5}">
                      <a16:colId xmlns:a16="http://schemas.microsoft.com/office/drawing/2014/main" val="1133620501"/>
                    </a:ext>
                  </a:extLst>
                </a:gridCol>
                <a:gridCol w="1524000">
                  <a:extLst>
                    <a:ext uri="{9D8B030D-6E8A-4147-A177-3AD203B41FA5}">
                      <a16:colId xmlns:a16="http://schemas.microsoft.com/office/drawing/2014/main" val="3648953675"/>
                    </a:ext>
                  </a:extLst>
                </a:gridCol>
              </a:tblGrid>
              <a:tr h="907988">
                <a:tc>
                  <a:txBody>
                    <a:bodyPr/>
                    <a:lstStyle/>
                    <a:p>
                      <a:endParaRPr lang="en-MY"/>
                    </a:p>
                  </a:txBody>
                  <a:tcPr/>
                </a:tc>
                <a:tc>
                  <a:txBody>
                    <a:bodyPr/>
                    <a:lstStyle/>
                    <a:p>
                      <a:endParaRPr lang="en-MY" dirty="0"/>
                    </a:p>
                  </a:txBody>
                  <a:tcPr/>
                </a:tc>
                <a:tc>
                  <a:txBody>
                    <a:bodyPr/>
                    <a:lstStyle/>
                    <a:p>
                      <a:endParaRPr lang="en-MY"/>
                    </a:p>
                  </a:txBody>
                  <a:tcPr/>
                </a:tc>
                <a:tc>
                  <a:txBody>
                    <a:bodyPr/>
                    <a:lstStyle/>
                    <a:p>
                      <a:endParaRPr lang="en-MY"/>
                    </a:p>
                  </a:txBody>
                  <a:tcPr/>
                </a:tc>
                <a:extLst>
                  <a:ext uri="{0D108BD9-81ED-4DB2-BD59-A6C34878D82A}">
                    <a16:rowId xmlns:a16="http://schemas.microsoft.com/office/drawing/2014/main" val="1916785818"/>
                  </a:ext>
                </a:extLst>
              </a:tr>
              <a:tr h="907988">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1660852292"/>
                  </a:ext>
                </a:extLst>
              </a:tr>
            </a:tbl>
          </a:graphicData>
        </a:graphic>
      </p:graphicFrame>
      <p:sp>
        <p:nvSpPr>
          <p:cNvPr id="6" name="TextBox 5">
            <a:extLst>
              <a:ext uri="{FF2B5EF4-FFF2-40B4-BE49-F238E27FC236}">
                <a16:creationId xmlns:a16="http://schemas.microsoft.com/office/drawing/2014/main" id="{37ACA5A1-E488-4BC5-3CF7-0D75F65426FE}"/>
              </a:ext>
            </a:extLst>
          </p:cNvPr>
          <p:cNvSpPr txBox="1"/>
          <p:nvPr/>
        </p:nvSpPr>
        <p:spPr>
          <a:xfrm>
            <a:off x="1928166" y="2335669"/>
            <a:ext cx="463588" cy="400110"/>
          </a:xfrm>
          <a:prstGeom prst="rect">
            <a:avLst/>
          </a:prstGeom>
          <a:noFill/>
        </p:spPr>
        <p:txBody>
          <a:bodyPr wrap="none" rtlCol="0">
            <a:spAutoFit/>
          </a:bodyPr>
          <a:lstStyle/>
          <a:p>
            <a:r>
              <a:rPr lang="en-MY" dirty="0"/>
              <a:t>00</a:t>
            </a:r>
          </a:p>
        </p:txBody>
      </p:sp>
      <p:sp>
        <p:nvSpPr>
          <p:cNvPr id="7" name="TextBox 6">
            <a:extLst>
              <a:ext uri="{FF2B5EF4-FFF2-40B4-BE49-F238E27FC236}">
                <a16:creationId xmlns:a16="http://schemas.microsoft.com/office/drawing/2014/main" id="{58A077C5-68E1-F22A-C041-C656D62DC97B}"/>
              </a:ext>
            </a:extLst>
          </p:cNvPr>
          <p:cNvSpPr txBox="1"/>
          <p:nvPr/>
        </p:nvSpPr>
        <p:spPr>
          <a:xfrm>
            <a:off x="3512342" y="2335669"/>
            <a:ext cx="463588" cy="400110"/>
          </a:xfrm>
          <a:prstGeom prst="rect">
            <a:avLst/>
          </a:prstGeom>
          <a:noFill/>
        </p:spPr>
        <p:txBody>
          <a:bodyPr wrap="none" rtlCol="0">
            <a:spAutoFit/>
          </a:bodyPr>
          <a:lstStyle/>
          <a:p>
            <a:r>
              <a:rPr lang="en-MY" dirty="0"/>
              <a:t>01</a:t>
            </a:r>
          </a:p>
        </p:txBody>
      </p:sp>
      <p:sp>
        <p:nvSpPr>
          <p:cNvPr id="8" name="TextBox 7">
            <a:extLst>
              <a:ext uri="{FF2B5EF4-FFF2-40B4-BE49-F238E27FC236}">
                <a16:creationId xmlns:a16="http://schemas.microsoft.com/office/drawing/2014/main" id="{87B3F4C8-BDC1-A007-39FA-3D892B842AE2}"/>
              </a:ext>
            </a:extLst>
          </p:cNvPr>
          <p:cNvSpPr txBox="1"/>
          <p:nvPr/>
        </p:nvSpPr>
        <p:spPr>
          <a:xfrm>
            <a:off x="5096518" y="2335669"/>
            <a:ext cx="463588" cy="400110"/>
          </a:xfrm>
          <a:prstGeom prst="rect">
            <a:avLst/>
          </a:prstGeom>
          <a:noFill/>
        </p:spPr>
        <p:txBody>
          <a:bodyPr wrap="none" rtlCol="0">
            <a:spAutoFit/>
          </a:bodyPr>
          <a:lstStyle/>
          <a:p>
            <a:r>
              <a:rPr lang="en-MY" dirty="0"/>
              <a:t>11</a:t>
            </a:r>
          </a:p>
        </p:txBody>
      </p:sp>
      <p:sp>
        <p:nvSpPr>
          <p:cNvPr id="9" name="TextBox 8">
            <a:extLst>
              <a:ext uri="{FF2B5EF4-FFF2-40B4-BE49-F238E27FC236}">
                <a16:creationId xmlns:a16="http://schemas.microsoft.com/office/drawing/2014/main" id="{A615A7E4-A2BD-854A-EFA5-5E174F71336B}"/>
              </a:ext>
            </a:extLst>
          </p:cNvPr>
          <p:cNvSpPr txBox="1"/>
          <p:nvPr/>
        </p:nvSpPr>
        <p:spPr>
          <a:xfrm>
            <a:off x="6680694" y="2335669"/>
            <a:ext cx="463588" cy="400110"/>
          </a:xfrm>
          <a:prstGeom prst="rect">
            <a:avLst/>
          </a:prstGeom>
          <a:noFill/>
        </p:spPr>
        <p:txBody>
          <a:bodyPr wrap="none" rtlCol="0">
            <a:spAutoFit/>
          </a:bodyPr>
          <a:lstStyle/>
          <a:p>
            <a:r>
              <a:rPr lang="en-MY" dirty="0"/>
              <a:t>10</a:t>
            </a:r>
          </a:p>
        </p:txBody>
      </p:sp>
      <p:sp>
        <p:nvSpPr>
          <p:cNvPr id="10" name="TextBox 9">
            <a:extLst>
              <a:ext uri="{FF2B5EF4-FFF2-40B4-BE49-F238E27FC236}">
                <a16:creationId xmlns:a16="http://schemas.microsoft.com/office/drawing/2014/main" id="{FDBCC794-9686-7A46-0BF5-26550C7B400B}"/>
              </a:ext>
            </a:extLst>
          </p:cNvPr>
          <p:cNvSpPr txBox="1"/>
          <p:nvPr/>
        </p:nvSpPr>
        <p:spPr>
          <a:xfrm>
            <a:off x="848046" y="3056091"/>
            <a:ext cx="324128" cy="400110"/>
          </a:xfrm>
          <a:prstGeom prst="rect">
            <a:avLst/>
          </a:prstGeom>
          <a:noFill/>
        </p:spPr>
        <p:txBody>
          <a:bodyPr wrap="none" rtlCol="0">
            <a:spAutoFit/>
          </a:bodyPr>
          <a:lstStyle/>
          <a:p>
            <a:r>
              <a:rPr lang="en-MY" dirty="0"/>
              <a:t>0</a:t>
            </a:r>
          </a:p>
        </p:txBody>
      </p:sp>
      <p:sp>
        <p:nvSpPr>
          <p:cNvPr id="11" name="TextBox 10">
            <a:extLst>
              <a:ext uri="{FF2B5EF4-FFF2-40B4-BE49-F238E27FC236}">
                <a16:creationId xmlns:a16="http://schemas.microsoft.com/office/drawing/2014/main" id="{33957076-7E7F-AC03-806A-123317F808E7}"/>
              </a:ext>
            </a:extLst>
          </p:cNvPr>
          <p:cNvSpPr txBox="1"/>
          <p:nvPr/>
        </p:nvSpPr>
        <p:spPr>
          <a:xfrm>
            <a:off x="879242" y="3920187"/>
            <a:ext cx="324128" cy="400110"/>
          </a:xfrm>
          <a:prstGeom prst="rect">
            <a:avLst/>
          </a:prstGeom>
          <a:noFill/>
        </p:spPr>
        <p:txBody>
          <a:bodyPr wrap="none" rtlCol="0">
            <a:spAutoFit/>
          </a:bodyPr>
          <a:lstStyle/>
          <a:p>
            <a:r>
              <a:rPr lang="en-MY" dirty="0"/>
              <a:t>1</a:t>
            </a:r>
          </a:p>
        </p:txBody>
      </p:sp>
      <p:sp>
        <p:nvSpPr>
          <p:cNvPr id="12" name="Right Brace 11">
            <a:extLst>
              <a:ext uri="{FF2B5EF4-FFF2-40B4-BE49-F238E27FC236}">
                <a16:creationId xmlns:a16="http://schemas.microsoft.com/office/drawing/2014/main" id="{00F27FC5-06FE-A90D-4A66-6FD253C1B6BE}"/>
              </a:ext>
            </a:extLst>
          </p:cNvPr>
          <p:cNvSpPr/>
          <p:nvPr/>
        </p:nvSpPr>
        <p:spPr>
          <a:xfrm rot="16200000">
            <a:off x="4244454" y="-804311"/>
            <a:ext cx="586056" cy="60960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3" name="Right Brace 12">
            <a:extLst>
              <a:ext uri="{FF2B5EF4-FFF2-40B4-BE49-F238E27FC236}">
                <a16:creationId xmlns:a16="http://schemas.microsoft.com/office/drawing/2014/main" id="{7C586F31-4841-3387-EA7D-34BF52B5100C}"/>
              </a:ext>
            </a:extLst>
          </p:cNvPr>
          <p:cNvSpPr/>
          <p:nvPr/>
        </p:nvSpPr>
        <p:spPr>
          <a:xfrm rot="10800000">
            <a:off x="403220" y="2876755"/>
            <a:ext cx="586056" cy="1815974"/>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4" name="TextBox 13">
            <a:extLst>
              <a:ext uri="{FF2B5EF4-FFF2-40B4-BE49-F238E27FC236}">
                <a16:creationId xmlns:a16="http://schemas.microsoft.com/office/drawing/2014/main" id="{27876C28-2C7D-79A7-5B62-79FA9B694F02}"/>
              </a:ext>
            </a:extLst>
          </p:cNvPr>
          <p:cNvSpPr txBox="1"/>
          <p:nvPr/>
        </p:nvSpPr>
        <p:spPr>
          <a:xfrm>
            <a:off x="6930" y="3548000"/>
            <a:ext cx="338554" cy="400110"/>
          </a:xfrm>
          <a:prstGeom prst="rect">
            <a:avLst/>
          </a:prstGeom>
          <a:noFill/>
        </p:spPr>
        <p:txBody>
          <a:bodyPr wrap="none" rtlCol="0">
            <a:spAutoFit/>
          </a:bodyPr>
          <a:lstStyle/>
          <a:p>
            <a:r>
              <a:rPr lang="en-MY" dirty="0"/>
              <a:t>A</a:t>
            </a:r>
          </a:p>
        </p:txBody>
      </p:sp>
      <p:sp>
        <p:nvSpPr>
          <p:cNvPr id="15" name="TextBox 14">
            <a:extLst>
              <a:ext uri="{FF2B5EF4-FFF2-40B4-BE49-F238E27FC236}">
                <a16:creationId xmlns:a16="http://schemas.microsoft.com/office/drawing/2014/main" id="{3AA4288C-B3CE-64E7-C099-DB94BC85F2EC}"/>
              </a:ext>
            </a:extLst>
          </p:cNvPr>
          <p:cNvSpPr txBox="1"/>
          <p:nvPr/>
        </p:nvSpPr>
        <p:spPr>
          <a:xfrm>
            <a:off x="4334871" y="1447255"/>
            <a:ext cx="490519" cy="400110"/>
          </a:xfrm>
          <a:prstGeom prst="rect">
            <a:avLst/>
          </a:prstGeom>
          <a:noFill/>
        </p:spPr>
        <p:txBody>
          <a:bodyPr wrap="none" rtlCol="0">
            <a:spAutoFit/>
          </a:bodyPr>
          <a:lstStyle/>
          <a:p>
            <a:r>
              <a:rPr lang="en-MY" dirty="0"/>
              <a:t>BC</a:t>
            </a:r>
          </a:p>
        </p:txBody>
      </p:sp>
      <p:sp>
        <p:nvSpPr>
          <p:cNvPr id="16" name="TextBox 15">
            <a:extLst>
              <a:ext uri="{FF2B5EF4-FFF2-40B4-BE49-F238E27FC236}">
                <a16:creationId xmlns:a16="http://schemas.microsoft.com/office/drawing/2014/main" id="{FAFE8BA7-DADA-5F52-1D69-C7E025B78434}"/>
              </a:ext>
            </a:extLst>
          </p:cNvPr>
          <p:cNvSpPr txBox="1"/>
          <p:nvPr/>
        </p:nvSpPr>
        <p:spPr>
          <a:xfrm>
            <a:off x="2123728" y="319119"/>
            <a:ext cx="5226111" cy="523220"/>
          </a:xfrm>
          <a:prstGeom prst="rect">
            <a:avLst/>
          </a:prstGeom>
          <a:noFill/>
        </p:spPr>
        <p:txBody>
          <a:bodyPr wrap="none" rtlCol="0">
            <a:spAutoFit/>
          </a:bodyPr>
          <a:lstStyle/>
          <a:p>
            <a:r>
              <a:rPr lang="en-MY" sz="2800" b="1" dirty="0"/>
              <a:t>A’BC’ + A’BC + AB’C’ + AB’C</a:t>
            </a:r>
          </a:p>
        </p:txBody>
      </p:sp>
      <p:sp>
        <p:nvSpPr>
          <p:cNvPr id="17" name="TextBox 16">
            <a:extLst>
              <a:ext uri="{FF2B5EF4-FFF2-40B4-BE49-F238E27FC236}">
                <a16:creationId xmlns:a16="http://schemas.microsoft.com/office/drawing/2014/main" id="{D41C027D-54AE-9A14-DB33-5BD168D7593A}"/>
              </a:ext>
            </a:extLst>
          </p:cNvPr>
          <p:cNvSpPr txBox="1"/>
          <p:nvPr/>
        </p:nvSpPr>
        <p:spPr>
          <a:xfrm>
            <a:off x="2238559" y="813362"/>
            <a:ext cx="4979248" cy="523220"/>
          </a:xfrm>
          <a:prstGeom prst="rect">
            <a:avLst/>
          </a:prstGeom>
          <a:noFill/>
        </p:spPr>
        <p:txBody>
          <a:bodyPr wrap="none" rtlCol="0">
            <a:spAutoFit/>
          </a:bodyPr>
          <a:lstStyle/>
          <a:p>
            <a:r>
              <a:rPr lang="en-MY" sz="2800" b="1" dirty="0">
                <a:solidFill>
                  <a:srgbClr val="0070C0"/>
                </a:solidFill>
              </a:rPr>
              <a:t>010  + 011   + 100   + 101</a:t>
            </a:r>
          </a:p>
        </p:txBody>
      </p:sp>
      <p:sp>
        <p:nvSpPr>
          <p:cNvPr id="18" name="TextBox 17">
            <a:extLst>
              <a:ext uri="{FF2B5EF4-FFF2-40B4-BE49-F238E27FC236}">
                <a16:creationId xmlns:a16="http://schemas.microsoft.com/office/drawing/2014/main" id="{3C3CBA98-FEAD-3601-F405-9688A6C3F146}"/>
              </a:ext>
            </a:extLst>
          </p:cNvPr>
          <p:cNvSpPr txBox="1"/>
          <p:nvPr/>
        </p:nvSpPr>
        <p:spPr>
          <a:xfrm>
            <a:off x="6690471" y="3007011"/>
            <a:ext cx="413896" cy="523220"/>
          </a:xfrm>
          <a:prstGeom prst="rect">
            <a:avLst/>
          </a:prstGeom>
          <a:noFill/>
        </p:spPr>
        <p:txBody>
          <a:bodyPr wrap="none" rtlCol="0">
            <a:spAutoFit/>
          </a:bodyPr>
          <a:lstStyle/>
          <a:p>
            <a:r>
              <a:rPr lang="en-MY" sz="2800" b="1" dirty="0">
                <a:solidFill>
                  <a:srgbClr val="0070C0"/>
                </a:solidFill>
              </a:rPr>
              <a:t>1</a:t>
            </a:r>
          </a:p>
        </p:txBody>
      </p:sp>
      <p:sp>
        <p:nvSpPr>
          <p:cNvPr id="19" name="TextBox 18">
            <a:extLst>
              <a:ext uri="{FF2B5EF4-FFF2-40B4-BE49-F238E27FC236}">
                <a16:creationId xmlns:a16="http://schemas.microsoft.com/office/drawing/2014/main" id="{C466C98B-546E-0E1E-3A4B-0864F2115A2A}"/>
              </a:ext>
            </a:extLst>
          </p:cNvPr>
          <p:cNvSpPr txBox="1"/>
          <p:nvPr/>
        </p:nvSpPr>
        <p:spPr>
          <a:xfrm>
            <a:off x="5096518" y="2976715"/>
            <a:ext cx="413896" cy="523220"/>
          </a:xfrm>
          <a:prstGeom prst="rect">
            <a:avLst/>
          </a:prstGeom>
          <a:noFill/>
        </p:spPr>
        <p:txBody>
          <a:bodyPr wrap="none" rtlCol="0">
            <a:spAutoFit/>
          </a:bodyPr>
          <a:lstStyle/>
          <a:p>
            <a:r>
              <a:rPr lang="en-MY" sz="2800" b="1" dirty="0">
                <a:solidFill>
                  <a:srgbClr val="0070C0"/>
                </a:solidFill>
              </a:rPr>
              <a:t>1</a:t>
            </a:r>
          </a:p>
        </p:txBody>
      </p:sp>
      <p:sp>
        <p:nvSpPr>
          <p:cNvPr id="20" name="TextBox 19">
            <a:extLst>
              <a:ext uri="{FF2B5EF4-FFF2-40B4-BE49-F238E27FC236}">
                <a16:creationId xmlns:a16="http://schemas.microsoft.com/office/drawing/2014/main" id="{76C09A37-340F-6D76-EAD3-94944BBDC5BB}"/>
              </a:ext>
            </a:extLst>
          </p:cNvPr>
          <p:cNvSpPr txBox="1"/>
          <p:nvPr/>
        </p:nvSpPr>
        <p:spPr>
          <a:xfrm>
            <a:off x="1918171" y="3948110"/>
            <a:ext cx="413896" cy="523220"/>
          </a:xfrm>
          <a:prstGeom prst="rect">
            <a:avLst/>
          </a:prstGeom>
          <a:noFill/>
        </p:spPr>
        <p:txBody>
          <a:bodyPr wrap="none" rtlCol="0">
            <a:spAutoFit/>
          </a:bodyPr>
          <a:lstStyle/>
          <a:p>
            <a:r>
              <a:rPr lang="en-MY" sz="2800" b="1" dirty="0">
                <a:solidFill>
                  <a:srgbClr val="0070C0"/>
                </a:solidFill>
              </a:rPr>
              <a:t>1</a:t>
            </a:r>
          </a:p>
        </p:txBody>
      </p:sp>
      <p:sp>
        <p:nvSpPr>
          <p:cNvPr id="21" name="TextBox 20">
            <a:extLst>
              <a:ext uri="{FF2B5EF4-FFF2-40B4-BE49-F238E27FC236}">
                <a16:creationId xmlns:a16="http://schemas.microsoft.com/office/drawing/2014/main" id="{A4950D54-68CA-0EF5-FAD5-E611D61DEB5C}"/>
              </a:ext>
            </a:extLst>
          </p:cNvPr>
          <p:cNvSpPr txBox="1"/>
          <p:nvPr/>
        </p:nvSpPr>
        <p:spPr>
          <a:xfrm>
            <a:off x="3399225" y="3948110"/>
            <a:ext cx="413896" cy="523220"/>
          </a:xfrm>
          <a:prstGeom prst="rect">
            <a:avLst/>
          </a:prstGeom>
          <a:noFill/>
        </p:spPr>
        <p:txBody>
          <a:bodyPr wrap="none" rtlCol="0">
            <a:spAutoFit/>
          </a:bodyPr>
          <a:lstStyle/>
          <a:p>
            <a:r>
              <a:rPr lang="en-MY" sz="2800" b="1" dirty="0">
                <a:solidFill>
                  <a:srgbClr val="0070C0"/>
                </a:solidFill>
              </a:rPr>
              <a:t>1</a:t>
            </a:r>
          </a:p>
        </p:txBody>
      </p:sp>
      <p:sp>
        <p:nvSpPr>
          <p:cNvPr id="23" name="Oval 22">
            <a:extLst>
              <a:ext uri="{FF2B5EF4-FFF2-40B4-BE49-F238E27FC236}">
                <a16:creationId xmlns:a16="http://schemas.microsoft.com/office/drawing/2014/main" id="{84108DB3-8F28-B2A4-93D7-12F27E65C85B}"/>
              </a:ext>
            </a:extLst>
          </p:cNvPr>
          <p:cNvSpPr/>
          <p:nvPr/>
        </p:nvSpPr>
        <p:spPr>
          <a:xfrm>
            <a:off x="1654163" y="3698684"/>
            <a:ext cx="2664296" cy="984160"/>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4" name="Oval 23">
            <a:extLst>
              <a:ext uri="{FF2B5EF4-FFF2-40B4-BE49-F238E27FC236}">
                <a16:creationId xmlns:a16="http://schemas.microsoft.com/office/drawing/2014/main" id="{410C366F-8CAA-EDBE-D8D0-0E91D4074AFF}"/>
              </a:ext>
            </a:extLst>
          </p:cNvPr>
          <p:cNvSpPr/>
          <p:nvPr/>
        </p:nvSpPr>
        <p:spPr>
          <a:xfrm>
            <a:off x="4783788" y="2830091"/>
            <a:ext cx="2664296" cy="984160"/>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5" name="TextBox 24">
            <a:extLst>
              <a:ext uri="{FF2B5EF4-FFF2-40B4-BE49-F238E27FC236}">
                <a16:creationId xmlns:a16="http://schemas.microsoft.com/office/drawing/2014/main" id="{6F323535-4F83-B977-ADCE-083B1B727B33}"/>
              </a:ext>
            </a:extLst>
          </p:cNvPr>
          <p:cNvSpPr txBox="1"/>
          <p:nvPr/>
        </p:nvSpPr>
        <p:spPr>
          <a:xfrm>
            <a:off x="3131840" y="5521418"/>
            <a:ext cx="2585964" cy="523220"/>
          </a:xfrm>
          <a:prstGeom prst="rect">
            <a:avLst/>
          </a:prstGeom>
          <a:noFill/>
        </p:spPr>
        <p:txBody>
          <a:bodyPr wrap="none" rtlCol="0">
            <a:spAutoFit/>
          </a:bodyPr>
          <a:lstStyle/>
          <a:p>
            <a:r>
              <a:rPr lang="en-MY" sz="2800" b="1" dirty="0">
                <a:solidFill>
                  <a:srgbClr val="00B050"/>
                </a:solidFill>
              </a:rPr>
              <a:t>F = A’B + AB’</a:t>
            </a:r>
          </a:p>
        </p:txBody>
      </p:sp>
      <p:sp>
        <p:nvSpPr>
          <p:cNvPr id="26" name="Speech Bubble: Rectangle with Corners Rounded 25">
            <a:extLst>
              <a:ext uri="{FF2B5EF4-FFF2-40B4-BE49-F238E27FC236}">
                <a16:creationId xmlns:a16="http://schemas.microsoft.com/office/drawing/2014/main" id="{A8B97365-98DA-62D9-0BDF-E31688FE3DE0}"/>
              </a:ext>
            </a:extLst>
          </p:cNvPr>
          <p:cNvSpPr/>
          <p:nvPr/>
        </p:nvSpPr>
        <p:spPr>
          <a:xfrm>
            <a:off x="7217806" y="4869160"/>
            <a:ext cx="1458649" cy="792088"/>
          </a:xfrm>
          <a:prstGeom prst="wedgeRoundRectCallout">
            <a:avLst>
              <a:gd name="adj1" fmla="val -114119"/>
              <a:gd name="adj2" fmla="val -204698"/>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1 </a:t>
            </a:r>
          </a:p>
          <a:p>
            <a:pPr algn="ctr"/>
            <a:r>
              <a:rPr lang="en-MY" b="1" dirty="0"/>
              <a:t>A’B</a:t>
            </a:r>
          </a:p>
        </p:txBody>
      </p:sp>
      <p:sp>
        <p:nvSpPr>
          <p:cNvPr id="27" name="Speech Bubble: Rectangle with Corners Rounded 26">
            <a:extLst>
              <a:ext uri="{FF2B5EF4-FFF2-40B4-BE49-F238E27FC236}">
                <a16:creationId xmlns:a16="http://schemas.microsoft.com/office/drawing/2014/main" id="{70BBBF63-B692-C784-A591-6325C692F5C7}"/>
              </a:ext>
            </a:extLst>
          </p:cNvPr>
          <p:cNvSpPr/>
          <p:nvPr/>
        </p:nvSpPr>
        <p:spPr>
          <a:xfrm>
            <a:off x="280785" y="5746825"/>
            <a:ext cx="1458649" cy="792088"/>
          </a:xfrm>
          <a:prstGeom prst="wedgeRoundRectCallout">
            <a:avLst>
              <a:gd name="adj1" fmla="val 118904"/>
              <a:gd name="adj2" fmla="val -205864"/>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2 </a:t>
            </a:r>
          </a:p>
          <a:p>
            <a:pPr algn="ctr"/>
            <a:r>
              <a:rPr lang="en-MY" b="1" dirty="0"/>
              <a:t>AB’</a:t>
            </a:r>
          </a:p>
        </p:txBody>
      </p:sp>
    </p:spTree>
    <p:extLst>
      <p:ext uri="{BB962C8B-B14F-4D97-AF65-F5344CB8AC3E}">
        <p14:creationId xmlns:p14="http://schemas.microsoft.com/office/powerpoint/2010/main" val="405919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1000"/>
                                        <p:tgtEl>
                                          <p:spTgt spid="24"/>
                                        </p:tgtEl>
                                      </p:cBhvr>
                                    </p:animEffect>
                                    <p:anim calcmode="lin" valueType="num">
                                      <p:cBhvr>
                                        <p:cTn id="44" dur="1000" fill="hold"/>
                                        <p:tgtEl>
                                          <p:spTgt spid="24"/>
                                        </p:tgtEl>
                                        <p:attrNameLst>
                                          <p:attrName>ppt_x</p:attrName>
                                        </p:attrNameLst>
                                      </p:cBhvr>
                                      <p:tavLst>
                                        <p:tav tm="0">
                                          <p:val>
                                            <p:strVal val="#ppt_x"/>
                                          </p:val>
                                        </p:tav>
                                        <p:tav tm="100000">
                                          <p:val>
                                            <p:strVal val="#ppt_x"/>
                                          </p:val>
                                        </p:tav>
                                      </p:tavLst>
                                    </p:anim>
                                    <p:anim calcmode="lin" valueType="num">
                                      <p:cBhvr>
                                        <p:cTn id="45"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1000"/>
                                        <p:tgtEl>
                                          <p:spTgt spid="23"/>
                                        </p:tgtEl>
                                      </p:cBhvr>
                                    </p:animEffect>
                                    <p:anim calcmode="lin" valueType="num">
                                      <p:cBhvr>
                                        <p:cTn id="51" dur="1000" fill="hold"/>
                                        <p:tgtEl>
                                          <p:spTgt spid="23"/>
                                        </p:tgtEl>
                                        <p:attrNameLst>
                                          <p:attrName>ppt_x</p:attrName>
                                        </p:attrNameLst>
                                      </p:cBhvr>
                                      <p:tavLst>
                                        <p:tav tm="0">
                                          <p:val>
                                            <p:strVal val="#ppt_x"/>
                                          </p:val>
                                        </p:tav>
                                        <p:tav tm="100000">
                                          <p:val>
                                            <p:strVal val="#ppt_x"/>
                                          </p:val>
                                        </p:tav>
                                      </p:tavLst>
                                    </p:anim>
                                    <p:anim calcmode="lin" valueType="num">
                                      <p:cBhvr>
                                        <p:cTn id="52"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1000"/>
                                        <p:tgtEl>
                                          <p:spTgt spid="26"/>
                                        </p:tgtEl>
                                      </p:cBhvr>
                                    </p:animEffect>
                                    <p:anim calcmode="lin" valueType="num">
                                      <p:cBhvr>
                                        <p:cTn id="58" dur="1000" fill="hold"/>
                                        <p:tgtEl>
                                          <p:spTgt spid="26"/>
                                        </p:tgtEl>
                                        <p:attrNameLst>
                                          <p:attrName>ppt_x</p:attrName>
                                        </p:attrNameLst>
                                      </p:cBhvr>
                                      <p:tavLst>
                                        <p:tav tm="0">
                                          <p:val>
                                            <p:strVal val="#ppt_x"/>
                                          </p:val>
                                        </p:tav>
                                        <p:tav tm="100000">
                                          <p:val>
                                            <p:strVal val="#ppt_x"/>
                                          </p:val>
                                        </p:tav>
                                      </p:tavLst>
                                    </p:anim>
                                    <p:anim calcmode="lin" valueType="num">
                                      <p:cBhvr>
                                        <p:cTn id="5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1000"/>
                                        <p:tgtEl>
                                          <p:spTgt spid="27"/>
                                        </p:tgtEl>
                                      </p:cBhvr>
                                    </p:animEffect>
                                    <p:anim calcmode="lin" valueType="num">
                                      <p:cBhvr>
                                        <p:cTn id="65" dur="1000" fill="hold"/>
                                        <p:tgtEl>
                                          <p:spTgt spid="27"/>
                                        </p:tgtEl>
                                        <p:attrNameLst>
                                          <p:attrName>ppt_x</p:attrName>
                                        </p:attrNameLst>
                                      </p:cBhvr>
                                      <p:tavLst>
                                        <p:tav tm="0">
                                          <p:val>
                                            <p:strVal val="#ppt_x"/>
                                          </p:val>
                                        </p:tav>
                                        <p:tav tm="100000">
                                          <p:val>
                                            <p:strVal val="#ppt_x"/>
                                          </p:val>
                                        </p:tav>
                                      </p:tavLst>
                                    </p:anim>
                                    <p:anim calcmode="lin" valueType="num">
                                      <p:cBhvr>
                                        <p:cTn id="6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1000"/>
                                        <p:tgtEl>
                                          <p:spTgt spid="25"/>
                                        </p:tgtEl>
                                      </p:cBhvr>
                                    </p:animEffect>
                                    <p:anim calcmode="lin" valueType="num">
                                      <p:cBhvr>
                                        <p:cTn id="72" dur="1000" fill="hold"/>
                                        <p:tgtEl>
                                          <p:spTgt spid="25"/>
                                        </p:tgtEl>
                                        <p:attrNameLst>
                                          <p:attrName>ppt_x</p:attrName>
                                        </p:attrNameLst>
                                      </p:cBhvr>
                                      <p:tavLst>
                                        <p:tav tm="0">
                                          <p:val>
                                            <p:strVal val="#ppt_x"/>
                                          </p:val>
                                        </p:tav>
                                        <p:tav tm="100000">
                                          <p:val>
                                            <p:strVal val="#ppt_x"/>
                                          </p:val>
                                        </p:tav>
                                      </p:tavLst>
                                    </p:anim>
                                    <p:anim calcmode="lin" valueType="num">
                                      <p:cBhvr>
                                        <p:cTn id="7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23" grpId="0" animBg="1"/>
      <p:bldP spid="24" grpId="0" animBg="1"/>
      <p:bldP spid="25" grpId="0"/>
      <p:bldP spid="26" grpId="0" animBg="1"/>
      <p:bldP spid="27"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58E51-56A4-9000-B47C-211A1573B44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7319DE-29BE-1733-0F65-502E0E44899F}"/>
              </a:ext>
            </a:extLst>
          </p:cNvPr>
          <p:cNvSpPr>
            <a:spLocks noGrp="1"/>
          </p:cNvSpPr>
          <p:nvPr>
            <p:ph type="sldNum" sz="quarter" idx="12"/>
          </p:nvPr>
        </p:nvSpPr>
        <p:spPr/>
        <p:txBody>
          <a:bodyPr/>
          <a:lstStyle/>
          <a:p>
            <a:pPr>
              <a:defRPr/>
            </a:pPr>
            <a:fld id="{B8AD9B9C-0E5B-4825-AA18-F26ABB6A6054}" type="slidenum">
              <a:rPr lang="en-US" altLang="en-US" smtClean="0"/>
              <a:pPr>
                <a:defRPr/>
              </a:pPr>
              <a:t>80</a:t>
            </a:fld>
            <a:endParaRPr lang="en-US" altLang="en-US"/>
          </a:p>
        </p:txBody>
      </p:sp>
      <p:graphicFrame>
        <p:nvGraphicFramePr>
          <p:cNvPr id="5" name="Table 4">
            <a:extLst>
              <a:ext uri="{FF2B5EF4-FFF2-40B4-BE49-F238E27FC236}">
                <a16:creationId xmlns:a16="http://schemas.microsoft.com/office/drawing/2014/main" id="{41226C9D-C58A-28EC-937C-EBFA97B9652E}"/>
              </a:ext>
            </a:extLst>
          </p:cNvPr>
          <p:cNvGraphicFramePr>
            <a:graphicFrameLocks noGrp="1"/>
          </p:cNvGraphicFramePr>
          <p:nvPr>
            <p:extLst>
              <p:ext uri="{D42A27DB-BD31-4B8C-83A1-F6EECF244321}">
                <p14:modId xmlns:p14="http://schemas.microsoft.com/office/powerpoint/2010/main" val="1095389409"/>
              </p:ext>
            </p:extLst>
          </p:nvPr>
        </p:nvGraphicFramePr>
        <p:xfrm>
          <a:off x="3048000" y="2649643"/>
          <a:ext cx="3048000" cy="3631952"/>
        </p:xfrm>
        <a:graphic>
          <a:graphicData uri="http://schemas.openxmlformats.org/drawingml/2006/table">
            <a:tbl>
              <a:tblPr firstRow="1" bandRow="1">
                <a:tableStyleId>{5940675A-B579-460E-94D1-54222C63F5DA}</a:tableStyleId>
              </a:tblPr>
              <a:tblGrid>
                <a:gridCol w="1524000">
                  <a:extLst>
                    <a:ext uri="{9D8B030D-6E8A-4147-A177-3AD203B41FA5}">
                      <a16:colId xmlns:a16="http://schemas.microsoft.com/office/drawing/2014/main" val="1452604075"/>
                    </a:ext>
                  </a:extLst>
                </a:gridCol>
                <a:gridCol w="1524000">
                  <a:extLst>
                    <a:ext uri="{9D8B030D-6E8A-4147-A177-3AD203B41FA5}">
                      <a16:colId xmlns:a16="http://schemas.microsoft.com/office/drawing/2014/main" val="1390609854"/>
                    </a:ext>
                  </a:extLst>
                </a:gridCol>
              </a:tblGrid>
              <a:tr h="907988">
                <a:tc>
                  <a:txBody>
                    <a:bodyPr/>
                    <a:lstStyle/>
                    <a:p>
                      <a:endParaRPr lang="en-MY"/>
                    </a:p>
                  </a:txBody>
                  <a:tcPr/>
                </a:tc>
                <a:tc>
                  <a:txBody>
                    <a:bodyPr/>
                    <a:lstStyle/>
                    <a:p>
                      <a:endParaRPr lang="en-MY" dirty="0"/>
                    </a:p>
                  </a:txBody>
                  <a:tcPr/>
                </a:tc>
                <a:extLst>
                  <a:ext uri="{0D108BD9-81ED-4DB2-BD59-A6C34878D82A}">
                    <a16:rowId xmlns:a16="http://schemas.microsoft.com/office/drawing/2014/main" val="1916785818"/>
                  </a:ext>
                </a:extLst>
              </a:tr>
              <a:tr h="907988">
                <a:tc>
                  <a:txBody>
                    <a:bodyPr/>
                    <a:lstStyle/>
                    <a:p>
                      <a:endParaRPr lang="en-MY" dirty="0"/>
                    </a:p>
                  </a:txBody>
                  <a:tcPr/>
                </a:tc>
                <a:tc>
                  <a:txBody>
                    <a:bodyPr/>
                    <a:lstStyle/>
                    <a:p>
                      <a:endParaRPr lang="en-MY"/>
                    </a:p>
                  </a:txBody>
                  <a:tcPr/>
                </a:tc>
                <a:extLst>
                  <a:ext uri="{0D108BD9-81ED-4DB2-BD59-A6C34878D82A}">
                    <a16:rowId xmlns:a16="http://schemas.microsoft.com/office/drawing/2014/main" val="1660852292"/>
                  </a:ext>
                </a:extLst>
              </a:tr>
              <a:tr h="907988">
                <a:tc>
                  <a:txBody>
                    <a:bodyPr/>
                    <a:lstStyle/>
                    <a:p>
                      <a:endParaRPr lang="en-MY"/>
                    </a:p>
                  </a:txBody>
                  <a:tcPr/>
                </a:tc>
                <a:tc>
                  <a:txBody>
                    <a:bodyPr/>
                    <a:lstStyle/>
                    <a:p>
                      <a:endParaRPr lang="en-MY"/>
                    </a:p>
                  </a:txBody>
                  <a:tcPr/>
                </a:tc>
                <a:extLst>
                  <a:ext uri="{0D108BD9-81ED-4DB2-BD59-A6C34878D82A}">
                    <a16:rowId xmlns:a16="http://schemas.microsoft.com/office/drawing/2014/main" val="465588594"/>
                  </a:ext>
                </a:extLst>
              </a:tr>
              <a:tr h="907988">
                <a:tc>
                  <a:txBody>
                    <a:bodyPr/>
                    <a:lstStyle/>
                    <a:p>
                      <a:endParaRPr lang="en-MY"/>
                    </a:p>
                  </a:txBody>
                  <a:tcPr/>
                </a:tc>
                <a:tc>
                  <a:txBody>
                    <a:bodyPr/>
                    <a:lstStyle/>
                    <a:p>
                      <a:endParaRPr lang="en-MY" dirty="0"/>
                    </a:p>
                  </a:txBody>
                  <a:tcPr/>
                </a:tc>
                <a:extLst>
                  <a:ext uri="{0D108BD9-81ED-4DB2-BD59-A6C34878D82A}">
                    <a16:rowId xmlns:a16="http://schemas.microsoft.com/office/drawing/2014/main" val="3824446695"/>
                  </a:ext>
                </a:extLst>
              </a:tr>
            </a:tbl>
          </a:graphicData>
        </a:graphic>
      </p:graphicFrame>
      <p:sp>
        <p:nvSpPr>
          <p:cNvPr id="6" name="TextBox 5">
            <a:extLst>
              <a:ext uri="{FF2B5EF4-FFF2-40B4-BE49-F238E27FC236}">
                <a16:creationId xmlns:a16="http://schemas.microsoft.com/office/drawing/2014/main" id="{D7A5794D-0C54-012E-82A1-36165BC77800}"/>
              </a:ext>
            </a:extLst>
          </p:cNvPr>
          <p:cNvSpPr txBox="1"/>
          <p:nvPr/>
        </p:nvSpPr>
        <p:spPr>
          <a:xfrm>
            <a:off x="3532866" y="2145245"/>
            <a:ext cx="324128" cy="400110"/>
          </a:xfrm>
          <a:prstGeom prst="rect">
            <a:avLst/>
          </a:prstGeom>
          <a:noFill/>
        </p:spPr>
        <p:txBody>
          <a:bodyPr wrap="none" rtlCol="0">
            <a:spAutoFit/>
          </a:bodyPr>
          <a:lstStyle/>
          <a:p>
            <a:r>
              <a:rPr lang="en-MY" dirty="0"/>
              <a:t>0</a:t>
            </a:r>
          </a:p>
        </p:txBody>
      </p:sp>
      <p:sp>
        <p:nvSpPr>
          <p:cNvPr id="7" name="TextBox 6">
            <a:extLst>
              <a:ext uri="{FF2B5EF4-FFF2-40B4-BE49-F238E27FC236}">
                <a16:creationId xmlns:a16="http://schemas.microsoft.com/office/drawing/2014/main" id="{8D5588E8-AD99-C4AB-54B7-8D3EC4A076EE}"/>
              </a:ext>
            </a:extLst>
          </p:cNvPr>
          <p:cNvSpPr txBox="1"/>
          <p:nvPr/>
        </p:nvSpPr>
        <p:spPr>
          <a:xfrm>
            <a:off x="5117042" y="2145245"/>
            <a:ext cx="324128" cy="400110"/>
          </a:xfrm>
          <a:prstGeom prst="rect">
            <a:avLst/>
          </a:prstGeom>
          <a:noFill/>
        </p:spPr>
        <p:txBody>
          <a:bodyPr wrap="none" rtlCol="0">
            <a:spAutoFit/>
          </a:bodyPr>
          <a:lstStyle/>
          <a:p>
            <a:r>
              <a:rPr lang="en-MY" dirty="0"/>
              <a:t>1</a:t>
            </a:r>
          </a:p>
        </p:txBody>
      </p:sp>
      <p:sp>
        <p:nvSpPr>
          <p:cNvPr id="8" name="TextBox 7">
            <a:extLst>
              <a:ext uri="{FF2B5EF4-FFF2-40B4-BE49-F238E27FC236}">
                <a16:creationId xmlns:a16="http://schemas.microsoft.com/office/drawing/2014/main" id="{9F34FA89-7011-7BB8-A611-D4C66313FD39}"/>
              </a:ext>
            </a:extLst>
          </p:cNvPr>
          <p:cNvSpPr txBox="1"/>
          <p:nvPr/>
        </p:nvSpPr>
        <p:spPr>
          <a:xfrm>
            <a:off x="2483942" y="4720459"/>
            <a:ext cx="463588" cy="400110"/>
          </a:xfrm>
          <a:prstGeom prst="rect">
            <a:avLst/>
          </a:prstGeom>
          <a:noFill/>
        </p:spPr>
        <p:txBody>
          <a:bodyPr wrap="none" rtlCol="0">
            <a:spAutoFit/>
          </a:bodyPr>
          <a:lstStyle/>
          <a:p>
            <a:r>
              <a:rPr lang="en-MY" dirty="0"/>
              <a:t>11</a:t>
            </a:r>
          </a:p>
        </p:txBody>
      </p:sp>
      <p:sp>
        <p:nvSpPr>
          <p:cNvPr id="9" name="TextBox 8">
            <a:extLst>
              <a:ext uri="{FF2B5EF4-FFF2-40B4-BE49-F238E27FC236}">
                <a16:creationId xmlns:a16="http://schemas.microsoft.com/office/drawing/2014/main" id="{A4A7CC18-1CA3-0EA1-9255-B7E372C8CF0F}"/>
              </a:ext>
            </a:extLst>
          </p:cNvPr>
          <p:cNvSpPr txBox="1"/>
          <p:nvPr/>
        </p:nvSpPr>
        <p:spPr>
          <a:xfrm>
            <a:off x="2483942" y="5592604"/>
            <a:ext cx="463588" cy="400110"/>
          </a:xfrm>
          <a:prstGeom prst="rect">
            <a:avLst/>
          </a:prstGeom>
          <a:noFill/>
        </p:spPr>
        <p:txBody>
          <a:bodyPr wrap="none" rtlCol="0">
            <a:spAutoFit/>
          </a:bodyPr>
          <a:lstStyle/>
          <a:p>
            <a:r>
              <a:rPr lang="en-MY" dirty="0"/>
              <a:t>10</a:t>
            </a:r>
          </a:p>
        </p:txBody>
      </p:sp>
      <p:sp>
        <p:nvSpPr>
          <p:cNvPr id="10" name="TextBox 9">
            <a:extLst>
              <a:ext uri="{FF2B5EF4-FFF2-40B4-BE49-F238E27FC236}">
                <a16:creationId xmlns:a16="http://schemas.microsoft.com/office/drawing/2014/main" id="{DFADD78B-79C5-CACD-AE0F-7A7FCE7104C3}"/>
              </a:ext>
            </a:extLst>
          </p:cNvPr>
          <p:cNvSpPr txBox="1"/>
          <p:nvPr/>
        </p:nvSpPr>
        <p:spPr>
          <a:xfrm>
            <a:off x="2452746" y="2865667"/>
            <a:ext cx="463588" cy="400110"/>
          </a:xfrm>
          <a:prstGeom prst="rect">
            <a:avLst/>
          </a:prstGeom>
          <a:noFill/>
        </p:spPr>
        <p:txBody>
          <a:bodyPr wrap="none" rtlCol="0">
            <a:spAutoFit/>
          </a:bodyPr>
          <a:lstStyle/>
          <a:p>
            <a:r>
              <a:rPr lang="en-MY" dirty="0"/>
              <a:t>00</a:t>
            </a:r>
          </a:p>
        </p:txBody>
      </p:sp>
      <p:sp>
        <p:nvSpPr>
          <p:cNvPr id="11" name="TextBox 10">
            <a:extLst>
              <a:ext uri="{FF2B5EF4-FFF2-40B4-BE49-F238E27FC236}">
                <a16:creationId xmlns:a16="http://schemas.microsoft.com/office/drawing/2014/main" id="{AA5110FC-BA03-BA1F-2CBB-6C19184609C5}"/>
              </a:ext>
            </a:extLst>
          </p:cNvPr>
          <p:cNvSpPr txBox="1"/>
          <p:nvPr/>
        </p:nvSpPr>
        <p:spPr>
          <a:xfrm>
            <a:off x="2483942" y="3729763"/>
            <a:ext cx="463588" cy="400110"/>
          </a:xfrm>
          <a:prstGeom prst="rect">
            <a:avLst/>
          </a:prstGeom>
          <a:noFill/>
        </p:spPr>
        <p:txBody>
          <a:bodyPr wrap="none" rtlCol="0">
            <a:spAutoFit/>
          </a:bodyPr>
          <a:lstStyle/>
          <a:p>
            <a:r>
              <a:rPr lang="en-MY" dirty="0"/>
              <a:t>01</a:t>
            </a:r>
          </a:p>
        </p:txBody>
      </p:sp>
      <p:sp>
        <p:nvSpPr>
          <p:cNvPr id="12" name="Right Brace 11">
            <a:extLst>
              <a:ext uri="{FF2B5EF4-FFF2-40B4-BE49-F238E27FC236}">
                <a16:creationId xmlns:a16="http://schemas.microsoft.com/office/drawing/2014/main" id="{50893E97-20FF-CABE-4205-698DFBAFD7EF}"/>
              </a:ext>
            </a:extLst>
          </p:cNvPr>
          <p:cNvSpPr/>
          <p:nvPr/>
        </p:nvSpPr>
        <p:spPr>
          <a:xfrm rot="16200000">
            <a:off x="4325154" y="529265"/>
            <a:ext cx="586056" cy="30480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3" name="Right Brace 12">
            <a:extLst>
              <a:ext uri="{FF2B5EF4-FFF2-40B4-BE49-F238E27FC236}">
                <a16:creationId xmlns:a16="http://schemas.microsoft.com/office/drawing/2014/main" id="{83319886-A902-1341-E927-98AABFEC9989}"/>
              </a:ext>
            </a:extLst>
          </p:cNvPr>
          <p:cNvSpPr/>
          <p:nvPr/>
        </p:nvSpPr>
        <p:spPr>
          <a:xfrm rot="10800000">
            <a:off x="2007920" y="2686331"/>
            <a:ext cx="586056" cy="3631952"/>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4" name="TextBox 13">
            <a:extLst>
              <a:ext uri="{FF2B5EF4-FFF2-40B4-BE49-F238E27FC236}">
                <a16:creationId xmlns:a16="http://schemas.microsoft.com/office/drawing/2014/main" id="{2C89B650-D5F0-EC0A-2D52-98B4BCA3527B}"/>
              </a:ext>
            </a:extLst>
          </p:cNvPr>
          <p:cNvSpPr txBox="1"/>
          <p:nvPr/>
        </p:nvSpPr>
        <p:spPr>
          <a:xfrm>
            <a:off x="1576878" y="4292365"/>
            <a:ext cx="489236" cy="400110"/>
          </a:xfrm>
          <a:prstGeom prst="rect">
            <a:avLst/>
          </a:prstGeom>
          <a:noFill/>
        </p:spPr>
        <p:txBody>
          <a:bodyPr wrap="none" rtlCol="0">
            <a:spAutoFit/>
          </a:bodyPr>
          <a:lstStyle/>
          <a:p>
            <a:r>
              <a:rPr lang="en-MY" dirty="0"/>
              <a:t>AB</a:t>
            </a:r>
          </a:p>
        </p:txBody>
      </p:sp>
      <p:sp>
        <p:nvSpPr>
          <p:cNvPr id="15" name="TextBox 14">
            <a:extLst>
              <a:ext uri="{FF2B5EF4-FFF2-40B4-BE49-F238E27FC236}">
                <a16:creationId xmlns:a16="http://schemas.microsoft.com/office/drawing/2014/main" id="{43BDC4B7-3199-CD12-1761-56133AFA069B}"/>
              </a:ext>
            </a:extLst>
          </p:cNvPr>
          <p:cNvSpPr txBox="1"/>
          <p:nvPr/>
        </p:nvSpPr>
        <p:spPr>
          <a:xfrm>
            <a:off x="4448905" y="1307982"/>
            <a:ext cx="338554" cy="400110"/>
          </a:xfrm>
          <a:prstGeom prst="rect">
            <a:avLst/>
          </a:prstGeom>
          <a:noFill/>
        </p:spPr>
        <p:txBody>
          <a:bodyPr wrap="none" rtlCol="0">
            <a:spAutoFit/>
          </a:bodyPr>
          <a:lstStyle/>
          <a:p>
            <a:r>
              <a:rPr lang="en-MY" dirty="0"/>
              <a:t>C</a:t>
            </a:r>
          </a:p>
        </p:txBody>
      </p:sp>
      <p:sp>
        <p:nvSpPr>
          <p:cNvPr id="16" name="TextBox 15">
            <a:extLst>
              <a:ext uri="{FF2B5EF4-FFF2-40B4-BE49-F238E27FC236}">
                <a16:creationId xmlns:a16="http://schemas.microsoft.com/office/drawing/2014/main" id="{7F9D2920-C0CA-6702-CD3D-3E658027A9CA}"/>
              </a:ext>
            </a:extLst>
          </p:cNvPr>
          <p:cNvSpPr txBox="1"/>
          <p:nvPr/>
        </p:nvSpPr>
        <p:spPr>
          <a:xfrm>
            <a:off x="2123728" y="319119"/>
            <a:ext cx="5226111" cy="523220"/>
          </a:xfrm>
          <a:prstGeom prst="rect">
            <a:avLst/>
          </a:prstGeom>
          <a:noFill/>
        </p:spPr>
        <p:txBody>
          <a:bodyPr wrap="none" rtlCol="0">
            <a:spAutoFit/>
          </a:bodyPr>
          <a:lstStyle/>
          <a:p>
            <a:r>
              <a:rPr lang="en-MY" sz="2800" b="1" dirty="0"/>
              <a:t>A’BC’ + A’BC + AB’C’ + AB’C</a:t>
            </a:r>
          </a:p>
        </p:txBody>
      </p:sp>
      <p:sp>
        <p:nvSpPr>
          <p:cNvPr id="17" name="TextBox 16">
            <a:extLst>
              <a:ext uri="{FF2B5EF4-FFF2-40B4-BE49-F238E27FC236}">
                <a16:creationId xmlns:a16="http://schemas.microsoft.com/office/drawing/2014/main" id="{46568CA7-7D70-0A30-AAE9-A431CB222B7E}"/>
              </a:ext>
            </a:extLst>
          </p:cNvPr>
          <p:cNvSpPr txBox="1"/>
          <p:nvPr/>
        </p:nvSpPr>
        <p:spPr>
          <a:xfrm>
            <a:off x="2238559" y="813362"/>
            <a:ext cx="4979248" cy="523220"/>
          </a:xfrm>
          <a:prstGeom prst="rect">
            <a:avLst/>
          </a:prstGeom>
          <a:noFill/>
        </p:spPr>
        <p:txBody>
          <a:bodyPr wrap="none" rtlCol="0">
            <a:spAutoFit/>
          </a:bodyPr>
          <a:lstStyle/>
          <a:p>
            <a:r>
              <a:rPr lang="en-MY" sz="2800" b="1" dirty="0">
                <a:solidFill>
                  <a:srgbClr val="0070C0"/>
                </a:solidFill>
              </a:rPr>
              <a:t>010  + 011   + 100   + 101</a:t>
            </a:r>
          </a:p>
        </p:txBody>
      </p:sp>
      <p:sp>
        <p:nvSpPr>
          <p:cNvPr id="18" name="TextBox 17">
            <a:extLst>
              <a:ext uri="{FF2B5EF4-FFF2-40B4-BE49-F238E27FC236}">
                <a16:creationId xmlns:a16="http://schemas.microsoft.com/office/drawing/2014/main" id="{07C7D9F5-5F9D-5E02-D492-DDD76E23FCE8}"/>
              </a:ext>
            </a:extLst>
          </p:cNvPr>
          <p:cNvSpPr txBox="1"/>
          <p:nvPr/>
        </p:nvSpPr>
        <p:spPr>
          <a:xfrm>
            <a:off x="5003925" y="5592604"/>
            <a:ext cx="413896" cy="523220"/>
          </a:xfrm>
          <a:prstGeom prst="rect">
            <a:avLst/>
          </a:prstGeom>
          <a:noFill/>
        </p:spPr>
        <p:txBody>
          <a:bodyPr wrap="none" rtlCol="0">
            <a:spAutoFit/>
          </a:bodyPr>
          <a:lstStyle/>
          <a:p>
            <a:r>
              <a:rPr lang="en-MY" sz="2800" b="1" dirty="0">
                <a:solidFill>
                  <a:srgbClr val="0070C0"/>
                </a:solidFill>
              </a:rPr>
              <a:t>1</a:t>
            </a:r>
          </a:p>
        </p:txBody>
      </p:sp>
      <p:sp>
        <p:nvSpPr>
          <p:cNvPr id="19" name="TextBox 18">
            <a:extLst>
              <a:ext uri="{FF2B5EF4-FFF2-40B4-BE49-F238E27FC236}">
                <a16:creationId xmlns:a16="http://schemas.microsoft.com/office/drawing/2014/main" id="{0363AFF1-B471-A2E0-201C-1A60DC132941}"/>
              </a:ext>
            </a:extLst>
          </p:cNvPr>
          <p:cNvSpPr txBox="1"/>
          <p:nvPr/>
        </p:nvSpPr>
        <p:spPr>
          <a:xfrm>
            <a:off x="3534312" y="5592604"/>
            <a:ext cx="413896" cy="523220"/>
          </a:xfrm>
          <a:prstGeom prst="rect">
            <a:avLst/>
          </a:prstGeom>
          <a:noFill/>
        </p:spPr>
        <p:txBody>
          <a:bodyPr wrap="none" rtlCol="0">
            <a:spAutoFit/>
          </a:bodyPr>
          <a:lstStyle/>
          <a:p>
            <a:r>
              <a:rPr lang="en-MY" sz="2800" b="1" dirty="0">
                <a:solidFill>
                  <a:srgbClr val="0070C0"/>
                </a:solidFill>
              </a:rPr>
              <a:t>1</a:t>
            </a:r>
          </a:p>
        </p:txBody>
      </p:sp>
      <p:sp>
        <p:nvSpPr>
          <p:cNvPr id="20" name="TextBox 19">
            <a:extLst>
              <a:ext uri="{FF2B5EF4-FFF2-40B4-BE49-F238E27FC236}">
                <a16:creationId xmlns:a16="http://schemas.microsoft.com/office/drawing/2014/main" id="{3D73472D-CFF5-E089-C67E-058E85EAEC6C}"/>
              </a:ext>
            </a:extLst>
          </p:cNvPr>
          <p:cNvSpPr txBox="1"/>
          <p:nvPr/>
        </p:nvSpPr>
        <p:spPr>
          <a:xfrm>
            <a:off x="3522871" y="3757686"/>
            <a:ext cx="413896" cy="523220"/>
          </a:xfrm>
          <a:prstGeom prst="rect">
            <a:avLst/>
          </a:prstGeom>
          <a:noFill/>
        </p:spPr>
        <p:txBody>
          <a:bodyPr wrap="none" rtlCol="0">
            <a:spAutoFit/>
          </a:bodyPr>
          <a:lstStyle/>
          <a:p>
            <a:r>
              <a:rPr lang="en-MY" sz="2800" b="1" dirty="0">
                <a:solidFill>
                  <a:srgbClr val="0070C0"/>
                </a:solidFill>
              </a:rPr>
              <a:t>1</a:t>
            </a:r>
          </a:p>
        </p:txBody>
      </p:sp>
      <p:sp>
        <p:nvSpPr>
          <p:cNvPr id="21" name="TextBox 20">
            <a:extLst>
              <a:ext uri="{FF2B5EF4-FFF2-40B4-BE49-F238E27FC236}">
                <a16:creationId xmlns:a16="http://schemas.microsoft.com/office/drawing/2014/main" id="{3B4BDEDF-B2C7-D8A6-60F8-B3B63E896D34}"/>
              </a:ext>
            </a:extLst>
          </p:cNvPr>
          <p:cNvSpPr txBox="1"/>
          <p:nvPr/>
        </p:nvSpPr>
        <p:spPr>
          <a:xfrm>
            <a:off x="5003925" y="3757686"/>
            <a:ext cx="413896" cy="523220"/>
          </a:xfrm>
          <a:prstGeom prst="rect">
            <a:avLst/>
          </a:prstGeom>
          <a:noFill/>
        </p:spPr>
        <p:txBody>
          <a:bodyPr wrap="none" rtlCol="0">
            <a:spAutoFit/>
          </a:bodyPr>
          <a:lstStyle/>
          <a:p>
            <a:r>
              <a:rPr lang="en-MY" sz="2800" b="1" dirty="0">
                <a:solidFill>
                  <a:srgbClr val="0070C0"/>
                </a:solidFill>
              </a:rPr>
              <a:t>1</a:t>
            </a:r>
          </a:p>
        </p:txBody>
      </p:sp>
      <p:sp>
        <p:nvSpPr>
          <p:cNvPr id="23" name="Oval 22">
            <a:extLst>
              <a:ext uri="{FF2B5EF4-FFF2-40B4-BE49-F238E27FC236}">
                <a16:creationId xmlns:a16="http://schemas.microsoft.com/office/drawing/2014/main" id="{F41CAB96-DCA2-2A9A-607D-27D872CB73FE}"/>
              </a:ext>
            </a:extLst>
          </p:cNvPr>
          <p:cNvSpPr/>
          <p:nvPr/>
        </p:nvSpPr>
        <p:spPr>
          <a:xfrm>
            <a:off x="3239852" y="3468747"/>
            <a:ext cx="2664296" cy="984160"/>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4" name="Oval 23">
            <a:extLst>
              <a:ext uri="{FF2B5EF4-FFF2-40B4-BE49-F238E27FC236}">
                <a16:creationId xmlns:a16="http://schemas.microsoft.com/office/drawing/2014/main" id="{0D93164E-1A74-6161-D411-4320F9DA65B7}"/>
              </a:ext>
            </a:extLst>
          </p:cNvPr>
          <p:cNvSpPr/>
          <p:nvPr/>
        </p:nvSpPr>
        <p:spPr>
          <a:xfrm>
            <a:off x="3186812" y="5297435"/>
            <a:ext cx="2664296" cy="984160"/>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5" name="TextBox 24">
            <a:extLst>
              <a:ext uri="{FF2B5EF4-FFF2-40B4-BE49-F238E27FC236}">
                <a16:creationId xmlns:a16="http://schemas.microsoft.com/office/drawing/2014/main" id="{484E1E80-94AF-3435-3010-DFC8E98C2F2F}"/>
              </a:ext>
            </a:extLst>
          </p:cNvPr>
          <p:cNvSpPr txBox="1"/>
          <p:nvPr/>
        </p:nvSpPr>
        <p:spPr>
          <a:xfrm>
            <a:off x="6443500" y="5722781"/>
            <a:ext cx="2585964" cy="523220"/>
          </a:xfrm>
          <a:prstGeom prst="rect">
            <a:avLst/>
          </a:prstGeom>
          <a:noFill/>
        </p:spPr>
        <p:txBody>
          <a:bodyPr wrap="none" rtlCol="0">
            <a:spAutoFit/>
          </a:bodyPr>
          <a:lstStyle/>
          <a:p>
            <a:r>
              <a:rPr lang="en-MY" sz="2800" b="1" dirty="0">
                <a:solidFill>
                  <a:srgbClr val="00B050"/>
                </a:solidFill>
              </a:rPr>
              <a:t>F = A’B + AB’</a:t>
            </a:r>
          </a:p>
        </p:txBody>
      </p:sp>
      <p:sp>
        <p:nvSpPr>
          <p:cNvPr id="26" name="Speech Bubble: Rectangle with Corners Rounded 25">
            <a:extLst>
              <a:ext uri="{FF2B5EF4-FFF2-40B4-BE49-F238E27FC236}">
                <a16:creationId xmlns:a16="http://schemas.microsoft.com/office/drawing/2014/main" id="{CBFBBA66-093A-65C5-4309-94411EA99EC9}"/>
              </a:ext>
            </a:extLst>
          </p:cNvPr>
          <p:cNvSpPr/>
          <p:nvPr/>
        </p:nvSpPr>
        <p:spPr>
          <a:xfrm>
            <a:off x="7217807" y="3133637"/>
            <a:ext cx="1458649" cy="792088"/>
          </a:xfrm>
          <a:prstGeom prst="wedgeRoundRectCallout">
            <a:avLst>
              <a:gd name="adj1" fmla="val -163272"/>
              <a:gd name="adj2" fmla="val 68164"/>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1 </a:t>
            </a:r>
          </a:p>
          <a:p>
            <a:pPr algn="ctr"/>
            <a:r>
              <a:rPr lang="en-MY" b="1" dirty="0"/>
              <a:t>A’B</a:t>
            </a:r>
          </a:p>
        </p:txBody>
      </p:sp>
      <p:sp>
        <p:nvSpPr>
          <p:cNvPr id="27" name="Speech Bubble: Rectangle with Corners Rounded 26">
            <a:extLst>
              <a:ext uri="{FF2B5EF4-FFF2-40B4-BE49-F238E27FC236}">
                <a16:creationId xmlns:a16="http://schemas.microsoft.com/office/drawing/2014/main" id="{1A9B4AB8-FD1D-3A26-58BF-F6B73739EC4E}"/>
              </a:ext>
            </a:extLst>
          </p:cNvPr>
          <p:cNvSpPr/>
          <p:nvPr/>
        </p:nvSpPr>
        <p:spPr>
          <a:xfrm>
            <a:off x="7217807" y="4688339"/>
            <a:ext cx="1458649" cy="792088"/>
          </a:xfrm>
          <a:prstGeom prst="wedgeRoundRectCallout">
            <a:avLst>
              <a:gd name="adj1" fmla="val -154644"/>
              <a:gd name="adj2" fmla="val 85364"/>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2 </a:t>
            </a:r>
          </a:p>
          <a:p>
            <a:pPr algn="ctr"/>
            <a:r>
              <a:rPr lang="en-MY" b="1" dirty="0"/>
              <a:t>AB’</a:t>
            </a:r>
          </a:p>
        </p:txBody>
      </p:sp>
    </p:spTree>
    <p:extLst>
      <p:ext uri="{BB962C8B-B14F-4D97-AF65-F5344CB8AC3E}">
        <p14:creationId xmlns:p14="http://schemas.microsoft.com/office/powerpoint/2010/main" val="1431387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1000"/>
                                        <p:tgtEl>
                                          <p:spTgt spid="24"/>
                                        </p:tgtEl>
                                      </p:cBhvr>
                                    </p:animEffect>
                                    <p:anim calcmode="lin" valueType="num">
                                      <p:cBhvr>
                                        <p:cTn id="44" dur="1000" fill="hold"/>
                                        <p:tgtEl>
                                          <p:spTgt spid="24"/>
                                        </p:tgtEl>
                                        <p:attrNameLst>
                                          <p:attrName>ppt_x</p:attrName>
                                        </p:attrNameLst>
                                      </p:cBhvr>
                                      <p:tavLst>
                                        <p:tav tm="0">
                                          <p:val>
                                            <p:strVal val="#ppt_x"/>
                                          </p:val>
                                        </p:tav>
                                        <p:tav tm="100000">
                                          <p:val>
                                            <p:strVal val="#ppt_x"/>
                                          </p:val>
                                        </p:tav>
                                      </p:tavLst>
                                    </p:anim>
                                    <p:anim calcmode="lin" valueType="num">
                                      <p:cBhvr>
                                        <p:cTn id="45"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1000"/>
                                        <p:tgtEl>
                                          <p:spTgt spid="23"/>
                                        </p:tgtEl>
                                      </p:cBhvr>
                                    </p:animEffect>
                                    <p:anim calcmode="lin" valueType="num">
                                      <p:cBhvr>
                                        <p:cTn id="51" dur="1000" fill="hold"/>
                                        <p:tgtEl>
                                          <p:spTgt spid="23"/>
                                        </p:tgtEl>
                                        <p:attrNameLst>
                                          <p:attrName>ppt_x</p:attrName>
                                        </p:attrNameLst>
                                      </p:cBhvr>
                                      <p:tavLst>
                                        <p:tav tm="0">
                                          <p:val>
                                            <p:strVal val="#ppt_x"/>
                                          </p:val>
                                        </p:tav>
                                        <p:tav tm="100000">
                                          <p:val>
                                            <p:strVal val="#ppt_x"/>
                                          </p:val>
                                        </p:tav>
                                      </p:tavLst>
                                    </p:anim>
                                    <p:anim calcmode="lin" valueType="num">
                                      <p:cBhvr>
                                        <p:cTn id="52"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1000"/>
                                        <p:tgtEl>
                                          <p:spTgt spid="26"/>
                                        </p:tgtEl>
                                      </p:cBhvr>
                                    </p:animEffect>
                                    <p:anim calcmode="lin" valueType="num">
                                      <p:cBhvr>
                                        <p:cTn id="58" dur="1000" fill="hold"/>
                                        <p:tgtEl>
                                          <p:spTgt spid="26"/>
                                        </p:tgtEl>
                                        <p:attrNameLst>
                                          <p:attrName>ppt_x</p:attrName>
                                        </p:attrNameLst>
                                      </p:cBhvr>
                                      <p:tavLst>
                                        <p:tav tm="0">
                                          <p:val>
                                            <p:strVal val="#ppt_x"/>
                                          </p:val>
                                        </p:tav>
                                        <p:tav tm="100000">
                                          <p:val>
                                            <p:strVal val="#ppt_x"/>
                                          </p:val>
                                        </p:tav>
                                      </p:tavLst>
                                    </p:anim>
                                    <p:anim calcmode="lin" valueType="num">
                                      <p:cBhvr>
                                        <p:cTn id="5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1000"/>
                                        <p:tgtEl>
                                          <p:spTgt spid="27"/>
                                        </p:tgtEl>
                                      </p:cBhvr>
                                    </p:animEffect>
                                    <p:anim calcmode="lin" valueType="num">
                                      <p:cBhvr>
                                        <p:cTn id="65" dur="1000" fill="hold"/>
                                        <p:tgtEl>
                                          <p:spTgt spid="27"/>
                                        </p:tgtEl>
                                        <p:attrNameLst>
                                          <p:attrName>ppt_x</p:attrName>
                                        </p:attrNameLst>
                                      </p:cBhvr>
                                      <p:tavLst>
                                        <p:tav tm="0">
                                          <p:val>
                                            <p:strVal val="#ppt_x"/>
                                          </p:val>
                                        </p:tav>
                                        <p:tav tm="100000">
                                          <p:val>
                                            <p:strVal val="#ppt_x"/>
                                          </p:val>
                                        </p:tav>
                                      </p:tavLst>
                                    </p:anim>
                                    <p:anim calcmode="lin" valueType="num">
                                      <p:cBhvr>
                                        <p:cTn id="6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1000"/>
                                        <p:tgtEl>
                                          <p:spTgt spid="25"/>
                                        </p:tgtEl>
                                      </p:cBhvr>
                                    </p:animEffect>
                                    <p:anim calcmode="lin" valueType="num">
                                      <p:cBhvr>
                                        <p:cTn id="72" dur="1000" fill="hold"/>
                                        <p:tgtEl>
                                          <p:spTgt spid="25"/>
                                        </p:tgtEl>
                                        <p:attrNameLst>
                                          <p:attrName>ppt_x</p:attrName>
                                        </p:attrNameLst>
                                      </p:cBhvr>
                                      <p:tavLst>
                                        <p:tav tm="0">
                                          <p:val>
                                            <p:strVal val="#ppt_x"/>
                                          </p:val>
                                        </p:tav>
                                        <p:tav tm="100000">
                                          <p:val>
                                            <p:strVal val="#ppt_x"/>
                                          </p:val>
                                        </p:tav>
                                      </p:tavLst>
                                    </p:anim>
                                    <p:anim calcmode="lin" valueType="num">
                                      <p:cBhvr>
                                        <p:cTn id="7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23" grpId="0" animBg="1"/>
      <p:bldP spid="24" grpId="0" animBg="1"/>
      <p:bldP spid="25" grpId="0"/>
      <p:bldP spid="26" grpId="0" animBg="1"/>
      <p:bldP spid="2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B86CBC4-4D4F-838F-CD47-518427B11876}"/>
              </a:ext>
            </a:extLst>
          </p:cNvPr>
          <p:cNvPicPr>
            <a:picLocks noChangeAspect="1"/>
          </p:cNvPicPr>
          <p:nvPr/>
        </p:nvPicPr>
        <p:blipFill>
          <a:blip r:embed="rId2"/>
          <a:stretch>
            <a:fillRect/>
          </a:stretch>
        </p:blipFill>
        <p:spPr>
          <a:xfrm>
            <a:off x="107503" y="147737"/>
            <a:ext cx="9070471" cy="6305599"/>
          </a:xfrm>
          <a:prstGeom prst="rect">
            <a:avLst/>
          </a:prstGeom>
        </p:spPr>
      </p:pic>
      <p:sp>
        <p:nvSpPr>
          <p:cNvPr id="2" name="Slide Number Placeholder 1">
            <a:extLst>
              <a:ext uri="{FF2B5EF4-FFF2-40B4-BE49-F238E27FC236}">
                <a16:creationId xmlns:a16="http://schemas.microsoft.com/office/drawing/2014/main" id="{BD888F0D-FA1B-B92B-2B0E-6F14BF66B845}"/>
              </a:ext>
            </a:extLst>
          </p:cNvPr>
          <p:cNvSpPr>
            <a:spLocks noGrp="1"/>
          </p:cNvSpPr>
          <p:nvPr>
            <p:ph type="sldNum" sz="quarter" idx="12"/>
          </p:nvPr>
        </p:nvSpPr>
        <p:spPr/>
        <p:txBody>
          <a:bodyPr/>
          <a:lstStyle/>
          <a:p>
            <a:pPr>
              <a:defRPr/>
            </a:pPr>
            <a:fld id="{92E653FF-C7FA-44C4-9FB2-CA5830947AC3}" type="slidenum">
              <a:rPr lang="en-US" altLang="en-US" smtClean="0"/>
              <a:pPr>
                <a:defRPr/>
              </a:pPr>
              <a:t>81</a:t>
            </a:fld>
            <a:endParaRPr lang="en-US" altLang="en-US"/>
          </a:p>
        </p:txBody>
      </p:sp>
      <p:sp>
        <p:nvSpPr>
          <p:cNvPr id="5" name="Rectangle 4">
            <a:extLst>
              <a:ext uri="{FF2B5EF4-FFF2-40B4-BE49-F238E27FC236}">
                <a16:creationId xmlns:a16="http://schemas.microsoft.com/office/drawing/2014/main" id="{2EEC7341-0ABD-1F70-0423-80CA3C507E97}"/>
              </a:ext>
            </a:extLst>
          </p:cNvPr>
          <p:cNvSpPr/>
          <p:nvPr/>
        </p:nvSpPr>
        <p:spPr>
          <a:xfrm>
            <a:off x="396561" y="1664753"/>
            <a:ext cx="8581105" cy="632049"/>
          </a:xfrm>
          <a:prstGeom prst="rect">
            <a:avLst/>
          </a:prstGeom>
          <a:solidFill>
            <a:schemeClr val="accent2">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Rectangle 5">
            <a:extLst>
              <a:ext uri="{FF2B5EF4-FFF2-40B4-BE49-F238E27FC236}">
                <a16:creationId xmlns:a16="http://schemas.microsoft.com/office/drawing/2014/main" id="{4977B93C-9E7F-2AAB-3A59-6DE9090E64CB}"/>
              </a:ext>
            </a:extLst>
          </p:cNvPr>
          <p:cNvSpPr/>
          <p:nvPr/>
        </p:nvSpPr>
        <p:spPr>
          <a:xfrm>
            <a:off x="396561" y="2979936"/>
            <a:ext cx="8567925" cy="1241151"/>
          </a:xfrm>
          <a:prstGeom prst="rect">
            <a:avLst/>
          </a:prstGeom>
          <a:solidFill>
            <a:schemeClr val="accent2">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31BE2639-A37F-FC39-6C4A-9CE1E3D2A44E}"/>
              </a:ext>
            </a:extLst>
          </p:cNvPr>
          <p:cNvSpPr/>
          <p:nvPr/>
        </p:nvSpPr>
        <p:spPr>
          <a:xfrm>
            <a:off x="412973" y="4877222"/>
            <a:ext cx="8551513" cy="1360089"/>
          </a:xfrm>
          <a:prstGeom prst="rect">
            <a:avLst/>
          </a:prstGeom>
          <a:solidFill>
            <a:schemeClr val="accent2">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41803658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22B85-75AC-3A19-4540-BA9F4DEF43D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D3FF18-6237-D8CC-5519-E64034626BE7}"/>
              </a:ext>
            </a:extLst>
          </p:cNvPr>
          <p:cNvSpPr>
            <a:spLocks noGrp="1"/>
          </p:cNvSpPr>
          <p:nvPr>
            <p:ph type="sldNum" sz="quarter" idx="12"/>
          </p:nvPr>
        </p:nvSpPr>
        <p:spPr/>
        <p:txBody>
          <a:bodyPr/>
          <a:lstStyle/>
          <a:p>
            <a:pPr>
              <a:defRPr/>
            </a:pPr>
            <a:fld id="{B8AD9B9C-0E5B-4825-AA18-F26ABB6A6054}" type="slidenum">
              <a:rPr lang="en-US" altLang="en-US" smtClean="0"/>
              <a:pPr>
                <a:defRPr/>
              </a:pPr>
              <a:t>82</a:t>
            </a:fld>
            <a:endParaRPr lang="en-US" altLang="en-US"/>
          </a:p>
        </p:txBody>
      </p:sp>
      <p:graphicFrame>
        <p:nvGraphicFramePr>
          <p:cNvPr id="5" name="Table 4">
            <a:extLst>
              <a:ext uri="{FF2B5EF4-FFF2-40B4-BE49-F238E27FC236}">
                <a16:creationId xmlns:a16="http://schemas.microsoft.com/office/drawing/2014/main" id="{FD399A0A-B03A-F7A1-9518-372FFDCD6632}"/>
              </a:ext>
            </a:extLst>
          </p:cNvPr>
          <p:cNvGraphicFramePr>
            <a:graphicFrameLocks noGrp="1"/>
          </p:cNvGraphicFramePr>
          <p:nvPr>
            <p:extLst>
              <p:ext uri="{D42A27DB-BD31-4B8C-83A1-F6EECF244321}">
                <p14:modId xmlns:p14="http://schemas.microsoft.com/office/powerpoint/2010/main" val="1813965333"/>
              </p:ext>
            </p:extLst>
          </p:nvPr>
        </p:nvGraphicFramePr>
        <p:xfrm>
          <a:off x="3065082" y="2606926"/>
          <a:ext cx="2774000" cy="3631952"/>
        </p:xfrm>
        <a:graphic>
          <a:graphicData uri="http://schemas.openxmlformats.org/drawingml/2006/table">
            <a:tbl>
              <a:tblPr firstRow="1" bandRow="1">
                <a:tableStyleId>{5940675A-B579-460E-94D1-54222C63F5DA}</a:tableStyleId>
              </a:tblPr>
              <a:tblGrid>
                <a:gridCol w="1387000">
                  <a:extLst>
                    <a:ext uri="{9D8B030D-6E8A-4147-A177-3AD203B41FA5}">
                      <a16:colId xmlns:a16="http://schemas.microsoft.com/office/drawing/2014/main" val="1452604075"/>
                    </a:ext>
                  </a:extLst>
                </a:gridCol>
                <a:gridCol w="1387000">
                  <a:extLst>
                    <a:ext uri="{9D8B030D-6E8A-4147-A177-3AD203B41FA5}">
                      <a16:colId xmlns:a16="http://schemas.microsoft.com/office/drawing/2014/main" val="1390609854"/>
                    </a:ext>
                  </a:extLst>
                </a:gridCol>
              </a:tblGrid>
              <a:tr h="907988">
                <a:tc>
                  <a:txBody>
                    <a:bodyPr/>
                    <a:lstStyle/>
                    <a:p>
                      <a:endParaRPr lang="en-MY"/>
                    </a:p>
                  </a:txBody>
                  <a:tcPr/>
                </a:tc>
                <a:tc>
                  <a:txBody>
                    <a:bodyPr/>
                    <a:lstStyle/>
                    <a:p>
                      <a:endParaRPr lang="en-MY" dirty="0"/>
                    </a:p>
                  </a:txBody>
                  <a:tcPr/>
                </a:tc>
                <a:extLst>
                  <a:ext uri="{0D108BD9-81ED-4DB2-BD59-A6C34878D82A}">
                    <a16:rowId xmlns:a16="http://schemas.microsoft.com/office/drawing/2014/main" val="1916785818"/>
                  </a:ext>
                </a:extLst>
              </a:tr>
              <a:tr h="907988">
                <a:tc>
                  <a:txBody>
                    <a:bodyPr/>
                    <a:lstStyle/>
                    <a:p>
                      <a:endParaRPr lang="en-MY" dirty="0"/>
                    </a:p>
                  </a:txBody>
                  <a:tcPr/>
                </a:tc>
                <a:tc>
                  <a:txBody>
                    <a:bodyPr/>
                    <a:lstStyle/>
                    <a:p>
                      <a:endParaRPr lang="en-MY"/>
                    </a:p>
                  </a:txBody>
                  <a:tcPr/>
                </a:tc>
                <a:extLst>
                  <a:ext uri="{0D108BD9-81ED-4DB2-BD59-A6C34878D82A}">
                    <a16:rowId xmlns:a16="http://schemas.microsoft.com/office/drawing/2014/main" val="1660852292"/>
                  </a:ext>
                </a:extLst>
              </a:tr>
              <a:tr h="907988">
                <a:tc>
                  <a:txBody>
                    <a:bodyPr/>
                    <a:lstStyle/>
                    <a:p>
                      <a:endParaRPr lang="en-MY" dirty="0"/>
                    </a:p>
                  </a:txBody>
                  <a:tcPr/>
                </a:tc>
                <a:tc>
                  <a:txBody>
                    <a:bodyPr/>
                    <a:lstStyle/>
                    <a:p>
                      <a:endParaRPr lang="en-MY"/>
                    </a:p>
                  </a:txBody>
                  <a:tcPr/>
                </a:tc>
                <a:extLst>
                  <a:ext uri="{0D108BD9-81ED-4DB2-BD59-A6C34878D82A}">
                    <a16:rowId xmlns:a16="http://schemas.microsoft.com/office/drawing/2014/main" val="472160551"/>
                  </a:ext>
                </a:extLst>
              </a:tr>
              <a:tr h="907988">
                <a:tc>
                  <a:txBody>
                    <a:bodyPr/>
                    <a:lstStyle/>
                    <a:p>
                      <a:endParaRPr lang="en-MY" dirty="0"/>
                    </a:p>
                  </a:txBody>
                  <a:tcPr/>
                </a:tc>
                <a:tc>
                  <a:txBody>
                    <a:bodyPr/>
                    <a:lstStyle/>
                    <a:p>
                      <a:endParaRPr lang="en-MY" dirty="0"/>
                    </a:p>
                  </a:txBody>
                  <a:tcPr/>
                </a:tc>
                <a:extLst>
                  <a:ext uri="{0D108BD9-81ED-4DB2-BD59-A6C34878D82A}">
                    <a16:rowId xmlns:a16="http://schemas.microsoft.com/office/drawing/2014/main" val="3436796420"/>
                  </a:ext>
                </a:extLst>
              </a:tr>
            </a:tbl>
          </a:graphicData>
        </a:graphic>
      </p:graphicFrame>
      <p:sp>
        <p:nvSpPr>
          <p:cNvPr id="6" name="TextBox 5">
            <a:extLst>
              <a:ext uri="{FF2B5EF4-FFF2-40B4-BE49-F238E27FC236}">
                <a16:creationId xmlns:a16="http://schemas.microsoft.com/office/drawing/2014/main" id="{2BBEB781-2255-46AC-2A9B-66A1AF34A127}"/>
              </a:ext>
            </a:extLst>
          </p:cNvPr>
          <p:cNvSpPr txBox="1"/>
          <p:nvPr/>
        </p:nvSpPr>
        <p:spPr>
          <a:xfrm>
            <a:off x="2577561" y="2822779"/>
            <a:ext cx="463588" cy="400110"/>
          </a:xfrm>
          <a:prstGeom prst="rect">
            <a:avLst/>
          </a:prstGeom>
          <a:noFill/>
        </p:spPr>
        <p:txBody>
          <a:bodyPr wrap="none" rtlCol="0">
            <a:spAutoFit/>
          </a:bodyPr>
          <a:lstStyle/>
          <a:p>
            <a:r>
              <a:rPr lang="en-MY" dirty="0"/>
              <a:t>00</a:t>
            </a:r>
          </a:p>
        </p:txBody>
      </p:sp>
      <p:sp>
        <p:nvSpPr>
          <p:cNvPr id="7" name="TextBox 6">
            <a:extLst>
              <a:ext uri="{FF2B5EF4-FFF2-40B4-BE49-F238E27FC236}">
                <a16:creationId xmlns:a16="http://schemas.microsoft.com/office/drawing/2014/main" id="{BB6EFD2F-C271-F8D8-2E21-378D6C0A52C7}"/>
              </a:ext>
            </a:extLst>
          </p:cNvPr>
          <p:cNvSpPr txBox="1"/>
          <p:nvPr/>
        </p:nvSpPr>
        <p:spPr>
          <a:xfrm>
            <a:off x="2551742" y="3687046"/>
            <a:ext cx="463588" cy="400110"/>
          </a:xfrm>
          <a:prstGeom prst="rect">
            <a:avLst/>
          </a:prstGeom>
          <a:noFill/>
        </p:spPr>
        <p:txBody>
          <a:bodyPr wrap="none" rtlCol="0">
            <a:spAutoFit/>
          </a:bodyPr>
          <a:lstStyle/>
          <a:p>
            <a:r>
              <a:rPr lang="en-MY" dirty="0"/>
              <a:t>01</a:t>
            </a:r>
          </a:p>
        </p:txBody>
      </p:sp>
      <p:sp>
        <p:nvSpPr>
          <p:cNvPr id="8" name="TextBox 7">
            <a:extLst>
              <a:ext uri="{FF2B5EF4-FFF2-40B4-BE49-F238E27FC236}">
                <a16:creationId xmlns:a16="http://schemas.microsoft.com/office/drawing/2014/main" id="{7AC88F38-234A-1754-8527-14E1B28C4587}"/>
              </a:ext>
            </a:extLst>
          </p:cNvPr>
          <p:cNvSpPr txBox="1"/>
          <p:nvPr/>
        </p:nvSpPr>
        <p:spPr>
          <a:xfrm>
            <a:off x="2547711" y="4562852"/>
            <a:ext cx="463588" cy="400110"/>
          </a:xfrm>
          <a:prstGeom prst="rect">
            <a:avLst/>
          </a:prstGeom>
          <a:noFill/>
        </p:spPr>
        <p:txBody>
          <a:bodyPr wrap="none" rtlCol="0">
            <a:spAutoFit/>
          </a:bodyPr>
          <a:lstStyle/>
          <a:p>
            <a:r>
              <a:rPr lang="en-MY" dirty="0"/>
              <a:t>11</a:t>
            </a:r>
          </a:p>
        </p:txBody>
      </p:sp>
      <p:sp>
        <p:nvSpPr>
          <p:cNvPr id="9" name="TextBox 8">
            <a:extLst>
              <a:ext uri="{FF2B5EF4-FFF2-40B4-BE49-F238E27FC236}">
                <a16:creationId xmlns:a16="http://schemas.microsoft.com/office/drawing/2014/main" id="{24D5C8EE-55BB-2B47-4EC3-6FB888695C6F}"/>
              </a:ext>
            </a:extLst>
          </p:cNvPr>
          <p:cNvSpPr txBox="1"/>
          <p:nvPr/>
        </p:nvSpPr>
        <p:spPr>
          <a:xfrm>
            <a:off x="2519844" y="5495346"/>
            <a:ext cx="463588" cy="400110"/>
          </a:xfrm>
          <a:prstGeom prst="rect">
            <a:avLst/>
          </a:prstGeom>
          <a:noFill/>
        </p:spPr>
        <p:txBody>
          <a:bodyPr wrap="none" rtlCol="0">
            <a:spAutoFit/>
          </a:bodyPr>
          <a:lstStyle/>
          <a:p>
            <a:r>
              <a:rPr lang="en-MY" dirty="0"/>
              <a:t>10</a:t>
            </a:r>
          </a:p>
        </p:txBody>
      </p:sp>
      <p:sp>
        <p:nvSpPr>
          <p:cNvPr id="10" name="TextBox 9">
            <a:extLst>
              <a:ext uri="{FF2B5EF4-FFF2-40B4-BE49-F238E27FC236}">
                <a16:creationId xmlns:a16="http://schemas.microsoft.com/office/drawing/2014/main" id="{376B3257-9FBE-9026-49A3-FBB732B22102}"/>
              </a:ext>
            </a:extLst>
          </p:cNvPr>
          <p:cNvSpPr txBox="1"/>
          <p:nvPr/>
        </p:nvSpPr>
        <p:spPr>
          <a:xfrm>
            <a:off x="3618192" y="2125226"/>
            <a:ext cx="324128" cy="400110"/>
          </a:xfrm>
          <a:prstGeom prst="rect">
            <a:avLst/>
          </a:prstGeom>
          <a:noFill/>
        </p:spPr>
        <p:txBody>
          <a:bodyPr wrap="none" rtlCol="0">
            <a:spAutoFit/>
          </a:bodyPr>
          <a:lstStyle/>
          <a:p>
            <a:r>
              <a:rPr lang="en-MY" dirty="0"/>
              <a:t>0</a:t>
            </a:r>
          </a:p>
        </p:txBody>
      </p:sp>
      <p:sp>
        <p:nvSpPr>
          <p:cNvPr id="11" name="TextBox 10">
            <a:extLst>
              <a:ext uri="{FF2B5EF4-FFF2-40B4-BE49-F238E27FC236}">
                <a16:creationId xmlns:a16="http://schemas.microsoft.com/office/drawing/2014/main" id="{D36779DF-D631-8460-EB5C-EABD475AAD48}"/>
              </a:ext>
            </a:extLst>
          </p:cNvPr>
          <p:cNvSpPr txBox="1"/>
          <p:nvPr/>
        </p:nvSpPr>
        <p:spPr>
          <a:xfrm>
            <a:off x="5103143" y="2079784"/>
            <a:ext cx="391200" cy="400110"/>
          </a:xfrm>
          <a:prstGeom prst="rect">
            <a:avLst/>
          </a:prstGeom>
          <a:noFill/>
        </p:spPr>
        <p:txBody>
          <a:bodyPr wrap="square" rtlCol="0">
            <a:spAutoFit/>
          </a:bodyPr>
          <a:lstStyle/>
          <a:p>
            <a:r>
              <a:rPr lang="en-MY" dirty="0"/>
              <a:t>1</a:t>
            </a:r>
          </a:p>
        </p:txBody>
      </p:sp>
      <p:sp>
        <p:nvSpPr>
          <p:cNvPr id="12" name="Right Brace 11">
            <a:extLst>
              <a:ext uri="{FF2B5EF4-FFF2-40B4-BE49-F238E27FC236}">
                <a16:creationId xmlns:a16="http://schemas.microsoft.com/office/drawing/2014/main" id="{237FDC6E-1717-3965-0C26-B6F11E3DB256}"/>
              </a:ext>
            </a:extLst>
          </p:cNvPr>
          <p:cNvSpPr/>
          <p:nvPr/>
        </p:nvSpPr>
        <p:spPr>
          <a:xfrm rot="16200000">
            <a:off x="4205236" y="623548"/>
            <a:ext cx="586056" cy="27740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3" name="Right Brace 12">
            <a:extLst>
              <a:ext uri="{FF2B5EF4-FFF2-40B4-BE49-F238E27FC236}">
                <a16:creationId xmlns:a16="http://schemas.microsoft.com/office/drawing/2014/main" id="{3FC72D02-BCC7-A2E3-6A56-BC73173D7104}"/>
              </a:ext>
            </a:extLst>
          </p:cNvPr>
          <p:cNvSpPr/>
          <p:nvPr/>
        </p:nvSpPr>
        <p:spPr>
          <a:xfrm rot="10800000">
            <a:off x="2016458" y="2607966"/>
            <a:ext cx="586056" cy="3630912"/>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4" name="TextBox 13">
            <a:extLst>
              <a:ext uri="{FF2B5EF4-FFF2-40B4-BE49-F238E27FC236}">
                <a16:creationId xmlns:a16="http://schemas.microsoft.com/office/drawing/2014/main" id="{4BF84959-3AD8-5497-2737-744FDB001AE4}"/>
              </a:ext>
            </a:extLst>
          </p:cNvPr>
          <p:cNvSpPr txBox="1"/>
          <p:nvPr/>
        </p:nvSpPr>
        <p:spPr>
          <a:xfrm>
            <a:off x="1515255" y="4199465"/>
            <a:ext cx="489236" cy="400110"/>
          </a:xfrm>
          <a:prstGeom prst="rect">
            <a:avLst/>
          </a:prstGeom>
          <a:noFill/>
        </p:spPr>
        <p:txBody>
          <a:bodyPr wrap="square" rtlCol="0">
            <a:spAutoFit/>
          </a:bodyPr>
          <a:lstStyle/>
          <a:p>
            <a:r>
              <a:rPr lang="en-MY" dirty="0"/>
              <a:t>AB</a:t>
            </a:r>
          </a:p>
        </p:txBody>
      </p:sp>
      <p:sp>
        <p:nvSpPr>
          <p:cNvPr id="15" name="TextBox 14">
            <a:extLst>
              <a:ext uri="{FF2B5EF4-FFF2-40B4-BE49-F238E27FC236}">
                <a16:creationId xmlns:a16="http://schemas.microsoft.com/office/drawing/2014/main" id="{52593294-BC87-2F1E-3048-1E17CBD39925}"/>
              </a:ext>
            </a:extLst>
          </p:cNvPr>
          <p:cNvSpPr txBox="1"/>
          <p:nvPr/>
        </p:nvSpPr>
        <p:spPr>
          <a:xfrm>
            <a:off x="4292058" y="1325850"/>
            <a:ext cx="338554" cy="400110"/>
          </a:xfrm>
          <a:prstGeom prst="rect">
            <a:avLst/>
          </a:prstGeom>
          <a:noFill/>
        </p:spPr>
        <p:txBody>
          <a:bodyPr wrap="none" rtlCol="0">
            <a:spAutoFit/>
          </a:bodyPr>
          <a:lstStyle/>
          <a:p>
            <a:r>
              <a:rPr lang="en-MY" dirty="0"/>
              <a:t>C</a:t>
            </a:r>
          </a:p>
        </p:txBody>
      </p:sp>
      <p:sp>
        <p:nvSpPr>
          <p:cNvPr id="16" name="TextBox 15">
            <a:extLst>
              <a:ext uri="{FF2B5EF4-FFF2-40B4-BE49-F238E27FC236}">
                <a16:creationId xmlns:a16="http://schemas.microsoft.com/office/drawing/2014/main" id="{1E86EB94-37D6-3985-CC21-8818C56B20DD}"/>
              </a:ext>
            </a:extLst>
          </p:cNvPr>
          <p:cNvSpPr txBox="1"/>
          <p:nvPr/>
        </p:nvSpPr>
        <p:spPr>
          <a:xfrm>
            <a:off x="2123728" y="319119"/>
            <a:ext cx="6463629" cy="523220"/>
          </a:xfrm>
          <a:prstGeom prst="rect">
            <a:avLst/>
          </a:prstGeom>
          <a:noFill/>
        </p:spPr>
        <p:txBody>
          <a:bodyPr wrap="none" rtlCol="0">
            <a:spAutoFit/>
          </a:bodyPr>
          <a:lstStyle/>
          <a:p>
            <a:r>
              <a:rPr lang="en-MY" sz="2800" b="1" dirty="0"/>
              <a:t>A’B’C + A’BC + AB’C’ + ABC’ + ABC</a:t>
            </a:r>
          </a:p>
        </p:txBody>
      </p:sp>
      <p:sp>
        <p:nvSpPr>
          <p:cNvPr id="17" name="TextBox 16">
            <a:extLst>
              <a:ext uri="{FF2B5EF4-FFF2-40B4-BE49-F238E27FC236}">
                <a16:creationId xmlns:a16="http://schemas.microsoft.com/office/drawing/2014/main" id="{B89DA88F-25B6-7456-34A1-4EE229AB6FBD}"/>
              </a:ext>
            </a:extLst>
          </p:cNvPr>
          <p:cNvSpPr txBox="1"/>
          <p:nvPr/>
        </p:nvSpPr>
        <p:spPr>
          <a:xfrm>
            <a:off x="2238559" y="813362"/>
            <a:ext cx="6383479" cy="523220"/>
          </a:xfrm>
          <a:prstGeom prst="rect">
            <a:avLst/>
          </a:prstGeom>
          <a:noFill/>
        </p:spPr>
        <p:txBody>
          <a:bodyPr wrap="none" rtlCol="0">
            <a:spAutoFit/>
          </a:bodyPr>
          <a:lstStyle/>
          <a:p>
            <a:r>
              <a:rPr lang="en-MY" sz="2800" b="1" dirty="0">
                <a:solidFill>
                  <a:srgbClr val="0070C0"/>
                </a:solidFill>
              </a:rPr>
              <a:t>001   + 011  + 100   + 110   + 111</a:t>
            </a:r>
          </a:p>
        </p:txBody>
      </p:sp>
      <p:sp>
        <p:nvSpPr>
          <p:cNvPr id="18" name="TextBox 17">
            <a:extLst>
              <a:ext uri="{FF2B5EF4-FFF2-40B4-BE49-F238E27FC236}">
                <a16:creationId xmlns:a16="http://schemas.microsoft.com/office/drawing/2014/main" id="{4B9B98D7-F8E7-2F42-D392-7FDC8C37CE7F}"/>
              </a:ext>
            </a:extLst>
          </p:cNvPr>
          <p:cNvSpPr txBox="1"/>
          <p:nvPr/>
        </p:nvSpPr>
        <p:spPr>
          <a:xfrm>
            <a:off x="5061743" y="3671292"/>
            <a:ext cx="413896" cy="523220"/>
          </a:xfrm>
          <a:prstGeom prst="rect">
            <a:avLst/>
          </a:prstGeom>
          <a:noFill/>
        </p:spPr>
        <p:txBody>
          <a:bodyPr wrap="none" rtlCol="0">
            <a:spAutoFit/>
          </a:bodyPr>
          <a:lstStyle/>
          <a:p>
            <a:r>
              <a:rPr lang="en-MY" sz="2800" b="1" dirty="0">
                <a:solidFill>
                  <a:srgbClr val="0070C0"/>
                </a:solidFill>
              </a:rPr>
              <a:t>1</a:t>
            </a:r>
          </a:p>
        </p:txBody>
      </p:sp>
      <p:sp>
        <p:nvSpPr>
          <p:cNvPr id="19" name="TextBox 18">
            <a:extLst>
              <a:ext uri="{FF2B5EF4-FFF2-40B4-BE49-F238E27FC236}">
                <a16:creationId xmlns:a16="http://schemas.microsoft.com/office/drawing/2014/main" id="{BB01D8F1-1343-1A62-5A68-137AF672C987}"/>
              </a:ext>
            </a:extLst>
          </p:cNvPr>
          <p:cNvSpPr txBox="1"/>
          <p:nvPr/>
        </p:nvSpPr>
        <p:spPr>
          <a:xfrm>
            <a:off x="3534495" y="5495346"/>
            <a:ext cx="413896" cy="523220"/>
          </a:xfrm>
          <a:prstGeom prst="rect">
            <a:avLst/>
          </a:prstGeom>
          <a:noFill/>
        </p:spPr>
        <p:txBody>
          <a:bodyPr wrap="none" rtlCol="0">
            <a:spAutoFit/>
          </a:bodyPr>
          <a:lstStyle/>
          <a:p>
            <a:r>
              <a:rPr lang="en-MY" sz="2800" b="1" dirty="0">
                <a:solidFill>
                  <a:srgbClr val="0070C0"/>
                </a:solidFill>
              </a:rPr>
              <a:t>1</a:t>
            </a:r>
          </a:p>
        </p:txBody>
      </p:sp>
      <p:sp>
        <p:nvSpPr>
          <p:cNvPr id="20" name="TextBox 19">
            <a:extLst>
              <a:ext uri="{FF2B5EF4-FFF2-40B4-BE49-F238E27FC236}">
                <a16:creationId xmlns:a16="http://schemas.microsoft.com/office/drawing/2014/main" id="{0C387AE7-67E9-95C5-DB5B-DF62B2CF0034}"/>
              </a:ext>
            </a:extLst>
          </p:cNvPr>
          <p:cNvSpPr txBox="1"/>
          <p:nvPr/>
        </p:nvSpPr>
        <p:spPr>
          <a:xfrm>
            <a:off x="5127559" y="2752972"/>
            <a:ext cx="413896" cy="523220"/>
          </a:xfrm>
          <a:prstGeom prst="rect">
            <a:avLst/>
          </a:prstGeom>
          <a:noFill/>
        </p:spPr>
        <p:txBody>
          <a:bodyPr wrap="none" rtlCol="0">
            <a:spAutoFit/>
          </a:bodyPr>
          <a:lstStyle/>
          <a:p>
            <a:r>
              <a:rPr lang="en-MY" sz="2800" b="1" dirty="0">
                <a:solidFill>
                  <a:srgbClr val="0070C0"/>
                </a:solidFill>
              </a:rPr>
              <a:t>1</a:t>
            </a:r>
          </a:p>
        </p:txBody>
      </p:sp>
      <p:sp>
        <p:nvSpPr>
          <p:cNvPr id="21" name="TextBox 20">
            <a:extLst>
              <a:ext uri="{FF2B5EF4-FFF2-40B4-BE49-F238E27FC236}">
                <a16:creationId xmlns:a16="http://schemas.microsoft.com/office/drawing/2014/main" id="{36A4A17B-A225-E722-74C0-8651366D39CC}"/>
              </a:ext>
            </a:extLst>
          </p:cNvPr>
          <p:cNvSpPr txBox="1"/>
          <p:nvPr/>
        </p:nvSpPr>
        <p:spPr>
          <a:xfrm>
            <a:off x="3519250" y="4596786"/>
            <a:ext cx="413896" cy="523220"/>
          </a:xfrm>
          <a:prstGeom prst="rect">
            <a:avLst/>
          </a:prstGeom>
          <a:noFill/>
        </p:spPr>
        <p:txBody>
          <a:bodyPr wrap="none" rtlCol="0">
            <a:spAutoFit/>
          </a:bodyPr>
          <a:lstStyle/>
          <a:p>
            <a:r>
              <a:rPr lang="en-MY" sz="2800" b="1" dirty="0">
                <a:solidFill>
                  <a:srgbClr val="0070C0"/>
                </a:solidFill>
              </a:rPr>
              <a:t>1</a:t>
            </a:r>
          </a:p>
        </p:txBody>
      </p:sp>
      <p:sp>
        <p:nvSpPr>
          <p:cNvPr id="24" name="Oval 23">
            <a:extLst>
              <a:ext uri="{FF2B5EF4-FFF2-40B4-BE49-F238E27FC236}">
                <a16:creationId xmlns:a16="http://schemas.microsoft.com/office/drawing/2014/main" id="{97537FF5-78EA-CFB3-378A-B3510E216FDC}"/>
              </a:ext>
            </a:extLst>
          </p:cNvPr>
          <p:cNvSpPr/>
          <p:nvPr/>
        </p:nvSpPr>
        <p:spPr>
          <a:xfrm rot="16200000">
            <a:off x="2801251" y="4846809"/>
            <a:ext cx="1847326" cy="984160"/>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5" name="TextBox 24">
            <a:extLst>
              <a:ext uri="{FF2B5EF4-FFF2-40B4-BE49-F238E27FC236}">
                <a16:creationId xmlns:a16="http://schemas.microsoft.com/office/drawing/2014/main" id="{ABC39528-DC4E-730E-D59D-3357A98A6F51}"/>
              </a:ext>
            </a:extLst>
          </p:cNvPr>
          <p:cNvSpPr txBox="1"/>
          <p:nvPr/>
        </p:nvSpPr>
        <p:spPr>
          <a:xfrm>
            <a:off x="4761361" y="6266081"/>
            <a:ext cx="3570208" cy="523220"/>
          </a:xfrm>
          <a:prstGeom prst="rect">
            <a:avLst/>
          </a:prstGeom>
          <a:noFill/>
        </p:spPr>
        <p:txBody>
          <a:bodyPr wrap="none" rtlCol="0">
            <a:spAutoFit/>
          </a:bodyPr>
          <a:lstStyle/>
          <a:p>
            <a:r>
              <a:rPr lang="en-MY" sz="2800" b="1" dirty="0">
                <a:solidFill>
                  <a:srgbClr val="00B050"/>
                </a:solidFill>
              </a:rPr>
              <a:t>F = AC’ + A’C + AB</a:t>
            </a:r>
          </a:p>
        </p:txBody>
      </p:sp>
      <p:sp>
        <p:nvSpPr>
          <p:cNvPr id="26" name="Speech Bubble: Rectangle with Corners Rounded 25">
            <a:extLst>
              <a:ext uri="{FF2B5EF4-FFF2-40B4-BE49-F238E27FC236}">
                <a16:creationId xmlns:a16="http://schemas.microsoft.com/office/drawing/2014/main" id="{57BFA422-AD70-B9E1-0315-A533E4B3C9E9}"/>
              </a:ext>
            </a:extLst>
          </p:cNvPr>
          <p:cNvSpPr/>
          <p:nvPr/>
        </p:nvSpPr>
        <p:spPr>
          <a:xfrm>
            <a:off x="187542" y="5481433"/>
            <a:ext cx="1458649" cy="792088"/>
          </a:xfrm>
          <a:prstGeom prst="wedgeRoundRectCallout">
            <a:avLst>
              <a:gd name="adj1" fmla="val 170194"/>
              <a:gd name="adj2" fmla="val -39115"/>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1 </a:t>
            </a:r>
          </a:p>
          <a:p>
            <a:pPr algn="ctr"/>
            <a:r>
              <a:rPr lang="en-MY" b="1" dirty="0"/>
              <a:t>AC’</a:t>
            </a:r>
          </a:p>
        </p:txBody>
      </p:sp>
      <p:sp>
        <p:nvSpPr>
          <p:cNvPr id="27" name="Speech Bubble: Rectangle with Corners Rounded 26">
            <a:extLst>
              <a:ext uri="{FF2B5EF4-FFF2-40B4-BE49-F238E27FC236}">
                <a16:creationId xmlns:a16="http://schemas.microsoft.com/office/drawing/2014/main" id="{7E19A1FB-5F62-2DB8-D9BB-21F913B57990}"/>
              </a:ext>
            </a:extLst>
          </p:cNvPr>
          <p:cNvSpPr/>
          <p:nvPr/>
        </p:nvSpPr>
        <p:spPr>
          <a:xfrm>
            <a:off x="7056701" y="4596786"/>
            <a:ext cx="1458649" cy="792088"/>
          </a:xfrm>
          <a:prstGeom prst="wedgeRoundRectCallout">
            <a:avLst>
              <a:gd name="adj1" fmla="val -139844"/>
              <a:gd name="adj2" fmla="val -19874"/>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3 </a:t>
            </a:r>
          </a:p>
          <a:p>
            <a:pPr algn="ctr"/>
            <a:r>
              <a:rPr lang="en-MY" b="1" dirty="0"/>
              <a:t>AB</a:t>
            </a:r>
          </a:p>
        </p:txBody>
      </p:sp>
      <p:sp>
        <p:nvSpPr>
          <p:cNvPr id="2" name="TextBox 1">
            <a:extLst>
              <a:ext uri="{FF2B5EF4-FFF2-40B4-BE49-F238E27FC236}">
                <a16:creationId xmlns:a16="http://schemas.microsoft.com/office/drawing/2014/main" id="{F80BABFB-C6F4-D343-71D1-9ACA694C1D46}"/>
              </a:ext>
            </a:extLst>
          </p:cNvPr>
          <p:cNvSpPr txBox="1"/>
          <p:nvPr/>
        </p:nvSpPr>
        <p:spPr>
          <a:xfrm>
            <a:off x="5061743" y="4562852"/>
            <a:ext cx="413896" cy="523220"/>
          </a:xfrm>
          <a:prstGeom prst="rect">
            <a:avLst/>
          </a:prstGeom>
          <a:noFill/>
        </p:spPr>
        <p:txBody>
          <a:bodyPr wrap="none" rtlCol="0">
            <a:spAutoFit/>
          </a:bodyPr>
          <a:lstStyle/>
          <a:p>
            <a:r>
              <a:rPr lang="en-MY" sz="2800" b="1" dirty="0">
                <a:solidFill>
                  <a:srgbClr val="0070C0"/>
                </a:solidFill>
              </a:rPr>
              <a:t>1</a:t>
            </a:r>
          </a:p>
        </p:txBody>
      </p:sp>
      <p:sp>
        <p:nvSpPr>
          <p:cNvPr id="3" name="Oval 2">
            <a:extLst>
              <a:ext uri="{FF2B5EF4-FFF2-40B4-BE49-F238E27FC236}">
                <a16:creationId xmlns:a16="http://schemas.microsoft.com/office/drawing/2014/main" id="{F0CF55EA-2838-4625-52F4-66ACC8C90FC8}"/>
              </a:ext>
            </a:extLst>
          </p:cNvPr>
          <p:cNvSpPr/>
          <p:nvPr/>
        </p:nvSpPr>
        <p:spPr>
          <a:xfrm>
            <a:off x="3133768" y="4461317"/>
            <a:ext cx="2694394" cy="877571"/>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2" name="Oval 21">
            <a:extLst>
              <a:ext uri="{FF2B5EF4-FFF2-40B4-BE49-F238E27FC236}">
                <a16:creationId xmlns:a16="http://schemas.microsoft.com/office/drawing/2014/main" id="{9822B611-A9ED-BD1E-2447-3E53B94C93FB}"/>
              </a:ext>
            </a:extLst>
          </p:cNvPr>
          <p:cNvSpPr/>
          <p:nvPr/>
        </p:nvSpPr>
        <p:spPr>
          <a:xfrm rot="16200000">
            <a:off x="4341495" y="2995950"/>
            <a:ext cx="1854391" cy="984160"/>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9" name="Speech Bubble: Rectangle with Corners Rounded 28">
            <a:extLst>
              <a:ext uri="{FF2B5EF4-FFF2-40B4-BE49-F238E27FC236}">
                <a16:creationId xmlns:a16="http://schemas.microsoft.com/office/drawing/2014/main" id="{62BD5053-DBB0-FD98-8C75-C2BAB436DC67}"/>
              </a:ext>
            </a:extLst>
          </p:cNvPr>
          <p:cNvSpPr/>
          <p:nvPr/>
        </p:nvSpPr>
        <p:spPr>
          <a:xfrm>
            <a:off x="6946167" y="2154238"/>
            <a:ext cx="1458649" cy="792088"/>
          </a:xfrm>
          <a:prstGeom prst="wedgeRoundRectCallout">
            <a:avLst>
              <a:gd name="adj1" fmla="val -137707"/>
              <a:gd name="adj2" fmla="val 54901"/>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2 </a:t>
            </a:r>
          </a:p>
          <a:p>
            <a:pPr algn="ctr"/>
            <a:r>
              <a:rPr lang="en-MY" b="1" dirty="0"/>
              <a:t>A’C</a:t>
            </a:r>
          </a:p>
        </p:txBody>
      </p:sp>
    </p:spTree>
    <p:extLst>
      <p:ext uri="{BB962C8B-B14F-4D97-AF65-F5344CB8AC3E}">
        <p14:creationId xmlns:p14="http://schemas.microsoft.com/office/powerpoint/2010/main" val="214626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1000"/>
                                        <p:tgtEl>
                                          <p:spTgt spid="18"/>
                                        </p:tgtEl>
                                      </p:cBhvr>
                                    </p:animEffect>
                                    <p:anim calcmode="lin" valueType="num">
                                      <p:cBhvr>
                                        <p:cTn id="27" dur="1000" fill="hold"/>
                                        <p:tgtEl>
                                          <p:spTgt spid="18"/>
                                        </p:tgtEl>
                                        <p:attrNameLst>
                                          <p:attrName>ppt_x</p:attrName>
                                        </p:attrNameLst>
                                      </p:cBhvr>
                                      <p:tavLst>
                                        <p:tav tm="0">
                                          <p:val>
                                            <p:strVal val="#ppt_x"/>
                                          </p:val>
                                        </p:tav>
                                        <p:tav tm="100000">
                                          <p:val>
                                            <p:strVal val="#ppt_x"/>
                                          </p:val>
                                        </p:tav>
                                      </p:tavLst>
                                    </p:anim>
                                    <p:anim calcmode="lin" valueType="num">
                                      <p:cBhvr>
                                        <p:cTn id="2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1000"/>
                                        <p:tgtEl>
                                          <p:spTgt spid="19"/>
                                        </p:tgtEl>
                                      </p:cBhvr>
                                    </p:animEffect>
                                    <p:anim calcmode="lin" valueType="num">
                                      <p:cBhvr>
                                        <p:cTn id="34" dur="1000" fill="hold"/>
                                        <p:tgtEl>
                                          <p:spTgt spid="19"/>
                                        </p:tgtEl>
                                        <p:attrNameLst>
                                          <p:attrName>ppt_x</p:attrName>
                                        </p:attrNameLst>
                                      </p:cBhvr>
                                      <p:tavLst>
                                        <p:tav tm="0">
                                          <p:val>
                                            <p:strVal val="#ppt_x"/>
                                          </p:val>
                                        </p:tav>
                                        <p:tav tm="100000">
                                          <p:val>
                                            <p:strVal val="#ppt_x"/>
                                          </p:val>
                                        </p:tav>
                                      </p:tavLst>
                                    </p:anim>
                                    <p:anim calcmode="lin" valueType="num">
                                      <p:cBhvr>
                                        <p:cTn id="35"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1000"/>
                                        <p:tgtEl>
                                          <p:spTgt spid="21"/>
                                        </p:tgtEl>
                                      </p:cBhvr>
                                    </p:animEffect>
                                    <p:anim calcmode="lin" valueType="num">
                                      <p:cBhvr>
                                        <p:cTn id="41" dur="1000" fill="hold"/>
                                        <p:tgtEl>
                                          <p:spTgt spid="21"/>
                                        </p:tgtEl>
                                        <p:attrNameLst>
                                          <p:attrName>ppt_x</p:attrName>
                                        </p:attrNameLst>
                                      </p:cBhvr>
                                      <p:tavLst>
                                        <p:tav tm="0">
                                          <p:val>
                                            <p:strVal val="#ppt_x"/>
                                          </p:val>
                                        </p:tav>
                                        <p:tav tm="100000">
                                          <p:val>
                                            <p:strVal val="#ppt_x"/>
                                          </p:val>
                                        </p:tav>
                                      </p:tavLst>
                                    </p:anim>
                                    <p:anim calcmode="lin" valueType="num">
                                      <p:cBhvr>
                                        <p:cTn id="42"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fade">
                                      <p:cBhvr>
                                        <p:cTn id="47" dur="1000"/>
                                        <p:tgtEl>
                                          <p:spTgt spid="2"/>
                                        </p:tgtEl>
                                      </p:cBhvr>
                                    </p:animEffect>
                                    <p:anim calcmode="lin" valueType="num">
                                      <p:cBhvr>
                                        <p:cTn id="48" dur="1000" fill="hold"/>
                                        <p:tgtEl>
                                          <p:spTgt spid="2"/>
                                        </p:tgtEl>
                                        <p:attrNameLst>
                                          <p:attrName>ppt_x</p:attrName>
                                        </p:attrNameLst>
                                      </p:cBhvr>
                                      <p:tavLst>
                                        <p:tav tm="0">
                                          <p:val>
                                            <p:strVal val="#ppt_x"/>
                                          </p:val>
                                        </p:tav>
                                        <p:tav tm="100000">
                                          <p:val>
                                            <p:strVal val="#ppt_x"/>
                                          </p:val>
                                        </p:tav>
                                      </p:tavLst>
                                    </p:anim>
                                    <p:anim calcmode="lin" valueType="num">
                                      <p:cBhvr>
                                        <p:cTn id="4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additive="base">
                                        <p:cTn id="54" dur="500" fill="hold"/>
                                        <p:tgtEl>
                                          <p:spTgt spid="24"/>
                                        </p:tgtEl>
                                        <p:attrNameLst>
                                          <p:attrName>ppt_x</p:attrName>
                                        </p:attrNameLst>
                                      </p:cBhvr>
                                      <p:tavLst>
                                        <p:tav tm="0">
                                          <p:val>
                                            <p:strVal val="#ppt_x"/>
                                          </p:val>
                                        </p:tav>
                                        <p:tav tm="100000">
                                          <p:val>
                                            <p:strVal val="#ppt_x"/>
                                          </p:val>
                                        </p:tav>
                                      </p:tavLst>
                                    </p:anim>
                                    <p:anim calcmode="lin" valueType="num">
                                      <p:cBhvr additive="base">
                                        <p:cTn id="5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3"/>
                                        </p:tgtEl>
                                        <p:attrNameLst>
                                          <p:attrName>style.visibility</p:attrName>
                                        </p:attrNameLst>
                                      </p:cBhvr>
                                      <p:to>
                                        <p:strVal val="visible"/>
                                      </p:to>
                                    </p:set>
                                    <p:anim calcmode="lin" valueType="num">
                                      <p:cBhvr additive="base">
                                        <p:cTn id="60" dur="500" fill="hold"/>
                                        <p:tgtEl>
                                          <p:spTgt spid="3"/>
                                        </p:tgtEl>
                                        <p:attrNameLst>
                                          <p:attrName>ppt_x</p:attrName>
                                        </p:attrNameLst>
                                      </p:cBhvr>
                                      <p:tavLst>
                                        <p:tav tm="0">
                                          <p:val>
                                            <p:strVal val="#ppt_x"/>
                                          </p:val>
                                        </p:tav>
                                        <p:tav tm="100000">
                                          <p:val>
                                            <p:strVal val="#ppt_x"/>
                                          </p:val>
                                        </p:tav>
                                      </p:tavLst>
                                    </p:anim>
                                    <p:anim calcmode="lin" valueType="num">
                                      <p:cBhvr additive="base">
                                        <p:cTn id="6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fill="hold"/>
                                        <p:tgtEl>
                                          <p:spTgt spid="22"/>
                                        </p:tgtEl>
                                        <p:attrNameLst>
                                          <p:attrName>ppt_x</p:attrName>
                                        </p:attrNameLst>
                                      </p:cBhvr>
                                      <p:tavLst>
                                        <p:tav tm="0">
                                          <p:val>
                                            <p:strVal val="#ppt_x"/>
                                          </p:val>
                                        </p:tav>
                                        <p:tav tm="100000">
                                          <p:val>
                                            <p:strVal val="#ppt_x"/>
                                          </p:val>
                                        </p:tav>
                                      </p:tavLst>
                                    </p:anim>
                                    <p:anim calcmode="lin" valueType="num">
                                      <p:cBhvr additive="base">
                                        <p:cTn id="67"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1000"/>
                                        <p:tgtEl>
                                          <p:spTgt spid="26"/>
                                        </p:tgtEl>
                                      </p:cBhvr>
                                    </p:animEffect>
                                    <p:anim calcmode="lin" valueType="num">
                                      <p:cBhvr>
                                        <p:cTn id="73" dur="1000" fill="hold"/>
                                        <p:tgtEl>
                                          <p:spTgt spid="26"/>
                                        </p:tgtEl>
                                        <p:attrNameLst>
                                          <p:attrName>ppt_x</p:attrName>
                                        </p:attrNameLst>
                                      </p:cBhvr>
                                      <p:tavLst>
                                        <p:tav tm="0">
                                          <p:val>
                                            <p:strVal val="#ppt_x"/>
                                          </p:val>
                                        </p:tav>
                                        <p:tav tm="100000">
                                          <p:val>
                                            <p:strVal val="#ppt_x"/>
                                          </p:val>
                                        </p:tav>
                                      </p:tavLst>
                                    </p:anim>
                                    <p:anim calcmode="lin" valueType="num">
                                      <p:cBhvr>
                                        <p:cTn id="74" dur="1000" fill="hold"/>
                                        <p:tgtEl>
                                          <p:spTgt spid="26"/>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1000"/>
                                        <p:tgtEl>
                                          <p:spTgt spid="27"/>
                                        </p:tgtEl>
                                      </p:cBhvr>
                                    </p:animEffect>
                                    <p:anim calcmode="lin" valueType="num">
                                      <p:cBhvr>
                                        <p:cTn id="78" dur="1000" fill="hold"/>
                                        <p:tgtEl>
                                          <p:spTgt spid="27"/>
                                        </p:tgtEl>
                                        <p:attrNameLst>
                                          <p:attrName>ppt_x</p:attrName>
                                        </p:attrNameLst>
                                      </p:cBhvr>
                                      <p:tavLst>
                                        <p:tav tm="0">
                                          <p:val>
                                            <p:strVal val="#ppt_x"/>
                                          </p:val>
                                        </p:tav>
                                        <p:tav tm="100000">
                                          <p:val>
                                            <p:strVal val="#ppt_x"/>
                                          </p:val>
                                        </p:tav>
                                      </p:tavLst>
                                    </p:anim>
                                    <p:anim calcmode="lin" valueType="num">
                                      <p:cBhvr>
                                        <p:cTn id="7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1000"/>
                                        <p:tgtEl>
                                          <p:spTgt spid="25"/>
                                        </p:tgtEl>
                                      </p:cBhvr>
                                    </p:animEffect>
                                    <p:anim calcmode="lin" valueType="num">
                                      <p:cBhvr>
                                        <p:cTn id="85" dur="1000" fill="hold"/>
                                        <p:tgtEl>
                                          <p:spTgt spid="25"/>
                                        </p:tgtEl>
                                        <p:attrNameLst>
                                          <p:attrName>ppt_x</p:attrName>
                                        </p:attrNameLst>
                                      </p:cBhvr>
                                      <p:tavLst>
                                        <p:tav tm="0">
                                          <p:val>
                                            <p:strVal val="#ppt_x"/>
                                          </p:val>
                                        </p:tav>
                                        <p:tav tm="100000">
                                          <p:val>
                                            <p:strVal val="#ppt_x"/>
                                          </p:val>
                                        </p:tav>
                                      </p:tavLst>
                                    </p:anim>
                                    <p:anim calcmode="lin" valueType="num">
                                      <p:cBhvr>
                                        <p:cTn id="86" dur="1000" fill="hold"/>
                                        <p:tgtEl>
                                          <p:spTgt spid="25"/>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1000"/>
                                        <p:tgtEl>
                                          <p:spTgt spid="29"/>
                                        </p:tgtEl>
                                      </p:cBhvr>
                                    </p:animEffect>
                                    <p:anim calcmode="lin" valueType="num">
                                      <p:cBhvr>
                                        <p:cTn id="90" dur="1000" fill="hold"/>
                                        <p:tgtEl>
                                          <p:spTgt spid="29"/>
                                        </p:tgtEl>
                                        <p:attrNameLst>
                                          <p:attrName>ppt_x</p:attrName>
                                        </p:attrNameLst>
                                      </p:cBhvr>
                                      <p:tavLst>
                                        <p:tav tm="0">
                                          <p:val>
                                            <p:strVal val="#ppt_x"/>
                                          </p:val>
                                        </p:tav>
                                        <p:tav tm="100000">
                                          <p:val>
                                            <p:strVal val="#ppt_x"/>
                                          </p:val>
                                        </p:tav>
                                      </p:tavLst>
                                    </p:anim>
                                    <p:anim calcmode="lin" valueType="num">
                                      <p:cBhvr>
                                        <p:cTn id="9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24" grpId="0" animBg="1"/>
      <p:bldP spid="25" grpId="0"/>
      <p:bldP spid="26" grpId="0" animBg="1"/>
      <p:bldP spid="27" grpId="0" animBg="1"/>
      <p:bldP spid="2" grpId="0"/>
      <p:bldP spid="3" grpId="0" animBg="1"/>
      <p:bldP spid="22" grpId="0" animBg="1"/>
      <p:bldP spid="29"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5DB7A-8C6A-E900-8EFD-DC734062889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D3423A-DA7A-C963-CE3E-0B8D623869A9}"/>
              </a:ext>
            </a:extLst>
          </p:cNvPr>
          <p:cNvSpPr>
            <a:spLocks noGrp="1"/>
          </p:cNvSpPr>
          <p:nvPr>
            <p:ph type="sldNum" sz="quarter" idx="12"/>
          </p:nvPr>
        </p:nvSpPr>
        <p:spPr/>
        <p:txBody>
          <a:bodyPr/>
          <a:lstStyle/>
          <a:p>
            <a:pPr>
              <a:defRPr/>
            </a:pPr>
            <a:fld id="{B8AD9B9C-0E5B-4825-AA18-F26ABB6A6054}" type="slidenum">
              <a:rPr lang="en-US" altLang="en-US" smtClean="0"/>
              <a:pPr>
                <a:defRPr/>
              </a:pPr>
              <a:t>83</a:t>
            </a:fld>
            <a:endParaRPr lang="en-US" altLang="en-US" dirty="0"/>
          </a:p>
        </p:txBody>
      </p:sp>
      <p:graphicFrame>
        <p:nvGraphicFramePr>
          <p:cNvPr id="5" name="Table 4">
            <a:extLst>
              <a:ext uri="{FF2B5EF4-FFF2-40B4-BE49-F238E27FC236}">
                <a16:creationId xmlns:a16="http://schemas.microsoft.com/office/drawing/2014/main" id="{6C2C15FE-8527-59B3-FF03-5AF99B48D554}"/>
              </a:ext>
            </a:extLst>
          </p:cNvPr>
          <p:cNvGraphicFramePr>
            <a:graphicFrameLocks noGrp="1"/>
          </p:cNvGraphicFramePr>
          <p:nvPr/>
        </p:nvGraphicFramePr>
        <p:xfrm>
          <a:off x="1724768" y="3584854"/>
          <a:ext cx="4910716" cy="1815976"/>
        </p:xfrm>
        <a:graphic>
          <a:graphicData uri="http://schemas.openxmlformats.org/drawingml/2006/table">
            <a:tbl>
              <a:tblPr firstRow="1" bandRow="1">
                <a:tableStyleId>{5940675A-B579-460E-94D1-54222C63F5DA}</a:tableStyleId>
              </a:tblPr>
              <a:tblGrid>
                <a:gridCol w="1227679">
                  <a:extLst>
                    <a:ext uri="{9D8B030D-6E8A-4147-A177-3AD203B41FA5}">
                      <a16:colId xmlns:a16="http://schemas.microsoft.com/office/drawing/2014/main" val="1452604075"/>
                    </a:ext>
                  </a:extLst>
                </a:gridCol>
                <a:gridCol w="1227679">
                  <a:extLst>
                    <a:ext uri="{9D8B030D-6E8A-4147-A177-3AD203B41FA5}">
                      <a16:colId xmlns:a16="http://schemas.microsoft.com/office/drawing/2014/main" val="1390609854"/>
                    </a:ext>
                  </a:extLst>
                </a:gridCol>
                <a:gridCol w="1227679">
                  <a:extLst>
                    <a:ext uri="{9D8B030D-6E8A-4147-A177-3AD203B41FA5}">
                      <a16:colId xmlns:a16="http://schemas.microsoft.com/office/drawing/2014/main" val="1360791319"/>
                    </a:ext>
                  </a:extLst>
                </a:gridCol>
                <a:gridCol w="1227679">
                  <a:extLst>
                    <a:ext uri="{9D8B030D-6E8A-4147-A177-3AD203B41FA5}">
                      <a16:colId xmlns:a16="http://schemas.microsoft.com/office/drawing/2014/main" val="2803058966"/>
                    </a:ext>
                  </a:extLst>
                </a:gridCol>
              </a:tblGrid>
              <a:tr h="907988">
                <a:tc>
                  <a:txBody>
                    <a:bodyPr/>
                    <a:lstStyle/>
                    <a:p>
                      <a:endParaRPr lang="en-MY" dirty="0"/>
                    </a:p>
                  </a:txBody>
                  <a:tcPr/>
                </a:tc>
                <a:tc>
                  <a:txBody>
                    <a:bodyPr/>
                    <a:lstStyle/>
                    <a:p>
                      <a:endParaRPr lang="en-MY" dirty="0"/>
                    </a:p>
                  </a:txBody>
                  <a:tcPr/>
                </a:tc>
                <a:tc>
                  <a:txBody>
                    <a:bodyPr/>
                    <a:lstStyle/>
                    <a:p>
                      <a:endParaRPr lang="en-MY" dirty="0"/>
                    </a:p>
                  </a:txBody>
                  <a:tcPr/>
                </a:tc>
                <a:tc>
                  <a:txBody>
                    <a:bodyPr/>
                    <a:lstStyle/>
                    <a:p>
                      <a:endParaRPr lang="en-MY" dirty="0"/>
                    </a:p>
                  </a:txBody>
                  <a:tcPr/>
                </a:tc>
                <a:extLst>
                  <a:ext uri="{0D108BD9-81ED-4DB2-BD59-A6C34878D82A}">
                    <a16:rowId xmlns:a16="http://schemas.microsoft.com/office/drawing/2014/main" val="1916785818"/>
                  </a:ext>
                </a:extLst>
              </a:tr>
              <a:tr h="907988">
                <a:tc>
                  <a:txBody>
                    <a:bodyPr/>
                    <a:lstStyle/>
                    <a:p>
                      <a:endParaRPr lang="en-MY" dirty="0"/>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1660852292"/>
                  </a:ext>
                </a:extLst>
              </a:tr>
            </a:tbl>
          </a:graphicData>
        </a:graphic>
      </p:graphicFrame>
      <p:sp>
        <p:nvSpPr>
          <p:cNvPr id="6" name="TextBox 5">
            <a:extLst>
              <a:ext uri="{FF2B5EF4-FFF2-40B4-BE49-F238E27FC236}">
                <a16:creationId xmlns:a16="http://schemas.microsoft.com/office/drawing/2014/main" id="{710FB57B-004E-6853-402A-3A04731EA976}"/>
              </a:ext>
            </a:extLst>
          </p:cNvPr>
          <p:cNvSpPr txBox="1"/>
          <p:nvPr/>
        </p:nvSpPr>
        <p:spPr>
          <a:xfrm>
            <a:off x="2123728" y="3099722"/>
            <a:ext cx="463588" cy="400110"/>
          </a:xfrm>
          <a:prstGeom prst="rect">
            <a:avLst/>
          </a:prstGeom>
          <a:noFill/>
        </p:spPr>
        <p:txBody>
          <a:bodyPr wrap="none" rtlCol="0">
            <a:spAutoFit/>
          </a:bodyPr>
          <a:lstStyle/>
          <a:p>
            <a:r>
              <a:rPr lang="en-MY" dirty="0"/>
              <a:t>00</a:t>
            </a:r>
          </a:p>
        </p:txBody>
      </p:sp>
      <p:sp>
        <p:nvSpPr>
          <p:cNvPr id="7" name="TextBox 6">
            <a:extLst>
              <a:ext uri="{FF2B5EF4-FFF2-40B4-BE49-F238E27FC236}">
                <a16:creationId xmlns:a16="http://schemas.microsoft.com/office/drawing/2014/main" id="{6C752265-B2C6-F1D5-89EF-9ECE3E15CAA1}"/>
              </a:ext>
            </a:extLst>
          </p:cNvPr>
          <p:cNvSpPr txBox="1"/>
          <p:nvPr/>
        </p:nvSpPr>
        <p:spPr>
          <a:xfrm>
            <a:off x="3321176" y="3066270"/>
            <a:ext cx="463588" cy="400110"/>
          </a:xfrm>
          <a:prstGeom prst="rect">
            <a:avLst/>
          </a:prstGeom>
          <a:noFill/>
        </p:spPr>
        <p:txBody>
          <a:bodyPr wrap="none" rtlCol="0">
            <a:spAutoFit/>
          </a:bodyPr>
          <a:lstStyle/>
          <a:p>
            <a:r>
              <a:rPr lang="en-MY" dirty="0"/>
              <a:t>01</a:t>
            </a:r>
          </a:p>
        </p:txBody>
      </p:sp>
      <p:sp>
        <p:nvSpPr>
          <p:cNvPr id="8" name="TextBox 7">
            <a:extLst>
              <a:ext uri="{FF2B5EF4-FFF2-40B4-BE49-F238E27FC236}">
                <a16:creationId xmlns:a16="http://schemas.microsoft.com/office/drawing/2014/main" id="{2C299579-376F-BAC7-0417-A77A4BCEFF9E}"/>
              </a:ext>
            </a:extLst>
          </p:cNvPr>
          <p:cNvSpPr txBox="1"/>
          <p:nvPr/>
        </p:nvSpPr>
        <p:spPr>
          <a:xfrm>
            <a:off x="4558656" y="3066270"/>
            <a:ext cx="463588" cy="400110"/>
          </a:xfrm>
          <a:prstGeom prst="rect">
            <a:avLst/>
          </a:prstGeom>
          <a:noFill/>
        </p:spPr>
        <p:txBody>
          <a:bodyPr wrap="none" rtlCol="0">
            <a:spAutoFit/>
          </a:bodyPr>
          <a:lstStyle/>
          <a:p>
            <a:r>
              <a:rPr lang="en-MY" dirty="0"/>
              <a:t>11</a:t>
            </a:r>
          </a:p>
        </p:txBody>
      </p:sp>
      <p:sp>
        <p:nvSpPr>
          <p:cNvPr id="9" name="TextBox 8">
            <a:extLst>
              <a:ext uri="{FF2B5EF4-FFF2-40B4-BE49-F238E27FC236}">
                <a16:creationId xmlns:a16="http://schemas.microsoft.com/office/drawing/2014/main" id="{319A624D-B8A6-143F-A0FE-9B54DE0DBF40}"/>
              </a:ext>
            </a:extLst>
          </p:cNvPr>
          <p:cNvSpPr txBox="1"/>
          <p:nvPr/>
        </p:nvSpPr>
        <p:spPr>
          <a:xfrm>
            <a:off x="5796136" y="3078464"/>
            <a:ext cx="463588" cy="400110"/>
          </a:xfrm>
          <a:prstGeom prst="rect">
            <a:avLst/>
          </a:prstGeom>
          <a:noFill/>
        </p:spPr>
        <p:txBody>
          <a:bodyPr wrap="none" rtlCol="0">
            <a:spAutoFit/>
          </a:bodyPr>
          <a:lstStyle/>
          <a:p>
            <a:r>
              <a:rPr lang="en-MY" dirty="0"/>
              <a:t>10</a:t>
            </a:r>
          </a:p>
        </p:txBody>
      </p:sp>
      <p:sp>
        <p:nvSpPr>
          <p:cNvPr id="10" name="TextBox 9">
            <a:extLst>
              <a:ext uri="{FF2B5EF4-FFF2-40B4-BE49-F238E27FC236}">
                <a16:creationId xmlns:a16="http://schemas.microsoft.com/office/drawing/2014/main" id="{475EEF8F-056C-E32B-FB3C-ABC4020D6E5B}"/>
              </a:ext>
            </a:extLst>
          </p:cNvPr>
          <p:cNvSpPr txBox="1"/>
          <p:nvPr/>
        </p:nvSpPr>
        <p:spPr>
          <a:xfrm>
            <a:off x="1400640" y="3836713"/>
            <a:ext cx="324128" cy="400110"/>
          </a:xfrm>
          <a:prstGeom prst="rect">
            <a:avLst/>
          </a:prstGeom>
          <a:noFill/>
        </p:spPr>
        <p:txBody>
          <a:bodyPr wrap="none" rtlCol="0">
            <a:spAutoFit/>
          </a:bodyPr>
          <a:lstStyle/>
          <a:p>
            <a:r>
              <a:rPr lang="en-MY" dirty="0"/>
              <a:t>0</a:t>
            </a:r>
          </a:p>
        </p:txBody>
      </p:sp>
      <p:sp>
        <p:nvSpPr>
          <p:cNvPr id="11" name="TextBox 10">
            <a:extLst>
              <a:ext uri="{FF2B5EF4-FFF2-40B4-BE49-F238E27FC236}">
                <a16:creationId xmlns:a16="http://schemas.microsoft.com/office/drawing/2014/main" id="{17743A1E-3CE1-1040-78D5-95817BF37DB3}"/>
              </a:ext>
            </a:extLst>
          </p:cNvPr>
          <p:cNvSpPr txBox="1"/>
          <p:nvPr/>
        </p:nvSpPr>
        <p:spPr>
          <a:xfrm>
            <a:off x="1415112" y="4732317"/>
            <a:ext cx="391200" cy="400110"/>
          </a:xfrm>
          <a:prstGeom prst="rect">
            <a:avLst/>
          </a:prstGeom>
          <a:noFill/>
        </p:spPr>
        <p:txBody>
          <a:bodyPr wrap="square" rtlCol="0">
            <a:spAutoFit/>
          </a:bodyPr>
          <a:lstStyle/>
          <a:p>
            <a:r>
              <a:rPr lang="en-MY" dirty="0"/>
              <a:t>1</a:t>
            </a:r>
          </a:p>
        </p:txBody>
      </p:sp>
      <p:sp>
        <p:nvSpPr>
          <p:cNvPr id="12" name="Right Brace 11">
            <a:extLst>
              <a:ext uri="{FF2B5EF4-FFF2-40B4-BE49-F238E27FC236}">
                <a16:creationId xmlns:a16="http://schemas.microsoft.com/office/drawing/2014/main" id="{3C831B32-F8ED-7F70-37D0-220EE93F008C}"/>
              </a:ext>
            </a:extLst>
          </p:cNvPr>
          <p:cNvSpPr/>
          <p:nvPr/>
        </p:nvSpPr>
        <p:spPr>
          <a:xfrm rot="16200000">
            <a:off x="3959300" y="598380"/>
            <a:ext cx="586056" cy="4910716"/>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3" name="Right Brace 12">
            <a:extLst>
              <a:ext uri="{FF2B5EF4-FFF2-40B4-BE49-F238E27FC236}">
                <a16:creationId xmlns:a16="http://schemas.microsoft.com/office/drawing/2014/main" id="{76B98C24-2E0F-25DF-3DAD-16468E7A7C4E}"/>
              </a:ext>
            </a:extLst>
          </p:cNvPr>
          <p:cNvSpPr/>
          <p:nvPr/>
        </p:nvSpPr>
        <p:spPr>
          <a:xfrm rot="10800000">
            <a:off x="1001250" y="3584853"/>
            <a:ext cx="586056" cy="190827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4" name="TextBox 13">
            <a:extLst>
              <a:ext uri="{FF2B5EF4-FFF2-40B4-BE49-F238E27FC236}">
                <a16:creationId xmlns:a16="http://schemas.microsoft.com/office/drawing/2014/main" id="{BDE4EF0D-8877-9A1C-5EE8-922E56DCFCBC}"/>
              </a:ext>
            </a:extLst>
          </p:cNvPr>
          <p:cNvSpPr txBox="1"/>
          <p:nvPr/>
        </p:nvSpPr>
        <p:spPr>
          <a:xfrm>
            <a:off x="610324" y="4338933"/>
            <a:ext cx="489236" cy="400110"/>
          </a:xfrm>
          <a:prstGeom prst="rect">
            <a:avLst/>
          </a:prstGeom>
          <a:noFill/>
        </p:spPr>
        <p:txBody>
          <a:bodyPr wrap="square" rtlCol="0">
            <a:spAutoFit/>
          </a:bodyPr>
          <a:lstStyle/>
          <a:p>
            <a:r>
              <a:rPr lang="en-MY" dirty="0"/>
              <a:t>A</a:t>
            </a:r>
          </a:p>
        </p:txBody>
      </p:sp>
      <p:sp>
        <p:nvSpPr>
          <p:cNvPr id="15" name="TextBox 14">
            <a:extLst>
              <a:ext uri="{FF2B5EF4-FFF2-40B4-BE49-F238E27FC236}">
                <a16:creationId xmlns:a16="http://schemas.microsoft.com/office/drawing/2014/main" id="{EE41674C-2D6D-8FDD-737F-A36C6138B5B9}"/>
              </a:ext>
            </a:extLst>
          </p:cNvPr>
          <p:cNvSpPr txBox="1"/>
          <p:nvPr/>
        </p:nvSpPr>
        <p:spPr>
          <a:xfrm>
            <a:off x="4007068" y="2320493"/>
            <a:ext cx="490519" cy="400110"/>
          </a:xfrm>
          <a:prstGeom prst="rect">
            <a:avLst/>
          </a:prstGeom>
          <a:noFill/>
        </p:spPr>
        <p:txBody>
          <a:bodyPr wrap="none" rtlCol="0">
            <a:spAutoFit/>
          </a:bodyPr>
          <a:lstStyle/>
          <a:p>
            <a:r>
              <a:rPr lang="en-MY" dirty="0"/>
              <a:t>BC</a:t>
            </a:r>
          </a:p>
        </p:txBody>
      </p:sp>
      <p:sp>
        <p:nvSpPr>
          <p:cNvPr id="18" name="TextBox 17">
            <a:extLst>
              <a:ext uri="{FF2B5EF4-FFF2-40B4-BE49-F238E27FC236}">
                <a16:creationId xmlns:a16="http://schemas.microsoft.com/office/drawing/2014/main" id="{EE292C85-B9C8-3EAD-6805-43FD6A6A2FEA}"/>
              </a:ext>
            </a:extLst>
          </p:cNvPr>
          <p:cNvSpPr txBox="1"/>
          <p:nvPr/>
        </p:nvSpPr>
        <p:spPr>
          <a:xfrm>
            <a:off x="2121864" y="4709044"/>
            <a:ext cx="413896" cy="523220"/>
          </a:xfrm>
          <a:prstGeom prst="rect">
            <a:avLst/>
          </a:prstGeom>
          <a:noFill/>
        </p:spPr>
        <p:txBody>
          <a:bodyPr wrap="none" rtlCol="0">
            <a:spAutoFit/>
          </a:bodyPr>
          <a:lstStyle/>
          <a:p>
            <a:r>
              <a:rPr lang="en-MY" sz="2800" b="1" dirty="0">
                <a:solidFill>
                  <a:srgbClr val="0070C0"/>
                </a:solidFill>
              </a:rPr>
              <a:t>1</a:t>
            </a:r>
          </a:p>
        </p:txBody>
      </p:sp>
      <p:sp>
        <p:nvSpPr>
          <p:cNvPr id="20" name="TextBox 19">
            <a:extLst>
              <a:ext uri="{FF2B5EF4-FFF2-40B4-BE49-F238E27FC236}">
                <a16:creationId xmlns:a16="http://schemas.microsoft.com/office/drawing/2014/main" id="{C696736C-D228-33D7-AA32-D6BFA9342541}"/>
              </a:ext>
            </a:extLst>
          </p:cNvPr>
          <p:cNvSpPr txBox="1"/>
          <p:nvPr/>
        </p:nvSpPr>
        <p:spPr>
          <a:xfrm>
            <a:off x="3321176" y="3635208"/>
            <a:ext cx="413896" cy="523220"/>
          </a:xfrm>
          <a:prstGeom prst="rect">
            <a:avLst/>
          </a:prstGeom>
          <a:noFill/>
        </p:spPr>
        <p:txBody>
          <a:bodyPr wrap="none" rtlCol="0">
            <a:spAutoFit/>
          </a:bodyPr>
          <a:lstStyle/>
          <a:p>
            <a:r>
              <a:rPr lang="en-MY" sz="2800" b="1" dirty="0">
                <a:solidFill>
                  <a:srgbClr val="0070C0"/>
                </a:solidFill>
              </a:rPr>
              <a:t>1</a:t>
            </a:r>
          </a:p>
        </p:txBody>
      </p:sp>
      <p:sp>
        <p:nvSpPr>
          <p:cNvPr id="21" name="TextBox 20">
            <a:extLst>
              <a:ext uri="{FF2B5EF4-FFF2-40B4-BE49-F238E27FC236}">
                <a16:creationId xmlns:a16="http://schemas.microsoft.com/office/drawing/2014/main" id="{AF533B49-2570-284E-B01B-8CD6061FCF16}"/>
              </a:ext>
            </a:extLst>
          </p:cNvPr>
          <p:cNvSpPr txBox="1"/>
          <p:nvPr/>
        </p:nvSpPr>
        <p:spPr>
          <a:xfrm>
            <a:off x="5845828" y="4670762"/>
            <a:ext cx="413896" cy="523220"/>
          </a:xfrm>
          <a:prstGeom prst="rect">
            <a:avLst/>
          </a:prstGeom>
          <a:noFill/>
        </p:spPr>
        <p:txBody>
          <a:bodyPr wrap="none" rtlCol="0">
            <a:spAutoFit/>
          </a:bodyPr>
          <a:lstStyle/>
          <a:p>
            <a:r>
              <a:rPr lang="en-MY" sz="2800" b="1" dirty="0">
                <a:solidFill>
                  <a:srgbClr val="0070C0"/>
                </a:solidFill>
              </a:rPr>
              <a:t>1</a:t>
            </a:r>
          </a:p>
        </p:txBody>
      </p:sp>
      <p:sp>
        <p:nvSpPr>
          <p:cNvPr id="2" name="TextBox 1">
            <a:extLst>
              <a:ext uri="{FF2B5EF4-FFF2-40B4-BE49-F238E27FC236}">
                <a16:creationId xmlns:a16="http://schemas.microsoft.com/office/drawing/2014/main" id="{06958841-9FD1-062C-82EE-FB8E7FF9C743}"/>
              </a:ext>
            </a:extLst>
          </p:cNvPr>
          <p:cNvSpPr txBox="1"/>
          <p:nvPr/>
        </p:nvSpPr>
        <p:spPr>
          <a:xfrm>
            <a:off x="4608348" y="3682530"/>
            <a:ext cx="413896" cy="523220"/>
          </a:xfrm>
          <a:prstGeom prst="rect">
            <a:avLst/>
          </a:prstGeom>
          <a:noFill/>
        </p:spPr>
        <p:txBody>
          <a:bodyPr wrap="none" rtlCol="0">
            <a:spAutoFit/>
          </a:bodyPr>
          <a:lstStyle/>
          <a:p>
            <a:r>
              <a:rPr lang="en-MY" sz="2800" b="1" dirty="0">
                <a:solidFill>
                  <a:srgbClr val="0070C0"/>
                </a:solidFill>
              </a:rPr>
              <a:t>1</a:t>
            </a:r>
          </a:p>
        </p:txBody>
      </p:sp>
      <p:sp>
        <p:nvSpPr>
          <p:cNvPr id="3" name="TextBox 2">
            <a:extLst>
              <a:ext uri="{FF2B5EF4-FFF2-40B4-BE49-F238E27FC236}">
                <a16:creationId xmlns:a16="http://schemas.microsoft.com/office/drawing/2014/main" id="{41939C53-7502-C49C-FEE4-A0341FDF78AE}"/>
              </a:ext>
            </a:extLst>
          </p:cNvPr>
          <p:cNvSpPr txBox="1"/>
          <p:nvPr/>
        </p:nvSpPr>
        <p:spPr>
          <a:xfrm>
            <a:off x="148748" y="195354"/>
            <a:ext cx="6463629" cy="523220"/>
          </a:xfrm>
          <a:prstGeom prst="rect">
            <a:avLst/>
          </a:prstGeom>
          <a:noFill/>
        </p:spPr>
        <p:txBody>
          <a:bodyPr wrap="none" rtlCol="0">
            <a:spAutoFit/>
          </a:bodyPr>
          <a:lstStyle/>
          <a:p>
            <a:r>
              <a:rPr lang="en-MY" sz="2800" b="1" dirty="0"/>
              <a:t>A’B’C + A’BC + AB’C’ + ABC’ + ABC</a:t>
            </a:r>
          </a:p>
        </p:txBody>
      </p:sp>
      <p:sp>
        <p:nvSpPr>
          <p:cNvPr id="19" name="TextBox 18">
            <a:extLst>
              <a:ext uri="{FF2B5EF4-FFF2-40B4-BE49-F238E27FC236}">
                <a16:creationId xmlns:a16="http://schemas.microsoft.com/office/drawing/2014/main" id="{96CF7CAB-F64B-B6FC-E5A3-A4389F52C9DA}"/>
              </a:ext>
            </a:extLst>
          </p:cNvPr>
          <p:cNvSpPr txBox="1"/>
          <p:nvPr/>
        </p:nvSpPr>
        <p:spPr>
          <a:xfrm>
            <a:off x="263579" y="689597"/>
            <a:ext cx="6383479" cy="523220"/>
          </a:xfrm>
          <a:prstGeom prst="rect">
            <a:avLst/>
          </a:prstGeom>
          <a:noFill/>
        </p:spPr>
        <p:txBody>
          <a:bodyPr wrap="none" rtlCol="0">
            <a:spAutoFit/>
          </a:bodyPr>
          <a:lstStyle/>
          <a:p>
            <a:r>
              <a:rPr lang="en-MY" sz="2800" b="1" dirty="0">
                <a:solidFill>
                  <a:srgbClr val="0070C0"/>
                </a:solidFill>
              </a:rPr>
              <a:t>001   + 011  + 100   + 110   + 111</a:t>
            </a:r>
          </a:p>
        </p:txBody>
      </p:sp>
      <p:sp>
        <p:nvSpPr>
          <p:cNvPr id="23" name="TextBox 22">
            <a:extLst>
              <a:ext uri="{FF2B5EF4-FFF2-40B4-BE49-F238E27FC236}">
                <a16:creationId xmlns:a16="http://schemas.microsoft.com/office/drawing/2014/main" id="{AA7A20D1-D389-681B-B0EB-C27531575685}"/>
              </a:ext>
            </a:extLst>
          </p:cNvPr>
          <p:cNvSpPr txBox="1"/>
          <p:nvPr/>
        </p:nvSpPr>
        <p:spPr>
          <a:xfrm>
            <a:off x="4614568" y="4633050"/>
            <a:ext cx="413896" cy="523220"/>
          </a:xfrm>
          <a:prstGeom prst="rect">
            <a:avLst/>
          </a:prstGeom>
          <a:noFill/>
        </p:spPr>
        <p:txBody>
          <a:bodyPr wrap="none" rtlCol="0">
            <a:spAutoFit/>
          </a:bodyPr>
          <a:lstStyle/>
          <a:p>
            <a:r>
              <a:rPr lang="en-MY" sz="2800" b="1" dirty="0">
                <a:solidFill>
                  <a:srgbClr val="0070C0"/>
                </a:solidFill>
              </a:rPr>
              <a:t>1</a:t>
            </a:r>
          </a:p>
        </p:txBody>
      </p:sp>
      <p:sp>
        <p:nvSpPr>
          <p:cNvPr id="28" name="Oval 27">
            <a:extLst>
              <a:ext uri="{FF2B5EF4-FFF2-40B4-BE49-F238E27FC236}">
                <a16:creationId xmlns:a16="http://schemas.microsoft.com/office/drawing/2014/main" id="{52B88E4C-87B0-153F-0AC9-44E1ECA9F376}"/>
              </a:ext>
            </a:extLst>
          </p:cNvPr>
          <p:cNvSpPr/>
          <p:nvPr/>
        </p:nvSpPr>
        <p:spPr>
          <a:xfrm rot="10800000">
            <a:off x="2915813" y="3584852"/>
            <a:ext cx="2448273" cy="907989"/>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9" name="Oval 28">
            <a:extLst>
              <a:ext uri="{FF2B5EF4-FFF2-40B4-BE49-F238E27FC236}">
                <a16:creationId xmlns:a16="http://schemas.microsoft.com/office/drawing/2014/main" id="{39C7708C-71B5-E501-39AC-19EDCFF9B95A}"/>
              </a:ext>
            </a:extLst>
          </p:cNvPr>
          <p:cNvSpPr/>
          <p:nvPr/>
        </p:nvSpPr>
        <p:spPr>
          <a:xfrm rot="10800000">
            <a:off x="4198785" y="4437300"/>
            <a:ext cx="2448273" cy="984160"/>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0" name="Oval 29">
            <a:extLst>
              <a:ext uri="{FF2B5EF4-FFF2-40B4-BE49-F238E27FC236}">
                <a16:creationId xmlns:a16="http://schemas.microsoft.com/office/drawing/2014/main" id="{66D6CBB8-C890-3517-7485-B3100A1DDD1D}"/>
              </a:ext>
            </a:extLst>
          </p:cNvPr>
          <p:cNvSpPr/>
          <p:nvPr/>
        </p:nvSpPr>
        <p:spPr>
          <a:xfrm rot="16200000">
            <a:off x="3906178" y="4052245"/>
            <a:ext cx="1818235" cy="984160"/>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1" name="Multiplication Sign 30">
            <a:extLst>
              <a:ext uri="{FF2B5EF4-FFF2-40B4-BE49-F238E27FC236}">
                <a16:creationId xmlns:a16="http://schemas.microsoft.com/office/drawing/2014/main" id="{FB160764-09DF-DD29-A6B8-7A2CDEAEE2D8}"/>
              </a:ext>
            </a:extLst>
          </p:cNvPr>
          <p:cNvSpPr/>
          <p:nvPr/>
        </p:nvSpPr>
        <p:spPr>
          <a:xfrm rot="16200000">
            <a:off x="3719935" y="3757471"/>
            <a:ext cx="2190719" cy="1165525"/>
          </a:xfrm>
          <a:prstGeom prst="mathMultiply">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2" name="TextBox 31">
            <a:extLst>
              <a:ext uri="{FF2B5EF4-FFF2-40B4-BE49-F238E27FC236}">
                <a16:creationId xmlns:a16="http://schemas.microsoft.com/office/drawing/2014/main" id="{F1521BB7-6F0E-74CE-8E82-0584C6129E5E}"/>
              </a:ext>
            </a:extLst>
          </p:cNvPr>
          <p:cNvSpPr txBox="1"/>
          <p:nvPr/>
        </p:nvSpPr>
        <p:spPr>
          <a:xfrm>
            <a:off x="2510372" y="5854525"/>
            <a:ext cx="3570208" cy="523220"/>
          </a:xfrm>
          <a:prstGeom prst="rect">
            <a:avLst/>
          </a:prstGeom>
          <a:noFill/>
        </p:spPr>
        <p:txBody>
          <a:bodyPr wrap="none" rtlCol="0">
            <a:spAutoFit/>
          </a:bodyPr>
          <a:lstStyle/>
          <a:p>
            <a:r>
              <a:rPr lang="en-MY" sz="2800" b="1" dirty="0">
                <a:solidFill>
                  <a:srgbClr val="00B050"/>
                </a:solidFill>
              </a:rPr>
              <a:t>F = A’C + AB + AC’</a:t>
            </a:r>
          </a:p>
        </p:txBody>
      </p:sp>
      <p:sp>
        <p:nvSpPr>
          <p:cNvPr id="35" name="Flowchart: Delay 34">
            <a:extLst>
              <a:ext uri="{FF2B5EF4-FFF2-40B4-BE49-F238E27FC236}">
                <a16:creationId xmlns:a16="http://schemas.microsoft.com/office/drawing/2014/main" id="{030FBA1C-02C7-4C99-A1DD-336B3A3EF52F}"/>
              </a:ext>
            </a:extLst>
          </p:cNvPr>
          <p:cNvSpPr/>
          <p:nvPr/>
        </p:nvSpPr>
        <p:spPr>
          <a:xfrm>
            <a:off x="1730971" y="4474910"/>
            <a:ext cx="1139305" cy="925920"/>
          </a:xfrm>
          <a:prstGeom prst="flowChartDelay">
            <a:avLst/>
          </a:prstGeom>
          <a:solidFill>
            <a:srgbClr val="CC00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6" name="Flowchart: Delay 35">
            <a:extLst>
              <a:ext uri="{FF2B5EF4-FFF2-40B4-BE49-F238E27FC236}">
                <a16:creationId xmlns:a16="http://schemas.microsoft.com/office/drawing/2014/main" id="{E81C5193-10C7-4AFA-86A5-C9949BE4797B}"/>
              </a:ext>
            </a:extLst>
          </p:cNvPr>
          <p:cNvSpPr/>
          <p:nvPr/>
        </p:nvSpPr>
        <p:spPr>
          <a:xfrm flipH="1">
            <a:off x="5510928" y="4464480"/>
            <a:ext cx="1139305" cy="925920"/>
          </a:xfrm>
          <a:prstGeom prst="flowChartDelay">
            <a:avLst/>
          </a:prstGeom>
          <a:solidFill>
            <a:srgbClr val="CC00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7" name="Speech Bubble: Rectangle with Corners Rounded 36">
            <a:extLst>
              <a:ext uri="{FF2B5EF4-FFF2-40B4-BE49-F238E27FC236}">
                <a16:creationId xmlns:a16="http://schemas.microsoft.com/office/drawing/2014/main" id="{1696CCAB-9FD9-F6B2-98DC-749A3C5DF61D}"/>
              </a:ext>
            </a:extLst>
          </p:cNvPr>
          <p:cNvSpPr/>
          <p:nvPr/>
        </p:nvSpPr>
        <p:spPr>
          <a:xfrm>
            <a:off x="812975" y="1295471"/>
            <a:ext cx="1458649" cy="792088"/>
          </a:xfrm>
          <a:prstGeom prst="wedgeRoundRectCallout">
            <a:avLst>
              <a:gd name="adj1" fmla="val 166394"/>
              <a:gd name="adj2" fmla="val 246866"/>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1</a:t>
            </a:r>
          </a:p>
          <a:p>
            <a:pPr algn="ctr"/>
            <a:r>
              <a:rPr lang="en-MY" b="1" dirty="0"/>
              <a:t>A’C</a:t>
            </a:r>
          </a:p>
        </p:txBody>
      </p:sp>
      <p:sp>
        <p:nvSpPr>
          <p:cNvPr id="38" name="Speech Bubble: Rectangle with Corners Rounded 37">
            <a:extLst>
              <a:ext uri="{FF2B5EF4-FFF2-40B4-BE49-F238E27FC236}">
                <a16:creationId xmlns:a16="http://schemas.microsoft.com/office/drawing/2014/main" id="{631A58E5-A965-4D7F-1C36-29E10D09A283}"/>
              </a:ext>
            </a:extLst>
          </p:cNvPr>
          <p:cNvSpPr/>
          <p:nvPr/>
        </p:nvSpPr>
        <p:spPr>
          <a:xfrm>
            <a:off x="7552691" y="3032956"/>
            <a:ext cx="1458649" cy="792088"/>
          </a:xfrm>
          <a:prstGeom prst="wedgeRoundRectCallout">
            <a:avLst>
              <a:gd name="adj1" fmla="val -178707"/>
              <a:gd name="adj2" fmla="val 138130"/>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2</a:t>
            </a:r>
          </a:p>
          <a:p>
            <a:pPr algn="ctr"/>
            <a:r>
              <a:rPr lang="en-MY" b="1" dirty="0"/>
              <a:t>AB</a:t>
            </a:r>
          </a:p>
        </p:txBody>
      </p:sp>
      <p:sp>
        <p:nvSpPr>
          <p:cNvPr id="40" name="Speech Bubble: Rectangle with Corners Rounded 39">
            <a:extLst>
              <a:ext uri="{FF2B5EF4-FFF2-40B4-BE49-F238E27FC236}">
                <a16:creationId xmlns:a16="http://schemas.microsoft.com/office/drawing/2014/main" id="{A1503539-2CC0-6EAF-94B3-9373DC0BBE5F}"/>
              </a:ext>
            </a:extLst>
          </p:cNvPr>
          <p:cNvSpPr/>
          <p:nvPr/>
        </p:nvSpPr>
        <p:spPr>
          <a:xfrm>
            <a:off x="7605580" y="4417972"/>
            <a:ext cx="1458649" cy="1488821"/>
          </a:xfrm>
          <a:prstGeom prst="wedgeRoundRectCallout">
            <a:avLst>
              <a:gd name="adj1" fmla="val -126783"/>
              <a:gd name="adj2" fmla="val -4132"/>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3</a:t>
            </a:r>
          </a:p>
          <a:p>
            <a:pPr algn="ctr"/>
            <a:r>
              <a:rPr lang="en-MY" b="1" dirty="0"/>
              <a:t>(wrap around)</a:t>
            </a:r>
          </a:p>
          <a:p>
            <a:pPr algn="ctr"/>
            <a:r>
              <a:rPr lang="en-MY" b="1" dirty="0"/>
              <a:t>AC’</a:t>
            </a:r>
          </a:p>
        </p:txBody>
      </p:sp>
      <p:sp>
        <p:nvSpPr>
          <p:cNvPr id="16" name="Speech Bubble: Rectangle with Corners Rounded 15">
            <a:extLst>
              <a:ext uri="{FF2B5EF4-FFF2-40B4-BE49-F238E27FC236}">
                <a16:creationId xmlns:a16="http://schemas.microsoft.com/office/drawing/2014/main" id="{958D5D3C-9BC0-3A8E-92B3-7F8B84FA8809}"/>
              </a:ext>
            </a:extLst>
          </p:cNvPr>
          <p:cNvSpPr/>
          <p:nvPr/>
        </p:nvSpPr>
        <p:spPr>
          <a:xfrm>
            <a:off x="7380312" y="1212817"/>
            <a:ext cx="1680037" cy="1227211"/>
          </a:xfrm>
          <a:prstGeom prst="wedgeRoundRectCallout">
            <a:avLst>
              <a:gd name="adj1" fmla="val -186028"/>
              <a:gd name="adj2" fmla="val 172363"/>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4</a:t>
            </a:r>
          </a:p>
          <a:p>
            <a:pPr algn="ctr"/>
            <a:r>
              <a:rPr lang="en-MY" b="1" dirty="0"/>
              <a:t>Overlapping</a:t>
            </a:r>
          </a:p>
          <a:p>
            <a:pPr algn="ctr"/>
            <a:r>
              <a:rPr lang="en-MY" b="1" dirty="0"/>
              <a:t>BC</a:t>
            </a:r>
          </a:p>
        </p:txBody>
      </p:sp>
    </p:spTree>
    <p:extLst>
      <p:ext uri="{BB962C8B-B14F-4D97-AF65-F5344CB8AC3E}">
        <p14:creationId xmlns:p14="http://schemas.microsoft.com/office/powerpoint/2010/main" val="2684302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1000"/>
                                        <p:tgtEl>
                                          <p:spTgt spid="31"/>
                                        </p:tgtEl>
                                      </p:cBhvr>
                                    </p:animEffect>
                                    <p:anim calcmode="lin" valueType="num">
                                      <p:cBhvr>
                                        <p:cTn id="20" dur="1000" fill="hold"/>
                                        <p:tgtEl>
                                          <p:spTgt spid="31"/>
                                        </p:tgtEl>
                                        <p:attrNameLst>
                                          <p:attrName>ppt_x</p:attrName>
                                        </p:attrNameLst>
                                      </p:cBhvr>
                                      <p:tavLst>
                                        <p:tav tm="0">
                                          <p:val>
                                            <p:strVal val="#ppt_x"/>
                                          </p:val>
                                        </p:tav>
                                        <p:tav tm="100000">
                                          <p:val>
                                            <p:strVal val="#ppt_x"/>
                                          </p:val>
                                        </p:tav>
                                      </p:tavLst>
                                    </p:anim>
                                    <p:anim calcmode="lin" valueType="num">
                                      <p:cBhvr>
                                        <p:cTn id="2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1000"/>
                                        <p:tgtEl>
                                          <p:spTgt spid="32"/>
                                        </p:tgtEl>
                                      </p:cBhvr>
                                    </p:animEffect>
                                    <p:anim calcmode="lin" valueType="num">
                                      <p:cBhvr>
                                        <p:cTn id="27" dur="1000" fill="hold"/>
                                        <p:tgtEl>
                                          <p:spTgt spid="32"/>
                                        </p:tgtEl>
                                        <p:attrNameLst>
                                          <p:attrName>ppt_x</p:attrName>
                                        </p:attrNameLst>
                                      </p:cBhvr>
                                      <p:tavLst>
                                        <p:tav tm="0">
                                          <p:val>
                                            <p:strVal val="#ppt_x"/>
                                          </p:val>
                                        </p:tav>
                                        <p:tav tm="100000">
                                          <p:val>
                                            <p:strVal val="#ppt_x"/>
                                          </p:val>
                                        </p:tav>
                                      </p:tavLst>
                                    </p:anim>
                                    <p:anim calcmode="lin" valueType="num">
                                      <p:cBhvr>
                                        <p:cTn id="28" dur="1000" fill="hold"/>
                                        <p:tgtEl>
                                          <p:spTgt spid="32"/>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1000"/>
                                        <p:tgtEl>
                                          <p:spTgt spid="37"/>
                                        </p:tgtEl>
                                      </p:cBhvr>
                                    </p:animEffect>
                                    <p:anim calcmode="lin" valueType="num">
                                      <p:cBhvr>
                                        <p:cTn id="32" dur="1000" fill="hold"/>
                                        <p:tgtEl>
                                          <p:spTgt spid="37"/>
                                        </p:tgtEl>
                                        <p:attrNameLst>
                                          <p:attrName>ppt_x</p:attrName>
                                        </p:attrNameLst>
                                      </p:cBhvr>
                                      <p:tavLst>
                                        <p:tav tm="0">
                                          <p:val>
                                            <p:strVal val="#ppt_x"/>
                                          </p:val>
                                        </p:tav>
                                        <p:tav tm="100000">
                                          <p:val>
                                            <p:strVal val="#ppt_x"/>
                                          </p:val>
                                        </p:tav>
                                      </p:tavLst>
                                    </p:anim>
                                    <p:anim calcmode="lin" valueType="num">
                                      <p:cBhvr>
                                        <p:cTn id="33" dur="1000" fill="hold"/>
                                        <p:tgtEl>
                                          <p:spTgt spid="3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1000"/>
                                        <p:tgtEl>
                                          <p:spTgt spid="38"/>
                                        </p:tgtEl>
                                      </p:cBhvr>
                                    </p:animEffect>
                                    <p:anim calcmode="lin" valueType="num">
                                      <p:cBhvr>
                                        <p:cTn id="37" dur="1000" fill="hold"/>
                                        <p:tgtEl>
                                          <p:spTgt spid="38"/>
                                        </p:tgtEl>
                                        <p:attrNameLst>
                                          <p:attrName>ppt_x</p:attrName>
                                        </p:attrNameLst>
                                      </p:cBhvr>
                                      <p:tavLst>
                                        <p:tav tm="0">
                                          <p:val>
                                            <p:strVal val="#ppt_x"/>
                                          </p:val>
                                        </p:tav>
                                        <p:tav tm="100000">
                                          <p:val>
                                            <p:strVal val="#ppt_x"/>
                                          </p:val>
                                        </p:tav>
                                      </p:tavLst>
                                    </p:anim>
                                    <p:anim calcmode="lin" valueType="num">
                                      <p:cBhvr>
                                        <p:cTn id="38" dur="1000" fill="hold"/>
                                        <p:tgtEl>
                                          <p:spTgt spid="38"/>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1000"/>
                                        <p:tgtEl>
                                          <p:spTgt spid="40"/>
                                        </p:tgtEl>
                                      </p:cBhvr>
                                    </p:animEffect>
                                    <p:anim calcmode="lin" valueType="num">
                                      <p:cBhvr>
                                        <p:cTn id="42" dur="1000" fill="hold"/>
                                        <p:tgtEl>
                                          <p:spTgt spid="40"/>
                                        </p:tgtEl>
                                        <p:attrNameLst>
                                          <p:attrName>ppt_x</p:attrName>
                                        </p:attrNameLst>
                                      </p:cBhvr>
                                      <p:tavLst>
                                        <p:tav tm="0">
                                          <p:val>
                                            <p:strVal val="#ppt_x"/>
                                          </p:val>
                                        </p:tav>
                                        <p:tav tm="100000">
                                          <p:val>
                                            <p:strVal val="#ppt_x"/>
                                          </p:val>
                                        </p:tav>
                                      </p:tavLst>
                                    </p:anim>
                                    <p:anim calcmode="lin" valueType="num">
                                      <p:cBhvr>
                                        <p:cTn id="43" dur="1000" fill="hold"/>
                                        <p:tgtEl>
                                          <p:spTgt spid="40"/>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1000"/>
                                        <p:tgtEl>
                                          <p:spTgt spid="16"/>
                                        </p:tgtEl>
                                      </p:cBhvr>
                                    </p:animEffect>
                                    <p:anim calcmode="lin" valueType="num">
                                      <p:cBhvr>
                                        <p:cTn id="47" dur="1000" fill="hold"/>
                                        <p:tgtEl>
                                          <p:spTgt spid="16"/>
                                        </p:tgtEl>
                                        <p:attrNameLst>
                                          <p:attrName>ppt_x</p:attrName>
                                        </p:attrNameLst>
                                      </p:cBhvr>
                                      <p:tavLst>
                                        <p:tav tm="0">
                                          <p:val>
                                            <p:strVal val="#ppt_x"/>
                                          </p:val>
                                        </p:tav>
                                        <p:tav tm="100000">
                                          <p:val>
                                            <p:strVal val="#ppt_x"/>
                                          </p:val>
                                        </p:tav>
                                      </p:tavLst>
                                    </p:anim>
                                    <p:anim calcmode="lin" valueType="num">
                                      <p:cBhvr>
                                        <p:cTn id="4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p:bldP spid="31" grpId="0" animBg="1"/>
      <p:bldP spid="32" grpId="0"/>
      <p:bldP spid="37" grpId="0" animBg="1"/>
      <p:bldP spid="38" grpId="0" animBg="1"/>
      <p:bldP spid="40" grpId="0" animBg="1"/>
      <p:bldP spid="1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22ECD0-A4B3-F920-5191-DCFD2C27EA42}"/>
              </a:ext>
            </a:extLst>
          </p:cNvPr>
          <p:cNvSpPr>
            <a:spLocks noGrp="1"/>
          </p:cNvSpPr>
          <p:nvPr>
            <p:ph type="sldNum" sz="quarter" idx="12"/>
          </p:nvPr>
        </p:nvSpPr>
        <p:spPr/>
        <p:txBody>
          <a:bodyPr/>
          <a:lstStyle/>
          <a:p>
            <a:pPr>
              <a:defRPr/>
            </a:pPr>
            <a:fld id="{92E653FF-C7FA-44C4-9FB2-CA5830947AC3}" type="slidenum">
              <a:rPr lang="en-US" altLang="en-US" smtClean="0"/>
              <a:pPr>
                <a:defRPr/>
              </a:pPr>
              <a:t>84</a:t>
            </a:fld>
            <a:endParaRPr lang="en-US" altLang="en-US"/>
          </a:p>
        </p:txBody>
      </p:sp>
      <p:pic>
        <p:nvPicPr>
          <p:cNvPr id="4" name="Picture 3">
            <a:extLst>
              <a:ext uri="{FF2B5EF4-FFF2-40B4-BE49-F238E27FC236}">
                <a16:creationId xmlns:a16="http://schemas.microsoft.com/office/drawing/2014/main" id="{46EAE293-C328-4744-EF56-84F2D9F0BBD4}"/>
              </a:ext>
            </a:extLst>
          </p:cNvPr>
          <p:cNvPicPr>
            <a:picLocks noChangeAspect="1"/>
          </p:cNvPicPr>
          <p:nvPr/>
        </p:nvPicPr>
        <p:blipFill>
          <a:blip r:embed="rId2"/>
          <a:stretch>
            <a:fillRect/>
          </a:stretch>
        </p:blipFill>
        <p:spPr>
          <a:xfrm>
            <a:off x="351573" y="332656"/>
            <a:ext cx="8561392" cy="6023695"/>
          </a:xfrm>
          <a:prstGeom prst="rect">
            <a:avLst/>
          </a:prstGeom>
        </p:spPr>
      </p:pic>
      <p:sp>
        <p:nvSpPr>
          <p:cNvPr id="5" name="Rectangle 4">
            <a:extLst>
              <a:ext uri="{FF2B5EF4-FFF2-40B4-BE49-F238E27FC236}">
                <a16:creationId xmlns:a16="http://schemas.microsoft.com/office/drawing/2014/main" id="{E6179EE1-3111-0522-8C5E-E47F63B9DE4F}"/>
              </a:ext>
            </a:extLst>
          </p:cNvPr>
          <p:cNvSpPr/>
          <p:nvPr/>
        </p:nvSpPr>
        <p:spPr>
          <a:xfrm>
            <a:off x="562895" y="1844824"/>
            <a:ext cx="8113561" cy="1224136"/>
          </a:xfrm>
          <a:prstGeom prst="rect">
            <a:avLst/>
          </a:prstGeom>
          <a:solidFill>
            <a:schemeClr val="accent2">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Rectangle 5">
            <a:extLst>
              <a:ext uri="{FF2B5EF4-FFF2-40B4-BE49-F238E27FC236}">
                <a16:creationId xmlns:a16="http://schemas.microsoft.com/office/drawing/2014/main" id="{4F617DBA-4942-F7C8-E4F1-B09DF07A932A}"/>
              </a:ext>
            </a:extLst>
          </p:cNvPr>
          <p:cNvSpPr/>
          <p:nvPr/>
        </p:nvSpPr>
        <p:spPr>
          <a:xfrm>
            <a:off x="575488" y="4293096"/>
            <a:ext cx="8113561" cy="1224136"/>
          </a:xfrm>
          <a:prstGeom prst="rect">
            <a:avLst/>
          </a:prstGeom>
          <a:solidFill>
            <a:schemeClr val="accent2">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6684427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99F86-BDFB-12C5-1AF8-718B9B893E5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E000DE-6018-AF3A-5854-EEEFBDE9499C}"/>
              </a:ext>
            </a:extLst>
          </p:cNvPr>
          <p:cNvSpPr>
            <a:spLocks noGrp="1"/>
          </p:cNvSpPr>
          <p:nvPr>
            <p:ph type="sldNum" sz="quarter" idx="12"/>
          </p:nvPr>
        </p:nvSpPr>
        <p:spPr/>
        <p:txBody>
          <a:bodyPr/>
          <a:lstStyle/>
          <a:p>
            <a:pPr>
              <a:defRPr/>
            </a:pPr>
            <a:fld id="{B8AD9B9C-0E5B-4825-AA18-F26ABB6A6054}" type="slidenum">
              <a:rPr lang="en-US" altLang="en-US" smtClean="0"/>
              <a:pPr>
                <a:defRPr/>
              </a:pPr>
              <a:t>85</a:t>
            </a:fld>
            <a:endParaRPr lang="en-US" altLang="en-US" dirty="0"/>
          </a:p>
        </p:txBody>
      </p:sp>
      <p:graphicFrame>
        <p:nvGraphicFramePr>
          <p:cNvPr id="5" name="Table 4">
            <a:extLst>
              <a:ext uri="{FF2B5EF4-FFF2-40B4-BE49-F238E27FC236}">
                <a16:creationId xmlns:a16="http://schemas.microsoft.com/office/drawing/2014/main" id="{F83FFD74-2DA6-33E5-DD2A-E64C8370889C}"/>
              </a:ext>
            </a:extLst>
          </p:cNvPr>
          <p:cNvGraphicFramePr>
            <a:graphicFrameLocks noGrp="1"/>
          </p:cNvGraphicFramePr>
          <p:nvPr>
            <p:extLst>
              <p:ext uri="{D42A27DB-BD31-4B8C-83A1-F6EECF244321}">
                <p14:modId xmlns:p14="http://schemas.microsoft.com/office/powerpoint/2010/main" val="3283130545"/>
              </p:ext>
            </p:extLst>
          </p:nvPr>
        </p:nvGraphicFramePr>
        <p:xfrm>
          <a:off x="1724768" y="3584854"/>
          <a:ext cx="4910716" cy="1815976"/>
        </p:xfrm>
        <a:graphic>
          <a:graphicData uri="http://schemas.openxmlformats.org/drawingml/2006/table">
            <a:tbl>
              <a:tblPr firstRow="1" bandRow="1">
                <a:tableStyleId>{5940675A-B579-460E-94D1-54222C63F5DA}</a:tableStyleId>
              </a:tblPr>
              <a:tblGrid>
                <a:gridCol w="1227679">
                  <a:extLst>
                    <a:ext uri="{9D8B030D-6E8A-4147-A177-3AD203B41FA5}">
                      <a16:colId xmlns:a16="http://schemas.microsoft.com/office/drawing/2014/main" val="1452604075"/>
                    </a:ext>
                  </a:extLst>
                </a:gridCol>
                <a:gridCol w="1227679">
                  <a:extLst>
                    <a:ext uri="{9D8B030D-6E8A-4147-A177-3AD203B41FA5}">
                      <a16:colId xmlns:a16="http://schemas.microsoft.com/office/drawing/2014/main" val="1390609854"/>
                    </a:ext>
                  </a:extLst>
                </a:gridCol>
                <a:gridCol w="1227679">
                  <a:extLst>
                    <a:ext uri="{9D8B030D-6E8A-4147-A177-3AD203B41FA5}">
                      <a16:colId xmlns:a16="http://schemas.microsoft.com/office/drawing/2014/main" val="1360791319"/>
                    </a:ext>
                  </a:extLst>
                </a:gridCol>
                <a:gridCol w="1227679">
                  <a:extLst>
                    <a:ext uri="{9D8B030D-6E8A-4147-A177-3AD203B41FA5}">
                      <a16:colId xmlns:a16="http://schemas.microsoft.com/office/drawing/2014/main" val="2803058966"/>
                    </a:ext>
                  </a:extLst>
                </a:gridCol>
              </a:tblGrid>
              <a:tr h="907988">
                <a:tc>
                  <a:txBody>
                    <a:bodyPr/>
                    <a:lstStyle/>
                    <a:p>
                      <a:endParaRPr lang="en-MY" dirty="0"/>
                    </a:p>
                  </a:txBody>
                  <a:tcPr/>
                </a:tc>
                <a:tc>
                  <a:txBody>
                    <a:bodyPr/>
                    <a:lstStyle/>
                    <a:p>
                      <a:endParaRPr lang="en-MY" dirty="0"/>
                    </a:p>
                  </a:txBody>
                  <a:tcPr/>
                </a:tc>
                <a:tc>
                  <a:txBody>
                    <a:bodyPr/>
                    <a:lstStyle/>
                    <a:p>
                      <a:endParaRPr lang="en-MY" dirty="0"/>
                    </a:p>
                  </a:txBody>
                  <a:tcPr/>
                </a:tc>
                <a:tc>
                  <a:txBody>
                    <a:bodyPr/>
                    <a:lstStyle/>
                    <a:p>
                      <a:endParaRPr lang="en-MY" dirty="0"/>
                    </a:p>
                  </a:txBody>
                  <a:tcPr/>
                </a:tc>
                <a:extLst>
                  <a:ext uri="{0D108BD9-81ED-4DB2-BD59-A6C34878D82A}">
                    <a16:rowId xmlns:a16="http://schemas.microsoft.com/office/drawing/2014/main" val="1916785818"/>
                  </a:ext>
                </a:extLst>
              </a:tr>
              <a:tr h="907988">
                <a:tc>
                  <a:txBody>
                    <a:bodyPr/>
                    <a:lstStyle/>
                    <a:p>
                      <a:endParaRPr lang="en-MY" dirty="0"/>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1660852292"/>
                  </a:ext>
                </a:extLst>
              </a:tr>
            </a:tbl>
          </a:graphicData>
        </a:graphic>
      </p:graphicFrame>
      <p:sp>
        <p:nvSpPr>
          <p:cNvPr id="6" name="TextBox 5">
            <a:extLst>
              <a:ext uri="{FF2B5EF4-FFF2-40B4-BE49-F238E27FC236}">
                <a16:creationId xmlns:a16="http://schemas.microsoft.com/office/drawing/2014/main" id="{9A3D458F-A25D-739F-2426-6169139F141E}"/>
              </a:ext>
            </a:extLst>
          </p:cNvPr>
          <p:cNvSpPr txBox="1"/>
          <p:nvPr/>
        </p:nvSpPr>
        <p:spPr>
          <a:xfrm>
            <a:off x="2123728" y="3099722"/>
            <a:ext cx="463588" cy="400110"/>
          </a:xfrm>
          <a:prstGeom prst="rect">
            <a:avLst/>
          </a:prstGeom>
          <a:noFill/>
        </p:spPr>
        <p:txBody>
          <a:bodyPr wrap="none" rtlCol="0">
            <a:spAutoFit/>
          </a:bodyPr>
          <a:lstStyle/>
          <a:p>
            <a:r>
              <a:rPr lang="en-MY" dirty="0"/>
              <a:t>00</a:t>
            </a:r>
          </a:p>
        </p:txBody>
      </p:sp>
      <p:sp>
        <p:nvSpPr>
          <p:cNvPr id="7" name="TextBox 6">
            <a:extLst>
              <a:ext uri="{FF2B5EF4-FFF2-40B4-BE49-F238E27FC236}">
                <a16:creationId xmlns:a16="http://schemas.microsoft.com/office/drawing/2014/main" id="{B7A6E5AA-132E-A5DB-4E0C-61B764F2BE0E}"/>
              </a:ext>
            </a:extLst>
          </p:cNvPr>
          <p:cNvSpPr txBox="1"/>
          <p:nvPr/>
        </p:nvSpPr>
        <p:spPr>
          <a:xfrm>
            <a:off x="3321176" y="3066270"/>
            <a:ext cx="463588" cy="400110"/>
          </a:xfrm>
          <a:prstGeom prst="rect">
            <a:avLst/>
          </a:prstGeom>
          <a:noFill/>
        </p:spPr>
        <p:txBody>
          <a:bodyPr wrap="none" rtlCol="0">
            <a:spAutoFit/>
          </a:bodyPr>
          <a:lstStyle/>
          <a:p>
            <a:r>
              <a:rPr lang="en-MY" dirty="0"/>
              <a:t>01</a:t>
            </a:r>
          </a:p>
        </p:txBody>
      </p:sp>
      <p:sp>
        <p:nvSpPr>
          <p:cNvPr id="8" name="TextBox 7">
            <a:extLst>
              <a:ext uri="{FF2B5EF4-FFF2-40B4-BE49-F238E27FC236}">
                <a16:creationId xmlns:a16="http://schemas.microsoft.com/office/drawing/2014/main" id="{1696C802-83F9-0F38-91E9-11AF51ED59F0}"/>
              </a:ext>
            </a:extLst>
          </p:cNvPr>
          <p:cNvSpPr txBox="1"/>
          <p:nvPr/>
        </p:nvSpPr>
        <p:spPr>
          <a:xfrm>
            <a:off x="4558656" y="3066270"/>
            <a:ext cx="463588" cy="400110"/>
          </a:xfrm>
          <a:prstGeom prst="rect">
            <a:avLst/>
          </a:prstGeom>
          <a:noFill/>
        </p:spPr>
        <p:txBody>
          <a:bodyPr wrap="none" rtlCol="0">
            <a:spAutoFit/>
          </a:bodyPr>
          <a:lstStyle/>
          <a:p>
            <a:r>
              <a:rPr lang="en-MY" dirty="0"/>
              <a:t>11</a:t>
            </a:r>
          </a:p>
        </p:txBody>
      </p:sp>
      <p:sp>
        <p:nvSpPr>
          <p:cNvPr id="9" name="TextBox 8">
            <a:extLst>
              <a:ext uri="{FF2B5EF4-FFF2-40B4-BE49-F238E27FC236}">
                <a16:creationId xmlns:a16="http://schemas.microsoft.com/office/drawing/2014/main" id="{FC7DE9E6-5963-F969-66A7-66E72A222016}"/>
              </a:ext>
            </a:extLst>
          </p:cNvPr>
          <p:cNvSpPr txBox="1"/>
          <p:nvPr/>
        </p:nvSpPr>
        <p:spPr>
          <a:xfrm>
            <a:off x="5796136" y="3078464"/>
            <a:ext cx="463588" cy="400110"/>
          </a:xfrm>
          <a:prstGeom prst="rect">
            <a:avLst/>
          </a:prstGeom>
          <a:noFill/>
        </p:spPr>
        <p:txBody>
          <a:bodyPr wrap="none" rtlCol="0">
            <a:spAutoFit/>
          </a:bodyPr>
          <a:lstStyle/>
          <a:p>
            <a:r>
              <a:rPr lang="en-MY" dirty="0"/>
              <a:t>10</a:t>
            </a:r>
          </a:p>
        </p:txBody>
      </p:sp>
      <p:sp>
        <p:nvSpPr>
          <p:cNvPr id="10" name="TextBox 9">
            <a:extLst>
              <a:ext uri="{FF2B5EF4-FFF2-40B4-BE49-F238E27FC236}">
                <a16:creationId xmlns:a16="http://schemas.microsoft.com/office/drawing/2014/main" id="{116FA615-B949-60B3-5872-C5FD24E1AA3B}"/>
              </a:ext>
            </a:extLst>
          </p:cNvPr>
          <p:cNvSpPr txBox="1"/>
          <p:nvPr/>
        </p:nvSpPr>
        <p:spPr>
          <a:xfrm>
            <a:off x="1400640" y="3836713"/>
            <a:ext cx="324128" cy="400110"/>
          </a:xfrm>
          <a:prstGeom prst="rect">
            <a:avLst/>
          </a:prstGeom>
          <a:noFill/>
        </p:spPr>
        <p:txBody>
          <a:bodyPr wrap="none" rtlCol="0">
            <a:spAutoFit/>
          </a:bodyPr>
          <a:lstStyle/>
          <a:p>
            <a:r>
              <a:rPr lang="en-MY" dirty="0"/>
              <a:t>0</a:t>
            </a:r>
          </a:p>
        </p:txBody>
      </p:sp>
      <p:sp>
        <p:nvSpPr>
          <p:cNvPr id="11" name="TextBox 10">
            <a:extLst>
              <a:ext uri="{FF2B5EF4-FFF2-40B4-BE49-F238E27FC236}">
                <a16:creationId xmlns:a16="http://schemas.microsoft.com/office/drawing/2014/main" id="{5DFAC020-3612-E647-5A1C-0E73F300C8E0}"/>
              </a:ext>
            </a:extLst>
          </p:cNvPr>
          <p:cNvSpPr txBox="1"/>
          <p:nvPr/>
        </p:nvSpPr>
        <p:spPr>
          <a:xfrm>
            <a:off x="1415112" y="4732317"/>
            <a:ext cx="391200" cy="400110"/>
          </a:xfrm>
          <a:prstGeom prst="rect">
            <a:avLst/>
          </a:prstGeom>
          <a:noFill/>
        </p:spPr>
        <p:txBody>
          <a:bodyPr wrap="square" rtlCol="0">
            <a:spAutoFit/>
          </a:bodyPr>
          <a:lstStyle/>
          <a:p>
            <a:r>
              <a:rPr lang="en-MY" dirty="0"/>
              <a:t>1</a:t>
            </a:r>
          </a:p>
        </p:txBody>
      </p:sp>
      <p:sp>
        <p:nvSpPr>
          <p:cNvPr id="12" name="Right Brace 11">
            <a:extLst>
              <a:ext uri="{FF2B5EF4-FFF2-40B4-BE49-F238E27FC236}">
                <a16:creationId xmlns:a16="http://schemas.microsoft.com/office/drawing/2014/main" id="{4CFCE38D-8C6F-625E-344F-2BFB8998FFBE}"/>
              </a:ext>
            </a:extLst>
          </p:cNvPr>
          <p:cNvSpPr/>
          <p:nvPr/>
        </p:nvSpPr>
        <p:spPr>
          <a:xfrm rot="16200000">
            <a:off x="3959300" y="598380"/>
            <a:ext cx="586056" cy="4910716"/>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3" name="Right Brace 12">
            <a:extLst>
              <a:ext uri="{FF2B5EF4-FFF2-40B4-BE49-F238E27FC236}">
                <a16:creationId xmlns:a16="http://schemas.microsoft.com/office/drawing/2014/main" id="{3A2E5614-539B-AADC-F7A1-7F66925C94EA}"/>
              </a:ext>
            </a:extLst>
          </p:cNvPr>
          <p:cNvSpPr/>
          <p:nvPr/>
        </p:nvSpPr>
        <p:spPr>
          <a:xfrm rot="10800000">
            <a:off x="1001250" y="3584853"/>
            <a:ext cx="586056" cy="190827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4" name="TextBox 13">
            <a:extLst>
              <a:ext uri="{FF2B5EF4-FFF2-40B4-BE49-F238E27FC236}">
                <a16:creationId xmlns:a16="http://schemas.microsoft.com/office/drawing/2014/main" id="{4D7CE7E2-0E5C-A8CF-C9A7-2291BE43D854}"/>
              </a:ext>
            </a:extLst>
          </p:cNvPr>
          <p:cNvSpPr txBox="1"/>
          <p:nvPr/>
        </p:nvSpPr>
        <p:spPr>
          <a:xfrm>
            <a:off x="610324" y="4338933"/>
            <a:ext cx="489236" cy="400110"/>
          </a:xfrm>
          <a:prstGeom prst="rect">
            <a:avLst/>
          </a:prstGeom>
          <a:noFill/>
        </p:spPr>
        <p:txBody>
          <a:bodyPr wrap="square" rtlCol="0">
            <a:spAutoFit/>
          </a:bodyPr>
          <a:lstStyle/>
          <a:p>
            <a:r>
              <a:rPr lang="en-MY" dirty="0"/>
              <a:t>A</a:t>
            </a:r>
          </a:p>
        </p:txBody>
      </p:sp>
      <p:sp>
        <p:nvSpPr>
          <p:cNvPr id="15" name="TextBox 14">
            <a:extLst>
              <a:ext uri="{FF2B5EF4-FFF2-40B4-BE49-F238E27FC236}">
                <a16:creationId xmlns:a16="http://schemas.microsoft.com/office/drawing/2014/main" id="{5131EBC0-ECEC-2DDE-0B73-62B3998B8D2F}"/>
              </a:ext>
            </a:extLst>
          </p:cNvPr>
          <p:cNvSpPr txBox="1"/>
          <p:nvPr/>
        </p:nvSpPr>
        <p:spPr>
          <a:xfrm>
            <a:off x="4007068" y="2320493"/>
            <a:ext cx="490519" cy="400110"/>
          </a:xfrm>
          <a:prstGeom prst="rect">
            <a:avLst/>
          </a:prstGeom>
          <a:noFill/>
        </p:spPr>
        <p:txBody>
          <a:bodyPr wrap="none" rtlCol="0">
            <a:spAutoFit/>
          </a:bodyPr>
          <a:lstStyle/>
          <a:p>
            <a:r>
              <a:rPr lang="en-MY" dirty="0"/>
              <a:t>BC</a:t>
            </a:r>
          </a:p>
        </p:txBody>
      </p:sp>
      <p:sp>
        <p:nvSpPr>
          <p:cNvPr id="16" name="TextBox 15">
            <a:extLst>
              <a:ext uri="{FF2B5EF4-FFF2-40B4-BE49-F238E27FC236}">
                <a16:creationId xmlns:a16="http://schemas.microsoft.com/office/drawing/2014/main" id="{AC5D4B47-0CD1-8824-7544-5B7BA935E37C}"/>
              </a:ext>
            </a:extLst>
          </p:cNvPr>
          <p:cNvSpPr txBox="1"/>
          <p:nvPr/>
        </p:nvSpPr>
        <p:spPr>
          <a:xfrm>
            <a:off x="305511" y="244888"/>
            <a:ext cx="5325497" cy="523220"/>
          </a:xfrm>
          <a:prstGeom prst="rect">
            <a:avLst/>
          </a:prstGeom>
          <a:noFill/>
        </p:spPr>
        <p:txBody>
          <a:bodyPr wrap="none" rtlCol="0">
            <a:spAutoFit/>
          </a:bodyPr>
          <a:lstStyle/>
          <a:p>
            <a:r>
              <a:rPr lang="en-MY" sz="2800" b="1" dirty="0"/>
              <a:t>A’B’C + A’BC’ + AB’C + ABC’</a:t>
            </a:r>
          </a:p>
        </p:txBody>
      </p:sp>
      <p:sp>
        <p:nvSpPr>
          <p:cNvPr id="17" name="TextBox 16">
            <a:extLst>
              <a:ext uri="{FF2B5EF4-FFF2-40B4-BE49-F238E27FC236}">
                <a16:creationId xmlns:a16="http://schemas.microsoft.com/office/drawing/2014/main" id="{0EBA5D97-DF75-4B8A-A83D-CCB54F1FF37D}"/>
              </a:ext>
            </a:extLst>
          </p:cNvPr>
          <p:cNvSpPr txBox="1"/>
          <p:nvPr/>
        </p:nvSpPr>
        <p:spPr>
          <a:xfrm>
            <a:off x="539552" y="717049"/>
            <a:ext cx="4979248" cy="523220"/>
          </a:xfrm>
          <a:prstGeom prst="rect">
            <a:avLst/>
          </a:prstGeom>
          <a:noFill/>
        </p:spPr>
        <p:txBody>
          <a:bodyPr wrap="none" rtlCol="0">
            <a:spAutoFit/>
          </a:bodyPr>
          <a:lstStyle/>
          <a:p>
            <a:r>
              <a:rPr lang="en-MY" sz="2800" b="1" dirty="0">
                <a:solidFill>
                  <a:srgbClr val="0070C0"/>
                </a:solidFill>
              </a:rPr>
              <a:t>001 + 010   + 101   + 110</a:t>
            </a:r>
          </a:p>
        </p:txBody>
      </p:sp>
      <p:sp>
        <p:nvSpPr>
          <p:cNvPr id="18" name="TextBox 17">
            <a:extLst>
              <a:ext uri="{FF2B5EF4-FFF2-40B4-BE49-F238E27FC236}">
                <a16:creationId xmlns:a16="http://schemas.microsoft.com/office/drawing/2014/main" id="{947C34CE-A2F5-E20A-DE93-513B3C57A002}"/>
              </a:ext>
            </a:extLst>
          </p:cNvPr>
          <p:cNvSpPr txBox="1"/>
          <p:nvPr/>
        </p:nvSpPr>
        <p:spPr>
          <a:xfrm>
            <a:off x="5845828" y="3771239"/>
            <a:ext cx="413896" cy="523220"/>
          </a:xfrm>
          <a:prstGeom prst="rect">
            <a:avLst/>
          </a:prstGeom>
          <a:noFill/>
        </p:spPr>
        <p:txBody>
          <a:bodyPr wrap="none" rtlCol="0">
            <a:spAutoFit/>
          </a:bodyPr>
          <a:lstStyle/>
          <a:p>
            <a:r>
              <a:rPr lang="en-MY" sz="2800" b="1" dirty="0">
                <a:solidFill>
                  <a:srgbClr val="0070C0"/>
                </a:solidFill>
              </a:rPr>
              <a:t>1</a:t>
            </a:r>
          </a:p>
        </p:txBody>
      </p:sp>
      <p:sp>
        <p:nvSpPr>
          <p:cNvPr id="20" name="TextBox 19">
            <a:extLst>
              <a:ext uri="{FF2B5EF4-FFF2-40B4-BE49-F238E27FC236}">
                <a16:creationId xmlns:a16="http://schemas.microsoft.com/office/drawing/2014/main" id="{AF289447-5564-DE66-5EF4-D699541992DD}"/>
              </a:ext>
            </a:extLst>
          </p:cNvPr>
          <p:cNvSpPr txBox="1"/>
          <p:nvPr/>
        </p:nvSpPr>
        <p:spPr>
          <a:xfrm>
            <a:off x="3321176" y="3635208"/>
            <a:ext cx="413896" cy="523220"/>
          </a:xfrm>
          <a:prstGeom prst="rect">
            <a:avLst/>
          </a:prstGeom>
          <a:noFill/>
        </p:spPr>
        <p:txBody>
          <a:bodyPr wrap="none" rtlCol="0">
            <a:spAutoFit/>
          </a:bodyPr>
          <a:lstStyle/>
          <a:p>
            <a:r>
              <a:rPr lang="en-MY" sz="2800" b="1" dirty="0">
                <a:solidFill>
                  <a:srgbClr val="0070C0"/>
                </a:solidFill>
              </a:rPr>
              <a:t>1</a:t>
            </a:r>
          </a:p>
        </p:txBody>
      </p:sp>
      <p:sp>
        <p:nvSpPr>
          <p:cNvPr id="21" name="TextBox 20">
            <a:extLst>
              <a:ext uri="{FF2B5EF4-FFF2-40B4-BE49-F238E27FC236}">
                <a16:creationId xmlns:a16="http://schemas.microsoft.com/office/drawing/2014/main" id="{36C560FA-15E5-63BF-735F-41489A78BB6B}"/>
              </a:ext>
            </a:extLst>
          </p:cNvPr>
          <p:cNvSpPr txBox="1"/>
          <p:nvPr/>
        </p:nvSpPr>
        <p:spPr>
          <a:xfrm>
            <a:off x="5845828" y="4670762"/>
            <a:ext cx="413896" cy="523220"/>
          </a:xfrm>
          <a:prstGeom prst="rect">
            <a:avLst/>
          </a:prstGeom>
          <a:noFill/>
        </p:spPr>
        <p:txBody>
          <a:bodyPr wrap="none" rtlCol="0">
            <a:spAutoFit/>
          </a:bodyPr>
          <a:lstStyle/>
          <a:p>
            <a:r>
              <a:rPr lang="en-MY" sz="2800" b="1" dirty="0">
                <a:solidFill>
                  <a:srgbClr val="0070C0"/>
                </a:solidFill>
              </a:rPr>
              <a:t>1</a:t>
            </a:r>
          </a:p>
        </p:txBody>
      </p:sp>
      <p:sp>
        <p:nvSpPr>
          <p:cNvPr id="24" name="Oval 23">
            <a:extLst>
              <a:ext uri="{FF2B5EF4-FFF2-40B4-BE49-F238E27FC236}">
                <a16:creationId xmlns:a16="http://schemas.microsoft.com/office/drawing/2014/main" id="{C5504DFD-1565-7B23-D3FB-5C69B7C20EB4}"/>
              </a:ext>
            </a:extLst>
          </p:cNvPr>
          <p:cNvSpPr/>
          <p:nvPr/>
        </p:nvSpPr>
        <p:spPr>
          <a:xfrm rot="16200000">
            <a:off x="2638916" y="4000762"/>
            <a:ext cx="1847326" cy="984160"/>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5" name="TextBox 24">
            <a:extLst>
              <a:ext uri="{FF2B5EF4-FFF2-40B4-BE49-F238E27FC236}">
                <a16:creationId xmlns:a16="http://schemas.microsoft.com/office/drawing/2014/main" id="{E76379D7-AAA8-AF9B-6116-C921F16AA77A}"/>
              </a:ext>
            </a:extLst>
          </p:cNvPr>
          <p:cNvSpPr txBox="1"/>
          <p:nvPr/>
        </p:nvSpPr>
        <p:spPr>
          <a:xfrm>
            <a:off x="3070499" y="5771982"/>
            <a:ext cx="2576346" cy="523220"/>
          </a:xfrm>
          <a:prstGeom prst="rect">
            <a:avLst/>
          </a:prstGeom>
          <a:noFill/>
        </p:spPr>
        <p:txBody>
          <a:bodyPr wrap="none" rtlCol="0">
            <a:spAutoFit/>
          </a:bodyPr>
          <a:lstStyle/>
          <a:p>
            <a:r>
              <a:rPr lang="en-MY" sz="2800" b="1" dirty="0">
                <a:solidFill>
                  <a:srgbClr val="00B050"/>
                </a:solidFill>
              </a:rPr>
              <a:t>F =B’C + BC’ </a:t>
            </a:r>
          </a:p>
        </p:txBody>
      </p:sp>
      <p:sp>
        <p:nvSpPr>
          <p:cNvPr id="26" name="Speech Bubble: Rectangle with Corners Rounded 25">
            <a:extLst>
              <a:ext uri="{FF2B5EF4-FFF2-40B4-BE49-F238E27FC236}">
                <a16:creationId xmlns:a16="http://schemas.microsoft.com/office/drawing/2014/main" id="{441E15F1-F15B-7FC8-4778-4F33E202E1EE}"/>
              </a:ext>
            </a:extLst>
          </p:cNvPr>
          <p:cNvSpPr/>
          <p:nvPr/>
        </p:nvSpPr>
        <p:spPr>
          <a:xfrm>
            <a:off x="665079" y="1386480"/>
            <a:ext cx="1458649" cy="792088"/>
          </a:xfrm>
          <a:prstGeom prst="wedgeRoundRectCallout">
            <a:avLst>
              <a:gd name="adj1" fmla="val 149298"/>
              <a:gd name="adj2" fmla="val 229083"/>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1 </a:t>
            </a:r>
          </a:p>
          <a:p>
            <a:pPr algn="ctr"/>
            <a:r>
              <a:rPr lang="en-MY" b="1" dirty="0"/>
              <a:t>B’C</a:t>
            </a:r>
          </a:p>
        </p:txBody>
      </p:sp>
      <p:sp>
        <p:nvSpPr>
          <p:cNvPr id="27" name="Speech Bubble: Rectangle with Corners Rounded 26">
            <a:extLst>
              <a:ext uri="{FF2B5EF4-FFF2-40B4-BE49-F238E27FC236}">
                <a16:creationId xmlns:a16="http://schemas.microsoft.com/office/drawing/2014/main" id="{C9292EA8-250C-8267-F51F-96E9638C528E}"/>
              </a:ext>
            </a:extLst>
          </p:cNvPr>
          <p:cNvSpPr/>
          <p:nvPr/>
        </p:nvSpPr>
        <p:spPr>
          <a:xfrm>
            <a:off x="7219983" y="2261650"/>
            <a:ext cx="1458649" cy="792088"/>
          </a:xfrm>
          <a:prstGeom prst="wedgeRoundRectCallout">
            <a:avLst>
              <a:gd name="adj1" fmla="val -114753"/>
              <a:gd name="adj2" fmla="val 183607"/>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2 </a:t>
            </a:r>
          </a:p>
          <a:p>
            <a:pPr algn="ctr"/>
            <a:r>
              <a:rPr lang="en-MY" b="1" dirty="0"/>
              <a:t>BC’</a:t>
            </a:r>
          </a:p>
        </p:txBody>
      </p:sp>
      <p:sp>
        <p:nvSpPr>
          <p:cNvPr id="2" name="TextBox 1">
            <a:extLst>
              <a:ext uri="{FF2B5EF4-FFF2-40B4-BE49-F238E27FC236}">
                <a16:creationId xmlns:a16="http://schemas.microsoft.com/office/drawing/2014/main" id="{D7BDC10D-A50C-C4CF-F98E-14C2D661CF89}"/>
              </a:ext>
            </a:extLst>
          </p:cNvPr>
          <p:cNvSpPr txBox="1"/>
          <p:nvPr/>
        </p:nvSpPr>
        <p:spPr>
          <a:xfrm>
            <a:off x="3355631" y="4670762"/>
            <a:ext cx="413896" cy="523220"/>
          </a:xfrm>
          <a:prstGeom prst="rect">
            <a:avLst/>
          </a:prstGeom>
          <a:noFill/>
        </p:spPr>
        <p:txBody>
          <a:bodyPr wrap="none" rtlCol="0">
            <a:spAutoFit/>
          </a:bodyPr>
          <a:lstStyle/>
          <a:p>
            <a:r>
              <a:rPr lang="en-MY" sz="2800" b="1" dirty="0">
                <a:solidFill>
                  <a:srgbClr val="0070C0"/>
                </a:solidFill>
              </a:rPr>
              <a:t>1</a:t>
            </a:r>
          </a:p>
        </p:txBody>
      </p:sp>
      <p:sp>
        <p:nvSpPr>
          <p:cNvPr id="22" name="Oval 21">
            <a:extLst>
              <a:ext uri="{FF2B5EF4-FFF2-40B4-BE49-F238E27FC236}">
                <a16:creationId xmlns:a16="http://schemas.microsoft.com/office/drawing/2014/main" id="{92550B7F-80B2-F9C4-4068-972317720AAE}"/>
              </a:ext>
            </a:extLst>
          </p:cNvPr>
          <p:cNvSpPr/>
          <p:nvPr/>
        </p:nvSpPr>
        <p:spPr>
          <a:xfrm rot="16200000">
            <a:off x="5157068" y="4013621"/>
            <a:ext cx="1792889" cy="984160"/>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37247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1000"/>
                                        <p:tgtEl>
                                          <p:spTgt spid="18"/>
                                        </p:tgtEl>
                                      </p:cBhvr>
                                    </p:animEffect>
                                    <p:anim calcmode="lin" valueType="num">
                                      <p:cBhvr>
                                        <p:cTn id="27" dur="1000" fill="hold"/>
                                        <p:tgtEl>
                                          <p:spTgt spid="18"/>
                                        </p:tgtEl>
                                        <p:attrNameLst>
                                          <p:attrName>ppt_x</p:attrName>
                                        </p:attrNameLst>
                                      </p:cBhvr>
                                      <p:tavLst>
                                        <p:tav tm="0">
                                          <p:val>
                                            <p:strVal val="#ppt_x"/>
                                          </p:val>
                                        </p:tav>
                                        <p:tav tm="100000">
                                          <p:val>
                                            <p:strVal val="#ppt_x"/>
                                          </p:val>
                                        </p:tav>
                                      </p:tavLst>
                                    </p:anim>
                                    <p:anim calcmode="lin" valueType="num">
                                      <p:cBhvr>
                                        <p:cTn id="2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1000"/>
                                        <p:tgtEl>
                                          <p:spTgt spid="2"/>
                                        </p:tgtEl>
                                      </p:cBhvr>
                                    </p:animEffect>
                                    <p:anim calcmode="lin" valueType="num">
                                      <p:cBhvr>
                                        <p:cTn id="34" dur="1000" fill="hold"/>
                                        <p:tgtEl>
                                          <p:spTgt spid="2"/>
                                        </p:tgtEl>
                                        <p:attrNameLst>
                                          <p:attrName>ppt_x</p:attrName>
                                        </p:attrNameLst>
                                      </p:cBhvr>
                                      <p:tavLst>
                                        <p:tav tm="0">
                                          <p:val>
                                            <p:strVal val="#ppt_x"/>
                                          </p:val>
                                        </p:tav>
                                        <p:tav tm="100000">
                                          <p:val>
                                            <p:strVal val="#ppt_x"/>
                                          </p:val>
                                        </p:tav>
                                      </p:tavLst>
                                    </p:anim>
                                    <p:anim calcmode="lin" valueType="num">
                                      <p:cBhvr>
                                        <p:cTn id="3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1000"/>
                                        <p:tgtEl>
                                          <p:spTgt spid="21"/>
                                        </p:tgtEl>
                                      </p:cBhvr>
                                    </p:animEffect>
                                    <p:anim calcmode="lin" valueType="num">
                                      <p:cBhvr>
                                        <p:cTn id="41" dur="1000" fill="hold"/>
                                        <p:tgtEl>
                                          <p:spTgt spid="21"/>
                                        </p:tgtEl>
                                        <p:attrNameLst>
                                          <p:attrName>ppt_x</p:attrName>
                                        </p:attrNameLst>
                                      </p:cBhvr>
                                      <p:tavLst>
                                        <p:tav tm="0">
                                          <p:val>
                                            <p:strVal val="#ppt_x"/>
                                          </p:val>
                                        </p:tav>
                                        <p:tav tm="100000">
                                          <p:val>
                                            <p:strVal val="#ppt_x"/>
                                          </p:val>
                                        </p:tav>
                                      </p:tavLst>
                                    </p:anim>
                                    <p:anim calcmode="lin" valueType="num">
                                      <p:cBhvr>
                                        <p:cTn id="42"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additive="base">
                                        <p:cTn id="47" dur="500" fill="hold"/>
                                        <p:tgtEl>
                                          <p:spTgt spid="24"/>
                                        </p:tgtEl>
                                        <p:attrNameLst>
                                          <p:attrName>ppt_x</p:attrName>
                                        </p:attrNameLst>
                                      </p:cBhvr>
                                      <p:tavLst>
                                        <p:tav tm="0">
                                          <p:val>
                                            <p:strVal val="#ppt_x"/>
                                          </p:val>
                                        </p:tav>
                                        <p:tav tm="100000">
                                          <p:val>
                                            <p:strVal val="#ppt_x"/>
                                          </p:val>
                                        </p:tav>
                                      </p:tavLst>
                                    </p:anim>
                                    <p:anim calcmode="lin" valueType="num">
                                      <p:cBhvr additive="base">
                                        <p:cTn id="48" dur="500" fill="hold"/>
                                        <p:tgtEl>
                                          <p:spTgt spid="2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 calcmode="lin" valueType="num">
                                      <p:cBhvr additive="base">
                                        <p:cTn id="51" dur="500" fill="hold"/>
                                        <p:tgtEl>
                                          <p:spTgt spid="26"/>
                                        </p:tgtEl>
                                        <p:attrNameLst>
                                          <p:attrName>ppt_x</p:attrName>
                                        </p:attrNameLst>
                                      </p:cBhvr>
                                      <p:tavLst>
                                        <p:tav tm="0">
                                          <p:val>
                                            <p:strVal val="#ppt_x"/>
                                          </p:val>
                                        </p:tav>
                                        <p:tav tm="100000">
                                          <p:val>
                                            <p:strVal val="#ppt_x"/>
                                          </p:val>
                                        </p:tav>
                                      </p:tavLst>
                                    </p:anim>
                                    <p:anim calcmode="lin" valueType="num">
                                      <p:cBhvr additive="base">
                                        <p:cTn id="5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 calcmode="lin" valueType="num">
                                      <p:cBhvr additive="base">
                                        <p:cTn id="57" dur="500" fill="hold"/>
                                        <p:tgtEl>
                                          <p:spTgt spid="22"/>
                                        </p:tgtEl>
                                        <p:attrNameLst>
                                          <p:attrName>ppt_x</p:attrName>
                                        </p:attrNameLst>
                                      </p:cBhvr>
                                      <p:tavLst>
                                        <p:tav tm="0">
                                          <p:val>
                                            <p:strVal val="#ppt_x"/>
                                          </p:val>
                                        </p:tav>
                                        <p:tav tm="100000">
                                          <p:val>
                                            <p:strVal val="#ppt_x"/>
                                          </p:val>
                                        </p:tav>
                                      </p:tavLst>
                                    </p:anim>
                                    <p:anim calcmode="lin" valueType="num">
                                      <p:cBhvr additive="base">
                                        <p:cTn id="58" dur="500" fill="hold"/>
                                        <p:tgtEl>
                                          <p:spTgt spid="22"/>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 calcmode="lin" valueType="num">
                                      <p:cBhvr additive="base">
                                        <p:cTn id="61" dur="500" fill="hold"/>
                                        <p:tgtEl>
                                          <p:spTgt spid="27"/>
                                        </p:tgtEl>
                                        <p:attrNameLst>
                                          <p:attrName>ppt_x</p:attrName>
                                        </p:attrNameLst>
                                      </p:cBhvr>
                                      <p:tavLst>
                                        <p:tav tm="0">
                                          <p:val>
                                            <p:strVal val="#ppt_x"/>
                                          </p:val>
                                        </p:tav>
                                        <p:tav tm="100000">
                                          <p:val>
                                            <p:strVal val="#ppt_x"/>
                                          </p:val>
                                        </p:tav>
                                      </p:tavLst>
                                    </p:anim>
                                    <p:anim calcmode="lin" valueType="num">
                                      <p:cBhvr additive="base">
                                        <p:cTn id="6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additive="base">
                                        <p:cTn id="67" dur="500" fill="hold"/>
                                        <p:tgtEl>
                                          <p:spTgt spid="25"/>
                                        </p:tgtEl>
                                        <p:attrNameLst>
                                          <p:attrName>ppt_x</p:attrName>
                                        </p:attrNameLst>
                                      </p:cBhvr>
                                      <p:tavLst>
                                        <p:tav tm="0">
                                          <p:val>
                                            <p:strVal val="#ppt_x"/>
                                          </p:val>
                                        </p:tav>
                                        <p:tav tm="100000">
                                          <p:val>
                                            <p:strVal val="#ppt_x"/>
                                          </p:val>
                                        </p:tav>
                                      </p:tavLst>
                                    </p:anim>
                                    <p:anim calcmode="lin" valueType="num">
                                      <p:cBhvr additive="base">
                                        <p:cTn id="6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0" grpId="0"/>
      <p:bldP spid="21" grpId="0"/>
      <p:bldP spid="24" grpId="0" animBg="1"/>
      <p:bldP spid="25" grpId="0"/>
      <p:bldP spid="26" grpId="0" animBg="1"/>
      <p:bldP spid="27" grpId="0" animBg="1"/>
      <p:bldP spid="2" grpId="0"/>
      <p:bldP spid="22"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75B95-E5A6-1406-4506-9117B96E28B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3C62EA-CEB9-866F-3C2B-F74E1DB45B2C}"/>
              </a:ext>
            </a:extLst>
          </p:cNvPr>
          <p:cNvSpPr>
            <a:spLocks noGrp="1"/>
          </p:cNvSpPr>
          <p:nvPr>
            <p:ph type="sldNum" sz="quarter" idx="12"/>
          </p:nvPr>
        </p:nvSpPr>
        <p:spPr/>
        <p:txBody>
          <a:bodyPr/>
          <a:lstStyle/>
          <a:p>
            <a:pPr>
              <a:defRPr/>
            </a:pPr>
            <a:fld id="{B8AD9B9C-0E5B-4825-AA18-F26ABB6A6054}" type="slidenum">
              <a:rPr lang="en-US" altLang="en-US" smtClean="0"/>
              <a:pPr>
                <a:defRPr/>
              </a:pPr>
              <a:t>86</a:t>
            </a:fld>
            <a:endParaRPr lang="en-US" altLang="en-US"/>
          </a:p>
        </p:txBody>
      </p:sp>
      <p:graphicFrame>
        <p:nvGraphicFramePr>
          <p:cNvPr id="5" name="Table 4">
            <a:extLst>
              <a:ext uri="{FF2B5EF4-FFF2-40B4-BE49-F238E27FC236}">
                <a16:creationId xmlns:a16="http://schemas.microsoft.com/office/drawing/2014/main" id="{96968511-12A4-7F2B-E23E-D159EA926CA2}"/>
              </a:ext>
            </a:extLst>
          </p:cNvPr>
          <p:cNvGraphicFramePr>
            <a:graphicFrameLocks noGrp="1"/>
          </p:cNvGraphicFramePr>
          <p:nvPr/>
        </p:nvGraphicFramePr>
        <p:xfrm>
          <a:off x="3693732" y="2786608"/>
          <a:ext cx="2774000" cy="3631952"/>
        </p:xfrm>
        <a:graphic>
          <a:graphicData uri="http://schemas.openxmlformats.org/drawingml/2006/table">
            <a:tbl>
              <a:tblPr firstRow="1" bandRow="1">
                <a:tableStyleId>{5940675A-B579-460E-94D1-54222C63F5DA}</a:tableStyleId>
              </a:tblPr>
              <a:tblGrid>
                <a:gridCol w="1387000">
                  <a:extLst>
                    <a:ext uri="{9D8B030D-6E8A-4147-A177-3AD203B41FA5}">
                      <a16:colId xmlns:a16="http://schemas.microsoft.com/office/drawing/2014/main" val="1452604075"/>
                    </a:ext>
                  </a:extLst>
                </a:gridCol>
                <a:gridCol w="1387000">
                  <a:extLst>
                    <a:ext uri="{9D8B030D-6E8A-4147-A177-3AD203B41FA5}">
                      <a16:colId xmlns:a16="http://schemas.microsoft.com/office/drawing/2014/main" val="1390609854"/>
                    </a:ext>
                  </a:extLst>
                </a:gridCol>
              </a:tblGrid>
              <a:tr h="907988">
                <a:tc>
                  <a:txBody>
                    <a:bodyPr/>
                    <a:lstStyle/>
                    <a:p>
                      <a:endParaRPr lang="en-MY"/>
                    </a:p>
                  </a:txBody>
                  <a:tcPr/>
                </a:tc>
                <a:tc>
                  <a:txBody>
                    <a:bodyPr/>
                    <a:lstStyle/>
                    <a:p>
                      <a:endParaRPr lang="en-MY" dirty="0"/>
                    </a:p>
                  </a:txBody>
                  <a:tcPr/>
                </a:tc>
                <a:extLst>
                  <a:ext uri="{0D108BD9-81ED-4DB2-BD59-A6C34878D82A}">
                    <a16:rowId xmlns:a16="http://schemas.microsoft.com/office/drawing/2014/main" val="1916785818"/>
                  </a:ext>
                </a:extLst>
              </a:tr>
              <a:tr h="907988">
                <a:tc>
                  <a:txBody>
                    <a:bodyPr/>
                    <a:lstStyle/>
                    <a:p>
                      <a:endParaRPr lang="en-MY" dirty="0"/>
                    </a:p>
                  </a:txBody>
                  <a:tcPr/>
                </a:tc>
                <a:tc>
                  <a:txBody>
                    <a:bodyPr/>
                    <a:lstStyle/>
                    <a:p>
                      <a:endParaRPr lang="en-MY" dirty="0"/>
                    </a:p>
                  </a:txBody>
                  <a:tcPr/>
                </a:tc>
                <a:extLst>
                  <a:ext uri="{0D108BD9-81ED-4DB2-BD59-A6C34878D82A}">
                    <a16:rowId xmlns:a16="http://schemas.microsoft.com/office/drawing/2014/main" val="1660852292"/>
                  </a:ext>
                </a:extLst>
              </a:tr>
              <a:tr h="907988">
                <a:tc>
                  <a:txBody>
                    <a:bodyPr/>
                    <a:lstStyle/>
                    <a:p>
                      <a:endParaRPr lang="en-MY" dirty="0"/>
                    </a:p>
                  </a:txBody>
                  <a:tcPr/>
                </a:tc>
                <a:tc>
                  <a:txBody>
                    <a:bodyPr/>
                    <a:lstStyle/>
                    <a:p>
                      <a:endParaRPr lang="en-MY"/>
                    </a:p>
                  </a:txBody>
                  <a:tcPr/>
                </a:tc>
                <a:extLst>
                  <a:ext uri="{0D108BD9-81ED-4DB2-BD59-A6C34878D82A}">
                    <a16:rowId xmlns:a16="http://schemas.microsoft.com/office/drawing/2014/main" val="472160551"/>
                  </a:ext>
                </a:extLst>
              </a:tr>
              <a:tr h="907988">
                <a:tc>
                  <a:txBody>
                    <a:bodyPr/>
                    <a:lstStyle/>
                    <a:p>
                      <a:endParaRPr lang="en-MY" dirty="0"/>
                    </a:p>
                  </a:txBody>
                  <a:tcPr/>
                </a:tc>
                <a:tc>
                  <a:txBody>
                    <a:bodyPr/>
                    <a:lstStyle/>
                    <a:p>
                      <a:endParaRPr lang="en-MY" dirty="0"/>
                    </a:p>
                  </a:txBody>
                  <a:tcPr/>
                </a:tc>
                <a:extLst>
                  <a:ext uri="{0D108BD9-81ED-4DB2-BD59-A6C34878D82A}">
                    <a16:rowId xmlns:a16="http://schemas.microsoft.com/office/drawing/2014/main" val="3436796420"/>
                  </a:ext>
                </a:extLst>
              </a:tr>
            </a:tbl>
          </a:graphicData>
        </a:graphic>
      </p:graphicFrame>
      <p:sp>
        <p:nvSpPr>
          <p:cNvPr id="6" name="TextBox 5">
            <a:extLst>
              <a:ext uri="{FF2B5EF4-FFF2-40B4-BE49-F238E27FC236}">
                <a16:creationId xmlns:a16="http://schemas.microsoft.com/office/drawing/2014/main" id="{832047DA-6565-DAF5-A785-34819DC9CF5F}"/>
              </a:ext>
            </a:extLst>
          </p:cNvPr>
          <p:cNvSpPr txBox="1"/>
          <p:nvPr/>
        </p:nvSpPr>
        <p:spPr>
          <a:xfrm>
            <a:off x="3206211" y="3002461"/>
            <a:ext cx="463588" cy="400110"/>
          </a:xfrm>
          <a:prstGeom prst="rect">
            <a:avLst/>
          </a:prstGeom>
          <a:noFill/>
        </p:spPr>
        <p:txBody>
          <a:bodyPr wrap="none" rtlCol="0">
            <a:spAutoFit/>
          </a:bodyPr>
          <a:lstStyle/>
          <a:p>
            <a:r>
              <a:rPr lang="en-MY" dirty="0"/>
              <a:t>00</a:t>
            </a:r>
          </a:p>
        </p:txBody>
      </p:sp>
      <p:sp>
        <p:nvSpPr>
          <p:cNvPr id="7" name="TextBox 6">
            <a:extLst>
              <a:ext uri="{FF2B5EF4-FFF2-40B4-BE49-F238E27FC236}">
                <a16:creationId xmlns:a16="http://schemas.microsoft.com/office/drawing/2014/main" id="{99412DB6-074B-86A0-6398-F4B0E0244338}"/>
              </a:ext>
            </a:extLst>
          </p:cNvPr>
          <p:cNvSpPr txBox="1"/>
          <p:nvPr/>
        </p:nvSpPr>
        <p:spPr>
          <a:xfrm>
            <a:off x="3180392" y="3866728"/>
            <a:ext cx="463588" cy="400110"/>
          </a:xfrm>
          <a:prstGeom prst="rect">
            <a:avLst/>
          </a:prstGeom>
          <a:noFill/>
        </p:spPr>
        <p:txBody>
          <a:bodyPr wrap="none" rtlCol="0">
            <a:spAutoFit/>
          </a:bodyPr>
          <a:lstStyle/>
          <a:p>
            <a:r>
              <a:rPr lang="en-MY" dirty="0"/>
              <a:t>01</a:t>
            </a:r>
          </a:p>
        </p:txBody>
      </p:sp>
      <p:sp>
        <p:nvSpPr>
          <p:cNvPr id="8" name="TextBox 7">
            <a:extLst>
              <a:ext uri="{FF2B5EF4-FFF2-40B4-BE49-F238E27FC236}">
                <a16:creationId xmlns:a16="http://schemas.microsoft.com/office/drawing/2014/main" id="{04CE56B4-29FE-E5FF-B1C5-6EBB4EC81E97}"/>
              </a:ext>
            </a:extLst>
          </p:cNvPr>
          <p:cNvSpPr txBox="1"/>
          <p:nvPr/>
        </p:nvSpPr>
        <p:spPr>
          <a:xfrm>
            <a:off x="3176361" y="4742534"/>
            <a:ext cx="463588" cy="400110"/>
          </a:xfrm>
          <a:prstGeom prst="rect">
            <a:avLst/>
          </a:prstGeom>
          <a:noFill/>
        </p:spPr>
        <p:txBody>
          <a:bodyPr wrap="none" rtlCol="0">
            <a:spAutoFit/>
          </a:bodyPr>
          <a:lstStyle/>
          <a:p>
            <a:r>
              <a:rPr lang="en-MY" dirty="0"/>
              <a:t>11</a:t>
            </a:r>
          </a:p>
        </p:txBody>
      </p:sp>
      <p:sp>
        <p:nvSpPr>
          <p:cNvPr id="9" name="TextBox 8">
            <a:extLst>
              <a:ext uri="{FF2B5EF4-FFF2-40B4-BE49-F238E27FC236}">
                <a16:creationId xmlns:a16="http://schemas.microsoft.com/office/drawing/2014/main" id="{2AD0ABFD-546A-E139-25B4-844E8CEBBB5D}"/>
              </a:ext>
            </a:extLst>
          </p:cNvPr>
          <p:cNvSpPr txBox="1"/>
          <p:nvPr/>
        </p:nvSpPr>
        <p:spPr>
          <a:xfrm>
            <a:off x="3148494" y="5675028"/>
            <a:ext cx="463588" cy="400110"/>
          </a:xfrm>
          <a:prstGeom prst="rect">
            <a:avLst/>
          </a:prstGeom>
          <a:noFill/>
        </p:spPr>
        <p:txBody>
          <a:bodyPr wrap="none" rtlCol="0">
            <a:spAutoFit/>
          </a:bodyPr>
          <a:lstStyle/>
          <a:p>
            <a:r>
              <a:rPr lang="en-MY" dirty="0"/>
              <a:t>10</a:t>
            </a:r>
          </a:p>
        </p:txBody>
      </p:sp>
      <p:sp>
        <p:nvSpPr>
          <p:cNvPr id="10" name="TextBox 9">
            <a:extLst>
              <a:ext uri="{FF2B5EF4-FFF2-40B4-BE49-F238E27FC236}">
                <a16:creationId xmlns:a16="http://schemas.microsoft.com/office/drawing/2014/main" id="{20BF5B95-B6C7-19B6-E2B9-9BBF37F018AE}"/>
              </a:ext>
            </a:extLst>
          </p:cNvPr>
          <p:cNvSpPr txBox="1"/>
          <p:nvPr/>
        </p:nvSpPr>
        <p:spPr>
          <a:xfrm>
            <a:off x="4246842" y="2304908"/>
            <a:ext cx="324128" cy="400110"/>
          </a:xfrm>
          <a:prstGeom prst="rect">
            <a:avLst/>
          </a:prstGeom>
          <a:noFill/>
        </p:spPr>
        <p:txBody>
          <a:bodyPr wrap="none" rtlCol="0">
            <a:spAutoFit/>
          </a:bodyPr>
          <a:lstStyle/>
          <a:p>
            <a:r>
              <a:rPr lang="en-MY" dirty="0"/>
              <a:t>0</a:t>
            </a:r>
          </a:p>
        </p:txBody>
      </p:sp>
      <p:sp>
        <p:nvSpPr>
          <p:cNvPr id="11" name="TextBox 10">
            <a:extLst>
              <a:ext uri="{FF2B5EF4-FFF2-40B4-BE49-F238E27FC236}">
                <a16:creationId xmlns:a16="http://schemas.microsoft.com/office/drawing/2014/main" id="{CB86C566-226D-1E7C-59F5-C2C28E8DE81A}"/>
              </a:ext>
            </a:extLst>
          </p:cNvPr>
          <p:cNvSpPr txBox="1"/>
          <p:nvPr/>
        </p:nvSpPr>
        <p:spPr>
          <a:xfrm>
            <a:off x="5731793" y="2259466"/>
            <a:ext cx="391200" cy="400110"/>
          </a:xfrm>
          <a:prstGeom prst="rect">
            <a:avLst/>
          </a:prstGeom>
          <a:noFill/>
        </p:spPr>
        <p:txBody>
          <a:bodyPr wrap="square" rtlCol="0">
            <a:spAutoFit/>
          </a:bodyPr>
          <a:lstStyle/>
          <a:p>
            <a:r>
              <a:rPr lang="en-MY" dirty="0"/>
              <a:t>1</a:t>
            </a:r>
          </a:p>
        </p:txBody>
      </p:sp>
      <p:sp>
        <p:nvSpPr>
          <p:cNvPr id="12" name="Right Brace 11">
            <a:extLst>
              <a:ext uri="{FF2B5EF4-FFF2-40B4-BE49-F238E27FC236}">
                <a16:creationId xmlns:a16="http://schemas.microsoft.com/office/drawing/2014/main" id="{D2189B71-356F-092E-3E43-D7870F580FC3}"/>
              </a:ext>
            </a:extLst>
          </p:cNvPr>
          <p:cNvSpPr/>
          <p:nvPr/>
        </p:nvSpPr>
        <p:spPr>
          <a:xfrm rot="16200000">
            <a:off x="4833886" y="803230"/>
            <a:ext cx="586056" cy="27740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3" name="Right Brace 12">
            <a:extLst>
              <a:ext uri="{FF2B5EF4-FFF2-40B4-BE49-F238E27FC236}">
                <a16:creationId xmlns:a16="http://schemas.microsoft.com/office/drawing/2014/main" id="{1F0A25D6-087C-A2CD-F929-260387ADC407}"/>
              </a:ext>
            </a:extLst>
          </p:cNvPr>
          <p:cNvSpPr/>
          <p:nvPr/>
        </p:nvSpPr>
        <p:spPr>
          <a:xfrm rot="10800000">
            <a:off x="2645108" y="2787648"/>
            <a:ext cx="586056" cy="3630912"/>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4" name="TextBox 13">
            <a:extLst>
              <a:ext uri="{FF2B5EF4-FFF2-40B4-BE49-F238E27FC236}">
                <a16:creationId xmlns:a16="http://schemas.microsoft.com/office/drawing/2014/main" id="{39820091-8C77-D3F0-46DE-43BFCC395D46}"/>
              </a:ext>
            </a:extLst>
          </p:cNvPr>
          <p:cNvSpPr txBox="1"/>
          <p:nvPr/>
        </p:nvSpPr>
        <p:spPr>
          <a:xfrm>
            <a:off x="2143905" y="4379147"/>
            <a:ext cx="489236" cy="400110"/>
          </a:xfrm>
          <a:prstGeom prst="rect">
            <a:avLst/>
          </a:prstGeom>
          <a:noFill/>
        </p:spPr>
        <p:txBody>
          <a:bodyPr wrap="square" rtlCol="0">
            <a:spAutoFit/>
          </a:bodyPr>
          <a:lstStyle/>
          <a:p>
            <a:r>
              <a:rPr lang="en-MY" dirty="0"/>
              <a:t>AB</a:t>
            </a:r>
          </a:p>
        </p:txBody>
      </p:sp>
      <p:sp>
        <p:nvSpPr>
          <p:cNvPr id="15" name="TextBox 14">
            <a:extLst>
              <a:ext uri="{FF2B5EF4-FFF2-40B4-BE49-F238E27FC236}">
                <a16:creationId xmlns:a16="http://schemas.microsoft.com/office/drawing/2014/main" id="{5C3F9E44-657E-0E85-2BA8-00E6CDE4E163}"/>
              </a:ext>
            </a:extLst>
          </p:cNvPr>
          <p:cNvSpPr txBox="1"/>
          <p:nvPr/>
        </p:nvSpPr>
        <p:spPr>
          <a:xfrm>
            <a:off x="4968789" y="1456296"/>
            <a:ext cx="338554" cy="400110"/>
          </a:xfrm>
          <a:prstGeom prst="rect">
            <a:avLst/>
          </a:prstGeom>
          <a:noFill/>
        </p:spPr>
        <p:txBody>
          <a:bodyPr wrap="none" rtlCol="0">
            <a:spAutoFit/>
          </a:bodyPr>
          <a:lstStyle/>
          <a:p>
            <a:r>
              <a:rPr lang="en-MY" dirty="0"/>
              <a:t>C</a:t>
            </a:r>
          </a:p>
        </p:txBody>
      </p:sp>
      <p:sp>
        <p:nvSpPr>
          <p:cNvPr id="16" name="TextBox 15">
            <a:extLst>
              <a:ext uri="{FF2B5EF4-FFF2-40B4-BE49-F238E27FC236}">
                <a16:creationId xmlns:a16="http://schemas.microsoft.com/office/drawing/2014/main" id="{77B20C72-A2D3-0798-0EDD-50ABEBF303AC}"/>
              </a:ext>
            </a:extLst>
          </p:cNvPr>
          <p:cNvSpPr txBox="1"/>
          <p:nvPr/>
        </p:nvSpPr>
        <p:spPr>
          <a:xfrm>
            <a:off x="305511" y="244888"/>
            <a:ext cx="5325497" cy="523220"/>
          </a:xfrm>
          <a:prstGeom prst="rect">
            <a:avLst/>
          </a:prstGeom>
          <a:noFill/>
        </p:spPr>
        <p:txBody>
          <a:bodyPr wrap="none" rtlCol="0">
            <a:spAutoFit/>
          </a:bodyPr>
          <a:lstStyle/>
          <a:p>
            <a:r>
              <a:rPr lang="en-MY" sz="2800" b="1" dirty="0"/>
              <a:t>A’B’C + A’BC’ + AB’C + ABC’</a:t>
            </a:r>
          </a:p>
        </p:txBody>
      </p:sp>
      <p:sp>
        <p:nvSpPr>
          <p:cNvPr id="17" name="TextBox 16">
            <a:extLst>
              <a:ext uri="{FF2B5EF4-FFF2-40B4-BE49-F238E27FC236}">
                <a16:creationId xmlns:a16="http://schemas.microsoft.com/office/drawing/2014/main" id="{1B0FE063-5BE3-B5A3-DCE2-010F1DDE3310}"/>
              </a:ext>
            </a:extLst>
          </p:cNvPr>
          <p:cNvSpPr txBox="1"/>
          <p:nvPr/>
        </p:nvSpPr>
        <p:spPr>
          <a:xfrm>
            <a:off x="539552" y="717049"/>
            <a:ext cx="4979248" cy="523220"/>
          </a:xfrm>
          <a:prstGeom prst="rect">
            <a:avLst/>
          </a:prstGeom>
          <a:noFill/>
        </p:spPr>
        <p:txBody>
          <a:bodyPr wrap="none" rtlCol="0">
            <a:spAutoFit/>
          </a:bodyPr>
          <a:lstStyle/>
          <a:p>
            <a:r>
              <a:rPr lang="en-MY" sz="2800" b="1" dirty="0">
                <a:solidFill>
                  <a:srgbClr val="0070C0"/>
                </a:solidFill>
              </a:rPr>
              <a:t>001 + 010   + 101   + 110</a:t>
            </a:r>
          </a:p>
        </p:txBody>
      </p:sp>
      <p:sp>
        <p:nvSpPr>
          <p:cNvPr id="18" name="TextBox 17">
            <a:extLst>
              <a:ext uri="{FF2B5EF4-FFF2-40B4-BE49-F238E27FC236}">
                <a16:creationId xmlns:a16="http://schemas.microsoft.com/office/drawing/2014/main" id="{2A6F249B-FC71-78B6-E951-C48CF1AB88C8}"/>
              </a:ext>
            </a:extLst>
          </p:cNvPr>
          <p:cNvSpPr txBox="1"/>
          <p:nvPr/>
        </p:nvSpPr>
        <p:spPr>
          <a:xfrm>
            <a:off x="4220502" y="3831580"/>
            <a:ext cx="413896" cy="523220"/>
          </a:xfrm>
          <a:prstGeom prst="rect">
            <a:avLst/>
          </a:prstGeom>
          <a:noFill/>
        </p:spPr>
        <p:txBody>
          <a:bodyPr wrap="none" rtlCol="0">
            <a:spAutoFit/>
          </a:bodyPr>
          <a:lstStyle/>
          <a:p>
            <a:r>
              <a:rPr lang="en-MY" sz="2800" b="1" dirty="0">
                <a:solidFill>
                  <a:srgbClr val="0070C0"/>
                </a:solidFill>
              </a:rPr>
              <a:t>1</a:t>
            </a:r>
          </a:p>
        </p:txBody>
      </p:sp>
      <p:sp>
        <p:nvSpPr>
          <p:cNvPr id="20" name="TextBox 19">
            <a:extLst>
              <a:ext uri="{FF2B5EF4-FFF2-40B4-BE49-F238E27FC236}">
                <a16:creationId xmlns:a16="http://schemas.microsoft.com/office/drawing/2014/main" id="{EFEFCADB-2148-4106-2330-ACF7DEB2EFBB}"/>
              </a:ext>
            </a:extLst>
          </p:cNvPr>
          <p:cNvSpPr txBox="1"/>
          <p:nvPr/>
        </p:nvSpPr>
        <p:spPr>
          <a:xfrm>
            <a:off x="5674637" y="2889616"/>
            <a:ext cx="413896" cy="523220"/>
          </a:xfrm>
          <a:prstGeom prst="rect">
            <a:avLst/>
          </a:prstGeom>
          <a:noFill/>
        </p:spPr>
        <p:txBody>
          <a:bodyPr wrap="none" rtlCol="0">
            <a:spAutoFit/>
          </a:bodyPr>
          <a:lstStyle/>
          <a:p>
            <a:r>
              <a:rPr lang="en-MY" sz="2800" b="1" dirty="0">
                <a:solidFill>
                  <a:srgbClr val="0070C0"/>
                </a:solidFill>
              </a:rPr>
              <a:t>1</a:t>
            </a:r>
          </a:p>
        </p:txBody>
      </p:sp>
      <p:sp>
        <p:nvSpPr>
          <p:cNvPr id="21" name="TextBox 20">
            <a:extLst>
              <a:ext uri="{FF2B5EF4-FFF2-40B4-BE49-F238E27FC236}">
                <a16:creationId xmlns:a16="http://schemas.microsoft.com/office/drawing/2014/main" id="{95E49A95-913F-24D7-7FE7-20B3B92B0473}"/>
              </a:ext>
            </a:extLst>
          </p:cNvPr>
          <p:cNvSpPr txBox="1"/>
          <p:nvPr/>
        </p:nvSpPr>
        <p:spPr>
          <a:xfrm>
            <a:off x="5624616" y="5675671"/>
            <a:ext cx="413896" cy="523220"/>
          </a:xfrm>
          <a:prstGeom prst="rect">
            <a:avLst/>
          </a:prstGeom>
          <a:noFill/>
        </p:spPr>
        <p:txBody>
          <a:bodyPr wrap="none" rtlCol="0">
            <a:spAutoFit/>
          </a:bodyPr>
          <a:lstStyle/>
          <a:p>
            <a:r>
              <a:rPr lang="en-MY" sz="2800" b="1" dirty="0">
                <a:solidFill>
                  <a:srgbClr val="0070C0"/>
                </a:solidFill>
              </a:rPr>
              <a:t>1</a:t>
            </a:r>
          </a:p>
        </p:txBody>
      </p:sp>
      <p:sp>
        <p:nvSpPr>
          <p:cNvPr id="24" name="Oval 23">
            <a:extLst>
              <a:ext uri="{FF2B5EF4-FFF2-40B4-BE49-F238E27FC236}">
                <a16:creationId xmlns:a16="http://schemas.microsoft.com/office/drawing/2014/main" id="{718B0424-6FD6-36FE-0831-F72180CEB093}"/>
              </a:ext>
            </a:extLst>
          </p:cNvPr>
          <p:cNvSpPr/>
          <p:nvPr/>
        </p:nvSpPr>
        <p:spPr>
          <a:xfrm rot="16200000">
            <a:off x="3485243" y="4110504"/>
            <a:ext cx="1847326" cy="984160"/>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TextBox 1">
            <a:extLst>
              <a:ext uri="{FF2B5EF4-FFF2-40B4-BE49-F238E27FC236}">
                <a16:creationId xmlns:a16="http://schemas.microsoft.com/office/drawing/2014/main" id="{CEB36FEB-9644-E996-B24D-4AEE3822D255}"/>
              </a:ext>
            </a:extLst>
          </p:cNvPr>
          <p:cNvSpPr txBox="1"/>
          <p:nvPr/>
        </p:nvSpPr>
        <p:spPr>
          <a:xfrm>
            <a:off x="4207812" y="4742534"/>
            <a:ext cx="413896" cy="523220"/>
          </a:xfrm>
          <a:prstGeom prst="rect">
            <a:avLst/>
          </a:prstGeom>
          <a:noFill/>
        </p:spPr>
        <p:txBody>
          <a:bodyPr wrap="none" rtlCol="0">
            <a:spAutoFit/>
          </a:bodyPr>
          <a:lstStyle/>
          <a:p>
            <a:r>
              <a:rPr lang="en-MY" sz="2800" b="1" dirty="0">
                <a:solidFill>
                  <a:srgbClr val="0070C0"/>
                </a:solidFill>
              </a:rPr>
              <a:t>1</a:t>
            </a:r>
          </a:p>
        </p:txBody>
      </p:sp>
      <p:sp>
        <p:nvSpPr>
          <p:cNvPr id="28" name="Flowchart: Delay 27">
            <a:extLst>
              <a:ext uri="{FF2B5EF4-FFF2-40B4-BE49-F238E27FC236}">
                <a16:creationId xmlns:a16="http://schemas.microsoft.com/office/drawing/2014/main" id="{99C463D0-D0E4-370C-1F6B-8218F685D62E}"/>
              </a:ext>
            </a:extLst>
          </p:cNvPr>
          <p:cNvSpPr/>
          <p:nvPr/>
        </p:nvSpPr>
        <p:spPr>
          <a:xfrm rot="5400000">
            <a:off x="5449409" y="2755826"/>
            <a:ext cx="864351" cy="925920"/>
          </a:xfrm>
          <a:prstGeom prst="flowChartDelay">
            <a:avLst/>
          </a:prstGeom>
          <a:solidFill>
            <a:srgbClr val="CC00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9" name="Flowchart: Delay 28">
            <a:extLst>
              <a:ext uri="{FF2B5EF4-FFF2-40B4-BE49-F238E27FC236}">
                <a16:creationId xmlns:a16="http://schemas.microsoft.com/office/drawing/2014/main" id="{27226D98-9BAE-176F-CBF2-67882D9B9B5F}"/>
              </a:ext>
            </a:extLst>
          </p:cNvPr>
          <p:cNvSpPr/>
          <p:nvPr/>
        </p:nvSpPr>
        <p:spPr>
          <a:xfrm rot="16200000" flipV="1">
            <a:off x="5449408" y="5498245"/>
            <a:ext cx="864351" cy="925920"/>
          </a:xfrm>
          <a:prstGeom prst="flowChartDelay">
            <a:avLst/>
          </a:prstGeom>
          <a:solidFill>
            <a:srgbClr val="CC00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Speech Bubble: Rectangle with Corners Rounded 2">
            <a:extLst>
              <a:ext uri="{FF2B5EF4-FFF2-40B4-BE49-F238E27FC236}">
                <a16:creationId xmlns:a16="http://schemas.microsoft.com/office/drawing/2014/main" id="{0FFFE267-13F6-4280-8035-E62B03AD9A42}"/>
              </a:ext>
            </a:extLst>
          </p:cNvPr>
          <p:cNvSpPr/>
          <p:nvPr/>
        </p:nvSpPr>
        <p:spPr>
          <a:xfrm>
            <a:off x="665079" y="1386480"/>
            <a:ext cx="1458649" cy="792088"/>
          </a:xfrm>
          <a:prstGeom prst="wedgeRoundRectCallout">
            <a:avLst>
              <a:gd name="adj1" fmla="val 186341"/>
              <a:gd name="adj2" fmla="val 309105"/>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1 </a:t>
            </a:r>
          </a:p>
          <a:p>
            <a:pPr algn="ctr"/>
            <a:r>
              <a:rPr lang="en-MY" b="1" dirty="0"/>
              <a:t>BC’</a:t>
            </a:r>
          </a:p>
        </p:txBody>
      </p:sp>
      <p:sp>
        <p:nvSpPr>
          <p:cNvPr id="19" name="Speech Bubble: Rectangle with Corners Rounded 18">
            <a:extLst>
              <a:ext uri="{FF2B5EF4-FFF2-40B4-BE49-F238E27FC236}">
                <a16:creationId xmlns:a16="http://schemas.microsoft.com/office/drawing/2014/main" id="{5AEDB838-C420-B2D7-03B1-DE71A2E9BA27}"/>
              </a:ext>
            </a:extLst>
          </p:cNvPr>
          <p:cNvSpPr/>
          <p:nvPr/>
        </p:nvSpPr>
        <p:spPr>
          <a:xfrm>
            <a:off x="7219983" y="2261650"/>
            <a:ext cx="1458649" cy="792088"/>
          </a:xfrm>
          <a:prstGeom prst="wedgeRoundRectCallout">
            <a:avLst>
              <a:gd name="adj1" fmla="val -131137"/>
              <a:gd name="adj2" fmla="val 87843"/>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2 </a:t>
            </a:r>
          </a:p>
          <a:p>
            <a:pPr algn="ctr"/>
            <a:r>
              <a:rPr lang="en-MY" b="1" dirty="0"/>
              <a:t>B’C</a:t>
            </a:r>
          </a:p>
        </p:txBody>
      </p:sp>
      <p:sp>
        <p:nvSpPr>
          <p:cNvPr id="22" name="TextBox 21">
            <a:extLst>
              <a:ext uri="{FF2B5EF4-FFF2-40B4-BE49-F238E27FC236}">
                <a16:creationId xmlns:a16="http://schemas.microsoft.com/office/drawing/2014/main" id="{2D62D317-33B3-9652-56AD-4B03B82B9B54}"/>
              </a:ext>
            </a:extLst>
          </p:cNvPr>
          <p:cNvSpPr txBox="1"/>
          <p:nvPr/>
        </p:nvSpPr>
        <p:spPr>
          <a:xfrm>
            <a:off x="6553969" y="5833131"/>
            <a:ext cx="2470548" cy="523220"/>
          </a:xfrm>
          <a:prstGeom prst="rect">
            <a:avLst/>
          </a:prstGeom>
          <a:noFill/>
        </p:spPr>
        <p:txBody>
          <a:bodyPr wrap="none" rtlCol="0">
            <a:spAutoFit/>
          </a:bodyPr>
          <a:lstStyle/>
          <a:p>
            <a:r>
              <a:rPr lang="en-MY" sz="2800" b="1" dirty="0">
                <a:solidFill>
                  <a:srgbClr val="00B050"/>
                </a:solidFill>
              </a:rPr>
              <a:t>F =BC’ + B’C</a:t>
            </a:r>
          </a:p>
        </p:txBody>
      </p:sp>
    </p:spTree>
    <p:extLst>
      <p:ext uri="{BB962C8B-B14F-4D97-AF65-F5344CB8AC3E}">
        <p14:creationId xmlns:p14="http://schemas.microsoft.com/office/powerpoint/2010/main" val="3640809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1000"/>
                                        <p:tgtEl>
                                          <p:spTgt spid="18"/>
                                        </p:tgtEl>
                                      </p:cBhvr>
                                    </p:animEffect>
                                    <p:anim calcmode="lin" valueType="num">
                                      <p:cBhvr>
                                        <p:cTn id="27" dur="1000" fill="hold"/>
                                        <p:tgtEl>
                                          <p:spTgt spid="18"/>
                                        </p:tgtEl>
                                        <p:attrNameLst>
                                          <p:attrName>ppt_x</p:attrName>
                                        </p:attrNameLst>
                                      </p:cBhvr>
                                      <p:tavLst>
                                        <p:tav tm="0">
                                          <p:val>
                                            <p:strVal val="#ppt_x"/>
                                          </p:val>
                                        </p:tav>
                                        <p:tav tm="100000">
                                          <p:val>
                                            <p:strVal val="#ppt_x"/>
                                          </p:val>
                                        </p:tav>
                                      </p:tavLst>
                                    </p:anim>
                                    <p:anim calcmode="lin" valueType="num">
                                      <p:cBhvr>
                                        <p:cTn id="2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1000"/>
                                        <p:tgtEl>
                                          <p:spTgt spid="21"/>
                                        </p:tgtEl>
                                      </p:cBhvr>
                                    </p:animEffect>
                                    <p:anim calcmode="lin" valueType="num">
                                      <p:cBhvr>
                                        <p:cTn id="34" dur="1000" fill="hold"/>
                                        <p:tgtEl>
                                          <p:spTgt spid="21"/>
                                        </p:tgtEl>
                                        <p:attrNameLst>
                                          <p:attrName>ppt_x</p:attrName>
                                        </p:attrNameLst>
                                      </p:cBhvr>
                                      <p:tavLst>
                                        <p:tav tm="0">
                                          <p:val>
                                            <p:strVal val="#ppt_x"/>
                                          </p:val>
                                        </p:tav>
                                        <p:tav tm="100000">
                                          <p:val>
                                            <p:strVal val="#ppt_x"/>
                                          </p:val>
                                        </p:tav>
                                      </p:tavLst>
                                    </p:anim>
                                    <p:anim calcmode="lin" valueType="num">
                                      <p:cBhvr>
                                        <p:cTn id="35"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1000"/>
                                        <p:tgtEl>
                                          <p:spTgt spid="2"/>
                                        </p:tgtEl>
                                      </p:cBhvr>
                                    </p:animEffect>
                                    <p:anim calcmode="lin" valueType="num">
                                      <p:cBhvr>
                                        <p:cTn id="41" dur="1000" fill="hold"/>
                                        <p:tgtEl>
                                          <p:spTgt spid="2"/>
                                        </p:tgtEl>
                                        <p:attrNameLst>
                                          <p:attrName>ppt_x</p:attrName>
                                        </p:attrNameLst>
                                      </p:cBhvr>
                                      <p:tavLst>
                                        <p:tav tm="0">
                                          <p:val>
                                            <p:strVal val="#ppt_x"/>
                                          </p:val>
                                        </p:tav>
                                        <p:tav tm="100000">
                                          <p:val>
                                            <p:strVal val="#ppt_x"/>
                                          </p:val>
                                        </p:tav>
                                      </p:tavLst>
                                    </p:anim>
                                    <p:anim calcmode="lin" valueType="num">
                                      <p:cBhvr>
                                        <p:cTn id="42" dur="1000" fill="hold"/>
                                        <p:tgtEl>
                                          <p:spTgt spid="2"/>
                                        </p:tgtEl>
                                        <p:attrNameLst>
                                          <p:attrName>ppt_y</p:attrName>
                                        </p:attrNameLst>
                                      </p:cBhvr>
                                      <p:tavLst>
                                        <p:tav tm="0">
                                          <p:val>
                                            <p:strVal val="#ppt_y+.1"/>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gtEl>
                                        <p:attrNameLst>
                                          <p:attrName>style.visibility</p:attrName>
                                        </p:attrNameLst>
                                      </p:cBhvr>
                                      <p:to>
                                        <p:strVal val="visible"/>
                                      </p:to>
                                    </p:set>
                                    <p:anim calcmode="lin" valueType="num">
                                      <p:cBhvr additive="base">
                                        <p:cTn id="45" dur="500" fill="hold"/>
                                        <p:tgtEl>
                                          <p:spTgt spid="3"/>
                                        </p:tgtEl>
                                        <p:attrNameLst>
                                          <p:attrName>ppt_x</p:attrName>
                                        </p:attrNameLst>
                                      </p:cBhvr>
                                      <p:tavLst>
                                        <p:tav tm="0">
                                          <p:val>
                                            <p:strVal val="#ppt_x"/>
                                          </p:val>
                                        </p:tav>
                                        <p:tav tm="100000">
                                          <p:val>
                                            <p:strVal val="#ppt_x"/>
                                          </p:val>
                                        </p:tav>
                                      </p:tavLst>
                                    </p:anim>
                                    <p:anim calcmode="lin" valueType="num">
                                      <p:cBhvr additive="base">
                                        <p:cTn id="46" dur="500" fill="hold"/>
                                        <p:tgtEl>
                                          <p:spTgt spid="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500" fill="hold"/>
                                        <p:tgtEl>
                                          <p:spTgt spid="19"/>
                                        </p:tgtEl>
                                        <p:attrNameLst>
                                          <p:attrName>ppt_x</p:attrName>
                                        </p:attrNameLst>
                                      </p:cBhvr>
                                      <p:tavLst>
                                        <p:tav tm="0">
                                          <p:val>
                                            <p:strVal val="#ppt_x"/>
                                          </p:val>
                                        </p:tav>
                                        <p:tav tm="100000">
                                          <p:val>
                                            <p:strVal val="#ppt_x"/>
                                          </p:val>
                                        </p:tav>
                                      </p:tavLst>
                                    </p:anim>
                                    <p:anim calcmode="lin" valueType="num">
                                      <p:cBhvr additive="base">
                                        <p:cTn id="5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fill="hold"/>
                                        <p:tgtEl>
                                          <p:spTgt spid="22"/>
                                        </p:tgtEl>
                                        <p:attrNameLst>
                                          <p:attrName>ppt_x</p:attrName>
                                        </p:attrNameLst>
                                      </p:cBhvr>
                                      <p:tavLst>
                                        <p:tav tm="0">
                                          <p:val>
                                            <p:strVal val="#ppt_x"/>
                                          </p:val>
                                        </p:tav>
                                        <p:tav tm="100000">
                                          <p:val>
                                            <p:strVal val="#ppt_x"/>
                                          </p:val>
                                        </p:tav>
                                      </p:tavLst>
                                    </p:anim>
                                    <p:anim calcmode="lin" valueType="num">
                                      <p:cBhvr additive="base">
                                        <p:cTn id="5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0" grpId="0"/>
      <p:bldP spid="21" grpId="0"/>
      <p:bldP spid="2" grpId="0"/>
      <p:bldP spid="3" grpId="0" animBg="1"/>
      <p:bldP spid="19" grpId="0" animBg="1"/>
      <p:bldP spid="22"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AA8CD-9CF7-D796-944D-92A5E4CB6667}"/>
              </a:ext>
            </a:extLst>
          </p:cNvPr>
          <p:cNvSpPr>
            <a:spLocks noGrp="1"/>
          </p:cNvSpPr>
          <p:nvPr>
            <p:ph type="title"/>
          </p:nvPr>
        </p:nvSpPr>
        <p:spPr/>
        <p:txBody>
          <a:bodyPr/>
          <a:lstStyle/>
          <a:p>
            <a:r>
              <a:rPr lang="en-MY" dirty="0"/>
              <a:t>Quick Activity #3</a:t>
            </a:r>
          </a:p>
        </p:txBody>
      </p:sp>
      <p:sp>
        <p:nvSpPr>
          <p:cNvPr id="3" name="Content Placeholder 2">
            <a:extLst>
              <a:ext uri="{FF2B5EF4-FFF2-40B4-BE49-F238E27FC236}">
                <a16:creationId xmlns:a16="http://schemas.microsoft.com/office/drawing/2014/main" id="{FCDB8A14-7FF4-5426-9FDC-22B64B925C6C}"/>
              </a:ext>
            </a:extLst>
          </p:cNvPr>
          <p:cNvSpPr>
            <a:spLocks noGrp="1"/>
          </p:cNvSpPr>
          <p:nvPr>
            <p:ph idx="1"/>
          </p:nvPr>
        </p:nvSpPr>
        <p:spPr/>
        <p:txBody>
          <a:bodyPr/>
          <a:lstStyle/>
          <a:p>
            <a:r>
              <a:rPr lang="en-MY" dirty="0"/>
              <a:t>Simplify the following Boolean expression using the Karnaugh Maps method: </a:t>
            </a:r>
          </a:p>
        </p:txBody>
      </p:sp>
      <p:sp>
        <p:nvSpPr>
          <p:cNvPr id="4" name="Slide Number Placeholder 3">
            <a:extLst>
              <a:ext uri="{FF2B5EF4-FFF2-40B4-BE49-F238E27FC236}">
                <a16:creationId xmlns:a16="http://schemas.microsoft.com/office/drawing/2014/main" id="{4208D3ED-980E-A848-99D7-C1BB3831A225}"/>
              </a:ext>
            </a:extLst>
          </p:cNvPr>
          <p:cNvSpPr>
            <a:spLocks noGrp="1"/>
          </p:cNvSpPr>
          <p:nvPr>
            <p:ph type="sldNum" sz="quarter" idx="12"/>
          </p:nvPr>
        </p:nvSpPr>
        <p:spPr/>
        <p:txBody>
          <a:bodyPr/>
          <a:lstStyle/>
          <a:p>
            <a:pPr>
              <a:defRPr/>
            </a:pPr>
            <a:fld id="{28588503-611C-4314-9367-E0668E948370}" type="slidenum">
              <a:rPr lang="en-US" altLang="en-US" smtClean="0"/>
              <a:pPr>
                <a:defRPr/>
              </a:pPr>
              <a:t>87</a:t>
            </a:fld>
            <a:endParaRPr lang="en-US" altLang="en-US"/>
          </a:p>
        </p:txBody>
      </p:sp>
      <p:sp>
        <p:nvSpPr>
          <p:cNvPr id="6" name="TextBox 5">
            <a:extLst>
              <a:ext uri="{FF2B5EF4-FFF2-40B4-BE49-F238E27FC236}">
                <a16:creationId xmlns:a16="http://schemas.microsoft.com/office/drawing/2014/main" id="{838B0066-BE61-3293-1DA8-FFC9678F1C10}"/>
              </a:ext>
            </a:extLst>
          </p:cNvPr>
          <p:cNvSpPr txBox="1"/>
          <p:nvPr/>
        </p:nvSpPr>
        <p:spPr>
          <a:xfrm>
            <a:off x="1331640" y="2204864"/>
            <a:ext cx="6606579" cy="1754326"/>
          </a:xfrm>
          <a:prstGeom prst="rect">
            <a:avLst/>
          </a:prstGeom>
          <a:noFill/>
        </p:spPr>
        <p:txBody>
          <a:bodyPr wrap="square" rtlCol="0">
            <a:spAutoFit/>
          </a:bodyPr>
          <a:lstStyle/>
          <a:p>
            <a:r>
              <a:rPr lang="en-MY" sz="3600" dirty="0"/>
              <a:t>A’B’C’ + A’B’C + AB’C’ + AB’C</a:t>
            </a:r>
          </a:p>
          <a:p>
            <a:endParaRPr lang="en-MY" sz="3600" dirty="0"/>
          </a:p>
          <a:p>
            <a:r>
              <a:rPr lang="en-MY" sz="3600" dirty="0"/>
              <a:t>A’B’C + A’BC’ + ABC’ + AB’C’</a:t>
            </a:r>
          </a:p>
        </p:txBody>
      </p:sp>
    </p:spTree>
    <p:extLst>
      <p:ext uri="{BB962C8B-B14F-4D97-AF65-F5344CB8AC3E}">
        <p14:creationId xmlns:p14="http://schemas.microsoft.com/office/powerpoint/2010/main" val="323017843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D0B0ED-023F-A6C6-CBA4-DD7F9599CAA7}"/>
              </a:ext>
            </a:extLst>
          </p:cNvPr>
          <p:cNvSpPr>
            <a:spLocks noGrp="1"/>
          </p:cNvSpPr>
          <p:nvPr>
            <p:ph type="sldNum" sz="quarter" idx="12"/>
          </p:nvPr>
        </p:nvSpPr>
        <p:spPr/>
        <p:txBody>
          <a:bodyPr/>
          <a:lstStyle/>
          <a:p>
            <a:pPr>
              <a:defRPr/>
            </a:pPr>
            <a:fld id="{28588503-611C-4314-9367-E0668E948370}" type="slidenum">
              <a:rPr lang="en-US" altLang="en-US" smtClean="0"/>
              <a:pPr>
                <a:defRPr/>
              </a:pPr>
              <a:t>88</a:t>
            </a:fld>
            <a:endParaRPr lang="en-US" altLang="en-US"/>
          </a:p>
        </p:txBody>
      </p:sp>
      <p:sp>
        <p:nvSpPr>
          <p:cNvPr id="5" name="TextBox 4">
            <a:extLst>
              <a:ext uri="{FF2B5EF4-FFF2-40B4-BE49-F238E27FC236}">
                <a16:creationId xmlns:a16="http://schemas.microsoft.com/office/drawing/2014/main" id="{75B7B8B1-2E90-4C33-C7D6-73BAC0019451}"/>
              </a:ext>
            </a:extLst>
          </p:cNvPr>
          <p:cNvSpPr txBox="1"/>
          <p:nvPr/>
        </p:nvSpPr>
        <p:spPr>
          <a:xfrm>
            <a:off x="1268710" y="476672"/>
            <a:ext cx="6606579" cy="1200329"/>
          </a:xfrm>
          <a:prstGeom prst="rect">
            <a:avLst/>
          </a:prstGeom>
          <a:noFill/>
        </p:spPr>
        <p:txBody>
          <a:bodyPr wrap="square" rtlCol="0">
            <a:spAutoFit/>
          </a:bodyPr>
          <a:lstStyle/>
          <a:p>
            <a:r>
              <a:rPr lang="en-MY" sz="3600" dirty="0"/>
              <a:t>A’B’C’ + A’B’C + AB’C’ + AB’C</a:t>
            </a:r>
          </a:p>
          <a:p>
            <a:r>
              <a:rPr lang="en-MY" sz="3600" dirty="0"/>
              <a:t> 000  +  001  + 100   + 101</a:t>
            </a:r>
          </a:p>
        </p:txBody>
      </p:sp>
      <p:graphicFrame>
        <p:nvGraphicFramePr>
          <p:cNvPr id="6" name="Table 5">
            <a:extLst>
              <a:ext uri="{FF2B5EF4-FFF2-40B4-BE49-F238E27FC236}">
                <a16:creationId xmlns:a16="http://schemas.microsoft.com/office/drawing/2014/main" id="{410E5678-27E1-D21B-FC7A-971A79EF0EC5}"/>
              </a:ext>
            </a:extLst>
          </p:cNvPr>
          <p:cNvGraphicFramePr>
            <a:graphicFrameLocks noGrp="1"/>
          </p:cNvGraphicFramePr>
          <p:nvPr>
            <p:extLst>
              <p:ext uri="{D42A27DB-BD31-4B8C-83A1-F6EECF244321}">
                <p14:modId xmlns:p14="http://schemas.microsoft.com/office/powerpoint/2010/main" val="1486152970"/>
              </p:ext>
            </p:extLst>
          </p:nvPr>
        </p:nvGraphicFramePr>
        <p:xfrm>
          <a:off x="1907704" y="3429000"/>
          <a:ext cx="4910716" cy="1815976"/>
        </p:xfrm>
        <a:graphic>
          <a:graphicData uri="http://schemas.openxmlformats.org/drawingml/2006/table">
            <a:tbl>
              <a:tblPr firstRow="1" bandRow="1">
                <a:tableStyleId>{5940675A-B579-460E-94D1-54222C63F5DA}</a:tableStyleId>
              </a:tblPr>
              <a:tblGrid>
                <a:gridCol w="1227679">
                  <a:extLst>
                    <a:ext uri="{9D8B030D-6E8A-4147-A177-3AD203B41FA5}">
                      <a16:colId xmlns:a16="http://schemas.microsoft.com/office/drawing/2014/main" val="1452604075"/>
                    </a:ext>
                  </a:extLst>
                </a:gridCol>
                <a:gridCol w="1227679">
                  <a:extLst>
                    <a:ext uri="{9D8B030D-6E8A-4147-A177-3AD203B41FA5}">
                      <a16:colId xmlns:a16="http://schemas.microsoft.com/office/drawing/2014/main" val="1390609854"/>
                    </a:ext>
                  </a:extLst>
                </a:gridCol>
                <a:gridCol w="1227679">
                  <a:extLst>
                    <a:ext uri="{9D8B030D-6E8A-4147-A177-3AD203B41FA5}">
                      <a16:colId xmlns:a16="http://schemas.microsoft.com/office/drawing/2014/main" val="1360791319"/>
                    </a:ext>
                  </a:extLst>
                </a:gridCol>
                <a:gridCol w="1227679">
                  <a:extLst>
                    <a:ext uri="{9D8B030D-6E8A-4147-A177-3AD203B41FA5}">
                      <a16:colId xmlns:a16="http://schemas.microsoft.com/office/drawing/2014/main" val="2803058966"/>
                    </a:ext>
                  </a:extLst>
                </a:gridCol>
              </a:tblGrid>
              <a:tr h="907988">
                <a:tc>
                  <a:txBody>
                    <a:bodyPr/>
                    <a:lstStyle/>
                    <a:p>
                      <a:endParaRPr lang="en-MY" dirty="0"/>
                    </a:p>
                  </a:txBody>
                  <a:tcPr/>
                </a:tc>
                <a:tc>
                  <a:txBody>
                    <a:bodyPr/>
                    <a:lstStyle/>
                    <a:p>
                      <a:endParaRPr lang="en-MY" dirty="0"/>
                    </a:p>
                  </a:txBody>
                  <a:tcPr/>
                </a:tc>
                <a:tc>
                  <a:txBody>
                    <a:bodyPr/>
                    <a:lstStyle/>
                    <a:p>
                      <a:endParaRPr lang="en-MY" dirty="0"/>
                    </a:p>
                  </a:txBody>
                  <a:tcPr/>
                </a:tc>
                <a:tc>
                  <a:txBody>
                    <a:bodyPr/>
                    <a:lstStyle/>
                    <a:p>
                      <a:endParaRPr lang="en-MY" dirty="0"/>
                    </a:p>
                  </a:txBody>
                  <a:tcPr/>
                </a:tc>
                <a:extLst>
                  <a:ext uri="{0D108BD9-81ED-4DB2-BD59-A6C34878D82A}">
                    <a16:rowId xmlns:a16="http://schemas.microsoft.com/office/drawing/2014/main" val="1916785818"/>
                  </a:ext>
                </a:extLst>
              </a:tr>
              <a:tr h="907988">
                <a:tc>
                  <a:txBody>
                    <a:bodyPr/>
                    <a:lstStyle/>
                    <a:p>
                      <a:endParaRPr lang="en-MY" dirty="0"/>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1660852292"/>
                  </a:ext>
                </a:extLst>
              </a:tr>
            </a:tbl>
          </a:graphicData>
        </a:graphic>
      </p:graphicFrame>
      <p:sp>
        <p:nvSpPr>
          <p:cNvPr id="7" name="TextBox 6">
            <a:extLst>
              <a:ext uri="{FF2B5EF4-FFF2-40B4-BE49-F238E27FC236}">
                <a16:creationId xmlns:a16="http://schemas.microsoft.com/office/drawing/2014/main" id="{BB743F3B-E5AF-60C3-10EE-3C7C779A15AF}"/>
              </a:ext>
            </a:extLst>
          </p:cNvPr>
          <p:cNvSpPr txBox="1"/>
          <p:nvPr/>
        </p:nvSpPr>
        <p:spPr>
          <a:xfrm>
            <a:off x="2306664" y="2943868"/>
            <a:ext cx="463588" cy="400110"/>
          </a:xfrm>
          <a:prstGeom prst="rect">
            <a:avLst/>
          </a:prstGeom>
          <a:noFill/>
        </p:spPr>
        <p:txBody>
          <a:bodyPr wrap="none" rtlCol="0">
            <a:spAutoFit/>
          </a:bodyPr>
          <a:lstStyle/>
          <a:p>
            <a:r>
              <a:rPr lang="en-MY" dirty="0"/>
              <a:t>00</a:t>
            </a:r>
          </a:p>
        </p:txBody>
      </p:sp>
      <p:sp>
        <p:nvSpPr>
          <p:cNvPr id="8" name="TextBox 7">
            <a:extLst>
              <a:ext uri="{FF2B5EF4-FFF2-40B4-BE49-F238E27FC236}">
                <a16:creationId xmlns:a16="http://schemas.microsoft.com/office/drawing/2014/main" id="{96EEDB87-F13D-1FF0-8F7A-9CD66005B869}"/>
              </a:ext>
            </a:extLst>
          </p:cNvPr>
          <p:cNvSpPr txBox="1"/>
          <p:nvPr/>
        </p:nvSpPr>
        <p:spPr>
          <a:xfrm>
            <a:off x="3504112" y="2910416"/>
            <a:ext cx="463588" cy="400110"/>
          </a:xfrm>
          <a:prstGeom prst="rect">
            <a:avLst/>
          </a:prstGeom>
          <a:noFill/>
        </p:spPr>
        <p:txBody>
          <a:bodyPr wrap="none" rtlCol="0">
            <a:spAutoFit/>
          </a:bodyPr>
          <a:lstStyle/>
          <a:p>
            <a:r>
              <a:rPr lang="en-MY" dirty="0"/>
              <a:t>01</a:t>
            </a:r>
          </a:p>
        </p:txBody>
      </p:sp>
      <p:sp>
        <p:nvSpPr>
          <p:cNvPr id="9" name="TextBox 8">
            <a:extLst>
              <a:ext uri="{FF2B5EF4-FFF2-40B4-BE49-F238E27FC236}">
                <a16:creationId xmlns:a16="http://schemas.microsoft.com/office/drawing/2014/main" id="{987F7644-1A1B-7F3F-2A50-247FCB17AF05}"/>
              </a:ext>
            </a:extLst>
          </p:cNvPr>
          <p:cNvSpPr txBox="1"/>
          <p:nvPr/>
        </p:nvSpPr>
        <p:spPr>
          <a:xfrm>
            <a:off x="4741592" y="2910416"/>
            <a:ext cx="463588" cy="400110"/>
          </a:xfrm>
          <a:prstGeom prst="rect">
            <a:avLst/>
          </a:prstGeom>
          <a:noFill/>
        </p:spPr>
        <p:txBody>
          <a:bodyPr wrap="none" rtlCol="0">
            <a:spAutoFit/>
          </a:bodyPr>
          <a:lstStyle/>
          <a:p>
            <a:r>
              <a:rPr lang="en-MY" dirty="0"/>
              <a:t>11</a:t>
            </a:r>
          </a:p>
        </p:txBody>
      </p:sp>
      <p:sp>
        <p:nvSpPr>
          <p:cNvPr id="10" name="TextBox 9">
            <a:extLst>
              <a:ext uri="{FF2B5EF4-FFF2-40B4-BE49-F238E27FC236}">
                <a16:creationId xmlns:a16="http://schemas.microsoft.com/office/drawing/2014/main" id="{5B33CE7E-F3E9-9470-B555-ED0B2DA3FCD6}"/>
              </a:ext>
            </a:extLst>
          </p:cNvPr>
          <p:cNvSpPr txBox="1"/>
          <p:nvPr/>
        </p:nvSpPr>
        <p:spPr>
          <a:xfrm>
            <a:off x="5979072" y="2922610"/>
            <a:ext cx="463588" cy="400110"/>
          </a:xfrm>
          <a:prstGeom prst="rect">
            <a:avLst/>
          </a:prstGeom>
          <a:noFill/>
        </p:spPr>
        <p:txBody>
          <a:bodyPr wrap="none" rtlCol="0">
            <a:spAutoFit/>
          </a:bodyPr>
          <a:lstStyle/>
          <a:p>
            <a:r>
              <a:rPr lang="en-MY" dirty="0"/>
              <a:t>10</a:t>
            </a:r>
          </a:p>
        </p:txBody>
      </p:sp>
      <p:sp>
        <p:nvSpPr>
          <p:cNvPr id="11" name="TextBox 10">
            <a:extLst>
              <a:ext uri="{FF2B5EF4-FFF2-40B4-BE49-F238E27FC236}">
                <a16:creationId xmlns:a16="http://schemas.microsoft.com/office/drawing/2014/main" id="{EBE5967B-1450-584D-E702-8F71B4A5A7F1}"/>
              </a:ext>
            </a:extLst>
          </p:cNvPr>
          <p:cNvSpPr txBox="1"/>
          <p:nvPr/>
        </p:nvSpPr>
        <p:spPr>
          <a:xfrm>
            <a:off x="1583576" y="3680859"/>
            <a:ext cx="324128" cy="400110"/>
          </a:xfrm>
          <a:prstGeom prst="rect">
            <a:avLst/>
          </a:prstGeom>
          <a:noFill/>
        </p:spPr>
        <p:txBody>
          <a:bodyPr wrap="none" rtlCol="0">
            <a:spAutoFit/>
          </a:bodyPr>
          <a:lstStyle/>
          <a:p>
            <a:r>
              <a:rPr lang="en-MY" dirty="0"/>
              <a:t>0</a:t>
            </a:r>
          </a:p>
        </p:txBody>
      </p:sp>
      <p:sp>
        <p:nvSpPr>
          <p:cNvPr id="12" name="TextBox 11">
            <a:extLst>
              <a:ext uri="{FF2B5EF4-FFF2-40B4-BE49-F238E27FC236}">
                <a16:creationId xmlns:a16="http://schemas.microsoft.com/office/drawing/2014/main" id="{1DD85629-01D7-035A-F70E-90CC3E78F485}"/>
              </a:ext>
            </a:extLst>
          </p:cNvPr>
          <p:cNvSpPr txBox="1"/>
          <p:nvPr/>
        </p:nvSpPr>
        <p:spPr>
          <a:xfrm>
            <a:off x="1598048" y="4576463"/>
            <a:ext cx="391200" cy="400110"/>
          </a:xfrm>
          <a:prstGeom prst="rect">
            <a:avLst/>
          </a:prstGeom>
          <a:noFill/>
        </p:spPr>
        <p:txBody>
          <a:bodyPr wrap="square" rtlCol="0">
            <a:spAutoFit/>
          </a:bodyPr>
          <a:lstStyle/>
          <a:p>
            <a:r>
              <a:rPr lang="en-MY" dirty="0"/>
              <a:t>1</a:t>
            </a:r>
          </a:p>
        </p:txBody>
      </p:sp>
      <p:sp>
        <p:nvSpPr>
          <p:cNvPr id="13" name="Right Brace 12">
            <a:extLst>
              <a:ext uri="{FF2B5EF4-FFF2-40B4-BE49-F238E27FC236}">
                <a16:creationId xmlns:a16="http://schemas.microsoft.com/office/drawing/2014/main" id="{B3552D35-DFC4-4E93-E55E-713C0D3763E6}"/>
              </a:ext>
            </a:extLst>
          </p:cNvPr>
          <p:cNvSpPr/>
          <p:nvPr/>
        </p:nvSpPr>
        <p:spPr>
          <a:xfrm rot="16200000">
            <a:off x="4142236" y="442526"/>
            <a:ext cx="586056" cy="4910716"/>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4" name="Right Brace 13">
            <a:extLst>
              <a:ext uri="{FF2B5EF4-FFF2-40B4-BE49-F238E27FC236}">
                <a16:creationId xmlns:a16="http://schemas.microsoft.com/office/drawing/2014/main" id="{211AAAB0-9974-77E5-D67F-8F3487262128}"/>
              </a:ext>
            </a:extLst>
          </p:cNvPr>
          <p:cNvSpPr/>
          <p:nvPr/>
        </p:nvSpPr>
        <p:spPr>
          <a:xfrm rot="10800000">
            <a:off x="1184186" y="3428999"/>
            <a:ext cx="586056" cy="190827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5" name="TextBox 14">
            <a:extLst>
              <a:ext uri="{FF2B5EF4-FFF2-40B4-BE49-F238E27FC236}">
                <a16:creationId xmlns:a16="http://schemas.microsoft.com/office/drawing/2014/main" id="{D70D6088-CC6D-76F9-6577-87142BD4D222}"/>
              </a:ext>
            </a:extLst>
          </p:cNvPr>
          <p:cNvSpPr txBox="1"/>
          <p:nvPr/>
        </p:nvSpPr>
        <p:spPr>
          <a:xfrm>
            <a:off x="793260" y="4183079"/>
            <a:ext cx="489236" cy="400110"/>
          </a:xfrm>
          <a:prstGeom prst="rect">
            <a:avLst/>
          </a:prstGeom>
          <a:noFill/>
        </p:spPr>
        <p:txBody>
          <a:bodyPr wrap="square" rtlCol="0">
            <a:spAutoFit/>
          </a:bodyPr>
          <a:lstStyle/>
          <a:p>
            <a:r>
              <a:rPr lang="en-MY" dirty="0"/>
              <a:t>A</a:t>
            </a:r>
          </a:p>
        </p:txBody>
      </p:sp>
      <p:sp>
        <p:nvSpPr>
          <p:cNvPr id="16" name="TextBox 15">
            <a:extLst>
              <a:ext uri="{FF2B5EF4-FFF2-40B4-BE49-F238E27FC236}">
                <a16:creationId xmlns:a16="http://schemas.microsoft.com/office/drawing/2014/main" id="{4EE62DB2-E104-001F-1819-3757844BA1BA}"/>
              </a:ext>
            </a:extLst>
          </p:cNvPr>
          <p:cNvSpPr txBox="1"/>
          <p:nvPr/>
        </p:nvSpPr>
        <p:spPr>
          <a:xfrm>
            <a:off x="4190004" y="2164639"/>
            <a:ext cx="490519" cy="400110"/>
          </a:xfrm>
          <a:prstGeom prst="rect">
            <a:avLst/>
          </a:prstGeom>
          <a:noFill/>
        </p:spPr>
        <p:txBody>
          <a:bodyPr wrap="none" rtlCol="0">
            <a:spAutoFit/>
          </a:bodyPr>
          <a:lstStyle/>
          <a:p>
            <a:r>
              <a:rPr lang="en-MY" dirty="0"/>
              <a:t>BC</a:t>
            </a:r>
          </a:p>
        </p:txBody>
      </p:sp>
      <p:sp>
        <p:nvSpPr>
          <p:cNvPr id="17" name="TextBox 16">
            <a:extLst>
              <a:ext uri="{FF2B5EF4-FFF2-40B4-BE49-F238E27FC236}">
                <a16:creationId xmlns:a16="http://schemas.microsoft.com/office/drawing/2014/main" id="{7A2887D2-D60C-8391-4295-F2CE6AA5BBCF}"/>
              </a:ext>
            </a:extLst>
          </p:cNvPr>
          <p:cNvSpPr txBox="1"/>
          <p:nvPr/>
        </p:nvSpPr>
        <p:spPr>
          <a:xfrm>
            <a:off x="2304800" y="4569121"/>
            <a:ext cx="413896" cy="523220"/>
          </a:xfrm>
          <a:prstGeom prst="rect">
            <a:avLst/>
          </a:prstGeom>
          <a:noFill/>
        </p:spPr>
        <p:txBody>
          <a:bodyPr wrap="none" rtlCol="0">
            <a:spAutoFit/>
          </a:bodyPr>
          <a:lstStyle/>
          <a:p>
            <a:r>
              <a:rPr lang="en-MY" sz="2800" b="1" dirty="0">
                <a:solidFill>
                  <a:srgbClr val="0070C0"/>
                </a:solidFill>
              </a:rPr>
              <a:t>1</a:t>
            </a:r>
          </a:p>
        </p:txBody>
      </p:sp>
      <p:sp>
        <p:nvSpPr>
          <p:cNvPr id="18" name="TextBox 17">
            <a:extLst>
              <a:ext uri="{FF2B5EF4-FFF2-40B4-BE49-F238E27FC236}">
                <a16:creationId xmlns:a16="http://schemas.microsoft.com/office/drawing/2014/main" id="{580768BC-D658-90C8-46BF-162F5889F417}"/>
              </a:ext>
            </a:extLst>
          </p:cNvPr>
          <p:cNvSpPr txBox="1"/>
          <p:nvPr/>
        </p:nvSpPr>
        <p:spPr>
          <a:xfrm>
            <a:off x="2321497" y="3565689"/>
            <a:ext cx="413896" cy="523220"/>
          </a:xfrm>
          <a:prstGeom prst="rect">
            <a:avLst/>
          </a:prstGeom>
          <a:noFill/>
        </p:spPr>
        <p:txBody>
          <a:bodyPr wrap="none" rtlCol="0">
            <a:spAutoFit/>
          </a:bodyPr>
          <a:lstStyle/>
          <a:p>
            <a:r>
              <a:rPr lang="en-MY" sz="2800" b="1" dirty="0">
                <a:solidFill>
                  <a:srgbClr val="0070C0"/>
                </a:solidFill>
              </a:rPr>
              <a:t>1</a:t>
            </a:r>
          </a:p>
        </p:txBody>
      </p:sp>
      <p:sp>
        <p:nvSpPr>
          <p:cNvPr id="19" name="TextBox 18">
            <a:extLst>
              <a:ext uri="{FF2B5EF4-FFF2-40B4-BE49-F238E27FC236}">
                <a16:creationId xmlns:a16="http://schemas.microsoft.com/office/drawing/2014/main" id="{349F6263-2EF3-FB3D-2CE1-54A0E1010030}"/>
              </a:ext>
            </a:extLst>
          </p:cNvPr>
          <p:cNvSpPr txBox="1"/>
          <p:nvPr/>
        </p:nvSpPr>
        <p:spPr>
          <a:xfrm>
            <a:off x="3528958" y="4521112"/>
            <a:ext cx="413896" cy="523220"/>
          </a:xfrm>
          <a:prstGeom prst="rect">
            <a:avLst/>
          </a:prstGeom>
          <a:noFill/>
        </p:spPr>
        <p:txBody>
          <a:bodyPr wrap="none" rtlCol="0">
            <a:spAutoFit/>
          </a:bodyPr>
          <a:lstStyle/>
          <a:p>
            <a:r>
              <a:rPr lang="en-MY" sz="2800" b="1" dirty="0">
                <a:solidFill>
                  <a:srgbClr val="0070C0"/>
                </a:solidFill>
              </a:rPr>
              <a:t>1</a:t>
            </a:r>
          </a:p>
        </p:txBody>
      </p:sp>
      <p:sp>
        <p:nvSpPr>
          <p:cNvPr id="20" name="Oval 19">
            <a:extLst>
              <a:ext uri="{FF2B5EF4-FFF2-40B4-BE49-F238E27FC236}">
                <a16:creationId xmlns:a16="http://schemas.microsoft.com/office/drawing/2014/main" id="{56BF5D9E-2D89-D40E-7896-1A9C4A331CCB}"/>
              </a:ext>
            </a:extLst>
          </p:cNvPr>
          <p:cNvSpPr/>
          <p:nvPr/>
        </p:nvSpPr>
        <p:spPr>
          <a:xfrm rot="16200000">
            <a:off x="2248949" y="3133384"/>
            <a:ext cx="1847326" cy="2366728"/>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TextBox 20">
            <a:extLst>
              <a:ext uri="{FF2B5EF4-FFF2-40B4-BE49-F238E27FC236}">
                <a16:creationId xmlns:a16="http://schemas.microsoft.com/office/drawing/2014/main" id="{B9626803-D14F-FB66-E9A2-FB21EE67A547}"/>
              </a:ext>
            </a:extLst>
          </p:cNvPr>
          <p:cNvSpPr txBox="1"/>
          <p:nvPr/>
        </p:nvSpPr>
        <p:spPr>
          <a:xfrm>
            <a:off x="3554338" y="3595548"/>
            <a:ext cx="413896" cy="523220"/>
          </a:xfrm>
          <a:prstGeom prst="rect">
            <a:avLst/>
          </a:prstGeom>
          <a:noFill/>
        </p:spPr>
        <p:txBody>
          <a:bodyPr wrap="none" rtlCol="0">
            <a:spAutoFit/>
          </a:bodyPr>
          <a:lstStyle/>
          <a:p>
            <a:r>
              <a:rPr lang="en-MY" sz="2800" b="1" dirty="0">
                <a:solidFill>
                  <a:srgbClr val="0070C0"/>
                </a:solidFill>
              </a:rPr>
              <a:t>1</a:t>
            </a:r>
          </a:p>
        </p:txBody>
      </p:sp>
      <p:sp>
        <p:nvSpPr>
          <p:cNvPr id="23" name="TextBox 22">
            <a:extLst>
              <a:ext uri="{FF2B5EF4-FFF2-40B4-BE49-F238E27FC236}">
                <a16:creationId xmlns:a16="http://schemas.microsoft.com/office/drawing/2014/main" id="{9DBFCE69-34CA-FDF5-3C62-76BBEA573883}"/>
              </a:ext>
            </a:extLst>
          </p:cNvPr>
          <p:cNvSpPr txBox="1"/>
          <p:nvPr/>
        </p:nvSpPr>
        <p:spPr>
          <a:xfrm>
            <a:off x="3735906" y="5676135"/>
            <a:ext cx="1898623" cy="646331"/>
          </a:xfrm>
          <a:prstGeom prst="rect">
            <a:avLst/>
          </a:prstGeom>
          <a:noFill/>
        </p:spPr>
        <p:txBody>
          <a:bodyPr wrap="square" rtlCol="0">
            <a:spAutoFit/>
          </a:bodyPr>
          <a:lstStyle/>
          <a:p>
            <a:r>
              <a:rPr lang="en-MY" sz="3600" dirty="0"/>
              <a:t>F = B’</a:t>
            </a:r>
          </a:p>
        </p:txBody>
      </p:sp>
    </p:spTree>
    <p:extLst>
      <p:ext uri="{BB962C8B-B14F-4D97-AF65-F5344CB8AC3E}">
        <p14:creationId xmlns:p14="http://schemas.microsoft.com/office/powerpoint/2010/main" val="140679330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992D7-10F8-60AE-13A9-F81C52F0E0D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527AEB-179E-09C7-C593-FB6F5D388DF4}"/>
              </a:ext>
            </a:extLst>
          </p:cNvPr>
          <p:cNvSpPr>
            <a:spLocks noGrp="1"/>
          </p:cNvSpPr>
          <p:nvPr>
            <p:ph type="sldNum" sz="quarter" idx="12"/>
          </p:nvPr>
        </p:nvSpPr>
        <p:spPr/>
        <p:txBody>
          <a:bodyPr/>
          <a:lstStyle/>
          <a:p>
            <a:pPr>
              <a:defRPr/>
            </a:pPr>
            <a:fld id="{B8AD9B9C-0E5B-4825-AA18-F26ABB6A6054}" type="slidenum">
              <a:rPr lang="en-US" altLang="en-US" smtClean="0"/>
              <a:pPr>
                <a:defRPr/>
              </a:pPr>
              <a:t>89</a:t>
            </a:fld>
            <a:endParaRPr lang="en-US" altLang="en-US"/>
          </a:p>
        </p:txBody>
      </p:sp>
      <p:graphicFrame>
        <p:nvGraphicFramePr>
          <p:cNvPr id="5" name="Table 4">
            <a:extLst>
              <a:ext uri="{FF2B5EF4-FFF2-40B4-BE49-F238E27FC236}">
                <a16:creationId xmlns:a16="http://schemas.microsoft.com/office/drawing/2014/main" id="{1503A65C-71A4-FCEF-AD51-DC000C3CF31A}"/>
              </a:ext>
            </a:extLst>
          </p:cNvPr>
          <p:cNvGraphicFramePr>
            <a:graphicFrameLocks noGrp="1"/>
          </p:cNvGraphicFramePr>
          <p:nvPr/>
        </p:nvGraphicFramePr>
        <p:xfrm>
          <a:off x="3693732" y="2786608"/>
          <a:ext cx="2774000" cy="3631952"/>
        </p:xfrm>
        <a:graphic>
          <a:graphicData uri="http://schemas.openxmlformats.org/drawingml/2006/table">
            <a:tbl>
              <a:tblPr firstRow="1" bandRow="1">
                <a:tableStyleId>{5940675A-B579-460E-94D1-54222C63F5DA}</a:tableStyleId>
              </a:tblPr>
              <a:tblGrid>
                <a:gridCol w="1387000">
                  <a:extLst>
                    <a:ext uri="{9D8B030D-6E8A-4147-A177-3AD203B41FA5}">
                      <a16:colId xmlns:a16="http://schemas.microsoft.com/office/drawing/2014/main" val="1452604075"/>
                    </a:ext>
                  </a:extLst>
                </a:gridCol>
                <a:gridCol w="1387000">
                  <a:extLst>
                    <a:ext uri="{9D8B030D-6E8A-4147-A177-3AD203B41FA5}">
                      <a16:colId xmlns:a16="http://schemas.microsoft.com/office/drawing/2014/main" val="1390609854"/>
                    </a:ext>
                  </a:extLst>
                </a:gridCol>
              </a:tblGrid>
              <a:tr h="907988">
                <a:tc>
                  <a:txBody>
                    <a:bodyPr/>
                    <a:lstStyle/>
                    <a:p>
                      <a:endParaRPr lang="en-MY"/>
                    </a:p>
                  </a:txBody>
                  <a:tcPr/>
                </a:tc>
                <a:tc>
                  <a:txBody>
                    <a:bodyPr/>
                    <a:lstStyle/>
                    <a:p>
                      <a:endParaRPr lang="en-MY" dirty="0"/>
                    </a:p>
                  </a:txBody>
                  <a:tcPr/>
                </a:tc>
                <a:extLst>
                  <a:ext uri="{0D108BD9-81ED-4DB2-BD59-A6C34878D82A}">
                    <a16:rowId xmlns:a16="http://schemas.microsoft.com/office/drawing/2014/main" val="1916785818"/>
                  </a:ext>
                </a:extLst>
              </a:tr>
              <a:tr h="907988">
                <a:tc>
                  <a:txBody>
                    <a:bodyPr/>
                    <a:lstStyle/>
                    <a:p>
                      <a:endParaRPr lang="en-MY" dirty="0"/>
                    </a:p>
                  </a:txBody>
                  <a:tcPr/>
                </a:tc>
                <a:tc>
                  <a:txBody>
                    <a:bodyPr/>
                    <a:lstStyle/>
                    <a:p>
                      <a:endParaRPr lang="en-MY"/>
                    </a:p>
                  </a:txBody>
                  <a:tcPr/>
                </a:tc>
                <a:extLst>
                  <a:ext uri="{0D108BD9-81ED-4DB2-BD59-A6C34878D82A}">
                    <a16:rowId xmlns:a16="http://schemas.microsoft.com/office/drawing/2014/main" val="1660852292"/>
                  </a:ext>
                </a:extLst>
              </a:tr>
              <a:tr h="907988">
                <a:tc>
                  <a:txBody>
                    <a:bodyPr/>
                    <a:lstStyle/>
                    <a:p>
                      <a:endParaRPr lang="en-MY" dirty="0"/>
                    </a:p>
                  </a:txBody>
                  <a:tcPr/>
                </a:tc>
                <a:tc>
                  <a:txBody>
                    <a:bodyPr/>
                    <a:lstStyle/>
                    <a:p>
                      <a:endParaRPr lang="en-MY"/>
                    </a:p>
                  </a:txBody>
                  <a:tcPr/>
                </a:tc>
                <a:extLst>
                  <a:ext uri="{0D108BD9-81ED-4DB2-BD59-A6C34878D82A}">
                    <a16:rowId xmlns:a16="http://schemas.microsoft.com/office/drawing/2014/main" val="472160551"/>
                  </a:ext>
                </a:extLst>
              </a:tr>
              <a:tr h="907988">
                <a:tc>
                  <a:txBody>
                    <a:bodyPr/>
                    <a:lstStyle/>
                    <a:p>
                      <a:endParaRPr lang="en-MY" dirty="0"/>
                    </a:p>
                  </a:txBody>
                  <a:tcPr/>
                </a:tc>
                <a:tc>
                  <a:txBody>
                    <a:bodyPr/>
                    <a:lstStyle/>
                    <a:p>
                      <a:endParaRPr lang="en-MY" dirty="0"/>
                    </a:p>
                  </a:txBody>
                  <a:tcPr/>
                </a:tc>
                <a:extLst>
                  <a:ext uri="{0D108BD9-81ED-4DB2-BD59-A6C34878D82A}">
                    <a16:rowId xmlns:a16="http://schemas.microsoft.com/office/drawing/2014/main" val="3436796420"/>
                  </a:ext>
                </a:extLst>
              </a:tr>
            </a:tbl>
          </a:graphicData>
        </a:graphic>
      </p:graphicFrame>
      <p:sp>
        <p:nvSpPr>
          <p:cNvPr id="6" name="TextBox 5">
            <a:extLst>
              <a:ext uri="{FF2B5EF4-FFF2-40B4-BE49-F238E27FC236}">
                <a16:creationId xmlns:a16="http://schemas.microsoft.com/office/drawing/2014/main" id="{67ED0DAF-C22F-7269-3A47-F4C76ABDC763}"/>
              </a:ext>
            </a:extLst>
          </p:cNvPr>
          <p:cNvSpPr txBox="1"/>
          <p:nvPr/>
        </p:nvSpPr>
        <p:spPr>
          <a:xfrm>
            <a:off x="3206211" y="3002461"/>
            <a:ext cx="463588" cy="400110"/>
          </a:xfrm>
          <a:prstGeom prst="rect">
            <a:avLst/>
          </a:prstGeom>
          <a:noFill/>
        </p:spPr>
        <p:txBody>
          <a:bodyPr wrap="none" rtlCol="0">
            <a:spAutoFit/>
          </a:bodyPr>
          <a:lstStyle/>
          <a:p>
            <a:r>
              <a:rPr lang="en-MY" dirty="0"/>
              <a:t>00</a:t>
            </a:r>
          </a:p>
        </p:txBody>
      </p:sp>
      <p:sp>
        <p:nvSpPr>
          <p:cNvPr id="7" name="TextBox 6">
            <a:extLst>
              <a:ext uri="{FF2B5EF4-FFF2-40B4-BE49-F238E27FC236}">
                <a16:creationId xmlns:a16="http://schemas.microsoft.com/office/drawing/2014/main" id="{6672A01A-FA51-79F8-7D4F-892915B79851}"/>
              </a:ext>
            </a:extLst>
          </p:cNvPr>
          <p:cNvSpPr txBox="1"/>
          <p:nvPr/>
        </p:nvSpPr>
        <p:spPr>
          <a:xfrm>
            <a:off x="3180392" y="3866728"/>
            <a:ext cx="463588" cy="400110"/>
          </a:xfrm>
          <a:prstGeom prst="rect">
            <a:avLst/>
          </a:prstGeom>
          <a:noFill/>
        </p:spPr>
        <p:txBody>
          <a:bodyPr wrap="none" rtlCol="0">
            <a:spAutoFit/>
          </a:bodyPr>
          <a:lstStyle/>
          <a:p>
            <a:r>
              <a:rPr lang="en-MY" dirty="0"/>
              <a:t>01</a:t>
            </a:r>
          </a:p>
        </p:txBody>
      </p:sp>
      <p:sp>
        <p:nvSpPr>
          <p:cNvPr id="8" name="TextBox 7">
            <a:extLst>
              <a:ext uri="{FF2B5EF4-FFF2-40B4-BE49-F238E27FC236}">
                <a16:creationId xmlns:a16="http://schemas.microsoft.com/office/drawing/2014/main" id="{B314C1B0-B78B-1100-B757-D89BE2596683}"/>
              </a:ext>
            </a:extLst>
          </p:cNvPr>
          <p:cNvSpPr txBox="1"/>
          <p:nvPr/>
        </p:nvSpPr>
        <p:spPr>
          <a:xfrm>
            <a:off x="3176361" y="4742534"/>
            <a:ext cx="463588" cy="400110"/>
          </a:xfrm>
          <a:prstGeom prst="rect">
            <a:avLst/>
          </a:prstGeom>
          <a:noFill/>
        </p:spPr>
        <p:txBody>
          <a:bodyPr wrap="none" rtlCol="0">
            <a:spAutoFit/>
          </a:bodyPr>
          <a:lstStyle/>
          <a:p>
            <a:r>
              <a:rPr lang="en-MY" dirty="0"/>
              <a:t>11</a:t>
            </a:r>
          </a:p>
        </p:txBody>
      </p:sp>
      <p:sp>
        <p:nvSpPr>
          <p:cNvPr id="9" name="TextBox 8">
            <a:extLst>
              <a:ext uri="{FF2B5EF4-FFF2-40B4-BE49-F238E27FC236}">
                <a16:creationId xmlns:a16="http://schemas.microsoft.com/office/drawing/2014/main" id="{2C675036-0AE9-DE48-91C7-D6FD252BD4D6}"/>
              </a:ext>
            </a:extLst>
          </p:cNvPr>
          <p:cNvSpPr txBox="1"/>
          <p:nvPr/>
        </p:nvSpPr>
        <p:spPr>
          <a:xfrm>
            <a:off x="3148494" y="5675028"/>
            <a:ext cx="463588" cy="400110"/>
          </a:xfrm>
          <a:prstGeom prst="rect">
            <a:avLst/>
          </a:prstGeom>
          <a:noFill/>
        </p:spPr>
        <p:txBody>
          <a:bodyPr wrap="none" rtlCol="0">
            <a:spAutoFit/>
          </a:bodyPr>
          <a:lstStyle/>
          <a:p>
            <a:r>
              <a:rPr lang="en-MY" dirty="0"/>
              <a:t>10</a:t>
            </a:r>
          </a:p>
        </p:txBody>
      </p:sp>
      <p:sp>
        <p:nvSpPr>
          <p:cNvPr id="10" name="TextBox 9">
            <a:extLst>
              <a:ext uri="{FF2B5EF4-FFF2-40B4-BE49-F238E27FC236}">
                <a16:creationId xmlns:a16="http://schemas.microsoft.com/office/drawing/2014/main" id="{C6644727-B2EF-541B-0912-BE7FE66C350A}"/>
              </a:ext>
            </a:extLst>
          </p:cNvPr>
          <p:cNvSpPr txBox="1"/>
          <p:nvPr/>
        </p:nvSpPr>
        <p:spPr>
          <a:xfrm>
            <a:off x="4246842" y="2304908"/>
            <a:ext cx="324128" cy="400110"/>
          </a:xfrm>
          <a:prstGeom prst="rect">
            <a:avLst/>
          </a:prstGeom>
          <a:noFill/>
        </p:spPr>
        <p:txBody>
          <a:bodyPr wrap="none" rtlCol="0">
            <a:spAutoFit/>
          </a:bodyPr>
          <a:lstStyle/>
          <a:p>
            <a:r>
              <a:rPr lang="en-MY" dirty="0"/>
              <a:t>0</a:t>
            </a:r>
          </a:p>
        </p:txBody>
      </p:sp>
      <p:sp>
        <p:nvSpPr>
          <p:cNvPr id="11" name="TextBox 10">
            <a:extLst>
              <a:ext uri="{FF2B5EF4-FFF2-40B4-BE49-F238E27FC236}">
                <a16:creationId xmlns:a16="http://schemas.microsoft.com/office/drawing/2014/main" id="{2F664017-7E81-019B-919C-89343DE51B93}"/>
              </a:ext>
            </a:extLst>
          </p:cNvPr>
          <p:cNvSpPr txBox="1"/>
          <p:nvPr/>
        </p:nvSpPr>
        <p:spPr>
          <a:xfrm>
            <a:off x="5731793" y="2259466"/>
            <a:ext cx="391200" cy="400110"/>
          </a:xfrm>
          <a:prstGeom prst="rect">
            <a:avLst/>
          </a:prstGeom>
          <a:noFill/>
        </p:spPr>
        <p:txBody>
          <a:bodyPr wrap="square" rtlCol="0">
            <a:spAutoFit/>
          </a:bodyPr>
          <a:lstStyle/>
          <a:p>
            <a:r>
              <a:rPr lang="en-MY" dirty="0"/>
              <a:t>1</a:t>
            </a:r>
          </a:p>
        </p:txBody>
      </p:sp>
      <p:sp>
        <p:nvSpPr>
          <p:cNvPr id="12" name="Right Brace 11">
            <a:extLst>
              <a:ext uri="{FF2B5EF4-FFF2-40B4-BE49-F238E27FC236}">
                <a16:creationId xmlns:a16="http://schemas.microsoft.com/office/drawing/2014/main" id="{0B8EAD1F-5CAB-1DE2-7C8A-9E6BAFE4FFDB}"/>
              </a:ext>
            </a:extLst>
          </p:cNvPr>
          <p:cNvSpPr/>
          <p:nvPr/>
        </p:nvSpPr>
        <p:spPr>
          <a:xfrm rot="16200000">
            <a:off x="4833886" y="803230"/>
            <a:ext cx="586056" cy="27740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3" name="Right Brace 12">
            <a:extLst>
              <a:ext uri="{FF2B5EF4-FFF2-40B4-BE49-F238E27FC236}">
                <a16:creationId xmlns:a16="http://schemas.microsoft.com/office/drawing/2014/main" id="{2DEDC980-5F80-9EAE-BD56-8A78E25E2905}"/>
              </a:ext>
            </a:extLst>
          </p:cNvPr>
          <p:cNvSpPr/>
          <p:nvPr/>
        </p:nvSpPr>
        <p:spPr>
          <a:xfrm rot="10800000">
            <a:off x="2645108" y="2787648"/>
            <a:ext cx="586056" cy="3630912"/>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4" name="TextBox 13">
            <a:extLst>
              <a:ext uri="{FF2B5EF4-FFF2-40B4-BE49-F238E27FC236}">
                <a16:creationId xmlns:a16="http://schemas.microsoft.com/office/drawing/2014/main" id="{EB656CD7-9ED5-9ADC-9F20-CE20652D5385}"/>
              </a:ext>
            </a:extLst>
          </p:cNvPr>
          <p:cNvSpPr txBox="1"/>
          <p:nvPr/>
        </p:nvSpPr>
        <p:spPr>
          <a:xfrm>
            <a:off x="2143905" y="4379147"/>
            <a:ext cx="489236" cy="400110"/>
          </a:xfrm>
          <a:prstGeom prst="rect">
            <a:avLst/>
          </a:prstGeom>
          <a:noFill/>
        </p:spPr>
        <p:txBody>
          <a:bodyPr wrap="square" rtlCol="0">
            <a:spAutoFit/>
          </a:bodyPr>
          <a:lstStyle/>
          <a:p>
            <a:r>
              <a:rPr lang="en-MY" dirty="0"/>
              <a:t>AB</a:t>
            </a:r>
          </a:p>
        </p:txBody>
      </p:sp>
      <p:sp>
        <p:nvSpPr>
          <p:cNvPr id="15" name="TextBox 14">
            <a:extLst>
              <a:ext uri="{FF2B5EF4-FFF2-40B4-BE49-F238E27FC236}">
                <a16:creationId xmlns:a16="http://schemas.microsoft.com/office/drawing/2014/main" id="{954D372F-4275-655F-E4C8-8AB24A3B6171}"/>
              </a:ext>
            </a:extLst>
          </p:cNvPr>
          <p:cNvSpPr txBox="1"/>
          <p:nvPr/>
        </p:nvSpPr>
        <p:spPr>
          <a:xfrm>
            <a:off x="4968789" y="1456296"/>
            <a:ext cx="338554" cy="400110"/>
          </a:xfrm>
          <a:prstGeom prst="rect">
            <a:avLst/>
          </a:prstGeom>
          <a:noFill/>
        </p:spPr>
        <p:txBody>
          <a:bodyPr wrap="none" rtlCol="0">
            <a:spAutoFit/>
          </a:bodyPr>
          <a:lstStyle/>
          <a:p>
            <a:r>
              <a:rPr lang="en-MY" dirty="0"/>
              <a:t>C</a:t>
            </a:r>
          </a:p>
        </p:txBody>
      </p:sp>
      <p:sp>
        <p:nvSpPr>
          <p:cNvPr id="18" name="TextBox 17">
            <a:extLst>
              <a:ext uri="{FF2B5EF4-FFF2-40B4-BE49-F238E27FC236}">
                <a16:creationId xmlns:a16="http://schemas.microsoft.com/office/drawing/2014/main" id="{B2628AAE-B138-35B0-A781-9915D4B99C54}"/>
              </a:ext>
            </a:extLst>
          </p:cNvPr>
          <p:cNvSpPr txBox="1"/>
          <p:nvPr/>
        </p:nvSpPr>
        <p:spPr>
          <a:xfrm>
            <a:off x="5709097" y="2905780"/>
            <a:ext cx="413896" cy="523220"/>
          </a:xfrm>
          <a:prstGeom prst="rect">
            <a:avLst/>
          </a:prstGeom>
          <a:noFill/>
        </p:spPr>
        <p:txBody>
          <a:bodyPr wrap="none" rtlCol="0">
            <a:spAutoFit/>
          </a:bodyPr>
          <a:lstStyle/>
          <a:p>
            <a:r>
              <a:rPr lang="en-MY" sz="2800" b="1" dirty="0">
                <a:solidFill>
                  <a:srgbClr val="0070C0"/>
                </a:solidFill>
              </a:rPr>
              <a:t>1</a:t>
            </a:r>
          </a:p>
        </p:txBody>
      </p:sp>
      <p:sp>
        <p:nvSpPr>
          <p:cNvPr id="20" name="TextBox 19">
            <a:extLst>
              <a:ext uri="{FF2B5EF4-FFF2-40B4-BE49-F238E27FC236}">
                <a16:creationId xmlns:a16="http://schemas.microsoft.com/office/drawing/2014/main" id="{3BC21E91-2519-74CE-0EAC-DA4A12304776}"/>
              </a:ext>
            </a:extLst>
          </p:cNvPr>
          <p:cNvSpPr txBox="1"/>
          <p:nvPr/>
        </p:nvSpPr>
        <p:spPr>
          <a:xfrm>
            <a:off x="4220502" y="2879351"/>
            <a:ext cx="413896" cy="523220"/>
          </a:xfrm>
          <a:prstGeom prst="rect">
            <a:avLst/>
          </a:prstGeom>
          <a:noFill/>
        </p:spPr>
        <p:txBody>
          <a:bodyPr wrap="none" rtlCol="0">
            <a:spAutoFit/>
          </a:bodyPr>
          <a:lstStyle/>
          <a:p>
            <a:r>
              <a:rPr lang="en-MY" sz="2800" b="1" dirty="0">
                <a:solidFill>
                  <a:srgbClr val="0070C0"/>
                </a:solidFill>
              </a:rPr>
              <a:t>1</a:t>
            </a:r>
          </a:p>
        </p:txBody>
      </p:sp>
      <p:sp>
        <p:nvSpPr>
          <p:cNvPr id="21" name="TextBox 20">
            <a:extLst>
              <a:ext uri="{FF2B5EF4-FFF2-40B4-BE49-F238E27FC236}">
                <a16:creationId xmlns:a16="http://schemas.microsoft.com/office/drawing/2014/main" id="{E9C795EA-5A25-B350-5D9B-AD20ECA4DC0D}"/>
              </a:ext>
            </a:extLst>
          </p:cNvPr>
          <p:cNvSpPr txBox="1"/>
          <p:nvPr/>
        </p:nvSpPr>
        <p:spPr>
          <a:xfrm>
            <a:off x="5624616" y="5675671"/>
            <a:ext cx="413896" cy="523220"/>
          </a:xfrm>
          <a:prstGeom prst="rect">
            <a:avLst/>
          </a:prstGeom>
          <a:noFill/>
        </p:spPr>
        <p:txBody>
          <a:bodyPr wrap="none" rtlCol="0">
            <a:spAutoFit/>
          </a:bodyPr>
          <a:lstStyle/>
          <a:p>
            <a:r>
              <a:rPr lang="en-MY" sz="2800" b="1" dirty="0">
                <a:solidFill>
                  <a:srgbClr val="0070C0"/>
                </a:solidFill>
              </a:rPr>
              <a:t>1</a:t>
            </a:r>
          </a:p>
        </p:txBody>
      </p:sp>
      <p:sp>
        <p:nvSpPr>
          <p:cNvPr id="2" name="TextBox 1">
            <a:extLst>
              <a:ext uri="{FF2B5EF4-FFF2-40B4-BE49-F238E27FC236}">
                <a16:creationId xmlns:a16="http://schemas.microsoft.com/office/drawing/2014/main" id="{A9F5251A-0043-7803-C914-3DC9EF37479C}"/>
              </a:ext>
            </a:extLst>
          </p:cNvPr>
          <p:cNvSpPr txBox="1"/>
          <p:nvPr/>
        </p:nvSpPr>
        <p:spPr>
          <a:xfrm>
            <a:off x="4170273" y="5675671"/>
            <a:ext cx="413896" cy="523220"/>
          </a:xfrm>
          <a:prstGeom prst="rect">
            <a:avLst/>
          </a:prstGeom>
          <a:noFill/>
        </p:spPr>
        <p:txBody>
          <a:bodyPr wrap="none" rtlCol="0">
            <a:spAutoFit/>
          </a:bodyPr>
          <a:lstStyle/>
          <a:p>
            <a:r>
              <a:rPr lang="en-MY" sz="2800" b="1" dirty="0">
                <a:solidFill>
                  <a:srgbClr val="0070C0"/>
                </a:solidFill>
              </a:rPr>
              <a:t>1</a:t>
            </a:r>
          </a:p>
        </p:txBody>
      </p:sp>
      <p:sp>
        <p:nvSpPr>
          <p:cNvPr id="28" name="Flowchart: Delay 27">
            <a:extLst>
              <a:ext uri="{FF2B5EF4-FFF2-40B4-BE49-F238E27FC236}">
                <a16:creationId xmlns:a16="http://schemas.microsoft.com/office/drawing/2014/main" id="{160470C1-65C8-5094-5FA2-C471B037200A}"/>
              </a:ext>
            </a:extLst>
          </p:cNvPr>
          <p:cNvSpPr/>
          <p:nvPr/>
        </p:nvSpPr>
        <p:spPr>
          <a:xfrm rot="5400000">
            <a:off x="4700165" y="2059100"/>
            <a:ext cx="864351" cy="2335702"/>
          </a:xfrm>
          <a:prstGeom prst="flowChartDelay">
            <a:avLst/>
          </a:prstGeom>
          <a:solidFill>
            <a:srgbClr val="CC00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9" name="Flowchart: Delay 28">
            <a:extLst>
              <a:ext uri="{FF2B5EF4-FFF2-40B4-BE49-F238E27FC236}">
                <a16:creationId xmlns:a16="http://schemas.microsoft.com/office/drawing/2014/main" id="{E92F9531-702D-6F10-80BA-4B45C7837103}"/>
              </a:ext>
            </a:extLst>
          </p:cNvPr>
          <p:cNvSpPr/>
          <p:nvPr/>
        </p:nvSpPr>
        <p:spPr>
          <a:xfrm rot="16200000" flipV="1">
            <a:off x="4690893" y="4808198"/>
            <a:ext cx="864351" cy="2354246"/>
          </a:xfrm>
          <a:prstGeom prst="flowChartDelay">
            <a:avLst/>
          </a:prstGeom>
          <a:solidFill>
            <a:srgbClr val="CC00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2" name="TextBox 21">
            <a:extLst>
              <a:ext uri="{FF2B5EF4-FFF2-40B4-BE49-F238E27FC236}">
                <a16:creationId xmlns:a16="http://schemas.microsoft.com/office/drawing/2014/main" id="{46126388-2510-2315-622E-F0C1193B2386}"/>
              </a:ext>
            </a:extLst>
          </p:cNvPr>
          <p:cNvSpPr txBox="1"/>
          <p:nvPr/>
        </p:nvSpPr>
        <p:spPr>
          <a:xfrm>
            <a:off x="6719945" y="5894277"/>
            <a:ext cx="1138453" cy="523220"/>
          </a:xfrm>
          <a:prstGeom prst="rect">
            <a:avLst/>
          </a:prstGeom>
          <a:noFill/>
        </p:spPr>
        <p:txBody>
          <a:bodyPr wrap="none" rtlCol="0">
            <a:spAutoFit/>
          </a:bodyPr>
          <a:lstStyle/>
          <a:p>
            <a:r>
              <a:rPr lang="en-MY" sz="2800" b="1" dirty="0">
                <a:solidFill>
                  <a:srgbClr val="00B050"/>
                </a:solidFill>
              </a:rPr>
              <a:t>F =B’</a:t>
            </a:r>
          </a:p>
        </p:txBody>
      </p:sp>
      <p:sp>
        <p:nvSpPr>
          <p:cNvPr id="23" name="TextBox 22">
            <a:extLst>
              <a:ext uri="{FF2B5EF4-FFF2-40B4-BE49-F238E27FC236}">
                <a16:creationId xmlns:a16="http://schemas.microsoft.com/office/drawing/2014/main" id="{9608042E-481F-843A-55A8-784C74612DEA}"/>
              </a:ext>
            </a:extLst>
          </p:cNvPr>
          <p:cNvSpPr txBox="1"/>
          <p:nvPr/>
        </p:nvSpPr>
        <p:spPr>
          <a:xfrm>
            <a:off x="1407925" y="104292"/>
            <a:ext cx="6606579" cy="1200329"/>
          </a:xfrm>
          <a:prstGeom prst="rect">
            <a:avLst/>
          </a:prstGeom>
          <a:noFill/>
        </p:spPr>
        <p:txBody>
          <a:bodyPr wrap="square" rtlCol="0">
            <a:spAutoFit/>
          </a:bodyPr>
          <a:lstStyle/>
          <a:p>
            <a:r>
              <a:rPr lang="en-MY" sz="3600" dirty="0"/>
              <a:t>A’B’C’ + A’B’C + AB’C’ + AB’C</a:t>
            </a:r>
          </a:p>
          <a:p>
            <a:r>
              <a:rPr lang="en-MY" sz="3600" dirty="0"/>
              <a:t> 000  +  001  + 100   + 101</a:t>
            </a:r>
          </a:p>
        </p:txBody>
      </p:sp>
    </p:spTree>
    <p:extLst>
      <p:ext uri="{BB962C8B-B14F-4D97-AF65-F5344CB8AC3E}">
        <p14:creationId xmlns:p14="http://schemas.microsoft.com/office/powerpoint/2010/main" val="995251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anim calcmode="lin" valueType="num">
                                      <p:cBhvr>
                                        <p:cTn id="15" dur="1000" fill="hold"/>
                                        <p:tgtEl>
                                          <p:spTgt spid="18"/>
                                        </p:tgtEl>
                                        <p:attrNameLst>
                                          <p:attrName>ppt_x</p:attrName>
                                        </p:attrNameLst>
                                      </p:cBhvr>
                                      <p:tavLst>
                                        <p:tav tm="0">
                                          <p:val>
                                            <p:strVal val="#ppt_x"/>
                                          </p:val>
                                        </p:tav>
                                        <p:tav tm="100000">
                                          <p:val>
                                            <p:strVal val="#ppt_x"/>
                                          </p:val>
                                        </p:tav>
                                      </p:tavLst>
                                    </p:anim>
                                    <p:anim calcmode="lin" valueType="num">
                                      <p:cBhvr>
                                        <p:cTn id="1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1000"/>
                                        <p:tgtEl>
                                          <p:spTgt spid="21"/>
                                        </p:tgtEl>
                                      </p:cBhvr>
                                    </p:animEffect>
                                    <p:anim calcmode="lin" valueType="num">
                                      <p:cBhvr>
                                        <p:cTn id="22" dur="1000" fill="hold"/>
                                        <p:tgtEl>
                                          <p:spTgt spid="21"/>
                                        </p:tgtEl>
                                        <p:attrNameLst>
                                          <p:attrName>ppt_x</p:attrName>
                                        </p:attrNameLst>
                                      </p:cBhvr>
                                      <p:tavLst>
                                        <p:tav tm="0">
                                          <p:val>
                                            <p:strVal val="#ppt_x"/>
                                          </p:val>
                                        </p:tav>
                                        <p:tav tm="100000">
                                          <p:val>
                                            <p:strVal val="#ppt_x"/>
                                          </p:val>
                                        </p:tav>
                                      </p:tavLst>
                                    </p:anim>
                                    <p:anim calcmode="lin" valueType="num">
                                      <p:cBhvr>
                                        <p:cTn id="2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1" grpId="0"/>
      <p:bldP spid="2" grpId="0"/>
      <p:bldP spid="2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DB553-576D-B56B-9102-687D76BECAD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8E979F-9363-205E-740B-507DD9472F88}"/>
              </a:ext>
            </a:extLst>
          </p:cNvPr>
          <p:cNvSpPr>
            <a:spLocks noGrp="1"/>
          </p:cNvSpPr>
          <p:nvPr>
            <p:ph type="sldNum" sz="quarter" idx="12"/>
          </p:nvPr>
        </p:nvSpPr>
        <p:spPr/>
        <p:txBody>
          <a:bodyPr/>
          <a:lstStyle/>
          <a:p>
            <a:pPr>
              <a:defRPr/>
            </a:pPr>
            <a:fld id="{28588503-611C-4314-9367-E0668E948370}" type="slidenum">
              <a:rPr lang="en-US" altLang="en-US" smtClean="0"/>
              <a:pPr>
                <a:defRPr/>
              </a:pPr>
              <a:t>90</a:t>
            </a:fld>
            <a:endParaRPr lang="en-US" altLang="en-US"/>
          </a:p>
        </p:txBody>
      </p:sp>
      <p:sp>
        <p:nvSpPr>
          <p:cNvPr id="5" name="TextBox 4">
            <a:extLst>
              <a:ext uri="{FF2B5EF4-FFF2-40B4-BE49-F238E27FC236}">
                <a16:creationId xmlns:a16="http://schemas.microsoft.com/office/drawing/2014/main" id="{AAA52DEA-04A3-2B39-689B-03D7517807DF}"/>
              </a:ext>
            </a:extLst>
          </p:cNvPr>
          <p:cNvSpPr txBox="1"/>
          <p:nvPr/>
        </p:nvSpPr>
        <p:spPr>
          <a:xfrm>
            <a:off x="1268710" y="476672"/>
            <a:ext cx="6606579" cy="1200329"/>
          </a:xfrm>
          <a:prstGeom prst="rect">
            <a:avLst/>
          </a:prstGeom>
          <a:noFill/>
        </p:spPr>
        <p:txBody>
          <a:bodyPr wrap="square" rtlCol="0">
            <a:spAutoFit/>
          </a:bodyPr>
          <a:lstStyle/>
          <a:p>
            <a:r>
              <a:rPr lang="en-MY" sz="3600" dirty="0"/>
              <a:t>A’B’C + A’BC’ + ABC’ + AB’C’</a:t>
            </a:r>
          </a:p>
          <a:p>
            <a:r>
              <a:rPr lang="en-MY" sz="3600" dirty="0"/>
              <a:t>001   + 010  +  110  + 100</a:t>
            </a:r>
          </a:p>
        </p:txBody>
      </p:sp>
      <p:graphicFrame>
        <p:nvGraphicFramePr>
          <p:cNvPr id="6" name="Table 5">
            <a:extLst>
              <a:ext uri="{FF2B5EF4-FFF2-40B4-BE49-F238E27FC236}">
                <a16:creationId xmlns:a16="http://schemas.microsoft.com/office/drawing/2014/main" id="{C5573662-9275-A13D-88CC-1660D4A12F68}"/>
              </a:ext>
            </a:extLst>
          </p:cNvPr>
          <p:cNvGraphicFramePr>
            <a:graphicFrameLocks noGrp="1"/>
          </p:cNvGraphicFramePr>
          <p:nvPr/>
        </p:nvGraphicFramePr>
        <p:xfrm>
          <a:off x="1907704" y="3429000"/>
          <a:ext cx="4910716" cy="1815976"/>
        </p:xfrm>
        <a:graphic>
          <a:graphicData uri="http://schemas.openxmlformats.org/drawingml/2006/table">
            <a:tbl>
              <a:tblPr firstRow="1" bandRow="1">
                <a:tableStyleId>{5940675A-B579-460E-94D1-54222C63F5DA}</a:tableStyleId>
              </a:tblPr>
              <a:tblGrid>
                <a:gridCol w="1227679">
                  <a:extLst>
                    <a:ext uri="{9D8B030D-6E8A-4147-A177-3AD203B41FA5}">
                      <a16:colId xmlns:a16="http://schemas.microsoft.com/office/drawing/2014/main" val="1452604075"/>
                    </a:ext>
                  </a:extLst>
                </a:gridCol>
                <a:gridCol w="1227679">
                  <a:extLst>
                    <a:ext uri="{9D8B030D-6E8A-4147-A177-3AD203B41FA5}">
                      <a16:colId xmlns:a16="http://schemas.microsoft.com/office/drawing/2014/main" val="1390609854"/>
                    </a:ext>
                  </a:extLst>
                </a:gridCol>
                <a:gridCol w="1227679">
                  <a:extLst>
                    <a:ext uri="{9D8B030D-6E8A-4147-A177-3AD203B41FA5}">
                      <a16:colId xmlns:a16="http://schemas.microsoft.com/office/drawing/2014/main" val="1360791319"/>
                    </a:ext>
                  </a:extLst>
                </a:gridCol>
                <a:gridCol w="1227679">
                  <a:extLst>
                    <a:ext uri="{9D8B030D-6E8A-4147-A177-3AD203B41FA5}">
                      <a16:colId xmlns:a16="http://schemas.microsoft.com/office/drawing/2014/main" val="2803058966"/>
                    </a:ext>
                  </a:extLst>
                </a:gridCol>
              </a:tblGrid>
              <a:tr h="907988">
                <a:tc>
                  <a:txBody>
                    <a:bodyPr/>
                    <a:lstStyle/>
                    <a:p>
                      <a:endParaRPr lang="en-MY" dirty="0"/>
                    </a:p>
                  </a:txBody>
                  <a:tcPr/>
                </a:tc>
                <a:tc>
                  <a:txBody>
                    <a:bodyPr/>
                    <a:lstStyle/>
                    <a:p>
                      <a:endParaRPr lang="en-MY" dirty="0"/>
                    </a:p>
                  </a:txBody>
                  <a:tcPr/>
                </a:tc>
                <a:tc>
                  <a:txBody>
                    <a:bodyPr/>
                    <a:lstStyle/>
                    <a:p>
                      <a:endParaRPr lang="en-MY" dirty="0"/>
                    </a:p>
                  </a:txBody>
                  <a:tcPr/>
                </a:tc>
                <a:tc>
                  <a:txBody>
                    <a:bodyPr/>
                    <a:lstStyle/>
                    <a:p>
                      <a:endParaRPr lang="en-MY" dirty="0"/>
                    </a:p>
                  </a:txBody>
                  <a:tcPr/>
                </a:tc>
                <a:extLst>
                  <a:ext uri="{0D108BD9-81ED-4DB2-BD59-A6C34878D82A}">
                    <a16:rowId xmlns:a16="http://schemas.microsoft.com/office/drawing/2014/main" val="1916785818"/>
                  </a:ext>
                </a:extLst>
              </a:tr>
              <a:tr h="907988">
                <a:tc>
                  <a:txBody>
                    <a:bodyPr/>
                    <a:lstStyle/>
                    <a:p>
                      <a:endParaRPr lang="en-MY" dirty="0"/>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1660852292"/>
                  </a:ext>
                </a:extLst>
              </a:tr>
            </a:tbl>
          </a:graphicData>
        </a:graphic>
      </p:graphicFrame>
      <p:sp>
        <p:nvSpPr>
          <p:cNvPr id="7" name="TextBox 6">
            <a:extLst>
              <a:ext uri="{FF2B5EF4-FFF2-40B4-BE49-F238E27FC236}">
                <a16:creationId xmlns:a16="http://schemas.microsoft.com/office/drawing/2014/main" id="{EAF451C0-8620-7146-EF1C-5D6FE82EEDC1}"/>
              </a:ext>
            </a:extLst>
          </p:cNvPr>
          <p:cNvSpPr txBox="1"/>
          <p:nvPr/>
        </p:nvSpPr>
        <p:spPr>
          <a:xfrm>
            <a:off x="2306664" y="2943868"/>
            <a:ext cx="463588" cy="400110"/>
          </a:xfrm>
          <a:prstGeom prst="rect">
            <a:avLst/>
          </a:prstGeom>
          <a:noFill/>
        </p:spPr>
        <p:txBody>
          <a:bodyPr wrap="none" rtlCol="0">
            <a:spAutoFit/>
          </a:bodyPr>
          <a:lstStyle/>
          <a:p>
            <a:r>
              <a:rPr lang="en-MY" dirty="0"/>
              <a:t>00</a:t>
            </a:r>
          </a:p>
        </p:txBody>
      </p:sp>
      <p:sp>
        <p:nvSpPr>
          <p:cNvPr id="8" name="TextBox 7">
            <a:extLst>
              <a:ext uri="{FF2B5EF4-FFF2-40B4-BE49-F238E27FC236}">
                <a16:creationId xmlns:a16="http://schemas.microsoft.com/office/drawing/2014/main" id="{2C365BAD-EB3A-2BFB-8A1A-21DFB5A95003}"/>
              </a:ext>
            </a:extLst>
          </p:cNvPr>
          <p:cNvSpPr txBox="1"/>
          <p:nvPr/>
        </p:nvSpPr>
        <p:spPr>
          <a:xfrm>
            <a:off x="3504112" y="2910416"/>
            <a:ext cx="463588" cy="400110"/>
          </a:xfrm>
          <a:prstGeom prst="rect">
            <a:avLst/>
          </a:prstGeom>
          <a:noFill/>
        </p:spPr>
        <p:txBody>
          <a:bodyPr wrap="none" rtlCol="0">
            <a:spAutoFit/>
          </a:bodyPr>
          <a:lstStyle/>
          <a:p>
            <a:r>
              <a:rPr lang="en-MY" dirty="0"/>
              <a:t>01</a:t>
            </a:r>
          </a:p>
        </p:txBody>
      </p:sp>
      <p:sp>
        <p:nvSpPr>
          <p:cNvPr id="9" name="TextBox 8">
            <a:extLst>
              <a:ext uri="{FF2B5EF4-FFF2-40B4-BE49-F238E27FC236}">
                <a16:creationId xmlns:a16="http://schemas.microsoft.com/office/drawing/2014/main" id="{7D2EC50D-0566-E07D-3333-DE3CE05EA500}"/>
              </a:ext>
            </a:extLst>
          </p:cNvPr>
          <p:cNvSpPr txBox="1"/>
          <p:nvPr/>
        </p:nvSpPr>
        <p:spPr>
          <a:xfrm>
            <a:off x="4741592" y="2910416"/>
            <a:ext cx="463588" cy="400110"/>
          </a:xfrm>
          <a:prstGeom prst="rect">
            <a:avLst/>
          </a:prstGeom>
          <a:noFill/>
        </p:spPr>
        <p:txBody>
          <a:bodyPr wrap="none" rtlCol="0">
            <a:spAutoFit/>
          </a:bodyPr>
          <a:lstStyle/>
          <a:p>
            <a:r>
              <a:rPr lang="en-MY" dirty="0"/>
              <a:t>11</a:t>
            </a:r>
          </a:p>
        </p:txBody>
      </p:sp>
      <p:sp>
        <p:nvSpPr>
          <p:cNvPr id="10" name="TextBox 9">
            <a:extLst>
              <a:ext uri="{FF2B5EF4-FFF2-40B4-BE49-F238E27FC236}">
                <a16:creationId xmlns:a16="http://schemas.microsoft.com/office/drawing/2014/main" id="{275F6229-C94C-3721-4CA6-7BD1419B8006}"/>
              </a:ext>
            </a:extLst>
          </p:cNvPr>
          <p:cNvSpPr txBox="1"/>
          <p:nvPr/>
        </p:nvSpPr>
        <p:spPr>
          <a:xfrm>
            <a:off x="5979072" y="2922610"/>
            <a:ext cx="463588" cy="400110"/>
          </a:xfrm>
          <a:prstGeom prst="rect">
            <a:avLst/>
          </a:prstGeom>
          <a:noFill/>
        </p:spPr>
        <p:txBody>
          <a:bodyPr wrap="none" rtlCol="0">
            <a:spAutoFit/>
          </a:bodyPr>
          <a:lstStyle/>
          <a:p>
            <a:r>
              <a:rPr lang="en-MY" dirty="0"/>
              <a:t>10</a:t>
            </a:r>
          </a:p>
        </p:txBody>
      </p:sp>
      <p:sp>
        <p:nvSpPr>
          <p:cNvPr id="11" name="TextBox 10">
            <a:extLst>
              <a:ext uri="{FF2B5EF4-FFF2-40B4-BE49-F238E27FC236}">
                <a16:creationId xmlns:a16="http://schemas.microsoft.com/office/drawing/2014/main" id="{68B389A7-2A40-59FD-E870-ABA23A1263CB}"/>
              </a:ext>
            </a:extLst>
          </p:cNvPr>
          <p:cNvSpPr txBox="1"/>
          <p:nvPr/>
        </p:nvSpPr>
        <p:spPr>
          <a:xfrm>
            <a:off x="1583576" y="3680859"/>
            <a:ext cx="324128" cy="400110"/>
          </a:xfrm>
          <a:prstGeom prst="rect">
            <a:avLst/>
          </a:prstGeom>
          <a:noFill/>
        </p:spPr>
        <p:txBody>
          <a:bodyPr wrap="none" rtlCol="0">
            <a:spAutoFit/>
          </a:bodyPr>
          <a:lstStyle/>
          <a:p>
            <a:r>
              <a:rPr lang="en-MY" dirty="0"/>
              <a:t>0</a:t>
            </a:r>
          </a:p>
        </p:txBody>
      </p:sp>
      <p:sp>
        <p:nvSpPr>
          <p:cNvPr id="12" name="TextBox 11">
            <a:extLst>
              <a:ext uri="{FF2B5EF4-FFF2-40B4-BE49-F238E27FC236}">
                <a16:creationId xmlns:a16="http://schemas.microsoft.com/office/drawing/2014/main" id="{8742147D-D6A7-39CE-F03F-197BF36648CC}"/>
              </a:ext>
            </a:extLst>
          </p:cNvPr>
          <p:cNvSpPr txBox="1"/>
          <p:nvPr/>
        </p:nvSpPr>
        <p:spPr>
          <a:xfrm>
            <a:off x="1598048" y="4576463"/>
            <a:ext cx="391200" cy="400110"/>
          </a:xfrm>
          <a:prstGeom prst="rect">
            <a:avLst/>
          </a:prstGeom>
          <a:noFill/>
        </p:spPr>
        <p:txBody>
          <a:bodyPr wrap="square" rtlCol="0">
            <a:spAutoFit/>
          </a:bodyPr>
          <a:lstStyle/>
          <a:p>
            <a:r>
              <a:rPr lang="en-MY" dirty="0"/>
              <a:t>1</a:t>
            </a:r>
          </a:p>
        </p:txBody>
      </p:sp>
      <p:sp>
        <p:nvSpPr>
          <p:cNvPr id="13" name="Right Brace 12">
            <a:extLst>
              <a:ext uri="{FF2B5EF4-FFF2-40B4-BE49-F238E27FC236}">
                <a16:creationId xmlns:a16="http://schemas.microsoft.com/office/drawing/2014/main" id="{3039298D-48FA-72FE-19E7-3E1B0DFF9395}"/>
              </a:ext>
            </a:extLst>
          </p:cNvPr>
          <p:cNvSpPr/>
          <p:nvPr/>
        </p:nvSpPr>
        <p:spPr>
          <a:xfrm rot="16200000">
            <a:off x="4142236" y="442526"/>
            <a:ext cx="586056" cy="4910716"/>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4" name="Right Brace 13">
            <a:extLst>
              <a:ext uri="{FF2B5EF4-FFF2-40B4-BE49-F238E27FC236}">
                <a16:creationId xmlns:a16="http://schemas.microsoft.com/office/drawing/2014/main" id="{C67139E8-77C3-B556-428F-E8CC86B7B93D}"/>
              </a:ext>
            </a:extLst>
          </p:cNvPr>
          <p:cNvSpPr/>
          <p:nvPr/>
        </p:nvSpPr>
        <p:spPr>
          <a:xfrm rot="10800000">
            <a:off x="1184186" y="3428999"/>
            <a:ext cx="586056" cy="190827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5" name="TextBox 14">
            <a:extLst>
              <a:ext uri="{FF2B5EF4-FFF2-40B4-BE49-F238E27FC236}">
                <a16:creationId xmlns:a16="http://schemas.microsoft.com/office/drawing/2014/main" id="{4434C992-C41C-BE99-91C0-46CADDAAF691}"/>
              </a:ext>
            </a:extLst>
          </p:cNvPr>
          <p:cNvSpPr txBox="1"/>
          <p:nvPr/>
        </p:nvSpPr>
        <p:spPr>
          <a:xfrm>
            <a:off x="793260" y="4183079"/>
            <a:ext cx="489236" cy="400110"/>
          </a:xfrm>
          <a:prstGeom prst="rect">
            <a:avLst/>
          </a:prstGeom>
          <a:noFill/>
        </p:spPr>
        <p:txBody>
          <a:bodyPr wrap="square" rtlCol="0">
            <a:spAutoFit/>
          </a:bodyPr>
          <a:lstStyle/>
          <a:p>
            <a:r>
              <a:rPr lang="en-MY" dirty="0"/>
              <a:t>A</a:t>
            </a:r>
          </a:p>
        </p:txBody>
      </p:sp>
      <p:sp>
        <p:nvSpPr>
          <p:cNvPr id="16" name="TextBox 15">
            <a:extLst>
              <a:ext uri="{FF2B5EF4-FFF2-40B4-BE49-F238E27FC236}">
                <a16:creationId xmlns:a16="http://schemas.microsoft.com/office/drawing/2014/main" id="{C4B7323B-E1C5-D657-0FD9-EE8224FFA813}"/>
              </a:ext>
            </a:extLst>
          </p:cNvPr>
          <p:cNvSpPr txBox="1"/>
          <p:nvPr/>
        </p:nvSpPr>
        <p:spPr>
          <a:xfrm>
            <a:off x="4190004" y="2164639"/>
            <a:ext cx="490519" cy="400110"/>
          </a:xfrm>
          <a:prstGeom prst="rect">
            <a:avLst/>
          </a:prstGeom>
          <a:noFill/>
        </p:spPr>
        <p:txBody>
          <a:bodyPr wrap="none" rtlCol="0">
            <a:spAutoFit/>
          </a:bodyPr>
          <a:lstStyle/>
          <a:p>
            <a:r>
              <a:rPr lang="en-MY" dirty="0"/>
              <a:t>BC</a:t>
            </a:r>
          </a:p>
        </p:txBody>
      </p:sp>
      <p:sp>
        <p:nvSpPr>
          <p:cNvPr id="17" name="TextBox 16">
            <a:extLst>
              <a:ext uri="{FF2B5EF4-FFF2-40B4-BE49-F238E27FC236}">
                <a16:creationId xmlns:a16="http://schemas.microsoft.com/office/drawing/2014/main" id="{2131DD20-F295-0CB9-0591-4786588A86FE}"/>
              </a:ext>
            </a:extLst>
          </p:cNvPr>
          <p:cNvSpPr txBox="1"/>
          <p:nvPr/>
        </p:nvSpPr>
        <p:spPr>
          <a:xfrm>
            <a:off x="6028764" y="3557749"/>
            <a:ext cx="413896" cy="523220"/>
          </a:xfrm>
          <a:prstGeom prst="rect">
            <a:avLst/>
          </a:prstGeom>
          <a:noFill/>
        </p:spPr>
        <p:txBody>
          <a:bodyPr wrap="none" rtlCol="0">
            <a:spAutoFit/>
          </a:bodyPr>
          <a:lstStyle/>
          <a:p>
            <a:r>
              <a:rPr lang="en-MY" sz="2800" b="1" dirty="0">
                <a:solidFill>
                  <a:srgbClr val="0070C0"/>
                </a:solidFill>
              </a:rPr>
              <a:t>1</a:t>
            </a:r>
          </a:p>
        </p:txBody>
      </p:sp>
      <p:sp>
        <p:nvSpPr>
          <p:cNvPr id="18" name="TextBox 17">
            <a:extLst>
              <a:ext uri="{FF2B5EF4-FFF2-40B4-BE49-F238E27FC236}">
                <a16:creationId xmlns:a16="http://schemas.microsoft.com/office/drawing/2014/main" id="{78D664B0-B707-9765-3AAA-D7E8182F09F4}"/>
              </a:ext>
            </a:extLst>
          </p:cNvPr>
          <p:cNvSpPr txBox="1"/>
          <p:nvPr/>
        </p:nvSpPr>
        <p:spPr>
          <a:xfrm>
            <a:off x="6032230" y="4541261"/>
            <a:ext cx="413896" cy="523220"/>
          </a:xfrm>
          <a:prstGeom prst="rect">
            <a:avLst/>
          </a:prstGeom>
          <a:noFill/>
        </p:spPr>
        <p:txBody>
          <a:bodyPr wrap="none" rtlCol="0">
            <a:spAutoFit/>
          </a:bodyPr>
          <a:lstStyle/>
          <a:p>
            <a:r>
              <a:rPr lang="en-MY" sz="2800" b="1" dirty="0">
                <a:solidFill>
                  <a:srgbClr val="0070C0"/>
                </a:solidFill>
              </a:rPr>
              <a:t>1</a:t>
            </a:r>
          </a:p>
        </p:txBody>
      </p:sp>
      <p:sp>
        <p:nvSpPr>
          <p:cNvPr id="19" name="TextBox 18">
            <a:extLst>
              <a:ext uri="{FF2B5EF4-FFF2-40B4-BE49-F238E27FC236}">
                <a16:creationId xmlns:a16="http://schemas.microsoft.com/office/drawing/2014/main" id="{79718DFA-948D-D02B-9DFF-EBB8BA9C883B}"/>
              </a:ext>
            </a:extLst>
          </p:cNvPr>
          <p:cNvSpPr txBox="1"/>
          <p:nvPr/>
        </p:nvSpPr>
        <p:spPr>
          <a:xfrm>
            <a:off x="2287707" y="4487995"/>
            <a:ext cx="413896" cy="523220"/>
          </a:xfrm>
          <a:prstGeom prst="rect">
            <a:avLst/>
          </a:prstGeom>
          <a:noFill/>
        </p:spPr>
        <p:txBody>
          <a:bodyPr wrap="none" rtlCol="0">
            <a:spAutoFit/>
          </a:bodyPr>
          <a:lstStyle/>
          <a:p>
            <a:r>
              <a:rPr lang="en-MY" sz="2800" b="1" dirty="0">
                <a:solidFill>
                  <a:srgbClr val="0070C0"/>
                </a:solidFill>
              </a:rPr>
              <a:t>1</a:t>
            </a:r>
          </a:p>
        </p:txBody>
      </p:sp>
      <p:sp>
        <p:nvSpPr>
          <p:cNvPr id="20" name="Oval 19">
            <a:extLst>
              <a:ext uri="{FF2B5EF4-FFF2-40B4-BE49-F238E27FC236}">
                <a16:creationId xmlns:a16="http://schemas.microsoft.com/office/drawing/2014/main" id="{EF2AE4E2-FC0B-2488-0F8B-B7C2F019BEC4}"/>
              </a:ext>
            </a:extLst>
          </p:cNvPr>
          <p:cNvSpPr/>
          <p:nvPr/>
        </p:nvSpPr>
        <p:spPr>
          <a:xfrm rot="16200000">
            <a:off x="5297450" y="3748459"/>
            <a:ext cx="1847326" cy="1145708"/>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TextBox 20">
            <a:extLst>
              <a:ext uri="{FF2B5EF4-FFF2-40B4-BE49-F238E27FC236}">
                <a16:creationId xmlns:a16="http://schemas.microsoft.com/office/drawing/2014/main" id="{0801EC61-DE11-0474-3B33-54970AD5700F}"/>
              </a:ext>
            </a:extLst>
          </p:cNvPr>
          <p:cNvSpPr txBox="1"/>
          <p:nvPr/>
        </p:nvSpPr>
        <p:spPr>
          <a:xfrm>
            <a:off x="3489204" y="3630141"/>
            <a:ext cx="413896" cy="523220"/>
          </a:xfrm>
          <a:prstGeom prst="rect">
            <a:avLst/>
          </a:prstGeom>
          <a:noFill/>
        </p:spPr>
        <p:txBody>
          <a:bodyPr wrap="none" rtlCol="0">
            <a:spAutoFit/>
          </a:bodyPr>
          <a:lstStyle/>
          <a:p>
            <a:r>
              <a:rPr lang="en-MY" sz="2800" b="1" dirty="0">
                <a:solidFill>
                  <a:srgbClr val="0070C0"/>
                </a:solidFill>
              </a:rPr>
              <a:t>1</a:t>
            </a:r>
          </a:p>
        </p:txBody>
      </p:sp>
      <p:sp>
        <p:nvSpPr>
          <p:cNvPr id="23" name="TextBox 22">
            <a:extLst>
              <a:ext uri="{FF2B5EF4-FFF2-40B4-BE49-F238E27FC236}">
                <a16:creationId xmlns:a16="http://schemas.microsoft.com/office/drawing/2014/main" id="{756EC9B0-6930-C75A-9857-5AC7C2A4A7A5}"/>
              </a:ext>
            </a:extLst>
          </p:cNvPr>
          <p:cNvSpPr txBox="1"/>
          <p:nvPr/>
        </p:nvSpPr>
        <p:spPr>
          <a:xfrm>
            <a:off x="2088497" y="5733200"/>
            <a:ext cx="4967004" cy="646331"/>
          </a:xfrm>
          <a:prstGeom prst="rect">
            <a:avLst/>
          </a:prstGeom>
          <a:noFill/>
        </p:spPr>
        <p:txBody>
          <a:bodyPr wrap="square" rtlCol="0">
            <a:spAutoFit/>
          </a:bodyPr>
          <a:lstStyle/>
          <a:p>
            <a:r>
              <a:rPr lang="en-MY" sz="3600" dirty="0"/>
              <a:t>F =BC’ + AC’ + A’B’C</a:t>
            </a:r>
          </a:p>
        </p:txBody>
      </p:sp>
      <p:sp>
        <p:nvSpPr>
          <p:cNvPr id="2" name="Flowchart: Delay 1">
            <a:extLst>
              <a:ext uri="{FF2B5EF4-FFF2-40B4-BE49-F238E27FC236}">
                <a16:creationId xmlns:a16="http://schemas.microsoft.com/office/drawing/2014/main" id="{4E909B0B-8600-9190-8F59-A47BA0B502EC}"/>
              </a:ext>
            </a:extLst>
          </p:cNvPr>
          <p:cNvSpPr/>
          <p:nvPr/>
        </p:nvSpPr>
        <p:spPr>
          <a:xfrm rot="10800000">
            <a:off x="5941842" y="4321312"/>
            <a:ext cx="864351" cy="965803"/>
          </a:xfrm>
          <a:prstGeom prst="flowChartDelay">
            <a:avLst/>
          </a:prstGeom>
          <a:solidFill>
            <a:srgbClr val="CC00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Flowchart: Delay 2">
            <a:extLst>
              <a:ext uri="{FF2B5EF4-FFF2-40B4-BE49-F238E27FC236}">
                <a16:creationId xmlns:a16="http://schemas.microsoft.com/office/drawing/2014/main" id="{1CB3A0F3-AF1E-A0A0-A75F-45EC6315AF56}"/>
              </a:ext>
            </a:extLst>
          </p:cNvPr>
          <p:cNvSpPr/>
          <p:nvPr/>
        </p:nvSpPr>
        <p:spPr>
          <a:xfrm rot="10800000" flipH="1">
            <a:off x="1905901" y="4319969"/>
            <a:ext cx="864351" cy="965803"/>
          </a:xfrm>
          <a:prstGeom prst="flowChartDelay">
            <a:avLst/>
          </a:prstGeom>
          <a:solidFill>
            <a:srgbClr val="CC00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2" name="Speech Bubble: Rectangle with Corners Rounded 21">
            <a:extLst>
              <a:ext uri="{FF2B5EF4-FFF2-40B4-BE49-F238E27FC236}">
                <a16:creationId xmlns:a16="http://schemas.microsoft.com/office/drawing/2014/main" id="{4C61FD06-CE98-B301-D019-5C6444DF9061}"/>
              </a:ext>
            </a:extLst>
          </p:cNvPr>
          <p:cNvSpPr/>
          <p:nvPr/>
        </p:nvSpPr>
        <p:spPr>
          <a:xfrm>
            <a:off x="7309532" y="2282886"/>
            <a:ext cx="1458649" cy="792088"/>
          </a:xfrm>
          <a:prstGeom prst="wedgeRoundRectCallout">
            <a:avLst>
              <a:gd name="adj1" fmla="val -114753"/>
              <a:gd name="adj2" fmla="val 183607"/>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1 </a:t>
            </a:r>
          </a:p>
          <a:p>
            <a:pPr algn="ctr"/>
            <a:r>
              <a:rPr lang="en-MY" b="1" dirty="0"/>
              <a:t>BC’</a:t>
            </a:r>
          </a:p>
        </p:txBody>
      </p:sp>
      <p:sp>
        <p:nvSpPr>
          <p:cNvPr id="24" name="Speech Bubble: Rectangle with Corners Rounded 23">
            <a:extLst>
              <a:ext uri="{FF2B5EF4-FFF2-40B4-BE49-F238E27FC236}">
                <a16:creationId xmlns:a16="http://schemas.microsoft.com/office/drawing/2014/main" id="{641FEEEF-FD39-F7A0-DE0F-4C2038A489EF}"/>
              </a:ext>
            </a:extLst>
          </p:cNvPr>
          <p:cNvSpPr/>
          <p:nvPr/>
        </p:nvSpPr>
        <p:spPr>
          <a:xfrm>
            <a:off x="7112002" y="4889728"/>
            <a:ext cx="1726335" cy="1059552"/>
          </a:xfrm>
          <a:prstGeom prst="wedgeRoundRectCallout">
            <a:avLst>
              <a:gd name="adj1" fmla="val -71112"/>
              <a:gd name="adj2" fmla="val -34807"/>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2</a:t>
            </a:r>
          </a:p>
          <a:p>
            <a:pPr algn="ctr"/>
            <a:r>
              <a:rPr lang="en-MY" b="1" dirty="0"/>
              <a:t>Wrap-around </a:t>
            </a:r>
          </a:p>
          <a:p>
            <a:pPr algn="ctr"/>
            <a:r>
              <a:rPr lang="en-MY" b="1" dirty="0"/>
              <a:t>AC’</a:t>
            </a:r>
          </a:p>
        </p:txBody>
      </p:sp>
      <p:sp>
        <p:nvSpPr>
          <p:cNvPr id="25" name="Speech Bubble: Rectangle with Corners Rounded 24">
            <a:extLst>
              <a:ext uri="{FF2B5EF4-FFF2-40B4-BE49-F238E27FC236}">
                <a16:creationId xmlns:a16="http://schemas.microsoft.com/office/drawing/2014/main" id="{FA8A1E16-A4A6-7E58-0D09-E1B3CDDB136C}"/>
              </a:ext>
            </a:extLst>
          </p:cNvPr>
          <p:cNvSpPr/>
          <p:nvPr/>
        </p:nvSpPr>
        <p:spPr>
          <a:xfrm>
            <a:off x="747888" y="1908982"/>
            <a:ext cx="1458649" cy="792088"/>
          </a:xfrm>
          <a:prstGeom prst="wedgeRoundRectCallout">
            <a:avLst>
              <a:gd name="adj1" fmla="val 131013"/>
              <a:gd name="adj2" fmla="val 174424"/>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3 </a:t>
            </a:r>
          </a:p>
          <a:p>
            <a:pPr algn="ctr"/>
            <a:r>
              <a:rPr lang="en-MY" b="1" dirty="0"/>
              <a:t>A’B’C</a:t>
            </a:r>
          </a:p>
        </p:txBody>
      </p:sp>
    </p:spTree>
    <p:extLst>
      <p:ext uri="{BB962C8B-B14F-4D97-AF65-F5344CB8AC3E}">
        <p14:creationId xmlns:p14="http://schemas.microsoft.com/office/powerpoint/2010/main" val="2211957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5"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9B533-1A6E-D28F-555E-454741E844E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DE25DA-A8FD-B57E-4FA1-5AD3B3811DFD}"/>
              </a:ext>
            </a:extLst>
          </p:cNvPr>
          <p:cNvSpPr>
            <a:spLocks noGrp="1"/>
          </p:cNvSpPr>
          <p:nvPr>
            <p:ph type="sldNum" sz="quarter" idx="12"/>
          </p:nvPr>
        </p:nvSpPr>
        <p:spPr/>
        <p:txBody>
          <a:bodyPr/>
          <a:lstStyle/>
          <a:p>
            <a:pPr>
              <a:defRPr/>
            </a:pPr>
            <a:fld id="{B8AD9B9C-0E5B-4825-AA18-F26ABB6A6054}" type="slidenum">
              <a:rPr lang="en-US" altLang="en-US" smtClean="0"/>
              <a:pPr>
                <a:defRPr/>
              </a:pPr>
              <a:t>91</a:t>
            </a:fld>
            <a:endParaRPr lang="en-US" altLang="en-US"/>
          </a:p>
        </p:txBody>
      </p:sp>
      <p:graphicFrame>
        <p:nvGraphicFramePr>
          <p:cNvPr id="5" name="Table 4">
            <a:extLst>
              <a:ext uri="{FF2B5EF4-FFF2-40B4-BE49-F238E27FC236}">
                <a16:creationId xmlns:a16="http://schemas.microsoft.com/office/drawing/2014/main" id="{5A89B984-41F7-3A57-E8B7-CD41167721CF}"/>
              </a:ext>
            </a:extLst>
          </p:cNvPr>
          <p:cNvGraphicFramePr>
            <a:graphicFrameLocks noGrp="1"/>
          </p:cNvGraphicFramePr>
          <p:nvPr>
            <p:extLst>
              <p:ext uri="{D42A27DB-BD31-4B8C-83A1-F6EECF244321}">
                <p14:modId xmlns:p14="http://schemas.microsoft.com/office/powerpoint/2010/main" val="1144339457"/>
              </p:ext>
            </p:extLst>
          </p:nvPr>
        </p:nvGraphicFramePr>
        <p:xfrm>
          <a:off x="3312919" y="2786608"/>
          <a:ext cx="2774000" cy="3631952"/>
        </p:xfrm>
        <a:graphic>
          <a:graphicData uri="http://schemas.openxmlformats.org/drawingml/2006/table">
            <a:tbl>
              <a:tblPr firstRow="1" bandRow="1">
                <a:tableStyleId>{5940675A-B579-460E-94D1-54222C63F5DA}</a:tableStyleId>
              </a:tblPr>
              <a:tblGrid>
                <a:gridCol w="1387000">
                  <a:extLst>
                    <a:ext uri="{9D8B030D-6E8A-4147-A177-3AD203B41FA5}">
                      <a16:colId xmlns:a16="http://schemas.microsoft.com/office/drawing/2014/main" val="1452604075"/>
                    </a:ext>
                  </a:extLst>
                </a:gridCol>
                <a:gridCol w="1387000">
                  <a:extLst>
                    <a:ext uri="{9D8B030D-6E8A-4147-A177-3AD203B41FA5}">
                      <a16:colId xmlns:a16="http://schemas.microsoft.com/office/drawing/2014/main" val="1390609854"/>
                    </a:ext>
                  </a:extLst>
                </a:gridCol>
              </a:tblGrid>
              <a:tr h="907988">
                <a:tc>
                  <a:txBody>
                    <a:bodyPr/>
                    <a:lstStyle/>
                    <a:p>
                      <a:endParaRPr lang="en-MY"/>
                    </a:p>
                  </a:txBody>
                  <a:tcPr/>
                </a:tc>
                <a:tc>
                  <a:txBody>
                    <a:bodyPr/>
                    <a:lstStyle/>
                    <a:p>
                      <a:endParaRPr lang="en-MY" dirty="0"/>
                    </a:p>
                  </a:txBody>
                  <a:tcPr/>
                </a:tc>
                <a:extLst>
                  <a:ext uri="{0D108BD9-81ED-4DB2-BD59-A6C34878D82A}">
                    <a16:rowId xmlns:a16="http://schemas.microsoft.com/office/drawing/2014/main" val="1916785818"/>
                  </a:ext>
                </a:extLst>
              </a:tr>
              <a:tr h="907988">
                <a:tc>
                  <a:txBody>
                    <a:bodyPr/>
                    <a:lstStyle/>
                    <a:p>
                      <a:endParaRPr lang="en-MY" dirty="0"/>
                    </a:p>
                  </a:txBody>
                  <a:tcPr/>
                </a:tc>
                <a:tc>
                  <a:txBody>
                    <a:bodyPr/>
                    <a:lstStyle/>
                    <a:p>
                      <a:endParaRPr lang="en-MY"/>
                    </a:p>
                  </a:txBody>
                  <a:tcPr/>
                </a:tc>
                <a:extLst>
                  <a:ext uri="{0D108BD9-81ED-4DB2-BD59-A6C34878D82A}">
                    <a16:rowId xmlns:a16="http://schemas.microsoft.com/office/drawing/2014/main" val="1660852292"/>
                  </a:ext>
                </a:extLst>
              </a:tr>
              <a:tr h="907988">
                <a:tc>
                  <a:txBody>
                    <a:bodyPr/>
                    <a:lstStyle/>
                    <a:p>
                      <a:endParaRPr lang="en-MY" dirty="0"/>
                    </a:p>
                  </a:txBody>
                  <a:tcPr/>
                </a:tc>
                <a:tc>
                  <a:txBody>
                    <a:bodyPr/>
                    <a:lstStyle/>
                    <a:p>
                      <a:endParaRPr lang="en-MY"/>
                    </a:p>
                  </a:txBody>
                  <a:tcPr/>
                </a:tc>
                <a:extLst>
                  <a:ext uri="{0D108BD9-81ED-4DB2-BD59-A6C34878D82A}">
                    <a16:rowId xmlns:a16="http://schemas.microsoft.com/office/drawing/2014/main" val="472160551"/>
                  </a:ext>
                </a:extLst>
              </a:tr>
              <a:tr h="907988">
                <a:tc>
                  <a:txBody>
                    <a:bodyPr/>
                    <a:lstStyle/>
                    <a:p>
                      <a:endParaRPr lang="en-MY" dirty="0"/>
                    </a:p>
                  </a:txBody>
                  <a:tcPr/>
                </a:tc>
                <a:tc>
                  <a:txBody>
                    <a:bodyPr/>
                    <a:lstStyle/>
                    <a:p>
                      <a:endParaRPr lang="en-MY" dirty="0"/>
                    </a:p>
                  </a:txBody>
                  <a:tcPr/>
                </a:tc>
                <a:extLst>
                  <a:ext uri="{0D108BD9-81ED-4DB2-BD59-A6C34878D82A}">
                    <a16:rowId xmlns:a16="http://schemas.microsoft.com/office/drawing/2014/main" val="3436796420"/>
                  </a:ext>
                </a:extLst>
              </a:tr>
            </a:tbl>
          </a:graphicData>
        </a:graphic>
      </p:graphicFrame>
      <p:sp>
        <p:nvSpPr>
          <p:cNvPr id="6" name="TextBox 5">
            <a:extLst>
              <a:ext uri="{FF2B5EF4-FFF2-40B4-BE49-F238E27FC236}">
                <a16:creationId xmlns:a16="http://schemas.microsoft.com/office/drawing/2014/main" id="{F4CAF160-5A56-0E30-7C62-34821F14D619}"/>
              </a:ext>
            </a:extLst>
          </p:cNvPr>
          <p:cNvSpPr txBox="1"/>
          <p:nvPr/>
        </p:nvSpPr>
        <p:spPr>
          <a:xfrm>
            <a:off x="2825398" y="3002461"/>
            <a:ext cx="463588" cy="400110"/>
          </a:xfrm>
          <a:prstGeom prst="rect">
            <a:avLst/>
          </a:prstGeom>
          <a:noFill/>
        </p:spPr>
        <p:txBody>
          <a:bodyPr wrap="none" rtlCol="0">
            <a:spAutoFit/>
          </a:bodyPr>
          <a:lstStyle/>
          <a:p>
            <a:r>
              <a:rPr lang="en-MY" dirty="0"/>
              <a:t>00</a:t>
            </a:r>
          </a:p>
        </p:txBody>
      </p:sp>
      <p:sp>
        <p:nvSpPr>
          <p:cNvPr id="7" name="TextBox 6">
            <a:extLst>
              <a:ext uri="{FF2B5EF4-FFF2-40B4-BE49-F238E27FC236}">
                <a16:creationId xmlns:a16="http://schemas.microsoft.com/office/drawing/2014/main" id="{C92D0BAB-6A53-00C6-081D-05C932B30127}"/>
              </a:ext>
            </a:extLst>
          </p:cNvPr>
          <p:cNvSpPr txBox="1"/>
          <p:nvPr/>
        </p:nvSpPr>
        <p:spPr>
          <a:xfrm>
            <a:off x="2799579" y="3866728"/>
            <a:ext cx="463588" cy="400110"/>
          </a:xfrm>
          <a:prstGeom prst="rect">
            <a:avLst/>
          </a:prstGeom>
          <a:noFill/>
        </p:spPr>
        <p:txBody>
          <a:bodyPr wrap="none" rtlCol="0">
            <a:spAutoFit/>
          </a:bodyPr>
          <a:lstStyle/>
          <a:p>
            <a:r>
              <a:rPr lang="en-MY" dirty="0"/>
              <a:t>01</a:t>
            </a:r>
          </a:p>
        </p:txBody>
      </p:sp>
      <p:sp>
        <p:nvSpPr>
          <p:cNvPr id="8" name="TextBox 7">
            <a:extLst>
              <a:ext uri="{FF2B5EF4-FFF2-40B4-BE49-F238E27FC236}">
                <a16:creationId xmlns:a16="http://schemas.microsoft.com/office/drawing/2014/main" id="{4A445E15-96A1-5317-DF69-F41D97999C37}"/>
              </a:ext>
            </a:extLst>
          </p:cNvPr>
          <p:cNvSpPr txBox="1"/>
          <p:nvPr/>
        </p:nvSpPr>
        <p:spPr>
          <a:xfrm>
            <a:off x="2795548" y="4742534"/>
            <a:ext cx="463588" cy="400110"/>
          </a:xfrm>
          <a:prstGeom prst="rect">
            <a:avLst/>
          </a:prstGeom>
          <a:noFill/>
        </p:spPr>
        <p:txBody>
          <a:bodyPr wrap="none" rtlCol="0">
            <a:spAutoFit/>
          </a:bodyPr>
          <a:lstStyle/>
          <a:p>
            <a:r>
              <a:rPr lang="en-MY" dirty="0"/>
              <a:t>11</a:t>
            </a:r>
          </a:p>
        </p:txBody>
      </p:sp>
      <p:sp>
        <p:nvSpPr>
          <p:cNvPr id="9" name="TextBox 8">
            <a:extLst>
              <a:ext uri="{FF2B5EF4-FFF2-40B4-BE49-F238E27FC236}">
                <a16:creationId xmlns:a16="http://schemas.microsoft.com/office/drawing/2014/main" id="{E9E78135-80BA-D9F0-1609-B7F567C505FA}"/>
              </a:ext>
            </a:extLst>
          </p:cNvPr>
          <p:cNvSpPr txBox="1"/>
          <p:nvPr/>
        </p:nvSpPr>
        <p:spPr>
          <a:xfrm>
            <a:off x="2767681" y="5675028"/>
            <a:ext cx="463588" cy="400110"/>
          </a:xfrm>
          <a:prstGeom prst="rect">
            <a:avLst/>
          </a:prstGeom>
          <a:noFill/>
        </p:spPr>
        <p:txBody>
          <a:bodyPr wrap="none" rtlCol="0">
            <a:spAutoFit/>
          </a:bodyPr>
          <a:lstStyle/>
          <a:p>
            <a:r>
              <a:rPr lang="en-MY" dirty="0"/>
              <a:t>10</a:t>
            </a:r>
          </a:p>
        </p:txBody>
      </p:sp>
      <p:sp>
        <p:nvSpPr>
          <p:cNvPr id="10" name="TextBox 9">
            <a:extLst>
              <a:ext uri="{FF2B5EF4-FFF2-40B4-BE49-F238E27FC236}">
                <a16:creationId xmlns:a16="http://schemas.microsoft.com/office/drawing/2014/main" id="{3DE91B0A-32AC-24ED-6AC5-C0781B47DB3B}"/>
              </a:ext>
            </a:extLst>
          </p:cNvPr>
          <p:cNvSpPr txBox="1"/>
          <p:nvPr/>
        </p:nvSpPr>
        <p:spPr>
          <a:xfrm>
            <a:off x="3866029" y="2304908"/>
            <a:ext cx="324128" cy="400110"/>
          </a:xfrm>
          <a:prstGeom prst="rect">
            <a:avLst/>
          </a:prstGeom>
          <a:noFill/>
        </p:spPr>
        <p:txBody>
          <a:bodyPr wrap="none" rtlCol="0">
            <a:spAutoFit/>
          </a:bodyPr>
          <a:lstStyle/>
          <a:p>
            <a:r>
              <a:rPr lang="en-MY" dirty="0"/>
              <a:t>0</a:t>
            </a:r>
          </a:p>
        </p:txBody>
      </p:sp>
      <p:sp>
        <p:nvSpPr>
          <p:cNvPr id="11" name="TextBox 10">
            <a:extLst>
              <a:ext uri="{FF2B5EF4-FFF2-40B4-BE49-F238E27FC236}">
                <a16:creationId xmlns:a16="http://schemas.microsoft.com/office/drawing/2014/main" id="{D8CD3AE4-7FC8-E3E2-BD94-9061C1D7246A}"/>
              </a:ext>
            </a:extLst>
          </p:cNvPr>
          <p:cNvSpPr txBox="1"/>
          <p:nvPr/>
        </p:nvSpPr>
        <p:spPr>
          <a:xfrm>
            <a:off x="5350980" y="2259466"/>
            <a:ext cx="391200" cy="400110"/>
          </a:xfrm>
          <a:prstGeom prst="rect">
            <a:avLst/>
          </a:prstGeom>
          <a:noFill/>
        </p:spPr>
        <p:txBody>
          <a:bodyPr wrap="square" rtlCol="0">
            <a:spAutoFit/>
          </a:bodyPr>
          <a:lstStyle/>
          <a:p>
            <a:r>
              <a:rPr lang="en-MY" dirty="0"/>
              <a:t>1</a:t>
            </a:r>
          </a:p>
        </p:txBody>
      </p:sp>
      <p:sp>
        <p:nvSpPr>
          <p:cNvPr id="12" name="Right Brace 11">
            <a:extLst>
              <a:ext uri="{FF2B5EF4-FFF2-40B4-BE49-F238E27FC236}">
                <a16:creationId xmlns:a16="http://schemas.microsoft.com/office/drawing/2014/main" id="{79A923A9-DCB0-4624-E347-09693DA90F33}"/>
              </a:ext>
            </a:extLst>
          </p:cNvPr>
          <p:cNvSpPr/>
          <p:nvPr/>
        </p:nvSpPr>
        <p:spPr>
          <a:xfrm rot="16200000">
            <a:off x="4453073" y="803230"/>
            <a:ext cx="586056" cy="27740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3" name="Right Brace 12">
            <a:extLst>
              <a:ext uri="{FF2B5EF4-FFF2-40B4-BE49-F238E27FC236}">
                <a16:creationId xmlns:a16="http://schemas.microsoft.com/office/drawing/2014/main" id="{521C16EE-061B-1A8B-6649-31B37870F7F8}"/>
              </a:ext>
            </a:extLst>
          </p:cNvPr>
          <p:cNvSpPr/>
          <p:nvPr/>
        </p:nvSpPr>
        <p:spPr>
          <a:xfrm rot="10800000">
            <a:off x="2264295" y="2787648"/>
            <a:ext cx="586056" cy="3630912"/>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4" name="TextBox 13">
            <a:extLst>
              <a:ext uri="{FF2B5EF4-FFF2-40B4-BE49-F238E27FC236}">
                <a16:creationId xmlns:a16="http://schemas.microsoft.com/office/drawing/2014/main" id="{1C4718D5-3130-5741-8A8A-04F968C70EA1}"/>
              </a:ext>
            </a:extLst>
          </p:cNvPr>
          <p:cNvSpPr txBox="1"/>
          <p:nvPr/>
        </p:nvSpPr>
        <p:spPr>
          <a:xfrm>
            <a:off x="1763092" y="4379147"/>
            <a:ext cx="489236" cy="400110"/>
          </a:xfrm>
          <a:prstGeom prst="rect">
            <a:avLst/>
          </a:prstGeom>
          <a:noFill/>
        </p:spPr>
        <p:txBody>
          <a:bodyPr wrap="square" rtlCol="0">
            <a:spAutoFit/>
          </a:bodyPr>
          <a:lstStyle/>
          <a:p>
            <a:r>
              <a:rPr lang="en-MY" dirty="0"/>
              <a:t>AB</a:t>
            </a:r>
          </a:p>
        </p:txBody>
      </p:sp>
      <p:sp>
        <p:nvSpPr>
          <p:cNvPr id="15" name="TextBox 14">
            <a:extLst>
              <a:ext uri="{FF2B5EF4-FFF2-40B4-BE49-F238E27FC236}">
                <a16:creationId xmlns:a16="http://schemas.microsoft.com/office/drawing/2014/main" id="{4EE8E119-31E1-E5F7-874F-EF20ACE23FEC}"/>
              </a:ext>
            </a:extLst>
          </p:cNvPr>
          <p:cNvSpPr txBox="1"/>
          <p:nvPr/>
        </p:nvSpPr>
        <p:spPr>
          <a:xfrm>
            <a:off x="4587976" y="1456296"/>
            <a:ext cx="338554" cy="400110"/>
          </a:xfrm>
          <a:prstGeom prst="rect">
            <a:avLst/>
          </a:prstGeom>
          <a:noFill/>
        </p:spPr>
        <p:txBody>
          <a:bodyPr wrap="none" rtlCol="0">
            <a:spAutoFit/>
          </a:bodyPr>
          <a:lstStyle/>
          <a:p>
            <a:r>
              <a:rPr lang="en-MY" dirty="0"/>
              <a:t>C</a:t>
            </a:r>
          </a:p>
        </p:txBody>
      </p:sp>
      <p:sp>
        <p:nvSpPr>
          <p:cNvPr id="18" name="TextBox 17">
            <a:extLst>
              <a:ext uri="{FF2B5EF4-FFF2-40B4-BE49-F238E27FC236}">
                <a16:creationId xmlns:a16="http://schemas.microsoft.com/office/drawing/2014/main" id="{9358881B-A44F-8744-3E1A-F95641D8494B}"/>
              </a:ext>
            </a:extLst>
          </p:cNvPr>
          <p:cNvSpPr txBox="1"/>
          <p:nvPr/>
        </p:nvSpPr>
        <p:spPr>
          <a:xfrm>
            <a:off x="5328284" y="2905780"/>
            <a:ext cx="413896" cy="523220"/>
          </a:xfrm>
          <a:prstGeom prst="rect">
            <a:avLst/>
          </a:prstGeom>
          <a:noFill/>
        </p:spPr>
        <p:txBody>
          <a:bodyPr wrap="none" rtlCol="0">
            <a:spAutoFit/>
          </a:bodyPr>
          <a:lstStyle/>
          <a:p>
            <a:r>
              <a:rPr lang="en-MY" sz="2800" b="1" dirty="0">
                <a:solidFill>
                  <a:srgbClr val="0070C0"/>
                </a:solidFill>
              </a:rPr>
              <a:t>1</a:t>
            </a:r>
          </a:p>
        </p:txBody>
      </p:sp>
      <p:sp>
        <p:nvSpPr>
          <p:cNvPr id="20" name="TextBox 19">
            <a:extLst>
              <a:ext uri="{FF2B5EF4-FFF2-40B4-BE49-F238E27FC236}">
                <a16:creationId xmlns:a16="http://schemas.microsoft.com/office/drawing/2014/main" id="{A92D6B44-641A-3349-CD43-4AFC13C2A96B}"/>
              </a:ext>
            </a:extLst>
          </p:cNvPr>
          <p:cNvSpPr txBox="1"/>
          <p:nvPr/>
        </p:nvSpPr>
        <p:spPr>
          <a:xfrm>
            <a:off x="3776261" y="3855927"/>
            <a:ext cx="413896" cy="523220"/>
          </a:xfrm>
          <a:prstGeom prst="rect">
            <a:avLst/>
          </a:prstGeom>
          <a:noFill/>
        </p:spPr>
        <p:txBody>
          <a:bodyPr wrap="none" rtlCol="0">
            <a:spAutoFit/>
          </a:bodyPr>
          <a:lstStyle/>
          <a:p>
            <a:r>
              <a:rPr lang="en-MY" sz="2800" b="1" dirty="0">
                <a:solidFill>
                  <a:srgbClr val="0070C0"/>
                </a:solidFill>
              </a:rPr>
              <a:t>1</a:t>
            </a:r>
          </a:p>
        </p:txBody>
      </p:sp>
      <p:sp>
        <p:nvSpPr>
          <p:cNvPr id="21" name="TextBox 20">
            <a:extLst>
              <a:ext uri="{FF2B5EF4-FFF2-40B4-BE49-F238E27FC236}">
                <a16:creationId xmlns:a16="http://schemas.microsoft.com/office/drawing/2014/main" id="{935896C5-1E2F-F7D2-EFEB-FD5BC3654B45}"/>
              </a:ext>
            </a:extLst>
          </p:cNvPr>
          <p:cNvSpPr txBox="1"/>
          <p:nvPr/>
        </p:nvSpPr>
        <p:spPr>
          <a:xfrm>
            <a:off x="3790390" y="5737702"/>
            <a:ext cx="413896" cy="523220"/>
          </a:xfrm>
          <a:prstGeom prst="rect">
            <a:avLst/>
          </a:prstGeom>
          <a:noFill/>
        </p:spPr>
        <p:txBody>
          <a:bodyPr wrap="none" rtlCol="0">
            <a:spAutoFit/>
          </a:bodyPr>
          <a:lstStyle/>
          <a:p>
            <a:r>
              <a:rPr lang="en-MY" sz="2800" b="1" dirty="0">
                <a:solidFill>
                  <a:srgbClr val="0070C0"/>
                </a:solidFill>
              </a:rPr>
              <a:t>1</a:t>
            </a:r>
          </a:p>
        </p:txBody>
      </p:sp>
      <p:sp>
        <p:nvSpPr>
          <p:cNvPr id="2" name="TextBox 1">
            <a:extLst>
              <a:ext uri="{FF2B5EF4-FFF2-40B4-BE49-F238E27FC236}">
                <a16:creationId xmlns:a16="http://schemas.microsoft.com/office/drawing/2014/main" id="{46354593-FEFB-8682-6E90-0FC35C93E1DF}"/>
              </a:ext>
            </a:extLst>
          </p:cNvPr>
          <p:cNvSpPr txBox="1"/>
          <p:nvPr/>
        </p:nvSpPr>
        <p:spPr>
          <a:xfrm>
            <a:off x="3790390" y="4875633"/>
            <a:ext cx="413896" cy="523220"/>
          </a:xfrm>
          <a:prstGeom prst="rect">
            <a:avLst/>
          </a:prstGeom>
          <a:noFill/>
        </p:spPr>
        <p:txBody>
          <a:bodyPr wrap="none" rtlCol="0">
            <a:spAutoFit/>
          </a:bodyPr>
          <a:lstStyle/>
          <a:p>
            <a:r>
              <a:rPr lang="en-MY" sz="2800" b="1" dirty="0">
                <a:solidFill>
                  <a:srgbClr val="0070C0"/>
                </a:solidFill>
              </a:rPr>
              <a:t>1</a:t>
            </a:r>
          </a:p>
        </p:txBody>
      </p:sp>
      <p:sp>
        <p:nvSpPr>
          <p:cNvPr id="3" name="TextBox 2">
            <a:extLst>
              <a:ext uri="{FF2B5EF4-FFF2-40B4-BE49-F238E27FC236}">
                <a16:creationId xmlns:a16="http://schemas.microsoft.com/office/drawing/2014/main" id="{5F64C2BC-3C62-3E21-F449-F698AE692818}"/>
              </a:ext>
            </a:extLst>
          </p:cNvPr>
          <p:cNvSpPr txBox="1"/>
          <p:nvPr/>
        </p:nvSpPr>
        <p:spPr>
          <a:xfrm>
            <a:off x="1475656" y="342093"/>
            <a:ext cx="6606579" cy="1200329"/>
          </a:xfrm>
          <a:prstGeom prst="rect">
            <a:avLst/>
          </a:prstGeom>
          <a:noFill/>
        </p:spPr>
        <p:txBody>
          <a:bodyPr wrap="square" rtlCol="0">
            <a:spAutoFit/>
          </a:bodyPr>
          <a:lstStyle/>
          <a:p>
            <a:r>
              <a:rPr lang="en-MY" sz="3600" dirty="0"/>
              <a:t>A’B’C + A’BC’ + ABC’ + AB’C’</a:t>
            </a:r>
          </a:p>
          <a:p>
            <a:r>
              <a:rPr lang="en-MY" sz="3600" dirty="0"/>
              <a:t>001   + 010  +  110  + 100</a:t>
            </a:r>
          </a:p>
        </p:txBody>
      </p:sp>
      <p:sp>
        <p:nvSpPr>
          <p:cNvPr id="16" name="Oval 15">
            <a:extLst>
              <a:ext uri="{FF2B5EF4-FFF2-40B4-BE49-F238E27FC236}">
                <a16:creationId xmlns:a16="http://schemas.microsoft.com/office/drawing/2014/main" id="{1F34F009-E2F3-319B-8A94-878A69593509}"/>
              </a:ext>
            </a:extLst>
          </p:cNvPr>
          <p:cNvSpPr/>
          <p:nvPr/>
        </p:nvSpPr>
        <p:spPr>
          <a:xfrm rot="16200000">
            <a:off x="3073675" y="4056587"/>
            <a:ext cx="1847326" cy="1145708"/>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7" name="Oval 16">
            <a:extLst>
              <a:ext uri="{FF2B5EF4-FFF2-40B4-BE49-F238E27FC236}">
                <a16:creationId xmlns:a16="http://schemas.microsoft.com/office/drawing/2014/main" id="{08211BF3-31C9-2357-3A94-99823A38FD98}"/>
              </a:ext>
            </a:extLst>
          </p:cNvPr>
          <p:cNvSpPr/>
          <p:nvPr/>
        </p:nvSpPr>
        <p:spPr>
          <a:xfrm rot="16200000">
            <a:off x="3091459" y="4930011"/>
            <a:ext cx="1847326" cy="1145708"/>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9" name="Speech Bubble: Rectangle with Corners Rounded 18">
            <a:extLst>
              <a:ext uri="{FF2B5EF4-FFF2-40B4-BE49-F238E27FC236}">
                <a16:creationId xmlns:a16="http://schemas.microsoft.com/office/drawing/2014/main" id="{92FE8747-DD8B-80A2-0F7C-E7D7783ED437}"/>
              </a:ext>
            </a:extLst>
          </p:cNvPr>
          <p:cNvSpPr/>
          <p:nvPr/>
        </p:nvSpPr>
        <p:spPr>
          <a:xfrm>
            <a:off x="35496" y="2536782"/>
            <a:ext cx="1458649" cy="792088"/>
          </a:xfrm>
          <a:prstGeom prst="wedgeRoundRectCallout">
            <a:avLst>
              <a:gd name="adj1" fmla="val 205099"/>
              <a:gd name="adj2" fmla="val 174424"/>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1 </a:t>
            </a:r>
          </a:p>
          <a:p>
            <a:pPr algn="ctr"/>
            <a:r>
              <a:rPr lang="en-MY" b="1" dirty="0"/>
              <a:t>BC’</a:t>
            </a:r>
          </a:p>
        </p:txBody>
      </p:sp>
      <p:sp>
        <p:nvSpPr>
          <p:cNvPr id="24" name="Speech Bubble: Rectangle with Corners Rounded 23">
            <a:extLst>
              <a:ext uri="{FF2B5EF4-FFF2-40B4-BE49-F238E27FC236}">
                <a16:creationId xmlns:a16="http://schemas.microsoft.com/office/drawing/2014/main" id="{0CA4B1F2-22AB-5682-D359-B447434BAB9F}"/>
              </a:ext>
            </a:extLst>
          </p:cNvPr>
          <p:cNvSpPr/>
          <p:nvPr/>
        </p:nvSpPr>
        <p:spPr>
          <a:xfrm>
            <a:off x="6923120" y="1512820"/>
            <a:ext cx="1458649" cy="792088"/>
          </a:xfrm>
          <a:prstGeom prst="wedgeRoundRectCallout">
            <a:avLst>
              <a:gd name="adj1" fmla="val -126863"/>
              <a:gd name="adj2" fmla="val 145564"/>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3 </a:t>
            </a:r>
          </a:p>
          <a:p>
            <a:pPr algn="ctr"/>
            <a:r>
              <a:rPr lang="en-MY" b="1" dirty="0"/>
              <a:t>A’B’C</a:t>
            </a:r>
          </a:p>
        </p:txBody>
      </p:sp>
      <p:sp>
        <p:nvSpPr>
          <p:cNvPr id="25" name="Speech Bubble: Rectangle with Corners Rounded 24">
            <a:extLst>
              <a:ext uri="{FF2B5EF4-FFF2-40B4-BE49-F238E27FC236}">
                <a16:creationId xmlns:a16="http://schemas.microsoft.com/office/drawing/2014/main" id="{39108AB3-83D2-12AF-1700-15342DB93361}"/>
              </a:ext>
            </a:extLst>
          </p:cNvPr>
          <p:cNvSpPr/>
          <p:nvPr/>
        </p:nvSpPr>
        <p:spPr>
          <a:xfrm>
            <a:off x="73247" y="4186417"/>
            <a:ext cx="1458649" cy="792088"/>
          </a:xfrm>
          <a:prstGeom prst="wedgeRoundRectCallout">
            <a:avLst>
              <a:gd name="adj1" fmla="val 205099"/>
              <a:gd name="adj2" fmla="val 174424"/>
              <a:gd name="adj3" fmla="val 1666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b="1" dirty="0"/>
              <a:t>Group 2 </a:t>
            </a:r>
          </a:p>
          <a:p>
            <a:pPr algn="ctr"/>
            <a:r>
              <a:rPr lang="en-MY" b="1" dirty="0"/>
              <a:t>AC’</a:t>
            </a:r>
          </a:p>
        </p:txBody>
      </p:sp>
      <p:sp>
        <p:nvSpPr>
          <p:cNvPr id="26" name="TextBox 25">
            <a:extLst>
              <a:ext uri="{FF2B5EF4-FFF2-40B4-BE49-F238E27FC236}">
                <a16:creationId xmlns:a16="http://schemas.microsoft.com/office/drawing/2014/main" id="{D08BE372-EAFB-0836-8CE1-18593B985176}"/>
              </a:ext>
            </a:extLst>
          </p:cNvPr>
          <p:cNvSpPr txBox="1"/>
          <p:nvPr/>
        </p:nvSpPr>
        <p:spPr>
          <a:xfrm>
            <a:off x="4699919" y="6275592"/>
            <a:ext cx="4967004" cy="646331"/>
          </a:xfrm>
          <a:prstGeom prst="rect">
            <a:avLst/>
          </a:prstGeom>
          <a:noFill/>
        </p:spPr>
        <p:txBody>
          <a:bodyPr wrap="square" rtlCol="0">
            <a:spAutoFit/>
          </a:bodyPr>
          <a:lstStyle/>
          <a:p>
            <a:r>
              <a:rPr lang="en-MY" sz="3600" dirty="0"/>
              <a:t>F =BC’ + AC’ + A’B’C</a:t>
            </a:r>
          </a:p>
        </p:txBody>
      </p:sp>
    </p:spTree>
    <p:extLst>
      <p:ext uri="{BB962C8B-B14F-4D97-AF65-F5344CB8AC3E}">
        <p14:creationId xmlns:p14="http://schemas.microsoft.com/office/powerpoint/2010/main" val="87999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anim calcmode="lin" valueType="num">
                                      <p:cBhvr>
                                        <p:cTn id="15" dur="1000" fill="hold"/>
                                        <p:tgtEl>
                                          <p:spTgt spid="18"/>
                                        </p:tgtEl>
                                        <p:attrNameLst>
                                          <p:attrName>ppt_x</p:attrName>
                                        </p:attrNameLst>
                                      </p:cBhvr>
                                      <p:tavLst>
                                        <p:tav tm="0">
                                          <p:val>
                                            <p:strVal val="#ppt_x"/>
                                          </p:val>
                                        </p:tav>
                                        <p:tav tm="100000">
                                          <p:val>
                                            <p:strVal val="#ppt_x"/>
                                          </p:val>
                                        </p:tav>
                                      </p:tavLst>
                                    </p:anim>
                                    <p:anim calcmode="lin" valueType="num">
                                      <p:cBhvr>
                                        <p:cTn id="1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1000"/>
                                        <p:tgtEl>
                                          <p:spTgt spid="21"/>
                                        </p:tgtEl>
                                      </p:cBhvr>
                                    </p:animEffect>
                                    <p:anim calcmode="lin" valueType="num">
                                      <p:cBhvr>
                                        <p:cTn id="22" dur="1000" fill="hold"/>
                                        <p:tgtEl>
                                          <p:spTgt spid="21"/>
                                        </p:tgtEl>
                                        <p:attrNameLst>
                                          <p:attrName>ppt_x</p:attrName>
                                        </p:attrNameLst>
                                      </p:cBhvr>
                                      <p:tavLst>
                                        <p:tav tm="0">
                                          <p:val>
                                            <p:strVal val="#ppt_x"/>
                                          </p:val>
                                        </p:tav>
                                        <p:tav tm="100000">
                                          <p:val>
                                            <p:strVal val="#ppt_x"/>
                                          </p:val>
                                        </p:tav>
                                      </p:tavLst>
                                    </p:anim>
                                    <p:anim calcmode="lin" valueType="num">
                                      <p:cBhvr>
                                        <p:cTn id="2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500" fill="hold"/>
                                        <p:tgtEl>
                                          <p:spTgt spid="24"/>
                                        </p:tgtEl>
                                        <p:attrNameLst>
                                          <p:attrName>ppt_x</p:attrName>
                                        </p:attrNameLst>
                                      </p:cBhvr>
                                      <p:tavLst>
                                        <p:tav tm="0">
                                          <p:val>
                                            <p:strVal val="#ppt_x"/>
                                          </p:val>
                                        </p:tav>
                                        <p:tav tm="100000">
                                          <p:val>
                                            <p:strVal val="#ppt_x"/>
                                          </p:val>
                                        </p:tav>
                                      </p:tavLst>
                                    </p:anim>
                                    <p:anim calcmode="lin" valueType="num">
                                      <p:cBhvr additive="base">
                                        <p:cTn id="38" dur="500" fill="hold"/>
                                        <p:tgtEl>
                                          <p:spTgt spid="2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500" fill="hold"/>
                                        <p:tgtEl>
                                          <p:spTgt spid="25"/>
                                        </p:tgtEl>
                                        <p:attrNameLst>
                                          <p:attrName>ppt_x</p:attrName>
                                        </p:attrNameLst>
                                      </p:cBhvr>
                                      <p:tavLst>
                                        <p:tav tm="0">
                                          <p:val>
                                            <p:strVal val="#ppt_x"/>
                                          </p:val>
                                        </p:tav>
                                        <p:tav tm="100000">
                                          <p:val>
                                            <p:strVal val="#ppt_x"/>
                                          </p:val>
                                        </p:tav>
                                      </p:tavLst>
                                    </p:anim>
                                    <p:anim calcmode="lin" valueType="num">
                                      <p:cBhvr additive="base">
                                        <p:cTn id="4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1" grpId="0"/>
      <p:bldP spid="2" grpId="0"/>
      <p:bldP spid="19" grpId="0" animBg="1"/>
      <p:bldP spid="24" grpId="0" animBg="1"/>
      <p:bldP spid="2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E3AA07-B45B-33A2-C6DB-BEAC4A771541}"/>
              </a:ext>
            </a:extLst>
          </p:cNvPr>
          <p:cNvSpPr>
            <a:spLocks noGrp="1"/>
          </p:cNvSpPr>
          <p:nvPr>
            <p:ph type="sldNum" sz="quarter" idx="12"/>
          </p:nvPr>
        </p:nvSpPr>
        <p:spPr/>
        <p:txBody>
          <a:bodyPr/>
          <a:lstStyle/>
          <a:p>
            <a:pPr>
              <a:defRPr/>
            </a:pPr>
            <a:fld id="{C80DB997-564C-4C45-82C5-01CC3F0E549C}" type="slidenum">
              <a:rPr lang="en-US" altLang="en-US" smtClean="0"/>
              <a:pPr>
                <a:defRPr/>
              </a:pPr>
              <a:t>92</a:t>
            </a:fld>
            <a:endParaRPr lang="en-US" altLang="en-US"/>
          </a:p>
        </p:txBody>
      </p:sp>
      <p:pic>
        <p:nvPicPr>
          <p:cNvPr id="4" name="Picture 3">
            <a:extLst>
              <a:ext uri="{FF2B5EF4-FFF2-40B4-BE49-F238E27FC236}">
                <a16:creationId xmlns:a16="http://schemas.microsoft.com/office/drawing/2014/main" id="{74C48650-FA8E-3F33-6D5C-853016275E29}"/>
              </a:ext>
            </a:extLst>
          </p:cNvPr>
          <p:cNvPicPr>
            <a:picLocks noChangeAspect="1"/>
          </p:cNvPicPr>
          <p:nvPr/>
        </p:nvPicPr>
        <p:blipFill>
          <a:blip r:embed="rId2"/>
          <a:stretch>
            <a:fillRect/>
          </a:stretch>
        </p:blipFill>
        <p:spPr>
          <a:xfrm>
            <a:off x="1496458" y="0"/>
            <a:ext cx="6151084" cy="6858000"/>
          </a:xfrm>
          <a:prstGeom prst="rect">
            <a:avLst/>
          </a:prstGeom>
        </p:spPr>
      </p:pic>
      <p:sp>
        <p:nvSpPr>
          <p:cNvPr id="5" name="Rectangle 4">
            <a:extLst>
              <a:ext uri="{FF2B5EF4-FFF2-40B4-BE49-F238E27FC236}">
                <a16:creationId xmlns:a16="http://schemas.microsoft.com/office/drawing/2014/main" id="{B7E8FA29-3BF6-CA24-CADB-B274DF5BB6C4}"/>
              </a:ext>
            </a:extLst>
          </p:cNvPr>
          <p:cNvSpPr/>
          <p:nvPr/>
        </p:nvSpPr>
        <p:spPr>
          <a:xfrm>
            <a:off x="1691680" y="1700808"/>
            <a:ext cx="5688632" cy="437133"/>
          </a:xfrm>
          <a:prstGeom prst="rect">
            <a:avLst/>
          </a:prstGeom>
          <a:solidFill>
            <a:schemeClr val="accent2">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Rectangle 5">
            <a:extLst>
              <a:ext uri="{FF2B5EF4-FFF2-40B4-BE49-F238E27FC236}">
                <a16:creationId xmlns:a16="http://schemas.microsoft.com/office/drawing/2014/main" id="{9FDD18AC-9A5F-CE81-0AE7-98E51FDC5180}"/>
              </a:ext>
            </a:extLst>
          </p:cNvPr>
          <p:cNvSpPr/>
          <p:nvPr/>
        </p:nvSpPr>
        <p:spPr>
          <a:xfrm>
            <a:off x="1691680" y="3501008"/>
            <a:ext cx="5688632" cy="864096"/>
          </a:xfrm>
          <a:prstGeom prst="rect">
            <a:avLst/>
          </a:prstGeom>
          <a:solidFill>
            <a:schemeClr val="accent2">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DC20436C-BABB-154F-639C-5F1C201DBBCA}"/>
              </a:ext>
            </a:extLst>
          </p:cNvPr>
          <p:cNvSpPr/>
          <p:nvPr/>
        </p:nvSpPr>
        <p:spPr>
          <a:xfrm>
            <a:off x="1672851" y="4720059"/>
            <a:ext cx="5688632" cy="1008112"/>
          </a:xfrm>
          <a:prstGeom prst="rect">
            <a:avLst/>
          </a:prstGeom>
          <a:solidFill>
            <a:schemeClr val="accent2">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 name="Rectangle 7">
            <a:extLst>
              <a:ext uri="{FF2B5EF4-FFF2-40B4-BE49-F238E27FC236}">
                <a16:creationId xmlns:a16="http://schemas.microsoft.com/office/drawing/2014/main" id="{1351B451-2B4B-5B5A-BC10-E4DE7E2497E3}"/>
              </a:ext>
            </a:extLst>
          </p:cNvPr>
          <p:cNvSpPr/>
          <p:nvPr/>
        </p:nvSpPr>
        <p:spPr>
          <a:xfrm>
            <a:off x="1672851" y="6165304"/>
            <a:ext cx="5688632" cy="366118"/>
          </a:xfrm>
          <a:prstGeom prst="rect">
            <a:avLst/>
          </a:prstGeom>
          <a:solidFill>
            <a:schemeClr val="accent2">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4937435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2B9F95-6878-7125-C0A9-942226CB2778}"/>
              </a:ext>
            </a:extLst>
          </p:cNvPr>
          <p:cNvSpPr>
            <a:spLocks noGrp="1"/>
          </p:cNvSpPr>
          <p:nvPr>
            <p:ph type="sldNum" sz="quarter" idx="12"/>
          </p:nvPr>
        </p:nvSpPr>
        <p:spPr/>
        <p:txBody>
          <a:bodyPr/>
          <a:lstStyle/>
          <a:p>
            <a:pPr>
              <a:defRPr/>
            </a:pPr>
            <a:fld id="{C80DB997-564C-4C45-82C5-01CC3F0E549C}" type="slidenum">
              <a:rPr lang="en-US" altLang="en-US" smtClean="0"/>
              <a:pPr>
                <a:defRPr/>
              </a:pPr>
              <a:t>93</a:t>
            </a:fld>
            <a:endParaRPr lang="en-US" altLang="en-US"/>
          </a:p>
        </p:txBody>
      </p:sp>
      <p:sp>
        <p:nvSpPr>
          <p:cNvPr id="9" name="TextBox 8">
            <a:extLst>
              <a:ext uri="{FF2B5EF4-FFF2-40B4-BE49-F238E27FC236}">
                <a16:creationId xmlns:a16="http://schemas.microsoft.com/office/drawing/2014/main" id="{E515E392-C99E-7E94-0A1B-E7AF473F2479}"/>
              </a:ext>
            </a:extLst>
          </p:cNvPr>
          <p:cNvSpPr txBox="1"/>
          <p:nvPr/>
        </p:nvSpPr>
        <p:spPr>
          <a:xfrm>
            <a:off x="884711" y="227328"/>
            <a:ext cx="7251344" cy="400110"/>
          </a:xfrm>
          <a:prstGeom prst="rect">
            <a:avLst/>
          </a:prstGeom>
          <a:noFill/>
        </p:spPr>
        <p:txBody>
          <a:bodyPr wrap="none" rtlCol="0">
            <a:spAutoFit/>
          </a:bodyPr>
          <a:lstStyle/>
          <a:p>
            <a:r>
              <a:rPr lang="en-MY" dirty="0"/>
              <a:t>A’B’CD + AB’C’D’ + AB’C’D + AB’CD + ABC’D’ + ABC’D + ABCD</a:t>
            </a:r>
          </a:p>
        </p:txBody>
      </p:sp>
      <p:graphicFrame>
        <p:nvGraphicFramePr>
          <p:cNvPr id="3" name="Table 2">
            <a:extLst>
              <a:ext uri="{FF2B5EF4-FFF2-40B4-BE49-F238E27FC236}">
                <a16:creationId xmlns:a16="http://schemas.microsoft.com/office/drawing/2014/main" id="{3D296B75-7F23-7E60-34FB-619FD719ED4F}"/>
              </a:ext>
            </a:extLst>
          </p:cNvPr>
          <p:cNvGraphicFramePr>
            <a:graphicFrameLocks noGrp="1"/>
          </p:cNvGraphicFramePr>
          <p:nvPr>
            <p:extLst>
              <p:ext uri="{D42A27DB-BD31-4B8C-83A1-F6EECF244321}">
                <p14:modId xmlns:p14="http://schemas.microsoft.com/office/powerpoint/2010/main" val="236313388"/>
              </p:ext>
            </p:extLst>
          </p:nvPr>
        </p:nvGraphicFramePr>
        <p:xfrm>
          <a:off x="1971442" y="2348880"/>
          <a:ext cx="4910716" cy="3631952"/>
        </p:xfrm>
        <a:graphic>
          <a:graphicData uri="http://schemas.openxmlformats.org/drawingml/2006/table">
            <a:tbl>
              <a:tblPr firstRow="1" bandRow="1">
                <a:tableStyleId>{5940675A-B579-460E-94D1-54222C63F5DA}</a:tableStyleId>
              </a:tblPr>
              <a:tblGrid>
                <a:gridCol w="1227679">
                  <a:extLst>
                    <a:ext uri="{9D8B030D-6E8A-4147-A177-3AD203B41FA5}">
                      <a16:colId xmlns:a16="http://schemas.microsoft.com/office/drawing/2014/main" val="1452604075"/>
                    </a:ext>
                  </a:extLst>
                </a:gridCol>
                <a:gridCol w="1227679">
                  <a:extLst>
                    <a:ext uri="{9D8B030D-6E8A-4147-A177-3AD203B41FA5}">
                      <a16:colId xmlns:a16="http://schemas.microsoft.com/office/drawing/2014/main" val="1390609854"/>
                    </a:ext>
                  </a:extLst>
                </a:gridCol>
                <a:gridCol w="1227679">
                  <a:extLst>
                    <a:ext uri="{9D8B030D-6E8A-4147-A177-3AD203B41FA5}">
                      <a16:colId xmlns:a16="http://schemas.microsoft.com/office/drawing/2014/main" val="1360791319"/>
                    </a:ext>
                  </a:extLst>
                </a:gridCol>
                <a:gridCol w="1227679">
                  <a:extLst>
                    <a:ext uri="{9D8B030D-6E8A-4147-A177-3AD203B41FA5}">
                      <a16:colId xmlns:a16="http://schemas.microsoft.com/office/drawing/2014/main" val="2803058966"/>
                    </a:ext>
                  </a:extLst>
                </a:gridCol>
              </a:tblGrid>
              <a:tr h="907988">
                <a:tc>
                  <a:txBody>
                    <a:bodyPr/>
                    <a:lstStyle/>
                    <a:p>
                      <a:endParaRPr lang="en-MY" dirty="0"/>
                    </a:p>
                  </a:txBody>
                  <a:tcPr/>
                </a:tc>
                <a:tc>
                  <a:txBody>
                    <a:bodyPr/>
                    <a:lstStyle/>
                    <a:p>
                      <a:endParaRPr lang="en-MY" dirty="0"/>
                    </a:p>
                  </a:txBody>
                  <a:tcPr/>
                </a:tc>
                <a:tc>
                  <a:txBody>
                    <a:bodyPr/>
                    <a:lstStyle/>
                    <a:p>
                      <a:endParaRPr lang="en-MY" dirty="0"/>
                    </a:p>
                  </a:txBody>
                  <a:tcPr/>
                </a:tc>
                <a:tc>
                  <a:txBody>
                    <a:bodyPr/>
                    <a:lstStyle/>
                    <a:p>
                      <a:endParaRPr lang="en-MY" dirty="0"/>
                    </a:p>
                  </a:txBody>
                  <a:tcPr/>
                </a:tc>
                <a:extLst>
                  <a:ext uri="{0D108BD9-81ED-4DB2-BD59-A6C34878D82A}">
                    <a16:rowId xmlns:a16="http://schemas.microsoft.com/office/drawing/2014/main" val="1916785818"/>
                  </a:ext>
                </a:extLst>
              </a:tr>
              <a:tr h="907988">
                <a:tc>
                  <a:txBody>
                    <a:bodyPr/>
                    <a:lstStyle/>
                    <a:p>
                      <a:endParaRPr lang="en-MY" dirty="0"/>
                    </a:p>
                  </a:txBody>
                  <a:tcPr/>
                </a:tc>
                <a:tc>
                  <a:txBody>
                    <a:bodyPr/>
                    <a:lstStyle/>
                    <a:p>
                      <a:endParaRPr lang="en-MY"/>
                    </a:p>
                  </a:txBody>
                  <a:tcPr/>
                </a:tc>
                <a:tc>
                  <a:txBody>
                    <a:bodyPr/>
                    <a:lstStyle/>
                    <a:p>
                      <a:endParaRPr lang="en-MY" dirty="0"/>
                    </a:p>
                  </a:txBody>
                  <a:tcPr/>
                </a:tc>
                <a:tc>
                  <a:txBody>
                    <a:bodyPr/>
                    <a:lstStyle/>
                    <a:p>
                      <a:endParaRPr lang="en-MY" dirty="0"/>
                    </a:p>
                  </a:txBody>
                  <a:tcPr/>
                </a:tc>
                <a:extLst>
                  <a:ext uri="{0D108BD9-81ED-4DB2-BD59-A6C34878D82A}">
                    <a16:rowId xmlns:a16="http://schemas.microsoft.com/office/drawing/2014/main" val="1660852292"/>
                  </a:ext>
                </a:extLst>
              </a:tr>
              <a:tr h="907988">
                <a:tc>
                  <a:txBody>
                    <a:bodyPr/>
                    <a:lstStyle/>
                    <a:p>
                      <a:endParaRPr lang="en-MY" dirty="0"/>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3392932655"/>
                  </a:ext>
                </a:extLst>
              </a:tr>
              <a:tr h="907988">
                <a:tc>
                  <a:txBody>
                    <a:bodyPr/>
                    <a:lstStyle/>
                    <a:p>
                      <a:endParaRPr lang="en-MY" dirty="0"/>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2544248446"/>
                  </a:ext>
                </a:extLst>
              </a:tr>
            </a:tbl>
          </a:graphicData>
        </a:graphic>
      </p:graphicFrame>
      <p:sp>
        <p:nvSpPr>
          <p:cNvPr id="4" name="TextBox 3">
            <a:extLst>
              <a:ext uri="{FF2B5EF4-FFF2-40B4-BE49-F238E27FC236}">
                <a16:creationId xmlns:a16="http://schemas.microsoft.com/office/drawing/2014/main" id="{7840CE5F-CCE9-E659-4038-ABF36255A894}"/>
              </a:ext>
            </a:extLst>
          </p:cNvPr>
          <p:cNvSpPr txBox="1"/>
          <p:nvPr/>
        </p:nvSpPr>
        <p:spPr>
          <a:xfrm>
            <a:off x="2370402" y="1863748"/>
            <a:ext cx="463588" cy="400110"/>
          </a:xfrm>
          <a:prstGeom prst="rect">
            <a:avLst/>
          </a:prstGeom>
          <a:noFill/>
        </p:spPr>
        <p:txBody>
          <a:bodyPr wrap="none" rtlCol="0">
            <a:spAutoFit/>
          </a:bodyPr>
          <a:lstStyle/>
          <a:p>
            <a:r>
              <a:rPr lang="en-MY" dirty="0"/>
              <a:t>00</a:t>
            </a:r>
          </a:p>
        </p:txBody>
      </p:sp>
      <p:sp>
        <p:nvSpPr>
          <p:cNvPr id="5" name="TextBox 4">
            <a:extLst>
              <a:ext uri="{FF2B5EF4-FFF2-40B4-BE49-F238E27FC236}">
                <a16:creationId xmlns:a16="http://schemas.microsoft.com/office/drawing/2014/main" id="{0597911D-E083-C069-3ADE-86C66D552D5E}"/>
              </a:ext>
            </a:extLst>
          </p:cNvPr>
          <p:cNvSpPr txBox="1"/>
          <p:nvPr/>
        </p:nvSpPr>
        <p:spPr>
          <a:xfrm>
            <a:off x="3567850" y="1830296"/>
            <a:ext cx="463588" cy="400110"/>
          </a:xfrm>
          <a:prstGeom prst="rect">
            <a:avLst/>
          </a:prstGeom>
          <a:noFill/>
        </p:spPr>
        <p:txBody>
          <a:bodyPr wrap="none" rtlCol="0">
            <a:spAutoFit/>
          </a:bodyPr>
          <a:lstStyle/>
          <a:p>
            <a:r>
              <a:rPr lang="en-MY" dirty="0"/>
              <a:t>01</a:t>
            </a:r>
          </a:p>
        </p:txBody>
      </p:sp>
      <p:sp>
        <p:nvSpPr>
          <p:cNvPr id="6" name="TextBox 5">
            <a:extLst>
              <a:ext uri="{FF2B5EF4-FFF2-40B4-BE49-F238E27FC236}">
                <a16:creationId xmlns:a16="http://schemas.microsoft.com/office/drawing/2014/main" id="{4E763A08-D9F9-1332-6122-8C64FEA29940}"/>
              </a:ext>
            </a:extLst>
          </p:cNvPr>
          <p:cNvSpPr txBox="1"/>
          <p:nvPr/>
        </p:nvSpPr>
        <p:spPr>
          <a:xfrm>
            <a:off x="4805330" y="1830296"/>
            <a:ext cx="463588" cy="400110"/>
          </a:xfrm>
          <a:prstGeom prst="rect">
            <a:avLst/>
          </a:prstGeom>
          <a:noFill/>
        </p:spPr>
        <p:txBody>
          <a:bodyPr wrap="none" rtlCol="0">
            <a:spAutoFit/>
          </a:bodyPr>
          <a:lstStyle/>
          <a:p>
            <a:r>
              <a:rPr lang="en-MY" dirty="0"/>
              <a:t>11</a:t>
            </a:r>
          </a:p>
        </p:txBody>
      </p:sp>
      <p:sp>
        <p:nvSpPr>
          <p:cNvPr id="7" name="TextBox 6">
            <a:extLst>
              <a:ext uri="{FF2B5EF4-FFF2-40B4-BE49-F238E27FC236}">
                <a16:creationId xmlns:a16="http://schemas.microsoft.com/office/drawing/2014/main" id="{17C2BB0B-ECD5-2714-6E0B-B12200A9395E}"/>
              </a:ext>
            </a:extLst>
          </p:cNvPr>
          <p:cNvSpPr txBox="1"/>
          <p:nvPr/>
        </p:nvSpPr>
        <p:spPr>
          <a:xfrm>
            <a:off x="6042810" y="1842490"/>
            <a:ext cx="463588" cy="400110"/>
          </a:xfrm>
          <a:prstGeom prst="rect">
            <a:avLst/>
          </a:prstGeom>
          <a:noFill/>
        </p:spPr>
        <p:txBody>
          <a:bodyPr wrap="none" rtlCol="0">
            <a:spAutoFit/>
          </a:bodyPr>
          <a:lstStyle/>
          <a:p>
            <a:r>
              <a:rPr lang="en-MY" dirty="0"/>
              <a:t>10</a:t>
            </a:r>
          </a:p>
        </p:txBody>
      </p:sp>
      <p:sp>
        <p:nvSpPr>
          <p:cNvPr id="11" name="Right Brace 10">
            <a:extLst>
              <a:ext uri="{FF2B5EF4-FFF2-40B4-BE49-F238E27FC236}">
                <a16:creationId xmlns:a16="http://schemas.microsoft.com/office/drawing/2014/main" id="{D0A172C9-2454-05F4-DBD2-FB70841509B9}"/>
              </a:ext>
            </a:extLst>
          </p:cNvPr>
          <p:cNvSpPr/>
          <p:nvPr/>
        </p:nvSpPr>
        <p:spPr>
          <a:xfrm rot="16200000">
            <a:off x="5430537" y="586969"/>
            <a:ext cx="586056" cy="246159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2" name="Right Brace 11">
            <a:extLst>
              <a:ext uri="{FF2B5EF4-FFF2-40B4-BE49-F238E27FC236}">
                <a16:creationId xmlns:a16="http://schemas.microsoft.com/office/drawing/2014/main" id="{E252E092-9B33-BB29-AE02-2A097A086D72}"/>
              </a:ext>
            </a:extLst>
          </p:cNvPr>
          <p:cNvSpPr/>
          <p:nvPr/>
        </p:nvSpPr>
        <p:spPr>
          <a:xfrm rot="10800000">
            <a:off x="1011503" y="4229343"/>
            <a:ext cx="586056" cy="1751488"/>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3" name="TextBox 12">
            <a:extLst>
              <a:ext uri="{FF2B5EF4-FFF2-40B4-BE49-F238E27FC236}">
                <a16:creationId xmlns:a16="http://schemas.microsoft.com/office/drawing/2014/main" id="{A4185ECF-4CDD-4E67-4D4F-EE4E0B1CC26C}"/>
              </a:ext>
            </a:extLst>
          </p:cNvPr>
          <p:cNvSpPr txBox="1"/>
          <p:nvPr/>
        </p:nvSpPr>
        <p:spPr>
          <a:xfrm>
            <a:off x="691153" y="4905032"/>
            <a:ext cx="489236" cy="400110"/>
          </a:xfrm>
          <a:prstGeom prst="rect">
            <a:avLst/>
          </a:prstGeom>
          <a:noFill/>
        </p:spPr>
        <p:txBody>
          <a:bodyPr wrap="square" rtlCol="0">
            <a:spAutoFit/>
          </a:bodyPr>
          <a:lstStyle/>
          <a:p>
            <a:r>
              <a:rPr lang="en-MY" dirty="0"/>
              <a:t>A</a:t>
            </a:r>
          </a:p>
        </p:txBody>
      </p:sp>
      <p:sp>
        <p:nvSpPr>
          <p:cNvPr id="14" name="TextBox 13">
            <a:extLst>
              <a:ext uri="{FF2B5EF4-FFF2-40B4-BE49-F238E27FC236}">
                <a16:creationId xmlns:a16="http://schemas.microsoft.com/office/drawing/2014/main" id="{805DA8DD-5C47-E326-F1D1-BE6687F7F008}"/>
              </a:ext>
            </a:extLst>
          </p:cNvPr>
          <p:cNvSpPr txBox="1"/>
          <p:nvPr/>
        </p:nvSpPr>
        <p:spPr>
          <a:xfrm>
            <a:off x="5529590" y="1158527"/>
            <a:ext cx="338554" cy="400110"/>
          </a:xfrm>
          <a:prstGeom prst="rect">
            <a:avLst/>
          </a:prstGeom>
          <a:noFill/>
        </p:spPr>
        <p:txBody>
          <a:bodyPr wrap="none" rtlCol="0">
            <a:spAutoFit/>
          </a:bodyPr>
          <a:lstStyle/>
          <a:p>
            <a:r>
              <a:rPr lang="en-MY" dirty="0"/>
              <a:t>C</a:t>
            </a:r>
          </a:p>
        </p:txBody>
      </p:sp>
      <p:sp>
        <p:nvSpPr>
          <p:cNvPr id="15" name="TextBox 14">
            <a:extLst>
              <a:ext uri="{FF2B5EF4-FFF2-40B4-BE49-F238E27FC236}">
                <a16:creationId xmlns:a16="http://schemas.microsoft.com/office/drawing/2014/main" id="{E54B2509-E327-FE32-8909-D5D0E399ACC7}"/>
              </a:ext>
            </a:extLst>
          </p:cNvPr>
          <p:cNvSpPr txBox="1"/>
          <p:nvPr/>
        </p:nvSpPr>
        <p:spPr>
          <a:xfrm>
            <a:off x="3554949" y="5242401"/>
            <a:ext cx="413896" cy="523220"/>
          </a:xfrm>
          <a:prstGeom prst="rect">
            <a:avLst/>
          </a:prstGeom>
          <a:noFill/>
        </p:spPr>
        <p:txBody>
          <a:bodyPr wrap="none" rtlCol="0">
            <a:spAutoFit/>
          </a:bodyPr>
          <a:lstStyle/>
          <a:p>
            <a:r>
              <a:rPr lang="en-MY" sz="2800" b="1" dirty="0">
                <a:solidFill>
                  <a:srgbClr val="0070C0"/>
                </a:solidFill>
              </a:rPr>
              <a:t>1</a:t>
            </a:r>
          </a:p>
        </p:txBody>
      </p:sp>
      <p:sp>
        <p:nvSpPr>
          <p:cNvPr id="16" name="TextBox 15">
            <a:extLst>
              <a:ext uri="{FF2B5EF4-FFF2-40B4-BE49-F238E27FC236}">
                <a16:creationId xmlns:a16="http://schemas.microsoft.com/office/drawing/2014/main" id="{D18CA24B-64A0-B70E-5915-4AF6C458ABF2}"/>
              </a:ext>
            </a:extLst>
          </p:cNvPr>
          <p:cNvSpPr txBox="1"/>
          <p:nvPr/>
        </p:nvSpPr>
        <p:spPr>
          <a:xfrm>
            <a:off x="2370402" y="5242401"/>
            <a:ext cx="413896" cy="523220"/>
          </a:xfrm>
          <a:prstGeom prst="rect">
            <a:avLst/>
          </a:prstGeom>
          <a:noFill/>
        </p:spPr>
        <p:txBody>
          <a:bodyPr wrap="none" rtlCol="0">
            <a:spAutoFit/>
          </a:bodyPr>
          <a:lstStyle/>
          <a:p>
            <a:r>
              <a:rPr lang="en-MY" sz="2800" b="1" dirty="0">
                <a:solidFill>
                  <a:srgbClr val="0070C0"/>
                </a:solidFill>
              </a:rPr>
              <a:t>1</a:t>
            </a:r>
          </a:p>
        </p:txBody>
      </p:sp>
      <p:sp>
        <p:nvSpPr>
          <p:cNvPr id="17" name="TextBox 16">
            <a:extLst>
              <a:ext uri="{FF2B5EF4-FFF2-40B4-BE49-F238E27FC236}">
                <a16:creationId xmlns:a16="http://schemas.microsoft.com/office/drawing/2014/main" id="{5327C15E-9700-E092-77FC-B7CD7EBD571C}"/>
              </a:ext>
            </a:extLst>
          </p:cNvPr>
          <p:cNvSpPr txBox="1"/>
          <p:nvPr/>
        </p:nvSpPr>
        <p:spPr>
          <a:xfrm>
            <a:off x="4855022" y="2468494"/>
            <a:ext cx="413896" cy="523220"/>
          </a:xfrm>
          <a:prstGeom prst="rect">
            <a:avLst/>
          </a:prstGeom>
          <a:noFill/>
        </p:spPr>
        <p:txBody>
          <a:bodyPr wrap="none" rtlCol="0">
            <a:spAutoFit/>
          </a:bodyPr>
          <a:lstStyle/>
          <a:p>
            <a:r>
              <a:rPr lang="en-MY" sz="2800" b="1" dirty="0">
                <a:solidFill>
                  <a:srgbClr val="0070C0"/>
                </a:solidFill>
              </a:rPr>
              <a:t>1</a:t>
            </a:r>
          </a:p>
        </p:txBody>
      </p:sp>
      <p:sp>
        <p:nvSpPr>
          <p:cNvPr id="18" name="Oval 17">
            <a:extLst>
              <a:ext uri="{FF2B5EF4-FFF2-40B4-BE49-F238E27FC236}">
                <a16:creationId xmlns:a16="http://schemas.microsoft.com/office/drawing/2014/main" id="{5727B114-E69B-C908-745F-F88E613060A9}"/>
              </a:ext>
            </a:extLst>
          </p:cNvPr>
          <p:cNvSpPr/>
          <p:nvPr/>
        </p:nvSpPr>
        <p:spPr>
          <a:xfrm rot="16200000">
            <a:off x="2271978" y="3814058"/>
            <a:ext cx="1815976" cy="2386288"/>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9" name="TextBox 18">
            <a:extLst>
              <a:ext uri="{FF2B5EF4-FFF2-40B4-BE49-F238E27FC236}">
                <a16:creationId xmlns:a16="http://schemas.microsoft.com/office/drawing/2014/main" id="{E718141C-1387-75F3-6C04-D47004FC1E7B}"/>
              </a:ext>
            </a:extLst>
          </p:cNvPr>
          <p:cNvSpPr txBox="1"/>
          <p:nvPr/>
        </p:nvSpPr>
        <p:spPr>
          <a:xfrm>
            <a:off x="4770894" y="5242401"/>
            <a:ext cx="413896" cy="523220"/>
          </a:xfrm>
          <a:prstGeom prst="rect">
            <a:avLst/>
          </a:prstGeom>
          <a:noFill/>
        </p:spPr>
        <p:txBody>
          <a:bodyPr wrap="none" rtlCol="0">
            <a:spAutoFit/>
          </a:bodyPr>
          <a:lstStyle/>
          <a:p>
            <a:r>
              <a:rPr lang="en-MY" sz="2800" b="1" dirty="0">
                <a:solidFill>
                  <a:srgbClr val="0070C0"/>
                </a:solidFill>
              </a:rPr>
              <a:t>1</a:t>
            </a:r>
          </a:p>
        </p:txBody>
      </p:sp>
      <p:sp>
        <p:nvSpPr>
          <p:cNvPr id="20" name="Flowchart: Delay 19">
            <a:extLst>
              <a:ext uri="{FF2B5EF4-FFF2-40B4-BE49-F238E27FC236}">
                <a16:creationId xmlns:a16="http://schemas.microsoft.com/office/drawing/2014/main" id="{B58AFFA7-4874-BDAA-B758-7A0A3847C81A}"/>
              </a:ext>
            </a:extLst>
          </p:cNvPr>
          <p:cNvSpPr/>
          <p:nvPr/>
        </p:nvSpPr>
        <p:spPr>
          <a:xfrm rot="5400000" flipV="1">
            <a:off x="4553149" y="2492943"/>
            <a:ext cx="976838" cy="676685"/>
          </a:xfrm>
          <a:prstGeom prst="flowChartDelay">
            <a:avLst/>
          </a:prstGeom>
          <a:solidFill>
            <a:srgbClr val="CC00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Flowchart: Delay 20">
            <a:extLst>
              <a:ext uri="{FF2B5EF4-FFF2-40B4-BE49-F238E27FC236}">
                <a16:creationId xmlns:a16="http://schemas.microsoft.com/office/drawing/2014/main" id="{A5B6C244-EBF0-6509-EA13-03579CCCE41D}"/>
              </a:ext>
            </a:extLst>
          </p:cNvPr>
          <p:cNvSpPr/>
          <p:nvPr/>
        </p:nvSpPr>
        <p:spPr>
          <a:xfrm rot="5400000" flipH="1" flipV="1">
            <a:off x="4565365" y="5116008"/>
            <a:ext cx="943520" cy="786125"/>
          </a:xfrm>
          <a:prstGeom prst="flowChartDelay">
            <a:avLst/>
          </a:prstGeom>
          <a:solidFill>
            <a:srgbClr val="CC00FF">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2" name="TextBox 21">
            <a:extLst>
              <a:ext uri="{FF2B5EF4-FFF2-40B4-BE49-F238E27FC236}">
                <a16:creationId xmlns:a16="http://schemas.microsoft.com/office/drawing/2014/main" id="{E10872E1-1492-C8BC-0186-B484F0218270}"/>
              </a:ext>
            </a:extLst>
          </p:cNvPr>
          <p:cNvSpPr txBox="1"/>
          <p:nvPr/>
        </p:nvSpPr>
        <p:spPr>
          <a:xfrm>
            <a:off x="1505243" y="2640233"/>
            <a:ext cx="463588" cy="400110"/>
          </a:xfrm>
          <a:prstGeom prst="rect">
            <a:avLst/>
          </a:prstGeom>
          <a:noFill/>
        </p:spPr>
        <p:txBody>
          <a:bodyPr wrap="none" rtlCol="0">
            <a:spAutoFit/>
          </a:bodyPr>
          <a:lstStyle/>
          <a:p>
            <a:r>
              <a:rPr lang="en-MY" dirty="0"/>
              <a:t>00</a:t>
            </a:r>
          </a:p>
        </p:txBody>
      </p:sp>
      <p:sp>
        <p:nvSpPr>
          <p:cNvPr id="23" name="TextBox 22">
            <a:extLst>
              <a:ext uri="{FF2B5EF4-FFF2-40B4-BE49-F238E27FC236}">
                <a16:creationId xmlns:a16="http://schemas.microsoft.com/office/drawing/2014/main" id="{3BAB9937-7D2A-9B3C-93A9-FB1705A349C3}"/>
              </a:ext>
            </a:extLst>
          </p:cNvPr>
          <p:cNvSpPr txBox="1"/>
          <p:nvPr/>
        </p:nvSpPr>
        <p:spPr>
          <a:xfrm>
            <a:off x="1484524" y="3434788"/>
            <a:ext cx="463588" cy="400110"/>
          </a:xfrm>
          <a:prstGeom prst="rect">
            <a:avLst/>
          </a:prstGeom>
          <a:noFill/>
        </p:spPr>
        <p:txBody>
          <a:bodyPr wrap="none" rtlCol="0">
            <a:spAutoFit/>
          </a:bodyPr>
          <a:lstStyle/>
          <a:p>
            <a:r>
              <a:rPr lang="en-MY" dirty="0"/>
              <a:t>01</a:t>
            </a:r>
          </a:p>
        </p:txBody>
      </p:sp>
      <p:sp>
        <p:nvSpPr>
          <p:cNvPr id="24" name="TextBox 23">
            <a:extLst>
              <a:ext uri="{FF2B5EF4-FFF2-40B4-BE49-F238E27FC236}">
                <a16:creationId xmlns:a16="http://schemas.microsoft.com/office/drawing/2014/main" id="{81DBDF49-7E4D-4610-07FC-ED8DD416B4AF}"/>
              </a:ext>
            </a:extLst>
          </p:cNvPr>
          <p:cNvSpPr txBox="1"/>
          <p:nvPr/>
        </p:nvSpPr>
        <p:spPr>
          <a:xfrm>
            <a:off x="1484524" y="4403684"/>
            <a:ext cx="463588" cy="400110"/>
          </a:xfrm>
          <a:prstGeom prst="rect">
            <a:avLst/>
          </a:prstGeom>
          <a:noFill/>
        </p:spPr>
        <p:txBody>
          <a:bodyPr wrap="none" rtlCol="0">
            <a:spAutoFit/>
          </a:bodyPr>
          <a:lstStyle/>
          <a:p>
            <a:r>
              <a:rPr lang="en-MY" dirty="0"/>
              <a:t>11</a:t>
            </a:r>
          </a:p>
        </p:txBody>
      </p:sp>
      <p:sp>
        <p:nvSpPr>
          <p:cNvPr id="25" name="TextBox 24">
            <a:extLst>
              <a:ext uri="{FF2B5EF4-FFF2-40B4-BE49-F238E27FC236}">
                <a16:creationId xmlns:a16="http://schemas.microsoft.com/office/drawing/2014/main" id="{C122A6A2-752F-8755-A65C-7768AFE12A04}"/>
              </a:ext>
            </a:extLst>
          </p:cNvPr>
          <p:cNvSpPr txBox="1"/>
          <p:nvPr/>
        </p:nvSpPr>
        <p:spPr>
          <a:xfrm>
            <a:off x="1479127" y="5365511"/>
            <a:ext cx="463588" cy="400110"/>
          </a:xfrm>
          <a:prstGeom prst="rect">
            <a:avLst/>
          </a:prstGeom>
          <a:noFill/>
        </p:spPr>
        <p:txBody>
          <a:bodyPr wrap="none" rtlCol="0">
            <a:spAutoFit/>
          </a:bodyPr>
          <a:lstStyle/>
          <a:p>
            <a:r>
              <a:rPr lang="en-MY" dirty="0"/>
              <a:t>10</a:t>
            </a:r>
          </a:p>
        </p:txBody>
      </p:sp>
      <p:sp>
        <p:nvSpPr>
          <p:cNvPr id="26" name="TextBox 25">
            <a:extLst>
              <a:ext uri="{FF2B5EF4-FFF2-40B4-BE49-F238E27FC236}">
                <a16:creationId xmlns:a16="http://schemas.microsoft.com/office/drawing/2014/main" id="{5095E3F7-3C50-C88F-F032-550844B3E4DF}"/>
              </a:ext>
            </a:extLst>
          </p:cNvPr>
          <p:cNvSpPr txBox="1"/>
          <p:nvPr/>
        </p:nvSpPr>
        <p:spPr>
          <a:xfrm>
            <a:off x="1415465" y="651633"/>
            <a:ext cx="6167073" cy="400110"/>
          </a:xfrm>
          <a:prstGeom prst="rect">
            <a:avLst/>
          </a:prstGeom>
          <a:noFill/>
        </p:spPr>
        <p:txBody>
          <a:bodyPr wrap="none" rtlCol="0">
            <a:spAutoFit/>
          </a:bodyPr>
          <a:lstStyle/>
          <a:p>
            <a:r>
              <a:rPr lang="en-MY" dirty="0"/>
              <a:t>0011 + 1000 + 1001 + 1011 + 1100 + 1101 + 1111</a:t>
            </a:r>
          </a:p>
        </p:txBody>
      </p:sp>
      <p:sp>
        <p:nvSpPr>
          <p:cNvPr id="27" name="TextBox 26">
            <a:extLst>
              <a:ext uri="{FF2B5EF4-FFF2-40B4-BE49-F238E27FC236}">
                <a16:creationId xmlns:a16="http://schemas.microsoft.com/office/drawing/2014/main" id="{2CF7D9CA-D469-3893-52B6-323C83FB3DA7}"/>
              </a:ext>
            </a:extLst>
          </p:cNvPr>
          <p:cNvSpPr txBox="1"/>
          <p:nvPr/>
        </p:nvSpPr>
        <p:spPr>
          <a:xfrm>
            <a:off x="2365303" y="4288493"/>
            <a:ext cx="413896" cy="523220"/>
          </a:xfrm>
          <a:prstGeom prst="rect">
            <a:avLst/>
          </a:prstGeom>
          <a:noFill/>
        </p:spPr>
        <p:txBody>
          <a:bodyPr wrap="none" rtlCol="0">
            <a:spAutoFit/>
          </a:bodyPr>
          <a:lstStyle/>
          <a:p>
            <a:r>
              <a:rPr lang="en-MY" sz="2800" b="1" dirty="0">
                <a:solidFill>
                  <a:srgbClr val="0070C0"/>
                </a:solidFill>
              </a:rPr>
              <a:t>1</a:t>
            </a:r>
          </a:p>
        </p:txBody>
      </p:sp>
      <p:sp>
        <p:nvSpPr>
          <p:cNvPr id="28" name="TextBox 27">
            <a:extLst>
              <a:ext uri="{FF2B5EF4-FFF2-40B4-BE49-F238E27FC236}">
                <a16:creationId xmlns:a16="http://schemas.microsoft.com/office/drawing/2014/main" id="{D40C8E61-010D-A7E2-1701-E43D1059CD67}"/>
              </a:ext>
            </a:extLst>
          </p:cNvPr>
          <p:cNvSpPr txBox="1"/>
          <p:nvPr/>
        </p:nvSpPr>
        <p:spPr>
          <a:xfrm>
            <a:off x="3554949" y="4332223"/>
            <a:ext cx="413896" cy="523220"/>
          </a:xfrm>
          <a:prstGeom prst="rect">
            <a:avLst/>
          </a:prstGeom>
          <a:noFill/>
        </p:spPr>
        <p:txBody>
          <a:bodyPr wrap="none" rtlCol="0">
            <a:spAutoFit/>
          </a:bodyPr>
          <a:lstStyle/>
          <a:p>
            <a:r>
              <a:rPr lang="en-MY" sz="2800" b="1" dirty="0">
                <a:solidFill>
                  <a:srgbClr val="0070C0"/>
                </a:solidFill>
              </a:rPr>
              <a:t>1</a:t>
            </a:r>
          </a:p>
        </p:txBody>
      </p:sp>
      <p:sp>
        <p:nvSpPr>
          <p:cNvPr id="29" name="TextBox 28">
            <a:extLst>
              <a:ext uri="{FF2B5EF4-FFF2-40B4-BE49-F238E27FC236}">
                <a16:creationId xmlns:a16="http://schemas.microsoft.com/office/drawing/2014/main" id="{E6ACFD94-8B72-C00B-2C02-B706D513EB5A}"/>
              </a:ext>
            </a:extLst>
          </p:cNvPr>
          <p:cNvSpPr txBox="1"/>
          <p:nvPr/>
        </p:nvSpPr>
        <p:spPr>
          <a:xfrm>
            <a:off x="4770894" y="4305648"/>
            <a:ext cx="413896" cy="523220"/>
          </a:xfrm>
          <a:prstGeom prst="rect">
            <a:avLst/>
          </a:prstGeom>
          <a:noFill/>
        </p:spPr>
        <p:txBody>
          <a:bodyPr wrap="none" rtlCol="0">
            <a:spAutoFit/>
          </a:bodyPr>
          <a:lstStyle/>
          <a:p>
            <a:r>
              <a:rPr lang="en-MY" sz="2800" b="1" dirty="0">
                <a:solidFill>
                  <a:srgbClr val="0070C0"/>
                </a:solidFill>
              </a:rPr>
              <a:t>1</a:t>
            </a:r>
          </a:p>
        </p:txBody>
      </p:sp>
      <p:sp>
        <p:nvSpPr>
          <p:cNvPr id="30" name="Oval 29">
            <a:extLst>
              <a:ext uri="{FF2B5EF4-FFF2-40B4-BE49-F238E27FC236}">
                <a16:creationId xmlns:a16="http://schemas.microsoft.com/office/drawing/2014/main" id="{7074C741-9D6B-4A16-0490-1F04ABE291D9}"/>
              </a:ext>
            </a:extLst>
          </p:cNvPr>
          <p:cNvSpPr/>
          <p:nvPr/>
        </p:nvSpPr>
        <p:spPr>
          <a:xfrm rot="16200000">
            <a:off x="3591013" y="3815189"/>
            <a:ext cx="1815976" cy="2386288"/>
          </a:xfrm>
          <a:prstGeom prst="ellipse">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2" name="Multiplication Sign 31">
            <a:extLst>
              <a:ext uri="{FF2B5EF4-FFF2-40B4-BE49-F238E27FC236}">
                <a16:creationId xmlns:a16="http://schemas.microsoft.com/office/drawing/2014/main" id="{91B0022C-1FEB-D50A-8660-37A32BE56630}"/>
              </a:ext>
            </a:extLst>
          </p:cNvPr>
          <p:cNvSpPr/>
          <p:nvPr/>
        </p:nvSpPr>
        <p:spPr>
          <a:xfrm rot="16200000">
            <a:off x="2703983" y="4400650"/>
            <a:ext cx="2190719" cy="1165525"/>
          </a:xfrm>
          <a:prstGeom prst="mathMultiply">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3" name="Rectangle 32">
            <a:extLst>
              <a:ext uri="{FF2B5EF4-FFF2-40B4-BE49-F238E27FC236}">
                <a16:creationId xmlns:a16="http://schemas.microsoft.com/office/drawing/2014/main" id="{ED338EAC-F13C-AFE4-C2AC-4AA0AE3F6093}"/>
              </a:ext>
            </a:extLst>
          </p:cNvPr>
          <p:cNvSpPr/>
          <p:nvPr/>
        </p:nvSpPr>
        <p:spPr>
          <a:xfrm>
            <a:off x="2066835" y="4259453"/>
            <a:ext cx="1070722" cy="155571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33">
            <a:extLst>
              <a:ext uri="{FF2B5EF4-FFF2-40B4-BE49-F238E27FC236}">
                <a16:creationId xmlns:a16="http://schemas.microsoft.com/office/drawing/2014/main" id="{CA248924-C8AF-0972-F3FC-C8CA8E82556B}"/>
              </a:ext>
            </a:extLst>
          </p:cNvPr>
          <p:cNvSpPr/>
          <p:nvPr/>
        </p:nvSpPr>
        <p:spPr>
          <a:xfrm>
            <a:off x="4492770" y="4267888"/>
            <a:ext cx="1070722" cy="155571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5" name="Rectangle 34">
            <a:extLst>
              <a:ext uri="{FF2B5EF4-FFF2-40B4-BE49-F238E27FC236}">
                <a16:creationId xmlns:a16="http://schemas.microsoft.com/office/drawing/2014/main" id="{53CC334B-1204-F1F8-8301-CB778D602B80}"/>
              </a:ext>
            </a:extLst>
          </p:cNvPr>
          <p:cNvSpPr/>
          <p:nvPr/>
        </p:nvSpPr>
        <p:spPr>
          <a:xfrm>
            <a:off x="4492770" y="2342573"/>
            <a:ext cx="1070722" cy="8935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6" name="Rectangle 35">
            <a:extLst>
              <a:ext uri="{FF2B5EF4-FFF2-40B4-BE49-F238E27FC236}">
                <a16:creationId xmlns:a16="http://schemas.microsoft.com/office/drawing/2014/main" id="{40842CD4-6898-4A28-5E93-53324FA67253}"/>
              </a:ext>
            </a:extLst>
          </p:cNvPr>
          <p:cNvSpPr/>
          <p:nvPr/>
        </p:nvSpPr>
        <p:spPr>
          <a:xfrm>
            <a:off x="4510383" y="5079695"/>
            <a:ext cx="1070722" cy="8935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7" name="TextBox 36">
            <a:extLst>
              <a:ext uri="{FF2B5EF4-FFF2-40B4-BE49-F238E27FC236}">
                <a16:creationId xmlns:a16="http://schemas.microsoft.com/office/drawing/2014/main" id="{9C22902B-8205-534A-5EE7-ECE6BA932AE1}"/>
              </a:ext>
            </a:extLst>
          </p:cNvPr>
          <p:cNvSpPr txBox="1"/>
          <p:nvPr/>
        </p:nvSpPr>
        <p:spPr>
          <a:xfrm>
            <a:off x="96844" y="1317962"/>
            <a:ext cx="2816797" cy="400110"/>
          </a:xfrm>
          <a:prstGeom prst="rect">
            <a:avLst/>
          </a:prstGeom>
          <a:noFill/>
        </p:spPr>
        <p:txBody>
          <a:bodyPr wrap="none" rtlCol="0">
            <a:spAutoFit/>
          </a:bodyPr>
          <a:lstStyle/>
          <a:p>
            <a:r>
              <a:rPr lang="en-MY" b="1" dirty="0">
                <a:solidFill>
                  <a:srgbClr val="00B050"/>
                </a:solidFill>
              </a:rPr>
              <a:t>F = AC’ + AD + B’CD</a:t>
            </a:r>
          </a:p>
        </p:txBody>
      </p:sp>
      <p:sp>
        <p:nvSpPr>
          <p:cNvPr id="38" name="Right Brace 37">
            <a:extLst>
              <a:ext uri="{FF2B5EF4-FFF2-40B4-BE49-F238E27FC236}">
                <a16:creationId xmlns:a16="http://schemas.microsoft.com/office/drawing/2014/main" id="{27182059-9632-8933-CD23-BE797AD737C4}"/>
              </a:ext>
            </a:extLst>
          </p:cNvPr>
          <p:cNvSpPr/>
          <p:nvPr/>
        </p:nvSpPr>
        <p:spPr>
          <a:xfrm>
            <a:off x="6905488" y="3243856"/>
            <a:ext cx="586056" cy="183583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39" name="TextBox 38">
            <a:extLst>
              <a:ext uri="{FF2B5EF4-FFF2-40B4-BE49-F238E27FC236}">
                <a16:creationId xmlns:a16="http://schemas.microsoft.com/office/drawing/2014/main" id="{F6CAD04C-E1AF-74A8-53FB-03465D865EB9}"/>
              </a:ext>
            </a:extLst>
          </p:cNvPr>
          <p:cNvSpPr txBox="1"/>
          <p:nvPr/>
        </p:nvSpPr>
        <p:spPr>
          <a:xfrm>
            <a:off x="7413261" y="3961720"/>
            <a:ext cx="338554" cy="400110"/>
          </a:xfrm>
          <a:prstGeom prst="rect">
            <a:avLst/>
          </a:prstGeom>
          <a:noFill/>
        </p:spPr>
        <p:txBody>
          <a:bodyPr wrap="none" rtlCol="0">
            <a:spAutoFit/>
          </a:bodyPr>
          <a:lstStyle/>
          <a:p>
            <a:r>
              <a:rPr lang="en-MY" dirty="0"/>
              <a:t>B</a:t>
            </a:r>
          </a:p>
        </p:txBody>
      </p:sp>
      <p:sp>
        <p:nvSpPr>
          <p:cNvPr id="40" name="Right Brace 39">
            <a:extLst>
              <a:ext uri="{FF2B5EF4-FFF2-40B4-BE49-F238E27FC236}">
                <a16:creationId xmlns:a16="http://schemas.microsoft.com/office/drawing/2014/main" id="{0D117470-7BB9-5325-17EC-754221E53B7E}"/>
              </a:ext>
            </a:extLst>
          </p:cNvPr>
          <p:cNvSpPr/>
          <p:nvPr/>
        </p:nvSpPr>
        <p:spPr>
          <a:xfrm rot="5400000">
            <a:off x="4114725" y="5084539"/>
            <a:ext cx="586056" cy="2479255"/>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41" name="TextBox 40">
            <a:extLst>
              <a:ext uri="{FF2B5EF4-FFF2-40B4-BE49-F238E27FC236}">
                <a16:creationId xmlns:a16="http://schemas.microsoft.com/office/drawing/2014/main" id="{6A6854D5-BA12-0396-D539-1846F99A8DE7}"/>
              </a:ext>
            </a:extLst>
          </p:cNvPr>
          <p:cNvSpPr txBox="1"/>
          <p:nvPr/>
        </p:nvSpPr>
        <p:spPr>
          <a:xfrm>
            <a:off x="4247270" y="6542913"/>
            <a:ext cx="489236" cy="400110"/>
          </a:xfrm>
          <a:prstGeom prst="rect">
            <a:avLst/>
          </a:prstGeom>
          <a:noFill/>
        </p:spPr>
        <p:txBody>
          <a:bodyPr wrap="square" rtlCol="0">
            <a:spAutoFit/>
          </a:bodyPr>
          <a:lstStyle/>
          <a:p>
            <a:r>
              <a:rPr lang="en-MY" dirty="0"/>
              <a:t>D</a:t>
            </a:r>
          </a:p>
        </p:txBody>
      </p:sp>
    </p:spTree>
    <p:extLst>
      <p:ext uri="{BB962C8B-B14F-4D97-AF65-F5344CB8AC3E}">
        <p14:creationId xmlns:p14="http://schemas.microsoft.com/office/powerpoint/2010/main" val="313549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6"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6">
            <a:extLst>
              <a:ext uri="{FF2B5EF4-FFF2-40B4-BE49-F238E27FC236}">
                <a16:creationId xmlns:a16="http://schemas.microsoft.com/office/drawing/2014/main" id="{79D852AD-B9C3-60C2-0A1C-53A6159C28D1}"/>
              </a:ext>
            </a:extLst>
          </p:cNvPr>
          <p:cNvSpPr>
            <a:spLocks noGrp="1" noChangeArrowheads="1"/>
          </p:cNvSpPr>
          <p:nvPr>
            <p:ph type="title"/>
          </p:nvPr>
        </p:nvSpPr>
        <p:spPr/>
        <p:txBody>
          <a:bodyPr/>
          <a:lstStyle/>
          <a:p>
            <a:r>
              <a:rPr lang="en-US" altLang="en-US"/>
              <a:t>Karnaugh Map</a:t>
            </a:r>
          </a:p>
        </p:txBody>
      </p:sp>
      <p:sp>
        <p:nvSpPr>
          <p:cNvPr id="78850" name="Content Placeholder 1">
            <a:extLst>
              <a:ext uri="{FF2B5EF4-FFF2-40B4-BE49-F238E27FC236}">
                <a16:creationId xmlns:a16="http://schemas.microsoft.com/office/drawing/2014/main" id="{0762C3FA-3E35-6815-A7E6-B6FBCFA90654}"/>
              </a:ext>
            </a:extLst>
          </p:cNvPr>
          <p:cNvSpPr>
            <a:spLocks noGrp="1" noChangeArrowheads="1"/>
          </p:cNvSpPr>
          <p:nvPr>
            <p:ph idx="1"/>
          </p:nvPr>
        </p:nvSpPr>
        <p:spPr>
          <a:xfrm>
            <a:off x="609598" y="1484785"/>
            <a:ext cx="7686177" cy="3384376"/>
          </a:xfrm>
        </p:spPr>
        <p:txBody>
          <a:bodyPr>
            <a:normAutofit/>
          </a:bodyPr>
          <a:lstStyle/>
          <a:p>
            <a:pPr marL="365125" indent="-255588"/>
            <a:r>
              <a:rPr lang="en-US" altLang="en-US" sz="2000" dirty="0"/>
              <a:t>Karnaugh map &gt; 4 variables gets </a:t>
            </a:r>
            <a:r>
              <a:rPr lang="en-US" altLang="en-US" sz="4000" b="1" dirty="0">
                <a:solidFill>
                  <a:srgbClr val="92D050"/>
                </a:solidFill>
              </a:rPr>
              <a:t>cumbersome</a:t>
            </a:r>
            <a:endParaRPr lang="en-US" altLang="en-US" sz="2000" b="1" dirty="0">
              <a:solidFill>
                <a:srgbClr val="92D050"/>
              </a:solidFill>
            </a:endParaRPr>
          </a:p>
          <a:p>
            <a:pPr lvl="1"/>
            <a:r>
              <a:rPr lang="en-US" altLang="en-US" sz="1800" dirty="0"/>
              <a:t>5 variables: two 16 x 16 maps with one map on top of each other in </a:t>
            </a:r>
            <a:r>
              <a:rPr lang="en-US" altLang="en-US" sz="3600" b="1" dirty="0">
                <a:solidFill>
                  <a:srgbClr val="FF0000"/>
                </a:solidFill>
              </a:rPr>
              <a:t>3D</a:t>
            </a:r>
            <a:endParaRPr lang="en-US" altLang="en-US" sz="1800" b="1" dirty="0">
              <a:solidFill>
                <a:srgbClr val="FF0000"/>
              </a:solidFill>
            </a:endParaRPr>
          </a:p>
          <a:p>
            <a:pPr lvl="1"/>
            <a:r>
              <a:rPr lang="en-US" altLang="en-US" sz="1800" dirty="0"/>
              <a:t>6 variables: </a:t>
            </a:r>
            <a:r>
              <a:rPr lang="en-US" altLang="en-US" sz="3600" b="1" dirty="0">
                <a:solidFill>
                  <a:srgbClr val="00B0F0"/>
                </a:solidFill>
              </a:rPr>
              <a:t>4D</a:t>
            </a:r>
            <a:endParaRPr lang="en-US" altLang="en-US" sz="1800" b="1" dirty="0">
              <a:solidFill>
                <a:srgbClr val="00B0F0"/>
              </a:solidFill>
            </a:endParaRPr>
          </a:p>
        </p:txBody>
      </p:sp>
      <p:sp>
        <p:nvSpPr>
          <p:cNvPr id="2" name="Slide Number Placeholder 1">
            <a:extLst>
              <a:ext uri="{FF2B5EF4-FFF2-40B4-BE49-F238E27FC236}">
                <a16:creationId xmlns:a16="http://schemas.microsoft.com/office/drawing/2014/main" id="{DC1B1626-457F-AA96-C2E3-1CF8AC9389B6}"/>
              </a:ext>
            </a:extLst>
          </p:cNvPr>
          <p:cNvSpPr>
            <a:spLocks noGrp="1"/>
          </p:cNvSpPr>
          <p:nvPr>
            <p:ph type="sldNum" sz="quarter" idx="12"/>
          </p:nvPr>
        </p:nvSpPr>
        <p:spPr/>
        <p:txBody>
          <a:bodyPr/>
          <a:lstStyle/>
          <a:p>
            <a:pPr>
              <a:defRPr/>
            </a:pPr>
            <a:fld id="{28588503-611C-4314-9367-E0668E948370}" type="slidenum">
              <a:rPr lang="en-US" altLang="en-US" smtClean="0"/>
              <a:pPr>
                <a:defRPr/>
              </a:pPr>
              <a:t>94</a:t>
            </a:fld>
            <a:endParaRPr lang="en-US"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468D5-81B0-389C-1551-BFDA1FE224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4E75209-B279-A0FA-6120-D71617C23A9C}"/>
              </a:ext>
            </a:extLst>
          </p:cNvPr>
          <p:cNvSpPr>
            <a:spLocks noGrp="1"/>
          </p:cNvSpPr>
          <p:nvPr>
            <p:ph type="title"/>
          </p:nvPr>
        </p:nvSpPr>
        <p:spPr>
          <a:xfrm>
            <a:off x="251520" y="4221088"/>
            <a:ext cx="8282882" cy="1826581"/>
          </a:xfrm>
        </p:spPr>
        <p:txBody>
          <a:bodyPr>
            <a:normAutofit fontScale="90000"/>
          </a:bodyPr>
          <a:lstStyle/>
          <a:p>
            <a:r>
              <a:rPr lang="en-US" altLang="en-US" sz="6000" dirty="0">
                <a:solidFill>
                  <a:schemeClr val="accent6"/>
                </a:solidFill>
              </a:rPr>
              <a:t>Quine-</a:t>
            </a:r>
            <a:r>
              <a:rPr lang="en-US" altLang="en-US" sz="6000" dirty="0" err="1">
                <a:solidFill>
                  <a:schemeClr val="accent6"/>
                </a:solidFill>
              </a:rPr>
              <a:t>McKluskey</a:t>
            </a:r>
            <a:r>
              <a:rPr lang="en-US" altLang="en-US" sz="6000" dirty="0">
                <a:solidFill>
                  <a:schemeClr val="accent6"/>
                </a:solidFill>
              </a:rPr>
              <a:t> Method</a:t>
            </a:r>
            <a:endParaRPr lang="en-MY" sz="6600" dirty="0">
              <a:solidFill>
                <a:schemeClr val="accent6"/>
              </a:solidFill>
            </a:endParaRPr>
          </a:p>
        </p:txBody>
      </p:sp>
      <p:sp>
        <p:nvSpPr>
          <p:cNvPr id="4" name="Slide Number Placeholder 3">
            <a:extLst>
              <a:ext uri="{FF2B5EF4-FFF2-40B4-BE49-F238E27FC236}">
                <a16:creationId xmlns:a16="http://schemas.microsoft.com/office/drawing/2014/main" id="{F5C7D37D-89E4-2C2C-6685-E03155A10D18}"/>
              </a:ext>
            </a:extLst>
          </p:cNvPr>
          <p:cNvSpPr>
            <a:spLocks noGrp="1"/>
          </p:cNvSpPr>
          <p:nvPr>
            <p:ph type="sldNum" sz="quarter" idx="12"/>
          </p:nvPr>
        </p:nvSpPr>
        <p:spPr/>
        <p:txBody>
          <a:bodyPr/>
          <a:lstStyle/>
          <a:p>
            <a:pPr>
              <a:defRPr/>
            </a:pPr>
            <a:fld id="{28588503-611C-4314-9367-E0668E948370}" type="slidenum">
              <a:rPr lang="en-US" altLang="en-US" smtClean="0"/>
              <a:pPr>
                <a:defRPr/>
              </a:pPr>
              <a:t>95</a:t>
            </a:fld>
            <a:endParaRPr lang="en-US" altLang="en-US"/>
          </a:p>
        </p:txBody>
      </p:sp>
      <p:pic>
        <p:nvPicPr>
          <p:cNvPr id="2052" name="Picture 4">
            <a:extLst>
              <a:ext uri="{FF2B5EF4-FFF2-40B4-BE49-F238E27FC236}">
                <a16:creationId xmlns:a16="http://schemas.microsoft.com/office/drawing/2014/main" id="{4631064C-4382-CB95-1C69-FB3D330EAB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84237"/>
            <a:ext cx="6958528" cy="4296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970512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6">
            <a:extLst>
              <a:ext uri="{FF2B5EF4-FFF2-40B4-BE49-F238E27FC236}">
                <a16:creationId xmlns:a16="http://schemas.microsoft.com/office/drawing/2014/main" id="{D3F914F4-8117-2710-BE94-916034FB88BC}"/>
              </a:ext>
            </a:extLst>
          </p:cNvPr>
          <p:cNvSpPr>
            <a:spLocks noGrp="1" noChangeArrowheads="1"/>
          </p:cNvSpPr>
          <p:nvPr>
            <p:ph type="title"/>
          </p:nvPr>
        </p:nvSpPr>
        <p:spPr/>
        <p:txBody>
          <a:bodyPr/>
          <a:lstStyle/>
          <a:p>
            <a:r>
              <a:rPr lang="en-US" altLang="en-US" dirty="0"/>
              <a:t>Quine-</a:t>
            </a:r>
            <a:r>
              <a:rPr lang="en-US" altLang="en-US" dirty="0" err="1"/>
              <a:t>McKluskey</a:t>
            </a:r>
            <a:r>
              <a:rPr lang="en-US" altLang="en-US" dirty="0"/>
              <a:t> Method</a:t>
            </a:r>
          </a:p>
        </p:txBody>
      </p:sp>
      <p:sp>
        <p:nvSpPr>
          <p:cNvPr id="79874" name="Content Placeholder 1">
            <a:extLst>
              <a:ext uri="{FF2B5EF4-FFF2-40B4-BE49-F238E27FC236}">
                <a16:creationId xmlns:a16="http://schemas.microsoft.com/office/drawing/2014/main" id="{B2177972-ADC2-40DB-173B-936AB68F36ED}"/>
              </a:ext>
            </a:extLst>
          </p:cNvPr>
          <p:cNvSpPr>
            <a:spLocks noGrp="1" noChangeArrowheads="1"/>
          </p:cNvSpPr>
          <p:nvPr>
            <p:ph idx="1"/>
          </p:nvPr>
        </p:nvSpPr>
        <p:spPr/>
        <p:txBody>
          <a:bodyPr>
            <a:normAutofit/>
          </a:bodyPr>
          <a:lstStyle/>
          <a:p>
            <a:pPr marL="365125" indent="-255588"/>
            <a:r>
              <a:rPr lang="en-US" altLang="en-US" sz="2400" dirty="0"/>
              <a:t>Quine-</a:t>
            </a:r>
            <a:r>
              <a:rPr lang="en-US" altLang="en-US" sz="2400" dirty="0" err="1"/>
              <a:t>McKluskey</a:t>
            </a:r>
            <a:r>
              <a:rPr lang="en-US" altLang="en-US" sz="2400" dirty="0"/>
              <a:t> method suitable for programming</a:t>
            </a:r>
          </a:p>
          <a:p>
            <a:pPr lvl="1"/>
            <a:r>
              <a:rPr lang="en-US" altLang="en-US" sz="2000" dirty="0"/>
              <a:t>The basic principle is the same, i.e. eliminating variables that complement each other</a:t>
            </a:r>
          </a:p>
        </p:txBody>
      </p:sp>
      <p:sp>
        <p:nvSpPr>
          <p:cNvPr id="2" name="Slide Number Placeholder 1">
            <a:extLst>
              <a:ext uri="{FF2B5EF4-FFF2-40B4-BE49-F238E27FC236}">
                <a16:creationId xmlns:a16="http://schemas.microsoft.com/office/drawing/2014/main" id="{E36D30F2-ECE1-31DC-A86C-DA3B22624D26}"/>
              </a:ext>
            </a:extLst>
          </p:cNvPr>
          <p:cNvSpPr>
            <a:spLocks noGrp="1"/>
          </p:cNvSpPr>
          <p:nvPr>
            <p:ph type="sldNum" sz="quarter" idx="12"/>
          </p:nvPr>
        </p:nvSpPr>
        <p:spPr/>
        <p:txBody>
          <a:bodyPr/>
          <a:lstStyle/>
          <a:p>
            <a:pPr>
              <a:defRPr/>
            </a:pPr>
            <a:fld id="{28588503-611C-4314-9367-E0668E948370}" type="slidenum">
              <a:rPr lang="en-US" altLang="en-US" smtClean="0"/>
              <a:pPr>
                <a:defRPr/>
              </a:pPr>
              <a:t>96</a:t>
            </a:fld>
            <a:endParaRPr lang="en-US"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FCD00DB-60EE-F2BB-8E77-959E42351603}"/>
              </a:ext>
            </a:extLst>
          </p:cNvPr>
          <p:cNvSpPr>
            <a:spLocks noGrp="1" noChangeArrowheads="1"/>
          </p:cNvSpPr>
          <p:nvPr>
            <p:ph type="title"/>
          </p:nvPr>
        </p:nvSpPr>
        <p:spPr/>
        <p:txBody>
          <a:bodyPr/>
          <a:lstStyle/>
          <a:p>
            <a:r>
              <a:rPr lang="en-US" altLang="en-US"/>
              <a:t>Quine-McKluskey Method</a:t>
            </a:r>
          </a:p>
        </p:txBody>
      </p:sp>
      <p:sp>
        <p:nvSpPr>
          <p:cNvPr id="80899" name="Rectangle 3">
            <a:extLst>
              <a:ext uri="{FF2B5EF4-FFF2-40B4-BE49-F238E27FC236}">
                <a16:creationId xmlns:a16="http://schemas.microsoft.com/office/drawing/2014/main" id="{AD21EB7B-E656-4927-5901-F97C676E67B4}"/>
              </a:ext>
            </a:extLst>
          </p:cNvPr>
          <p:cNvSpPr>
            <a:spLocks noGrp="1" noChangeArrowheads="1"/>
          </p:cNvSpPr>
          <p:nvPr>
            <p:ph idx="1"/>
          </p:nvPr>
        </p:nvSpPr>
        <p:spPr>
          <a:xfrm>
            <a:off x="482600" y="1445753"/>
            <a:ext cx="8178800" cy="1030289"/>
          </a:xfrm>
        </p:spPr>
        <p:txBody>
          <a:bodyPr/>
          <a:lstStyle/>
          <a:p>
            <a:r>
              <a:rPr lang="en-US" altLang="en-US" dirty="0"/>
              <a:t>Construct table in which each row corresponds to one of the product terms</a:t>
            </a:r>
          </a:p>
          <a:p>
            <a:pPr lvl="1"/>
            <a:r>
              <a:rPr lang="en-US" altLang="en-US" dirty="0"/>
              <a:t>Terms are grouped according to number of complemented variables</a:t>
            </a:r>
          </a:p>
        </p:txBody>
      </p:sp>
      <p:pic>
        <p:nvPicPr>
          <p:cNvPr id="3" name="Picture 2">
            <a:extLst>
              <a:ext uri="{FF2B5EF4-FFF2-40B4-BE49-F238E27FC236}">
                <a16:creationId xmlns:a16="http://schemas.microsoft.com/office/drawing/2014/main" id="{99769792-7054-6BB0-5CAA-21D59EB9E400}"/>
              </a:ext>
            </a:extLst>
          </p:cNvPr>
          <p:cNvPicPr>
            <a:picLocks noChangeAspect="1"/>
          </p:cNvPicPr>
          <p:nvPr/>
        </p:nvPicPr>
        <p:blipFill>
          <a:blip r:embed="rId3"/>
          <a:stretch>
            <a:fillRect/>
          </a:stretch>
        </p:blipFill>
        <p:spPr>
          <a:xfrm>
            <a:off x="750528" y="2440998"/>
            <a:ext cx="7642944" cy="403547"/>
          </a:xfrm>
          <a:prstGeom prst="rect">
            <a:avLst/>
          </a:prstGeom>
        </p:spPr>
      </p:pic>
      <p:pic>
        <p:nvPicPr>
          <p:cNvPr id="5" name="Picture 4">
            <a:extLst>
              <a:ext uri="{FF2B5EF4-FFF2-40B4-BE49-F238E27FC236}">
                <a16:creationId xmlns:a16="http://schemas.microsoft.com/office/drawing/2014/main" id="{77A9BEE8-AD67-7F07-58E3-78ACE00C39A9}"/>
              </a:ext>
            </a:extLst>
          </p:cNvPr>
          <p:cNvPicPr>
            <a:picLocks noChangeAspect="1"/>
          </p:cNvPicPr>
          <p:nvPr/>
        </p:nvPicPr>
        <p:blipFill rotWithShape="1">
          <a:blip r:embed="rId4"/>
          <a:srcRect r="1963"/>
          <a:stretch/>
        </p:blipFill>
        <p:spPr>
          <a:xfrm>
            <a:off x="402491" y="2924944"/>
            <a:ext cx="8100392" cy="3105620"/>
          </a:xfrm>
          <a:prstGeom prst="rect">
            <a:avLst/>
          </a:prstGeom>
        </p:spPr>
      </p:pic>
      <p:sp>
        <p:nvSpPr>
          <p:cNvPr id="6" name="Speech Bubble: Rectangle 5">
            <a:extLst>
              <a:ext uri="{FF2B5EF4-FFF2-40B4-BE49-F238E27FC236}">
                <a16:creationId xmlns:a16="http://schemas.microsoft.com/office/drawing/2014/main" id="{DC4FB82D-E18A-E419-79C4-EC324DD13D01}"/>
              </a:ext>
            </a:extLst>
          </p:cNvPr>
          <p:cNvSpPr/>
          <p:nvPr/>
        </p:nvSpPr>
        <p:spPr>
          <a:xfrm>
            <a:off x="4117646" y="3106077"/>
            <a:ext cx="4464496" cy="914400"/>
          </a:xfrm>
          <a:prstGeom prst="wedgeRectCallout">
            <a:avLst>
              <a:gd name="adj1" fmla="val -96956"/>
              <a:gd name="adj2" fmla="val -35833"/>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MY" dirty="0"/>
              <a:t>1. List the term based on the number of NOT (Larger to smaller)</a:t>
            </a:r>
          </a:p>
        </p:txBody>
      </p:sp>
      <p:cxnSp>
        <p:nvCxnSpPr>
          <p:cNvPr id="8" name="Straight Connector 7">
            <a:extLst>
              <a:ext uri="{FF2B5EF4-FFF2-40B4-BE49-F238E27FC236}">
                <a16:creationId xmlns:a16="http://schemas.microsoft.com/office/drawing/2014/main" id="{860CB931-08BF-D9B6-D1C6-10F1586A6834}"/>
              </a:ext>
            </a:extLst>
          </p:cNvPr>
          <p:cNvCxnSpPr/>
          <p:nvPr/>
        </p:nvCxnSpPr>
        <p:spPr>
          <a:xfrm>
            <a:off x="214672" y="3717032"/>
            <a:ext cx="8446728"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187D705-36AA-BB1D-EE1B-13253BBE39CB}"/>
              </a:ext>
            </a:extLst>
          </p:cNvPr>
          <p:cNvCxnSpPr/>
          <p:nvPr/>
        </p:nvCxnSpPr>
        <p:spPr>
          <a:xfrm>
            <a:off x="214672" y="4653136"/>
            <a:ext cx="8446728"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0731E6C-C62C-0108-2B50-F928BCCD87A7}"/>
              </a:ext>
            </a:extLst>
          </p:cNvPr>
          <p:cNvCxnSpPr/>
          <p:nvPr/>
        </p:nvCxnSpPr>
        <p:spPr>
          <a:xfrm>
            <a:off x="229323" y="5589240"/>
            <a:ext cx="8446728"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69F978-B078-FC17-CBB6-68CA70D264EB}"/>
              </a:ext>
            </a:extLst>
          </p:cNvPr>
          <p:cNvSpPr txBox="1"/>
          <p:nvPr/>
        </p:nvSpPr>
        <p:spPr>
          <a:xfrm>
            <a:off x="549191" y="3407090"/>
            <a:ext cx="402674" cy="307777"/>
          </a:xfrm>
          <a:prstGeom prst="rect">
            <a:avLst/>
          </a:prstGeom>
          <a:solidFill>
            <a:schemeClr val="bg1"/>
          </a:solidFill>
        </p:spPr>
        <p:txBody>
          <a:bodyPr wrap="none" rtlCol="0">
            <a:spAutoFit/>
          </a:bodyPr>
          <a:lstStyle/>
          <a:p>
            <a:r>
              <a:rPr lang="en-MY" sz="1400" dirty="0"/>
              <a:t>G1</a:t>
            </a:r>
          </a:p>
        </p:txBody>
      </p:sp>
      <p:sp>
        <p:nvSpPr>
          <p:cNvPr id="7" name="TextBox 6">
            <a:extLst>
              <a:ext uri="{FF2B5EF4-FFF2-40B4-BE49-F238E27FC236}">
                <a16:creationId xmlns:a16="http://schemas.microsoft.com/office/drawing/2014/main" id="{C1606867-3F1D-8B08-34DD-A69B915D66CC}"/>
              </a:ext>
            </a:extLst>
          </p:cNvPr>
          <p:cNvSpPr txBox="1"/>
          <p:nvPr/>
        </p:nvSpPr>
        <p:spPr>
          <a:xfrm>
            <a:off x="549191" y="4070875"/>
            <a:ext cx="402674" cy="307777"/>
          </a:xfrm>
          <a:prstGeom prst="rect">
            <a:avLst/>
          </a:prstGeom>
          <a:solidFill>
            <a:schemeClr val="bg1"/>
          </a:solidFill>
        </p:spPr>
        <p:txBody>
          <a:bodyPr wrap="none" rtlCol="0">
            <a:spAutoFit/>
          </a:bodyPr>
          <a:lstStyle/>
          <a:p>
            <a:r>
              <a:rPr lang="en-MY" sz="1400" dirty="0"/>
              <a:t>G2</a:t>
            </a:r>
          </a:p>
        </p:txBody>
      </p:sp>
      <p:sp>
        <p:nvSpPr>
          <p:cNvPr id="11" name="TextBox 10">
            <a:extLst>
              <a:ext uri="{FF2B5EF4-FFF2-40B4-BE49-F238E27FC236}">
                <a16:creationId xmlns:a16="http://schemas.microsoft.com/office/drawing/2014/main" id="{E5138ADE-0973-3015-F9BF-2D3A7ADE5404}"/>
              </a:ext>
            </a:extLst>
          </p:cNvPr>
          <p:cNvSpPr txBox="1"/>
          <p:nvPr/>
        </p:nvSpPr>
        <p:spPr>
          <a:xfrm>
            <a:off x="549191" y="4983287"/>
            <a:ext cx="402674" cy="307777"/>
          </a:xfrm>
          <a:prstGeom prst="rect">
            <a:avLst/>
          </a:prstGeom>
          <a:solidFill>
            <a:schemeClr val="bg1"/>
          </a:solidFill>
        </p:spPr>
        <p:txBody>
          <a:bodyPr wrap="none" rtlCol="0">
            <a:spAutoFit/>
          </a:bodyPr>
          <a:lstStyle/>
          <a:p>
            <a:r>
              <a:rPr lang="en-MY" sz="1400" dirty="0"/>
              <a:t>G3</a:t>
            </a:r>
          </a:p>
        </p:txBody>
      </p:sp>
      <p:sp>
        <p:nvSpPr>
          <p:cNvPr id="12" name="TextBox 11">
            <a:extLst>
              <a:ext uri="{FF2B5EF4-FFF2-40B4-BE49-F238E27FC236}">
                <a16:creationId xmlns:a16="http://schemas.microsoft.com/office/drawing/2014/main" id="{7C19EACB-D89E-AE01-29D4-756ED7D2ABC0}"/>
              </a:ext>
            </a:extLst>
          </p:cNvPr>
          <p:cNvSpPr txBox="1"/>
          <p:nvPr/>
        </p:nvSpPr>
        <p:spPr>
          <a:xfrm>
            <a:off x="549191" y="5589240"/>
            <a:ext cx="402674" cy="307777"/>
          </a:xfrm>
          <a:prstGeom prst="rect">
            <a:avLst/>
          </a:prstGeom>
          <a:solidFill>
            <a:schemeClr val="bg1"/>
          </a:solidFill>
        </p:spPr>
        <p:txBody>
          <a:bodyPr wrap="none" rtlCol="0">
            <a:spAutoFit/>
          </a:bodyPr>
          <a:lstStyle/>
          <a:p>
            <a:r>
              <a:rPr lang="en-MY" sz="1400" dirty="0"/>
              <a:t>G4</a:t>
            </a:r>
          </a:p>
        </p:txBody>
      </p:sp>
      <p:sp>
        <p:nvSpPr>
          <p:cNvPr id="2" name="Slide Number Placeholder 1">
            <a:extLst>
              <a:ext uri="{FF2B5EF4-FFF2-40B4-BE49-F238E27FC236}">
                <a16:creationId xmlns:a16="http://schemas.microsoft.com/office/drawing/2014/main" id="{5FAB92A1-DB6C-BCCD-A090-5996D920B0DA}"/>
              </a:ext>
            </a:extLst>
          </p:cNvPr>
          <p:cNvSpPr>
            <a:spLocks noGrp="1"/>
          </p:cNvSpPr>
          <p:nvPr>
            <p:ph type="sldNum" sz="quarter" idx="12"/>
          </p:nvPr>
        </p:nvSpPr>
        <p:spPr/>
        <p:txBody>
          <a:bodyPr/>
          <a:lstStyle/>
          <a:p>
            <a:pPr>
              <a:defRPr/>
            </a:pPr>
            <a:fld id="{28588503-611C-4314-9367-E0668E948370}" type="slidenum">
              <a:rPr lang="en-US" altLang="en-US" smtClean="0"/>
              <a:pPr>
                <a:defRPr/>
              </a:pPr>
              <a:t>97</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FCD00DB-60EE-F2BB-8E77-959E42351603}"/>
              </a:ext>
            </a:extLst>
          </p:cNvPr>
          <p:cNvSpPr>
            <a:spLocks noGrp="1" noChangeArrowheads="1"/>
          </p:cNvSpPr>
          <p:nvPr>
            <p:ph type="title"/>
          </p:nvPr>
        </p:nvSpPr>
        <p:spPr/>
        <p:txBody>
          <a:bodyPr/>
          <a:lstStyle/>
          <a:p>
            <a:r>
              <a:rPr lang="en-US" altLang="en-US"/>
              <a:t>Quine-McKluskey Method</a:t>
            </a:r>
          </a:p>
        </p:txBody>
      </p:sp>
      <p:sp>
        <p:nvSpPr>
          <p:cNvPr id="80899" name="Rectangle 3">
            <a:extLst>
              <a:ext uri="{FF2B5EF4-FFF2-40B4-BE49-F238E27FC236}">
                <a16:creationId xmlns:a16="http://schemas.microsoft.com/office/drawing/2014/main" id="{AD21EB7B-E656-4927-5901-F97C676E67B4}"/>
              </a:ext>
            </a:extLst>
          </p:cNvPr>
          <p:cNvSpPr>
            <a:spLocks noGrp="1" noChangeArrowheads="1"/>
          </p:cNvSpPr>
          <p:nvPr>
            <p:ph idx="1"/>
          </p:nvPr>
        </p:nvSpPr>
        <p:spPr>
          <a:xfrm>
            <a:off x="482600" y="1445753"/>
            <a:ext cx="8178800" cy="1407181"/>
          </a:xfrm>
        </p:spPr>
        <p:txBody>
          <a:bodyPr>
            <a:normAutofit fontScale="92500"/>
          </a:bodyPr>
          <a:lstStyle/>
          <a:p>
            <a:r>
              <a:rPr lang="en-US" altLang="en-US" dirty="0"/>
              <a:t>Next step to find </a:t>
            </a:r>
            <a:r>
              <a:rPr lang="en-US" altLang="en-US" sz="2800" b="1" dirty="0">
                <a:solidFill>
                  <a:srgbClr val="FF0000"/>
                </a:solidFill>
              </a:rPr>
              <a:t>all pairs of terms that differ in only one variable</a:t>
            </a:r>
            <a:endParaRPr lang="en-US" altLang="en-US" b="1" dirty="0">
              <a:solidFill>
                <a:srgbClr val="FF0000"/>
              </a:solidFill>
            </a:endParaRPr>
          </a:p>
          <a:p>
            <a:pPr lvl="1"/>
            <a:r>
              <a:rPr lang="en-US" altLang="en-US" dirty="0"/>
              <a:t>Start with first group and comparing each term of first group with every term of second group</a:t>
            </a:r>
          </a:p>
          <a:p>
            <a:pPr lvl="1"/>
            <a:r>
              <a:rPr lang="en-US" altLang="en-US" dirty="0"/>
              <a:t>We compare group 1 and 2, 2 and 3 &amp; 3 and 4. </a:t>
            </a:r>
          </a:p>
        </p:txBody>
      </p:sp>
      <p:pic>
        <p:nvPicPr>
          <p:cNvPr id="5" name="Picture 4">
            <a:extLst>
              <a:ext uri="{FF2B5EF4-FFF2-40B4-BE49-F238E27FC236}">
                <a16:creationId xmlns:a16="http://schemas.microsoft.com/office/drawing/2014/main" id="{77A9BEE8-AD67-7F07-58E3-78ACE00C39A9}"/>
              </a:ext>
            </a:extLst>
          </p:cNvPr>
          <p:cNvPicPr>
            <a:picLocks noChangeAspect="1"/>
          </p:cNvPicPr>
          <p:nvPr/>
        </p:nvPicPr>
        <p:blipFill rotWithShape="1">
          <a:blip r:embed="rId3"/>
          <a:srcRect r="1963"/>
          <a:stretch/>
        </p:blipFill>
        <p:spPr>
          <a:xfrm>
            <a:off x="402491" y="2924944"/>
            <a:ext cx="8100392" cy="3105620"/>
          </a:xfrm>
          <a:prstGeom prst="rect">
            <a:avLst/>
          </a:prstGeom>
        </p:spPr>
      </p:pic>
      <p:cxnSp>
        <p:nvCxnSpPr>
          <p:cNvPr id="8" name="Straight Connector 7">
            <a:extLst>
              <a:ext uri="{FF2B5EF4-FFF2-40B4-BE49-F238E27FC236}">
                <a16:creationId xmlns:a16="http://schemas.microsoft.com/office/drawing/2014/main" id="{860CB931-08BF-D9B6-D1C6-10F1586A6834}"/>
              </a:ext>
            </a:extLst>
          </p:cNvPr>
          <p:cNvCxnSpPr/>
          <p:nvPr/>
        </p:nvCxnSpPr>
        <p:spPr>
          <a:xfrm>
            <a:off x="214672" y="3717032"/>
            <a:ext cx="8446728"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187D705-36AA-BB1D-EE1B-13253BBE39CB}"/>
              </a:ext>
            </a:extLst>
          </p:cNvPr>
          <p:cNvCxnSpPr/>
          <p:nvPr/>
        </p:nvCxnSpPr>
        <p:spPr>
          <a:xfrm>
            <a:off x="214672" y="4653136"/>
            <a:ext cx="8446728"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0731E6C-C62C-0108-2B50-F928BCCD87A7}"/>
              </a:ext>
            </a:extLst>
          </p:cNvPr>
          <p:cNvCxnSpPr/>
          <p:nvPr/>
        </p:nvCxnSpPr>
        <p:spPr>
          <a:xfrm>
            <a:off x="229323" y="5589240"/>
            <a:ext cx="8446728"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 name="Freeform: Shape 1">
            <a:extLst>
              <a:ext uri="{FF2B5EF4-FFF2-40B4-BE49-F238E27FC236}">
                <a16:creationId xmlns:a16="http://schemas.microsoft.com/office/drawing/2014/main" id="{0CB07AA3-6712-7446-4960-C84CAB8EE5E9}"/>
              </a:ext>
            </a:extLst>
          </p:cNvPr>
          <p:cNvSpPr/>
          <p:nvPr/>
        </p:nvSpPr>
        <p:spPr>
          <a:xfrm>
            <a:off x="4846320" y="3512820"/>
            <a:ext cx="99060" cy="327660"/>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Freeform: Shape 10">
            <a:extLst>
              <a:ext uri="{FF2B5EF4-FFF2-40B4-BE49-F238E27FC236}">
                <a16:creationId xmlns:a16="http://schemas.microsoft.com/office/drawing/2014/main" id="{3FACD583-5F3D-4397-2AD3-7B1BEE32D7F9}"/>
              </a:ext>
            </a:extLst>
          </p:cNvPr>
          <p:cNvSpPr/>
          <p:nvPr/>
        </p:nvSpPr>
        <p:spPr>
          <a:xfrm>
            <a:off x="3770860" y="3820474"/>
            <a:ext cx="373548" cy="1572731"/>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Freeform: Shape 15">
            <a:extLst>
              <a:ext uri="{FF2B5EF4-FFF2-40B4-BE49-F238E27FC236}">
                <a16:creationId xmlns:a16="http://schemas.microsoft.com/office/drawing/2014/main" id="{E9BEE986-72AD-DCB7-BB1A-02AD0C288E87}"/>
              </a:ext>
            </a:extLst>
          </p:cNvPr>
          <p:cNvSpPr/>
          <p:nvPr/>
        </p:nvSpPr>
        <p:spPr>
          <a:xfrm flipH="1">
            <a:off x="6719382" y="4477754"/>
            <a:ext cx="99060" cy="985011"/>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7" name="Freeform: Shape 16">
            <a:extLst>
              <a:ext uri="{FF2B5EF4-FFF2-40B4-BE49-F238E27FC236}">
                <a16:creationId xmlns:a16="http://schemas.microsoft.com/office/drawing/2014/main" id="{E3843C92-E741-8F3E-3053-B11E0DAB78E8}"/>
              </a:ext>
            </a:extLst>
          </p:cNvPr>
          <p:cNvSpPr/>
          <p:nvPr/>
        </p:nvSpPr>
        <p:spPr>
          <a:xfrm>
            <a:off x="5958476" y="3828581"/>
            <a:ext cx="99060" cy="985011"/>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8" name="Freeform: Shape 17">
            <a:extLst>
              <a:ext uri="{FF2B5EF4-FFF2-40B4-BE49-F238E27FC236}">
                <a16:creationId xmlns:a16="http://schemas.microsoft.com/office/drawing/2014/main" id="{84981F9A-BD38-8668-93C2-DC2659FAC48E}"/>
              </a:ext>
            </a:extLst>
          </p:cNvPr>
          <p:cNvSpPr/>
          <p:nvPr/>
        </p:nvSpPr>
        <p:spPr>
          <a:xfrm>
            <a:off x="7005440" y="4160630"/>
            <a:ext cx="99060" cy="985011"/>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0" name="Freeform: Shape 19">
            <a:extLst>
              <a:ext uri="{FF2B5EF4-FFF2-40B4-BE49-F238E27FC236}">
                <a16:creationId xmlns:a16="http://schemas.microsoft.com/office/drawing/2014/main" id="{D32BBE25-4F94-B8F4-D103-11B64EE9F299}"/>
              </a:ext>
            </a:extLst>
          </p:cNvPr>
          <p:cNvSpPr/>
          <p:nvPr/>
        </p:nvSpPr>
        <p:spPr>
          <a:xfrm>
            <a:off x="5974852" y="5419685"/>
            <a:ext cx="99060" cy="327660"/>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Freeform: Shape 20">
            <a:extLst>
              <a:ext uri="{FF2B5EF4-FFF2-40B4-BE49-F238E27FC236}">
                <a16:creationId xmlns:a16="http://schemas.microsoft.com/office/drawing/2014/main" id="{6352ADC8-CB65-D539-488A-D63A217BE273}"/>
              </a:ext>
            </a:extLst>
          </p:cNvPr>
          <p:cNvSpPr/>
          <p:nvPr/>
        </p:nvSpPr>
        <p:spPr>
          <a:xfrm flipH="1">
            <a:off x="3506815" y="4781745"/>
            <a:ext cx="99060" cy="965583"/>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2" name="Freeform: Shape 21">
            <a:extLst>
              <a:ext uri="{FF2B5EF4-FFF2-40B4-BE49-F238E27FC236}">
                <a16:creationId xmlns:a16="http://schemas.microsoft.com/office/drawing/2014/main" id="{8CF6E0F9-3944-90CC-A158-765346A3724D}"/>
              </a:ext>
            </a:extLst>
          </p:cNvPr>
          <p:cNvSpPr/>
          <p:nvPr/>
        </p:nvSpPr>
        <p:spPr>
          <a:xfrm flipH="1">
            <a:off x="4570292" y="5082570"/>
            <a:ext cx="99060" cy="722694"/>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Rectangle 3">
            <a:extLst>
              <a:ext uri="{FF2B5EF4-FFF2-40B4-BE49-F238E27FC236}">
                <a16:creationId xmlns:a16="http://schemas.microsoft.com/office/drawing/2014/main" id="{2AA13F34-D744-1645-9AD0-5E77AC035883}"/>
              </a:ext>
            </a:extLst>
          </p:cNvPr>
          <p:cNvSpPr/>
          <p:nvPr/>
        </p:nvSpPr>
        <p:spPr>
          <a:xfrm>
            <a:off x="899592" y="3749237"/>
            <a:ext cx="792088" cy="295453"/>
          </a:xfrm>
          <a:prstGeom prst="rect">
            <a:avLst/>
          </a:prstGeom>
          <a:solidFill>
            <a:srgbClr val="FF0000">
              <a:alpha val="2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Rectangle 5">
            <a:extLst>
              <a:ext uri="{FF2B5EF4-FFF2-40B4-BE49-F238E27FC236}">
                <a16:creationId xmlns:a16="http://schemas.microsoft.com/office/drawing/2014/main" id="{EACFCAF4-9FE8-5253-F9F9-56547C1EA206}"/>
              </a:ext>
            </a:extLst>
          </p:cNvPr>
          <p:cNvSpPr/>
          <p:nvPr/>
        </p:nvSpPr>
        <p:spPr>
          <a:xfrm>
            <a:off x="875600" y="5300871"/>
            <a:ext cx="792088" cy="255828"/>
          </a:xfrm>
          <a:prstGeom prst="rect">
            <a:avLst/>
          </a:prstGeom>
          <a:solidFill>
            <a:srgbClr val="FF0000">
              <a:alpha val="2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32F4800B-5A8E-DE47-4A65-8A7FD30984B4}"/>
              </a:ext>
            </a:extLst>
          </p:cNvPr>
          <p:cNvSpPr/>
          <p:nvPr/>
        </p:nvSpPr>
        <p:spPr>
          <a:xfrm>
            <a:off x="899592" y="4665865"/>
            <a:ext cx="792088" cy="295453"/>
          </a:xfrm>
          <a:prstGeom prst="rect">
            <a:avLst/>
          </a:prstGeom>
          <a:solidFill>
            <a:srgbClr val="00FF00">
              <a:alpha val="2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39" name="Group 38">
            <a:extLst>
              <a:ext uri="{FF2B5EF4-FFF2-40B4-BE49-F238E27FC236}">
                <a16:creationId xmlns:a16="http://schemas.microsoft.com/office/drawing/2014/main" id="{43114116-028D-F279-1EE6-221CA9182374}"/>
              </a:ext>
            </a:extLst>
          </p:cNvPr>
          <p:cNvGrpSpPr/>
          <p:nvPr/>
        </p:nvGrpSpPr>
        <p:grpSpPr>
          <a:xfrm>
            <a:off x="73031" y="3729104"/>
            <a:ext cx="754888" cy="788213"/>
            <a:chOff x="73031" y="3729104"/>
            <a:chExt cx="754888" cy="788213"/>
          </a:xfrm>
        </p:grpSpPr>
        <p:grpSp>
          <p:nvGrpSpPr>
            <p:cNvPr id="24" name="Group 23">
              <a:extLst>
                <a:ext uri="{FF2B5EF4-FFF2-40B4-BE49-F238E27FC236}">
                  <a16:creationId xmlns:a16="http://schemas.microsoft.com/office/drawing/2014/main" id="{B357E79F-B5D7-C905-CA7B-FCBA0F6DCDAC}"/>
                </a:ext>
              </a:extLst>
            </p:cNvPr>
            <p:cNvGrpSpPr/>
            <p:nvPr/>
          </p:nvGrpSpPr>
          <p:grpSpPr>
            <a:xfrm>
              <a:off x="73032" y="3729104"/>
              <a:ext cx="754887" cy="369332"/>
              <a:chOff x="73032" y="3729104"/>
              <a:chExt cx="754887" cy="369332"/>
            </a:xfrm>
          </p:grpSpPr>
          <p:sp>
            <p:nvSpPr>
              <p:cNvPr id="13" name="TextBox 12">
                <a:extLst>
                  <a:ext uri="{FF2B5EF4-FFF2-40B4-BE49-F238E27FC236}">
                    <a16:creationId xmlns:a16="http://schemas.microsoft.com/office/drawing/2014/main" id="{F8DDC423-E998-D058-1ACC-CF2AD1854A35}"/>
                  </a:ext>
                </a:extLst>
              </p:cNvPr>
              <p:cNvSpPr txBox="1"/>
              <p:nvPr/>
            </p:nvSpPr>
            <p:spPr>
              <a:xfrm>
                <a:off x="73032" y="3729104"/>
                <a:ext cx="754887" cy="369332"/>
              </a:xfrm>
              <a:prstGeom prst="rect">
                <a:avLst/>
              </a:prstGeom>
              <a:solidFill>
                <a:schemeClr val="bg1"/>
              </a:solidFill>
            </p:spPr>
            <p:txBody>
              <a:bodyPr wrap="none" rtlCol="0">
                <a:spAutoFit/>
              </a:bodyPr>
              <a:lstStyle/>
              <a:p>
                <a:r>
                  <a:rPr lang="en-MY" sz="1800" dirty="0">
                    <a:solidFill>
                      <a:srgbClr val="FF0000"/>
                    </a:solidFill>
                  </a:rPr>
                  <a:t>A</a:t>
                </a:r>
                <a:r>
                  <a:rPr lang="en-MY" sz="1800" dirty="0"/>
                  <a:t>BCD</a:t>
                </a:r>
              </a:p>
            </p:txBody>
          </p:sp>
          <p:cxnSp>
            <p:nvCxnSpPr>
              <p:cNvPr id="15" name="Straight Connector 14">
                <a:extLst>
                  <a:ext uri="{FF2B5EF4-FFF2-40B4-BE49-F238E27FC236}">
                    <a16:creationId xmlns:a16="http://schemas.microsoft.com/office/drawing/2014/main" id="{8ED16439-A345-B662-D780-655F7C53CD24}"/>
                  </a:ext>
                </a:extLst>
              </p:cNvPr>
              <p:cNvCxnSpPr>
                <a:cxnSpLocks/>
              </p:cNvCxnSpPr>
              <p:nvPr/>
            </p:nvCxnSpPr>
            <p:spPr>
              <a:xfrm>
                <a:off x="179512" y="3749237"/>
                <a:ext cx="144016" cy="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76D0C5E-CBA3-344C-74DF-28EC0AF60A25}"/>
                  </a:ext>
                </a:extLst>
              </p:cNvPr>
              <p:cNvCxnSpPr>
                <a:cxnSpLocks/>
              </p:cNvCxnSpPr>
              <p:nvPr/>
            </p:nvCxnSpPr>
            <p:spPr>
              <a:xfrm>
                <a:off x="465583" y="3749237"/>
                <a:ext cx="144016" cy="0"/>
              </a:xfrm>
              <a:prstGeom prst="line">
                <a:avLst/>
              </a:prstGeom>
            </p:spPr>
            <p:style>
              <a:lnRef idx="1">
                <a:schemeClr val="dk1"/>
              </a:lnRef>
              <a:fillRef idx="0">
                <a:schemeClr val="dk1"/>
              </a:fillRef>
              <a:effectRef idx="0">
                <a:schemeClr val="dk1"/>
              </a:effectRef>
              <a:fontRef idx="minor">
                <a:schemeClr val="tx1"/>
              </a:fontRef>
            </p:style>
          </p:cxnSp>
        </p:grpSp>
        <p:grpSp>
          <p:nvGrpSpPr>
            <p:cNvPr id="25" name="Group 24">
              <a:extLst>
                <a:ext uri="{FF2B5EF4-FFF2-40B4-BE49-F238E27FC236}">
                  <a16:creationId xmlns:a16="http://schemas.microsoft.com/office/drawing/2014/main" id="{93E1A225-A1BE-13DD-CA4E-54F012400008}"/>
                </a:ext>
              </a:extLst>
            </p:cNvPr>
            <p:cNvGrpSpPr/>
            <p:nvPr/>
          </p:nvGrpSpPr>
          <p:grpSpPr>
            <a:xfrm>
              <a:off x="73031" y="4147985"/>
              <a:ext cx="754887" cy="369332"/>
              <a:chOff x="73032" y="3729104"/>
              <a:chExt cx="754887" cy="369332"/>
            </a:xfrm>
          </p:grpSpPr>
          <p:sp>
            <p:nvSpPr>
              <p:cNvPr id="26" name="TextBox 25">
                <a:extLst>
                  <a:ext uri="{FF2B5EF4-FFF2-40B4-BE49-F238E27FC236}">
                    <a16:creationId xmlns:a16="http://schemas.microsoft.com/office/drawing/2014/main" id="{66CFE82F-68C6-A427-C4B8-28A243415780}"/>
                  </a:ext>
                </a:extLst>
              </p:cNvPr>
              <p:cNvSpPr txBox="1"/>
              <p:nvPr/>
            </p:nvSpPr>
            <p:spPr>
              <a:xfrm>
                <a:off x="73032" y="3729104"/>
                <a:ext cx="754887" cy="369332"/>
              </a:xfrm>
              <a:prstGeom prst="rect">
                <a:avLst/>
              </a:prstGeom>
              <a:solidFill>
                <a:schemeClr val="bg1"/>
              </a:solidFill>
            </p:spPr>
            <p:txBody>
              <a:bodyPr wrap="none" rtlCol="0">
                <a:spAutoFit/>
              </a:bodyPr>
              <a:lstStyle/>
              <a:p>
                <a:r>
                  <a:rPr lang="en-MY" sz="1800" dirty="0">
                    <a:solidFill>
                      <a:srgbClr val="FF0000"/>
                    </a:solidFill>
                  </a:rPr>
                  <a:t>A</a:t>
                </a:r>
                <a:r>
                  <a:rPr lang="en-MY" sz="1800" dirty="0"/>
                  <a:t>BCD</a:t>
                </a:r>
              </a:p>
            </p:txBody>
          </p:sp>
          <p:cxnSp>
            <p:nvCxnSpPr>
              <p:cNvPr id="28" name="Straight Connector 27">
                <a:extLst>
                  <a:ext uri="{FF2B5EF4-FFF2-40B4-BE49-F238E27FC236}">
                    <a16:creationId xmlns:a16="http://schemas.microsoft.com/office/drawing/2014/main" id="{D694A852-058E-1025-72F8-F6A2C54A257D}"/>
                  </a:ext>
                </a:extLst>
              </p:cNvPr>
              <p:cNvCxnSpPr>
                <a:cxnSpLocks/>
              </p:cNvCxnSpPr>
              <p:nvPr/>
            </p:nvCxnSpPr>
            <p:spPr>
              <a:xfrm>
                <a:off x="465583" y="3749237"/>
                <a:ext cx="144016" cy="0"/>
              </a:xfrm>
              <a:prstGeom prst="line">
                <a:avLst/>
              </a:prstGeom>
            </p:spPr>
            <p:style>
              <a:lnRef idx="1">
                <a:schemeClr val="dk1"/>
              </a:lnRef>
              <a:fillRef idx="0">
                <a:schemeClr val="dk1"/>
              </a:fillRef>
              <a:effectRef idx="0">
                <a:schemeClr val="dk1"/>
              </a:effectRef>
              <a:fontRef idx="minor">
                <a:schemeClr val="tx1"/>
              </a:fontRef>
            </p:style>
          </p:cxnSp>
        </p:grpSp>
      </p:grpSp>
      <p:grpSp>
        <p:nvGrpSpPr>
          <p:cNvPr id="38" name="Group 37">
            <a:extLst>
              <a:ext uri="{FF2B5EF4-FFF2-40B4-BE49-F238E27FC236}">
                <a16:creationId xmlns:a16="http://schemas.microsoft.com/office/drawing/2014/main" id="{499CF762-8DE4-0620-E56A-A21DDA03D581}"/>
              </a:ext>
            </a:extLst>
          </p:cNvPr>
          <p:cNvGrpSpPr/>
          <p:nvPr/>
        </p:nvGrpSpPr>
        <p:grpSpPr>
          <a:xfrm>
            <a:off x="73031" y="2893428"/>
            <a:ext cx="763717" cy="781768"/>
            <a:chOff x="135874" y="2200137"/>
            <a:chExt cx="763717" cy="781768"/>
          </a:xfrm>
        </p:grpSpPr>
        <p:sp>
          <p:nvSpPr>
            <p:cNvPr id="30" name="TextBox 29">
              <a:extLst>
                <a:ext uri="{FF2B5EF4-FFF2-40B4-BE49-F238E27FC236}">
                  <a16:creationId xmlns:a16="http://schemas.microsoft.com/office/drawing/2014/main" id="{E8FA52EF-D76E-3A1C-1F35-095DF0B339E6}"/>
                </a:ext>
              </a:extLst>
            </p:cNvPr>
            <p:cNvSpPr txBox="1"/>
            <p:nvPr/>
          </p:nvSpPr>
          <p:spPr>
            <a:xfrm>
              <a:off x="135874" y="2200137"/>
              <a:ext cx="754887" cy="369332"/>
            </a:xfrm>
            <a:prstGeom prst="rect">
              <a:avLst/>
            </a:prstGeom>
            <a:solidFill>
              <a:schemeClr val="bg1"/>
            </a:solidFill>
          </p:spPr>
          <p:txBody>
            <a:bodyPr wrap="none" rtlCol="0">
              <a:spAutoFit/>
            </a:bodyPr>
            <a:lstStyle/>
            <a:p>
              <a:r>
                <a:rPr lang="en-MY" sz="1800" dirty="0"/>
                <a:t>A</a:t>
              </a:r>
              <a:r>
                <a:rPr lang="en-MY" sz="1800" dirty="0">
                  <a:solidFill>
                    <a:srgbClr val="00B0F0"/>
                  </a:solidFill>
                </a:rPr>
                <a:t>B</a:t>
              </a:r>
              <a:r>
                <a:rPr lang="en-MY" sz="1800" dirty="0"/>
                <a:t>CD</a:t>
              </a:r>
            </a:p>
          </p:txBody>
        </p:sp>
        <p:cxnSp>
          <p:nvCxnSpPr>
            <p:cNvPr id="31" name="Straight Connector 30">
              <a:extLst>
                <a:ext uri="{FF2B5EF4-FFF2-40B4-BE49-F238E27FC236}">
                  <a16:creationId xmlns:a16="http://schemas.microsoft.com/office/drawing/2014/main" id="{8C5C84FF-FCF1-4B1B-1ADF-90458E529898}"/>
                </a:ext>
              </a:extLst>
            </p:cNvPr>
            <p:cNvCxnSpPr>
              <a:cxnSpLocks/>
            </p:cNvCxnSpPr>
            <p:nvPr/>
          </p:nvCxnSpPr>
          <p:spPr>
            <a:xfrm>
              <a:off x="242354" y="2220270"/>
              <a:ext cx="144016"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FEE4ECDA-E667-4B47-5483-A1C0E067203C}"/>
                </a:ext>
              </a:extLst>
            </p:cNvPr>
            <p:cNvCxnSpPr>
              <a:cxnSpLocks/>
            </p:cNvCxnSpPr>
            <p:nvPr/>
          </p:nvCxnSpPr>
          <p:spPr>
            <a:xfrm>
              <a:off x="528425" y="2220270"/>
              <a:ext cx="144016" cy="0"/>
            </a:xfrm>
            <a:prstGeom prst="line">
              <a:avLst/>
            </a:prstGeom>
          </p:spPr>
          <p:style>
            <a:lnRef idx="1">
              <a:schemeClr val="dk1"/>
            </a:lnRef>
            <a:fillRef idx="0">
              <a:schemeClr val="dk1"/>
            </a:fillRef>
            <a:effectRef idx="0">
              <a:schemeClr val="dk1"/>
            </a:effectRef>
            <a:fontRef idx="minor">
              <a:schemeClr val="tx1"/>
            </a:fontRef>
          </p:style>
        </p:cxnSp>
        <p:grpSp>
          <p:nvGrpSpPr>
            <p:cNvPr id="33" name="Group 32">
              <a:extLst>
                <a:ext uri="{FF2B5EF4-FFF2-40B4-BE49-F238E27FC236}">
                  <a16:creationId xmlns:a16="http://schemas.microsoft.com/office/drawing/2014/main" id="{FC9341C0-D4F3-A5F2-C3C7-35B7307B3171}"/>
                </a:ext>
              </a:extLst>
            </p:cNvPr>
            <p:cNvGrpSpPr/>
            <p:nvPr/>
          </p:nvGrpSpPr>
          <p:grpSpPr>
            <a:xfrm>
              <a:off x="144704" y="2612573"/>
              <a:ext cx="754887" cy="369332"/>
              <a:chOff x="73032" y="3729104"/>
              <a:chExt cx="754887" cy="369332"/>
            </a:xfrm>
          </p:grpSpPr>
          <p:sp>
            <p:nvSpPr>
              <p:cNvPr id="34" name="TextBox 33">
                <a:extLst>
                  <a:ext uri="{FF2B5EF4-FFF2-40B4-BE49-F238E27FC236}">
                    <a16:creationId xmlns:a16="http://schemas.microsoft.com/office/drawing/2014/main" id="{631DD877-89A8-5B36-7150-A913F7AE1E85}"/>
                  </a:ext>
                </a:extLst>
              </p:cNvPr>
              <p:cNvSpPr txBox="1"/>
              <p:nvPr/>
            </p:nvSpPr>
            <p:spPr>
              <a:xfrm>
                <a:off x="73032" y="3729104"/>
                <a:ext cx="754887" cy="369332"/>
              </a:xfrm>
              <a:prstGeom prst="rect">
                <a:avLst/>
              </a:prstGeom>
              <a:solidFill>
                <a:schemeClr val="bg1"/>
              </a:solidFill>
            </p:spPr>
            <p:txBody>
              <a:bodyPr wrap="none" rtlCol="0">
                <a:spAutoFit/>
              </a:bodyPr>
              <a:lstStyle/>
              <a:p>
                <a:r>
                  <a:rPr lang="en-MY" sz="1800" dirty="0"/>
                  <a:t>A</a:t>
                </a:r>
                <a:r>
                  <a:rPr lang="en-MY" sz="1800" dirty="0">
                    <a:solidFill>
                      <a:srgbClr val="00B0F0"/>
                    </a:solidFill>
                  </a:rPr>
                  <a:t>B</a:t>
                </a:r>
                <a:r>
                  <a:rPr lang="en-MY" sz="1800" dirty="0"/>
                  <a:t>CD</a:t>
                </a:r>
              </a:p>
            </p:txBody>
          </p:sp>
          <p:cxnSp>
            <p:nvCxnSpPr>
              <p:cNvPr id="35" name="Straight Connector 34">
                <a:extLst>
                  <a:ext uri="{FF2B5EF4-FFF2-40B4-BE49-F238E27FC236}">
                    <a16:creationId xmlns:a16="http://schemas.microsoft.com/office/drawing/2014/main" id="{82598F84-2FAA-0FB6-C31C-5745A8D98915}"/>
                  </a:ext>
                </a:extLst>
              </p:cNvPr>
              <p:cNvCxnSpPr>
                <a:cxnSpLocks/>
              </p:cNvCxnSpPr>
              <p:nvPr/>
            </p:nvCxnSpPr>
            <p:spPr>
              <a:xfrm>
                <a:off x="465583" y="3749237"/>
                <a:ext cx="144016" cy="0"/>
              </a:xfrm>
              <a:prstGeom prst="line">
                <a:avLst/>
              </a:prstGeom>
            </p:spPr>
            <p:style>
              <a:lnRef idx="1">
                <a:schemeClr val="dk1"/>
              </a:lnRef>
              <a:fillRef idx="0">
                <a:schemeClr val="dk1"/>
              </a:fillRef>
              <a:effectRef idx="0">
                <a:schemeClr val="dk1"/>
              </a:effectRef>
              <a:fontRef idx="minor">
                <a:schemeClr val="tx1"/>
              </a:fontRef>
            </p:style>
          </p:cxnSp>
        </p:grpSp>
        <p:cxnSp>
          <p:nvCxnSpPr>
            <p:cNvPr id="36" name="Straight Connector 35">
              <a:extLst>
                <a:ext uri="{FF2B5EF4-FFF2-40B4-BE49-F238E27FC236}">
                  <a16:creationId xmlns:a16="http://schemas.microsoft.com/office/drawing/2014/main" id="{E938A367-BCF4-BA02-96F9-DE6CEB3A3D87}"/>
                </a:ext>
              </a:extLst>
            </p:cNvPr>
            <p:cNvCxnSpPr>
              <a:cxnSpLocks/>
            </p:cNvCxnSpPr>
            <p:nvPr/>
          </p:nvCxnSpPr>
          <p:spPr>
            <a:xfrm>
              <a:off x="393239" y="2213825"/>
              <a:ext cx="144016" cy="0"/>
            </a:xfrm>
            <a:prstGeom prst="line">
              <a:avLst/>
            </a:prstGeom>
            <a:ln>
              <a:solidFill>
                <a:srgbClr val="00B0F0"/>
              </a:solidFill>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BFDE5C4C-00E7-0E56-31CE-CCAC1A72287B}"/>
                </a:ext>
              </a:extLst>
            </p:cNvPr>
            <p:cNvCxnSpPr>
              <a:cxnSpLocks/>
            </p:cNvCxnSpPr>
            <p:nvPr/>
          </p:nvCxnSpPr>
          <p:spPr>
            <a:xfrm>
              <a:off x="214672" y="2617462"/>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40" name="Rectangle 39">
            <a:extLst>
              <a:ext uri="{FF2B5EF4-FFF2-40B4-BE49-F238E27FC236}">
                <a16:creationId xmlns:a16="http://schemas.microsoft.com/office/drawing/2014/main" id="{60FDFD52-BC56-0DA0-EF9F-7B80CC9EF293}"/>
              </a:ext>
            </a:extLst>
          </p:cNvPr>
          <p:cNvSpPr/>
          <p:nvPr/>
        </p:nvSpPr>
        <p:spPr>
          <a:xfrm>
            <a:off x="899592" y="5583515"/>
            <a:ext cx="792088" cy="295453"/>
          </a:xfrm>
          <a:prstGeom prst="rect">
            <a:avLst/>
          </a:prstGeom>
          <a:solidFill>
            <a:srgbClr val="00FF00">
              <a:alpha val="2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41" name="Group 40">
            <a:extLst>
              <a:ext uri="{FF2B5EF4-FFF2-40B4-BE49-F238E27FC236}">
                <a16:creationId xmlns:a16="http://schemas.microsoft.com/office/drawing/2014/main" id="{063C57F7-173D-5AC2-62FF-4F288322F13D}"/>
              </a:ext>
            </a:extLst>
          </p:cNvPr>
          <p:cNvGrpSpPr/>
          <p:nvPr/>
        </p:nvGrpSpPr>
        <p:grpSpPr>
          <a:xfrm>
            <a:off x="34128" y="5205661"/>
            <a:ext cx="754888" cy="788213"/>
            <a:chOff x="73031" y="3729104"/>
            <a:chExt cx="754888" cy="788213"/>
          </a:xfrm>
        </p:grpSpPr>
        <p:grpSp>
          <p:nvGrpSpPr>
            <p:cNvPr id="42" name="Group 41">
              <a:extLst>
                <a:ext uri="{FF2B5EF4-FFF2-40B4-BE49-F238E27FC236}">
                  <a16:creationId xmlns:a16="http://schemas.microsoft.com/office/drawing/2014/main" id="{7FD9F1A7-995D-9310-406F-3A98D5765F11}"/>
                </a:ext>
              </a:extLst>
            </p:cNvPr>
            <p:cNvGrpSpPr/>
            <p:nvPr/>
          </p:nvGrpSpPr>
          <p:grpSpPr>
            <a:xfrm>
              <a:off x="73032" y="3729104"/>
              <a:ext cx="754887" cy="369332"/>
              <a:chOff x="73032" y="3729104"/>
              <a:chExt cx="754887" cy="369332"/>
            </a:xfrm>
          </p:grpSpPr>
          <p:sp>
            <p:nvSpPr>
              <p:cNvPr id="46" name="TextBox 45">
                <a:extLst>
                  <a:ext uri="{FF2B5EF4-FFF2-40B4-BE49-F238E27FC236}">
                    <a16:creationId xmlns:a16="http://schemas.microsoft.com/office/drawing/2014/main" id="{AABF02CF-9536-4F24-52BD-BE5990EC52DB}"/>
                  </a:ext>
                </a:extLst>
              </p:cNvPr>
              <p:cNvSpPr txBox="1"/>
              <p:nvPr/>
            </p:nvSpPr>
            <p:spPr>
              <a:xfrm>
                <a:off x="73032" y="3729104"/>
                <a:ext cx="754887" cy="369332"/>
              </a:xfrm>
              <a:prstGeom prst="rect">
                <a:avLst/>
              </a:prstGeom>
              <a:solidFill>
                <a:schemeClr val="bg1"/>
              </a:solidFill>
            </p:spPr>
            <p:txBody>
              <a:bodyPr wrap="none" rtlCol="0">
                <a:spAutoFit/>
              </a:bodyPr>
              <a:lstStyle/>
              <a:p>
                <a:r>
                  <a:rPr lang="en-MY" sz="1800" dirty="0">
                    <a:solidFill>
                      <a:srgbClr val="66FF33"/>
                    </a:solidFill>
                  </a:rPr>
                  <a:t>A</a:t>
                </a:r>
                <a:r>
                  <a:rPr lang="en-MY" sz="1800" dirty="0"/>
                  <a:t>BCD</a:t>
                </a:r>
              </a:p>
            </p:txBody>
          </p:sp>
          <p:cxnSp>
            <p:nvCxnSpPr>
              <p:cNvPr id="47" name="Straight Connector 46">
                <a:extLst>
                  <a:ext uri="{FF2B5EF4-FFF2-40B4-BE49-F238E27FC236}">
                    <a16:creationId xmlns:a16="http://schemas.microsoft.com/office/drawing/2014/main" id="{49F8E4DA-95E1-095F-8D65-D1EB41B1170E}"/>
                  </a:ext>
                </a:extLst>
              </p:cNvPr>
              <p:cNvCxnSpPr>
                <a:cxnSpLocks/>
              </p:cNvCxnSpPr>
              <p:nvPr/>
            </p:nvCxnSpPr>
            <p:spPr>
              <a:xfrm>
                <a:off x="179512" y="3749237"/>
                <a:ext cx="144016" cy="0"/>
              </a:xfrm>
              <a:prstGeom prst="line">
                <a:avLst/>
              </a:prstGeom>
              <a:ln>
                <a:solidFill>
                  <a:srgbClr val="00FF00"/>
                </a:solidFill>
              </a:ln>
            </p:spPr>
            <p:style>
              <a:lnRef idx="1">
                <a:schemeClr val="dk1"/>
              </a:lnRef>
              <a:fillRef idx="0">
                <a:schemeClr val="dk1"/>
              </a:fillRef>
              <a:effectRef idx="0">
                <a:schemeClr val="dk1"/>
              </a:effectRef>
              <a:fontRef idx="minor">
                <a:schemeClr val="tx1"/>
              </a:fontRef>
            </p:style>
          </p:cxnSp>
        </p:grpSp>
        <p:sp>
          <p:nvSpPr>
            <p:cNvPr id="44" name="TextBox 43">
              <a:extLst>
                <a:ext uri="{FF2B5EF4-FFF2-40B4-BE49-F238E27FC236}">
                  <a16:creationId xmlns:a16="http://schemas.microsoft.com/office/drawing/2014/main" id="{56C8AA3B-A6F4-7E0B-0E9B-11D36E2A4C67}"/>
                </a:ext>
              </a:extLst>
            </p:cNvPr>
            <p:cNvSpPr txBox="1"/>
            <p:nvPr/>
          </p:nvSpPr>
          <p:spPr>
            <a:xfrm>
              <a:off x="73031" y="4147985"/>
              <a:ext cx="754887" cy="369332"/>
            </a:xfrm>
            <a:prstGeom prst="rect">
              <a:avLst/>
            </a:prstGeom>
            <a:solidFill>
              <a:schemeClr val="bg1"/>
            </a:solidFill>
          </p:spPr>
          <p:txBody>
            <a:bodyPr wrap="none" rtlCol="0">
              <a:spAutoFit/>
            </a:bodyPr>
            <a:lstStyle/>
            <a:p>
              <a:r>
                <a:rPr lang="en-MY" sz="1800" dirty="0">
                  <a:solidFill>
                    <a:srgbClr val="66FF33"/>
                  </a:solidFill>
                </a:rPr>
                <a:t>A</a:t>
              </a:r>
              <a:r>
                <a:rPr lang="en-MY" sz="1800" dirty="0"/>
                <a:t>BCD</a:t>
              </a:r>
            </a:p>
          </p:txBody>
        </p:sp>
      </p:grpSp>
      <p:sp>
        <p:nvSpPr>
          <p:cNvPr id="3" name="Slide Number Placeholder 2">
            <a:extLst>
              <a:ext uri="{FF2B5EF4-FFF2-40B4-BE49-F238E27FC236}">
                <a16:creationId xmlns:a16="http://schemas.microsoft.com/office/drawing/2014/main" id="{2814EDBA-E45A-C919-C4AF-DDB4897C7DFB}"/>
              </a:ext>
            </a:extLst>
          </p:cNvPr>
          <p:cNvSpPr>
            <a:spLocks noGrp="1"/>
          </p:cNvSpPr>
          <p:nvPr>
            <p:ph type="sldNum" sz="quarter" idx="12"/>
          </p:nvPr>
        </p:nvSpPr>
        <p:spPr/>
        <p:txBody>
          <a:bodyPr/>
          <a:lstStyle/>
          <a:p>
            <a:pPr>
              <a:defRPr/>
            </a:pPr>
            <a:fld id="{28588503-611C-4314-9367-E0668E948370}" type="slidenum">
              <a:rPr lang="en-US" altLang="en-US" smtClean="0"/>
              <a:pPr>
                <a:defRPr/>
              </a:pPr>
              <a:t>98</a:t>
            </a:fld>
            <a:endParaRPr lang="en-US" altLang="en-US"/>
          </a:p>
        </p:txBody>
      </p:sp>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34478698-2A30-CA3B-4FFD-9F76AA70EA96}"/>
                  </a:ext>
                </a:extLst>
              </p14:cNvPr>
              <p14:cNvContentPartPr/>
              <p14:nvPr/>
            </p14:nvContentPartPr>
            <p14:xfrm>
              <a:off x="1040040" y="3389040"/>
              <a:ext cx="3875040" cy="2177640"/>
            </p14:xfrm>
          </p:contentPart>
        </mc:Choice>
        <mc:Fallback xmlns="">
          <p:pic>
            <p:nvPicPr>
              <p:cNvPr id="12" name="Ink 11">
                <a:extLst>
                  <a:ext uri="{FF2B5EF4-FFF2-40B4-BE49-F238E27FC236}">
                    <a16:creationId xmlns:a16="http://schemas.microsoft.com/office/drawing/2014/main" id="{34478698-2A30-CA3B-4FFD-9F76AA70EA96}"/>
                  </a:ext>
                </a:extLst>
              </p:cNvPr>
              <p:cNvPicPr/>
              <p:nvPr/>
            </p:nvPicPr>
            <p:blipFill>
              <a:blip r:embed="rId5"/>
              <a:stretch>
                <a:fillRect/>
              </a:stretch>
            </p:blipFill>
            <p:spPr>
              <a:xfrm>
                <a:off x="1030680" y="3379680"/>
                <a:ext cx="3893760" cy="2196360"/>
              </a:xfrm>
              <a:prstGeom prst="rect">
                <a:avLst/>
              </a:prstGeom>
            </p:spPr>
          </p:pic>
        </mc:Fallback>
      </mc:AlternateContent>
    </p:spTree>
    <p:extLst>
      <p:ext uri="{BB962C8B-B14F-4D97-AF65-F5344CB8AC3E}">
        <p14:creationId xmlns:p14="http://schemas.microsoft.com/office/powerpoint/2010/main" val="1989284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out)">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ircle(out)">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32"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circle(out)">
                                      <p:cBhvr>
                                        <p:cTn id="17" dur="20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32"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circle(out)">
                                      <p:cBhvr>
                                        <p:cTn id="22" dur="20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32"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circle(out)">
                                      <p:cBhvr>
                                        <p:cTn id="27" dur="20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32"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circle(out)">
                                      <p:cBhvr>
                                        <p:cTn id="32" dur="20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32"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circle(out)">
                                      <p:cBhvr>
                                        <p:cTn id="37" dur="20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32"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circle(out)">
                                      <p:cBhvr>
                                        <p:cTn id="42"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6" grpId="0" animBg="1"/>
      <p:bldP spid="17" grpId="0" animBg="1"/>
      <p:bldP spid="18" grpId="0" animBg="1"/>
      <p:bldP spid="20" grpId="0" animBg="1"/>
      <p:bldP spid="21" grpId="0" animBg="1"/>
      <p:bldP spid="22"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FCD00DB-60EE-F2BB-8E77-959E42351603}"/>
              </a:ext>
            </a:extLst>
          </p:cNvPr>
          <p:cNvSpPr>
            <a:spLocks noGrp="1" noChangeArrowheads="1"/>
          </p:cNvSpPr>
          <p:nvPr>
            <p:ph type="title"/>
          </p:nvPr>
        </p:nvSpPr>
        <p:spPr/>
        <p:txBody>
          <a:bodyPr/>
          <a:lstStyle/>
          <a:p>
            <a:r>
              <a:rPr lang="en-US" altLang="en-US"/>
              <a:t>Quine-McKluskey Method</a:t>
            </a:r>
          </a:p>
        </p:txBody>
      </p:sp>
      <p:pic>
        <p:nvPicPr>
          <p:cNvPr id="5" name="Picture 4">
            <a:extLst>
              <a:ext uri="{FF2B5EF4-FFF2-40B4-BE49-F238E27FC236}">
                <a16:creationId xmlns:a16="http://schemas.microsoft.com/office/drawing/2014/main" id="{77A9BEE8-AD67-7F07-58E3-78ACE00C39A9}"/>
              </a:ext>
            </a:extLst>
          </p:cNvPr>
          <p:cNvPicPr>
            <a:picLocks noChangeAspect="1"/>
          </p:cNvPicPr>
          <p:nvPr/>
        </p:nvPicPr>
        <p:blipFill rotWithShape="1">
          <a:blip r:embed="rId3"/>
          <a:srcRect r="1963"/>
          <a:stretch/>
        </p:blipFill>
        <p:spPr>
          <a:xfrm>
            <a:off x="395536" y="1196752"/>
            <a:ext cx="8100392" cy="3105620"/>
          </a:xfrm>
          <a:prstGeom prst="rect">
            <a:avLst/>
          </a:prstGeom>
        </p:spPr>
      </p:pic>
      <p:cxnSp>
        <p:nvCxnSpPr>
          <p:cNvPr id="8" name="Straight Connector 7">
            <a:extLst>
              <a:ext uri="{FF2B5EF4-FFF2-40B4-BE49-F238E27FC236}">
                <a16:creationId xmlns:a16="http://schemas.microsoft.com/office/drawing/2014/main" id="{860CB931-08BF-D9B6-D1C6-10F1586A6834}"/>
              </a:ext>
            </a:extLst>
          </p:cNvPr>
          <p:cNvCxnSpPr/>
          <p:nvPr/>
        </p:nvCxnSpPr>
        <p:spPr>
          <a:xfrm>
            <a:off x="207717" y="1988840"/>
            <a:ext cx="8446728"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187D705-36AA-BB1D-EE1B-13253BBE39CB}"/>
              </a:ext>
            </a:extLst>
          </p:cNvPr>
          <p:cNvCxnSpPr/>
          <p:nvPr/>
        </p:nvCxnSpPr>
        <p:spPr>
          <a:xfrm>
            <a:off x="207717" y="2924944"/>
            <a:ext cx="8446728"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0731E6C-C62C-0108-2B50-F928BCCD87A7}"/>
              </a:ext>
            </a:extLst>
          </p:cNvPr>
          <p:cNvCxnSpPr/>
          <p:nvPr/>
        </p:nvCxnSpPr>
        <p:spPr>
          <a:xfrm>
            <a:off x="222368" y="3861048"/>
            <a:ext cx="8446728"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 name="Freeform: Shape 1">
            <a:extLst>
              <a:ext uri="{FF2B5EF4-FFF2-40B4-BE49-F238E27FC236}">
                <a16:creationId xmlns:a16="http://schemas.microsoft.com/office/drawing/2014/main" id="{0CB07AA3-6712-7446-4960-C84CAB8EE5E9}"/>
              </a:ext>
            </a:extLst>
          </p:cNvPr>
          <p:cNvSpPr/>
          <p:nvPr/>
        </p:nvSpPr>
        <p:spPr>
          <a:xfrm>
            <a:off x="4839365" y="1784628"/>
            <a:ext cx="99060" cy="327660"/>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Freeform: Shape 10">
            <a:extLst>
              <a:ext uri="{FF2B5EF4-FFF2-40B4-BE49-F238E27FC236}">
                <a16:creationId xmlns:a16="http://schemas.microsoft.com/office/drawing/2014/main" id="{3FACD583-5F3D-4397-2AD3-7B1BEE32D7F9}"/>
              </a:ext>
            </a:extLst>
          </p:cNvPr>
          <p:cNvSpPr/>
          <p:nvPr/>
        </p:nvSpPr>
        <p:spPr>
          <a:xfrm>
            <a:off x="3843522" y="2079492"/>
            <a:ext cx="219364" cy="1623449"/>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7" name="Freeform: Shape 16">
            <a:extLst>
              <a:ext uri="{FF2B5EF4-FFF2-40B4-BE49-F238E27FC236}">
                <a16:creationId xmlns:a16="http://schemas.microsoft.com/office/drawing/2014/main" id="{E3843C92-E741-8F3E-3053-B11E0DAB78E8}"/>
              </a:ext>
            </a:extLst>
          </p:cNvPr>
          <p:cNvSpPr/>
          <p:nvPr/>
        </p:nvSpPr>
        <p:spPr>
          <a:xfrm>
            <a:off x="5951521" y="2100389"/>
            <a:ext cx="99060" cy="985011"/>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8" name="Freeform: Shape 17">
            <a:extLst>
              <a:ext uri="{FF2B5EF4-FFF2-40B4-BE49-F238E27FC236}">
                <a16:creationId xmlns:a16="http://schemas.microsoft.com/office/drawing/2014/main" id="{84981F9A-BD38-8668-93C2-DC2659FAC48E}"/>
              </a:ext>
            </a:extLst>
          </p:cNvPr>
          <p:cNvSpPr/>
          <p:nvPr/>
        </p:nvSpPr>
        <p:spPr>
          <a:xfrm>
            <a:off x="6998485" y="2432438"/>
            <a:ext cx="99060" cy="985011"/>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9" name="Freeform: Shape 18">
            <a:extLst>
              <a:ext uri="{FF2B5EF4-FFF2-40B4-BE49-F238E27FC236}">
                <a16:creationId xmlns:a16="http://schemas.microsoft.com/office/drawing/2014/main" id="{457E0824-491F-7E3B-9C9C-99620BDBC26F}"/>
              </a:ext>
            </a:extLst>
          </p:cNvPr>
          <p:cNvSpPr/>
          <p:nvPr/>
        </p:nvSpPr>
        <p:spPr>
          <a:xfrm flipH="1">
            <a:off x="6718973" y="2717933"/>
            <a:ext cx="99060" cy="985011"/>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0" name="Freeform: Shape 19">
            <a:extLst>
              <a:ext uri="{FF2B5EF4-FFF2-40B4-BE49-F238E27FC236}">
                <a16:creationId xmlns:a16="http://schemas.microsoft.com/office/drawing/2014/main" id="{D32BBE25-4F94-B8F4-D103-11B64EE9F299}"/>
              </a:ext>
            </a:extLst>
          </p:cNvPr>
          <p:cNvSpPr/>
          <p:nvPr/>
        </p:nvSpPr>
        <p:spPr>
          <a:xfrm>
            <a:off x="5967897" y="3691493"/>
            <a:ext cx="99060" cy="327660"/>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Freeform: Shape 20">
            <a:extLst>
              <a:ext uri="{FF2B5EF4-FFF2-40B4-BE49-F238E27FC236}">
                <a16:creationId xmlns:a16="http://schemas.microsoft.com/office/drawing/2014/main" id="{6352ADC8-CB65-D539-488A-D63A217BE273}"/>
              </a:ext>
            </a:extLst>
          </p:cNvPr>
          <p:cNvSpPr/>
          <p:nvPr/>
        </p:nvSpPr>
        <p:spPr>
          <a:xfrm flipH="1">
            <a:off x="3499860" y="3053553"/>
            <a:ext cx="99060" cy="965583"/>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2" name="Freeform: Shape 21">
            <a:extLst>
              <a:ext uri="{FF2B5EF4-FFF2-40B4-BE49-F238E27FC236}">
                <a16:creationId xmlns:a16="http://schemas.microsoft.com/office/drawing/2014/main" id="{8CF6E0F9-3944-90CC-A158-765346A3724D}"/>
              </a:ext>
            </a:extLst>
          </p:cNvPr>
          <p:cNvSpPr/>
          <p:nvPr/>
        </p:nvSpPr>
        <p:spPr>
          <a:xfrm flipH="1">
            <a:off x="4563337" y="3354378"/>
            <a:ext cx="99060" cy="722694"/>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Rectangle 5">
            <a:extLst>
              <a:ext uri="{FF2B5EF4-FFF2-40B4-BE49-F238E27FC236}">
                <a16:creationId xmlns:a16="http://schemas.microsoft.com/office/drawing/2014/main" id="{CF3DFEE9-725A-78F4-36D7-2134086F534C}"/>
              </a:ext>
            </a:extLst>
          </p:cNvPr>
          <p:cNvSpPr/>
          <p:nvPr/>
        </p:nvSpPr>
        <p:spPr>
          <a:xfrm>
            <a:off x="4344818" y="1262517"/>
            <a:ext cx="875254" cy="985011"/>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4E1EC1AF-C277-BF4A-A973-55429E606D65}"/>
              </a:ext>
            </a:extLst>
          </p:cNvPr>
          <p:cNvSpPr/>
          <p:nvPr/>
        </p:nvSpPr>
        <p:spPr>
          <a:xfrm>
            <a:off x="1984874" y="4301124"/>
            <a:ext cx="1080120" cy="2016224"/>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grpSp>
        <p:nvGrpSpPr>
          <p:cNvPr id="26" name="Group 25">
            <a:extLst>
              <a:ext uri="{FF2B5EF4-FFF2-40B4-BE49-F238E27FC236}">
                <a16:creationId xmlns:a16="http://schemas.microsoft.com/office/drawing/2014/main" id="{779F1493-B1FB-CECF-E7C6-5E9B8589E932}"/>
              </a:ext>
            </a:extLst>
          </p:cNvPr>
          <p:cNvGrpSpPr/>
          <p:nvPr/>
        </p:nvGrpSpPr>
        <p:grpSpPr>
          <a:xfrm>
            <a:off x="2056882" y="4344692"/>
            <a:ext cx="859531" cy="523220"/>
            <a:chOff x="3991371" y="5690593"/>
            <a:chExt cx="859531" cy="523220"/>
          </a:xfrm>
        </p:grpSpPr>
        <p:sp>
          <p:nvSpPr>
            <p:cNvPr id="12" name="TextBox 11">
              <a:extLst>
                <a:ext uri="{FF2B5EF4-FFF2-40B4-BE49-F238E27FC236}">
                  <a16:creationId xmlns:a16="http://schemas.microsoft.com/office/drawing/2014/main" id="{53947A5A-F222-675F-4EF7-991551B317CC}"/>
                </a:ext>
              </a:extLst>
            </p:cNvPr>
            <p:cNvSpPr txBox="1"/>
            <p:nvPr/>
          </p:nvSpPr>
          <p:spPr>
            <a:xfrm>
              <a:off x="3991371" y="5690593"/>
              <a:ext cx="859531" cy="523220"/>
            </a:xfrm>
            <a:prstGeom prst="rect">
              <a:avLst/>
            </a:prstGeom>
            <a:noFill/>
          </p:spPr>
          <p:txBody>
            <a:bodyPr wrap="none" rtlCol="0">
              <a:spAutoFit/>
            </a:bodyPr>
            <a:lstStyle/>
            <a:p>
              <a:r>
                <a:rPr lang="en-MY" sz="2800" dirty="0"/>
                <a:t>ACD</a:t>
              </a:r>
            </a:p>
          </p:txBody>
        </p:sp>
        <p:cxnSp>
          <p:nvCxnSpPr>
            <p:cNvPr id="14" name="Straight Connector 13">
              <a:extLst>
                <a:ext uri="{FF2B5EF4-FFF2-40B4-BE49-F238E27FC236}">
                  <a16:creationId xmlns:a16="http://schemas.microsoft.com/office/drawing/2014/main" id="{99D484AE-6FFF-5120-A0FA-5622ECCB3EFD}"/>
                </a:ext>
              </a:extLst>
            </p:cNvPr>
            <p:cNvCxnSpPr>
              <a:cxnSpLocks/>
            </p:cNvCxnSpPr>
            <p:nvPr/>
          </p:nvCxnSpPr>
          <p:spPr>
            <a:xfrm>
              <a:off x="4130225" y="5805264"/>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FD28F801-1DB8-71BB-DB66-1BBC75F89F40}"/>
                </a:ext>
              </a:extLst>
            </p:cNvPr>
            <p:cNvCxnSpPr>
              <a:cxnSpLocks/>
            </p:cNvCxnSpPr>
            <p:nvPr/>
          </p:nvCxnSpPr>
          <p:spPr>
            <a:xfrm>
              <a:off x="4346249" y="5805264"/>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27" name="Rectangle 26">
            <a:extLst>
              <a:ext uri="{FF2B5EF4-FFF2-40B4-BE49-F238E27FC236}">
                <a16:creationId xmlns:a16="http://schemas.microsoft.com/office/drawing/2014/main" id="{CC0FFDB5-81DD-75CE-810B-9461FCB3898D}"/>
              </a:ext>
            </a:extLst>
          </p:cNvPr>
          <p:cNvSpPr/>
          <p:nvPr/>
        </p:nvSpPr>
        <p:spPr>
          <a:xfrm>
            <a:off x="3542395" y="4293096"/>
            <a:ext cx="1080120" cy="2448271"/>
          </a:xfrm>
          <a:prstGeom prst="rect">
            <a:avLst/>
          </a:prstGeom>
          <a:solidFill>
            <a:srgbClr val="FF0000"/>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grpSp>
        <p:nvGrpSpPr>
          <p:cNvPr id="33" name="Group 32">
            <a:extLst>
              <a:ext uri="{FF2B5EF4-FFF2-40B4-BE49-F238E27FC236}">
                <a16:creationId xmlns:a16="http://schemas.microsoft.com/office/drawing/2014/main" id="{5EDF1DBB-F898-56D7-3650-8766D6F68952}"/>
              </a:ext>
            </a:extLst>
          </p:cNvPr>
          <p:cNvGrpSpPr/>
          <p:nvPr/>
        </p:nvGrpSpPr>
        <p:grpSpPr>
          <a:xfrm>
            <a:off x="3650754" y="4376418"/>
            <a:ext cx="858055" cy="523220"/>
            <a:chOff x="6398904" y="5110141"/>
            <a:chExt cx="858055" cy="523220"/>
          </a:xfrm>
        </p:grpSpPr>
        <p:sp>
          <p:nvSpPr>
            <p:cNvPr id="29" name="TextBox 28">
              <a:extLst>
                <a:ext uri="{FF2B5EF4-FFF2-40B4-BE49-F238E27FC236}">
                  <a16:creationId xmlns:a16="http://schemas.microsoft.com/office/drawing/2014/main" id="{5B31F252-20A7-B4B0-658E-A0E7E41655BF}"/>
                </a:ext>
              </a:extLst>
            </p:cNvPr>
            <p:cNvSpPr txBox="1"/>
            <p:nvPr/>
          </p:nvSpPr>
          <p:spPr>
            <a:xfrm>
              <a:off x="6398904" y="5110141"/>
              <a:ext cx="858055" cy="523220"/>
            </a:xfrm>
            <a:prstGeom prst="rect">
              <a:avLst/>
            </a:prstGeom>
            <a:noFill/>
          </p:spPr>
          <p:txBody>
            <a:bodyPr wrap="none" rtlCol="0">
              <a:spAutoFit/>
            </a:bodyPr>
            <a:lstStyle/>
            <a:p>
              <a:r>
                <a:rPr lang="en-MY" sz="2800" dirty="0"/>
                <a:t>BCD</a:t>
              </a:r>
            </a:p>
          </p:txBody>
        </p:sp>
        <p:cxnSp>
          <p:nvCxnSpPr>
            <p:cNvPr id="31" name="Straight Connector 30">
              <a:extLst>
                <a:ext uri="{FF2B5EF4-FFF2-40B4-BE49-F238E27FC236}">
                  <a16:creationId xmlns:a16="http://schemas.microsoft.com/office/drawing/2014/main" id="{0F7D4580-CDD8-08BA-73EE-62F977B9417D}"/>
                </a:ext>
              </a:extLst>
            </p:cNvPr>
            <p:cNvCxnSpPr>
              <a:cxnSpLocks/>
            </p:cNvCxnSpPr>
            <p:nvPr/>
          </p:nvCxnSpPr>
          <p:spPr>
            <a:xfrm>
              <a:off x="6742804" y="5201732"/>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32" name="Rectangle 31">
            <a:extLst>
              <a:ext uri="{FF2B5EF4-FFF2-40B4-BE49-F238E27FC236}">
                <a16:creationId xmlns:a16="http://schemas.microsoft.com/office/drawing/2014/main" id="{DABBAC4F-650B-736D-4D74-ADD0CF9A0D21}"/>
              </a:ext>
            </a:extLst>
          </p:cNvPr>
          <p:cNvSpPr/>
          <p:nvPr/>
        </p:nvSpPr>
        <p:spPr>
          <a:xfrm>
            <a:off x="3423047" y="2019319"/>
            <a:ext cx="723651" cy="17819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9" name="Rectangle 38">
            <a:extLst>
              <a:ext uri="{FF2B5EF4-FFF2-40B4-BE49-F238E27FC236}">
                <a16:creationId xmlns:a16="http://schemas.microsoft.com/office/drawing/2014/main" id="{2C503AE4-2B68-1C81-2ADA-A761FCC907DF}"/>
              </a:ext>
            </a:extLst>
          </p:cNvPr>
          <p:cNvSpPr/>
          <p:nvPr/>
        </p:nvSpPr>
        <p:spPr>
          <a:xfrm>
            <a:off x="5452728" y="1992486"/>
            <a:ext cx="723651" cy="114483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40" name="Group 39">
            <a:extLst>
              <a:ext uri="{FF2B5EF4-FFF2-40B4-BE49-F238E27FC236}">
                <a16:creationId xmlns:a16="http://schemas.microsoft.com/office/drawing/2014/main" id="{B167E497-2120-611F-FB4C-192960F0FD82}"/>
              </a:ext>
            </a:extLst>
          </p:cNvPr>
          <p:cNvGrpSpPr/>
          <p:nvPr/>
        </p:nvGrpSpPr>
        <p:grpSpPr>
          <a:xfrm>
            <a:off x="3667713" y="4874166"/>
            <a:ext cx="854721" cy="523220"/>
            <a:chOff x="5572023" y="5130934"/>
            <a:chExt cx="854721" cy="523220"/>
          </a:xfrm>
        </p:grpSpPr>
        <p:cxnSp>
          <p:nvCxnSpPr>
            <p:cNvPr id="41" name="Straight Connector 40">
              <a:extLst>
                <a:ext uri="{FF2B5EF4-FFF2-40B4-BE49-F238E27FC236}">
                  <a16:creationId xmlns:a16="http://schemas.microsoft.com/office/drawing/2014/main" id="{E2E01C7B-ABAF-1560-F582-557CD02B7B84}"/>
                </a:ext>
              </a:extLst>
            </p:cNvPr>
            <p:cNvCxnSpPr>
              <a:cxnSpLocks/>
            </p:cNvCxnSpPr>
            <p:nvPr/>
          </p:nvCxnSpPr>
          <p:spPr>
            <a:xfrm>
              <a:off x="5724128" y="5193771"/>
              <a:ext cx="144016" cy="0"/>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FF480CDE-CB2B-72DC-61B4-F85E492BC8C3}"/>
                </a:ext>
              </a:extLst>
            </p:cNvPr>
            <p:cNvSpPr txBox="1"/>
            <p:nvPr/>
          </p:nvSpPr>
          <p:spPr>
            <a:xfrm>
              <a:off x="5572023" y="5130934"/>
              <a:ext cx="854721" cy="523220"/>
            </a:xfrm>
            <a:prstGeom prst="rect">
              <a:avLst/>
            </a:prstGeom>
            <a:noFill/>
          </p:spPr>
          <p:txBody>
            <a:bodyPr wrap="none" rtlCol="0">
              <a:spAutoFit/>
            </a:bodyPr>
            <a:lstStyle/>
            <a:p>
              <a:r>
                <a:rPr lang="en-MY" sz="2800" dirty="0"/>
                <a:t>ABD</a:t>
              </a:r>
            </a:p>
          </p:txBody>
        </p:sp>
      </p:grpSp>
      <p:grpSp>
        <p:nvGrpSpPr>
          <p:cNvPr id="45" name="Group 44">
            <a:extLst>
              <a:ext uri="{FF2B5EF4-FFF2-40B4-BE49-F238E27FC236}">
                <a16:creationId xmlns:a16="http://schemas.microsoft.com/office/drawing/2014/main" id="{506FC51C-19BC-6133-9ED4-F2A939A09A12}"/>
              </a:ext>
            </a:extLst>
          </p:cNvPr>
          <p:cNvGrpSpPr/>
          <p:nvPr/>
        </p:nvGrpSpPr>
        <p:grpSpPr>
          <a:xfrm>
            <a:off x="3658853" y="5443912"/>
            <a:ext cx="829201" cy="523220"/>
            <a:chOff x="5572023" y="5130934"/>
            <a:chExt cx="829201" cy="523220"/>
          </a:xfrm>
        </p:grpSpPr>
        <p:cxnSp>
          <p:nvCxnSpPr>
            <p:cNvPr id="46" name="Straight Connector 45">
              <a:extLst>
                <a:ext uri="{FF2B5EF4-FFF2-40B4-BE49-F238E27FC236}">
                  <a16:creationId xmlns:a16="http://schemas.microsoft.com/office/drawing/2014/main" id="{5E45C681-87DD-0CC9-1406-49D2D29BA96E}"/>
                </a:ext>
              </a:extLst>
            </p:cNvPr>
            <p:cNvCxnSpPr>
              <a:cxnSpLocks/>
            </p:cNvCxnSpPr>
            <p:nvPr/>
          </p:nvCxnSpPr>
          <p:spPr>
            <a:xfrm>
              <a:off x="5724128" y="5193771"/>
              <a:ext cx="144016" cy="0"/>
            </a:xfrm>
            <a:prstGeom prst="line">
              <a:avLst/>
            </a:prstGeom>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6C269F1F-F51F-41A0-47C7-BA07D22A4FD4}"/>
                </a:ext>
              </a:extLst>
            </p:cNvPr>
            <p:cNvSpPr txBox="1"/>
            <p:nvPr/>
          </p:nvSpPr>
          <p:spPr>
            <a:xfrm>
              <a:off x="5572023" y="5130934"/>
              <a:ext cx="829201" cy="523220"/>
            </a:xfrm>
            <a:prstGeom prst="rect">
              <a:avLst/>
            </a:prstGeom>
            <a:noFill/>
          </p:spPr>
          <p:txBody>
            <a:bodyPr wrap="none" rtlCol="0">
              <a:spAutoFit/>
            </a:bodyPr>
            <a:lstStyle/>
            <a:p>
              <a:r>
                <a:rPr lang="en-MY" sz="2800" dirty="0"/>
                <a:t>ABC</a:t>
              </a:r>
            </a:p>
          </p:txBody>
        </p:sp>
      </p:grpSp>
      <p:sp>
        <p:nvSpPr>
          <p:cNvPr id="50" name="Rectangle 49">
            <a:extLst>
              <a:ext uri="{FF2B5EF4-FFF2-40B4-BE49-F238E27FC236}">
                <a16:creationId xmlns:a16="http://schemas.microsoft.com/office/drawing/2014/main" id="{FE7EDF79-09FB-7EEB-012C-F944E56E1BB0}"/>
              </a:ext>
            </a:extLst>
          </p:cNvPr>
          <p:cNvSpPr/>
          <p:nvPr/>
        </p:nvSpPr>
        <p:spPr>
          <a:xfrm>
            <a:off x="6621582" y="2332390"/>
            <a:ext cx="511104" cy="114483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56" name="Group 55">
            <a:extLst>
              <a:ext uri="{FF2B5EF4-FFF2-40B4-BE49-F238E27FC236}">
                <a16:creationId xmlns:a16="http://schemas.microsoft.com/office/drawing/2014/main" id="{B73E4853-8F2E-6AB9-BCE9-69569578BCB8}"/>
              </a:ext>
            </a:extLst>
          </p:cNvPr>
          <p:cNvGrpSpPr/>
          <p:nvPr/>
        </p:nvGrpSpPr>
        <p:grpSpPr>
          <a:xfrm>
            <a:off x="3693233" y="6013658"/>
            <a:ext cx="829201" cy="523220"/>
            <a:chOff x="5153792" y="5687670"/>
            <a:chExt cx="829201" cy="523220"/>
          </a:xfrm>
        </p:grpSpPr>
        <p:cxnSp>
          <p:nvCxnSpPr>
            <p:cNvPr id="53" name="Straight Connector 52">
              <a:extLst>
                <a:ext uri="{FF2B5EF4-FFF2-40B4-BE49-F238E27FC236}">
                  <a16:creationId xmlns:a16="http://schemas.microsoft.com/office/drawing/2014/main" id="{89829365-2AEE-D24D-4A8D-20F132872698}"/>
                </a:ext>
              </a:extLst>
            </p:cNvPr>
            <p:cNvCxnSpPr>
              <a:cxnSpLocks/>
            </p:cNvCxnSpPr>
            <p:nvPr/>
          </p:nvCxnSpPr>
          <p:spPr>
            <a:xfrm>
              <a:off x="5705401" y="5768569"/>
              <a:ext cx="144016" cy="0"/>
            </a:xfrm>
            <a:prstGeom prst="line">
              <a:avLst/>
            </a:prstGeom>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F61B2A14-8F4B-EC87-0F86-2378DC3AD072}"/>
                </a:ext>
              </a:extLst>
            </p:cNvPr>
            <p:cNvSpPr txBox="1"/>
            <p:nvPr/>
          </p:nvSpPr>
          <p:spPr>
            <a:xfrm>
              <a:off x="5153792" y="5687670"/>
              <a:ext cx="829201" cy="523220"/>
            </a:xfrm>
            <a:prstGeom prst="rect">
              <a:avLst/>
            </a:prstGeom>
            <a:noFill/>
          </p:spPr>
          <p:txBody>
            <a:bodyPr wrap="none" rtlCol="0">
              <a:spAutoFit/>
            </a:bodyPr>
            <a:lstStyle/>
            <a:p>
              <a:r>
                <a:rPr lang="en-MY" sz="2800" dirty="0"/>
                <a:t>ABC</a:t>
              </a:r>
            </a:p>
          </p:txBody>
        </p:sp>
      </p:grpSp>
      <p:sp>
        <p:nvSpPr>
          <p:cNvPr id="55" name="Rectangle 54">
            <a:extLst>
              <a:ext uri="{FF2B5EF4-FFF2-40B4-BE49-F238E27FC236}">
                <a16:creationId xmlns:a16="http://schemas.microsoft.com/office/drawing/2014/main" id="{D0874955-181F-9588-CD5C-FB738FB49E42}"/>
              </a:ext>
            </a:extLst>
          </p:cNvPr>
          <p:cNvSpPr/>
          <p:nvPr/>
        </p:nvSpPr>
        <p:spPr>
          <a:xfrm>
            <a:off x="6310294" y="2656437"/>
            <a:ext cx="723651" cy="114483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7" name="Rectangle 56">
            <a:extLst>
              <a:ext uri="{FF2B5EF4-FFF2-40B4-BE49-F238E27FC236}">
                <a16:creationId xmlns:a16="http://schemas.microsoft.com/office/drawing/2014/main" id="{6A112769-35E5-6668-8456-F808FFE9ABC0}"/>
              </a:ext>
            </a:extLst>
          </p:cNvPr>
          <p:cNvSpPr/>
          <p:nvPr/>
        </p:nvSpPr>
        <p:spPr>
          <a:xfrm>
            <a:off x="4983152" y="4353401"/>
            <a:ext cx="1080120" cy="2016224"/>
          </a:xfrm>
          <a:prstGeom prst="rect">
            <a:avLst/>
          </a:prstGeom>
          <a:solidFill>
            <a:srgbClr val="00FF00"/>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sp>
        <p:nvSpPr>
          <p:cNvPr id="59" name="TextBox 58">
            <a:extLst>
              <a:ext uri="{FF2B5EF4-FFF2-40B4-BE49-F238E27FC236}">
                <a16:creationId xmlns:a16="http://schemas.microsoft.com/office/drawing/2014/main" id="{4D50A60E-7001-2A6D-3478-02B29915299E}"/>
              </a:ext>
            </a:extLst>
          </p:cNvPr>
          <p:cNvSpPr txBox="1"/>
          <p:nvPr/>
        </p:nvSpPr>
        <p:spPr>
          <a:xfrm>
            <a:off x="5120829" y="4414807"/>
            <a:ext cx="859531" cy="523220"/>
          </a:xfrm>
          <a:prstGeom prst="rect">
            <a:avLst/>
          </a:prstGeom>
          <a:noFill/>
        </p:spPr>
        <p:txBody>
          <a:bodyPr wrap="none" rtlCol="0">
            <a:spAutoFit/>
          </a:bodyPr>
          <a:lstStyle/>
          <a:p>
            <a:r>
              <a:rPr lang="en-MY" sz="2800" dirty="0"/>
              <a:t>BCD</a:t>
            </a:r>
          </a:p>
        </p:txBody>
      </p:sp>
      <p:sp>
        <p:nvSpPr>
          <p:cNvPr id="62" name="TextBox 61">
            <a:extLst>
              <a:ext uri="{FF2B5EF4-FFF2-40B4-BE49-F238E27FC236}">
                <a16:creationId xmlns:a16="http://schemas.microsoft.com/office/drawing/2014/main" id="{57271B0A-912B-9F2F-8DD0-B4C179106AA5}"/>
              </a:ext>
            </a:extLst>
          </p:cNvPr>
          <p:cNvSpPr txBox="1"/>
          <p:nvPr/>
        </p:nvSpPr>
        <p:spPr>
          <a:xfrm>
            <a:off x="5128579" y="4912555"/>
            <a:ext cx="859531" cy="523220"/>
          </a:xfrm>
          <a:prstGeom prst="rect">
            <a:avLst/>
          </a:prstGeom>
          <a:noFill/>
        </p:spPr>
        <p:txBody>
          <a:bodyPr wrap="none" rtlCol="0">
            <a:spAutoFit/>
          </a:bodyPr>
          <a:lstStyle/>
          <a:p>
            <a:r>
              <a:rPr lang="en-MY" sz="2800" dirty="0"/>
              <a:t>ACD</a:t>
            </a:r>
          </a:p>
        </p:txBody>
      </p:sp>
      <p:sp>
        <p:nvSpPr>
          <p:cNvPr id="63" name="Rectangle 62">
            <a:extLst>
              <a:ext uri="{FF2B5EF4-FFF2-40B4-BE49-F238E27FC236}">
                <a16:creationId xmlns:a16="http://schemas.microsoft.com/office/drawing/2014/main" id="{E0BF5AD3-78E1-013D-2171-75A6F5266D8A}"/>
              </a:ext>
            </a:extLst>
          </p:cNvPr>
          <p:cNvSpPr/>
          <p:nvPr/>
        </p:nvSpPr>
        <p:spPr>
          <a:xfrm>
            <a:off x="3255259" y="2958079"/>
            <a:ext cx="723651" cy="1144835"/>
          </a:xfrm>
          <a:prstGeom prst="rect">
            <a:avLst/>
          </a:prstGeom>
          <a:no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0896" name="Rectangle 80895">
            <a:extLst>
              <a:ext uri="{FF2B5EF4-FFF2-40B4-BE49-F238E27FC236}">
                <a16:creationId xmlns:a16="http://schemas.microsoft.com/office/drawing/2014/main" id="{113B99CC-8B10-8C6B-4BEB-923E4D3FDD77}"/>
              </a:ext>
            </a:extLst>
          </p:cNvPr>
          <p:cNvSpPr/>
          <p:nvPr/>
        </p:nvSpPr>
        <p:spPr>
          <a:xfrm>
            <a:off x="4366295" y="3284984"/>
            <a:ext cx="723651" cy="861794"/>
          </a:xfrm>
          <a:prstGeom prst="rect">
            <a:avLst/>
          </a:prstGeom>
          <a:no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0897" name="Rectangle 80896">
            <a:extLst>
              <a:ext uri="{FF2B5EF4-FFF2-40B4-BE49-F238E27FC236}">
                <a16:creationId xmlns:a16="http://schemas.microsoft.com/office/drawing/2014/main" id="{B1A9F8B3-EDFB-A5E2-2F57-75D0588CB454}"/>
              </a:ext>
            </a:extLst>
          </p:cNvPr>
          <p:cNvSpPr/>
          <p:nvPr/>
        </p:nvSpPr>
        <p:spPr>
          <a:xfrm>
            <a:off x="5571566" y="3512096"/>
            <a:ext cx="723651" cy="610293"/>
          </a:xfrm>
          <a:prstGeom prst="rect">
            <a:avLst/>
          </a:prstGeom>
          <a:no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0901" name="TextBox 80900">
            <a:extLst>
              <a:ext uri="{FF2B5EF4-FFF2-40B4-BE49-F238E27FC236}">
                <a16:creationId xmlns:a16="http://schemas.microsoft.com/office/drawing/2014/main" id="{1C04CB52-293E-8FF1-06A1-9B4F165BA324}"/>
              </a:ext>
            </a:extLst>
          </p:cNvPr>
          <p:cNvSpPr txBox="1"/>
          <p:nvPr/>
        </p:nvSpPr>
        <p:spPr>
          <a:xfrm>
            <a:off x="5136329" y="5372201"/>
            <a:ext cx="854721" cy="523220"/>
          </a:xfrm>
          <a:prstGeom prst="rect">
            <a:avLst/>
          </a:prstGeom>
          <a:noFill/>
        </p:spPr>
        <p:txBody>
          <a:bodyPr wrap="none" rtlCol="0">
            <a:spAutoFit/>
          </a:bodyPr>
          <a:lstStyle/>
          <a:p>
            <a:r>
              <a:rPr lang="en-MY" sz="2800" dirty="0"/>
              <a:t>ABD</a:t>
            </a:r>
          </a:p>
        </p:txBody>
      </p:sp>
      <p:sp>
        <p:nvSpPr>
          <p:cNvPr id="3" name="Slide Number Placeholder 2">
            <a:extLst>
              <a:ext uri="{FF2B5EF4-FFF2-40B4-BE49-F238E27FC236}">
                <a16:creationId xmlns:a16="http://schemas.microsoft.com/office/drawing/2014/main" id="{1E6BFE57-9C1C-09F9-7DE7-9E5B3AD169CE}"/>
              </a:ext>
            </a:extLst>
          </p:cNvPr>
          <p:cNvSpPr>
            <a:spLocks noGrp="1"/>
          </p:cNvSpPr>
          <p:nvPr>
            <p:ph type="sldNum" sz="quarter" idx="12"/>
          </p:nvPr>
        </p:nvSpPr>
        <p:spPr/>
        <p:txBody>
          <a:bodyPr/>
          <a:lstStyle/>
          <a:p>
            <a:pPr>
              <a:defRPr/>
            </a:pPr>
            <a:fld id="{28588503-611C-4314-9367-E0668E948370}" type="slidenum">
              <a:rPr lang="en-US" altLang="en-US" smtClean="0"/>
              <a:pPr>
                <a:defRPr/>
              </a:pPr>
              <a:t>99</a:t>
            </a:fld>
            <a:endParaRPr lang="en-US" altLang="en-US"/>
          </a:p>
        </p:txBody>
      </p:sp>
    </p:spTree>
    <p:extLst>
      <p:ext uri="{BB962C8B-B14F-4D97-AF65-F5344CB8AC3E}">
        <p14:creationId xmlns:p14="http://schemas.microsoft.com/office/powerpoint/2010/main" val="331890144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FCD00DB-60EE-F2BB-8E77-959E42351603}"/>
              </a:ext>
            </a:extLst>
          </p:cNvPr>
          <p:cNvSpPr>
            <a:spLocks noGrp="1" noChangeArrowheads="1"/>
          </p:cNvSpPr>
          <p:nvPr>
            <p:ph type="title"/>
          </p:nvPr>
        </p:nvSpPr>
        <p:spPr/>
        <p:txBody>
          <a:bodyPr/>
          <a:lstStyle/>
          <a:p>
            <a:r>
              <a:rPr lang="en-US" altLang="en-US"/>
              <a:t>Quine-McKluskey Method</a:t>
            </a:r>
          </a:p>
        </p:txBody>
      </p:sp>
      <p:pic>
        <p:nvPicPr>
          <p:cNvPr id="5" name="Picture 4">
            <a:extLst>
              <a:ext uri="{FF2B5EF4-FFF2-40B4-BE49-F238E27FC236}">
                <a16:creationId xmlns:a16="http://schemas.microsoft.com/office/drawing/2014/main" id="{77A9BEE8-AD67-7F07-58E3-78ACE00C39A9}"/>
              </a:ext>
            </a:extLst>
          </p:cNvPr>
          <p:cNvPicPr>
            <a:picLocks noChangeAspect="1"/>
          </p:cNvPicPr>
          <p:nvPr/>
        </p:nvPicPr>
        <p:blipFill rotWithShape="1">
          <a:blip r:embed="rId3"/>
          <a:srcRect r="1963"/>
          <a:stretch/>
        </p:blipFill>
        <p:spPr>
          <a:xfrm>
            <a:off x="395536" y="1196752"/>
            <a:ext cx="8100392" cy="3105620"/>
          </a:xfrm>
          <a:prstGeom prst="rect">
            <a:avLst/>
          </a:prstGeom>
        </p:spPr>
      </p:pic>
      <p:cxnSp>
        <p:nvCxnSpPr>
          <p:cNvPr id="8" name="Straight Connector 7">
            <a:extLst>
              <a:ext uri="{FF2B5EF4-FFF2-40B4-BE49-F238E27FC236}">
                <a16:creationId xmlns:a16="http://schemas.microsoft.com/office/drawing/2014/main" id="{860CB931-08BF-D9B6-D1C6-10F1586A6834}"/>
              </a:ext>
            </a:extLst>
          </p:cNvPr>
          <p:cNvCxnSpPr/>
          <p:nvPr/>
        </p:nvCxnSpPr>
        <p:spPr>
          <a:xfrm>
            <a:off x="207717" y="1988840"/>
            <a:ext cx="8446728"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187D705-36AA-BB1D-EE1B-13253BBE39CB}"/>
              </a:ext>
            </a:extLst>
          </p:cNvPr>
          <p:cNvCxnSpPr/>
          <p:nvPr/>
        </p:nvCxnSpPr>
        <p:spPr>
          <a:xfrm>
            <a:off x="207717" y="2924944"/>
            <a:ext cx="8446728"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0731E6C-C62C-0108-2B50-F928BCCD87A7}"/>
              </a:ext>
            </a:extLst>
          </p:cNvPr>
          <p:cNvCxnSpPr/>
          <p:nvPr/>
        </p:nvCxnSpPr>
        <p:spPr>
          <a:xfrm>
            <a:off x="222368" y="3861048"/>
            <a:ext cx="8446728"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 name="Freeform: Shape 10">
            <a:extLst>
              <a:ext uri="{FF2B5EF4-FFF2-40B4-BE49-F238E27FC236}">
                <a16:creationId xmlns:a16="http://schemas.microsoft.com/office/drawing/2014/main" id="{3FACD583-5F3D-4397-2AD3-7B1BEE32D7F9}"/>
              </a:ext>
            </a:extLst>
          </p:cNvPr>
          <p:cNvSpPr/>
          <p:nvPr/>
        </p:nvSpPr>
        <p:spPr>
          <a:xfrm>
            <a:off x="3843522" y="2079492"/>
            <a:ext cx="219364" cy="1623449"/>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8" name="Freeform: Shape 17">
            <a:extLst>
              <a:ext uri="{FF2B5EF4-FFF2-40B4-BE49-F238E27FC236}">
                <a16:creationId xmlns:a16="http://schemas.microsoft.com/office/drawing/2014/main" id="{84981F9A-BD38-8668-93C2-DC2659FAC48E}"/>
              </a:ext>
            </a:extLst>
          </p:cNvPr>
          <p:cNvSpPr/>
          <p:nvPr/>
        </p:nvSpPr>
        <p:spPr>
          <a:xfrm>
            <a:off x="5940152" y="2144407"/>
            <a:ext cx="99060" cy="985011"/>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7" name="Rectangle 26">
            <a:extLst>
              <a:ext uri="{FF2B5EF4-FFF2-40B4-BE49-F238E27FC236}">
                <a16:creationId xmlns:a16="http://schemas.microsoft.com/office/drawing/2014/main" id="{CC0FFDB5-81DD-75CE-810B-9461FCB3898D}"/>
              </a:ext>
            </a:extLst>
          </p:cNvPr>
          <p:cNvSpPr/>
          <p:nvPr/>
        </p:nvSpPr>
        <p:spPr>
          <a:xfrm>
            <a:off x="755576" y="4244164"/>
            <a:ext cx="1080120" cy="2448271"/>
          </a:xfrm>
          <a:prstGeom prst="rect">
            <a:avLst/>
          </a:prstGeom>
          <a:solidFill>
            <a:srgbClr val="FF0000"/>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grpSp>
        <p:nvGrpSpPr>
          <p:cNvPr id="33" name="Group 32">
            <a:extLst>
              <a:ext uri="{FF2B5EF4-FFF2-40B4-BE49-F238E27FC236}">
                <a16:creationId xmlns:a16="http://schemas.microsoft.com/office/drawing/2014/main" id="{5EDF1DBB-F898-56D7-3650-8766D6F68952}"/>
              </a:ext>
            </a:extLst>
          </p:cNvPr>
          <p:cNvGrpSpPr/>
          <p:nvPr/>
        </p:nvGrpSpPr>
        <p:grpSpPr>
          <a:xfrm>
            <a:off x="863935" y="4327486"/>
            <a:ext cx="858055" cy="523220"/>
            <a:chOff x="6398904" y="5110141"/>
            <a:chExt cx="858055" cy="523220"/>
          </a:xfrm>
        </p:grpSpPr>
        <p:sp>
          <p:nvSpPr>
            <p:cNvPr id="29" name="TextBox 28">
              <a:extLst>
                <a:ext uri="{FF2B5EF4-FFF2-40B4-BE49-F238E27FC236}">
                  <a16:creationId xmlns:a16="http://schemas.microsoft.com/office/drawing/2014/main" id="{5B31F252-20A7-B4B0-658E-A0E7E41655BF}"/>
                </a:ext>
              </a:extLst>
            </p:cNvPr>
            <p:cNvSpPr txBox="1"/>
            <p:nvPr/>
          </p:nvSpPr>
          <p:spPr>
            <a:xfrm>
              <a:off x="6398904" y="5110141"/>
              <a:ext cx="858055" cy="523220"/>
            </a:xfrm>
            <a:prstGeom prst="rect">
              <a:avLst/>
            </a:prstGeom>
            <a:noFill/>
          </p:spPr>
          <p:txBody>
            <a:bodyPr wrap="none" rtlCol="0">
              <a:spAutoFit/>
            </a:bodyPr>
            <a:lstStyle/>
            <a:p>
              <a:r>
                <a:rPr lang="en-MY" sz="2800" dirty="0"/>
                <a:t>BCD</a:t>
              </a:r>
            </a:p>
          </p:txBody>
        </p:sp>
        <p:cxnSp>
          <p:nvCxnSpPr>
            <p:cNvPr id="31" name="Straight Connector 30">
              <a:extLst>
                <a:ext uri="{FF2B5EF4-FFF2-40B4-BE49-F238E27FC236}">
                  <a16:creationId xmlns:a16="http://schemas.microsoft.com/office/drawing/2014/main" id="{0F7D4580-CDD8-08BA-73EE-62F977B9417D}"/>
                </a:ext>
              </a:extLst>
            </p:cNvPr>
            <p:cNvCxnSpPr>
              <a:cxnSpLocks/>
            </p:cNvCxnSpPr>
            <p:nvPr/>
          </p:nvCxnSpPr>
          <p:spPr>
            <a:xfrm>
              <a:off x="6742804" y="5201732"/>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32" name="Rectangle 31">
            <a:extLst>
              <a:ext uri="{FF2B5EF4-FFF2-40B4-BE49-F238E27FC236}">
                <a16:creationId xmlns:a16="http://schemas.microsoft.com/office/drawing/2014/main" id="{DABBAC4F-650B-736D-4D74-ADD0CF9A0D21}"/>
              </a:ext>
            </a:extLst>
          </p:cNvPr>
          <p:cNvSpPr/>
          <p:nvPr/>
        </p:nvSpPr>
        <p:spPr>
          <a:xfrm>
            <a:off x="3423047" y="2019319"/>
            <a:ext cx="723651" cy="17819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40" name="Group 39">
            <a:extLst>
              <a:ext uri="{FF2B5EF4-FFF2-40B4-BE49-F238E27FC236}">
                <a16:creationId xmlns:a16="http://schemas.microsoft.com/office/drawing/2014/main" id="{B167E497-2120-611F-FB4C-192960F0FD82}"/>
              </a:ext>
            </a:extLst>
          </p:cNvPr>
          <p:cNvGrpSpPr/>
          <p:nvPr/>
        </p:nvGrpSpPr>
        <p:grpSpPr>
          <a:xfrm>
            <a:off x="880894" y="4825234"/>
            <a:ext cx="854721" cy="523220"/>
            <a:chOff x="5572023" y="5130934"/>
            <a:chExt cx="854721" cy="523220"/>
          </a:xfrm>
        </p:grpSpPr>
        <p:cxnSp>
          <p:nvCxnSpPr>
            <p:cNvPr id="41" name="Straight Connector 40">
              <a:extLst>
                <a:ext uri="{FF2B5EF4-FFF2-40B4-BE49-F238E27FC236}">
                  <a16:creationId xmlns:a16="http://schemas.microsoft.com/office/drawing/2014/main" id="{E2E01C7B-ABAF-1560-F582-557CD02B7B84}"/>
                </a:ext>
              </a:extLst>
            </p:cNvPr>
            <p:cNvCxnSpPr>
              <a:cxnSpLocks/>
            </p:cNvCxnSpPr>
            <p:nvPr/>
          </p:nvCxnSpPr>
          <p:spPr>
            <a:xfrm>
              <a:off x="5724128" y="5193771"/>
              <a:ext cx="144016" cy="0"/>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FF480CDE-CB2B-72DC-61B4-F85E492BC8C3}"/>
                </a:ext>
              </a:extLst>
            </p:cNvPr>
            <p:cNvSpPr txBox="1"/>
            <p:nvPr/>
          </p:nvSpPr>
          <p:spPr>
            <a:xfrm>
              <a:off x="5572023" y="5130934"/>
              <a:ext cx="854721" cy="523220"/>
            </a:xfrm>
            <a:prstGeom prst="rect">
              <a:avLst/>
            </a:prstGeom>
            <a:noFill/>
          </p:spPr>
          <p:txBody>
            <a:bodyPr wrap="none" rtlCol="0">
              <a:spAutoFit/>
            </a:bodyPr>
            <a:lstStyle/>
            <a:p>
              <a:r>
                <a:rPr lang="en-MY" sz="2800" dirty="0"/>
                <a:t>ABD</a:t>
              </a:r>
            </a:p>
          </p:txBody>
        </p:sp>
      </p:grpSp>
      <p:grpSp>
        <p:nvGrpSpPr>
          <p:cNvPr id="45" name="Group 44">
            <a:extLst>
              <a:ext uri="{FF2B5EF4-FFF2-40B4-BE49-F238E27FC236}">
                <a16:creationId xmlns:a16="http://schemas.microsoft.com/office/drawing/2014/main" id="{506FC51C-19BC-6133-9ED4-F2A939A09A12}"/>
              </a:ext>
            </a:extLst>
          </p:cNvPr>
          <p:cNvGrpSpPr/>
          <p:nvPr/>
        </p:nvGrpSpPr>
        <p:grpSpPr>
          <a:xfrm>
            <a:off x="872034" y="5394980"/>
            <a:ext cx="829201" cy="523220"/>
            <a:chOff x="5572023" y="5130934"/>
            <a:chExt cx="829201" cy="523220"/>
          </a:xfrm>
        </p:grpSpPr>
        <p:cxnSp>
          <p:nvCxnSpPr>
            <p:cNvPr id="46" name="Straight Connector 45">
              <a:extLst>
                <a:ext uri="{FF2B5EF4-FFF2-40B4-BE49-F238E27FC236}">
                  <a16:creationId xmlns:a16="http://schemas.microsoft.com/office/drawing/2014/main" id="{5E45C681-87DD-0CC9-1406-49D2D29BA96E}"/>
                </a:ext>
              </a:extLst>
            </p:cNvPr>
            <p:cNvCxnSpPr>
              <a:cxnSpLocks/>
            </p:cNvCxnSpPr>
            <p:nvPr/>
          </p:nvCxnSpPr>
          <p:spPr>
            <a:xfrm>
              <a:off x="5724128" y="5193771"/>
              <a:ext cx="144016" cy="0"/>
            </a:xfrm>
            <a:prstGeom prst="line">
              <a:avLst/>
            </a:prstGeom>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6C269F1F-F51F-41A0-47C7-BA07D22A4FD4}"/>
                </a:ext>
              </a:extLst>
            </p:cNvPr>
            <p:cNvSpPr txBox="1"/>
            <p:nvPr/>
          </p:nvSpPr>
          <p:spPr>
            <a:xfrm>
              <a:off x="5572023" y="5130934"/>
              <a:ext cx="829201" cy="523220"/>
            </a:xfrm>
            <a:prstGeom prst="rect">
              <a:avLst/>
            </a:prstGeom>
            <a:noFill/>
          </p:spPr>
          <p:txBody>
            <a:bodyPr wrap="none" rtlCol="0">
              <a:spAutoFit/>
            </a:bodyPr>
            <a:lstStyle/>
            <a:p>
              <a:r>
                <a:rPr lang="en-MY" sz="2800" dirty="0"/>
                <a:t>ABC</a:t>
              </a:r>
            </a:p>
          </p:txBody>
        </p:sp>
      </p:grpSp>
      <p:sp>
        <p:nvSpPr>
          <p:cNvPr id="50" name="Rectangle 49">
            <a:extLst>
              <a:ext uri="{FF2B5EF4-FFF2-40B4-BE49-F238E27FC236}">
                <a16:creationId xmlns:a16="http://schemas.microsoft.com/office/drawing/2014/main" id="{FE7EDF79-09FB-7EEB-012C-F944E56E1BB0}"/>
              </a:ext>
            </a:extLst>
          </p:cNvPr>
          <p:cNvSpPr/>
          <p:nvPr/>
        </p:nvSpPr>
        <p:spPr>
          <a:xfrm>
            <a:off x="5555023" y="2012038"/>
            <a:ext cx="511104" cy="1144835"/>
          </a:xfrm>
          <a:prstGeom prst="rect">
            <a:avLst/>
          </a:prstGeom>
          <a:noFill/>
          <a:ln>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56" name="Group 55">
            <a:extLst>
              <a:ext uri="{FF2B5EF4-FFF2-40B4-BE49-F238E27FC236}">
                <a16:creationId xmlns:a16="http://schemas.microsoft.com/office/drawing/2014/main" id="{B73E4853-8F2E-6AB9-BCE9-69569578BCB8}"/>
              </a:ext>
            </a:extLst>
          </p:cNvPr>
          <p:cNvGrpSpPr/>
          <p:nvPr/>
        </p:nvGrpSpPr>
        <p:grpSpPr>
          <a:xfrm>
            <a:off x="906414" y="5964726"/>
            <a:ext cx="829201" cy="523220"/>
            <a:chOff x="5153792" y="5687670"/>
            <a:chExt cx="829201" cy="523220"/>
          </a:xfrm>
        </p:grpSpPr>
        <p:cxnSp>
          <p:nvCxnSpPr>
            <p:cNvPr id="53" name="Straight Connector 52">
              <a:extLst>
                <a:ext uri="{FF2B5EF4-FFF2-40B4-BE49-F238E27FC236}">
                  <a16:creationId xmlns:a16="http://schemas.microsoft.com/office/drawing/2014/main" id="{89829365-2AEE-D24D-4A8D-20F132872698}"/>
                </a:ext>
              </a:extLst>
            </p:cNvPr>
            <p:cNvCxnSpPr>
              <a:cxnSpLocks/>
            </p:cNvCxnSpPr>
            <p:nvPr/>
          </p:nvCxnSpPr>
          <p:spPr>
            <a:xfrm>
              <a:off x="5705401" y="5768569"/>
              <a:ext cx="144016" cy="0"/>
            </a:xfrm>
            <a:prstGeom prst="line">
              <a:avLst/>
            </a:prstGeom>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F61B2A14-8F4B-EC87-0F86-2378DC3AD072}"/>
                </a:ext>
              </a:extLst>
            </p:cNvPr>
            <p:cNvSpPr txBox="1"/>
            <p:nvPr/>
          </p:nvSpPr>
          <p:spPr>
            <a:xfrm>
              <a:off x="5153792" y="5687670"/>
              <a:ext cx="829201" cy="523220"/>
            </a:xfrm>
            <a:prstGeom prst="rect">
              <a:avLst/>
            </a:prstGeom>
            <a:noFill/>
          </p:spPr>
          <p:txBody>
            <a:bodyPr wrap="none" rtlCol="0">
              <a:spAutoFit/>
            </a:bodyPr>
            <a:lstStyle/>
            <a:p>
              <a:r>
                <a:rPr lang="en-MY" sz="2800" dirty="0"/>
                <a:t>ABC</a:t>
              </a:r>
            </a:p>
          </p:txBody>
        </p:sp>
      </p:grpSp>
      <p:grpSp>
        <p:nvGrpSpPr>
          <p:cNvPr id="15" name="Group 14">
            <a:extLst>
              <a:ext uri="{FF2B5EF4-FFF2-40B4-BE49-F238E27FC236}">
                <a16:creationId xmlns:a16="http://schemas.microsoft.com/office/drawing/2014/main" id="{D1374890-F629-A848-0AF3-A61FFCC7C8F6}"/>
              </a:ext>
            </a:extLst>
          </p:cNvPr>
          <p:cNvGrpSpPr/>
          <p:nvPr/>
        </p:nvGrpSpPr>
        <p:grpSpPr>
          <a:xfrm>
            <a:off x="2057918" y="4309269"/>
            <a:ext cx="1072858" cy="523220"/>
            <a:chOff x="6398904" y="5110141"/>
            <a:chExt cx="1072858" cy="523220"/>
          </a:xfrm>
        </p:grpSpPr>
        <p:sp>
          <p:nvSpPr>
            <p:cNvPr id="16" name="TextBox 15">
              <a:extLst>
                <a:ext uri="{FF2B5EF4-FFF2-40B4-BE49-F238E27FC236}">
                  <a16:creationId xmlns:a16="http://schemas.microsoft.com/office/drawing/2014/main" id="{87526853-D099-485D-D569-29D45B834566}"/>
                </a:ext>
              </a:extLst>
            </p:cNvPr>
            <p:cNvSpPr txBox="1"/>
            <p:nvPr/>
          </p:nvSpPr>
          <p:spPr>
            <a:xfrm>
              <a:off x="6398904" y="5110141"/>
              <a:ext cx="1072858" cy="523220"/>
            </a:xfrm>
            <a:prstGeom prst="rect">
              <a:avLst/>
            </a:prstGeom>
            <a:noFill/>
          </p:spPr>
          <p:txBody>
            <a:bodyPr wrap="none" rtlCol="0">
              <a:spAutoFit/>
            </a:bodyPr>
            <a:lstStyle/>
            <a:p>
              <a:r>
                <a:rPr lang="en-MY" sz="2800" dirty="0"/>
                <a:t>ABCD</a:t>
              </a:r>
            </a:p>
          </p:txBody>
        </p:sp>
        <p:cxnSp>
          <p:nvCxnSpPr>
            <p:cNvPr id="23" name="Straight Connector 22">
              <a:extLst>
                <a:ext uri="{FF2B5EF4-FFF2-40B4-BE49-F238E27FC236}">
                  <a16:creationId xmlns:a16="http://schemas.microsoft.com/office/drawing/2014/main" id="{FF073A50-93B5-4577-8B2F-3EFA9ED713BC}"/>
                </a:ext>
              </a:extLst>
            </p:cNvPr>
            <p:cNvCxnSpPr>
              <a:cxnSpLocks/>
            </p:cNvCxnSpPr>
            <p:nvPr/>
          </p:nvCxnSpPr>
          <p:spPr>
            <a:xfrm>
              <a:off x="6536722" y="5219949"/>
              <a:ext cx="144016" cy="0"/>
            </a:xfrm>
            <a:prstGeom prst="line">
              <a:avLst/>
            </a:prstGeom>
          </p:spPr>
          <p:style>
            <a:lnRef idx="1">
              <a:schemeClr val="dk1"/>
            </a:lnRef>
            <a:fillRef idx="0">
              <a:schemeClr val="dk1"/>
            </a:fillRef>
            <a:effectRef idx="0">
              <a:schemeClr val="dk1"/>
            </a:effectRef>
            <a:fontRef idx="minor">
              <a:schemeClr val="tx1"/>
            </a:fontRef>
          </p:style>
        </p:cxnSp>
      </p:grpSp>
      <p:cxnSp>
        <p:nvCxnSpPr>
          <p:cNvPr id="24" name="Straight Connector 23">
            <a:extLst>
              <a:ext uri="{FF2B5EF4-FFF2-40B4-BE49-F238E27FC236}">
                <a16:creationId xmlns:a16="http://schemas.microsoft.com/office/drawing/2014/main" id="{4692ADE7-9230-6CA8-BC5D-BE1BADD9A326}"/>
              </a:ext>
            </a:extLst>
          </p:cNvPr>
          <p:cNvCxnSpPr>
            <a:cxnSpLocks/>
          </p:cNvCxnSpPr>
          <p:nvPr/>
        </p:nvCxnSpPr>
        <p:spPr>
          <a:xfrm>
            <a:off x="2627784" y="4419077"/>
            <a:ext cx="144016" cy="0"/>
          </a:xfrm>
          <a:prstGeom prst="line">
            <a:avLst/>
          </a:prstGeom>
        </p:spPr>
        <p:style>
          <a:lnRef idx="1">
            <a:schemeClr val="dk1"/>
          </a:lnRef>
          <a:fillRef idx="0">
            <a:schemeClr val="dk1"/>
          </a:fillRef>
          <a:effectRef idx="0">
            <a:schemeClr val="dk1"/>
          </a:effectRef>
          <a:fontRef idx="minor">
            <a:schemeClr val="tx1"/>
          </a:fontRef>
        </p:style>
      </p:cxnSp>
      <p:grpSp>
        <p:nvGrpSpPr>
          <p:cNvPr id="36" name="Group 35">
            <a:extLst>
              <a:ext uri="{FF2B5EF4-FFF2-40B4-BE49-F238E27FC236}">
                <a16:creationId xmlns:a16="http://schemas.microsoft.com/office/drawing/2014/main" id="{39DF5EB4-705A-D0FE-C7AD-29FA9FF55DA0}"/>
              </a:ext>
            </a:extLst>
          </p:cNvPr>
          <p:cNvGrpSpPr/>
          <p:nvPr/>
        </p:nvGrpSpPr>
        <p:grpSpPr>
          <a:xfrm>
            <a:off x="3268594" y="4302014"/>
            <a:ext cx="1072858" cy="523220"/>
            <a:chOff x="2210318" y="4461669"/>
            <a:chExt cx="1072858" cy="523220"/>
          </a:xfrm>
        </p:grpSpPr>
        <p:sp>
          <p:nvSpPr>
            <p:cNvPr id="30" name="TextBox 29">
              <a:extLst>
                <a:ext uri="{FF2B5EF4-FFF2-40B4-BE49-F238E27FC236}">
                  <a16:creationId xmlns:a16="http://schemas.microsoft.com/office/drawing/2014/main" id="{1BAA6E13-6F64-FFF1-BED3-FBA1B9112B29}"/>
                </a:ext>
              </a:extLst>
            </p:cNvPr>
            <p:cNvSpPr txBox="1"/>
            <p:nvPr/>
          </p:nvSpPr>
          <p:spPr>
            <a:xfrm>
              <a:off x="2210318" y="4461669"/>
              <a:ext cx="1072858" cy="523220"/>
            </a:xfrm>
            <a:prstGeom prst="rect">
              <a:avLst/>
            </a:prstGeom>
            <a:noFill/>
          </p:spPr>
          <p:txBody>
            <a:bodyPr wrap="none" rtlCol="0">
              <a:spAutoFit/>
            </a:bodyPr>
            <a:lstStyle/>
            <a:p>
              <a:r>
                <a:rPr lang="en-MY" sz="2800" dirty="0"/>
                <a:t>ABCD</a:t>
              </a:r>
            </a:p>
          </p:txBody>
        </p:sp>
        <p:cxnSp>
          <p:nvCxnSpPr>
            <p:cNvPr id="35" name="Straight Connector 34">
              <a:extLst>
                <a:ext uri="{FF2B5EF4-FFF2-40B4-BE49-F238E27FC236}">
                  <a16:creationId xmlns:a16="http://schemas.microsoft.com/office/drawing/2014/main" id="{A18A1F0B-2C14-8A13-9654-73BF51B6528F}"/>
                </a:ext>
              </a:extLst>
            </p:cNvPr>
            <p:cNvCxnSpPr>
              <a:cxnSpLocks/>
            </p:cNvCxnSpPr>
            <p:nvPr/>
          </p:nvCxnSpPr>
          <p:spPr>
            <a:xfrm>
              <a:off x="2780184" y="4571477"/>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37" name="Rectangle 36">
            <a:extLst>
              <a:ext uri="{FF2B5EF4-FFF2-40B4-BE49-F238E27FC236}">
                <a16:creationId xmlns:a16="http://schemas.microsoft.com/office/drawing/2014/main" id="{5BF00A08-31E7-8D7A-090C-B46835212F50}"/>
              </a:ext>
            </a:extLst>
          </p:cNvPr>
          <p:cNvSpPr/>
          <p:nvPr/>
        </p:nvSpPr>
        <p:spPr>
          <a:xfrm>
            <a:off x="2057918" y="4302013"/>
            <a:ext cx="347644" cy="4951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8" name="Rectangle 37">
            <a:extLst>
              <a:ext uri="{FF2B5EF4-FFF2-40B4-BE49-F238E27FC236}">
                <a16:creationId xmlns:a16="http://schemas.microsoft.com/office/drawing/2014/main" id="{6A1D054B-6AA2-EE33-4C7F-6D6DACDFDA80}"/>
              </a:ext>
            </a:extLst>
          </p:cNvPr>
          <p:cNvSpPr/>
          <p:nvPr/>
        </p:nvSpPr>
        <p:spPr>
          <a:xfrm>
            <a:off x="3248085" y="4338028"/>
            <a:ext cx="347644" cy="4951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44" name="Straight Arrow Connector 43">
            <a:extLst>
              <a:ext uri="{FF2B5EF4-FFF2-40B4-BE49-F238E27FC236}">
                <a16:creationId xmlns:a16="http://schemas.microsoft.com/office/drawing/2014/main" id="{52FA8DC4-4DFB-E73D-7CD6-3BA7ABF263B9}"/>
              </a:ext>
            </a:extLst>
          </p:cNvPr>
          <p:cNvCxnSpPr/>
          <p:nvPr/>
        </p:nvCxnSpPr>
        <p:spPr>
          <a:xfrm flipH="1">
            <a:off x="4452687" y="4563624"/>
            <a:ext cx="12425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0903" name="Group 80902">
            <a:extLst>
              <a:ext uri="{FF2B5EF4-FFF2-40B4-BE49-F238E27FC236}">
                <a16:creationId xmlns:a16="http://schemas.microsoft.com/office/drawing/2014/main" id="{B8298434-16AB-9856-3AEB-3A4801FA238E}"/>
              </a:ext>
            </a:extLst>
          </p:cNvPr>
          <p:cNvGrpSpPr/>
          <p:nvPr/>
        </p:nvGrpSpPr>
        <p:grpSpPr>
          <a:xfrm>
            <a:off x="1972295" y="4830271"/>
            <a:ext cx="1072858" cy="523220"/>
            <a:chOff x="1972295" y="4830271"/>
            <a:chExt cx="1072858" cy="523220"/>
          </a:xfrm>
        </p:grpSpPr>
        <p:grpSp>
          <p:nvGrpSpPr>
            <p:cNvPr id="47" name="Group 46">
              <a:extLst>
                <a:ext uri="{FF2B5EF4-FFF2-40B4-BE49-F238E27FC236}">
                  <a16:creationId xmlns:a16="http://schemas.microsoft.com/office/drawing/2014/main" id="{7A8924A5-966B-7B0D-E538-3A2D4F76C6DA}"/>
                </a:ext>
              </a:extLst>
            </p:cNvPr>
            <p:cNvGrpSpPr/>
            <p:nvPr/>
          </p:nvGrpSpPr>
          <p:grpSpPr>
            <a:xfrm>
              <a:off x="1972295" y="4830271"/>
              <a:ext cx="1072858" cy="523220"/>
              <a:chOff x="6398904" y="5110141"/>
              <a:chExt cx="1072858" cy="523220"/>
            </a:xfrm>
          </p:grpSpPr>
          <p:sp>
            <p:nvSpPr>
              <p:cNvPr id="49" name="TextBox 48">
                <a:extLst>
                  <a:ext uri="{FF2B5EF4-FFF2-40B4-BE49-F238E27FC236}">
                    <a16:creationId xmlns:a16="http://schemas.microsoft.com/office/drawing/2014/main" id="{5E1B2D66-2971-05F7-FD78-463E912D8ABC}"/>
                  </a:ext>
                </a:extLst>
              </p:cNvPr>
              <p:cNvSpPr txBox="1"/>
              <p:nvPr/>
            </p:nvSpPr>
            <p:spPr>
              <a:xfrm>
                <a:off x="6398904" y="5110141"/>
                <a:ext cx="1072858" cy="523220"/>
              </a:xfrm>
              <a:prstGeom prst="rect">
                <a:avLst/>
              </a:prstGeom>
              <a:noFill/>
            </p:spPr>
            <p:txBody>
              <a:bodyPr wrap="none" rtlCol="0">
                <a:spAutoFit/>
              </a:bodyPr>
              <a:lstStyle/>
              <a:p>
                <a:r>
                  <a:rPr lang="en-MY" sz="2800" dirty="0"/>
                  <a:t>ABCD</a:t>
                </a:r>
              </a:p>
            </p:txBody>
          </p:sp>
          <p:cxnSp>
            <p:nvCxnSpPr>
              <p:cNvPr id="51" name="Straight Connector 50">
                <a:extLst>
                  <a:ext uri="{FF2B5EF4-FFF2-40B4-BE49-F238E27FC236}">
                    <a16:creationId xmlns:a16="http://schemas.microsoft.com/office/drawing/2014/main" id="{46D13734-A143-7F29-2035-4EE1585AB997}"/>
                  </a:ext>
                </a:extLst>
              </p:cNvPr>
              <p:cNvCxnSpPr>
                <a:cxnSpLocks/>
              </p:cNvCxnSpPr>
              <p:nvPr/>
            </p:nvCxnSpPr>
            <p:spPr>
              <a:xfrm>
                <a:off x="6536722" y="5219949"/>
                <a:ext cx="144016" cy="0"/>
              </a:xfrm>
              <a:prstGeom prst="line">
                <a:avLst/>
              </a:prstGeom>
            </p:spPr>
            <p:style>
              <a:lnRef idx="1">
                <a:schemeClr val="dk1"/>
              </a:lnRef>
              <a:fillRef idx="0">
                <a:schemeClr val="dk1"/>
              </a:fillRef>
              <a:effectRef idx="0">
                <a:schemeClr val="dk1"/>
              </a:effectRef>
              <a:fontRef idx="minor">
                <a:schemeClr val="tx1"/>
              </a:fontRef>
            </p:style>
          </p:cxnSp>
        </p:grpSp>
        <p:cxnSp>
          <p:nvCxnSpPr>
            <p:cNvPr id="52" name="Straight Connector 51">
              <a:extLst>
                <a:ext uri="{FF2B5EF4-FFF2-40B4-BE49-F238E27FC236}">
                  <a16:creationId xmlns:a16="http://schemas.microsoft.com/office/drawing/2014/main" id="{842D1D03-0343-982D-A0A9-B29A88B74229}"/>
                </a:ext>
              </a:extLst>
            </p:cNvPr>
            <p:cNvCxnSpPr>
              <a:cxnSpLocks/>
            </p:cNvCxnSpPr>
            <p:nvPr/>
          </p:nvCxnSpPr>
          <p:spPr>
            <a:xfrm>
              <a:off x="2547660" y="4930206"/>
              <a:ext cx="144016" cy="0"/>
            </a:xfrm>
            <a:prstGeom prst="line">
              <a:avLst/>
            </a:prstGeom>
          </p:spPr>
          <p:style>
            <a:lnRef idx="1">
              <a:schemeClr val="dk1"/>
            </a:lnRef>
            <a:fillRef idx="0">
              <a:schemeClr val="dk1"/>
            </a:fillRef>
            <a:effectRef idx="0">
              <a:schemeClr val="dk1"/>
            </a:effectRef>
            <a:fontRef idx="minor">
              <a:schemeClr val="tx1"/>
            </a:fontRef>
          </p:style>
        </p:cxnSp>
      </p:grpSp>
      <p:grpSp>
        <p:nvGrpSpPr>
          <p:cNvPr id="58" name="Group 57">
            <a:extLst>
              <a:ext uri="{FF2B5EF4-FFF2-40B4-BE49-F238E27FC236}">
                <a16:creationId xmlns:a16="http://schemas.microsoft.com/office/drawing/2014/main" id="{350483FC-C8E9-DA6C-14F2-DCEF61C4F772}"/>
              </a:ext>
            </a:extLst>
          </p:cNvPr>
          <p:cNvGrpSpPr/>
          <p:nvPr/>
        </p:nvGrpSpPr>
        <p:grpSpPr>
          <a:xfrm>
            <a:off x="3258509" y="4821299"/>
            <a:ext cx="1072858" cy="523220"/>
            <a:chOff x="2210318" y="4461669"/>
            <a:chExt cx="1072858" cy="523220"/>
          </a:xfrm>
        </p:grpSpPr>
        <p:sp>
          <p:nvSpPr>
            <p:cNvPr id="60" name="TextBox 59">
              <a:extLst>
                <a:ext uri="{FF2B5EF4-FFF2-40B4-BE49-F238E27FC236}">
                  <a16:creationId xmlns:a16="http://schemas.microsoft.com/office/drawing/2014/main" id="{53B48447-DBBE-5DB7-5AA6-4F95C04CE6A1}"/>
                </a:ext>
              </a:extLst>
            </p:cNvPr>
            <p:cNvSpPr txBox="1"/>
            <p:nvPr/>
          </p:nvSpPr>
          <p:spPr>
            <a:xfrm>
              <a:off x="2210318" y="4461669"/>
              <a:ext cx="1072858" cy="523220"/>
            </a:xfrm>
            <a:prstGeom prst="rect">
              <a:avLst/>
            </a:prstGeom>
            <a:noFill/>
          </p:spPr>
          <p:txBody>
            <a:bodyPr wrap="none" rtlCol="0">
              <a:spAutoFit/>
            </a:bodyPr>
            <a:lstStyle/>
            <a:p>
              <a:r>
                <a:rPr lang="en-MY" sz="2800" dirty="0"/>
                <a:t>ABCD</a:t>
              </a:r>
            </a:p>
          </p:txBody>
        </p:sp>
        <p:cxnSp>
          <p:nvCxnSpPr>
            <p:cNvPr id="61" name="Straight Connector 60">
              <a:extLst>
                <a:ext uri="{FF2B5EF4-FFF2-40B4-BE49-F238E27FC236}">
                  <a16:creationId xmlns:a16="http://schemas.microsoft.com/office/drawing/2014/main" id="{1759E07E-34AC-556C-3C1E-A7CC80BAB794}"/>
                </a:ext>
              </a:extLst>
            </p:cNvPr>
            <p:cNvCxnSpPr>
              <a:cxnSpLocks/>
            </p:cNvCxnSpPr>
            <p:nvPr/>
          </p:nvCxnSpPr>
          <p:spPr>
            <a:xfrm>
              <a:off x="2306378" y="4578732"/>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80904" name="Rectangle 80903">
            <a:extLst>
              <a:ext uri="{FF2B5EF4-FFF2-40B4-BE49-F238E27FC236}">
                <a16:creationId xmlns:a16="http://schemas.microsoft.com/office/drawing/2014/main" id="{FFCB5ACC-0A79-AFB8-C2B8-3CF8606C44CA}"/>
              </a:ext>
            </a:extLst>
          </p:cNvPr>
          <p:cNvSpPr/>
          <p:nvPr/>
        </p:nvSpPr>
        <p:spPr>
          <a:xfrm>
            <a:off x="2424156" y="4802611"/>
            <a:ext cx="347644" cy="495139"/>
          </a:xfrm>
          <a:prstGeom prst="rect">
            <a:avLst/>
          </a:prstGeom>
          <a:noFill/>
          <a:ln>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0905" name="Rectangle 80904">
            <a:extLst>
              <a:ext uri="{FF2B5EF4-FFF2-40B4-BE49-F238E27FC236}">
                <a16:creationId xmlns:a16="http://schemas.microsoft.com/office/drawing/2014/main" id="{32792B0F-21AB-0BCA-4D5B-2B4FF7EED00E}"/>
              </a:ext>
            </a:extLst>
          </p:cNvPr>
          <p:cNvSpPr/>
          <p:nvPr/>
        </p:nvSpPr>
        <p:spPr>
          <a:xfrm>
            <a:off x="3715242" y="4863075"/>
            <a:ext cx="347644" cy="495139"/>
          </a:xfrm>
          <a:prstGeom prst="rect">
            <a:avLst/>
          </a:prstGeom>
          <a:noFill/>
          <a:ln>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80906" name="Group 80905">
            <a:extLst>
              <a:ext uri="{FF2B5EF4-FFF2-40B4-BE49-F238E27FC236}">
                <a16:creationId xmlns:a16="http://schemas.microsoft.com/office/drawing/2014/main" id="{30B7E0C8-CB42-9863-6B78-68F512820C47}"/>
              </a:ext>
            </a:extLst>
          </p:cNvPr>
          <p:cNvGrpSpPr/>
          <p:nvPr/>
        </p:nvGrpSpPr>
        <p:grpSpPr>
          <a:xfrm>
            <a:off x="1887727" y="5411869"/>
            <a:ext cx="1072858" cy="523220"/>
            <a:chOff x="1972295" y="4830271"/>
            <a:chExt cx="1072858" cy="523220"/>
          </a:xfrm>
        </p:grpSpPr>
        <p:grpSp>
          <p:nvGrpSpPr>
            <p:cNvPr id="80907" name="Group 80906">
              <a:extLst>
                <a:ext uri="{FF2B5EF4-FFF2-40B4-BE49-F238E27FC236}">
                  <a16:creationId xmlns:a16="http://schemas.microsoft.com/office/drawing/2014/main" id="{DAFD6A69-F05B-2EC7-1F94-2E03BEE72BB0}"/>
                </a:ext>
              </a:extLst>
            </p:cNvPr>
            <p:cNvGrpSpPr/>
            <p:nvPr/>
          </p:nvGrpSpPr>
          <p:grpSpPr>
            <a:xfrm>
              <a:off x="1972295" y="4830271"/>
              <a:ext cx="1072858" cy="523220"/>
              <a:chOff x="6398904" y="5110141"/>
              <a:chExt cx="1072858" cy="523220"/>
            </a:xfrm>
          </p:grpSpPr>
          <p:sp>
            <p:nvSpPr>
              <p:cNvPr id="80909" name="TextBox 80908">
                <a:extLst>
                  <a:ext uri="{FF2B5EF4-FFF2-40B4-BE49-F238E27FC236}">
                    <a16:creationId xmlns:a16="http://schemas.microsoft.com/office/drawing/2014/main" id="{A21A8AAE-7F7F-715A-6E3F-5142B6BE9A4F}"/>
                  </a:ext>
                </a:extLst>
              </p:cNvPr>
              <p:cNvSpPr txBox="1"/>
              <p:nvPr/>
            </p:nvSpPr>
            <p:spPr>
              <a:xfrm>
                <a:off x="6398904" y="5110141"/>
                <a:ext cx="1072858" cy="523220"/>
              </a:xfrm>
              <a:prstGeom prst="rect">
                <a:avLst/>
              </a:prstGeom>
              <a:noFill/>
            </p:spPr>
            <p:txBody>
              <a:bodyPr wrap="none" rtlCol="0">
                <a:spAutoFit/>
              </a:bodyPr>
              <a:lstStyle/>
              <a:p>
                <a:r>
                  <a:rPr lang="en-MY" sz="2800" dirty="0"/>
                  <a:t>ABCD</a:t>
                </a:r>
              </a:p>
            </p:txBody>
          </p:sp>
          <p:cxnSp>
            <p:nvCxnSpPr>
              <p:cNvPr id="80910" name="Straight Connector 80909">
                <a:extLst>
                  <a:ext uri="{FF2B5EF4-FFF2-40B4-BE49-F238E27FC236}">
                    <a16:creationId xmlns:a16="http://schemas.microsoft.com/office/drawing/2014/main" id="{BF0281F1-AB83-DC10-2712-D56811BA8F42}"/>
                  </a:ext>
                </a:extLst>
              </p:cNvPr>
              <p:cNvCxnSpPr>
                <a:cxnSpLocks/>
              </p:cNvCxnSpPr>
              <p:nvPr/>
            </p:nvCxnSpPr>
            <p:spPr>
              <a:xfrm>
                <a:off x="6536722" y="5219949"/>
                <a:ext cx="144016" cy="0"/>
              </a:xfrm>
              <a:prstGeom prst="line">
                <a:avLst/>
              </a:prstGeom>
            </p:spPr>
            <p:style>
              <a:lnRef idx="1">
                <a:schemeClr val="dk1"/>
              </a:lnRef>
              <a:fillRef idx="0">
                <a:schemeClr val="dk1"/>
              </a:fillRef>
              <a:effectRef idx="0">
                <a:schemeClr val="dk1"/>
              </a:effectRef>
              <a:fontRef idx="minor">
                <a:schemeClr val="tx1"/>
              </a:fontRef>
            </p:style>
          </p:cxnSp>
        </p:grpSp>
        <p:cxnSp>
          <p:nvCxnSpPr>
            <p:cNvPr id="80908" name="Straight Connector 80907">
              <a:extLst>
                <a:ext uri="{FF2B5EF4-FFF2-40B4-BE49-F238E27FC236}">
                  <a16:creationId xmlns:a16="http://schemas.microsoft.com/office/drawing/2014/main" id="{BD019EBD-72D1-FEA6-D3B6-B3BA3F3607D9}"/>
                </a:ext>
              </a:extLst>
            </p:cNvPr>
            <p:cNvCxnSpPr>
              <a:cxnSpLocks/>
            </p:cNvCxnSpPr>
            <p:nvPr/>
          </p:nvCxnSpPr>
          <p:spPr>
            <a:xfrm>
              <a:off x="2771800" y="4938362"/>
              <a:ext cx="144016" cy="0"/>
            </a:xfrm>
            <a:prstGeom prst="line">
              <a:avLst/>
            </a:prstGeom>
          </p:spPr>
          <p:style>
            <a:lnRef idx="1">
              <a:schemeClr val="dk1"/>
            </a:lnRef>
            <a:fillRef idx="0">
              <a:schemeClr val="dk1"/>
            </a:fillRef>
            <a:effectRef idx="0">
              <a:schemeClr val="dk1"/>
            </a:effectRef>
            <a:fontRef idx="minor">
              <a:schemeClr val="tx1"/>
            </a:fontRef>
          </p:style>
        </p:cxnSp>
      </p:grpSp>
      <p:grpSp>
        <p:nvGrpSpPr>
          <p:cNvPr id="80911" name="Group 80910">
            <a:extLst>
              <a:ext uri="{FF2B5EF4-FFF2-40B4-BE49-F238E27FC236}">
                <a16:creationId xmlns:a16="http://schemas.microsoft.com/office/drawing/2014/main" id="{0DE1993F-100D-7EBC-8D26-0C886382F2B1}"/>
              </a:ext>
            </a:extLst>
          </p:cNvPr>
          <p:cNvGrpSpPr/>
          <p:nvPr/>
        </p:nvGrpSpPr>
        <p:grpSpPr>
          <a:xfrm>
            <a:off x="3173941" y="5402897"/>
            <a:ext cx="1072858" cy="523220"/>
            <a:chOff x="2210318" y="4461669"/>
            <a:chExt cx="1072858" cy="523220"/>
          </a:xfrm>
        </p:grpSpPr>
        <p:sp>
          <p:nvSpPr>
            <p:cNvPr id="80912" name="TextBox 80911">
              <a:extLst>
                <a:ext uri="{FF2B5EF4-FFF2-40B4-BE49-F238E27FC236}">
                  <a16:creationId xmlns:a16="http://schemas.microsoft.com/office/drawing/2014/main" id="{9FACFBE1-499D-9227-77B8-FBB1AE7DACAA}"/>
                </a:ext>
              </a:extLst>
            </p:cNvPr>
            <p:cNvSpPr txBox="1"/>
            <p:nvPr/>
          </p:nvSpPr>
          <p:spPr>
            <a:xfrm>
              <a:off x="2210318" y="4461669"/>
              <a:ext cx="1072858" cy="523220"/>
            </a:xfrm>
            <a:prstGeom prst="rect">
              <a:avLst/>
            </a:prstGeom>
            <a:noFill/>
          </p:spPr>
          <p:txBody>
            <a:bodyPr wrap="none" rtlCol="0">
              <a:spAutoFit/>
            </a:bodyPr>
            <a:lstStyle/>
            <a:p>
              <a:r>
                <a:rPr lang="en-MY" sz="2800" dirty="0"/>
                <a:t>ABCD</a:t>
              </a:r>
            </a:p>
          </p:txBody>
        </p:sp>
        <p:cxnSp>
          <p:nvCxnSpPr>
            <p:cNvPr id="80913" name="Straight Connector 80912">
              <a:extLst>
                <a:ext uri="{FF2B5EF4-FFF2-40B4-BE49-F238E27FC236}">
                  <a16:creationId xmlns:a16="http://schemas.microsoft.com/office/drawing/2014/main" id="{6FEDFDE7-F851-B393-C34C-51D2BB6C2E9D}"/>
                </a:ext>
              </a:extLst>
            </p:cNvPr>
            <p:cNvCxnSpPr>
              <a:cxnSpLocks/>
            </p:cNvCxnSpPr>
            <p:nvPr/>
          </p:nvCxnSpPr>
          <p:spPr>
            <a:xfrm>
              <a:off x="2306378" y="4578732"/>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80914" name="Rectangle 80913">
            <a:extLst>
              <a:ext uri="{FF2B5EF4-FFF2-40B4-BE49-F238E27FC236}">
                <a16:creationId xmlns:a16="http://schemas.microsoft.com/office/drawing/2014/main" id="{6BAE3653-552B-1108-63B5-F98B419105F0}"/>
              </a:ext>
            </a:extLst>
          </p:cNvPr>
          <p:cNvSpPr/>
          <p:nvPr/>
        </p:nvSpPr>
        <p:spPr>
          <a:xfrm>
            <a:off x="2573360" y="5394350"/>
            <a:ext cx="347644" cy="495139"/>
          </a:xfrm>
          <a:prstGeom prst="rect">
            <a:avLst/>
          </a:prstGeom>
          <a:noFill/>
          <a:ln>
            <a:solidFill>
              <a:srgbClr val="CC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0915" name="Rectangle 80914">
            <a:extLst>
              <a:ext uri="{FF2B5EF4-FFF2-40B4-BE49-F238E27FC236}">
                <a16:creationId xmlns:a16="http://schemas.microsoft.com/office/drawing/2014/main" id="{A18D04DF-4066-224D-212A-C3FC8B341A3D}"/>
              </a:ext>
            </a:extLst>
          </p:cNvPr>
          <p:cNvSpPr/>
          <p:nvPr/>
        </p:nvSpPr>
        <p:spPr>
          <a:xfrm>
            <a:off x="3856564" y="5430620"/>
            <a:ext cx="347644" cy="495139"/>
          </a:xfrm>
          <a:prstGeom prst="rect">
            <a:avLst/>
          </a:prstGeom>
          <a:noFill/>
          <a:ln>
            <a:solidFill>
              <a:srgbClr val="CC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0916" name="Freeform: Shape 80915">
            <a:extLst>
              <a:ext uri="{FF2B5EF4-FFF2-40B4-BE49-F238E27FC236}">
                <a16:creationId xmlns:a16="http://schemas.microsoft.com/office/drawing/2014/main" id="{0977FBAB-9F64-2A30-59D8-4E46AEA5C345}"/>
              </a:ext>
            </a:extLst>
          </p:cNvPr>
          <p:cNvSpPr/>
          <p:nvPr/>
        </p:nvSpPr>
        <p:spPr>
          <a:xfrm>
            <a:off x="6948264" y="2407985"/>
            <a:ext cx="144016" cy="660975"/>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CC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0917" name="Rectangle 80916">
            <a:extLst>
              <a:ext uri="{FF2B5EF4-FFF2-40B4-BE49-F238E27FC236}">
                <a16:creationId xmlns:a16="http://schemas.microsoft.com/office/drawing/2014/main" id="{BCF2CD4E-67BC-41BD-E794-9B29D7CD840E}"/>
              </a:ext>
            </a:extLst>
          </p:cNvPr>
          <p:cNvSpPr/>
          <p:nvPr/>
        </p:nvSpPr>
        <p:spPr>
          <a:xfrm>
            <a:off x="6643657" y="2271826"/>
            <a:ext cx="511104" cy="941150"/>
          </a:xfrm>
          <a:prstGeom prst="rect">
            <a:avLst/>
          </a:prstGeom>
          <a:noFill/>
          <a:ln>
            <a:solidFill>
              <a:srgbClr val="CC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0918" name="TextBox 80917">
            <a:extLst>
              <a:ext uri="{FF2B5EF4-FFF2-40B4-BE49-F238E27FC236}">
                <a16:creationId xmlns:a16="http://schemas.microsoft.com/office/drawing/2014/main" id="{03290405-CBF2-61AE-CBD4-7C3025C974A9}"/>
              </a:ext>
            </a:extLst>
          </p:cNvPr>
          <p:cNvSpPr txBox="1"/>
          <p:nvPr/>
        </p:nvSpPr>
        <p:spPr>
          <a:xfrm>
            <a:off x="5699764" y="4388171"/>
            <a:ext cx="3152914" cy="338554"/>
          </a:xfrm>
          <a:prstGeom prst="rect">
            <a:avLst/>
          </a:prstGeom>
          <a:noFill/>
        </p:spPr>
        <p:txBody>
          <a:bodyPr wrap="none" rtlCol="0">
            <a:spAutoFit/>
          </a:bodyPr>
          <a:lstStyle/>
          <a:p>
            <a:r>
              <a:rPr lang="en-MY" sz="1600" dirty="0"/>
              <a:t>A and Not A – differ in 1 variable</a:t>
            </a:r>
          </a:p>
        </p:txBody>
      </p:sp>
      <p:cxnSp>
        <p:nvCxnSpPr>
          <p:cNvPr id="80919" name="Straight Arrow Connector 80918">
            <a:extLst>
              <a:ext uri="{FF2B5EF4-FFF2-40B4-BE49-F238E27FC236}">
                <a16:creationId xmlns:a16="http://schemas.microsoft.com/office/drawing/2014/main" id="{BC95935D-7A13-EBCD-E770-557630CEDBDC}"/>
              </a:ext>
            </a:extLst>
          </p:cNvPr>
          <p:cNvCxnSpPr/>
          <p:nvPr/>
        </p:nvCxnSpPr>
        <p:spPr>
          <a:xfrm flipH="1">
            <a:off x="4427427" y="5092744"/>
            <a:ext cx="12425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0920" name="TextBox 80919">
            <a:extLst>
              <a:ext uri="{FF2B5EF4-FFF2-40B4-BE49-F238E27FC236}">
                <a16:creationId xmlns:a16="http://schemas.microsoft.com/office/drawing/2014/main" id="{0F87A5AD-A57C-DA20-64F7-27A8380BCE15}"/>
              </a:ext>
            </a:extLst>
          </p:cNvPr>
          <p:cNvSpPr txBox="1"/>
          <p:nvPr/>
        </p:nvSpPr>
        <p:spPr>
          <a:xfrm>
            <a:off x="5674504" y="4917291"/>
            <a:ext cx="3152914" cy="338554"/>
          </a:xfrm>
          <a:prstGeom prst="rect">
            <a:avLst/>
          </a:prstGeom>
          <a:noFill/>
        </p:spPr>
        <p:txBody>
          <a:bodyPr wrap="none" rtlCol="0">
            <a:spAutoFit/>
          </a:bodyPr>
          <a:lstStyle/>
          <a:p>
            <a:r>
              <a:rPr lang="en-MY" sz="1600" dirty="0"/>
              <a:t>Not C and C – differ in 1 variable</a:t>
            </a:r>
          </a:p>
        </p:txBody>
      </p:sp>
      <p:cxnSp>
        <p:nvCxnSpPr>
          <p:cNvPr id="80921" name="Straight Arrow Connector 80920">
            <a:extLst>
              <a:ext uri="{FF2B5EF4-FFF2-40B4-BE49-F238E27FC236}">
                <a16:creationId xmlns:a16="http://schemas.microsoft.com/office/drawing/2014/main" id="{B0F89E5D-1831-74B5-2F47-BD87525A6879}"/>
              </a:ext>
            </a:extLst>
          </p:cNvPr>
          <p:cNvCxnSpPr/>
          <p:nvPr/>
        </p:nvCxnSpPr>
        <p:spPr>
          <a:xfrm flipH="1">
            <a:off x="4408682" y="5643215"/>
            <a:ext cx="12425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0922" name="TextBox 80921">
            <a:extLst>
              <a:ext uri="{FF2B5EF4-FFF2-40B4-BE49-F238E27FC236}">
                <a16:creationId xmlns:a16="http://schemas.microsoft.com/office/drawing/2014/main" id="{F499403B-7FD8-7FEB-B1AF-C5A86D2EDCFB}"/>
              </a:ext>
            </a:extLst>
          </p:cNvPr>
          <p:cNvSpPr txBox="1"/>
          <p:nvPr/>
        </p:nvSpPr>
        <p:spPr>
          <a:xfrm>
            <a:off x="5655759" y="5467762"/>
            <a:ext cx="3184974" cy="338554"/>
          </a:xfrm>
          <a:prstGeom prst="rect">
            <a:avLst/>
          </a:prstGeom>
          <a:noFill/>
        </p:spPr>
        <p:txBody>
          <a:bodyPr wrap="none" rtlCol="0">
            <a:spAutoFit/>
          </a:bodyPr>
          <a:lstStyle/>
          <a:p>
            <a:r>
              <a:rPr lang="en-MY" sz="1600" dirty="0"/>
              <a:t>Not D and D – differ in 1 variable</a:t>
            </a:r>
          </a:p>
        </p:txBody>
      </p:sp>
      <p:grpSp>
        <p:nvGrpSpPr>
          <p:cNvPr id="80923" name="Group 80922">
            <a:extLst>
              <a:ext uri="{FF2B5EF4-FFF2-40B4-BE49-F238E27FC236}">
                <a16:creationId xmlns:a16="http://schemas.microsoft.com/office/drawing/2014/main" id="{9799FE3B-C336-95DC-86BF-29F5EB5F0716}"/>
              </a:ext>
            </a:extLst>
          </p:cNvPr>
          <p:cNvGrpSpPr/>
          <p:nvPr/>
        </p:nvGrpSpPr>
        <p:grpSpPr>
          <a:xfrm>
            <a:off x="1887727" y="6018821"/>
            <a:ext cx="1072858" cy="523220"/>
            <a:chOff x="1972295" y="4830271"/>
            <a:chExt cx="1072858" cy="523220"/>
          </a:xfrm>
        </p:grpSpPr>
        <p:grpSp>
          <p:nvGrpSpPr>
            <p:cNvPr id="80924" name="Group 80923">
              <a:extLst>
                <a:ext uri="{FF2B5EF4-FFF2-40B4-BE49-F238E27FC236}">
                  <a16:creationId xmlns:a16="http://schemas.microsoft.com/office/drawing/2014/main" id="{AF000631-5ACD-9CBC-88C9-70D32CE69265}"/>
                </a:ext>
              </a:extLst>
            </p:cNvPr>
            <p:cNvGrpSpPr/>
            <p:nvPr/>
          </p:nvGrpSpPr>
          <p:grpSpPr>
            <a:xfrm>
              <a:off x="1972295" y="4830271"/>
              <a:ext cx="1072858" cy="523220"/>
              <a:chOff x="6398904" y="5110141"/>
              <a:chExt cx="1072858" cy="523220"/>
            </a:xfrm>
          </p:grpSpPr>
          <p:sp>
            <p:nvSpPr>
              <p:cNvPr id="80926" name="TextBox 80925">
                <a:extLst>
                  <a:ext uri="{FF2B5EF4-FFF2-40B4-BE49-F238E27FC236}">
                    <a16:creationId xmlns:a16="http://schemas.microsoft.com/office/drawing/2014/main" id="{E98BDFAA-D666-F4A5-899E-602A09CAFC48}"/>
                  </a:ext>
                </a:extLst>
              </p:cNvPr>
              <p:cNvSpPr txBox="1"/>
              <p:nvPr/>
            </p:nvSpPr>
            <p:spPr>
              <a:xfrm>
                <a:off x="6398904" y="5110141"/>
                <a:ext cx="1072858" cy="523220"/>
              </a:xfrm>
              <a:prstGeom prst="rect">
                <a:avLst/>
              </a:prstGeom>
              <a:noFill/>
            </p:spPr>
            <p:txBody>
              <a:bodyPr wrap="none" rtlCol="0">
                <a:spAutoFit/>
              </a:bodyPr>
              <a:lstStyle/>
              <a:p>
                <a:r>
                  <a:rPr lang="en-MY" sz="2800" dirty="0"/>
                  <a:t>ABCD</a:t>
                </a:r>
              </a:p>
            </p:txBody>
          </p:sp>
          <p:cxnSp>
            <p:nvCxnSpPr>
              <p:cNvPr id="80927" name="Straight Connector 80926">
                <a:extLst>
                  <a:ext uri="{FF2B5EF4-FFF2-40B4-BE49-F238E27FC236}">
                    <a16:creationId xmlns:a16="http://schemas.microsoft.com/office/drawing/2014/main" id="{E290FD88-54E4-EEE6-43C8-0A4114EAAFD4}"/>
                  </a:ext>
                </a:extLst>
              </p:cNvPr>
              <p:cNvCxnSpPr>
                <a:cxnSpLocks/>
              </p:cNvCxnSpPr>
              <p:nvPr/>
            </p:nvCxnSpPr>
            <p:spPr>
              <a:xfrm>
                <a:off x="6981262" y="5218232"/>
                <a:ext cx="144016" cy="0"/>
              </a:xfrm>
              <a:prstGeom prst="line">
                <a:avLst/>
              </a:prstGeom>
            </p:spPr>
            <p:style>
              <a:lnRef idx="1">
                <a:schemeClr val="dk1"/>
              </a:lnRef>
              <a:fillRef idx="0">
                <a:schemeClr val="dk1"/>
              </a:fillRef>
              <a:effectRef idx="0">
                <a:schemeClr val="dk1"/>
              </a:effectRef>
              <a:fontRef idx="minor">
                <a:schemeClr val="tx1"/>
              </a:fontRef>
            </p:style>
          </p:cxnSp>
        </p:grpSp>
        <p:cxnSp>
          <p:nvCxnSpPr>
            <p:cNvPr id="80925" name="Straight Connector 80924">
              <a:extLst>
                <a:ext uri="{FF2B5EF4-FFF2-40B4-BE49-F238E27FC236}">
                  <a16:creationId xmlns:a16="http://schemas.microsoft.com/office/drawing/2014/main" id="{DF1221FA-D886-F2AE-25B0-A64C381262C0}"/>
                </a:ext>
              </a:extLst>
            </p:cNvPr>
            <p:cNvCxnSpPr>
              <a:cxnSpLocks/>
            </p:cNvCxnSpPr>
            <p:nvPr/>
          </p:nvCxnSpPr>
          <p:spPr>
            <a:xfrm>
              <a:off x="2771800" y="4938362"/>
              <a:ext cx="144016" cy="0"/>
            </a:xfrm>
            <a:prstGeom prst="line">
              <a:avLst/>
            </a:prstGeom>
          </p:spPr>
          <p:style>
            <a:lnRef idx="1">
              <a:schemeClr val="dk1"/>
            </a:lnRef>
            <a:fillRef idx="0">
              <a:schemeClr val="dk1"/>
            </a:fillRef>
            <a:effectRef idx="0">
              <a:schemeClr val="dk1"/>
            </a:effectRef>
            <a:fontRef idx="minor">
              <a:schemeClr val="tx1"/>
            </a:fontRef>
          </p:style>
        </p:cxnSp>
      </p:grpSp>
      <p:grpSp>
        <p:nvGrpSpPr>
          <p:cNvPr id="80928" name="Group 80927">
            <a:extLst>
              <a:ext uri="{FF2B5EF4-FFF2-40B4-BE49-F238E27FC236}">
                <a16:creationId xmlns:a16="http://schemas.microsoft.com/office/drawing/2014/main" id="{EA1F57C7-80A6-BC4A-9900-FDF4BFE0C519}"/>
              </a:ext>
            </a:extLst>
          </p:cNvPr>
          <p:cNvGrpSpPr/>
          <p:nvPr/>
        </p:nvGrpSpPr>
        <p:grpSpPr>
          <a:xfrm>
            <a:off x="3173941" y="6009849"/>
            <a:ext cx="1072858" cy="523220"/>
            <a:chOff x="2210318" y="4461669"/>
            <a:chExt cx="1072858" cy="523220"/>
          </a:xfrm>
        </p:grpSpPr>
        <p:sp>
          <p:nvSpPr>
            <p:cNvPr id="80929" name="TextBox 80928">
              <a:extLst>
                <a:ext uri="{FF2B5EF4-FFF2-40B4-BE49-F238E27FC236}">
                  <a16:creationId xmlns:a16="http://schemas.microsoft.com/office/drawing/2014/main" id="{1B9912EC-3E76-63AE-8933-BF66135B01B1}"/>
                </a:ext>
              </a:extLst>
            </p:cNvPr>
            <p:cNvSpPr txBox="1"/>
            <p:nvPr/>
          </p:nvSpPr>
          <p:spPr>
            <a:xfrm>
              <a:off x="2210318" y="4461669"/>
              <a:ext cx="1072858" cy="523220"/>
            </a:xfrm>
            <a:prstGeom prst="rect">
              <a:avLst/>
            </a:prstGeom>
            <a:noFill/>
          </p:spPr>
          <p:txBody>
            <a:bodyPr wrap="none" rtlCol="0">
              <a:spAutoFit/>
            </a:bodyPr>
            <a:lstStyle/>
            <a:p>
              <a:r>
                <a:rPr lang="en-MY" sz="2800" dirty="0"/>
                <a:t>ABCD</a:t>
              </a:r>
            </a:p>
          </p:txBody>
        </p:sp>
        <p:cxnSp>
          <p:nvCxnSpPr>
            <p:cNvPr id="80930" name="Straight Connector 80929">
              <a:extLst>
                <a:ext uri="{FF2B5EF4-FFF2-40B4-BE49-F238E27FC236}">
                  <a16:creationId xmlns:a16="http://schemas.microsoft.com/office/drawing/2014/main" id="{A4DCFC21-370D-F337-40E9-DB81344AB765}"/>
                </a:ext>
              </a:extLst>
            </p:cNvPr>
            <p:cNvCxnSpPr>
              <a:cxnSpLocks/>
            </p:cNvCxnSpPr>
            <p:nvPr/>
          </p:nvCxnSpPr>
          <p:spPr>
            <a:xfrm>
              <a:off x="2744281" y="4578732"/>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80931" name="Rectangle 80930">
            <a:extLst>
              <a:ext uri="{FF2B5EF4-FFF2-40B4-BE49-F238E27FC236}">
                <a16:creationId xmlns:a16="http://schemas.microsoft.com/office/drawing/2014/main" id="{3A1FD7CE-FED2-67E9-EFBB-8694E379E84C}"/>
              </a:ext>
            </a:extLst>
          </p:cNvPr>
          <p:cNvSpPr/>
          <p:nvPr/>
        </p:nvSpPr>
        <p:spPr>
          <a:xfrm>
            <a:off x="2573360" y="6001302"/>
            <a:ext cx="347644" cy="495139"/>
          </a:xfrm>
          <a:prstGeom prst="rect">
            <a:avLst/>
          </a:prstGeom>
          <a:noFill/>
          <a:ln>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0932" name="Rectangle 80931">
            <a:extLst>
              <a:ext uri="{FF2B5EF4-FFF2-40B4-BE49-F238E27FC236}">
                <a16:creationId xmlns:a16="http://schemas.microsoft.com/office/drawing/2014/main" id="{CB3533E1-B59A-551A-87D4-AFCB283B98AC}"/>
              </a:ext>
            </a:extLst>
          </p:cNvPr>
          <p:cNvSpPr/>
          <p:nvPr/>
        </p:nvSpPr>
        <p:spPr>
          <a:xfrm>
            <a:off x="3856564" y="6037572"/>
            <a:ext cx="347644" cy="495139"/>
          </a:xfrm>
          <a:prstGeom prst="rect">
            <a:avLst/>
          </a:prstGeom>
          <a:noFill/>
          <a:ln>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80933" name="Straight Arrow Connector 80932">
            <a:extLst>
              <a:ext uri="{FF2B5EF4-FFF2-40B4-BE49-F238E27FC236}">
                <a16:creationId xmlns:a16="http://schemas.microsoft.com/office/drawing/2014/main" id="{10CDC198-E0CC-5ABF-2699-DE8BF1BAC0BE}"/>
              </a:ext>
            </a:extLst>
          </p:cNvPr>
          <p:cNvCxnSpPr/>
          <p:nvPr/>
        </p:nvCxnSpPr>
        <p:spPr>
          <a:xfrm flipH="1">
            <a:off x="4408682" y="6250167"/>
            <a:ext cx="124255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0934" name="TextBox 80933">
            <a:extLst>
              <a:ext uri="{FF2B5EF4-FFF2-40B4-BE49-F238E27FC236}">
                <a16:creationId xmlns:a16="http://schemas.microsoft.com/office/drawing/2014/main" id="{ED35C78D-E21C-CDD4-58C0-9D03E363F3CE}"/>
              </a:ext>
            </a:extLst>
          </p:cNvPr>
          <p:cNvSpPr txBox="1"/>
          <p:nvPr/>
        </p:nvSpPr>
        <p:spPr>
          <a:xfrm>
            <a:off x="5655759" y="6074714"/>
            <a:ext cx="3184974" cy="338554"/>
          </a:xfrm>
          <a:prstGeom prst="rect">
            <a:avLst/>
          </a:prstGeom>
          <a:noFill/>
        </p:spPr>
        <p:txBody>
          <a:bodyPr wrap="none" rtlCol="0">
            <a:spAutoFit/>
          </a:bodyPr>
          <a:lstStyle/>
          <a:p>
            <a:r>
              <a:rPr lang="en-MY" sz="1600" dirty="0"/>
              <a:t>Not D and D – differ in 1 variable</a:t>
            </a:r>
          </a:p>
        </p:txBody>
      </p:sp>
      <p:sp>
        <p:nvSpPr>
          <p:cNvPr id="80935" name="Freeform: Shape 80934">
            <a:extLst>
              <a:ext uri="{FF2B5EF4-FFF2-40B4-BE49-F238E27FC236}">
                <a16:creationId xmlns:a16="http://schemas.microsoft.com/office/drawing/2014/main" id="{82EE0FDC-974A-D1BC-BF00-686AF7E468E3}"/>
              </a:ext>
            </a:extLst>
          </p:cNvPr>
          <p:cNvSpPr/>
          <p:nvPr/>
        </p:nvSpPr>
        <p:spPr>
          <a:xfrm flipH="1">
            <a:off x="6605876" y="2753481"/>
            <a:ext cx="144016" cy="998117"/>
          </a:xfrm>
          <a:custGeom>
            <a:avLst/>
            <a:gdLst>
              <a:gd name="connsiteX0" fmla="*/ 22860 w 99060"/>
              <a:gd name="connsiteY0" fmla="*/ 0 h 327660"/>
              <a:gd name="connsiteX1" fmla="*/ 60960 w 99060"/>
              <a:gd name="connsiteY1" fmla="*/ 15240 h 327660"/>
              <a:gd name="connsiteX2" fmla="*/ 76200 w 99060"/>
              <a:gd name="connsiteY2" fmla="*/ 45720 h 327660"/>
              <a:gd name="connsiteX3" fmla="*/ 91440 w 99060"/>
              <a:gd name="connsiteY3" fmla="*/ 106680 h 327660"/>
              <a:gd name="connsiteX4" fmla="*/ 99060 w 99060"/>
              <a:gd name="connsiteY4" fmla="*/ 129540 h 327660"/>
              <a:gd name="connsiteX5" fmla="*/ 76200 w 99060"/>
              <a:gd name="connsiteY5" fmla="*/ 251460 h 327660"/>
              <a:gd name="connsiteX6" fmla="*/ 60960 w 99060"/>
              <a:gd name="connsiteY6" fmla="*/ 274320 h 327660"/>
              <a:gd name="connsiteX7" fmla="*/ 38100 w 99060"/>
              <a:gd name="connsiteY7" fmla="*/ 289560 h 327660"/>
              <a:gd name="connsiteX8" fmla="*/ 30480 w 99060"/>
              <a:gd name="connsiteY8" fmla="*/ 312420 h 327660"/>
              <a:gd name="connsiteX9" fmla="*/ 7620 w 99060"/>
              <a:gd name="connsiteY9" fmla="*/ 320040 h 327660"/>
              <a:gd name="connsiteX10" fmla="*/ 0 w 99060"/>
              <a:gd name="connsiteY10" fmla="*/ 327660 h 32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060" h="327660">
                <a:moveTo>
                  <a:pt x="22860" y="0"/>
                </a:moveTo>
                <a:cubicBezTo>
                  <a:pt x="35560" y="5080"/>
                  <a:pt x="50575" y="6338"/>
                  <a:pt x="60960" y="15240"/>
                </a:cubicBezTo>
                <a:cubicBezTo>
                  <a:pt x="69585" y="22632"/>
                  <a:pt x="72608" y="34944"/>
                  <a:pt x="76200" y="45720"/>
                </a:cubicBezTo>
                <a:cubicBezTo>
                  <a:pt x="82824" y="65591"/>
                  <a:pt x="84816" y="86809"/>
                  <a:pt x="91440" y="106680"/>
                </a:cubicBezTo>
                <a:lnTo>
                  <a:pt x="99060" y="129540"/>
                </a:lnTo>
                <a:cubicBezTo>
                  <a:pt x="96379" y="156353"/>
                  <a:pt x="95398" y="222663"/>
                  <a:pt x="76200" y="251460"/>
                </a:cubicBezTo>
                <a:cubicBezTo>
                  <a:pt x="71120" y="259080"/>
                  <a:pt x="67436" y="267844"/>
                  <a:pt x="60960" y="274320"/>
                </a:cubicBezTo>
                <a:cubicBezTo>
                  <a:pt x="54484" y="280796"/>
                  <a:pt x="45720" y="284480"/>
                  <a:pt x="38100" y="289560"/>
                </a:cubicBezTo>
                <a:cubicBezTo>
                  <a:pt x="35560" y="297180"/>
                  <a:pt x="36160" y="306740"/>
                  <a:pt x="30480" y="312420"/>
                </a:cubicBezTo>
                <a:cubicBezTo>
                  <a:pt x="24800" y="318100"/>
                  <a:pt x="14804" y="316448"/>
                  <a:pt x="7620" y="320040"/>
                </a:cubicBezTo>
                <a:cubicBezTo>
                  <a:pt x="4407" y="321646"/>
                  <a:pt x="2540" y="325120"/>
                  <a:pt x="0" y="327660"/>
                </a:cubicBezTo>
              </a:path>
            </a:pathLst>
          </a:custGeom>
          <a:noFill/>
          <a:ln w="5715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0936" name="Rectangle 80935">
            <a:extLst>
              <a:ext uri="{FF2B5EF4-FFF2-40B4-BE49-F238E27FC236}">
                <a16:creationId xmlns:a16="http://schemas.microsoft.com/office/drawing/2014/main" id="{47E0A012-5CB7-6AC4-AF07-B2C6FA4A28EC}"/>
              </a:ext>
            </a:extLst>
          </p:cNvPr>
          <p:cNvSpPr/>
          <p:nvPr/>
        </p:nvSpPr>
        <p:spPr>
          <a:xfrm>
            <a:off x="6480347" y="2599067"/>
            <a:ext cx="511104" cy="1208163"/>
          </a:xfrm>
          <a:prstGeom prst="rect">
            <a:avLst/>
          </a:prstGeom>
          <a:noFill/>
          <a:ln>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Slide Number Placeholder 1">
            <a:extLst>
              <a:ext uri="{FF2B5EF4-FFF2-40B4-BE49-F238E27FC236}">
                <a16:creationId xmlns:a16="http://schemas.microsoft.com/office/drawing/2014/main" id="{70CD2B1D-8A3A-4801-875D-CB16F8EB0F2B}"/>
              </a:ext>
            </a:extLst>
          </p:cNvPr>
          <p:cNvSpPr>
            <a:spLocks noGrp="1"/>
          </p:cNvSpPr>
          <p:nvPr>
            <p:ph type="sldNum" sz="quarter" idx="12"/>
          </p:nvPr>
        </p:nvSpPr>
        <p:spPr/>
        <p:txBody>
          <a:bodyPr/>
          <a:lstStyle/>
          <a:p>
            <a:pPr>
              <a:defRPr/>
            </a:pPr>
            <a:fld id="{28588503-611C-4314-9367-E0668E948370}" type="slidenum">
              <a:rPr lang="en-US" altLang="en-US" smtClean="0"/>
              <a:pPr>
                <a:defRPr/>
              </a:pPr>
              <a:t>100</a:t>
            </a:fld>
            <a:endParaRPr lang="en-US" altLang="en-US"/>
          </a:p>
        </p:txBody>
      </p:sp>
    </p:spTree>
    <p:extLst>
      <p:ext uri="{BB962C8B-B14F-4D97-AF65-F5344CB8AC3E}">
        <p14:creationId xmlns:p14="http://schemas.microsoft.com/office/powerpoint/2010/main" val="427922634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FE6D2C10-09CE-F086-7351-98441BFE0AD0}"/>
              </a:ext>
            </a:extLst>
          </p:cNvPr>
          <p:cNvSpPr>
            <a:spLocks noGrp="1" noChangeArrowheads="1"/>
          </p:cNvSpPr>
          <p:nvPr>
            <p:ph type="title"/>
          </p:nvPr>
        </p:nvSpPr>
        <p:spPr/>
        <p:txBody>
          <a:bodyPr/>
          <a:lstStyle/>
          <a:p>
            <a:r>
              <a:rPr lang="en-US" altLang="en-US" dirty="0"/>
              <a:t>Quine-</a:t>
            </a:r>
            <a:r>
              <a:rPr lang="en-US" altLang="en-US" dirty="0" err="1"/>
              <a:t>McKluskey</a:t>
            </a:r>
            <a:r>
              <a:rPr lang="en-US" altLang="en-US" dirty="0"/>
              <a:t> Method</a:t>
            </a:r>
          </a:p>
        </p:txBody>
      </p:sp>
      <p:sp>
        <p:nvSpPr>
          <p:cNvPr id="83971" name="Rectangle 3">
            <a:extLst>
              <a:ext uri="{FF2B5EF4-FFF2-40B4-BE49-F238E27FC236}">
                <a16:creationId xmlns:a16="http://schemas.microsoft.com/office/drawing/2014/main" id="{E1238F53-699F-B1A8-1650-8E342F5DC684}"/>
              </a:ext>
            </a:extLst>
          </p:cNvPr>
          <p:cNvSpPr>
            <a:spLocks noGrp="1" noChangeArrowheads="1"/>
          </p:cNvSpPr>
          <p:nvPr>
            <p:ph idx="1"/>
          </p:nvPr>
        </p:nvSpPr>
        <p:spPr>
          <a:xfrm>
            <a:off x="468313" y="1441741"/>
            <a:ext cx="8178800" cy="1327150"/>
          </a:xfrm>
        </p:spPr>
        <p:txBody>
          <a:bodyPr/>
          <a:lstStyle/>
          <a:p>
            <a:r>
              <a:rPr lang="en-US" altLang="en-US" dirty="0"/>
              <a:t>New table also </a:t>
            </a:r>
            <a:r>
              <a:rPr lang="en-US" altLang="en-US" dirty="0" err="1"/>
              <a:t>organised</a:t>
            </a:r>
            <a:r>
              <a:rPr lang="en-US" altLang="en-US" dirty="0"/>
              <a:t> into groups</a:t>
            </a:r>
          </a:p>
          <a:p>
            <a:r>
              <a:rPr lang="en-US" altLang="en-US" dirty="0"/>
              <a:t>Processed in the same way as first table where you will find the different pairs term</a:t>
            </a:r>
          </a:p>
        </p:txBody>
      </p:sp>
      <p:sp>
        <p:nvSpPr>
          <p:cNvPr id="83979" name="Rectangle 20">
            <a:extLst>
              <a:ext uri="{FF2B5EF4-FFF2-40B4-BE49-F238E27FC236}">
                <a16:creationId xmlns:a16="http://schemas.microsoft.com/office/drawing/2014/main" id="{81BDC398-8785-DEB3-EEFD-C87B62FF33D4}"/>
              </a:ext>
            </a:extLst>
          </p:cNvPr>
          <p:cNvSpPr>
            <a:spLocks noChangeArrowheads="1"/>
          </p:cNvSpPr>
          <p:nvPr/>
        </p:nvSpPr>
        <p:spPr bwMode="auto">
          <a:xfrm>
            <a:off x="468313" y="5420039"/>
            <a:ext cx="7827462"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r>
              <a:rPr lang="en-US" altLang="en-US" dirty="0"/>
              <a:t>The third table contains only one term: BD</a:t>
            </a:r>
          </a:p>
        </p:txBody>
      </p:sp>
      <p:sp>
        <p:nvSpPr>
          <p:cNvPr id="29" name="Rectangle 28">
            <a:extLst>
              <a:ext uri="{FF2B5EF4-FFF2-40B4-BE49-F238E27FC236}">
                <a16:creationId xmlns:a16="http://schemas.microsoft.com/office/drawing/2014/main" id="{0EA18E82-00C2-2C52-72AA-33BD7E11FD2E}"/>
              </a:ext>
            </a:extLst>
          </p:cNvPr>
          <p:cNvSpPr/>
          <p:nvPr/>
        </p:nvSpPr>
        <p:spPr>
          <a:xfrm>
            <a:off x="1259632" y="2746675"/>
            <a:ext cx="1080120" cy="2016224"/>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grpSp>
        <p:nvGrpSpPr>
          <p:cNvPr id="30" name="Group 29">
            <a:extLst>
              <a:ext uri="{FF2B5EF4-FFF2-40B4-BE49-F238E27FC236}">
                <a16:creationId xmlns:a16="http://schemas.microsoft.com/office/drawing/2014/main" id="{08E8CDE1-CA6F-521C-049F-BE744BF33469}"/>
              </a:ext>
            </a:extLst>
          </p:cNvPr>
          <p:cNvGrpSpPr/>
          <p:nvPr/>
        </p:nvGrpSpPr>
        <p:grpSpPr>
          <a:xfrm>
            <a:off x="1331640" y="2790243"/>
            <a:ext cx="859531" cy="523220"/>
            <a:chOff x="3991371" y="5690593"/>
            <a:chExt cx="859531" cy="523220"/>
          </a:xfrm>
        </p:grpSpPr>
        <p:sp>
          <p:nvSpPr>
            <p:cNvPr id="31" name="TextBox 30">
              <a:extLst>
                <a:ext uri="{FF2B5EF4-FFF2-40B4-BE49-F238E27FC236}">
                  <a16:creationId xmlns:a16="http://schemas.microsoft.com/office/drawing/2014/main" id="{0CEB0C61-8ED7-B70A-4D44-8EA274638997}"/>
                </a:ext>
              </a:extLst>
            </p:cNvPr>
            <p:cNvSpPr txBox="1"/>
            <p:nvPr/>
          </p:nvSpPr>
          <p:spPr>
            <a:xfrm>
              <a:off x="3991371" y="5690593"/>
              <a:ext cx="859531" cy="523220"/>
            </a:xfrm>
            <a:prstGeom prst="rect">
              <a:avLst/>
            </a:prstGeom>
            <a:noFill/>
          </p:spPr>
          <p:txBody>
            <a:bodyPr wrap="none" rtlCol="0">
              <a:spAutoFit/>
            </a:bodyPr>
            <a:lstStyle/>
            <a:p>
              <a:r>
                <a:rPr lang="en-MY" sz="2800" dirty="0"/>
                <a:t>ACD</a:t>
              </a:r>
            </a:p>
          </p:txBody>
        </p:sp>
        <p:cxnSp>
          <p:nvCxnSpPr>
            <p:cNvPr id="32" name="Straight Connector 31">
              <a:extLst>
                <a:ext uri="{FF2B5EF4-FFF2-40B4-BE49-F238E27FC236}">
                  <a16:creationId xmlns:a16="http://schemas.microsoft.com/office/drawing/2014/main" id="{B235DE8F-2B4A-DC82-8F3E-8D7414647DE9}"/>
                </a:ext>
              </a:extLst>
            </p:cNvPr>
            <p:cNvCxnSpPr>
              <a:cxnSpLocks/>
            </p:cNvCxnSpPr>
            <p:nvPr/>
          </p:nvCxnSpPr>
          <p:spPr>
            <a:xfrm>
              <a:off x="4135387" y="5801878"/>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53CA596D-F3E1-47A8-CCB0-07A63B5C878A}"/>
                </a:ext>
              </a:extLst>
            </p:cNvPr>
            <p:cNvCxnSpPr>
              <a:cxnSpLocks/>
            </p:cNvCxnSpPr>
            <p:nvPr/>
          </p:nvCxnSpPr>
          <p:spPr>
            <a:xfrm>
              <a:off x="4351411" y="5801878"/>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34" name="Rectangle 33">
            <a:extLst>
              <a:ext uri="{FF2B5EF4-FFF2-40B4-BE49-F238E27FC236}">
                <a16:creationId xmlns:a16="http://schemas.microsoft.com/office/drawing/2014/main" id="{513ECB2C-20A2-CBBB-48F1-77962F4CA2B3}"/>
              </a:ext>
            </a:extLst>
          </p:cNvPr>
          <p:cNvSpPr/>
          <p:nvPr/>
        </p:nvSpPr>
        <p:spPr>
          <a:xfrm>
            <a:off x="2678299" y="2750260"/>
            <a:ext cx="1080120" cy="2448271"/>
          </a:xfrm>
          <a:prstGeom prst="rect">
            <a:avLst/>
          </a:prstGeom>
          <a:solidFill>
            <a:srgbClr val="FF0000"/>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grpSp>
        <p:nvGrpSpPr>
          <p:cNvPr id="35" name="Group 34">
            <a:extLst>
              <a:ext uri="{FF2B5EF4-FFF2-40B4-BE49-F238E27FC236}">
                <a16:creationId xmlns:a16="http://schemas.microsoft.com/office/drawing/2014/main" id="{4E859BF0-1614-63E5-7BD9-EAB658F532E9}"/>
              </a:ext>
            </a:extLst>
          </p:cNvPr>
          <p:cNvGrpSpPr/>
          <p:nvPr/>
        </p:nvGrpSpPr>
        <p:grpSpPr>
          <a:xfrm>
            <a:off x="2770914" y="2946701"/>
            <a:ext cx="858055" cy="523220"/>
            <a:chOff x="6398904" y="5110141"/>
            <a:chExt cx="858055" cy="523220"/>
          </a:xfrm>
        </p:grpSpPr>
        <p:sp>
          <p:nvSpPr>
            <p:cNvPr id="36" name="TextBox 35">
              <a:extLst>
                <a:ext uri="{FF2B5EF4-FFF2-40B4-BE49-F238E27FC236}">
                  <a16:creationId xmlns:a16="http://schemas.microsoft.com/office/drawing/2014/main" id="{A37CD89C-BE87-770D-9DA3-8F1AE4876DA9}"/>
                </a:ext>
              </a:extLst>
            </p:cNvPr>
            <p:cNvSpPr txBox="1"/>
            <p:nvPr/>
          </p:nvSpPr>
          <p:spPr>
            <a:xfrm>
              <a:off x="6398904" y="5110141"/>
              <a:ext cx="858055" cy="523220"/>
            </a:xfrm>
            <a:prstGeom prst="rect">
              <a:avLst/>
            </a:prstGeom>
            <a:noFill/>
          </p:spPr>
          <p:txBody>
            <a:bodyPr wrap="none" rtlCol="0">
              <a:spAutoFit/>
            </a:bodyPr>
            <a:lstStyle/>
            <a:p>
              <a:r>
                <a:rPr lang="en-MY" sz="2800" dirty="0"/>
                <a:t>BCD</a:t>
              </a:r>
            </a:p>
          </p:txBody>
        </p:sp>
        <p:cxnSp>
          <p:nvCxnSpPr>
            <p:cNvPr id="37" name="Straight Connector 36">
              <a:extLst>
                <a:ext uri="{FF2B5EF4-FFF2-40B4-BE49-F238E27FC236}">
                  <a16:creationId xmlns:a16="http://schemas.microsoft.com/office/drawing/2014/main" id="{AFB9E778-7361-163D-5C8C-ECC3AC1B0362}"/>
                </a:ext>
              </a:extLst>
            </p:cNvPr>
            <p:cNvCxnSpPr>
              <a:cxnSpLocks/>
            </p:cNvCxnSpPr>
            <p:nvPr/>
          </p:nvCxnSpPr>
          <p:spPr>
            <a:xfrm>
              <a:off x="6742804" y="5201732"/>
              <a:ext cx="144016" cy="0"/>
            </a:xfrm>
            <a:prstGeom prst="line">
              <a:avLst/>
            </a:prstGeom>
          </p:spPr>
          <p:style>
            <a:lnRef idx="1">
              <a:schemeClr val="dk1"/>
            </a:lnRef>
            <a:fillRef idx="0">
              <a:schemeClr val="dk1"/>
            </a:fillRef>
            <a:effectRef idx="0">
              <a:schemeClr val="dk1"/>
            </a:effectRef>
            <a:fontRef idx="minor">
              <a:schemeClr val="tx1"/>
            </a:fontRef>
          </p:style>
        </p:cxnSp>
      </p:grpSp>
      <p:grpSp>
        <p:nvGrpSpPr>
          <p:cNvPr id="38" name="Group 37">
            <a:extLst>
              <a:ext uri="{FF2B5EF4-FFF2-40B4-BE49-F238E27FC236}">
                <a16:creationId xmlns:a16="http://schemas.microsoft.com/office/drawing/2014/main" id="{79F2C302-20C1-BE65-7F0E-EE0A7BAAEE75}"/>
              </a:ext>
            </a:extLst>
          </p:cNvPr>
          <p:cNvGrpSpPr/>
          <p:nvPr/>
        </p:nvGrpSpPr>
        <p:grpSpPr>
          <a:xfrm>
            <a:off x="2781998" y="3395476"/>
            <a:ext cx="854721" cy="523220"/>
            <a:chOff x="5572023" y="5130934"/>
            <a:chExt cx="854721" cy="523220"/>
          </a:xfrm>
        </p:grpSpPr>
        <p:cxnSp>
          <p:nvCxnSpPr>
            <p:cNvPr id="39" name="Straight Connector 38">
              <a:extLst>
                <a:ext uri="{FF2B5EF4-FFF2-40B4-BE49-F238E27FC236}">
                  <a16:creationId xmlns:a16="http://schemas.microsoft.com/office/drawing/2014/main" id="{C0025AF9-5CAC-91A0-2724-36E0F92B81DF}"/>
                </a:ext>
              </a:extLst>
            </p:cNvPr>
            <p:cNvCxnSpPr>
              <a:cxnSpLocks/>
            </p:cNvCxnSpPr>
            <p:nvPr/>
          </p:nvCxnSpPr>
          <p:spPr>
            <a:xfrm>
              <a:off x="5724128" y="5193771"/>
              <a:ext cx="144016" cy="0"/>
            </a:xfrm>
            <a:prstGeom prst="line">
              <a:avLst/>
            </a:prstGeom>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8174EE9C-8B49-C108-4BDF-60A4A83929AE}"/>
                </a:ext>
              </a:extLst>
            </p:cNvPr>
            <p:cNvSpPr txBox="1"/>
            <p:nvPr/>
          </p:nvSpPr>
          <p:spPr>
            <a:xfrm>
              <a:off x="5572023" y="5130934"/>
              <a:ext cx="854721" cy="523220"/>
            </a:xfrm>
            <a:prstGeom prst="rect">
              <a:avLst/>
            </a:prstGeom>
            <a:noFill/>
          </p:spPr>
          <p:txBody>
            <a:bodyPr wrap="none" rtlCol="0">
              <a:spAutoFit/>
            </a:bodyPr>
            <a:lstStyle/>
            <a:p>
              <a:r>
                <a:rPr lang="en-MY" sz="2800" dirty="0"/>
                <a:t>ABD</a:t>
              </a:r>
            </a:p>
          </p:txBody>
        </p:sp>
      </p:grpSp>
      <p:grpSp>
        <p:nvGrpSpPr>
          <p:cNvPr id="41" name="Group 40">
            <a:extLst>
              <a:ext uri="{FF2B5EF4-FFF2-40B4-BE49-F238E27FC236}">
                <a16:creationId xmlns:a16="http://schemas.microsoft.com/office/drawing/2014/main" id="{D4847C92-8F78-40E8-59F3-8D2041E9F973}"/>
              </a:ext>
            </a:extLst>
          </p:cNvPr>
          <p:cNvGrpSpPr/>
          <p:nvPr/>
        </p:nvGrpSpPr>
        <p:grpSpPr>
          <a:xfrm>
            <a:off x="2794757" y="3811161"/>
            <a:ext cx="829201" cy="523220"/>
            <a:chOff x="5572023" y="5130934"/>
            <a:chExt cx="829201" cy="523220"/>
          </a:xfrm>
        </p:grpSpPr>
        <p:cxnSp>
          <p:nvCxnSpPr>
            <p:cNvPr id="42" name="Straight Connector 41">
              <a:extLst>
                <a:ext uri="{FF2B5EF4-FFF2-40B4-BE49-F238E27FC236}">
                  <a16:creationId xmlns:a16="http://schemas.microsoft.com/office/drawing/2014/main" id="{90A32DF7-96C9-E10F-E42C-E2C9FD104A3D}"/>
                </a:ext>
              </a:extLst>
            </p:cNvPr>
            <p:cNvCxnSpPr>
              <a:cxnSpLocks/>
            </p:cNvCxnSpPr>
            <p:nvPr/>
          </p:nvCxnSpPr>
          <p:spPr>
            <a:xfrm>
              <a:off x="5724128" y="5193771"/>
              <a:ext cx="144016" cy="0"/>
            </a:xfrm>
            <a:prstGeom prst="line">
              <a:avLst/>
            </a:prstGeom>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E7CD4111-3357-8F63-2244-1C93D7DEA961}"/>
                </a:ext>
              </a:extLst>
            </p:cNvPr>
            <p:cNvSpPr txBox="1"/>
            <p:nvPr/>
          </p:nvSpPr>
          <p:spPr>
            <a:xfrm>
              <a:off x="5572023" y="5130934"/>
              <a:ext cx="829201" cy="523220"/>
            </a:xfrm>
            <a:prstGeom prst="rect">
              <a:avLst/>
            </a:prstGeom>
            <a:noFill/>
          </p:spPr>
          <p:txBody>
            <a:bodyPr wrap="none" rtlCol="0">
              <a:spAutoFit/>
            </a:bodyPr>
            <a:lstStyle/>
            <a:p>
              <a:r>
                <a:rPr lang="en-MY" sz="2800" dirty="0"/>
                <a:t>ABC</a:t>
              </a:r>
            </a:p>
          </p:txBody>
        </p:sp>
      </p:grpSp>
      <p:grpSp>
        <p:nvGrpSpPr>
          <p:cNvPr id="44" name="Group 43">
            <a:extLst>
              <a:ext uri="{FF2B5EF4-FFF2-40B4-BE49-F238E27FC236}">
                <a16:creationId xmlns:a16="http://schemas.microsoft.com/office/drawing/2014/main" id="{964B3FFA-2F6D-56DC-FE0B-11C9F6774C59}"/>
              </a:ext>
            </a:extLst>
          </p:cNvPr>
          <p:cNvGrpSpPr/>
          <p:nvPr/>
        </p:nvGrpSpPr>
        <p:grpSpPr>
          <a:xfrm>
            <a:off x="2794757" y="4217201"/>
            <a:ext cx="829201" cy="523220"/>
            <a:chOff x="5153792" y="5687670"/>
            <a:chExt cx="829201" cy="523220"/>
          </a:xfrm>
        </p:grpSpPr>
        <p:cxnSp>
          <p:nvCxnSpPr>
            <p:cNvPr id="45" name="Straight Connector 44">
              <a:extLst>
                <a:ext uri="{FF2B5EF4-FFF2-40B4-BE49-F238E27FC236}">
                  <a16:creationId xmlns:a16="http://schemas.microsoft.com/office/drawing/2014/main" id="{B52D64AB-8263-B56C-C187-DF67CAA5E8B2}"/>
                </a:ext>
              </a:extLst>
            </p:cNvPr>
            <p:cNvCxnSpPr>
              <a:cxnSpLocks/>
            </p:cNvCxnSpPr>
            <p:nvPr/>
          </p:nvCxnSpPr>
          <p:spPr>
            <a:xfrm>
              <a:off x="5705401" y="5768569"/>
              <a:ext cx="144016" cy="0"/>
            </a:xfrm>
            <a:prstGeom prst="line">
              <a:avLst/>
            </a:prstGeom>
          </p:spPr>
          <p:style>
            <a:lnRef idx="1">
              <a:schemeClr val="dk1"/>
            </a:lnRef>
            <a:fillRef idx="0">
              <a:schemeClr val="dk1"/>
            </a:fillRef>
            <a:effectRef idx="0">
              <a:schemeClr val="dk1"/>
            </a:effectRef>
            <a:fontRef idx="minor">
              <a:schemeClr val="tx1"/>
            </a:fontRef>
          </p:style>
        </p:cxnSp>
        <p:sp>
          <p:nvSpPr>
            <p:cNvPr id="46" name="TextBox 45">
              <a:extLst>
                <a:ext uri="{FF2B5EF4-FFF2-40B4-BE49-F238E27FC236}">
                  <a16:creationId xmlns:a16="http://schemas.microsoft.com/office/drawing/2014/main" id="{2422D73D-D529-BB87-1E71-C2D0BF8D9715}"/>
                </a:ext>
              </a:extLst>
            </p:cNvPr>
            <p:cNvSpPr txBox="1"/>
            <p:nvPr/>
          </p:nvSpPr>
          <p:spPr>
            <a:xfrm>
              <a:off x="5153792" y="5687670"/>
              <a:ext cx="829201" cy="523220"/>
            </a:xfrm>
            <a:prstGeom prst="rect">
              <a:avLst/>
            </a:prstGeom>
            <a:noFill/>
          </p:spPr>
          <p:txBody>
            <a:bodyPr wrap="none" rtlCol="0">
              <a:spAutoFit/>
            </a:bodyPr>
            <a:lstStyle/>
            <a:p>
              <a:r>
                <a:rPr lang="en-MY" sz="2800" dirty="0"/>
                <a:t>ABC</a:t>
              </a:r>
            </a:p>
          </p:txBody>
        </p:sp>
      </p:grpSp>
      <p:sp>
        <p:nvSpPr>
          <p:cNvPr id="47" name="Rectangle 46">
            <a:extLst>
              <a:ext uri="{FF2B5EF4-FFF2-40B4-BE49-F238E27FC236}">
                <a16:creationId xmlns:a16="http://schemas.microsoft.com/office/drawing/2014/main" id="{E1AFFDC5-EB61-4C7E-8225-6DFD615E3D66}"/>
              </a:ext>
            </a:extLst>
          </p:cNvPr>
          <p:cNvSpPr/>
          <p:nvPr/>
        </p:nvSpPr>
        <p:spPr>
          <a:xfrm>
            <a:off x="4045404" y="2753106"/>
            <a:ext cx="1080120" cy="2016224"/>
          </a:xfrm>
          <a:prstGeom prst="rect">
            <a:avLst/>
          </a:prstGeom>
          <a:solidFill>
            <a:srgbClr val="00FF00"/>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sp>
        <p:nvSpPr>
          <p:cNvPr id="48" name="TextBox 47">
            <a:extLst>
              <a:ext uri="{FF2B5EF4-FFF2-40B4-BE49-F238E27FC236}">
                <a16:creationId xmlns:a16="http://schemas.microsoft.com/office/drawing/2014/main" id="{26C4A510-13FB-D8CA-03B0-2CD57FA880BD}"/>
              </a:ext>
            </a:extLst>
          </p:cNvPr>
          <p:cNvSpPr txBox="1"/>
          <p:nvPr/>
        </p:nvSpPr>
        <p:spPr>
          <a:xfrm>
            <a:off x="4183081" y="2814512"/>
            <a:ext cx="859531" cy="523220"/>
          </a:xfrm>
          <a:prstGeom prst="rect">
            <a:avLst/>
          </a:prstGeom>
          <a:noFill/>
        </p:spPr>
        <p:txBody>
          <a:bodyPr wrap="none" rtlCol="0">
            <a:spAutoFit/>
          </a:bodyPr>
          <a:lstStyle/>
          <a:p>
            <a:r>
              <a:rPr lang="en-MY" sz="2800" dirty="0"/>
              <a:t>BCD</a:t>
            </a:r>
          </a:p>
        </p:txBody>
      </p:sp>
      <p:sp>
        <p:nvSpPr>
          <p:cNvPr id="49" name="TextBox 48">
            <a:extLst>
              <a:ext uri="{FF2B5EF4-FFF2-40B4-BE49-F238E27FC236}">
                <a16:creationId xmlns:a16="http://schemas.microsoft.com/office/drawing/2014/main" id="{9CABB1EE-24B4-4CA4-89C9-383903B208D9}"/>
              </a:ext>
            </a:extLst>
          </p:cNvPr>
          <p:cNvSpPr txBox="1"/>
          <p:nvPr/>
        </p:nvSpPr>
        <p:spPr>
          <a:xfrm>
            <a:off x="4190831" y="3312260"/>
            <a:ext cx="859531" cy="523220"/>
          </a:xfrm>
          <a:prstGeom prst="rect">
            <a:avLst/>
          </a:prstGeom>
          <a:noFill/>
        </p:spPr>
        <p:txBody>
          <a:bodyPr wrap="none" rtlCol="0">
            <a:spAutoFit/>
          </a:bodyPr>
          <a:lstStyle/>
          <a:p>
            <a:r>
              <a:rPr lang="en-MY" sz="2800" dirty="0"/>
              <a:t>ACD</a:t>
            </a:r>
          </a:p>
        </p:txBody>
      </p:sp>
      <p:sp>
        <p:nvSpPr>
          <p:cNvPr id="50" name="TextBox 49">
            <a:extLst>
              <a:ext uri="{FF2B5EF4-FFF2-40B4-BE49-F238E27FC236}">
                <a16:creationId xmlns:a16="http://schemas.microsoft.com/office/drawing/2014/main" id="{00B9ABE0-BB2E-AC53-E932-FDEC3E15A6B8}"/>
              </a:ext>
            </a:extLst>
          </p:cNvPr>
          <p:cNvSpPr txBox="1"/>
          <p:nvPr/>
        </p:nvSpPr>
        <p:spPr>
          <a:xfrm>
            <a:off x="4198581" y="3771906"/>
            <a:ext cx="854721" cy="523220"/>
          </a:xfrm>
          <a:prstGeom prst="rect">
            <a:avLst/>
          </a:prstGeom>
          <a:noFill/>
        </p:spPr>
        <p:txBody>
          <a:bodyPr wrap="none" rtlCol="0">
            <a:spAutoFit/>
          </a:bodyPr>
          <a:lstStyle/>
          <a:p>
            <a:r>
              <a:rPr lang="en-MY" sz="2800" dirty="0"/>
              <a:t>ABD</a:t>
            </a:r>
          </a:p>
        </p:txBody>
      </p:sp>
      <p:cxnSp>
        <p:nvCxnSpPr>
          <p:cNvPr id="53" name="Straight Arrow Connector 52">
            <a:extLst>
              <a:ext uri="{FF2B5EF4-FFF2-40B4-BE49-F238E27FC236}">
                <a16:creationId xmlns:a16="http://schemas.microsoft.com/office/drawing/2014/main" id="{1AA95A0F-B106-01FA-F222-14974A427D28}"/>
              </a:ext>
            </a:extLst>
          </p:cNvPr>
          <p:cNvCxnSpPr>
            <a:cxnSpLocks/>
          </p:cNvCxnSpPr>
          <p:nvPr/>
        </p:nvCxnSpPr>
        <p:spPr>
          <a:xfrm flipV="1">
            <a:off x="3490382" y="3038292"/>
            <a:ext cx="854721" cy="157158"/>
          </a:xfrm>
          <a:prstGeom prst="straightConnector1">
            <a:avLst/>
          </a:prstGeom>
          <a:ln w="3810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31A20A0F-9831-C563-CED2-E2C46A3562BE}"/>
              </a:ext>
            </a:extLst>
          </p:cNvPr>
          <p:cNvCxnSpPr>
            <a:cxnSpLocks/>
            <a:stCxn id="40" idx="3"/>
            <a:endCxn id="50" idx="1"/>
          </p:cNvCxnSpPr>
          <p:nvPr/>
        </p:nvCxnSpPr>
        <p:spPr>
          <a:xfrm>
            <a:off x="3636719" y="3657086"/>
            <a:ext cx="561862" cy="376430"/>
          </a:xfrm>
          <a:prstGeom prst="straightConnector1">
            <a:avLst/>
          </a:prstGeom>
          <a:ln w="3810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BB7529D3-13A2-ACDC-9B1D-6D62E9DDE9FD}"/>
              </a:ext>
            </a:extLst>
          </p:cNvPr>
          <p:cNvSpPr/>
          <p:nvPr/>
        </p:nvSpPr>
        <p:spPr>
          <a:xfrm>
            <a:off x="6084168" y="2768891"/>
            <a:ext cx="1080120" cy="2016224"/>
          </a:xfrm>
          <a:prstGeom prst="rect">
            <a:avLst/>
          </a:prstGeom>
          <a:solidFill>
            <a:schemeClr val="accent4">
              <a:lumMod val="20000"/>
              <a:lumOff val="80000"/>
            </a:schemeClr>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sp>
        <p:nvSpPr>
          <p:cNvPr id="60" name="TextBox 59">
            <a:extLst>
              <a:ext uri="{FF2B5EF4-FFF2-40B4-BE49-F238E27FC236}">
                <a16:creationId xmlns:a16="http://schemas.microsoft.com/office/drawing/2014/main" id="{FAAC74C2-5A7A-EA6E-7F4E-40FB7E9F25FD}"/>
              </a:ext>
            </a:extLst>
          </p:cNvPr>
          <p:cNvSpPr txBox="1"/>
          <p:nvPr/>
        </p:nvSpPr>
        <p:spPr>
          <a:xfrm>
            <a:off x="6304268" y="3428680"/>
            <a:ext cx="639919" cy="523220"/>
          </a:xfrm>
          <a:prstGeom prst="rect">
            <a:avLst/>
          </a:prstGeom>
          <a:noFill/>
        </p:spPr>
        <p:txBody>
          <a:bodyPr wrap="none" rtlCol="0">
            <a:spAutoFit/>
          </a:bodyPr>
          <a:lstStyle/>
          <a:p>
            <a:r>
              <a:rPr lang="en-MY" sz="2800" dirty="0"/>
              <a:t>BD</a:t>
            </a:r>
          </a:p>
        </p:txBody>
      </p:sp>
      <p:cxnSp>
        <p:nvCxnSpPr>
          <p:cNvPr id="61" name="Straight Arrow Connector 60">
            <a:extLst>
              <a:ext uri="{FF2B5EF4-FFF2-40B4-BE49-F238E27FC236}">
                <a16:creationId xmlns:a16="http://schemas.microsoft.com/office/drawing/2014/main" id="{E4F5BDF9-9731-FA0A-0430-33C58F318AD6}"/>
              </a:ext>
            </a:extLst>
          </p:cNvPr>
          <p:cNvCxnSpPr>
            <a:cxnSpLocks/>
          </p:cNvCxnSpPr>
          <p:nvPr/>
        </p:nvCxnSpPr>
        <p:spPr>
          <a:xfrm flipH="1" flipV="1">
            <a:off x="4896192" y="3038292"/>
            <a:ext cx="1518126" cy="651998"/>
          </a:xfrm>
          <a:prstGeom prst="straightConnector1">
            <a:avLst/>
          </a:prstGeom>
          <a:ln w="3810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3968" name="Straight Arrow Connector 83967">
            <a:extLst>
              <a:ext uri="{FF2B5EF4-FFF2-40B4-BE49-F238E27FC236}">
                <a16:creationId xmlns:a16="http://schemas.microsoft.com/office/drawing/2014/main" id="{2B11BF77-3279-E363-468C-66487585FFD3}"/>
              </a:ext>
            </a:extLst>
          </p:cNvPr>
          <p:cNvCxnSpPr>
            <a:cxnSpLocks/>
          </p:cNvCxnSpPr>
          <p:nvPr/>
        </p:nvCxnSpPr>
        <p:spPr>
          <a:xfrm flipH="1">
            <a:off x="5058112" y="3690290"/>
            <a:ext cx="1386096" cy="420692"/>
          </a:xfrm>
          <a:prstGeom prst="straightConnector1">
            <a:avLst/>
          </a:prstGeom>
          <a:ln w="3810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A0590F87-3C05-31F9-CEC7-1F41BF99C5EF}"/>
              </a:ext>
            </a:extLst>
          </p:cNvPr>
          <p:cNvSpPr>
            <a:spLocks noGrp="1"/>
          </p:cNvSpPr>
          <p:nvPr>
            <p:ph type="sldNum" sz="quarter" idx="12"/>
          </p:nvPr>
        </p:nvSpPr>
        <p:spPr/>
        <p:txBody>
          <a:bodyPr/>
          <a:lstStyle/>
          <a:p>
            <a:pPr>
              <a:defRPr/>
            </a:pPr>
            <a:fld id="{28588503-611C-4314-9367-E0668E948370}" type="slidenum">
              <a:rPr lang="en-US" altLang="en-US" smtClean="0"/>
              <a:pPr>
                <a:defRPr/>
              </a:pPr>
              <a:t>101</a:t>
            </a:fld>
            <a:endParaRPr lang="en-US"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B7048654-B5B4-B9F3-2FF6-93705493119C}"/>
              </a:ext>
            </a:extLst>
          </p:cNvPr>
          <p:cNvSpPr>
            <a:spLocks noGrp="1" noChangeArrowheads="1"/>
          </p:cNvSpPr>
          <p:nvPr>
            <p:ph type="title"/>
          </p:nvPr>
        </p:nvSpPr>
        <p:spPr/>
        <p:txBody>
          <a:bodyPr/>
          <a:lstStyle/>
          <a:p>
            <a:r>
              <a:rPr lang="en-US" altLang="en-US"/>
              <a:t>Quine-McKluskey Method</a:t>
            </a:r>
          </a:p>
        </p:txBody>
      </p:sp>
      <p:sp>
        <p:nvSpPr>
          <p:cNvPr id="84995" name="Rectangle 3">
            <a:extLst>
              <a:ext uri="{FF2B5EF4-FFF2-40B4-BE49-F238E27FC236}">
                <a16:creationId xmlns:a16="http://schemas.microsoft.com/office/drawing/2014/main" id="{24E4C6E1-9357-2CAB-72A2-6D626A92147A}"/>
              </a:ext>
            </a:extLst>
          </p:cNvPr>
          <p:cNvSpPr>
            <a:spLocks noGrp="1" noChangeArrowheads="1"/>
          </p:cNvSpPr>
          <p:nvPr>
            <p:ph idx="1"/>
          </p:nvPr>
        </p:nvSpPr>
        <p:spPr>
          <a:xfrm>
            <a:off x="395536" y="1268760"/>
            <a:ext cx="8178800" cy="4783138"/>
          </a:xfrm>
        </p:spPr>
        <p:txBody>
          <a:bodyPr/>
          <a:lstStyle/>
          <a:p>
            <a:r>
              <a:rPr lang="en-US" altLang="en-US" dirty="0"/>
              <a:t>Terms that have not been eliminated are used to construct a matrix</a:t>
            </a:r>
          </a:p>
          <a:p>
            <a:pPr lvl="1"/>
            <a:r>
              <a:rPr lang="en-US" altLang="en-US" dirty="0"/>
              <a:t>Row: term that have not been eliminated</a:t>
            </a:r>
          </a:p>
          <a:p>
            <a:pPr lvl="1"/>
            <a:r>
              <a:rPr lang="en-US" altLang="en-US" dirty="0"/>
              <a:t>Column: Term in original expression</a:t>
            </a:r>
          </a:p>
          <a:p>
            <a:pPr lvl="1"/>
            <a:r>
              <a:rPr lang="en-US" altLang="en-US" dirty="0"/>
              <a:t>X: row and column “compatible”</a:t>
            </a:r>
          </a:p>
          <a:p>
            <a:pPr lvl="1"/>
            <a:r>
              <a:rPr lang="en-US" altLang="en-US" dirty="0"/>
              <a:t> X : X that is alone in column</a:t>
            </a:r>
          </a:p>
          <a:p>
            <a:pPr lvl="1"/>
            <a:r>
              <a:rPr lang="en-US" altLang="en-US" dirty="0"/>
              <a:t> X : X in any row with a  X</a:t>
            </a:r>
          </a:p>
          <a:p>
            <a:r>
              <a:rPr lang="en-US" altLang="en-US" dirty="0"/>
              <a:t>If every column has either  X  or  X , then done</a:t>
            </a:r>
          </a:p>
          <a:p>
            <a:r>
              <a:rPr lang="en-US" altLang="en-US" dirty="0"/>
              <a:t>Row elements whose </a:t>
            </a:r>
            <a:r>
              <a:rPr lang="en-US" altLang="en-US" dirty="0" err="1"/>
              <a:t>Xs</a:t>
            </a:r>
            <a:r>
              <a:rPr lang="en-US" altLang="en-US" dirty="0"/>
              <a:t> have been marked constitute the minimal expression</a:t>
            </a:r>
          </a:p>
        </p:txBody>
      </p:sp>
      <p:sp>
        <p:nvSpPr>
          <p:cNvPr id="84996" name="Oval 21">
            <a:extLst>
              <a:ext uri="{FF2B5EF4-FFF2-40B4-BE49-F238E27FC236}">
                <a16:creationId xmlns:a16="http://schemas.microsoft.com/office/drawing/2014/main" id="{9C236768-EF8E-9FC7-AE76-E959C975CA07}"/>
              </a:ext>
            </a:extLst>
          </p:cNvPr>
          <p:cNvSpPr>
            <a:spLocks noChangeArrowheads="1"/>
          </p:cNvSpPr>
          <p:nvPr/>
        </p:nvSpPr>
        <p:spPr bwMode="auto">
          <a:xfrm>
            <a:off x="1177491" y="2739802"/>
            <a:ext cx="287796" cy="360364"/>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84998" name="Rectangle 42">
            <a:extLst>
              <a:ext uri="{FF2B5EF4-FFF2-40B4-BE49-F238E27FC236}">
                <a16:creationId xmlns:a16="http://schemas.microsoft.com/office/drawing/2014/main" id="{217D5A76-1747-24B6-6B9E-C5F98BAA6DE9}"/>
              </a:ext>
            </a:extLst>
          </p:cNvPr>
          <p:cNvSpPr>
            <a:spLocks noChangeArrowheads="1"/>
          </p:cNvSpPr>
          <p:nvPr/>
        </p:nvSpPr>
        <p:spPr bwMode="auto">
          <a:xfrm>
            <a:off x="1161683" y="3172173"/>
            <a:ext cx="287797" cy="287709"/>
          </a:xfrm>
          <a:prstGeom prst="rect">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2" name="Oval 21">
            <a:extLst>
              <a:ext uri="{FF2B5EF4-FFF2-40B4-BE49-F238E27FC236}">
                <a16:creationId xmlns:a16="http://schemas.microsoft.com/office/drawing/2014/main" id="{896329AB-7733-1159-E695-3D6969711C44}"/>
              </a:ext>
            </a:extLst>
          </p:cNvPr>
          <p:cNvSpPr>
            <a:spLocks noChangeArrowheads="1"/>
          </p:cNvSpPr>
          <p:nvPr/>
        </p:nvSpPr>
        <p:spPr bwMode="auto">
          <a:xfrm>
            <a:off x="2943772" y="3114356"/>
            <a:ext cx="287796" cy="360364"/>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3" name="Oval 21">
            <a:extLst>
              <a:ext uri="{FF2B5EF4-FFF2-40B4-BE49-F238E27FC236}">
                <a16:creationId xmlns:a16="http://schemas.microsoft.com/office/drawing/2014/main" id="{C048A68F-815F-000E-B0F5-EFBD6B8C699E}"/>
              </a:ext>
            </a:extLst>
          </p:cNvPr>
          <p:cNvSpPr>
            <a:spLocks noChangeArrowheads="1"/>
          </p:cNvSpPr>
          <p:nvPr/>
        </p:nvSpPr>
        <p:spPr bwMode="auto">
          <a:xfrm>
            <a:off x="2987824" y="3516151"/>
            <a:ext cx="287796" cy="360364"/>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4" name="Rectangle 42">
            <a:extLst>
              <a:ext uri="{FF2B5EF4-FFF2-40B4-BE49-F238E27FC236}">
                <a16:creationId xmlns:a16="http://schemas.microsoft.com/office/drawing/2014/main" id="{2E900BBC-568D-893C-6E15-A6516B32E300}"/>
              </a:ext>
            </a:extLst>
          </p:cNvPr>
          <p:cNvSpPr>
            <a:spLocks noChangeArrowheads="1"/>
          </p:cNvSpPr>
          <p:nvPr/>
        </p:nvSpPr>
        <p:spPr bwMode="auto">
          <a:xfrm>
            <a:off x="3491880" y="3567924"/>
            <a:ext cx="287797" cy="287709"/>
          </a:xfrm>
          <a:prstGeom prst="rect">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5" name="Slide Number Placeholder 4">
            <a:extLst>
              <a:ext uri="{FF2B5EF4-FFF2-40B4-BE49-F238E27FC236}">
                <a16:creationId xmlns:a16="http://schemas.microsoft.com/office/drawing/2014/main" id="{B6AB1C2D-AF05-C239-0988-7E68D7A339FC}"/>
              </a:ext>
            </a:extLst>
          </p:cNvPr>
          <p:cNvSpPr>
            <a:spLocks noGrp="1"/>
          </p:cNvSpPr>
          <p:nvPr>
            <p:ph type="sldNum" sz="quarter" idx="12"/>
          </p:nvPr>
        </p:nvSpPr>
        <p:spPr/>
        <p:txBody>
          <a:bodyPr/>
          <a:lstStyle/>
          <a:p>
            <a:pPr>
              <a:defRPr/>
            </a:pPr>
            <a:fld id="{28588503-611C-4314-9367-E0668E948370}" type="slidenum">
              <a:rPr lang="en-US" altLang="en-US" smtClean="0"/>
              <a:pPr>
                <a:defRPr/>
              </a:pPr>
              <a:t>102</a:t>
            </a:fld>
            <a:endParaRPr lang="en-US" alt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99EC3-6C91-90DA-725A-248AEA951242}"/>
              </a:ext>
            </a:extLst>
          </p:cNvPr>
          <p:cNvSpPr>
            <a:spLocks noGrp="1"/>
          </p:cNvSpPr>
          <p:nvPr>
            <p:ph type="title"/>
          </p:nvPr>
        </p:nvSpPr>
        <p:spPr/>
        <p:txBody>
          <a:bodyPr/>
          <a:lstStyle/>
          <a:p>
            <a:r>
              <a:rPr lang="en-US" altLang="en-US" dirty="0"/>
              <a:t>Quine-</a:t>
            </a:r>
            <a:r>
              <a:rPr lang="en-US" altLang="en-US" dirty="0" err="1"/>
              <a:t>McKluskey</a:t>
            </a:r>
            <a:r>
              <a:rPr lang="en-US" altLang="en-US" dirty="0"/>
              <a:t> Method</a:t>
            </a:r>
            <a:endParaRPr lang="en-MY" dirty="0"/>
          </a:p>
        </p:txBody>
      </p:sp>
      <p:pic>
        <p:nvPicPr>
          <p:cNvPr id="5" name="Picture 4">
            <a:extLst>
              <a:ext uri="{FF2B5EF4-FFF2-40B4-BE49-F238E27FC236}">
                <a16:creationId xmlns:a16="http://schemas.microsoft.com/office/drawing/2014/main" id="{9BA98069-0617-C893-EF10-CCDB8B15B537}"/>
              </a:ext>
            </a:extLst>
          </p:cNvPr>
          <p:cNvPicPr>
            <a:picLocks noChangeAspect="1"/>
          </p:cNvPicPr>
          <p:nvPr/>
        </p:nvPicPr>
        <p:blipFill rotWithShape="1">
          <a:blip r:embed="rId2"/>
          <a:srcRect r="1176" b="5294"/>
          <a:stretch/>
        </p:blipFill>
        <p:spPr>
          <a:xfrm>
            <a:off x="53752" y="4207676"/>
            <a:ext cx="9036496" cy="2288129"/>
          </a:xfrm>
          <a:prstGeom prst="rect">
            <a:avLst/>
          </a:prstGeom>
        </p:spPr>
      </p:pic>
      <p:grpSp>
        <p:nvGrpSpPr>
          <p:cNvPr id="34" name="Group 33">
            <a:extLst>
              <a:ext uri="{FF2B5EF4-FFF2-40B4-BE49-F238E27FC236}">
                <a16:creationId xmlns:a16="http://schemas.microsoft.com/office/drawing/2014/main" id="{542464F4-C9F5-BD76-8E50-40128012F2FF}"/>
              </a:ext>
            </a:extLst>
          </p:cNvPr>
          <p:cNvGrpSpPr/>
          <p:nvPr/>
        </p:nvGrpSpPr>
        <p:grpSpPr>
          <a:xfrm>
            <a:off x="1619672" y="1351865"/>
            <a:ext cx="5904656" cy="2451856"/>
            <a:chOff x="1259632" y="2746675"/>
            <a:chExt cx="5904656" cy="2451856"/>
          </a:xfrm>
        </p:grpSpPr>
        <p:sp>
          <p:nvSpPr>
            <p:cNvPr id="6" name="Rectangle 5">
              <a:extLst>
                <a:ext uri="{FF2B5EF4-FFF2-40B4-BE49-F238E27FC236}">
                  <a16:creationId xmlns:a16="http://schemas.microsoft.com/office/drawing/2014/main" id="{099B552C-5113-9AAC-5F92-03D184C0CEC9}"/>
                </a:ext>
              </a:extLst>
            </p:cNvPr>
            <p:cNvSpPr/>
            <p:nvPr/>
          </p:nvSpPr>
          <p:spPr>
            <a:xfrm>
              <a:off x="1259632" y="2746675"/>
              <a:ext cx="1080120" cy="2016224"/>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grpSp>
          <p:nvGrpSpPr>
            <p:cNvPr id="7" name="Group 6">
              <a:extLst>
                <a:ext uri="{FF2B5EF4-FFF2-40B4-BE49-F238E27FC236}">
                  <a16:creationId xmlns:a16="http://schemas.microsoft.com/office/drawing/2014/main" id="{7AAB48AE-A733-D8F1-F6CA-5EC92B9AC758}"/>
                </a:ext>
              </a:extLst>
            </p:cNvPr>
            <p:cNvGrpSpPr/>
            <p:nvPr/>
          </p:nvGrpSpPr>
          <p:grpSpPr>
            <a:xfrm>
              <a:off x="1331640" y="2790243"/>
              <a:ext cx="859531" cy="523220"/>
              <a:chOff x="3991371" y="5690593"/>
              <a:chExt cx="859531" cy="523220"/>
            </a:xfrm>
          </p:grpSpPr>
          <p:sp>
            <p:nvSpPr>
              <p:cNvPr id="8" name="TextBox 7">
                <a:extLst>
                  <a:ext uri="{FF2B5EF4-FFF2-40B4-BE49-F238E27FC236}">
                    <a16:creationId xmlns:a16="http://schemas.microsoft.com/office/drawing/2014/main" id="{0AA40671-555A-47C7-D285-7E7FF57DFE2C}"/>
                  </a:ext>
                </a:extLst>
              </p:cNvPr>
              <p:cNvSpPr txBox="1"/>
              <p:nvPr/>
            </p:nvSpPr>
            <p:spPr>
              <a:xfrm>
                <a:off x="3991371" y="5690593"/>
                <a:ext cx="859531" cy="523220"/>
              </a:xfrm>
              <a:prstGeom prst="rect">
                <a:avLst/>
              </a:prstGeom>
              <a:noFill/>
            </p:spPr>
            <p:txBody>
              <a:bodyPr wrap="none" rtlCol="0">
                <a:spAutoFit/>
              </a:bodyPr>
              <a:lstStyle/>
              <a:p>
                <a:r>
                  <a:rPr lang="en-MY" sz="2800" dirty="0"/>
                  <a:t>ACD</a:t>
                </a:r>
              </a:p>
            </p:txBody>
          </p:sp>
          <p:cxnSp>
            <p:nvCxnSpPr>
              <p:cNvPr id="9" name="Straight Connector 8">
                <a:extLst>
                  <a:ext uri="{FF2B5EF4-FFF2-40B4-BE49-F238E27FC236}">
                    <a16:creationId xmlns:a16="http://schemas.microsoft.com/office/drawing/2014/main" id="{23590E9E-3587-62FD-23BE-5F93746A3F76}"/>
                  </a:ext>
                </a:extLst>
              </p:cNvPr>
              <p:cNvCxnSpPr>
                <a:cxnSpLocks/>
              </p:cNvCxnSpPr>
              <p:nvPr/>
            </p:nvCxnSpPr>
            <p:spPr>
              <a:xfrm>
                <a:off x="4135387" y="5801878"/>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B729E554-0E4D-987D-0C25-0E8F33C48E4B}"/>
                  </a:ext>
                </a:extLst>
              </p:cNvPr>
              <p:cNvCxnSpPr>
                <a:cxnSpLocks/>
              </p:cNvCxnSpPr>
              <p:nvPr/>
            </p:nvCxnSpPr>
            <p:spPr>
              <a:xfrm>
                <a:off x="4351411" y="5801878"/>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11" name="Rectangle 10">
              <a:extLst>
                <a:ext uri="{FF2B5EF4-FFF2-40B4-BE49-F238E27FC236}">
                  <a16:creationId xmlns:a16="http://schemas.microsoft.com/office/drawing/2014/main" id="{235440FF-C380-A355-06C6-EAFDB359BBA9}"/>
                </a:ext>
              </a:extLst>
            </p:cNvPr>
            <p:cNvSpPr/>
            <p:nvPr/>
          </p:nvSpPr>
          <p:spPr>
            <a:xfrm>
              <a:off x="2678299" y="2750260"/>
              <a:ext cx="1080120" cy="2448271"/>
            </a:xfrm>
            <a:prstGeom prst="rect">
              <a:avLst/>
            </a:prstGeom>
            <a:solidFill>
              <a:srgbClr val="FF0000"/>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grpSp>
          <p:nvGrpSpPr>
            <p:cNvPr id="12" name="Group 11">
              <a:extLst>
                <a:ext uri="{FF2B5EF4-FFF2-40B4-BE49-F238E27FC236}">
                  <a16:creationId xmlns:a16="http://schemas.microsoft.com/office/drawing/2014/main" id="{3B64F7A6-2D2D-3501-C0AD-15B06FE88C60}"/>
                </a:ext>
              </a:extLst>
            </p:cNvPr>
            <p:cNvGrpSpPr/>
            <p:nvPr/>
          </p:nvGrpSpPr>
          <p:grpSpPr>
            <a:xfrm>
              <a:off x="2770914" y="2946701"/>
              <a:ext cx="858055" cy="523220"/>
              <a:chOff x="6398904" y="5110141"/>
              <a:chExt cx="858055" cy="523220"/>
            </a:xfrm>
          </p:grpSpPr>
          <p:sp>
            <p:nvSpPr>
              <p:cNvPr id="13" name="TextBox 12">
                <a:extLst>
                  <a:ext uri="{FF2B5EF4-FFF2-40B4-BE49-F238E27FC236}">
                    <a16:creationId xmlns:a16="http://schemas.microsoft.com/office/drawing/2014/main" id="{A511A04C-B8D3-F022-FF6B-B9DB44A09F2E}"/>
                  </a:ext>
                </a:extLst>
              </p:cNvPr>
              <p:cNvSpPr txBox="1"/>
              <p:nvPr/>
            </p:nvSpPr>
            <p:spPr>
              <a:xfrm>
                <a:off x="6398904" y="5110141"/>
                <a:ext cx="858055" cy="523220"/>
              </a:xfrm>
              <a:prstGeom prst="rect">
                <a:avLst/>
              </a:prstGeom>
              <a:noFill/>
            </p:spPr>
            <p:txBody>
              <a:bodyPr wrap="none" rtlCol="0">
                <a:spAutoFit/>
              </a:bodyPr>
              <a:lstStyle/>
              <a:p>
                <a:r>
                  <a:rPr lang="en-MY" sz="2800" dirty="0"/>
                  <a:t>BCD</a:t>
                </a:r>
              </a:p>
            </p:txBody>
          </p:sp>
          <p:cxnSp>
            <p:nvCxnSpPr>
              <p:cNvPr id="14" name="Straight Connector 13">
                <a:extLst>
                  <a:ext uri="{FF2B5EF4-FFF2-40B4-BE49-F238E27FC236}">
                    <a16:creationId xmlns:a16="http://schemas.microsoft.com/office/drawing/2014/main" id="{9279B3E5-FA14-9041-4A07-2F623420BC97}"/>
                  </a:ext>
                </a:extLst>
              </p:cNvPr>
              <p:cNvCxnSpPr>
                <a:cxnSpLocks/>
              </p:cNvCxnSpPr>
              <p:nvPr/>
            </p:nvCxnSpPr>
            <p:spPr>
              <a:xfrm>
                <a:off x="6742804" y="5201732"/>
                <a:ext cx="144016" cy="0"/>
              </a:xfrm>
              <a:prstGeom prst="line">
                <a:avLst/>
              </a:prstGeom>
            </p:spPr>
            <p:style>
              <a:lnRef idx="1">
                <a:schemeClr val="dk1"/>
              </a:lnRef>
              <a:fillRef idx="0">
                <a:schemeClr val="dk1"/>
              </a:fillRef>
              <a:effectRef idx="0">
                <a:schemeClr val="dk1"/>
              </a:effectRef>
              <a:fontRef idx="minor">
                <a:schemeClr val="tx1"/>
              </a:fontRef>
            </p:style>
          </p:cxnSp>
        </p:grpSp>
        <p:grpSp>
          <p:nvGrpSpPr>
            <p:cNvPr id="15" name="Group 14">
              <a:extLst>
                <a:ext uri="{FF2B5EF4-FFF2-40B4-BE49-F238E27FC236}">
                  <a16:creationId xmlns:a16="http://schemas.microsoft.com/office/drawing/2014/main" id="{474AC91C-4C12-511A-70C7-13511EC3B7ED}"/>
                </a:ext>
              </a:extLst>
            </p:cNvPr>
            <p:cNvGrpSpPr/>
            <p:nvPr/>
          </p:nvGrpSpPr>
          <p:grpSpPr>
            <a:xfrm>
              <a:off x="2781998" y="3395476"/>
              <a:ext cx="854721" cy="523220"/>
              <a:chOff x="5572023" y="5130934"/>
              <a:chExt cx="854721" cy="523220"/>
            </a:xfrm>
          </p:grpSpPr>
          <p:cxnSp>
            <p:nvCxnSpPr>
              <p:cNvPr id="16" name="Straight Connector 15">
                <a:extLst>
                  <a:ext uri="{FF2B5EF4-FFF2-40B4-BE49-F238E27FC236}">
                    <a16:creationId xmlns:a16="http://schemas.microsoft.com/office/drawing/2014/main" id="{DCDC0FC8-7DBC-E206-AAFF-53A1D07FCC6F}"/>
                  </a:ext>
                </a:extLst>
              </p:cNvPr>
              <p:cNvCxnSpPr>
                <a:cxnSpLocks/>
              </p:cNvCxnSpPr>
              <p:nvPr/>
            </p:nvCxnSpPr>
            <p:spPr>
              <a:xfrm>
                <a:off x="5724128" y="5193771"/>
                <a:ext cx="144016" cy="0"/>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1FDAC4F6-FB7A-741B-924D-F4A55FEF07C6}"/>
                  </a:ext>
                </a:extLst>
              </p:cNvPr>
              <p:cNvSpPr txBox="1"/>
              <p:nvPr/>
            </p:nvSpPr>
            <p:spPr>
              <a:xfrm>
                <a:off x="5572023" y="5130934"/>
                <a:ext cx="854721" cy="523220"/>
              </a:xfrm>
              <a:prstGeom prst="rect">
                <a:avLst/>
              </a:prstGeom>
              <a:noFill/>
            </p:spPr>
            <p:txBody>
              <a:bodyPr wrap="none" rtlCol="0">
                <a:spAutoFit/>
              </a:bodyPr>
              <a:lstStyle/>
              <a:p>
                <a:r>
                  <a:rPr lang="en-MY" sz="2800" dirty="0"/>
                  <a:t>ABD</a:t>
                </a:r>
              </a:p>
            </p:txBody>
          </p:sp>
        </p:grpSp>
        <p:grpSp>
          <p:nvGrpSpPr>
            <p:cNvPr id="18" name="Group 17">
              <a:extLst>
                <a:ext uri="{FF2B5EF4-FFF2-40B4-BE49-F238E27FC236}">
                  <a16:creationId xmlns:a16="http://schemas.microsoft.com/office/drawing/2014/main" id="{EC4F202D-7A9B-663F-5CFB-8EEE804D7F5E}"/>
                </a:ext>
              </a:extLst>
            </p:cNvPr>
            <p:cNvGrpSpPr/>
            <p:nvPr/>
          </p:nvGrpSpPr>
          <p:grpSpPr>
            <a:xfrm>
              <a:off x="2794757" y="3811161"/>
              <a:ext cx="829201" cy="523220"/>
              <a:chOff x="5572023" y="5130934"/>
              <a:chExt cx="829201" cy="523220"/>
            </a:xfrm>
          </p:grpSpPr>
          <p:cxnSp>
            <p:nvCxnSpPr>
              <p:cNvPr id="19" name="Straight Connector 18">
                <a:extLst>
                  <a:ext uri="{FF2B5EF4-FFF2-40B4-BE49-F238E27FC236}">
                    <a16:creationId xmlns:a16="http://schemas.microsoft.com/office/drawing/2014/main" id="{E50FF0D6-F05D-79B6-656C-9A79A3C89E72}"/>
                  </a:ext>
                </a:extLst>
              </p:cNvPr>
              <p:cNvCxnSpPr>
                <a:cxnSpLocks/>
              </p:cNvCxnSpPr>
              <p:nvPr/>
            </p:nvCxnSpPr>
            <p:spPr>
              <a:xfrm>
                <a:off x="5724128" y="5193771"/>
                <a:ext cx="144016" cy="0"/>
              </a:xfrm>
              <a:prstGeom prst="line">
                <a:avLst/>
              </a:prstGeom>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E040B41C-2206-EFB9-A894-E286DF03B584}"/>
                  </a:ext>
                </a:extLst>
              </p:cNvPr>
              <p:cNvSpPr txBox="1"/>
              <p:nvPr/>
            </p:nvSpPr>
            <p:spPr>
              <a:xfrm>
                <a:off x="5572023" y="5130934"/>
                <a:ext cx="829201" cy="523220"/>
              </a:xfrm>
              <a:prstGeom prst="rect">
                <a:avLst/>
              </a:prstGeom>
              <a:noFill/>
            </p:spPr>
            <p:txBody>
              <a:bodyPr wrap="none" rtlCol="0">
                <a:spAutoFit/>
              </a:bodyPr>
              <a:lstStyle/>
              <a:p>
                <a:r>
                  <a:rPr lang="en-MY" sz="2800" dirty="0"/>
                  <a:t>ABC</a:t>
                </a:r>
              </a:p>
            </p:txBody>
          </p:sp>
        </p:grpSp>
        <p:grpSp>
          <p:nvGrpSpPr>
            <p:cNvPr id="21" name="Group 20">
              <a:extLst>
                <a:ext uri="{FF2B5EF4-FFF2-40B4-BE49-F238E27FC236}">
                  <a16:creationId xmlns:a16="http://schemas.microsoft.com/office/drawing/2014/main" id="{57EA0A2B-31E5-D5C4-E447-981D385A2D28}"/>
                </a:ext>
              </a:extLst>
            </p:cNvPr>
            <p:cNvGrpSpPr/>
            <p:nvPr/>
          </p:nvGrpSpPr>
          <p:grpSpPr>
            <a:xfrm>
              <a:off x="2794757" y="4217201"/>
              <a:ext cx="829201" cy="523220"/>
              <a:chOff x="5153792" y="5687670"/>
              <a:chExt cx="829201" cy="523220"/>
            </a:xfrm>
          </p:grpSpPr>
          <p:cxnSp>
            <p:nvCxnSpPr>
              <p:cNvPr id="22" name="Straight Connector 21">
                <a:extLst>
                  <a:ext uri="{FF2B5EF4-FFF2-40B4-BE49-F238E27FC236}">
                    <a16:creationId xmlns:a16="http://schemas.microsoft.com/office/drawing/2014/main" id="{76BDF0B0-F97F-598E-5E38-16BE4B10AB5C}"/>
                  </a:ext>
                </a:extLst>
              </p:cNvPr>
              <p:cNvCxnSpPr>
                <a:cxnSpLocks/>
              </p:cNvCxnSpPr>
              <p:nvPr/>
            </p:nvCxnSpPr>
            <p:spPr>
              <a:xfrm>
                <a:off x="5705401" y="5768569"/>
                <a:ext cx="144016" cy="0"/>
              </a:xfrm>
              <a:prstGeom prst="line">
                <a:avLst/>
              </a:prstGeom>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E74A22CA-B524-71D8-46E9-4F970997D9A5}"/>
                  </a:ext>
                </a:extLst>
              </p:cNvPr>
              <p:cNvSpPr txBox="1"/>
              <p:nvPr/>
            </p:nvSpPr>
            <p:spPr>
              <a:xfrm>
                <a:off x="5153792" y="5687670"/>
                <a:ext cx="829201" cy="523220"/>
              </a:xfrm>
              <a:prstGeom prst="rect">
                <a:avLst/>
              </a:prstGeom>
              <a:noFill/>
            </p:spPr>
            <p:txBody>
              <a:bodyPr wrap="none" rtlCol="0">
                <a:spAutoFit/>
              </a:bodyPr>
              <a:lstStyle/>
              <a:p>
                <a:r>
                  <a:rPr lang="en-MY" sz="2800" dirty="0"/>
                  <a:t>ABC</a:t>
                </a:r>
              </a:p>
            </p:txBody>
          </p:sp>
        </p:grpSp>
        <p:sp>
          <p:nvSpPr>
            <p:cNvPr id="24" name="Rectangle 23">
              <a:extLst>
                <a:ext uri="{FF2B5EF4-FFF2-40B4-BE49-F238E27FC236}">
                  <a16:creationId xmlns:a16="http://schemas.microsoft.com/office/drawing/2014/main" id="{D0F3F614-E47A-3292-CBC1-EAD9D33D6710}"/>
                </a:ext>
              </a:extLst>
            </p:cNvPr>
            <p:cNvSpPr/>
            <p:nvPr/>
          </p:nvSpPr>
          <p:spPr>
            <a:xfrm>
              <a:off x="4045404" y="2753106"/>
              <a:ext cx="1080120" cy="2016224"/>
            </a:xfrm>
            <a:prstGeom prst="rect">
              <a:avLst/>
            </a:prstGeom>
            <a:solidFill>
              <a:srgbClr val="00FF00"/>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sp>
          <p:nvSpPr>
            <p:cNvPr id="25" name="TextBox 24">
              <a:extLst>
                <a:ext uri="{FF2B5EF4-FFF2-40B4-BE49-F238E27FC236}">
                  <a16:creationId xmlns:a16="http://schemas.microsoft.com/office/drawing/2014/main" id="{886F8716-8AC7-C59A-0665-99E35A3BA43C}"/>
                </a:ext>
              </a:extLst>
            </p:cNvPr>
            <p:cNvSpPr txBox="1"/>
            <p:nvPr/>
          </p:nvSpPr>
          <p:spPr>
            <a:xfrm>
              <a:off x="4183081" y="2814512"/>
              <a:ext cx="859531" cy="523220"/>
            </a:xfrm>
            <a:prstGeom prst="rect">
              <a:avLst/>
            </a:prstGeom>
            <a:noFill/>
          </p:spPr>
          <p:txBody>
            <a:bodyPr wrap="none" rtlCol="0">
              <a:spAutoFit/>
            </a:bodyPr>
            <a:lstStyle/>
            <a:p>
              <a:r>
                <a:rPr lang="en-MY" sz="2800" dirty="0"/>
                <a:t>BCD</a:t>
              </a:r>
            </a:p>
          </p:txBody>
        </p:sp>
        <p:sp>
          <p:nvSpPr>
            <p:cNvPr id="26" name="TextBox 25">
              <a:extLst>
                <a:ext uri="{FF2B5EF4-FFF2-40B4-BE49-F238E27FC236}">
                  <a16:creationId xmlns:a16="http://schemas.microsoft.com/office/drawing/2014/main" id="{D720CD4E-7358-DCC4-D2C8-847B2BB5AB80}"/>
                </a:ext>
              </a:extLst>
            </p:cNvPr>
            <p:cNvSpPr txBox="1"/>
            <p:nvPr/>
          </p:nvSpPr>
          <p:spPr>
            <a:xfrm>
              <a:off x="4190831" y="3312260"/>
              <a:ext cx="859531" cy="523220"/>
            </a:xfrm>
            <a:prstGeom prst="rect">
              <a:avLst/>
            </a:prstGeom>
            <a:noFill/>
          </p:spPr>
          <p:txBody>
            <a:bodyPr wrap="none" rtlCol="0">
              <a:spAutoFit/>
            </a:bodyPr>
            <a:lstStyle/>
            <a:p>
              <a:r>
                <a:rPr lang="en-MY" sz="2800" dirty="0"/>
                <a:t>ACD</a:t>
              </a:r>
            </a:p>
          </p:txBody>
        </p:sp>
        <p:sp>
          <p:nvSpPr>
            <p:cNvPr id="27" name="TextBox 26">
              <a:extLst>
                <a:ext uri="{FF2B5EF4-FFF2-40B4-BE49-F238E27FC236}">
                  <a16:creationId xmlns:a16="http://schemas.microsoft.com/office/drawing/2014/main" id="{B446AFDF-5AE6-F1B9-2EDA-4DE18CE22C09}"/>
                </a:ext>
              </a:extLst>
            </p:cNvPr>
            <p:cNvSpPr txBox="1"/>
            <p:nvPr/>
          </p:nvSpPr>
          <p:spPr>
            <a:xfrm>
              <a:off x="4198581" y="3771906"/>
              <a:ext cx="854721" cy="523220"/>
            </a:xfrm>
            <a:prstGeom prst="rect">
              <a:avLst/>
            </a:prstGeom>
            <a:noFill/>
          </p:spPr>
          <p:txBody>
            <a:bodyPr wrap="none" rtlCol="0">
              <a:spAutoFit/>
            </a:bodyPr>
            <a:lstStyle/>
            <a:p>
              <a:r>
                <a:rPr lang="en-MY" sz="2800" dirty="0"/>
                <a:t>ABD</a:t>
              </a:r>
            </a:p>
          </p:txBody>
        </p:sp>
        <p:sp>
          <p:nvSpPr>
            <p:cNvPr id="30" name="Rectangle 29">
              <a:extLst>
                <a:ext uri="{FF2B5EF4-FFF2-40B4-BE49-F238E27FC236}">
                  <a16:creationId xmlns:a16="http://schemas.microsoft.com/office/drawing/2014/main" id="{E5B4EFB1-2D78-2949-4A73-A62181789CE0}"/>
                </a:ext>
              </a:extLst>
            </p:cNvPr>
            <p:cNvSpPr/>
            <p:nvPr/>
          </p:nvSpPr>
          <p:spPr>
            <a:xfrm>
              <a:off x="6084168" y="2768891"/>
              <a:ext cx="1080120" cy="2016224"/>
            </a:xfrm>
            <a:prstGeom prst="rect">
              <a:avLst/>
            </a:prstGeom>
            <a:solidFill>
              <a:schemeClr val="accent4">
                <a:lumMod val="20000"/>
                <a:lumOff val="80000"/>
              </a:schemeClr>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sp>
          <p:nvSpPr>
            <p:cNvPr id="31" name="TextBox 30">
              <a:extLst>
                <a:ext uri="{FF2B5EF4-FFF2-40B4-BE49-F238E27FC236}">
                  <a16:creationId xmlns:a16="http://schemas.microsoft.com/office/drawing/2014/main" id="{3D77F1D1-E0B7-429F-BF8A-6822F3FAD156}"/>
                </a:ext>
              </a:extLst>
            </p:cNvPr>
            <p:cNvSpPr txBox="1"/>
            <p:nvPr/>
          </p:nvSpPr>
          <p:spPr>
            <a:xfrm>
              <a:off x="6304268" y="3428680"/>
              <a:ext cx="639919" cy="523220"/>
            </a:xfrm>
            <a:prstGeom prst="rect">
              <a:avLst/>
            </a:prstGeom>
            <a:noFill/>
          </p:spPr>
          <p:txBody>
            <a:bodyPr wrap="none" rtlCol="0">
              <a:spAutoFit/>
            </a:bodyPr>
            <a:lstStyle/>
            <a:p>
              <a:r>
                <a:rPr lang="en-MY" sz="2800" dirty="0"/>
                <a:t>BD</a:t>
              </a:r>
            </a:p>
          </p:txBody>
        </p:sp>
      </p:grpSp>
      <p:cxnSp>
        <p:nvCxnSpPr>
          <p:cNvPr id="36" name="Straight Connector 35">
            <a:extLst>
              <a:ext uri="{FF2B5EF4-FFF2-40B4-BE49-F238E27FC236}">
                <a16:creationId xmlns:a16="http://schemas.microsoft.com/office/drawing/2014/main" id="{867A3D99-45D3-91CC-EC99-7D01827AC431}"/>
              </a:ext>
            </a:extLst>
          </p:cNvPr>
          <p:cNvCxnSpPr/>
          <p:nvPr/>
        </p:nvCxnSpPr>
        <p:spPr>
          <a:xfrm flipV="1">
            <a:off x="3070127" y="1824242"/>
            <a:ext cx="936104" cy="11608"/>
          </a:xfrm>
          <a:prstGeom prst="line">
            <a:avLst/>
          </a:prstGeom>
          <a:ln w="5715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69A382FC-F692-BE6A-E988-941FA12767C8}"/>
              </a:ext>
            </a:extLst>
          </p:cNvPr>
          <p:cNvCxnSpPr/>
          <p:nvPr/>
        </p:nvCxnSpPr>
        <p:spPr>
          <a:xfrm flipV="1">
            <a:off x="3118584" y="2259944"/>
            <a:ext cx="936104" cy="11608"/>
          </a:xfrm>
          <a:prstGeom prst="line">
            <a:avLst/>
          </a:prstGeom>
          <a:ln w="57150"/>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2A13A7A2-1D06-03CC-25BA-C8BB02C91627}"/>
              </a:ext>
            </a:extLst>
          </p:cNvPr>
          <p:cNvCxnSpPr/>
          <p:nvPr/>
        </p:nvCxnSpPr>
        <p:spPr>
          <a:xfrm flipV="1">
            <a:off x="4512584" y="1695258"/>
            <a:ext cx="936104" cy="11608"/>
          </a:xfrm>
          <a:prstGeom prst="line">
            <a:avLst/>
          </a:prstGeom>
          <a:ln w="57150"/>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5A0D17C4-016B-06A9-6DBF-B3C525CBB900}"/>
              </a:ext>
            </a:extLst>
          </p:cNvPr>
          <p:cNvCxnSpPr/>
          <p:nvPr/>
        </p:nvCxnSpPr>
        <p:spPr>
          <a:xfrm flipV="1">
            <a:off x="4524641" y="2623280"/>
            <a:ext cx="936104" cy="11608"/>
          </a:xfrm>
          <a:prstGeom prst="line">
            <a:avLst/>
          </a:prstGeom>
          <a:ln w="57150"/>
        </p:spPr>
        <p:style>
          <a:lnRef idx="1">
            <a:schemeClr val="dk1"/>
          </a:lnRef>
          <a:fillRef idx="0">
            <a:schemeClr val="dk1"/>
          </a:fillRef>
          <a:effectRef idx="0">
            <a:schemeClr val="dk1"/>
          </a:effectRef>
          <a:fontRef idx="minor">
            <a:schemeClr val="tx1"/>
          </a:fontRef>
        </p:style>
      </p:cxnSp>
      <p:sp>
        <p:nvSpPr>
          <p:cNvPr id="42" name="Rectangle 41">
            <a:extLst>
              <a:ext uri="{FF2B5EF4-FFF2-40B4-BE49-F238E27FC236}">
                <a16:creationId xmlns:a16="http://schemas.microsoft.com/office/drawing/2014/main" id="{330015A3-4D57-D14B-6492-527BBC3F7C82}"/>
              </a:ext>
            </a:extLst>
          </p:cNvPr>
          <p:cNvSpPr/>
          <p:nvPr/>
        </p:nvSpPr>
        <p:spPr>
          <a:xfrm>
            <a:off x="53752" y="4207676"/>
            <a:ext cx="1349896" cy="22881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44" name="Straight Arrow Connector 43">
            <a:extLst>
              <a:ext uri="{FF2B5EF4-FFF2-40B4-BE49-F238E27FC236}">
                <a16:creationId xmlns:a16="http://schemas.microsoft.com/office/drawing/2014/main" id="{79AF8956-F3F9-B365-7E17-9FC8FCA41D2D}"/>
              </a:ext>
            </a:extLst>
          </p:cNvPr>
          <p:cNvCxnSpPr>
            <a:cxnSpLocks/>
            <a:stCxn id="42" idx="0"/>
          </p:cNvCxnSpPr>
          <p:nvPr/>
        </p:nvCxnSpPr>
        <p:spPr>
          <a:xfrm flipV="1">
            <a:off x="728700" y="3717032"/>
            <a:ext cx="1822511" cy="4906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id="{1F1246B6-2A2C-82B7-82B8-1F0BB867DE17}"/>
              </a:ext>
            </a:extLst>
          </p:cNvPr>
          <p:cNvPicPr>
            <a:picLocks noChangeAspect="1"/>
          </p:cNvPicPr>
          <p:nvPr/>
        </p:nvPicPr>
        <p:blipFill>
          <a:blip r:embed="rId3"/>
          <a:stretch>
            <a:fillRect/>
          </a:stretch>
        </p:blipFill>
        <p:spPr>
          <a:xfrm>
            <a:off x="778117" y="124123"/>
            <a:ext cx="7642944" cy="403547"/>
          </a:xfrm>
          <a:prstGeom prst="rect">
            <a:avLst/>
          </a:prstGeom>
        </p:spPr>
      </p:pic>
      <p:cxnSp>
        <p:nvCxnSpPr>
          <p:cNvPr id="50" name="Straight Arrow Connector 49">
            <a:extLst>
              <a:ext uri="{FF2B5EF4-FFF2-40B4-BE49-F238E27FC236}">
                <a16:creationId xmlns:a16="http://schemas.microsoft.com/office/drawing/2014/main" id="{A7CFAB9A-31B0-1A80-A151-9A2C935C6BB2}"/>
              </a:ext>
            </a:extLst>
          </p:cNvPr>
          <p:cNvCxnSpPr>
            <a:cxnSpLocks/>
          </p:cNvCxnSpPr>
          <p:nvPr/>
        </p:nvCxnSpPr>
        <p:spPr>
          <a:xfrm flipH="1">
            <a:off x="7811313" y="527670"/>
            <a:ext cx="289079" cy="3795788"/>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6117F7C0-99D3-91E3-3B7C-DBFEEE12B604}"/>
              </a:ext>
            </a:extLst>
          </p:cNvPr>
          <p:cNvSpPr/>
          <p:nvPr/>
        </p:nvSpPr>
        <p:spPr>
          <a:xfrm>
            <a:off x="1304764" y="4323458"/>
            <a:ext cx="7839236" cy="437076"/>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Slide Number Placeholder 2">
            <a:extLst>
              <a:ext uri="{FF2B5EF4-FFF2-40B4-BE49-F238E27FC236}">
                <a16:creationId xmlns:a16="http://schemas.microsoft.com/office/drawing/2014/main" id="{150E2758-F413-9DEF-15EB-830E261C6421}"/>
              </a:ext>
            </a:extLst>
          </p:cNvPr>
          <p:cNvSpPr>
            <a:spLocks noGrp="1"/>
          </p:cNvSpPr>
          <p:nvPr>
            <p:ph type="sldNum" sz="quarter" idx="12"/>
          </p:nvPr>
        </p:nvSpPr>
        <p:spPr/>
        <p:txBody>
          <a:bodyPr/>
          <a:lstStyle/>
          <a:p>
            <a:pPr>
              <a:defRPr/>
            </a:pPr>
            <a:fld id="{28588503-611C-4314-9367-E0668E948370}" type="slidenum">
              <a:rPr lang="en-US" altLang="en-US" smtClean="0"/>
              <a:pPr>
                <a:defRPr/>
              </a:pPr>
              <a:t>103</a:t>
            </a:fld>
            <a:endParaRPr lang="en-US" altLang="en-US"/>
          </a:p>
        </p:txBody>
      </p:sp>
    </p:spTree>
    <p:extLst>
      <p:ext uri="{BB962C8B-B14F-4D97-AF65-F5344CB8AC3E}">
        <p14:creationId xmlns:p14="http://schemas.microsoft.com/office/powerpoint/2010/main" val="121680427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777B88-6609-B8B3-D3BC-50173BC61A72}"/>
              </a:ext>
            </a:extLst>
          </p:cNvPr>
          <p:cNvPicPr>
            <a:picLocks noChangeAspect="1"/>
          </p:cNvPicPr>
          <p:nvPr/>
        </p:nvPicPr>
        <p:blipFill rotWithShape="1">
          <a:blip r:embed="rId2"/>
          <a:srcRect r="1176" b="5294"/>
          <a:stretch/>
        </p:blipFill>
        <p:spPr>
          <a:xfrm>
            <a:off x="251520" y="476672"/>
            <a:ext cx="8372032" cy="2119880"/>
          </a:xfrm>
          <a:prstGeom prst="rect">
            <a:avLst/>
          </a:prstGeom>
        </p:spPr>
      </p:pic>
      <p:sp>
        <p:nvSpPr>
          <p:cNvPr id="5" name="Rectangle 3">
            <a:extLst>
              <a:ext uri="{FF2B5EF4-FFF2-40B4-BE49-F238E27FC236}">
                <a16:creationId xmlns:a16="http://schemas.microsoft.com/office/drawing/2014/main" id="{576C9581-6EAD-177F-C6E4-DA036FAF0FAE}"/>
              </a:ext>
            </a:extLst>
          </p:cNvPr>
          <p:cNvSpPr txBox="1">
            <a:spLocks noChangeArrowheads="1"/>
          </p:cNvSpPr>
          <p:nvPr/>
        </p:nvSpPr>
        <p:spPr>
          <a:xfrm>
            <a:off x="611560" y="2924944"/>
            <a:ext cx="8178800" cy="3456384"/>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auto"/>
            <a:r>
              <a:rPr kumimoji="0" lang="en-US" altLang="en-US" dirty="0"/>
              <a:t>Terms that have not been eliminated are used to construct a matrix</a:t>
            </a:r>
          </a:p>
          <a:p>
            <a:pPr lvl="1" fontAlgn="auto"/>
            <a:r>
              <a:rPr kumimoji="0" lang="en-US" altLang="en-US" dirty="0"/>
              <a:t>Row: term that have not been eliminated</a:t>
            </a:r>
          </a:p>
          <a:p>
            <a:pPr lvl="1" fontAlgn="auto"/>
            <a:r>
              <a:rPr kumimoji="0" lang="en-US" altLang="en-US" dirty="0"/>
              <a:t>Column: Term in original expression</a:t>
            </a:r>
          </a:p>
          <a:p>
            <a:pPr lvl="1" fontAlgn="auto"/>
            <a:r>
              <a:rPr kumimoji="0" lang="en-US" altLang="en-US" dirty="0"/>
              <a:t>X: row and column “compatible”</a:t>
            </a:r>
          </a:p>
          <a:p>
            <a:pPr lvl="1" fontAlgn="auto"/>
            <a:r>
              <a:rPr kumimoji="0" lang="en-US" altLang="en-US" dirty="0"/>
              <a:t> X : X that is alone in column</a:t>
            </a:r>
          </a:p>
          <a:p>
            <a:pPr lvl="1" fontAlgn="auto"/>
            <a:r>
              <a:rPr kumimoji="0" lang="en-US" altLang="en-US" dirty="0"/>
              <a:t> X : X in any row with a  X</a:t>
            </a:r>
          </a:p>
          <a:p>
            <a:pPr fontAlgn="auto"/>
            <a:r>
              <a:rPr kumimoji="0" lang="en-US" altLang="en-US" dirty="0"/>
              <a:t>If every column has either  X  or  X , then done</a:t>
            </a:r>
          </a:p>
          <a:p>
            <a:pPr fontAlgn="auto"/>
            <a:r>
              <a:rPr kumimoji="0" lang="en-US" altLang="en-US" dirty="0"/>
              <a:t>Row elements whose </a:t>
            </a:r>
            <a:r>
              <a:rPr kumimoji="0" lang="en-US" altLang="en-US" dirty="0" err="1"/>
              <a:t>Xs</a:t>
            </a:r>
            <a:r>
              <a:rPr kumimoji="0" lang="en-US" altLang="en-US" dirty="0"/>
              <a:t> have been marked constitute the minimal expression</a:t>
            </a:r>
          </a:p>
        </p:txBody>
      </p:sp>
      <p:sp>
        <p:nvSpPr>
          <p:cNvPr id="6" name="Oval 21">
            <a:extLst>
              <a:ext uri="{FF2B5EF4-FFF2-40B4-BE49-F238E27FC236}">
                <a16:creationId xmlns:a16="http://schemas.microsoft.com/office/drawing/2014/main" id="{968E984F-C53D-4293-7667-A8170758A986}"/>
              </a:ext>
            </a:extLst>
          </p:cNvPr>
          <p:cNvSpPr>
            <a:spLocks noChangeArrowheads="1"/>
          </p:cNvSpPr>
          <p:nvPr/>
        </p:nvSpPr>
        <p:spPr bwMode="auto">
          <a:xfrm>
            <a:off x="1393515" y="4395986"/>
            <a:ext cx="287796" cy="360364"/>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7" name="Rectangle 42">
            <a:extLst>
              <a:ext uri="{FF2B5EF4-FFF2-40B4-BE49-F238E27FC236}">
                <a16:creationId xmlns:a16="http://schemas.microsoft.com/office/drawing/2014/main" id="{E4806876-51F3-A0AC-3918-CB1E75B765EF}"/>
              </a:ext>
            </a:extLst>
          </p:cNvPr>
          <p:cNvSpPr>
            <a:spLocks noChangeArrowheads="1"/>
          </p:cNvSpPr>
          <p:nvPr/>
        </p:nvSpPr>
        <p:spPr bwMode="auto">
          <a:xfrm>
            <a:off x="1377707" y="4828357"/>
            <a:ext cx="287797" cy="287709"/>
          </a:xfrm>
          <a:prstGeom prst="rect">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8" name="Oval 21">
            <a:extLst>
              <a:ext uri="{FF2B5EF4-FFF2-40B4-BE49-F238E27FC236}">
                <a16:creationId xmlns:a16="http://schemas.microsoft.com/office/drawing/2014/main" id="{6F8B4A26-EF30-91D2-C254-0F2966710FAA}"/>
              </a:ext>
            </a:extLst>
          </p:cNvPr>
          <p:cNvSpPr>
            <a:spLocks noChangeArrowheads="1"/>
          </p:cNvSpPr>
          <p:nvPr/>
        </p:nvSpPr>
        <p:spPr bwMode="auto">
          <a:xfrm>
            <a:off x="3172998" y="4792029"/>
            <a:ext cx="287796" cy="360364"/>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9" name="Oval 21">
            <a:extLst>
              <a:ext uri="{FF2B5EF4-FFF2-40B4-BE49-F238E27FC236}">
                <a16:creationId xmlns:a16="http://schemas.microsoft.com/office/drawing/2014/main" id="{6ED6BDDD-B195-EE3C-43D0-119B15ABD324}"/>
              </a:ext>
            </a:extLst>
          </p:cNvPr>
          <p:cNvSpPr>
            <a:spLocks noChangeArrowheads="1"/>
          </p:cNvSpPr>
          <p:nvPr/>
        </p:nvSpPr>
        <p:spPr bwMode="auto">
          <a:xfrm>
            <a:off x="3225966" y="5196336"/>
            <a:ext cx="287796" cy="360364"/>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 name="Rectangle 42">
            <a:extLst>
              <a:ext uri="{FF2B5EF4-FFF2-40B4-BE49-F238E27FC236}">
                <a16:creationId xmlns:a16="http://schemas.microsoft.com/office/drawing/2014/main" id="{245265FD-A9C1-8522-1F1B-721C9381A5B7}"/>
              </a:ext>
            </a:extLst>
          </p:cNvPr>
          <p:cNvSpPr>
            <a:spLocks noChangeArrowheads="1"/>
          </p:cNvSpPr>
          <p:nvPr/>
        </p:nvSpPr>
        <p:spPr bwMode="auto">
          <a:xfrm>
            <a:off x="3707904" y="5196336"/>
            <a:ext cx="287797" cy="287709"/>
          </a:xfrm>
          <a:prstGeom prst="rect">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1" name="Rectangle 10">
            <a:extLst>
              <a:ext uri="{FF2B5EF4-FFF2-40B4-BE49-F238E27FC236}">
                <a16:creationId xmlns:a16="http://schemas.microsoft.com/office/drawing/2014/main" id="{A42B508C-129E-72F1-D360-7139B6C2782D}"/>
              </a:ext>
            </a:extLst>
          </p:cNvPr>
          <p:cNvSpPr/>
          <p:nvPr/>
        </p:nvSpPr>
        <p:spPr>
          <a:xfrm>
            <a:off x="395536" y="1916832"/>
            <a:ext cx="648072" cy="2880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 name="Rectangle 11">
            <a:extLst>
              <a:ext uri="{FF2B5EF4-FFF2-40B4-BE49-F238E27FC236}">
                <a16:creationId xmlns:a16="http://schemas.microsoft.com/office/drawing/2014/main" id="{741BD123-0F10-2378-EE50-612438619348}"/>
              </a:ext>
            </a:extLst>
          </p:cNvPr>
          <p:cNvSpPr/>
          <p:nvPr/>
        </p:nvSpPr>
        <p:spPr>
          <a:xfrm>
            <a:off x="396728" y="2241444"/>
            <a:ext cx="648072" cy="2880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12">
            <a:extLst>
              <a:ext uri="{FF2B5EF4-FFF2-40B4-BE49-F238E27FC236}">
                <a16:creationId xmlns:a16="http://schemas.microsoft.com/office/drawing/2014/main" id="{EF0582A9-3092-29F0-3E70-EFC542E2BBF2}"/>
              </a:ext>
            </a:extLst>
          </p:cNvPr>
          <p:cNvSpPr/>
          <p:nvPr/>
        </p:nvSpPr>
        <p:spPr>
          <a:xfrm>
            <a:off x="395584" y="1610510"/>
            <a:ext cx="648072" cy="2880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Rectangle 13">
            <a:extLst>
              <a:ext uri="{FF2B5EF4-FFF2-40B4-BE49-F238E27FC236}">
                <a16:creationId xmlns:a16="http://schemas.microsoft.com/office/drawing/2014/main" id="{9110E764-B39C-70E0-E93F-F0DA63C41508}"/>
              </a:ext>
            </a:extLst>
          </p:cNvPr>
          <p:cNvSpPr/>
          <p:nvPr/>
        </p:nvSpPr>
        <p:spPr>
          <a:xfrm>
            <a:off x="395536" y="1295043"/>
            <a:ext cx="648072" cy="2880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19" name="Group 18">
            <a:extLst>
              <a:ext uri="{FF2B5EF4-FFF2-40B4-BE49-F238E27FC236}">
                <a16:creationId xmlns:a16="http://schemas.microsoft.com/office/drawing/2014/main" id="{1FB9D2BC-7E1C-B9E3-E416-F1BDD3E55DF2}"/>
              </a:ext>
            </a:extLst>
          </p:cNvPr>
          <p:cNvGrpSpPr/>
          <p:nvPr/>
        </p:nvGrpSpPr>
        <p:grpSpPr>
          <a:xfrm>
            <a:off x="2002831" y="6088940"/>
            <a:ext cx="4869410" cy="584775"/>
            <a:chOff x="2002831" y="6088940"/>
            <a:chExt cx="4869410" cy="584775"/>
          </a:xfrm>
        </p:grpSpPr>
        <p:sp>
          <p:nvSpPr>
            <p:cNvPr id="2" name="TextBox 1">
              <a:extLst>
                <a:ext uri="{FF2B5EF4-FFF2-40B4-BE49-F238E27FC236}">
                  <a16:creationId xmlns:a16="http://schemas.microsoft.com/office/drawing/2014/main" id="{0A8848AB-295F-C477-3A9D-01AC07BC9195}"/>
                </a:ext>
              </a:extLst>
            </p:cNvPr>
            <p:cNvSpPr txBox="1"/>
            <p:nvPr/>
          </p:nvSpPr>
          <p:spPr>
            <a:xfrm>
              <a:off x="2002831" y="6088940"/>
              <a:ext cx="4869410" cy="584775"/>
            </a:xfrm>
            <a:prstGeom prst="rect">
              <a:avLst/>
            </a:prstGeom>
            <a:noFill/>
          </p:spPr>
          <p:txBody>
            <a:bodyPr wrap="none" rtlCol="0">
              <a:spAutoFit/>
            </a:bodyPr>
            <a:lstStyle/>
            <a:p>
              <a:r>
                <a:rPr lang="en-MY" sz="3200" dirty="0"/>
                <a:t>ACD + ABC + ABC + ACD</a:t>
              </a:r>
            </a:p>
          </p:txBody>
        </p:sp>
        <p:cxnSp>
          <p:nvCxnSpPr>
            <p:cNvPr id="15" name="Straight Connector 14">
              <a:extLst>
                <a:ext uri="{FF2B5EF4-FFF2-40B4-BE49-F238E27FC236}">
                  <a16:creationId xmlns:a16="http://schemas.microsoft.com/office/drawing/2014/main" id="{874707DA-D402-70F1-EC26-2EF6756353A9}"/>
                </a:ext>
              </a:extLst>
            </p:cNvPr>
            <p:cNvCxnSpPr/>
            <p:nvPr/>
          </p:nvCxnSpPr>
          <p:spPr>
            <a:xfrm>
              <a:off x="2123728" y="6106781"/>
              <a:ext cx="144016"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4315939-9AC2-77D7-8271-00C4B9F7B0A4}"/>
                </a:ext>
              </a:extLst>
            </p:cNvPr>
            <p:cNvCxnSpPr/>
            <p:nvPr/>
          </p:nvCxnSpPr>
          <p:spPr>
            <a:xfrm>
              <a:off x="2411760" y="6109942"/>
              <a:ext cx="144016"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824FAE9-3716-F67A-4D17-98093F222946}"/>
                </a:ext>
              </a:extLst>
            </p:cNvPr>
            <p:cNvCxnSpPr/>
            <p:nvPr/>
          </p:nvCxnSpPr>
          <p:spPr>
            <a:xfrm>
              <a:off x="3430098" y="6106781"/>
              <a:ext cx="144016"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CB71DEB8-21B6-79E9-B2D3-1F198092141D}"/>
                </a:ext>
              </a:extLst>
            </p:cNvPr>
            <p:cNvCxnSpPr/>
            <p:nvPr/>
          </p:nvCxnSpPr>
          <p:spPr>
            <a:xfrm>
              <a:off x="5220072" y="6109942"/>
              <a:ext cx="144016" cy="0"/>
            </a:xfrm>
            <a:prstGeom prst="line">
              <a:avLst/>
            </a:prstGeom>
            <a:ln w="28575"/>
          </p:spPr>
          <p:style>
            <a:lnRef idx="1">
              <a:schemeClr val="dk1"/>
            </a:lnRef>
            <a:fillRef idx="0">
              <a:schemeClr val="dk1"/>
            </a:fillRef>
            <a:effectRef idx="0">
              <a:schemeClr val="dk1"/>
            </a:effectRef>
            <a:fontRef idx="minor">
              <a:schemeClr val="tx1"/>
            </a:fontRef>
          </p:style>
        </p:cxnSp>
      </p:grpSp>
      <p:pic>
        <p:nvPicPr>
          <p:cNvPr id="20" name="Picture 19">
            <a:extLst>
              <a:ext uri="{FF2B5EF4-FFF2-40B4-BE49-F238E27FC236}">
                <a16:creationId xmlns:a16="http://schemas.microsoft.com/office/drawing/2014/main" id="{A3C060DC-8896-84CC-39BA-E4A5CFC8652E}"/>
              </a:ext>
            </a:extLst>
          </p:cNvPr>
          <p:cNvPicPr>
            <a:picLocks noChangeAspect="1"/>
          </p:cNvPicPr>
          <p:nvPr/>
        </p:nvPicPr>
        <p:blipFill>
          <a:blip r:embed="rId3"/>
          <a:stretch>
            <a:fillRect/>
          </a:stretch>
        </p:blipFill>
        <p:spPr>
          <a:xfrm>
            <a:off x="1042436" y="2930346"/>
            <a:ext cx="5829805" cy="2575783"/>
          </a:xfrm>
          <a:prstGeom prst="rect">
            <a:avLst/>
          </a:prstGeom>
        </p:spPr>
      </p:pic>
      <p:pic>
        <p:nvPicPr>
          <p:cNvPr id="21" name="Picture 20">
            <a:extLst>
              <a:ext uri="{FF2B5EF4-FFF2-40B4-BE49-F238E27FC236}">
                <a16:creationId xmlns:a16="http://schemas.microsoft.com/office/drawing/2014/main" id="{673BC89A-9773-16A0-ED02-96A278267411}"/>
              </a:ext>
            </a:extLst>
          </p:cNvPr>
          <p:cNvPicPr>
            <a:picLocks noChangeAspect="1"/>
          </p:cNvPicPr>
          <p:nvPr/>
        </p:nvPicPr>
        <p:blipFill>
          <a:blip r:embed="rId4"/>
          <a:stretch>
            <a:fillRect/>
          </a:stretch>
        </p:blipFill>
        <p:spPr>
          <a:xfrm>
            <a:off x="611560" y="99410"/>
            <a:ext cx="7642944" cy="403547"/>
          </a:xfrm>
          <a:prstGeom prst="rect">
            <a:avLst/>
          </a:prstGeom>
        </p:spPr>
      </p:pic>
      <p:sp>
        <p:nvSpPr>
          <p:cNvPr id="3" name="Slide Number Placeholder 2">
            <a:extLst>
              <a:ext uri="{FF2B5EF4-FFF2-40B4-BE49-F238E27FC236}">
                <a16:creationId xmlns:a16="http://schemas.microsoft.com/office/drawing/2014/main" id="{AB3DD8B4-1831-DD52-A7E7-1C8C44C7AA42}"/>
              </a:ext>
            </a:extLst>
          </p:cNvPr>
          <p:cNvSpPr>
            <a:spLocks noGrp="1"/>
          </p:cNvSpPr>
          <p:nvPr>
            <p:ph type="sldNum" sz="quarter" idx="12"/>
          </p:nvPr>
        </p:nvSpPr>
        <p:spPr/>
        <p:txBody>
          <a:bodyPr/>
          <a:lstStyle/>
          <a:p>
            <a:pPr>
              <a:defRPr/>
            </a:pPr>
            <a:fld id="{C80DB997-564C-4C45-82C5-01CC3F0E549C}" type="slidenum">
              <a:rPr lang="en-US" altLang="en-US" smtClean="0"/>
              <a:pPr>
                <a:defRPr/>
              </a:pPr>
              <a:t>104</a:t>
            </a:fld>
            <a:endParaRPr lang="en-US" altLang="en-US"/>
          </a:p>
        </p:txBody>
      </p:sp>
    </p:spTree>
    <p:extLst>
      <p:ext uri="{BB962C8B-B14F-4D97-AF65-F5344CB8AC3E}">
        <p14:creationId xmlns:p14="http://schemas.microsoft.com/office/powerpoint/2010/main" val="1468377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nodeType="clickEffect">
                                  <p:stCondLst>
                                    <p:cond delay="0"/>
                                  </p:stCondLst>
                                  <p:childTnLst>
                                    <p:anim calcmode="lin" valueType="num">
                                      <p:cBhvr additive="base">
                                        <p:cTn id="18" dur="500"/>
                                        <p:tgtEl>
                                          <p:spTgt spid="20"/>
                                        </p:tgtEl>
                                        <p:attrNameLst>
                                          <p:attrName>ppt_x</p:attrName>
                                        </p:attrNameLst>
                                      </p:cBhvr>
                                      <p:tavLst>
                                        <p:tav tm="0">
                                          <p:val>
                                            <p:strVal val="ppt_x"/>
                                          </p:val>
                                        </p:tav>
                                        <p:tav tm="100000">
                                          <p:val>
                                            <p:strVal val="ppt_x"/>
                                          </p:val>
                                        </p:tav>
                                      </p:tavLst>
                                    </p:anim>
                                    <p:anim calcmode="lin" valueType="num">
                                      <p:cBhvr additive="base">
                                        <p:cTn id="19" dur="500"/>
                                        <p:tgtEl>
                                          <p:spTgt spid="20"/>
                                        </p:tgtEl>
                                        <p:attrNameLst>
                                          <p:attrName>ppt_y</p:attrName>
                                        </p:attrNameLst>
                                      </p:cBhvr>
                                      <p:tavLst>
                                        <p:tav tm="0">
                                          <p:val>
                                            <p:strVal val="ppt_y"/>
                                          </p:val>
                                        </p:tav>
                                        <p:tav tm="100000">
                                          <p:val>
                                            <p:strVal val="1+ppt_h/2"/>
                                          </p:val>
                                        </p:tav>
                                      </p:tavLst>
                                    </p:anim>
                                    <p:set>
                                      <p:cBhvr>
                                        <p:cTn id="20"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3">
            <a:extLst>
              <a:ext uri="{FF2B5EF4-FFF2-40B4-BE49-F238E27FC236}">
                <a16:creationId xmlns:a16="http://schemas.microsoft.com/office/drawing/2014/main" id="{B1B98299-6B14-A263-1A04-E67ECCF0DFA3}"/>
              </a:ext>
            </a:extLst>
          </p:cNvPr>
          <p:cNvSpPr>
            <a:spLocks noGrp="1" noChangeArrowheads="1"/>
          </p:cNvSpPr>
          <p:nvPr>
            <p:ph idx="1"/>
          </p:nvPr>
        </p:nvSpPr>
        <p:spPr>
          <a:xfrm>
            <a:off x="177800" y="698518"/>
            <a:ext cx="8642671" cy="523875"/>
          </a:xfrm>
        </p:spPr>
        <p:txBody>
          <a:bodyPr/>
          <a:lstStyle/>
          <a:p>
            <a:r>
              <a:rPr lang="en-US" altLang="en-US" dirty="0"/>
              <a:t>Use Quine-</a:t>
            </a:r>
            <a:r>
              <a:rPr lang="en-US" altLang="en-US" dirty="0" err="1"/>
              <a:t>McKluskey</a:t>
            </a:r>
            <a:r>
              <a:rPr lang="en-US" altLang="en-US" dirty="0"/>
              <a:t> Method to simplify</a:t>
            </a:r>
          </a:p>
        </p:txBody>
      </p:sp>
      <p:grpSp>
        <p:nvGrpSpPr>
          <p:cNvPr id="87043" name="Group 3">
            <a:extLst>
              <a:ext uri="{FF2B5EF4-FFF2-40B4-BE49-F238E27FC236}">
                <a16:creationId xmlns:a16="http://schemas.microsoft.com/office/drawing/2014/main" id="{F12F893E-06FA-C282-AAB6-4A688260AE1E}"/>
              </a:ext>
            </a:extLst>
          </p:cNvPr>
          <p:cNvGrpSpPr>
            <a:grpSpLocks/>
          </p:cNvGrpSpPr>
          <p:nvPr/>
        </p:nvGrpSpPr>
        <p:grpSpPr bwMode="auto">
          <a:xfrm>
            <a:off x="1403648" y="1293028"/>
            <a:ext cx="5976938" cy="523875"/>
            <a:chOff x="1619002" y="2420888"/>
            <a:chExt cx="5977334" cy="523220"/>
          </a:xfrm>
        </p:grpSpPr>
        <p:sp>
          <p:nvSpPr>
            <p:cNvPr id="87101" name="TextBox 11">
              <a:extLst>
                <a:ext uri="{FF2B5EF4-FFF2-40B4-BE49-F238E27FC236}">
                  <a16:creationId xmlns:a16="http://schemas.microsoft.com/office/drawing/2014/main" id="{475295E1-4FB5-4B3E-E30D-7AB8053E4285}"/>
                </a:ext>
              </a:extLst>
            </p:cNvPr>
            <p:cNvSpPr txBox="1">
              <a:spLocks noChangeArrowheads="1"/>
            </p:cNvSpPr>
            <p:nvPr/>
          </p:nvSpPr>
          <p:spPr bwMode="auto">
            <a:xfrm>
              <a:off x="1619002" y="2420888"/>
              <a:ext cx="5977334" cy="52322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dirty="0">
                  <a:solidFill>
                    <a:srgbClr val="5E574E"/>
                  </a:solidFill>
                </a:rPr>
                <a:t>F = ABCD + ABCD + ABCD + ABCD</a:t>
              </a:r>
            </a:p>
          </p:txBody>
        </p:sp>
        <p:cxnSp>
          <p:nvCxnSpPr>
            <p:cNvPr id="87102" name="Straight Connector 7">
              <a:extLst>
                <a:ext uri="{FF2B5EF4-FFF2-40B4-BE49-F238E27FC236}">
                  <a16:creationId xmlns:a16="http://schemas.microsoft.com/office/drawing/2014/main" id="{D7DE2D7C-B3A9-C02F-C843-CA291193097C}"/>
                </a:ext>
              </a:extLst>
            </p:cNvPr>
            <p:cNvCxnSpPr>
              <a:cxnSpLocks noChangeShapeType="1"/>
            </p:cNvCxnSpPr>
            <p:nvPr/>
          </p:nvCxnSpPr>
          <p:spPr bwMode="auto">
            <a:xfrm>
              <a:off x="2456210" y="249232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87103" name="Straight Connector 7">
              <a:extLst>
                <a:ext uri="{FF2B5EF4-FFF2-40B4-BE49-F238E27FC236}">
                  <a16:creationId xmlns:a16="http://schemas.microsoft.com/office/drawing/2014/main" id="{607CC2C0-BF27-47F5-A898-1195AE73F9A1}"/>
                </a:ext>
              </a:extLst>
            </p:cNvPr>
            <p:cNvCxnSpPr>
              <a:cxnSpLocks noChangeShapeType="1"/>
            </p:cNvCxnSpPr>
            <p:nvPr/>
          </p:nvCxnSpPr>
          <p:spPr bwMode="auto">
            <a:xfrm>
              <a:off x="2889598" y="249232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87104" name="Straight Connector 7">
              <a:extLst>
                <a:ext uri="{FF2B5EF4-FFF2-40B4-BE49-F238E27FC236}">
                  <a16:creationId xmlns:a16="http://schemas.microsoft.com/office/drawing/2014/main" id="{6B400EA7-86FF-42BB-4ABB-F3569E2FF3D0}"/>
                </a:ext>
              </a:extLst>
            </p:cNvPr>
            <p:cNvCxnSpPr>
              <a:cxnSpLocks noChangeShapeType="1"/>
            </p:cNvCxnSpPr>
            <p:nvPr/>
          </p:nvCxnSpPr>
          <p:spPr bwMode="auto">
            <a:xfrm>
              <a:off x="3820170" y="249232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87105" name="Straight Connector 7">
              <a:extLst>
                <a:ext uri="{FF2B5EF4-FFF2-40B4-BE49-F238E27FC236}">
                  <a16:creationId xmlns:a16="http://schemas.microsoft.com/office/drawing/2014/main" id="{35C9E23F-FC2A-35C9-B83C-EBB4C5EF4EB8}"/>
                </a:ext>
              </a:extLst>
            </p:cNvPr>
            <p:cNvCxnSpPr>
              <a:cxnSpLocks noChangeShapeType="1"/>
            </p:cNvCxnSpPr>
            <p:nvPr/>
          </p:nvCxnSpPr>
          <p:spPr bwMode="auto">
            <a:xfrm>
              <a:off x="5614020" y="249232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grpSp>
        <p:nvGrpSpPr>
          <p:cNvPr id="7" name="Group 6">
            <a:extLst>
              <a:ext uri="{FF2B5EF4-FFF2-40B4-BE49-F238E27FC236}">
                <a16:creationId xmlns:a16="http://schemas.microsoft.com/office/drawing/2014/main" id="{47E59DE3-17D8-9340-92CD-A94B3E41F416}"/>
              </a:ext>
            </a:extLst>
          </p:cNvPr>
          <p:cNvGrpSpPr/>
          <p:nvPr/>
        </p:nvGrpSpPr>
        <p:grpSpPr>
          <a:xfrm>
            <a:off x="1637552" y="2780928"/>
            <a:ext cx="819135" cy="400110"/>
            <a:chOff x="1597156" y="5382756"/>
            <a:chExt cx="819135" cy="400110"/>
          </a:xfrm>
        </p:grpSpPr>
        <p:sp>
          <p:nvSpPr>
            <p:cNvPr id="4" name="TextBox 3">
              <a:extLst>
                <a:ext uri="{FF2B5EF4-FFF2-40B4-BE49-F238E27FC236}">
                  <a16:creationId xmlns:a16="http://schemas.microsoft.com/office/drawing/2014/main" id="{0E6BF8AF-85FA-D43B-C836-7FDF32788461}"/>
                </a:ext>
              </a:extLst>
            </p:cNvPr>
            <p:cNvSpPr txBox="1"/>
            <p:nvPr/>
          </p:nvSpPr>
          <p:spPr>
            <a:xfrm>
              <a:off x="1597156" y="5382756"/>
              <a:ext cx="819135" cy="400110"/>
            </a:xfrm>
            <a:prstGeom prst="rect">
              <a:avLst/>
            </a:prstGeom>
            <a:noFill/>
          </p:spPr>
          <p:txBody>
            <a:bodyPr wrap="none" rtlCol="0">
              <a:spAutoFit/>
            </a:bodyPr>
            <a:lstStyle/>
            <a:p>
              <a:r>
                <a:rPr lang="en-MY" dirty="0"/>
                <a:t>ABCD</a:t>
              </a:r>
            </a:p>
          </p:txBody>
        </p:sp>
        <p:cxnSp>
          <p:nvCxnSpPr>
            <p:cNvPr id="5" name="Straight Connector 7">
              <a:extLst>
                <a:ext uri="{FF2B5EF4-FFF2-40B4-BE49-F238E27FC236}">
                  <a16:creationId xmlns:a16="http://schemas.microsoft.com/office/drawing/2014/main" id="{92FDC7E5-DAFE-F482-AC2F-66269ABD5EC2}"/>
                </a:ext>
              </a:extLst>
            </p:cNvPr>
            <p:cNvCxnSpPr>
              <a:cxnSpLocks noChangeShapeType="1"/>
            </p:cNvCxnSpPr>
            <p:nvPr/>
          </p:nvCxnSpPr>
          <p:spPr bwMode="auto">
            <a:xfrm>
              <a:off x="1691680" y="5445224"/>
              <a:ext cx="1215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 name="Straight Connector 7">
              <a:extLst>
                <a:ext uri="{FF2B5EF4-FFF2-40B4-BE49-F238E27FC236}">
                  <a16:creationId xmlns:a16="http://schemas.microsoft.com/office/drawing/2014/main" id="{0C46252B-BEC4-932B-A37F-6711D60838F0}"/>
                </a:ext>
              </a:extLst>
            </p:cNvPr>
            <p:cNvCxnSpPr>
              <a:cxnSpLocks noChangeShapeType="1"/>
            </p:cNvCxnSpPr>
            <p:nvPr/>
          </p:nvCxnSpPr>
          <p:spPr bwMode="auto">
            <a:xfrm>
              <a:off x="2006723" y="5445224"/>
              <a:ext cx="133927"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grpSp>
        <p:nvGrpSpPr>
          <p:cNvPr id="10" name="Group 9">
            <a:extLst>
              <a:ext uri="{FF2B5EF4-FFF2-40B4-BE49-F238E27FC236}">
                <a16:creationId xmlns:a16="http://schemas.microsoft.com/office/drawing/2014/main" id="{5A5FBFA6-C338-221F-757F-56C3590065F7}"/>
              </a:ext>
            </a:extLst>
          </p:cNvPr>
          <p:cNvGrpSpPr/>
          <p:nvPr/>
        </p:nvGrpSpPr>
        <p:grpSpPr>
          <a:xfrm>
            <a:off x="1637551" y="3243506"/>
            <a:ext cx="819135" cy="400110"/>
            <a:chOff x="1597156" y="5382756"/>
            <a:chExt cx="819135" cy="400110"/>
          </a:xfrm>
        </p:grpSpPr>
        <p:sp>
          <p:nvSpPr>
            <p:cNvPr id="11" name="TextBox 10">
              <a:extLst>
                <a:ext uri="{FF2B5EF4-FFF2-40B4-BE49-F238E27FC236}">
                  <a16:creationId xmlns:a16="http://schemas.microsoft.com/office/drawing/2014/main" id="{685A47F9-3E1A-62AC-88E4-550A8B94FE0B}"/>
                </a:ext>
              </a:extLst>
            </p:cNvPr>
            <p:cNvSpPr txBox="1"/>
            <p:nvPr/>
          </p:nvSpPr>
          <p:spPr>
            <a:xfrm>
              <a:off x="1597156" y="5382756"/>
              <a:ext cx="819135" cy="400110"/>
            </a:xfrm>
            <a:prstGeom prst="rect">
              <a:avLst/>
            </a:prstGeom>
            <a:noFill/>
          </p:spPr>
          <p:txBody>
            <a:bodyPr wrap="none" rtlCol="0">
              <a:spAutoFit/>
            </a:bodyPr>
            <a:lstStyle/>
            <a:p>
              <a:r>
                <a:rPr lang="en-MY" dirty="0"/>
                <a:t>ABCD</a:t>
              </a:r>
            </a:p>
          </p:txBody>
        </p:sp>
        <p:cxnSp>
          <p:nvCxnSpPr>
            <p:cNvPr id="12" name="Straight Connector 7">
              <a:extLst>
                <a:ext uri="{FF2B5EF4-FFF2-40B4-BE49-F238E27FC236}">
                  <a16:creationId xmlns:a16="http://schemas.microsoft.com/office/drawing/2014/main" id="{B70096BF-70B3-B2E4-3394-68422559DDEE}"/>
                </a:ext>
              </a:extLst>
            </p:cNvPr>
            <p:cNvCxnSpPr>
              <a:cxnSpLocks noChangeShapeType="1"/>
            </p:cNvCxnSpPr>
            <p:nvPr/>
          </p:nvCxnSpPr>
          <p:spPr bwMode="auto">
            <a:xfrm>
              <a:off x="1691680" y="5445224"/>
              <a:ext cx="1215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grpSp>
        <p:nvGrpSpPr>
          <p:cNvPr id="23" name="Group 22">
            <a:extLst>
              <a:ext uri="{FF2B5EF4-FFF2-40B4-BE49-F238E27FC236}">
                <a16:creationId xmlns:a16="http://schemas.microsoft.com/office/drawing/2014/main" id="{4D88CEB7-E4BC-F72F-A868-534D3BB16F8B}"/>
              </a:ext>
            </a:extLst>
          </p:cNvPr>
          <p:cNvGrpSpPr/>
          <p:nvPr/>
        </p:nvGrpSpPr>
        <p:grpSpPr>
          <a:xfrm>
            <a:off x="1637550" y="3664232"/>
            <a:ext cx="819135" cy="400110"/>
            <a:chOff x="1597156" y="5382756"/>
            <a:chExt cx="819135" cy="400110"/>
          </a:xfrm>
        </p:grpSpPr>
        <p:sp>
          <p:nvSpPr>
            <p:cNvPr id="26" name="TextBox 25">
              <a:extLst>
                <a:ext uri="{FF2B5EF4-FFF2-40B4-BE49-F238E27FC236}">
                  <a16:creationId xmlns:a16="http://schemas.microsoft.com/office/drawing/2014/main" id="{273CA0F7-3D84-98E6-9ED4-DA78FC999192}"/>
                </a:ext>
              </a:extLst>
            </p:cNvPr>
            <p:cNvSpPr txBox="1"/>
            <p:nvPr/>
          </p:nvSpPr>
          <p:spPr>
            <a:xfrm>
              <a:off x="1597156" y="5382756"/>
              <a:ext cx="819135" cy="400110"/>
            </a:xfrm>
            <a:prstGeom prst="rect">
              <a:avLst/>
            </a:prstGeom>
            <a:noFill/>
          </p:spPr>
          <p:txBody>
            <a:bodyPr wrap="none" rtlCol="0">
              <a:spAutoFit/>
            </a:bodyPr>
            <a:lstStyle/>
            <a:p>
              <a:r>
                <a:rPr lang="en-MY" dirty="0"/>
                <a:t>ABCD</a:t>
              </a:r>
            </a:p>
          </p:txBody>
        </p:sp>
        <p:cxnSp>
          <p:nvCxnSpPr>
            <p:cNvPr id="27" name="Straight Connector 7">
              <a:extLst>
                <a:ext uri="{FF2B5EF4-FFF2-40B4-BE49-F238E27FC236}">
                  <a16:creationId xmlns:a16="http://schemas.microsoft.com/office/drawing/2014/main" id="{9924877C-24F5-2B38-4639-2767686B280B}"/>
                </a:ext>
              </a:extLst>
            </p:cNvPr>
            <p:cNvCxnSpPr>
              <a:cxnSpLocks noChangeShapeType="1"/>
            </p:cNvCxnSpPr>
            <p:nvPr/>
          </p:nvCxnSpPr>
          <p:spPr bwMode="auto">
            <a:xfrm>
              <a:off x="2038088" y="5454764"/>
              <a:ext cx="1215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30" name="TextBox 29">
            <a:extLst>
              <a:ext uri="{FF2B5EF4-FFF2-40B4-BE49-F238E27FC236}">
                <a16:creationId xmlns:a16="http://schemas.microsoft.com/office/drawing/2014/main" id="{7355997A-65E5-2947-A82B-32F3F5F02FD5}"/>
              </a:ext>
            </a:extLst>
          </p:cNvPr>
          <p:cNvSpPr txBox="1"/>
          <p:nvPr/>
        </p:nvSpPr>
        <p:spPr>
          <a:xfrm>
            <a:off x="1623722" y="4101332"/>
            <a:ext cx="819135" cy="400110"/>
          </a:xfrm>
          <a:prstGeom prst="rect">
            <a:avLst/>
          </a:prstGeom>
          <a:noFill/>
        </p:spPr>
        <p:txBody>
          <a:bodyPr wrap="none" rtlCol="0">
            <a:spAutoFit/>
          </a:bodyPr>
          <a:lstStyle/>
          <a:p>
            <a:r>
              <a:rPr lang="en-MY" dirty="0"/>
              <a:t>ABCD</a:t>
            </a:r>
          </a:p>
        </p:txBody>
      </p:sp>
      <p:grpSp>
        <p:nvGrpSpPr>
          <p:cNvPr id="37" name="Group 36">
            <a:extLst>
              <a:ext uri="{FF2B5EF4-FFF2-40B4-BE49-F238E27FC236}">
                <a16:creationId xmlns:a16="http://schemas.microsoft.com/office/drawing/2014/main" id="{53C5AF45-CA92-8F9A-8E6F-8F7C624F5746}"/>
              </a:ext>
            </a:extLst>
          </p:cNvPr>
          <p:cNvGrpSpPr/>
          <p:nvPr/>
        </p:nvGrpSpPr>
        <p:grpSpPr>
          <a:xfrm>
            <a:off x="3245126" y="2752390"/>
            <a:ext cx="4801306" cy="400110"/>
            <a:chOff x="3245126" y="2752390"/>
            <a:chExt cx="4801306" cy="400110"/>
          </a:xfrm>
        </p:grpSpPr>
        <p:sp>
          <p:nvSpPr>
            <p:cNvPr id="33" name="TextBox 32">
              <a:extLst>
                <a:ext uri="{FF2B5EF4-FFF2-40B4-BE49-F238E27FC236}">
                  <a16:creationId xmlns:a16="http://schemas.microsoft.com/office/drawing/2014/main" id="{EFBAF0B8-230D-2EEC-2738-BE3ED9FB208C}"/>
                </a:ext>
              </a:extLst>
            </p:cNvPr>
            <p:cNvSpPr txBox="1"/>
            <p:nvPr/>
          </p:nvSpPr>
          <p:spPr>
            <a:xfrm>
              <a:off x="3245126" y="2752390"/>
              <a:ext cx="324128" cy="400110"/>
            </a:xfrm>
            <a:prstGeom prst="rect">
              <a:avLst/>
            </a:prstGeom>
            <a:noFill/>
          </p:spPr>
          <p:txBody>
            <a:bodyPr wrap="none" rtlCol="0">
              <a:spAutoFit/>
            </a:bodyPr>
            <a:lstStyle/>
            <a:p>
              <a:r>
                <a:rPr lang="en-MY" dirty="0"/>
                <a:t>0</a:t>
              </a:r>
            </a:p>
          </p:txBody>
        </p:sp>
        <p:sp>
          <p:nvSpPr>
            <p:cNvPr id="34" name="TextBox 33">
              <a:extLst>
                <a:ext uri="{FF2B5EF4-FFF2-40B4-BE49-F238E27FC236}">
                  <a16:creationId xmlns:a16="http://schemas.microsoft.com/office/drawing/2014/main" id="{1A77FC4C-BCCC-714B-8C52-CCBF219E222C}"/>
                </a:ext>
              </a:extLst>
            </p:cNvPr>
            <p:cNvSpPr txBox="1"/>
            <p:nvPr/>
          </p:nvSpPr>
          <p:spPr>
            <a:xfrm>
              <a:off x="6229912" y="2752390"/>
              <a:ext cx="324128" cy="400110"/>
            </a:xfrm>
            <a:prstGeom prst="rect">
              <a:avLst/>
            </a:prstGeom>
            <a:noFill/>
          </p:spPr>
          <p:txBody>
            <a:bodyPr wrap="none" rtlCol="0">
              <a:spAutoFit/>
            </a:bodyPr>
            <a:lstStyle/>
            <a:p>
              <a:r>
                <a:rPr lang="en-MY" dirty="0"/>
                <a:t>0</a:t>
              </a:r>
            </a:p>
          </p:txBody>
        </p:sp>
        <p:sp>
          <p:nvSpPr>
            <p:cNvPr id="35" name="TextBox 34">
              <a:extLst>
                <a:ext uri="{FF2B5EF4-FFF2-40B4-BE49-F238E27FC236}">
                  <a16:creationId xmlns:a16="http://schemas.microsoft.com/office/drawing/2014/main" id="{B054FAD0-20DA-DFED-934A-E30DB931A0B5}"/>
                </a:ext>
              </a:extLst>
            </p:cNvPr>
            <p:cNvSpPr txBox="1"/>
            <p:nvPr/>
          </p:nvSpPr>
          <p:spPr>
            <a:xfrm>
              <a:off x="4737519" y="2752390"/>
              <a:ext cx="324128" cy="400110"/>
            </a:xfrm>
            <a:prstGeom prst="rect">
              <a:avLst/>
            </a:prstGeom>
            <a:noFill/>
          </p:spPr>
          <p:txBody>
            <a:bodyPr wrap="none" rtlCol="0">
              <a:spAutoFit/>
            </a:bodyPr>
            <a:lstStyle/>
            <a:p>
              <a:r>
                <a:rPr lang="en-MY" dirty="0"/>
                <a:t>1</a:t>
              </a:r>
            </a:p>
          </p:txBody>
        </p:sp>
        <p:sp>
          <p:nvSpPr>
            <p:cNvPr id="36" name="TextBox 35">
              <a:extLst>
                <a:ext uri="{FF2B5EF4-FFF2-40B4-BE49-F238E27FC236}">
                  <a16:creationId xmlns:a16="http://schemas.microsoft.com/office/drawing/2014/main" id="{D0C460CA-2430-D018-653E-CDA4127AC045}"/>
                </a:ext>
              </a:extLst>
            </p:cNvPr>
            <p:cNvSpPr txBox="1"/>
            <p:nvPr/>
          </p:nvSpPr>
          <p:spPr>
            <a:xfrm>
              <a:off x="7722304" y="2752390"/>
              <a:ext cx="324128" cy="400110"/>
            </a:xfrm>
            <a:prstGeom prst="rect">
              <a:avLst/>
            </a:prstGeom>
            <a:noFill/>
          </p:spPr>
          <p:txBody>
            <a:bodyPr wrap="none" rtlCol="0">
              <a:spAutoFit/>
            </a:bodyPr>
            <a:lstStyle/>
            <a:p>
              <a:r>
                <a:rPr lang="en-MY" dirty="0"/>
                <a:t>1</a:t>
              </a:r>
            </a:p>
          </p:txBody>
        </p:sp>
      </p:grpSp>
      <p:grpSp>
        <p:nvGrpSpPr>
          <p:cNvPr id="38" name="Group 37">
            <a:extLst>
              <a:ext uri="{FF2B5EF4-FFF2-40B4-BE49-F238E27FC236}">
                <a16:creationId xmlns:a16="http://schemas.microsoft.com/office/drawing/2014/main" id="{85145137-8806-ABBE-0A3C-46FBAFB0D95D}"/>
              </a:ext>
            </a:extLst>
          </p:cNvPr>
          <p:cNvGrpSpPr/>
          <p:nvPr/>
        </p:nvGrpSpPr>
        <p:grpSpPr>
          <a:xfrm>
            <a:off x="3245126" y="3243506"/>
            <a:ext cx="4801306" cy="400110"/>
            <a:chOff x="3245126" y="2752390"/>
            <a:chExt cx="4801306" cy="400110"/>
          </a:xfrm>
        </p:grpSpPr>
        <p:sp>
          <p:nvSpPr>
            <p:cNvPr id="39" name="TextBox 38">
              <a:extLst>
                <a:ext uri="{FF2B5EF4-FFF2-40B4-BE49-F238E27FC236}">
                  <a16:creationId xmlns:a16="http://schemas.microsoft.com/office/drawing/2014/main" id="{346BC85F-7471-DAD9-CA98-D35731A16FE7}"/>
                </a:ext>
              </a:extLst>
            </p:cNvPr>
            <p:cNvSpPr txBox="1"/>
            <p:nvPr/>
          </p:nvSpPr>
          <p:spPr>
            <a:xfrm>
              <a:off x="3245126" y="2752390"/>
              <a:ext cx="324128" cy="400110"/>
            </a:xfrm>
            <a:prstGeom prst="rect">
              <a:avLst/>
            </a:prstGeom>
            <a:noFill/>
          </p:spPr>
          <p:txBody>
            <a:bodyPr wrap="none" rtlCol="0">
              <a:spAutoFit/>
            </a:bodyPr>
            <a:lstStyle/>
            <a:p>
              <a:r>
                <a:rPr lang="en-MY" dirty="0"/>
                <a:t>0</a:t>
              </a:r>
            </a:p>
          </p:txBody>
        </p:sp>
        <p:sp>
          <p:nvSpPr>
            <p:cNvPr id="40" name="TextBox 39">
              <a:extLst>
                <a:ext uri="{FF2B5EF4-FFF2-40B4-BE49-F238E27FC236}">
                  <a16:creationId xmlns:a16="http://schemas.microsoft.com/office/drawing/2014/main" id="{ABB9339B-556F-886C-3C98-F30A5B2D86CA}"/>
                </a:ext>
              </a:extLst>
            </p:cNvPr>
            <p:cNvSpPr txBox="1"/>
            <p:nvPr/>
          </p:nvSpPr>
          <p:spPr>
            <a:xfrm>
              <a:off x="6229912" y="2752390"/>
              <a:ext cx="324128" cy="400110"/>
            </a:xfrm>
            <a:prstGeom prst="rect">
              <a:avLst/>
            </a:prstGeom>
            <a:noFill/>
          </p:spPr>
          <p:txBody>
            <a:bodyPr wrap="none" rtlCol="0">
              <a:spAutoFit/>
            </a:bodyPr>
            <a:lstStyle/>
            <a:p>
              <a:r>
                <a:rPr lang="en-MY" dirty="0"/>
                <a:t>1</a:t>
              </a:r>
            </a:p>
          </p:txBody>
        </p:sp>
        <p:sp>
          <p:nvSpPr>
            <p:cNvPr id="41" name="TextBox 40">
              <a:extLst>
                <a:ext uri="{FF2B5EF4-FFF2-40B4-BE49-F238E27FC236}">
                  <a16:creationId xmlns:a16="http://schemas.microsoft.com/office/drawing/2014/main" id="{34F30A75-AC00-CB1C-1D6F-E851AD2905D3}"/>
                </a:ext>
              </a:extLst>
            </p:cNvPr>
            <p:cNvSpPr txBox="1"/>
            <p:nvPr/>
          </p:nvSpPr>
          <p:spPr>
            <a:xfrm>
              <a:off x="4737519" y="2752390"/>
              <a:ext cx="324128" cy="400110"/>
            </a:xfrm>
            <a:prstGeom prst="rect">
              <a:avLst/>
            </a:prstGeom>
            <a:noFill/>
          </p:spPr>
          <p:txBody>
            <a:bodyPr wrap="none" rtlCol="0">
              <a:spAutoFit/>
            </a:bodyPr>
            <a:lstStyle/>
            <a:p>
              <a:r>
                <a:rPr lang="en-MY" dirty="0"/>
                <a:t>1</a:t>
              </a:r>
            </a:p>
          </p:txBody>
        </p:sp>
        <p:sp>
          <p:nvSpPr>
            <p:cNvPr id="42" name="TextBox 41">
              <a:extLst>
                <a:ext uri="{FF2B5EF4-FFF2-40B4-BE49-F238E27FC236}">
                  <a16:creationId xmlns:a16="http://schemas.microsoft.com/office/drawing/2014/main" id="{B4A0152D-96D7-EC2C-EE97-7A38491B3BBB}"/>
                </a:ext>
              </a:extLst>
            </p:cNvPr>
            <p:cNvSpPr txBox="1"/>
            <p:nvPr/>
          </p:nvSpPr>
          <p:spPr>
            <a:xfrm>
              <a:off x="7722304" y="2752390"/>
              <a:ext cx="324128" cy="400110"/>
            </a:xfrm>
            <a:prstGeom prst="rect">
              <a:avLst/>
            </a:prstGeom>
            <a:noFill/>
          </p:spPr>
          <p:txBody>
            <a:bodyPr wrap="none" rtlCol="0">
              <a:spAutoFit/>
            </a:bodyPr>
            <a:lstStyle/>
            <a:p>
              <a:r>
                <a:rPr lang="en-MY" dirty="0"/>
                <a:t>1</a:t>
              </a:r>
            </a:p>
          </p:txBody>
        </p:sp>
      </p:grpSp>
      <p:grpSp>
        <p:nvGrpSpPr>
          <p:cNvPr id="43" name="Group 42">
            <a:extLst>
              <a:ext uri="{FF2B5EF4-FFF2-40B4-BE49-F238E27FC236}">
                <a16:creationId xmlns:a16="http://schemas.microsoft.com/office/drawing/2014/main" id="{3CBF651F-C5B3-0925-85CC-002AB1B88A5A}"/>
              </a:ext>
            </a:extLst>
          </p:cNvPr>
          <p:cNvGrpSpPr/>
          <p:nvPr/>
        </p:nvGrpSpPr>
        <p:grpSpPr>
          <a:xfrm>
            <a:off x="3245126" y="3705501"/>
            <a:ext cx="4801306" cy="400110"/>
            <a:chOff x="3245126" y="2752390"/>
            <a:chExt cx="4801306" cy="400110"/>
          </a:xfrm>
        </p:grpSpPr>
        <p:sp>
          <p:nvSpPr>
            <p:cNvPr id="44" name="TextBox 43">
              <a:extLst>
                <a:ext uri="{FF2B5EF4-FFF2-40B4-BE49-F238E27FC236}">
                  <a16:creationId xmlns:a16="http://schemas.microsoft.com/office/drawing/2014/main" id="{C1778DD1-F49B-35C4-E076-203D89527579}"/>
                </a:ext>
              </a:extLst>
            </p:cNvPr>
            <p:cNvSpPr txBox="1"/>
            <p:nvPr/>
          </p:nvSpPr>
          <p:spPr>
            <a:xfrm>
              <a:off x="3245126" y="2752390"/>
              <a:ext cx="324128" cy="400110"/>
            </a:xfrm>
            <a:prstGeom prst="rect">
              <a:avLst/>
            </a:prstGeom>
            <a:noFill/>
          </p:spPr>
          <p:txBody>
            <a:bodyPr wrap="none" rtlCol="0">
              <a:spAutoFit/>
            </a:bodyPr>
            <a:lstStyle/>
            <a:p>
              <a:r>
                <a:rPr lang="en-MY" dirty="0"/>
                <a:t>1</a:t>
              </a:r>
            </a:p>
          </p:txBody>
        </p:sp>
        <p:sp>
          <p:nvSpPr>
            <p:cNvPr id="45" name="TextBox 44">
              <a:extLst>
                <a:ext uri="{FF2B5EF4-FFF2-40B4-BE49-F238E27FC236}">
                  <a16:creationId xmlns:a16="http://schemas.microsoft.com/office/drawing/2014/main" id="{F5E7B66A-52A5-73E9-17BC-626F379507AB}"/>
                </a:ext>
              </a:extLst>
            </p:cNvPr>
            <p:cNvSpPr txBox="1"/>
            <p:nvPr/>
          </p:nvSpPr>
          <p:spPr>
            <a:xfrm>
              <a:off x="6229912" y="2752390"/>
              <a:ext cx="324128" cy="400110"/>
            </a:xfrm>
            <a:prstGeom prst="rect">
              <a:avLst/>
            </a:prstGeom>
            <a:noFill/>
          </p:spPr>
          <p:txBody>
            <a:bodyPr wrap="none" rtlCol="0">
              <a:spAutoFit/>
            </a:bodyPr>
            <a:lstStyle/>
            <a:p>
              <a:r>
                <a:rPr lang="en-MY" dirty="0"/>
                <a:t>0</a:t>
              </a:r>
            </a:p>
          </p:txBody>
        </p:sp>
        <p:sp>
          <p:nvSpPr>
            <p:cNvPr id="48" name="TextBox 47">
              <a:extLst>
                <a:ext uri="{FF2B5EF4-FFF2-40B4-BE49-F238E27FC236}">
                  <a16:creationId xmlns:a16="http://schemas.microsoft.com/office/drawing/2014/main" id="{073366AF-68DF-23B8-EBB3-A23FA39B63B9}"/>
                </a:ext>
              </a:extLst>
            </p:cNvPr>
            <p:cNvSpPr txBox="1"/>
            <p:nvPr/>
          </p:nvSpPr>
          <p:spPr>
            <a:xfrm>
              <a:off x="4737519" y="2752390"/>
              <a:ext cx="324128" cy="400110"/>
            </a:xfrm>
            <a:prstGeom prst="rect">
              <a:avLst/>
            </a:prstGeom>
            <a:noFill/>
          </p:spPr>
          <p:txBody>
            <a:bodyPr wrap="none" rtlCol="0">
              <a:spAutoFit/>
            </a:bodyPr>
            <a:lstStyle/>
            <a:p>
              <a:r>
                <a:rPr lang="en-MY" dirty="0"/>
                <a:t>1</a:t>
              </a:r>
            </a:p>
          </p:txBody>
        </p:sp>
        <p:sp>
          <p:nvSpPr>
            <p:cNvPr id="49" name="TextBox 48">
              <a:extLst>
                <a:ext uri="{FF2B5EF4-FFF2-40B4-BE49-F238E27FC236}">
                  <a16:creationId xmlns:a16="http://schemas.microsoft.com/office/drawing/2014/main" id="{A0B1A84B-B01D-50F0-8A67-95DCE18AD3D6}"/>
                </a:ext>
              </a:extLst>
            </p:cNvPr>
            <p:cNvSpPr txBox="1"/>
            <p:nvPr/>
          </p:nvSpPr>
          <p:spPr>
            <a:xfrm>
              <a:off x="7722304" y="2752390"/>
              <a:ext cx="324128" cy="400110"/>
            </a:xfrm>
            <a:prstGeom prst="rect">
              <a:avLst/>
            </a:prstGeom>
            <a:noFill/>
          </p:spPr>
          <p:txBody>
            <a:bodyPr wrap="none" rtlCol="0">
              <a:spAutoFit/>
            </a:bodyPr>
            <a:lstStyle/>
            <a:p>
              <a:r>
                <a:rPr lang="en-MY" dirty="0"/>
                <a:t>1</a:t>
              </a:r>
            </a:p>
          </p:txBody>
        </p:sp>
      </p:grpSp>
      <p:grpSp>
        <p:nvGrpSpPr>
          <p:cNvPr id="50" name="Group 49">
            <a:extLst>
              <a:ext uri="{FF2B5EF4-FFF2-40B4-BE49-F238E27FC236}">
                <a16:creationId xmlns:a16="http://schemas.microsoft.com/office/drawing/2014/main" id="{6C1654B6-0C8B-1E10-57C8-B358973DCE6B}"/>
              </a:ext>
            </a:extLst>
          </p:cNvPr>
          <p:cNvGrpSpPr/>
          <p:nvPr/>
        </p:nvGrpSpPr>
        <p:grpSpPr>
          <a:xfrm>
            <a:off x="3261386" y="4107870"/>
            <a:ext cx="4801306" cy="400110"/>
            <a:chOff x="3245126" y="2752390"/>
            <a:chExt cx="4801306" cy="400110"/>
          </a:xfrm>
        </p:grpSpPr>
        <p:sp>
          <p:nvSpPr>
            <p:cNvPr id="51" name="TextBox 50">
              <a:extLst>
                <a:ext uri="{FF2B5EF4-FFF2-40B4-BE49-F238E27FC236}">
                  <a16:creationId xmlns:a16="http://schemas.microsoft.com/office/drawing/2014/main" id="{1438B672-262A-A286-028A-1D010B4790B4}"/>
                </a:ext>
              </a:extLst>
            </p:cNvPr>
            <p:cNvSpPr txBox="1"/>
            <p:nvPr/>
          </p:nvSpPr>
          <p:spPr>
            <a:xfrm>
              <a:off x="3245126" y="2752390"/>
              <a:ext cx="324128" cy="400110"/>
            </a:xfrm>
            <a:prstGeom prst="rect">
              <a:avLst/>
            </a:prstGeom>
            <a:noFill/>
          </p:spPr>
          <p:txBody>
            <a:bodyPr wrap="none" rtlCol="0">
              <a:spAutoFit/>
            </a:bodyPr>
            <a:lstStyle/>
            <a:p>
              <a:r>
                <a:rPr lang="en-MY" dirty="0"/>
                <a:t>1</a:t>
              </a:r>
            </a:p>
          </p:txBody>
        </p:sp>
        <p:sp>
          <p:nvSpPr>
            <p:cNvPr id="52" name="TextBox 51">
              <a:extLst>
                <a:ext uri="{FF2B5EF4-FFF2-40B4-BE49-F238E27FC236}">
                  <a16:creationId xmlns:a16="http://schemas.microsoft.com/office/drawing/2014/main" id="{A7701B55-84FD-DC43-B1FA-868C252C373A}"/>
                </a:ext>
              </a:extLst>
            </p:cNvPr>
            <p:cNvSpPr txBox="1"/>
            <p:nvPr/>
          </p:nvSpPr>
          <p:spPr>
            <a:xfrm>
              <a:off x="6229912" y="2752390"/>
              <a:ext cx="324128" cy="400110"/>
            </a:xfrm>
            <a:prstGeom prst="rect">
              <a:avLst/>
            </a:prstGeom>
            <a:noFill/>
          </p:spPr>
          <p:txBody>
            <a:bodyPr wrap="none" rtlCol="0">
              <a:spAutoFit/>
            </a:bodyPr>
            <a:lstStyle/>
            <a:p>
              <a:r>
                <a:rPr lang="en-MY" dirty="0"/>
                <a:t>1</a:t>
              </a:r>
            </a:p>
          </p:txBody>
        </p:sp>
        <p:sp>
          <p:nvSpPr>
            <p:cNvPr id="53" name="TextBox 52">
              <a:extLst>
                <a:ext uri="{FF2B5EF4-FFF2-40B4-BE49-F238E27FC236}">
                  <a16:creationId xmlns:a16="http://schemas.microsoft.com/office/drawing/2014/main" id="{71905CCC-FD47-C2EB-93B2-C39512E8D5E7}"/>
                </a:ext>
              </a:extLst>
            </p:cNvPr>
            <p:cNvSpPr txBox="1"/>
            <p:nvPr/>
          </p:nvSpPr>
          <p:spPr>
            <a:xfrm>
              <a:off x="4737519" y="2752390"/>
              <a:ext cx="324128" cy="400110"/>
            </a:xfrm>
            <a:prstGeom prst="rect">
              <a:avLst/>
            </a:prstGeom>
            <a:noFill/>
          </p:spPr>
          <p:txBody>
            <a:bodyPr wrap="none" rtlCol="0">
              <a:spAutoFit/>
            </a:bodyPr>
            <a:lstStyle/>
            <a:p>
              <a:r>
                <a:rPr lang="en-MY" dirty="0"/>
                <a:t>1</a:t>
              </a:r>
            </a:p>
          </p:txBody>
        </p:sp>
        <p:sp>
          <p:nvSpPr>
            <p:cNvPr id="55" name="TextBox 54">
              <a:extLst>
                <a:ext uri="{FF2B5EF4-FFF2-40B4-BE49-F238E27FC236}">
                  <a16:creationId xmlns:a16="http://schemas.microsoft.com/office/drawing/2014/main" id="{99716341-2597-5545-C465-19C0B8F0DB7D}"/>
                </a:ext>
              </a:extLst>
            </p:cNvPr>
            <p:cNvSpPr txBox="1"/>
            <p:nvPr/>
          </p:nvSpPr>
          <p:spPr>
            <a:xfrm>
              <a:off x="7722304" y="2752390"/>
              <a:ext cx="324128" cy="400110"/>
            </a:xfrm>
            <a:prstGeom prst="rect">
              <a:avLst/>
            </a:prstGeom>
            <a:noFill/>
          </p:spPr>
          <p:txBody>
            <a:bodyPr wrap="none" rtlCol="0">
              <a:spAutoFit/>
            </a:bodyPr>
            <a:lstStyle/>
            <a:p>
              <a:r>
                <a:rPr lang="en-MY" dirty="0"/>
                <a:t>1</a:t>
              </a:r>
            </a:p>
          </p:txBody>
        </p:sp>
      </p:grpSp>
      <p:grpSp>
        <p:nvGrpSpPr>
          <p:cNvPr id="56" name="Group 55">
            <a:extLst>
              <a:ext uri="{FF2B5EF4-FFF2-40B4-BE49-F238E27FC236}">
                <a16:creationId xmlns:a16="http://schemas.microsoft.com/office/drawing/2014/main" id="{7240C767-E4FD-65D5-6A84-4B241F5CE61A}"/>
              </a:ext>
            </a:extLst>
          </p:cNvPr>
          <p:cNvGrpSpPr/>
          <p:nvPr/>
        </p:nvGrpSpPr>
        <p:grpSpPr>
          <a:xfrm>
            <a:off x="3261386" y="2334020"/>
            <a:ext cx="4836572" cy="400110"/>
            <a:chOff x="3245126" y="2752390"/>
            <a:chExt cx="4836572" cy="400110"/>
          </a:xfrm>
        </p:grpSpPr>
        <p:sp>
          <p:nvSpPr>
            <p:cNvPr id="57" name="TextBox 56">
              <a:extLst>
                <a:ext uri="{FF2B5EF4-FFF2-40B4-BE49-F238E27FC236}">
                  <a16:creationId xmlns:a16="http://schemas.microsoft.com/office/drawing/2014/main" id="{4206604E-5E5A-67E2-2FFA-FB91F87D4CF3}"/>
                </a:ext>
              </a:extLst>
            </p:cNvPr>
            <p:cNvSpPr txBox="1"/>
            <p:nvPr/>
          </p:nvSpPr>
          <p:spPr>
            <a:xfrm>
              <a:off x="3245126" y="2752390"/>
              <a:ext cx="338554" cy="400110"/>
            </a:xfrm>
            <a:prstGeom prst="rect">
              <a:avLst/>
            </a:prstGeom>
            <a:noFill/>
          </p:spPr>
          <p:txBody>
            <a:bodyPr wrap="none" rtlCol="0">
              <a:spAutoFit/>
            </a:bodyPr>
            <a:lstStyle/>
            <a:p>
              <a:r>
                <a:rPr lang="en-MY" dirty="0"/>
                <a:t>A</a:t>
              </a:r>
            </a:p>
          </p:txBody>
        </p:sp>
        <p:sp>
          <p:nvSpPr>
            <p:cNvPr id="58" name="TextBox 57">
              <a:extLst>
                <a:ext uri="{FF2B5EF4-FFF2-40B4-BE49-F238E27FC236}">
                  <a16:creationId xmlns:a16="http://schemas.microsoft.com/office/drawing/2014/main" id="{D3D7BF68-DF6C-FF2E-41DF-19A23C779683}"/>
                </a:ext>
              </a:extLst>
            </p:cNvPr>
            <p:cNvSpPr txBox="1"/>
            <p:nvPr/>
          </p:nvSpPr>
          <p:spPr>
            <a:xfrm>
              <a:off x="6229912" y="2752390"/>
              <a:ext cx="338554" cy="400110"/>
            </a:xfrm>
            <a:prstGeom prst="rect">
              <a:avLst/>
            </a:prstGeom>
            <a:noFill/>
          </p:spPr>
          <p:txBody>
            <a:bodyPr wrap="none" rtlCol="0">
              <a:spAutoFit/>
            </a:bodyPr>
            <a:lstStyle/>
            <a:p>
              <a:r>
                <a:rPr lang="en-MY" dirty="0"/>
                <a:t>C</a:t>
              </a:r>
            </a:p>
          </p:txBody>
        </p:sp>
        <p:sp>
          <p:nvSpPr>
            <p:cNvPr id="59" name="TextBox 58">
              <a:extLst>
                <a:ext uri="{FF2B5EF4-FFF2-40B4-BE49-F238E27FC236}">
                  <a16:creationId xmlns:a16="http://schemas.microsoft.com/office/drawing/2014/main" id="{CF74DB09-0423-B62C-1C21-745CF6047F4C}"/>
                </a:ext>
              </a:extLst>
            </p:cNvPr>
            <p:cNvSpPr txBox="1"/>
            <p:nvPr/>
          </p:nvSpPr>
          <p:spPr>
            <a:xfrm>
              <a:off x="4737519" y="2752390"/>
              <a:ext cx="335348" cy="400110"/>
            </a:xfrm>
            <a:prstGeom prst="rect">
              <a:avLst/>
            </a:prstGeom>
            <a:noFill/>
          </p:spPr>
          <p:txBody>
            <a:bodyPr wrap="none" rtlCol="0">
              <a:spAutoFit/>
            </a:bodyPr>
            <a:lstStyle/>
            <a:p>
              <a:r>
                <a:rPr lang="en-MY" dirty="0"/>
                <a:t>B</a:t>
              </a:r>
            </a:p>
          </p:txBody>
        </p:sp>
        <p:sp>
          <p:nvSpPr>
            <p:cNvPr id="60" name="TextBox 59">
              <a:extLst>
                <a:ext uri="{FF2B5EF4-FFF2-40B4-BE49-F238E27FC236}">
                  <a16:creationId xmlns:a16="http://schemas.microsoft.com/office/drawing/2014/main" id="{F5B26F54-A25F-D466-605B-40A52F72F820}"/>
                </a:ext>
              </a:extLst>
            </p:cNvPr>
            <p:cNvSpPr txBox="1"/>
            <p:nvPr/>
          </p:nvSpPr>
          <p:spPr>
            <a:xfrm>
              <a:off x="7722304" y="2752390"/>
              <a:ext cx="359394" cy="400110"/>
            </a:xfrm>
            <a:prstGeom prst="rect">
              <a:avLst/>
            </a:prstGeom>
            <a:noFill/>
          </p:spPr>
          <p:txBody>
            <a:bodyPr wrap="none" rtlCol="0">
              <a:spAutoFit/>
            </a:bodyPr>
            <a:lstStyle/>
            <a:p>
              <a:r>
                <a:rPr lang="en-MY" dirty="0"/>
                <a:t>D</a:t>
              </a:r>
            </a:p>
          </p:txBody>
        </p:sp>
      </p:grpSp>
      <p:cxnSp>
        <p:nvCxnSpPr>
          <p:cNvPr id="62" name="Straight Connector 61">
            <a:extLst>
              <a:ext uri="{FF2B5EF4-FFF2-40B4-BE49-F238E27FC236}">
                <a16:creationId xmlns:a16="http://schemas.microsoft.com/office/drawing/2014/main" id="{FD744CFF-5A44-63D5-B784-AF1F92CF71C6}"/>
              </a:ext>
            </a:extLst>
          </p:cNvPr>
          <p:cNvCxnSpPr/>
          <p:nvPr/>
        </p:nvCxnSpPr>
        <p:spPr>
          <a:xfrm>
            <a:off x="1403648" y="3181038"/>
            <a:ext cx="6984776"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72F69E0-B2EC-7F5F-9A9D-F10505351760}"/>
              </a:ext>
            </a:extLst>
          </p:cNvPr>
          <p:cNvCxnSpPr/>
          <p:nvPr/>
        </p:nvCxnSpPr>
        <p:spPr>
          <a:xfrm>
            <a:off x="1475656" y="4081556"/>
            <a:ext cx="6984776"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87041" name="Freeform: Shape 87040">
            <a:extLst>
              <a:ext uri="{FF2B5EF4-FFF2-40B4-BE49-F238E27FC236}">
                <a16:creationId xmlns:a16="http://schemas.microsoft.com/office/drawing/2014/main" id="{C8A6B5CE-E56F-B212-B70E-822FC3E7BB59}"/>
              </a:ext>
            </a:extLst>
          </p:cNvPr>
          <p:cNvSpPr/>
          <p:nvPr/>
        </p:nvSpPr>
        <p:spPr>
          <a:xfrm>
            <a:off x="6504432" y="2901696"/>
            <a:ext cx="231648" cy="536448"/>
          </a:xfrm>
          <a:custGeom>
            <a:avLst/>
            <a:gdLst>
              <a:gd name="connsiteX0" fmla="*/ 0 w 231648"/>
              <a:gd name="connsiteY0" fmla="*/ 0 h 536448"/>
              <a:gd name="connsiteX1" fmla="*/ 60960 w 231648"/>
              <a:gd name="connsiteY1" fmla="*/ 42672 h 536448"/>
              <a:gd name="connsiteX2" fmla="*/ 91440 w 231648"/>
              <a:gd name="connsiteY2" fmla="*/ 60960 h 536448"/>
              <a:gd name="connsiteX3" fmla="*/ 140208 w 231648"/>
              <a:gd name="connsiteY3" fmla="*/ 97536 h 536448"/>
              <a:gd name="connsiteX4" fmla="*/ 164592 w 231648"/>
              <a:gd name="connsiteY4" fmla="*/ 121920 h 536448"/>
              <a:gd name="connsiteX5" fmla="*/ 201168 w 231648"/>
              <a:gd name="connsiteY5" fmla="*/ 170688 h 536448"/>
              <a:gd name="connsiteX6" fmla="*/ 231648 w 231648"/>
              <a:gd name="connsiteY6" fmla="*/ 286512 h 536448"/>
              <a:gd name="connsiteX7" fmla="*/ 219456 w 231648"/>
              <a:gd name="connsiteY7" fmla="*/ 347472 h 536448"/>
              <a:gd name="connsiteX8" fmla="*/ 213360 w 231648"/>
              <a:gd name="connsiteY8" fmla="*/ 371856 h 536448"/>
              <a:gd name="connsiteX9" fmla="*/ 201168 w 231648"/>
              <a:gd name="connsiteY9" fmla="*/ 396240 h 536448"/>
              <a:gd name="connsiteX10" fmla="*/ 121920 w 231648"/>
              <a:gd name="connsiteY10" fmla="*/ 469392 h 536448"/>
              <a:gd name="connsiteX11" fmla="*/ 91440 w 231648"/>
              <a:gd name="connsiteY11" fmla="*/ 487680 h 536448"/>
              <a:gd name="connsiteX12" fmla="*/ 67056 w 231648"/>
              <a:gd name="connsiteY12" fmla="*/ 505968 h 536448"/>
              <a:gd name="connsiteX13" fmla="*/ 6096 w 231648"/>
              <a:gd name="connsiteY13" fmla="*/ 536448 h 536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648" h="536448">
                <a:moveTo>
                  <a:pt x="0" y="0"/>
                </a:moveTo>
                <a:cubicBezTo>
                  <a:pt x="58374" y="23349"/>
                  <a:pt x="3634" y="-3189"/>
                  <a:pt x="60960" y="42672"/>
                </a:cubicBezTo>
                <a:cubicBezTo>
                  <a:pt x="70212" y="50074"/>
                  <a:pt x="81698" y="54216"/>
                  <a:pt x="91440" y="60960"/>
                </a:cubicBezTo>
                <a:cubicBezTo>
                  <a:pt x="108147" y="72526"/>
                  <a:pt x="124598" y="84527"/>
                  <a:pt x="140208" y="97536"/>
                </a:cubicBezTo>
                <a:cubicBezTo>
                  <a:pt x="149038" y="104895"/>
                  <a:pt x="157233" y="113090"/>
                  <a:pt x="164592" y="121920"/>
                </a:cubicBezTo>
                <a:cubicBezTo>
                  <a:pt x="177601" y="137530"/>
                  <a:pt x="201168" y="170688"/>
                  <a:pt x="201168" y="170688"/>
                </a:cubicBezTo>
                <a:cubicBezTo>
                  <a:pt x="230096" y="257471"/>
                  <a:pt x="221917" y="218395"/>
                  <a:pt x="231648" y="286512"/>
                </a:cubicBezTo>
                <a:cubicBezTo>
                  <a:pt x="227584" y="306832"/>
                  <a:pt x="223798" y="327210"/>
                  <a:pt x="219456" y="347472"/>
                </a:cubicBezTo>
                <a:cubicBezTo>
                  <a:pt x="217701" y="355664"/>
                  <a:pt x="216302" y="364011"/>
                  <a:pt x="213360" y="371856"/>
                </a:cubicBezTo>
                <a:cubicBezTo>
                  <a:pt x="210169" y="380365"/>
                  <a:pt x="206986" y="389259"/>
                  <a:pt x="201168" y="396240"/>
                </a:cubicBezTo>
                <a:cubicBezTo>
                  <a:pt x="183502" y="417439"/>
                  <a:pt x="147542" y="451456"/>
                  <a:pt x="121920" y="469392"/>
                </a:cubicBezTo>
                <a:cubicBezTo>
                  <a:pt x="112213" y="476187"/>
                  <a:pt x="101299" y="481108"/>
                  <a:pt x="91440" y="487680"/>
                </a:cubicBezTo>
                <a:cubicBezTo>
                  <a:pt x="82986" y="493316"/>
                  <a:pt x="75975" y="501103"/>
                  <a:pt x="67056" y="505968"/>
                </a:cubicBezTo>
                <a:cubicBezTo>
                  <a:pt x="-29992" y="558903"/>
                  <a:pt x="59815" y="500635"/>
                  <a:pt x="6096" y="536448"/>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7045" name="Freeform: Shape 87044">
            <a:extLst>
              <a:ext uri="{FF2B5EF4-FFF2-40B4-BE49-F238E27FC236}">
                <a16:creationId xmlns:a16="http://schemas.microsoft.com/office/drawing/2014/main" id="{624EE85C-2842-5A9D-CB91-3E782C3A6EC8}"/>
              </a:ext>
            </a:extLst>
          </p:cNvPr>
          <p:cNvSpPr/>
          <p:nvPr/>
        </p:nvSpPr>
        <p:spPr>
          <a:xfrm flipH="1">
            <a:off x="3136598" y="3431841"/>
            <a:ext cx="231648" cy="933261"/>
          </a:xfrm>
          <a:custGeom>
            <a:avLst/>
            <a:gdLst>
              <a:gd name="connsiteX0" fmla="*/ 0 w 231648"/>
              <a:gd name="connsiteY0" fmla="*/ 0 h 536448"/>
              <a:gd name="connsiteX1" fmla="*/ 60960 w 231648"/>
              <a:gd name="connsiteY1" fmla="*/ 42672 h 536448"/>
              <a:gd name="connsiteX2" fmla="*/ 91440 w 231648"/>
              <a:gd name="connsiteY2" fmla="*/ 60960 h 536448"/>
              <a:gd name="connsiteX3" fmla="*/ 140208 w 231648"/>
              <a:gd name="connsiteY3" fmla="*/ 97536 h 536448"/>
              <a:gd name="connsiteX4" fmla="*/ 164592 w 231648"/>
              <a:gd name="connsiteY4" fmla="*/ 121920 h 536448"/>
              <a:gd name="connsiteX5" fmla="*/ 201168 w 231648"/>
              <a:gd name="connsiteY5" fmla="*/ 170688 h 536448"/>
              <a:gd name="connsiteX6" fmla="*/ 231648 w 231648"/>
              <a:gd name="connsiteY6" fmla="*/ 286512 h 536448"/>
              <a:gd name="connsiteX7" fmla="*/ 219456 w 231648"/>
              <a:gd name="connsiteY7" fmla="*/ 347472 h 536448"/>
              <a:gd name="connsiteX8" fmla="*/ 213360 w 231648"/>
              <a:gd name="connsiteY8" fmla="*/ 371856 h 536448"/>
              <a:gd name="connsiteX9" fmla="*/ 201168 w 231648"/>
              <a:gd name="connsiteY9" fmla="*/ 396240 h 536448"/>
              <a:gd name="connsiteX10" fmla="*/ 121920 w 231648"/>
              <a:gd name="connsiteY10" fmla="*/ 469392 h 536448"/>
              <a:gd name="connsiteX11" fmla="*/ 91440 w 231648"/>
              <a:gd name="connsiteY11" fmla="*/ 487680 h 536448"/>
              <a:gd name="connsiteX12" fmla="*/ 67056 w 231648"/>
              <a:gd name="connsiteY12" fmla="*/ 505968 h 536448"/>
              <a:gd name="connsiteX13" fmla="*/ 6096 w 231648"/>
              <a:gd name="connsiteY13" fmla="*/ 536448 h 536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648" h="536448">
                <a:moveTo>
                  <a:pt x="0" y="0"/>
                </a:moveTo>
                <a:cubicBezTo>
                  <a:pt x="58374" y="23349"/>
                  <a:pt x="3634" y="-3189"/>
                  <a:pt x="60960" y="42672"/>
                </a:cubicBezTo>
                <a:cubicBezTo>
                  <a:pt x="70212" y="50074"/>
                  <a:pt x="81698" y="54216"/>
                  <a:pt x="91440" y="60960"/>
                </a:cubicBezTo>
                <a:cubicBezTo>
                  <a:pt x="108147" y="72526"/>
                  <a:pt x="124598" y="84527"/>
                  <a:pt x="140208" y="97536"/>
                </a:cubicBezTo>
                <a:cubicBezTo>
                  <a:pt x="149038" y="104895"/>
                  <a:pt x="157233" y="113090"/>
                  <a:pt x="164592" y="121920"/>
                </a:cubicBezTo>
                <a:cubicBezTo>
                  <a:pt x="177601" y="137530"/>
                  <a:pt x="201168" y="170688"/>
                  <a:pt x="201168" y="170688"/>
                </a:cubicBezTo>
                <a:cubicBezTo>
                  <a:pt x="230096" y="257471"/>
                  <a:pt x="221917" y="218395"/>
                  <a:pt x="231648" y="286512"/>
                </a:cubicBezTo>
                <a:cubicBezTo>
                  <a:pt x="227584" y="306832"/>
                  <a:pt x="223798" y="327210"/>
                  <a:pt x="219456" y="347472"/>
                </a:cubicBezTo>
                <a:cubicBezTo>
                  <a:pt x="217701" y="355664"/>
                  <a:pt x="216302" y="364011"/>
                  <a:pt x="213360" y="371856"/>
                </a:cubicBezTo>
                <a:cubicBezTo>
                  <a:pt x="210169" y="380365"/>
                  <a:pt x="206986" y="389259"/>
                  <a:pt x="201168" y="396240"/>
                </a:cubicBezTo>
                <a:cubicBezTo>
                  <a:pt x="183502" y="417439"/>
                  <a:pt x="147542" y="451456"/>
                  <a:pt x="121920" y="469392"/>
                </a:cubicBezTo>
                <a:cubicBezTo>
                  <a:pt x="112213" y="476187"/>
                  <a:pt x="101299" y="481108"/>
                  <a:pt x="91440" y="487680"/>
                </a:cubicBezTo>
                <a:cubicBezTo>
                  <a:pt x="82986" y="493316"/>
                  <a:pt x="75975" y="501103"/>
                  <a:pt x="67056" y="505968"/>
                </a:cubicBezTo>
                <a:cubicBezTo>
                  <a:pt x="-29992" y="558903"/>
                  <a:pt x="59815" y="500635"/>
                  <a:pt x="6096" y="536448"/>
                </a:cubicBezTo>
              </a:path>
            </a:pathLst>
          </a:cu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7046" name="Freeform: Shape 87045">
            <a:extLst>
              <a:ext uri="{FF2B5EF4-FFF2-40B4-BE49-F238E27FC236}">
                <a16:creationId xmlns:a16="http://schemas.microsoft.com/office/drawing/2014/main" id="{0694A553-646A-4A4F-AA15-E7B4674803F7}"/>
              </a:ext>
            </a:extLst>
          </p:cNvPr>
          <p:cNvSpPr/>
          <p:nvPr/>
        </p:nvSpPr>
        <p:spPr>
          <a:xfrm flipH="1">
            <a:off x="6093782" y="3906092"/>
            <a:ext cx="231648" cy="400111"/>
          </a:xfrm>
          <a:custGeom>
            <a:avLst/>
            <a:gdLst>
              <a:gd name="connsiteX0" fmla="*/ 0 w 231648"/>
              <a:gd name="connsiteY0" fmla="*/ 0 h 536448"/>
              <a:gd name="connsiteX1" fmla="*/ 60960 w 231648"/>
              <a:gd name="connsiteY1" fmla="*/ 42672 h 536448"/>
              <a:gd name="connsiteX2" fmla="*/ 91440 w 231648"/>
              <a:gd name="connsiteY2" fmla="*/ 60960 h 536448"/>
              <a:gd name="connsiteX3" fmla="*/ 140208 w 231648"/>
              <a:gd name="connsiteY3" fmla="*/ 97536 h 536448"/>
              <a:gd name="connsiteX4" fmla="*/ 164592 w 231648"/>
              <a:gd name="connsiteY4" fmla="*/ 121920 h 536448"/>
              <a:gd name="connsiteX5" fmla="*/ 201168 w 231648"/>
              <a:gd name="connsiteY5" fmla="*/ 170688 h 536448"/>
              <a:gd name="connsiteX6" fmla="*/ 231648 w 231648"/>
              <a:gd name="connsiteY6" fmla="*/ 286512 h 536448"/>
              <a:gd name="connsiteX7" fmla="*/ 219456 w 231648"/>
              <a:gd name="connsiteY7" fmla="*/ 347472 h 536448"/>
              <a:gd name="connsiteX8" fmla="*/ 213360 w 231648"/>
              <a:gd name="connsiteY8" fmla="*/ 371856 h 536448"/>
              <a:gd name="connsiteX9" fmla="*/ 201168 w 231648"/>
              <a:gd name="connsiteY9" fmla="*/ 396240 h 536448"/>
              <a:gd name="connsiteX10" fmla="*/ 121920 w 231648"/>
              <a:gd name="connsiteY10" fmla="*/ 469392 h 536448"/>
              <a:gd name="connsiteX11" fmla="*/ 91440 w 231648"/>
              <a:gd name="connsiteY11" fmla="*/ 487680 h 536448"/>
              <a:gd name="connsiteX12" fmla="*/ 67056 w 231648"/>
              <a:gd name="connsiteY12" fmla="*/ 505968 h 536448"/>
              <a:gd name="connsiteX13" fmla="*/ 6096 w 231648"/>
              <a:gd name="connsiteY13" fmla="*/ 536448 h 536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648" h="536448">
                <a:moveTo>
                  <a:pt x="0" y="0"/>
                </a:moveTo>
                <a:cubicBezTo>
                  <a:pt x="58374" y="23349"/>
                  <a:pt x="3634" y="-3189"/>
                  <a:pt x="60960" y="42672"/>
                </a:cubicBezTo>
                <a:cubicBezTo>
                  <a:pt x="70212" y="50074"/>
                  <a:pt x="81698" y="54216"/>
                  <a:pt x="91440" y="60960"/>
                </a:cubicBezTo>
                <a:cubicBezTo>
                  <a:pt x="108147" y="72526"/>
                  <a:pt x="124598" y="84527"/>
                  <a:pt x="140208" y="97536"/>
                </a:cubicBezTo>
                <a:cubicBezTo>
                  <a:pt x="149038" y="104895"/>
                  <a:pt x="157233" y="113090"/>
                  <a:pt x="164592" y="121920"/>
                </a:cubicBezTo>
                <a:cubicBezTo>
                  <a:pt x="177601" y="137530"/>
                  <a:pt x="201168" y="170688"/>
                  <a:pt x="201168" y="170688"/>
                </a:cubicBezTo>
                <a:cubicBezTo>
                  <a:pt x="230096" y="257471"/>
                  <a:pt x="221917" y="218395"/>
                  <a:pt x="231648" y="286512"/>
                </a:cubicBezTo>
                <a:cubicBezTo>
                  <a:pt x="227584" y="306832"/>
                  <a:pt x="223798" y="327210"/>
                  <a:pt x="219456" y="347472"/>
                </a:cubicBezTo>
                <a:cubicBezTo>
                  <a:pt x="217701" y="355664"/>
                  <a:pt x="216302" y="364011"/>
                  <a:pt x="213360" y="371856"/>
                </a:cubicBezTo>
                <a:cubicBezTo>
                  <a:pt x="210169" y="380365"/>
                  <a:pt x="206986" y="389259"/>
                  <a:pt x="201168" y="396240"/>
                </a:cubicBezTo>
                <a:cubicBezTo>
                  <a:pt x="183502" y="417439"/>
                  <a:pt x="147542" y="451456"/>
                  <a:pt x="121920" y="469392"/>
                </a:cubicBezTo>
                <a:cubicBezTo>
                  <a:pt x="112213" y="476187"/>
                  <a:pt x="101299" y="481108"/>
                  <a:pt x="91440" y="487680"/>
                </a:cubicBezTo>
                <a:cubicBezTo>
                  <a:pt x="82986" y="493316"/>
                  <a:pt x="75975" y="501103"/>
                  <a:pt x="67056" y="505968"/>
                </a:cubicBezTo>
                <a:cubicBezTo>
                  <a:pt x="-29992" y="558903"/>
                  <a:pt x="59815" y="500635"/>
                  <a:pt x="6096" y="536448"/>
                </a:cubicBezTo>
              </a:path>
            </a:pathLst>
          </a:cu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7047" name="Freeform: Shape 87046">
            <a:extLst>
              <a:ext uri="{FF2B5EF4-FFF2-40B4-BE49-F238E27FC236}">
                <a16:creationId xmlns:a16="http://schemas.microsoft.com/office/drawing/2014/main" id="{EE4F2BC5-02DF-8683-7BC0-3D423788902F}"/>
              </a:ext>
            </a:extLst>
          </p:cNvPr>
          <p:cNvSpPr/>
          <p:nvPr/>
        </p:nvSpPr>
        <p:spPr>
          <a:xfrm>
            <a:off x="3522562" y="2914768"/>
            <a:ext cx="231648" cy="933261"/>
          </a:xfrm>
          <a:custGeom>
            <a:avLst/>
            <a:gdLst>
              <a:gd name="connsiteX0" fmla="*/ 0 w 231648"/>
              <a:gd name="connsiteY0" fmla="*/ 0 h 536448"/>
              <a:gd name="connsiteX1" fmla="*/ 60960 w 231648"/>
              <a:gd name="connsiteY1" fmla="*/ 42672 h 536448"/>
              <a:gd name="connsiteX2" fmla="*/ 91440 w 231648"/>
              <a:gd name="connsiteY2" fmla="*/ 60960 h 536448"/>
              <a:gd name="connsiteX3" fmla="*/ 140208 w 231648"/>
              <a:gd name="connsiteY3" fmla="*/ 97536 h 536448"/>
              <a:gd name="connsiteX4" fmla="*/ 164592 w 231648"/>
              <a:gd name="connsiteY4" fmla="*/ 121920 h 536448"/>
              <a:gd name="connsiteX5" fmla="*/ 201168 w 231648"/>
              <a:gd name="connsiteY5" fmla="*/ 170688 h 536448"/>
              <a:gd name="connsiteX6" fmla="*/ 231648 w 231648"/>
              <a:gd name="connsiteY6" fmla="*/ 286512 h 536448"/>
              <a:gd name="connsiteX7" fmla="*/ 219456 w 231648"/>
              <a:gd name="connsiteY7" fmla="*/ 347472 h 536448"/>
              <a:gd name="connsiteX8" fmla="*/ 213360 w 231648"/>
              <a:gd name="connsiteY8" fmla="*/ 371856 h 536448"/>
              <a:gd name="connsiteX9" fmla="*/ 201168 w 231648"/>
              <a:gd name="connsiteY9" fmla="*/ 396240 h 536448"/>
              <a:gd name="connsiteX10" fmla="*/ 121920 w 231648"/>
              <a:gd name="connsiteY10" fmla="*/ 469392 h 536448"/>
              <a:gd name="connsiteX11" fmla="*/ 91440 w 231648"/>
              <a:gd name="connsiteY11" fmla="*/ 487680 h 536448"/>
              <a:gd name="connsiteX12" fmla="*/ 67056 w 231648"/>
              <a:gd name="connsiteY12" fmla="*/ 505968 h 536448"/>
              <a:gd name="connsiteX13" fmla="*/ 6096 w 231648"/>
              <a:gd name="connsiteY13" fmla="*/ 536448 h 536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648" h="536448">
                <a:moveTo>
                  <a:pt x="0" y="0"/>
                </a:moveTo>
                <a:cubicBezTo>
                  <a:pt x="58374" y="23349"/>
                  <a:pt x="3634" y="-3189"/>
                  <a:pt x="60960" y="42672"/>
                </a:cubicBezTo>
                <a:cubicBezTo>
                  <a:pt x="70212" y="50074"/>
                  <a:pt x="81698" y="54216"/>
                  <a:pt x="91440" y="60960"/>
                </a:cubicBezTo>
                <a:cubicBezTo>
                  <a:pt x="108147" y="72526"/>
                  <a:pt x="124598" y="84527"/>
                  <a:pt x="140208" y="97536"/>
                </a:cubicBezTo>
                <a:cubicBezTo>
                  <a:pt x="149038" y="104895"/>
                  <a:pt x="157233" y="113090"/>
                  <a:pt x="164592" y="121920"/>
                </a:cubicBezTo>
                <a:cubicBezTo>
                  <a:pt x="177601" y="137530"/>
                  <a:pt x="201168" y="170688"/>
                  <a:pt x="201168" y="170688"/>
                </a:cubicBezTo>
                <a:cubicBezTo>
                  <a:pt x="230096" y="257471"/>
                  <a:pt x="221917" y="218395"/>
                  <a:pt x="231648" y="286512"/>
                </a:cubicBezTo>
                <a:cubicBezTo>
                  <a:pt x="227584" y="306832"/>
                  <a:pt x="223798" y="327210"/>
                  <a:pt x="219456" y="347472"/>
                </a:cubicBezTo>
                <a:cubicBezTo>
                  <a:pt x="217701" y="355664"/>
                  <a:pt x="216302" y="364011"/>
                  <a:pt x="213360" y="371856"/>
                </a:cubicBezTo>
                <a:cubicBezTo>
                  <a:pt x="210169" y="380365"/>
                  <a:pt x="206986" y="389259"/>
                  <a:pt x="201168" y="396240"/>
                </a:cubicBezTo>
                <a:cubicBezTo>
                  <a:pt x="183502" y="417439"/>
                  <a:pt x="147542" y="451456"/>
                  <a:pt x="121920" y="469392"/>
                </a:cubicBezTo>
                <a:cubicBezTo>
                  <a:pt x="112213" y="476187"/>
                  <a:pt x="101299" y="481108"/>
                  <a:pt x="91440" y="487680"/>
                </a:cubicBezTo>
                <a:cubicBezTo>
                  <a:pt x="82986" y="493316"/>
                  <a:pt x="75975" y="501103"/>
                  <a:pt x="67056" y="505968"/>
                </a:cubicBezTo>
                <a:cubicBezTo>
                  <a:pt x="-29992" y="558903"/>
                  <a:pt x="59815" y="500635"/>
                  <a:pt x="6096" y="536448"/>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Slide Number Placeholder 1">
            <a:extLst>
              <a:ext uri="{FF2B5EF4-FFF2-40B4-BE49-F238E27FC236}">
                <a16:creationId xmlns:a16="http://schemas.microsoft.com/office/drawing/2014/main" id="{5FD650CF-6DD4-254B-2B02-C4A2FB57D00B}"/>
              </a:ext>
            </a:extLst>
          </p:cNvPr>
          <p:cNvSpPr>
            <a:spLocks noGrp="1"/>
          </p:cNvSpPr>
          <p:nvPr>
            <p:ph type="sldNum" sz="quarter" idx="12"/>
          </p:nvPr>
        </p:nvSpPr>
        <p:spPr/>
        <p:txBody>
          <a:bodyPr/>
          <a:lstStyle/>
          <a:p>
            <a:pPr>
              <a:defRPr/>
            </a:pPr>
            <a:fld id="{B8AD9B9C-0E5B-4825-AA18-F26ABB6A6054}" type="slidenum">
              <a:rPr lang="en-US" altLang="en-US" smtClean="0"/>
              <a:pPr>
                <a:defRPr/>
              </a:pPr>
              <a:t>105</a:t>
            </a:fld>
            <a:endParaRPr lang="en-US" altLang="en-US"/>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FF174A6-1E58-2F87-6A94-131A56E5418D}"/>
              </a:ext>
            </a:extLst>
          </p:cNvPr>
          <p:cNvGrpSpPr>
            <a:grpSpLocks/>
          </p:cNvGrpSpPr>
          <p:nvPr/>
        </p:nvGrpSpPr>
        <p:grpSpPr bwMode="auto">
          <a:xfrm>
            <a:off x="1583531" y="548680"/>
            <a:ext cx="5976938" cy="523875"/>
            <a:chOff x="1619002" y="2420888"/>
            <a:chExt cx="5977334" cy="523220"/>
          </a:xfrm>
        </p:grpSpPr>
        <p:sp>
          <p:nvSpPr>
            <p:cNvPr id="5" name="TextBox 11">
              <a:extLst>
                <a:ext uri="{FF2B5EF4-FFF2-40B4-BE49-F238E27FC236}">
                  <a16:creationId xmlns:a16="http://schemas.microsoft.com/office/drawing/2014/main" id="{3F5A50AE-C178-879D-03EF-575DE7B410DA}"/>
                </a:ext>
              </a:extLst>
            </p:cNvPr>
            <p:cNvSpPr txBox="1">
              <a:spLocks noChangeArrowheads="1"/>
            </p:cNvSpPr>
            <p:nvPr/>
          </p:nvSpPr>
          <p:spPr bwMode="auto">
            <a:xfrm>
              <a:off x="1619002" y="2420888"/>
              <a:ext cx="5977334" cy="52322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dirty="0">
                  <a:solidFill>
                    <a:srgbClr val="5E574E"/>
                  </a:solidFill>
                </a:rPr>
                <a:t>F = ABCD + ABCD + ABCD + ABCD</a:t>
              </a:r>
            </a:p>
          </p:txBody>
        </p:sp>
        <p:cxnSp>
          <p:nvCxnSpPr>
            <p:cNvPr id="6" name="Straight Connector 7">
              <a:extLst>
                <a:ext uri="{FF2B5EF4-FFF2-40B4-BE49-F238E27FC236}">
                  <a16:creationId xmlns:a16="http://schemas.microsoft.com/office/drawing/2014/main" id="{7130E0F2-3D7F-50F3-F2CC-5C06E23A3ACC}"/>
                </a:ext>
              </a:extLst>
            </p:cNvPr>
            <p:cNvCxnSpPr>
              <a:cxnSpLocks noChangeShapeType="1"/>
            </p:cNvCxnSpPr>
            <p:nvPr/>
          </p:nvCxnSpPr>
          <p:spPr bwMode="auto">
            <a:xfrm>
              <a:off x="2456210" y="249232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 name="Straight Connector 7">
              <a:extLst>
                <a:ext uri="{FF2B5EF4-FFF2-40B4-BE49-F238E27FC236}">
                  <a16:creationId xmlns:a16="http://schemas.microsoft.com/office/drawing/2014/main" id="{B3B8622C-83CF-927B-ED5F-B77212B2DAE3}"/>
                </a:ext>
              </a:extLst>
            </p:cNvPr>
            <p:cNvCxnSpPr>
              <a:cxnSpLocks noChangeShapeType="1"/>
            </p:cNvCxnSpPr>
            <p:nvPr/>
          </p:nvCxnSpPr>
          <p:spPr bwMode="auto">
            <a:xfrm>
              <a:off x="2889598" y="249232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8" name="Straight Connector 7">
              <a:extLst>
                <a:ext uri="{FF2B5EF4-FFF2-40B4-BE49-F238E27FC236}">
                  <a16:creationId xmlns:a16="http://schemas.microsoft.com/office/drawing/2014/main" id="{701CE088-5B30-9901-87E9-C12BA43EE884}"/>
                </a:ext>
              </a:extLst>
            </p:cNvPr>
            <p:cNvCxnSpPr>
              <a:cxnSpLocks noChangeShapeType="1"/>
            </p:cNvCxnSpPr>
            <p:nvPr/>
          </p:nvCxnSpPr>
          <p:spPr bwMode="auto">
            <a:xfrm>
              <a:off x="3820170" y="249232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 name="Straight Connector 7">
              <a:extLst>
                <a:ext uri="{FF2B5EF4-FFF2-40B4-BE49-F238E27FC236}">
                  <a16:creationId xmlns:a16="http://schemas.microsoft.com/office/drawing/2014/main" id="{AC7F8727-CB2C-AD2C-3D7A-FFB9263B7C52}"/>
                </a:ext>
              </a:extLst>
            </p:cNvPr>
            <p:cNvCxnSpPr>
              <a:cxnSpLocks noChangeShapeType="1"/>
            </p:cNvCxnSpPr>
            <p:nvPr/>
          </p:nvCxnSpPr>
          <p:spPr bwMode="auto">
            <a:xfrm>
              <a:off x="5614020" y="249232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11" name="Rectangle 10">
            <a:extLst>
              <a:ext uri="{FF2B5EF4-FFF2-40B4-BE49-F238E27FC236}">
                <a16:creationId xmlns:a16="http://schemas.microsoft.com/office/drawing/2014/main" id="{D86DC092-0755-1B19-9E38-3FF098F8492F}"/>
              </a:ext>
            </a:extLst>
          </p:cNvPr>
          <p:cNvSpPr/>
          <p:nvPr/>
        </p:nvSpPr>
        <p:spPr>
          <a:xfrm>
            <a:off x="355256" y="1625215"/>
            <a:ext cx="1080120" cy="1051660"/>
          </a:xfrm>
          <a:prstGeom prst="rect">
            <a:avLst/>
          </a:prstGeom>
          <a:solidFill>
            <a:srgbClr val="FF0000"/>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grpSp>
        <p:nvGrpSpPr>
          <p:cNvPr id="12" name="Group 11">
            <a:extLst>
              <a:ext uri="{FF2B5EF4-FFF2-40B4-BE49-F238E27FC236}">
                <a16:creationId xmlns:a16="http://schemas.microsoft.com/office/drawing/2014/main" id="{1F6EBE28-47DE-75CC-C58F-03929E60D17C}"/>
              </a:ext>
            </a:extLst>
          </p:cNvPr>
          <p:cNvGrpSpPr/>
          <p:nvPr/>
        </p:nvGrpSpPr>
        <p:grpSpPr>
          <a:xfrm>
            <a:off x="427264" y="1668783"/>
            <a:ext cx="859531" cy="523220"/>
            <a:chOff x="3991371" y="5690593"/>
            <a:chExt cx="859531" cy="523220"/>
          </a:xfrm>
        </p:grpSpPr>
        <p:sp>
          <p:nvSpPr>
            <p:cNvPr id="32" name="TextBox 31">
              <a:extLst>
                <a:ext uri="{FF2B5EF4-FFF2-40B4-BE49-F238E27FC236}">
                  <a16:creationId xmlns:a16="http://schemas.microsoft.com/office/drawing/2014/main" id="{9477E746-6A73-5904-9B4A-DE274B39471B}"/>
                </a:ext>
              </a:extLst>
            </p:cNvPr>
            <p:cNvSpPr txBox="1"/>
            <p:nvPr/>
          </p:nvSpPr>
          <p:spPr>
            <a:xfrm>
              <a:off x="3991371" y="5690593"/>
              <a:ext cx="859531" cy="523220"/>
            </a:xfrm>
            <a:prstGeom prst="rect">
              <a:avLst/>
            </a:prstGeom>
            <a:noFill/>
          </p:spPr>
          <p:txBody>
            <a:bodyPr wrap="none" rtlCol="0">
              <a:spAutoFit/>
            </a:bodyPr>
            <a:lstStyle/>
            <a:p>
              <a:r>
                <a:rPr lang="en-MY" sz="2800" dirty="0"/>
                <a:t>ABD</a:t>
              </a:r>
            </a:p>
          </p:txBody>
        </p:sp>
        <p:cxnSp>
          <p:nvCxnSpPr>
            <p:cNvPr id="33" name="Straight Connector 32">
              <a:extLst>
                <a:ext uri="{FF2B5EF4-FFF2-40B4-BE49-F238E27FC236}">
                  <a16:creationId xmlns:a16="http://schemas.microsoft.com/office/drawing/2014/main" id="{1B4D61E4-C823-C80E-28B4-BCDA59CC16B4}"/>
                </a:ext>
              </a:extLst>
            </p:cNvPr>
            <p:cNvCxnSpPr>
              <a:cxnSpLocks/>
            </p:cNvCxnSpPr>
            <p:nvPr/>
          </p:nvCxnSpPr>
          <p:spPr>
            <a:xfrm>
              <a:off x="4135387" y="5801878"/>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13" name="Rectangle 12">
            <a:extLst>
              <a:ext uri="{FF2B5EF4-FFF2-40B4-BE49-F238E27FC236}">
                <a16:creationId xmlns:a16="http://schemas.microsoft.com/office/drawing/2014/main" id="{18C0A928-367F-BB40-786A-6EB3D2D80932}"/>
              </a:ext>
            </a:extLst>
          </p:cNvPr>
          <p:cNvSpPr/>
          <p:nvPr/>
        </p:nvSpPr>
        <p:spPr>
          <a:xfrm>
            <a:off x="1773923" y="1628801"/>
            <a:ext cx="1080120" cy="1440160"/>
          </a:xfrm>
          <a:prstGeom prst="rect">
            <a:avLst/>
          </a:prstGeom>
          <a:solidFill>
            <a:srgbClr val="00B0F0"/>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sp>
        <p:nvSpPr>
          <p:cNvPr id="19" name="TextBox 18">
            <a:extLst>
              <a:ext uri="{FF2B5EF4-FFF2-40B4-BE49-F238E27FC236}">
                <a16:creationId xmlns:a16="http://schemas.microsoft.com/office/drawing/2014/main" id="{8B8D9EC3-8E7C-606F-34E7-51DE51A93AC7}"/>
              </a:ext>
            </a:extLst>
          </p:cNvPr>
          <p:cNvSpPr txBox="1"/>
          <p:nvPr/>
        </p:nvSpPr>
        <p:spPr>
          <a:xfrm>
            <a:off x="1867788" y="1668783"/>
            <a:ext cx="859531" cy="523220"/>
          </a:xfrm>
          <a:prstGeom prst="rect">
            <a:avLst/>
          </a:prstGeom>
          <a:noFill/>
        </p:spPr>
        <p:txBody>
          <a:bodyPr wrap="none" rtlCol="0">
            <a:spAutoFit/>
          </a:bodyPr>
          <a:lstStyle/>
          <a:p>
            <a:r>
              <a:rPr lang="en-MY" sz="2800" dirty="0"/>
              <a:t>BCD</a:t>
            </a:r>
          </a:p>
        </p:txBody>
      </p:sp>
      <p:sp>
        <p:nvSpPr>
          <p:cNvPr id="21" name="TextBox 20">
            <a:extLst>
              <a:ext uri="{FF2B5EF4-FFF2-40B4-BE49-F238E27FC236}">
                <a16:creationId xmlns:a16="http://schemas.microsoft.com/office/drawing/2014/main" id="{DEE656B5-821C-64B3-6DFF-3C7D7829697C}"/>
              </a:ext>
            </a:extLst>
          </p:cNvPr>
          <p:cNvSpPr txBox="1"/>
          <p:nvPr/>
        </p:nvSpPr>
        <p:spPr>
          <a:xfrm>
            <a:off x="1914831" y="2153655"/>
            <a:ext cx="854721" cy="523220"/>
          </a:xfrm>
          <a:prstGeom prst="rect">
            <a:avLst/>
          </a:prstGeom>
          <a:noFill/>
        </p:spPr>
        <p:txBody>
          <a:bodyPr wrap="none" rtlCol="0">
            <a:spAutoFit/>
          </a:bodyPr>
          <a:lstStyle/>
          <a:p>
            <a:r>
              <a:rPr lang="en-MY" sz="2800" dirty="0"/>
              <a:t>ABD</a:t>
            </a:r>
          </a:p>
        </p:txBody>
      </p:sp>
      <p:cxnSp>
        <p:nvCxnSpPr>
          <p:cNvPr id="35" name="Straight Arrow Connector 34">
            <a:extLst>
              <a:ext uri="{FF2B5EF4-FFF2-40B4-BE49-F238E27FC236}">
                <a16:creationId xmlns:a16="http://schemas.microsoft.com/office/drawing/2014/main" id="{213D9679-EB93-BE26-C014-46A441206EBC}"/>
              </a:ext>
            </a:extLst>
          </p:cNvPr>
          <p:cNvCxnSpPr>
            <a:cxnSpLocks/>
            <a:stCxn id="32" idx="3"/>
            <a:endCxn id="21" idx="1"/>
          </p:cNvCxnSpPr>
          <p:nvPr/>
        </p:nvCxnSpPr>
        <p:spPr>
          <a:xfrm>
            <a:off x="1286795" y="1930393"/>
            <a:ext cx="628036" cy="484872"/>
          </a:xfrm>
          <a:prstGeom prst="straightConnector1">
            <a:avLst/>
          </a:prstGeom>
          <a:ln w="3810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E5CF34BD-4A6A-0C13-DB76-5E014E49AE9B}"/>
              </a:ext>
            </a:extLst>
          </p:cNvPr>
          <p:cNvSpPr/>
          <p:nvPr/>
        </p:nvSpPr>
        <p:spPr>
          <a:xfrm>
            <a:off x="3244493" y="1625215"/>
            <a:ext cx="1080120" cy="1051660"/>
          </a:xfrm>
          <a:prstGeom prst="rect">
            <a:avLst/>
          </a:prstGeom>
          <a:solidFill>
            <a:schemeClr val="accent6">
              <a:lumMod val="40000"/>
              <a:lumOff val="60000"/>
            </a:schemeClr>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sp>
        <p:nvSpPr>
          <p:cNvPr id="39" name="TextBox 38">
            <a:extLst>
              <a:ext uri="{FF2B5EF4-FFF2-40B4-BE49-F238E27FC236}">
                <a16:creationId xmlns:a16="http://schemas.microsoft.com/office/drawing/2014/main" id="{554D7DF1-87C1-2BDD-0003-F90A7A613B87}"/>
              </a:ext>
            </a:extLst>
          </p:cNvPr>
          <p:cNvSpPr txBox="1"/>
          <p:nvPr/>
        </p:nvSpPr>
        <p:spPr>
          <a:xfrm>
            <a:off x="3464593" y="1782093"/>
            <a:ext cx="639919" cy="523220"/>
          </a:xfrm>
          <a:prstGeom prst="rect">
            <a:avLst/>
          </a:prstGeom>
          <a:noFill/>
        </p:spPr>
        <p:txBody>
          <a:bodyPr wrap="none" rtlCol="0">
            <a:spAutoFit/>
          </a:bodyPr>
          <a:lstStyle/>
          <a:p>
            <a:r>
              <a:rPr lang="en-MY" sz="2800" dirty="0"/>
              <a:t>BD</a:t>
            </a:r>
          </a:p>
        </p:txBody>
      </p:sp>
      <p:sp>
        <p:nvSpPr>
          <p:cNvPr id="40" name="Rectangle 39">
            <a:extLst>
              <a:ext uri="{FF2B5EF4-FFF2-40B4-BE49-F238E27FC236}">
                <a16:creationId xmlns:a16="http://schemas.microsoft.com/office/drawing/2014/main" id="{B5981658-087A-C65E-0F32-C886EFE8F991}"/>
              </a:ext>
            </a:extLst>
          </p:cNvPr>
          <p:cNvSpPr/>
          <p:nvPr/>
        </p:nvSpPr>
        <p:spPr>
          <a:xfrm>
            <a:off x="4572000" y="4149080"/>
            <a:ext cx="1080120" cy="1051660"/>
          </a:xfrm>
          <a:prstGeom prst="rect">
            <a:avLst/>
          </a:prstGeom>
          <a:solidFill>
            <a:srgbClr val="FF0000"/>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grpSp>
        <p:nvGrpSpPr>
          <p:cNvPr id="41" name="Group 40">
            <a:extLst>
              <a:ext uri="{FF2B5EF4-FFF2-40B4-BE49-F238E27FC236}">
                <a16:creationId xmlns:a16="http://schemas.microsoft.com/office/drawing/2014/main" id="{D25C1B0D-CCED-6F89-C58B-CBD9BDA88FD7}"/>
              </a:ext>
            </a:extLst>
          </p:cNvPr>
          <p:cNvGrpSpPr/>
          <p:nvPr/>
        </p:nvGrpSpPr>
        <p:grpSpPr>
          <a:xfrm>
            <a:off x="4644008" y="4192648"/>
            <a:ext cx="859531" cy="523220"/>
            <a:chOff x="3991371" y="5690593"/>
            <a:chExt cx="859531" cy="523220"/>
          </a:xfrm>
        </p:grpSpPr>
        <p:sp>
          <p:nvSpPr>
            <p:cNvPr id="42" name="TextBox 41">
              <a:extLst>
                <a:ext uri="{FF2B5EF4-FFF2-40B4-BE49-F238E27FC236}">
                  <a16:creationId xmlns:a16="http://schemas.microsoft.com/office/drawing/2014/main" id="{F847CC21-BA95-E55F-0F47-D7B67070D5F1}"/>
                </a:ext>
              </a:extLst>
            </p:cNvPr>
            <p:cNvSpPr txBox="1"/>
            <p:nvPr/>
          </p:nvSpPr>
          <p:spPr>
            <a:xfrm>
              <a:off x="3991371" y="5690593"/>
              <a:ext cx="859531" cy="523220"/>
            </a:xfrm>
            <a:prstGeom prst="rect">
              <a:avLst/>
            </a:prstGeom>
            <a:noFill/>
          </p:spPr>
          <p:txBody>
            <a:bodyPr wrap="none" rtlCol="0">
              <a:spAutoFit/>
            </a:bodyPr>
            <a:lstStyle/>
            <a:p>
              <a:r>
                <a:rPr lang="en-MY" sz="2800" dirty="0"/>
                <a:t>ABD</a:t>
              </a:r>
            </a:p>
          </p:txBody>
        </p:sp>
        <p:cxnSp>
          <p:nvCxnSpPr>
            <p:cNvPr id="43" name="Straight Connector 42">
              <a:extLst>
                <a:ext uri="{FF2B5EF4-FFF2-40B4-BE49-F238E27FC236}">
                  <a16:creationId xmlns:a16="http://schemas.microsoft.com/office/drawing/2014/main" id="{BD53A8EA-9CE5-9E68-8140-77916D1C4B24}"/>
                </a:ext>
              </a:extLst>
            </p:cNvPr>
            <p:cNvCxnSpPr>
              <a:cxnSpLocks/>
            </p:cNvCxnSpPr>
            <p:nvPr/>
          </p:nvCxnSpPr>
          <p:spPr>
            <a:xfrm>
              <a:off x="4135387" y="5801878"/>
              <a:ext cx="144016" cy="0"/>
            </a:xfrm>
            <a:prstGeom prst="line">
              <a:avLst/>
            </a:prstGeom>
          </p:spPr>
          <p:style>
            <a:lnRef idx="1">
              <a:schemeClr val="dk1"/>
            </a:lnRef>
            <a:fillRef idx="0">
              <a:schemeClr val="dk1"/>
            </a:fillRef>
            <a:effectRef idx="0">
              <a:schemeClr val="dk1"/>
            </a:effectRef>
            <a:fontRef idx="minor">
              <a:schemeClr val="tx1"/>
            </a:fontRef>
          </p:style>
        </p:cxnSp>
      </p:grpSp>
      <p:sp>
        <p:nvSpPr>
          <p:cNvPr id="44" name="Rectangle 43">
            <a:extLst>
              <a:ext uri="{FF2B5EF4-FFF2-40B4-BE49-F238E27FC236}">
                <a16:creationId xmlns:a16="http://schemas.microsoft.com/office/drawing/2014/main" id="{C0E8A082-B83E-6F39-C321-8DF3816AFA23}"/>
              </a:ext>
            </a:extLst>
          </p:cNvPr>
          <p:cNvSpPr/>
          <p:nvPr/>
        </p:nvSpPr>
        <p:spPr>
          <a:xfrm>
            <a:off x="5990667" y="4152666"/>
            <a:ext cx="1080120" cy="1440160"/>
          </a:xfrm>
          <a:prstGeom prst="rect">
            <a:avLst/>
          </a:prstGeom>
          <a:solidFill>
            <a:srgbClr val="00B0F0"/>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sp>
        <p:nvSpPr>
          <p:cNvPr id="45" name="TextBox 44">
            <a:extLst>
              <a:ext uri="{FF2B5EF4-FFF2-40B4-BE49-F238E27FC236}">
                <a16:creationId xmlns:a16="http://schemas.microsoft.com/office/drawing/2014/main" id="{8499C63D-069B-A320-01CF-1487D35FFF49}"/>
              </a:ext>
            </a:extLst>
          </p:cNvPr>
          <p:cNvSpPr txBox="1"/>
          <p:nvPr/>
        </p:nvSpPr>
        <p:spPr>
          <a:xfrm>
            <a:off x="6084532" y="4192648"/>
            <a:ext cx="859531" cy="523220"/>
          </a:xfrm>
          <a:prstGeom prst="rect">
            <a:avLst/>
          </a:prstGeom>
          <a:noFill/>
        </p:spPr>
        <p:txBody>
          <a:bodyPr wrap="none" rtlCol="0">
            <a:spAutoFit/>
          </a:bodyPr>
          <a:lstStyle/>
          <a:p>
            <a:r>
              <a:rPr lang="en-MY" sz="2800" dirty="0"/>
              <a:t>BCD</a:t>
            </a:r>
          </a:p>
        </p:txBody>
      </p:sp>
      <p:sp>
        <p:nvSpPr>
          <p:cNvPr id="46" name="TextBox 45">
            <a:extLst>
              <a:ext uri="{FF2B5EF4-FFF2-40B4-BE49-F238E27FC236}">
                <a16:creationId xmlns:a16="http://schemas.microsoft.com/office/drawing/2014/main" id="{06ABA0DD-63B4-900B-68A7-69643DC98AB8}"/>
              </a:ext>
            </a:extLst>
          </p:cNvPr>
          <p:cNvSpPr txBox="1"/>
          <p:nvPr/>
        </p:nvSpPr>
        <p:spPr>
          <a:xfrm>
            <a:off x="6131575" y="4677520"/>
            <a:ext cx="854721" cy="523220"/>
          </a:xfrm>
          <a:prstGeom prst="rect">
            <a:avLst/>
          </a:prstGeom>
          <a:noFill/>
        </p:spPr>
        <p:txBody>
          <a:bodyPr wrap="none" rtlCol="0">
            <a:spAutoFit/>
          </a:bodyPr>
          <a:lstStyle/>
          <a:p>
            <a:r>
              <a:rPr lang="en-MY" sz="2800" dirty="0"/>
              <a:t>ABD</a:t>
            </a:r>
          </a:p>
        </p:txBody>
      </p:sp>
      <p:cxnSp>
        <p:nvCxnSpPr>
          <p:cNvPr id="47" name="Straight Arrow Connector 46">
            <a:extLst>
              <a:ext uri="{FF2B5EF4-FFF2-40B4-BE49-F238E27FC236}">
                <a16:creationId xmlns:a16="http://schemas.microsoft.com/office/drawing/2014/main" id="{7DA579A5-DB3D-075F-21B3-8EF891F531B2}"/>
              </a:ext>
            </a:extLst>
          </p:cNvPr>
          <p:cNvCxnSpPr>
            <a:cxnSpLocks/>
            <a:stCxn id="42" idx="3"/>
            <a:endCxn id="46" idx="1"/>
          </p:cNvCxnSpPr>
          <p:nvPr/>
        </p:nvCxnSpPr>
        <p:spPr>
          <a:xfrm>
            <a:off x="5503539" y="4454258"/>
            <a:ext cx="628036" cy="484872"/>
          </a:xfrm>
          <a:prstGeom prst="straightConnector1">
            <a:avLst/>
          </a:prstGeom>
          <a:ln w="3810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542B1EB3-AD1F-7162-420F-6D1223513EBB}"/>
              </a:ext>
            </a:extLst>
          </p:cNvPr>
          <p:cNvSpPr/>
          <p:nvPr/>
        </p:nvSpPr>
        <p:spPr>
          <a:xfrm>
            <a:off x="7461237" y="4149080"/>
            <a:ext cx="1080120" cy="1051660"/>
          </a:xfrm>
          <a:prstGeom prst="rect">
            <a:avLst/>
          </a:prstGeom>
          <a:solidFill>
            <a:schemeClr val="accent6">
              <a:lumMod val="40000"/>
              <a:lumOff val="60000"/>
            </a:schemeClr>
          </a:solidFill>
        </p:spPr>
        <p:style>
          <a:lnRef idx="3">
            <a:schemeClr val="lt1"/>
          </a:lnRef>
          <a:fillRef idx="1">
            <a:schemeClr val="accent5"/>
          </a:fillRef>
          <a:effectRef idx="1">
            <a:schemeClr val="accent5"/>
          </a:effectRef>
          <a:fontRef idx="minor">
            <a:schemeClr val="lt1"/>
          </a:fontRef>
        </p:style>
        <p:txBody>
          <a:bodyPr rtlCol="0" anchor="ctr"/>
          <a:lstStyle/>
          <a:p>
            <a:pPr algn="ctr"/>
            <a:endParaRPr lang="en-MY"/>
          </a:p>
        </p:txBody>
      </p:sp>
      <p:sp>
        <p:nvSpPr>
          <p:cNvPr id="49" name="TextBox 48">
            <a:extLst>
              <a:ext uri="{FF2B5EF4-FFF2-40B4-BE49-F238E27FC236}">
                <a16:creationId xmlns:a16="http://schemas.microsoft.com/office/drawing/2014/main" id="{0CECC2D7-B23D-F5BE-19C4-A4CDCF9BFE64}"/>
              </a:ext>
            </a:extLst>
          </p:cNvPr>
          <p:cNvSpPr txBox="1"/>
          <p:nvPr/>
        </p:nvSpPr>
        <p:spPr>
          <a:xfrm>
            <a:off x="7681337" y="4305958"/>
            <a:ext cx="639919" cy="523220"/>
          </a:xfrm>
          <a:prstGeom prst="rect">
            <a:avLst/>
          </a:prstGeom>
          <a:noFill/>
        </p:spPr>
        <p:txBody>
          <a:bodyPr wrap="none" rtlCol="0">
            <a:spAutoFit/>
          </a:bodyPr>
          <a:lstStyle/>
          <a:p>
            <a:r>
              <a:rPr lang="en-MY" sz="2800" dirty="0"/>
              <a:t>BD</a:t>
            </a:r>
          </a:p>
        </p:txBody>
      </p:sp>
      <p:cxnSp>
        <p:nvCxnSpPr>
          <p:cNvPr id="50" name="Straight Connector 49">
            <a:extLst>
              <a:ext uri="{FF2B5EF4-FFF2-40B4-BE49-F238E27FC236}">
                <a16:creationId xmlns:a16="http://schemas.microsoft.com/office/drawing/2014/main" id="{3BAE0D83-D5C2-40FC-204C-962460BE75EE}"/>
              </a:ext>
            </a:extLst>
          </p:cNvPr>
          <p:cNvCxnSpPr>
            <a:cxnSpLocks/>
          </p:cNvCxnSpPr>
          <p:nvPr/>
        </p:nvCxnSpPr>
        <p:spPr>
          <a:xfrm flipV="1">
            <a:off x="4667894" y="4426670"/>
            <a:ext cx="936104" cy="11608"/>
          </a:xfrm>
          <a:prstGeom prst="line">
            <a:avLst/>
          </a:prstGeom>
          <a:ln w="57150"/>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020E5200-016F-9A88-9B42-21BE0360792C}"/>
              </a:ext>
            </a:extLst>
          </p:cNvPr>
          <p:cNvCxnSpPr>
            <a:cxnSpLocks/>
          </p:cNvCxnSpPr>
          <p:nvPr/>
        </p:nvCxnSpPr>
        <p:spPr>
          <a:xfrm flipV="1">
            <a:off x="6115607" y="4933326"/>
            <a:ext cx="936104" cy="11608"/>
          </a:xfrm>
          <a:prstGeom prst="line">
            <a:avLst/>
          </a:prstGeom>
          <a:ln w="57150"/>
        </p:spPr>
        <p:style>
          <a:lnRef idx="1">
            <a:schemeClr val="dk1"/>
          </a:lnRef>
          <a:fillRef idx="0">
            <a:schemeClr val="dk1"/>
          </a:fillRef>
          <a:effectRef idx="0">
            <a:schemeClr val="dk1"/>
          </a:effectRef>
          <a:fontRef idx="minor">
            <a:schemeClr val="tx1"/>
          </a:fontRef>
        </p:style>
      </p:cxnSp>
      <p:grpSp>
        <p:nvGrpSpPr>
          <p:cNvPr id="52" name="Group 51">
            <a:extLst>
              <a:ext uri="{FF2B5EF4-FFF2-40B4-BE49-F238E27FC236}">
                <a16:creationId xmlns:a16="http://schemas.microsoft.com/office/drawing/2014/main" id="{9A26F639-62F8-C7EB-88D4-F6A4FFBD3305}"/>
              </a:ext>
            </a:extLst>
          </p:cNvPr>
          <p:cNvGrpSpPr/>
          <p:nvPr/>
        </p:nvGrpSpPr>
        <p:grpSpPr>
          <a:xfrm>
            <a:off x="427264" y="2098012"/>
            <a:ext cx="859531" cy="523220"/>
            <a:chOff x="3991371" y="5690593"/>
            <a:chExt cx="859531" cy="523220"/>
          </a:xfrm>
        </p:grpSpPr>
        <p:sp>
          <p:nvSpPr>
            <p:cNvPr id="53" name="TextBox 52">
              <a:extLst>
                <a:ext uri="{FF2B5EF4-FFF2-40B4-BE49-F238E27FC236}">
                  <a16:creationId xmlns:a16="http://schemas.microsoft.com/office/drawing/2014/main" id="{450B84E6-11C6-3A5F-3D49-21D02D6E0AE9}"/>
                </a:ext>
              </a:extLst>
            </p:cNvPr>
            <p:cNvSpPr txBox="1"/>
            <p:nvPr/>
          </p:nvSpPr>
          <p:spPr>
            <a:xfrm>
              <a:off x="3991371" y="5690593"/>
              <a:ext cx="859531" cy="523220"/>
            </a:xfrm>
            <a:prstGeom prst="rect">
              <a:avLst/>
            </a:prstGeom>
            <a:noFill/>
          </p:spPr>
          <p:txBody>
            <a:bodyPr wrap="none" rtlCol="0">
              <a:spAutoFit/>
            </a:bodyPr>
            <a:lstStyle/>
            <a:p>
              <a:r>
                <a:rPr lang="en-MY" sz="2800" dirty="0"/>
                <a:t>BCD</a:t>
              </a:r>
            </a:p>
          </p:txBody>
        </p:sp>
        <p:cxnSp>
          <p:nvCxnSpPr>
            <p:cNvPr id="54" name="Straight Connector 53">
              <a:extLst>
                <a:ext uri="{FF2B5EF4-FFF2-40B4-BE49-F238E27FC236}">
                  <a16:creationId xmlns:a16="http://schemas.microsoft.com/office/drawing/2014/main" id="{725EA9D9-3CE3-CB75-2E9B-A630E5731060}"/>
                </a:ext>
              </a:extLst>
            </p:cNvPr>
            <p:cNvCxnSpPr>
              <a:cxnSpLocks/>
            </p:cNvCxnSpPr>
            <p:nvPr/>
          </p:nvCxnSpPr>
          <p:spPr>
            <a:xfrm>
              <a:off x="4349128" y="5789161"/>
              <a:ext cx="144016" cy="0"/>
            </a:xfrm>
            <a:prstGeom prst="line">
              <a:avLst/>
            </a:prstGeom>
          </p:spPr>
          <p:style>
            <a:lnRef idx="1">
              <a:schemeClr val="dk1"/>
            </a:lnRef>
            <a:fillRef idx="0">
              <a:schemeClr val="dk1"/>
            </a:fillRef>
            <a:effectRef idx="0">
              <a:schemeClr val="dk1"/>
            </a:effectRef>
            <a:fontRef idx="minor">
              <a:schemeClr val="tx1"/>
            </a:fontRef>
          </p:style>
        </p:cxnSp>
      </p:grpSp>
      <p:cxnSp>
        <p:nvCxnSpPr>
          <p:cNvPr id="55" name="Straight Arrow Connector 54">
            <a:extLst>
              <a:ext uri="{FF2B5EF4-FFF2-40B4-BE49-F238E27FC236}">
                <a16:creationId xmlns:a16="http://schemas.microsoft.com/office/drawing/2014/main" id="{A1005534-DB70-3B9F-AA1A-2F46161C48A6}"/>
              </a:ext>
            </a:extLst>
          </p:cNvPr>
          <p:cNvCxnSpPr>
            <a:cxnSpLocks/>
            <a:endCxn id="19" idx="1"/>
          </p:cNvCxnSpPr>
          <p:nvPr/>
        </p:nvCxnSpPr>
        <p:spPr>
          <a:xfrm flipV="1">
            <a:off x="1295370" y="1930393"/>
            <a:ext cx="572418" cy="523220"/>
          </a:xfrm>
          <a:prstGeom prst="straightConnector1">
            <a:avLst/>
          </a:prstGeom>
          <a:ln w="3810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58" name="Group 57">
            <a:extLst>
              <a:ext uri="{FF2B5EF4-FFF2-40B4-BE49-F238E27FC236}">
                <a16:creationId xmlns:a16="http://schemas.microsoft.com/office/drawing/2014/main" id="{6F761769-075B-532A-A184-158CA7008DFA}"/>
              </a:ext>
            </a:extLst>
          </p:cNvPr>
          <p:cNvGrpSpPr/>
          <p:nvPr/>
        </p:nvGrpSpPr>
        <p:grpSpPr>
          <a:xfrm>
            <a:off x="4642417" y="4594041"/>
            <a:ext cx="859531" cy="523220"/>
            <a:chOff x="3991371" y="5690593"/>
            <a:chExt cx="859531" cy="523220"/>
          </a:xfrm>
        </p:grpSpPr>
        <p:sp>
          <p:nvSpPr>
            <p:cNvPr id="59" name="TextBox 58">
              <a:extLst>
                <a:ext uri="{FF2B5EF4-FFF2-40B4-BE49-F238E27FC236}">
                  <a16:creationId xmlns:a16="http://schemas.microsoft.com/office/drawing/2014/main" id="{33551763-7170-30D7-3DE8-F0E7E1956F6A}"/>
                </a:ext>
              </a:extLst>
            </p:cNvPr>
            <p:cNvSpPr txBox="1"/>
            <p:nvPr/>
          </p:nvSpPr>
          <p:spPr>
            <a:xfrm>
              <a:off x="3991371" y="5690593"/>
              <a:ext cx="859531" cy="523220"/>
            </a:xfrm>
            <a:prstGeom prst="rect">
              <a:avLst/>
            </a:prstGeom>
            <a:noFill/>
          </p:spPr>
          <p:txBody>
            <a:bodyPr wrap="none" rtlCol="0">
              <a:spAutoFit/>
            </a:bodyPr>
            <a:lstStyle/>
            <a:p>
              <a:r>
                <a:rPr lang="en-MY" sz="2800" dirty="0"/>
                <a:t>BCD</a:t>
              </a:r>
            </a:p>
          </p:txBody>
        </p:sp>
        <p:cxnSp>
          <p:nvCxnSpPr>
            <p:cNvPr id="60" name="Straight Connector 59">
              <a:extLst>
                <a:ext uri="{FF2B5EF4-FFF2-40B4-BE49-F238E27FC236}">
                  <a16:creationId xmlns:a16="http://schemas.microsoft.com/office/drawing/2014/main" id="{22CC0DDB-D66B-4C8D-2E54-45EF5B7E4C86}"/>
                </a:ext>
              </a:extLst>
            </p:cNvPr>
            <p:cNvCxnSpPr>
              <a:cxnSpLocks/>
            </p:cNvCxnSpPr>
            <p:nvPr/>
          </p:nvCxnSpPr>
          <p:spPr>
            <a:xfrm>
              <a:off x="4349128" y="5789161"/>
              <a:ext cx="144016" cy="0"/>
            </a:xfrm>
            <a:prstGeom prst="line">
              <a:avLst/>
            </a:prstGeom>
          </p:spPr>
          <p:style>
            <a:lnRef idx="1">
              <a:schemeClr val="dk1"/>
            </a:lnRef>
            <a:fillRef idx="0">
              <a:schemeClr val="dk1"/>
            </a:fillRef>
            <a:effectRef idx="0">
              <a:schemeClr val="dk1"/>
            </a:effectRef>
            <a:fontRef idx="minor">
              <a:schemeClr val="tx1"/>
            </a:fontRef>
          </p:style>
        </p:cxnSp>
      </p:grpSp>
      <p:cxnSp>
        <p:nvCxnSpPr>
          <p:cNvPr id="61" name="Straight Arrow Connector 60">
            <a:extLst>
              <a:ext uri="{FF2B5EF4-FFF2-40B4-BE49-F238E27FC236}">
                <a16:creationId xmlns:a16="http://schemas.microsoft.com/office/drawing/2014/main" id="{A40A9F08-8894-30B1-E68D-36026E027718}"/>
              </a:ext>
            </a:extLst>
          </p:cNvPr>
          <p:cNvCxnSpPr>
            <a:cxnSpLocks/>
          </p:cNvCxnSpPr>
          <p:nvPr/>
        </p:nvCxnSpPr>
        <p:spPr>
          <a:xfrm flipV="1">
            <a:off x="5512317" y="4541166"/>
            <a:ext cx="553843" cy="381984"/>
          </a:xfrm>
          <a:prstGeom prst="straightConnector1">
            <a:avLst/>
          </a:prstGeom>
          <a:ln w="3810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861E321-54F8-124F-50A7-BCD85F1D6701}"/>
              </a:ext>
            </a:extLst>
          </p:cNvPr>
          <p:cNvCxnSpPr>
            <a:cxnSpLocks/>
          </p:cNvCxnSpPr>
          <p:nvPr/>
        </p:nvCxnSpPr>
        <p:spPr>
          <a:xfrm flipV="1">
            <a:off x="4615991" y="4826996"/>
            <a:ext cx="936104" cy="11608"/>
          </a:xfrm>
          <a:prstGeom prst="line">
            <a:avLst/>
          </a:prstGeom>
          <a:ln w="57150"/>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9A02846B-9F3C-529C-7925-4E5171CB1646}"/>
              </a:ext>
            </a:extLst>
          </p:cNvPr>
          <p:cNvCxnSpPr>
            <a:cxnSpLocks/>
          </p:cNvCxnSpPr>
          <p:nvPr/>
        </p:nvCxnSpPr>
        <p:spPr>
          <a:xfrm flipV="1">
            <a:off x="5992058" y="4470456"/>
            <a:ext cx="936104" cy="11608"/>
          </a:xfrm>
          <a:prstGeom prst="line">
            <a:avLst/>
          </a:prstGeom>
          <a:ln w="57150"/>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F03521BE-0977-F0AB-2413-99EA3919A0C0}"/>
              </a:ext>
            </a:extLst>
          </p:cNvPr>
          <p:cNvCxnSpPr>
            <a:cxnSpLocks/>
            <a:stCxn id="39" idx="1"/>
          </p:cNvCxnSpPr>
          <p:nvPr/>
        </p:nvCxnSpPr>
        <p:spPr>
          <a:xfrm flipH="1" flipV="1">
            <a:off x="2683640" y="1863890"/>
            <a:ext cx="780953" cy="179813"/>
          </a:xfrm>
          <a:prstGeom prst="straightConnector1">
            <a:avLst/>
          </a:prstGeom>
          <a:ln w="3810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90A95E75-E156-D12D-D5FB-7BB415232638}"/>
              </a:ext>
            </a:extLst>
          </p:cNvPr>
          <p:cNvCxnSpPr>
            <a:cxnSpLocks/>
            <a:endCxn id="21" idx="3"/>
          </p:cNvCxnSpPr>
          <p:nvPr/>
        </p:nvCxnSpPr>
        <p:spPr>
          <a:xfrm flipH="1">
            <a:off x="2769552" y="2051024"/>
            <a:ext cx="695041" cy="364241"/>
          </a:xfrm>
          <a:prstGeom prst="straightConnector1">
            <a:avLst/>
          </a:prstGeom>
          <a:ln w="3810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76F6AD11-ABF2-7473-DC1C-37AFC672A403}"/>
              </a:ext>
            </a:extLst>
          </p:cNvPr>
          <p:cNvSpPr>
            <a:spLocks noGrp="1"/>
          </p:cNvSpPr>
          <p:nvPr>
            <p:ph type="sldNum" sz="quarter" idx="12"/>
          </p:nvPr>
        </p:nvSpPr>
        <p:spPr/>
        <p:txBody>
          <a:bodyPr/>
          <a:lstStyle/>
          <a:p>
            <a:pPr>
              <a:defRPr/>
            </a:pPr>
            <a:fld id="{92E653FF-C7FA-44C4-9FB2-CA5830947AC3}" type="slidenum">
              <a:rPr lang="en-US" altLang="en-US" smtClean="0"/>
              <a:pPr>
                <a:defRPr/>
              </a:pPr>
              <a:t>106</a:t>
            </a:fld>
            <a:endParaRPr lang="en-US" altLang="en-US"/>
          </a:p>
        </p:txBody>
      </p:sp>
    </p:spTree>
    <p:extLst>
      <p:ext uri="{BB962C8B-B14F-4D97-AF65-F5344CB8AC3E}">
        <p14:creationId xmlns:p14="http://schemas.microsoft.com/office/powerpoint/2010/main" val="244455476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5AD2C8A-8BB4-19C2-5149-D39414E51651}"/>
              </a:ext>
            </a:extLst>
          </p:cNvPr>
          <p:cNvGraphicFramePr>
            <a:graphicFrameLocks noGrp="1"/>
          </p:cNvGraphicFramePr>
          <p:nvPr>
            <p:extLst>
              <p:ext uri="{D42A27DB-BD31-4B8C-83A1-F6EECF244321}">
                <p14:modId xmlns:p14="http://schemas.microsoft.com/office/powerpoint/2010/main" val="2659745510"/>
              </p:ext>
            </p:extLst>
          </p:nvPr>
        </p:nvGraphicFramePr>
        <p:xfrm>
          <a:off x="971600" y="1772816"/>
          <a:ext cx="6912770" cy="1584176"/>
        </p:xfrm>
        <a:graphic>
          <a:graphicData uri="http://schemas.openxmlformats.org/drawingml/2006/table">
            <a:tbl>
              <a:tblPr firstRow="1" bandRow="1">
                <a:tableStyleId>{5940675A-B579-460E-94D1-54222C63F5DA}</a:tableStyleId>
              </a:tblPr>
              <a:tblGrid>
                <a:gridCol w="1382554">
                  <a:extLst>
                    <a:ext uri="{9D8B030D-6E8A-4147-A177-3AD203B41FA5}">
                      <a16:colId xmlns:a16="http://schemas.microsoft.com/office/drawing/2014/main" val="3806018053"/>
                    </a:ext>
                  </a:extLst>
                </a:gridCol>
                <a:gridCol w="1382554">
                  <a:extLst>
                    <a:ext uri="{9D8B030D-6E8A-4147-A177-3AD203B41FA5}">
                      <a16:colId xmlns:a16="http://schemas.microsoft.com/office/drawing/2014/main" val="811741368"/>
                    </a:ext>
                  </a:extLst>
                </a:gridCol>
                <a:gridCol w="1382554">
                  <a:extLst>
                    <a:ext uri="{9D8B030D-6E8A-4147-A177-3AD203B41FA5}">
                      <a16:colId xmlns:a16="http://schemas.microsoft.com/office/drawing/2014/main" val="3646988627"/>
                    </a:ext>
                  </a:extLst>
                </a:gridCol>
                <a:gridCol w="1382554">
                  <a:extLst>
                    <a:ext uri="{9D8B030D-6E8A-4147-A177-3AD203B41FA5}">
                      <a16:colId xmlns:a16="http://schemas.microsoft.com/office/drawing/2014/main" val="2740640934"/>
                    </a:ext>
                  </a:extLst>
                </a:gridCol>
                <a:gridCol w="1382554">
                  <a:extLst>
                    <a:ext uri="{9D8B030D-6E8A-4147-A177-3AD203B41FA5}">
                      <a16:colId xmlns:a16="http://schemas.microsoft.com/office/drawing/2014/main" val="3330279365"/>
                    </a:ext>
                  </a:extLst>
                </a:gridCol>
              </a:tblGrid>
              <a:tr h="792088">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a:p>
                  </a:txBody>
                  <a:tcPr/>
                </a:tc>
                <a:extLst>
                  <a:ext uri="{0D108BD9-81ED-4DB2-BD59-A6C34878D82A}">
                    <a16:rowId xmlns:a16="http://schemas.microsoft.com/office/drawing/2014/main" val="1084885074"/>
                  </a:ext>
                </a:extLst>
              </a:tr>
              <a:tr h="792088">
                <a:tc>
                  <a:txBody>
                    <a:bodyPr/>
                    <a:lstStyle/>
                    <a:p>
                      <a:endParaRPr lang="en-MY" dirty="0"/>
                    </a:p>
                  </a:txBody>
                  <a:tcPr/>
                </a:tc>
                <a:tc>
                  <a:txBody>
                    <a:bodyPr/>
                    <a:lstStyle/>
                    <a:p>
                      <a:endParaRPr lang="en-MY" dirty="0"/>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631959712"/>
                  </a:ext>
                </a:extLst>
              </a:tr>
            </a:tbl>
          </a:graphicData>
        </a:graphic>
      </p:graphicFrame>
      <p:grpSp>
        <p:nvGrpSpPr>
          <p:cNvPr id="3" name="Group 3">
            <a:extLst>
              <a:ext uri="{FF2B5EF4-FFF2-40B4-BE49-F238E27FC236}">
                <a16:creationId xmlns:a16="http://schemas.microsoft.com/office/drawing/2014/main" id="{05537B2A-05FF-03A1-0D02-9DC93CE23FBE}"/>
              </a:ext>
            </a:extLst>
          </p:cNvPr>
          <p:cNvGrpSpPr>
            <a:grpSpLocks/>
          </p:cNvGrpSpPr>
          <p:nvPr/>
        </p:nvGrpSpPr>
        <p:grpSpPr bwMode="auto">
          <a:xfrm>
            <a:off x="1439516" y="620688"/>
            <a:ext cx="5976938" cy="523875"/>
            <a:chOff x="1619002" y="2420888"/>
            <a:chExt cx="5977334" cy="523220"/>
          </a:xfrm>
        </p:grpSpPr>
        <p:sp>
          <p:nvSpPr>
            <p:cNvPr id="4" name="TextBox 11">
              <a:extLst>
                <a:ext uri="{FF2B5EF4-FFF2-40B4-BE49-F238E27FC236}">
                  <a16:creationId xmlns:a16="http://schemas.microsoft.com/office/drawing/2014/main" id="{14421AEE-83E4-6575-5A72-5812316D5365}"/>
                </a:ext>
              </a:extLst>
            </p:cNvPr>
            <p:cNvSpPr txBox="1">
              <a:spLocks noChangeArrowheads="1"/>
            </p:cNvSpPr>
            <p:nvPr/>
          </p:nvSpPr>
          <p:spPr bwMode="auto">
            <a:xfrm>
              <a:off x="1619002" y="2420888"/>
              <a:ext cx="5977334" cy="52322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dirty="0">
                  <a:solidFill>
                    <a:srgbClr val="5E574E"/>
                  </a:solidFill>
                </a:rPr>
                <a:t>F = ABCD + ABCD + ABCD + ABCD</a:t>
              </a:r>
            </a:p>
          </p:txBody>
        </p:sp>
        <p:cxnSp>
          <p:nvCxnSpPr>
            <p:cNvPr id="5" name="Straight Connector 7">
              <a:extLst>
                <a:ext uri="{FF2B5EF4-FFF2-40B4-BE49-F238E27FC236}">
                  <a16:creationId xmlns:a16="http://schemas.microsoft.com/office/drawing/2014/main" id="{96999093-9249-F93C-5BC5-82C86A4D8C91}"/>
                </a:ext>
              </a:extLst>
            </p:cNvPr>
            <p:cNvCxnSpPr>
              <a:cxnSpLocks noChangeShapeType="1"/>
            </p:cNvCxnSpPr>
            <p:nvPr/>
          </p:nvCxnSpPr>
          <p:spPr bwMode="auto">
            <a:xfrm>
              <a:off x="2456210" y="249232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 name="Straight Connector 7">
              <a:extLst>
                <a:ext uri="{FF2B5EF4-FFF2-40B4-BE49-F238E27FC236}">
                  <a16:creationId xmlns:a16="http://schemas.microsoft.com/office/drawing/2014/main" id="{6A93FFCE-0F9C-C181-C8B2-194C26665B4F}"/>
                </a:ext>
              </a:extLst>
            </p:cNvPr>
            <p:cNvCxnSpPr>
              <a:cxnSpLocks noChangeShapeType="1"/>
            </p:cNvCxnSpPr>
            <p:nvPr/>
          </p:nvCxnSpPr>
          <p:spPr bwMode="auto">
            <a:xfrm>
              <a:off x="2889598" y="249232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 name="Straight Connector 7">
              <a:extLst>
                <a:ext uri="{FF2B5EF4-FFF2-40B4-BE49-F238E27FC236}">
                  <a16:creationId xmlns:a16="http://schemas.microsoft.com/office/drawing/2014/main" id="{8FBAC7C6-2650-22A5-5D11-EC32B36ED43E}"/>
                </a:ext>
              </a:extLst>
            </p:cNvPr>
            <p:cNvCxnSpPr>
              <a:cxnSpLocks noChangeShapeType="1"/>
            </p:cNvCxnSpPr>
            <p:nvPr/>
          </p:nvCxnSpPr>
          <p:spPr bwMode="auto">
            <a:xfrm>
              <a:off x="3820170" y="249232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8" name="Straight Connector 7">
              <a:extLst>
                <a:ext uri="{FF2B5EF4-FFF2-40B4-BE49-F238E27FC236}">
                  <a16:creationId xmlns:a16="http://schemas.microsoft.com/office/drawing/2014/main" id="{A0CEDE19-90DE-E77D-CD52-DD162D30707F}"/>
                </a:ext>
              </a:extLst>
            </p:cNvPr>
            <p:cNvCxnSpPr>
              <a:cxnSpLocks noChangeShapeType="1"/>
            </p:cNvCxnSpPr>
            <p:nvPr/>
          </p:nvCxnSpPr>
          <p:spPr bwMode="auto">
            <a:xfrm>
              <a:off x="5614020" y="2492325"/>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9" name="TextBox 8">
            <a:extLst>
              <a:ext uri="{FF2B5EF4-FFF2-40B4-BE49-F238E27FC236}">
                <a16:creationId xmlns:a16="http://schemas.microsoft.com/office/drawing/2014/main" id="{91267A02-9F84-1C7B-DE98-8CA117C7727E}"/>
              </a:ext>
            </a:extLst>
          </p:cNvPr>
          <p:cNvSpPr txBox="1"/>
          <p:nvPr/>
        </p:nvSpPr>
        <p:spPr>
          <a:xfrm>
            <a:off x="1403648" y="2760893"/>
            <a:ext cx="510076" cy="400110"/>
          </a:xfrm>
          <a:prstGeom prst="rect">
            <a:avLst/>
          </a:prstGeom>
          <a:noFill/>
        </p:spPr>
        <p:txBody>
          <a:bodyPr wrap="none" rtlCol="0">
            <a:spAutoFit/>
          </a:bodyPr>
          <a:lstStyle/>
          <a:p>
            <a:r>
              <a:rPr lang="en-MY" dirty="0"/>
              <a:t>BD</a:t>
            </a:r>
          </a:p>
        </p:txBody>
      </p:sp>
      <p:pic>
        <p:nvPicPr>
          <p:cNvPr id="12" name="Picture 11">
            <a:extLst>
              <a:ext uri="{FF2B5EF4-FFF2-40B4-BE49-F238E27FC236}">
                <a16:creationId xmlns:a16="http://schemas.microsoft.com/office/drawing/2014/main" id="{0D927C1C-759F-D0C0-5185-94A86B12F6B8}"/>
              </a:ext>
            </a:extLst>
          </p:cNvPr>
          <p:cNvPicPr>
            <a:picLocks noChangeAspect="1"/>
          </p:cNvPicPr>
          <p:nvPr/>
        </p:nvPicPr>
        <p:blipFill>
          <a:blip r:embed="rId2"/>
          <a:stretch>
            <a:fillRect/>
          </a:stretch>
        </p:blipFill>
        <p:spPr>
          <a:xfrm>
            <a:off x="2674517" y="1844824"/>
            <a:ext cx="922100" cy="579170"/>
          </a:xfrm>
          <a:prstGeom prst="rect">
            <a:avLst/>
          </a:prstGeom>
        </p:spPr>
      </p:pic>
      <p:pic>
        <p:nvPicPr>
          <p:cNvPr id="14" name="Picture 13">
            <a:extLst>
              <a:ext uri="{FF2B5EF4-FFF2-40B4-BE49-F238E27FC236}">
                <a16:creationId xmlns:a16="http://schemas.microsoft.com/office/drawing/2014/main" id="{9C97731B-E304-0958-ADA3-AF7085987A2D}"/>
              </a:ext>
            </a:extLst>
          </p:cNvPr>
          <p:cNvPicPr>
            <a:picLocks noChangeAspect="1"/>
          </p:cNvPicPr>
          <p:nvPr/>
        </p:nvPicPr>
        <p:blipFill>
          <a:blip r:embed="rId3"/>
          <a:stretch>
            <a:fillRect/>
          </a:stretch>
        </p:blipFill>
        <p:spPr>
          <a:xfrm>
            <a:off x="3940262" y="1829582"/>
            <a:ext cx="975445" cy="594412"/>
          </a:xfrm>
          <a:prstGeom prst="rect">
            <a:avLst/>
          </a:prstGeom>
        </p:spPr>
      </p:pic>
      <p:pic>
        <p:nvPicPr>
          <p:cNvPr id="16" name="Picture 15">
            <a:extLst>
              <a:ext uri="{FF2B5EF4-FFF2-40B4-BE49-F238E27FC236}">
                <a16:creationId xmlns:a16="http://schemas.microsoft.com/office/drawing/2014/main" id="{5362CD32-41FC-9AE1-24DE-ED0407ED6100}"/>
              </a:ext>
            </a:extLst>
          </p:cNvPr>
          <p:cNvPicPr>
            <a:picLocks noChangeAspect="1"/>
          </p:cNvPicPr>
          <p:nvPr/>
        </p:nvPicPr>
        <p:blipFill>
          <a:blip r:embed="rId4"/>
          <a:stretch>
            <a:fillRect/>
          </a:stretch>
        </p:blipFill>
        <p:spPr>
          <a:xfrm>
            <a:off x="5329127" y="1875306"/>
            <a:ext cx="906859" cy="548688"/>
          </a:xfrm>
          <a:prstGeom prst="rect">
            <a:avLst/>
          </a:prstGeom>
        </p:spPr>
      </p:pic>
      <p:pic>
        <p:nvPicPr>
          <p:cNvPr id="18" name="Picture 17">
            <a:extLst>
              <a:ext uri="{FF2B5EF4-FFF2-40B4-BE49-F238E27FC236}">
                <a16:creationId xmlns:a16="http://schemas.microsoft.com/office/drawing/2014/main" id="{18E2B81A-69DC-61B8-E750-DAB6D015E4B6}"/>
              </a:ext>
            </a:extLst>
          </p:cNvPr>
          <p:cNvPicPr>
            <a:picLocks noChangeAspect="1"/>
          </p:cNvPicPr>
          <p:nvPr/>
        </p:nvPicPr>
        <p:blipFill>
          <a:blip r:embed="rId5"/>
          <a:stretch>
            <a:fillRect/>
          </a:stretch>
        </p:blipFill>
        <p:spPr>
          <a:xfrm>
            <a:off x="6798783" y="1875306"/>
            <a:ext cx="838273" cy="548688"/>
          </a:xfrm>
          <a:prstGeom prst="rect">
            <a:avLst/>
          </a:prstGeom>
        </p:spPr>
      </p:pic>
      <p:sp>
        <p:nvSpPr>
          <p:cNvPr id="19" name="TextBox 18">
            <a:extLst>
              <a:ext uri="{FF2B5EF4-FFF2-40B4-BE49-F238E27FC236}">
                <a16:creationId xmlns:a16="http://schemas.microsoft.com/office/drawing/2014/main" id="{40C72F82-0525-EDBA-3CA4-671A5FCA811C}"/>
              </a:ext>
            </a:extLst>
          </p:cNvPr>
          <p:cNvSpPr txBox="1"/>
          <p:nvPr/>
        </p:nvSpPr>
        <p:spPr>
          <a:xfrm>
            <a:off x="2814024" y="2637782"/>
            <a:ext cx="452368" cy="646331"/>
          </a:xfrm>
          <a:prstGeom prst="rect">
            <a:avLst/>
          </a:prstGeom>
          <a:noFill/>
        </p:spPr>
        <p:txBody>
          <a:bodyPr wrap="none" rtlCol="0">
            <a:spAutoFit/>
          </a:bodyPr>
          <a:lstStyle/>
          <a:p>
            <a:r>
              <a:rPr lang="en-MY" sz="3600" dirty="0"/>
              <a:t>X</a:t>
            </a:r>
          </a:p>
        </p:txBody>
      </p:sp>
      <p:sp>
        <p:nvSpPr>
          <p:cNvPr id="20" name="TextBox 19">
            <a:extLst>
              <a:ext uri="{FF2B5EF4-FFF2-40B4-BE49-F238E27FC236}">
                <a16:creationId xmlns:a16="http://schemas.microsoft.com/office/drawing/2014/main" id="{11B586C5-D265-31D9-D4DE-F31E49E5E214}"/>
              </a:ext>
            </a:extLst>
          </p:cNvPr>
          <p:cNvSpPr txBox="1"/>
          <p:nvPr/>
        </p:nvSpPr>
        <p:spPr>
          <a:xfrm>
            <a:off x="6991735" y="2637782"/>
            <a:ext cx="452368" cy="646331"/>
          </a:xfrm>
          <a:prstGeom prst="rect">
            <a:avLst/>
          </a:prstGeom>
          <a:noFill/>
        </p:spPr>
        <p:txBody>
          <a:bodyPr wrap="none" rtlCol="0">
            <a:spAutoFit/>
          </a:bodyPr>
          <a:lstStyle/>
          <a:p>
            <a:r>
              <a:rPr lang="en-MY" sz="3600" dirty="0"/>
              <a:t>X</a:t>
            </a:r>
          </a:p>
        </p:txBody>
      </p:sp>
      <p:sp>
        <p:nvSpPr>
          <p:cNvPr id="21" name="TextBox 20">
            <a:extLst>
              <a:ext uri="{FF2B5EF4-FFF2-40B4-BE49-F238E27FC236}">
                <a16:creationId xmlns:a16="http://schemas.microsoft.com/office/drawing/2014/main" id="{F624A619-C852-7AE5-6ACC-74BF790050F4}"/>
              </a:ext>
            </a:extLst>
          </p:cNvPr>
          <p:cNvSpPr txBox="1"/>
          <p:nvPr/>
        </p:nvSpPr>
        <p:spPr>
          <a:xfrm>
            <a:off x="4201800" y="2637782"/>
            <a:ext cx="452368" cy="646331"/>
          </a:xfrm>
          <a:prstGeom prst="rect">
            <a:avLst/>
          </a:prstGeom>
          <a:noFill/>
        </p:spPr>
        <p:txBody>
          <a:bodyPr wrap="none" rtlCol="0">
            <a:spAutoFit/>
          </a:bodyPr>
          <a:lstStyle/>
          <a:p>
            <a:r>
              <a:rPr lang="en-MY" sz="3600" dirty="0"/>
              <a:t>X</a:t>
            </a:r>
          </a:p>
        </p:txBody>
      </p:sp>
      <p:sp>
        <p:nvSpPr>
          <p:cNvPr id="22" name="TextBox 21">
            <a:extLst>
              <a:ext uri="{FF2B5EF4-FFF2-40B4-BE49-F238E27FC236}">
                <a16:creationId xmlns:a16="http://schemas.microsoft.com/office/drawing/2014/main" id="{F1B87464-F641-0C8E-87A0-606809FBE79E}"/>
              </a:ext>
            </a:extLst>
          </p:cNvPr>
          <p:cNvSpPr txBox="1"/>
          <p:nvPr/>
        </p:nvSpPr>
        <p:spPr>
          <a:xfrm>
            <a:off x="5556372" y="2637782"/>
            <a:ext cx="452368" cy="646331"/>
          </a:xfrm>
          <a:prstGeom prst="rect">
            <a:avLst/>
          </a:prstGeom>
          <a:noFill/>
        </p:spPr>
        <p:txBody>
          <a:bodyPr wrap="none" rtlCol="0">
            <a:spAutoFit/>
          </a:bodyPr>
          <a:lstStyle/>
          <a:p>
            <a:r>
              <a:rPr lang="en-MY" sz="3600" dirty="0"/>
              <a:t>X</a:t>
            </a:r>
          </a:p>
        </p:txBody>
      </p:sp>
      <p:sp>
        <p:nvSpPr>
          <p:cNvPr id="27" name="Oval 26">
            <a:extLst>
              <a:ext uri="{FF2B5EF4-FFF2-40B4-BE49-F238E27FC236}">
                <a16:creationId xmlns:a16="http://schemas.microsoft.com/office/drawing/2014/main" id="{54C038CF-414E-922A-9BBB-8011E822D39D}"/>
              </a:ext>
            </a:extLst>
          </p:cNvPr>
          <p:cNvSpPr/>
          <p:nvPr/>
        </p:nvSpPr>
        <p:spPr>
          <a:xfrm>
            <a:off x="2710028" y="2601342"/>
            <a:ext cx="637836" cy="71921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8" name="Oval 27">
            <a:extLst>
              <a:ext uri="{FF2B5EF4-FFF2-40B4-BE49-F238E27FC236}">
                <a16:creationId xmlns:a16="http://schemas.microsoft.com/office/drawing/2014/main" id="{880346B5-B820-1B01-8491-55486788FCEE}"/>
              </a:ext>
            </a:extLst>
          </p:cNvPr>
          <p:cNvSpPr/>
          <p:nvPr/>
        </p:nvSpPr>
        <p:spPr>
          <a:xfrm>
            <a:off x="4109066" y="2616475"/>
            <a:ext cx="637836" cy="71921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9" name="Oval 28">
            <a:extLst>
              <a:ext uri="{FF2B5EF4-FFF2-40B4-BE49-F238E27FC236}">
                <a16:creationId xmlns:a16="http://schemas.microsoft.com/office/drawing/2014/main" id="{1AF004D9-6A01-E177-B30B-3195901B455A}"/>
              </a:ext>
            </a:extLst>
          </p:cNvPr>
          <p:cNvSpPr/>
          <p:nvPr/>
        </p:nvSpPr>
        <p:spPr>
          <a:xfrm>
            <a:off x="5463638" y="2587656"/>
            <a:ext cx="637836" cy="71921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0" name="Oval 29">
            <a:extLst>
              <a:ext uri="{FF2B5EF4-FFF2-40B4-BE49-F238E27FC236}">
                <a16:creationId xmlns:a16="http://schemas.microsoft.com/office/drawing/2014/main" id="{BAD5AEE0-6228-0A25-57DC-1C743361B73E}"/>
              </a:ext>
            </a:extLst>
          </p:cNvPr>
          <p:cNvSpPr/>
          <p:nvPr/>
        </p:nvSpPr>
        <p:spPr>
          <a:xfrm>
            <a:off x="6862676" y="2595169"/>
            <a:ext cx="637836" cy="71921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1" name="TextBox 30">
            <a:extLst>
              <a:ext uri="{FF2B5EF4-FFF2-40B4-BE49-F238E27FC236}">
                <a16:creationId xmlns:a16="http://schemas.microsoft.com/office/drawing/2014/main" id="{ACA69393-7FF1-4DC1-7936-03BFDED4287B}"/>
              </a:ext>
            </a:extLst>
          </p:cNvPr>
          <p:cNvSpPr txBox="1"/>
          <p:nvPr/>
        </p:nvSpPr>
        <p:spPr>
          <a:xfrm>
            <a:off x="3641345" y="3956273"/>
            <a:ext cx="1635384" cy="646331"/>
          </a:xfrm>
          <a:prstGeom prst="rect">
            <a:avLst/>
          </a:prstGeom>
          <a:noFill/>
        </p:spPr>
        <p:txBody>
          <a:bodyPr wrap="none" rtlCol="0">
            <a:spAutoFit/>
          </a:bodyPr>
          <a:lstStyle/>
          <a:p>
            <a:r>
              <a:rPr lang="en-MY" sz="3600" dirty="0"/>
              <a:t>F = BD</a:t>
            </a:r>
          </a:p>
        </p:txBody>
      </p:sp>
      <p:sp>
        <p:nvSpPr>
          <p:cNvPr id="10" name="Slide Number Placeholder 9">
            <a:extLst>
              <a:ext uri="{FF2B5EF4-FFF2-40B4-BE49-F238E27FC236}">
                <a16:creationId xmlns:a16="http://schemas.microsoft.com/office/drawing/2014/main" id="{A7FA85D1-1AB7-E9F0-DCF7-19DD5BEABC3A}"/>
              </a:ext>
            </a:extLst>
          </p:cNvPr>
          <p:cNvSpPr>
            <a:spLocks noGrp="1"/>
          </p:cNvSpPr>
          <p:nvPr>
            <p:ph type="sldNum" sz="quarter" idx="12"/>
          </p:nvPr>
        </p:nvSpPr>
        <p:spPr/>
        <p:txBody>
          <a:bodyPr/>
          <a:lstStyle/>
          <a:p>
            <a:pPr>
              <a:defRPr/>
            </a:pPr>
            <a:fld id="{92E653FF-C7FA-44C4-9FB2-CA5830947AC3}" type="slidenum">
              <a:rPr lang="en-US" altLang="en-US" smtClean="0"/>
              <a:pPr>
                <a:defRPr/>
              </a:pPr>
              <a:t>107</a:t>
            </a:fld>
            <a:endParaRPr lang="en-US" altLang="en-US"/>
          </a:p>
        </p:txBody>
      </p:sp>
    </p:spTree>
    <p:extLst>
      <p:ext uri="{BB962C8B-B14F-4D97-AF65-F5344CB8AC3E}">
        <p14:creationId xmlns:p14="http://schemas.microsoft.com/office/powerpoint/2010/main" val="16364186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130D7-1DCC-AB02-95CA-1F1B94E28AA8}"/>
              </a:ext>
            </a:extLst>
          </p:cNvPr>
          <p:cNvSpPr>
            <a:spLocks noGrp="1"/>
          </p:cNvSpPr>
          <p:nvPr>
            <p:ph type="title"/>
          </p:nvPr>
        </p:nvSpPr>
        <p:spPr/>
        <p:txBody>
          <a:bodyPr/>
          <a:lstStyle/>
          <a:p>
            <a:r>
              <a:rPr lang="en-MY" dirty="0"/>
              <a:t>Quick Activity #4 </a:t>
            </a:r>
          </a:p>
        </p:txBody>
      </p:sp>
      <p:sp>
        <p:nvSpPr>
          <p:cNvPr id="3" name="Content Placeholder 2">
            <a:extLst>
              <a:ext uri="{FF2B5EF4-FFF2-40B4-BE49-F238E27FC236}">
                <a16:creationId xmlns:a16="http://schemas.microsoft.com/office/drawing/2014/main" id="{36B1235E-C250-C2EB-5B57-5A00112C0A1D}"/>
              </a:ext>
            </a:extLst>
          </p:cNvPr>
          <p:cNvSpPr>
            <a:spLocks noGrp="1"/>
          </p:cNvSpPr>
          <p:nvPr>
            <p:ph idx="1"/>
          </p:nvPr>
        </p:nvSpPr>
        <p:spPr>
          <a:xfrm>
            <a:off x="609598" y="1484785"/>
            <a:ext cx="7686177" cy="1728192"/>
          </a:xfrm>
        </p:spPr>
        <p:txBody>
          <a:bodyPr>
            <a:normAutofit/>
          </a:bodyPr>
          <a:lstStyle/>
          <a:p>
            <a:r>
              <a:rPr lang="en-MY" sz="2000" dirty="0"/>
              <a:t>Discuss the difference between Karnaugh map and Quine McCluskey methods. </a:t>
            </a:r>
          </a:p>
          <a:p>
            <a:r>
              <a:rPr lang="en-MY" sz="2000" dirty="0"/>
              <a:t>Next, simplify the following Boolean expression using both Karnaugh map and Quine McCluskey method </a:t>
            </a:r>
          </a:p>
        </p:txBody>
      </p:sp>
      <p:grpSp>
        <p:nvGrpSpPr>
          <p:cNvPr id="21" name="Group 20">
            <a:extLst>
              <a:ext uri="{FF2B5EF4-FFF2-40B4-BE49-F238E27FC236}">
                <a16:creationId xmlns:a16="http://schemas.microsoft.com/office/drawing/2014/main" id="{436EBEBA-08E2-11E3-A003-33FF385FFD55}"/>
              </a:ext>
            </a:extLst>
          </p:cNvPr>
          <p:cNvGrpSpPr/>
          <p:nvPr/>
        </p:nvGrpSpPr>
        <p:grpSpPr>
          <a:xfrm>
            <a:off x="323528" y="3429000"/>
            <a:ext cx="8964488" cy="553998"/>
            <a:chOff x="190575" y="3717032"/>
            <a:chExt cx="8964488" cy="553998"/>
          </a:xfrm>
        </p:grpSpPr>
        <p:sp>
          <p:nvSpPr>
            <p:cNvPr id="4" name="TextBox 3">
              <a:extLst>
                <a:ext uri="{FF2B5EF4-FFF2-40B4-BE49-F238E27FC236}">
                  <a16:creationId xmlns:a16="http://schemas.microsoft.com/office/drawing/2014/main" id="{6EA64F2C-E191-0C43-7C2B-40C4F211A42B}"/>
                </a:ext>
              </a:extLst>
            </p:cNvPr>
            <p:cNvSpPr txBox="1"/>
            <p:nvPr/>
          </p:nvSpPr>
          <p:spPr>
            <a:xfrm flipH="1">
              <a:off x="190575" y="3717032"/>
              <a:ext cx="8964488" cy="553998"/>
            </a:xfrm>
            <a:prstGeom prst="rect">
              <a:avLst/>
            </a:prstGeom>
            <a:noFill/>
          </p:spPr>
          <p:txBody>
            <a:bodyPr wrap="square" rtlCol="0">
              <a:spAutoFit/>
            </a:bodyPr>
            <a:lstStyle/>
            <a:p>
              <a:r>
                <a:rPr lang="en-MY" sz="3000" dirty="0"/>
                <a:t>ABCD + ABCD + ABCD + ABCD + ABCD + ABCD</a:t>
              </a:r>
            </a:p>
          </p:txBody>
        </p:sp>
        <p:grpSp>
          <p:nvGrpSpPr>
            <p:cNvPr id="20" name="Group 19">
              <a:extLst>
                <a:ext uri="{FF2B5EF4-FFF2-40B4-BE49-F238E27FC236}">
                  <a16:creationId xmlns:a16="http://schemas.microsoft.com/office/drawing/2014/main" id="{0C090D90-2F0F-9888-1B49-19D07596808F}"/>
                </a:ext>
              </a:extLst>
            </p:cNvPr>
            <p:cNvGrpSpPr/>
            <p:nvPr/>
          </p:nvGrpSpPr>
          <p:grpSpPr>
            <a:xfrm>
              <a:off x="323528" y="3788400"/>
              <a:ext cx="7920880" cy="640"/>
              <a:chOff x="323528" y="3788400"/>
              <a:chExt cx="7920880" cy="640"/>
            </a:xfrm>
          </p:grpSpPr>
          <p:cxnSp>
            <p:nvCxnSpPr>
              <p:cNvPr id="6" name="Straight Connector 5">
                <a:extLst>
                  <a:ext uri="{FF2B5EF4-FFF2-40B4-BE49-F238E27FC236}">
                    <a16:creationId xmlns:a16="http://schemas.microsoft.com/office/drawing/2014/main" id="{CE823337-FFE0-9070-7C8F-ECFF7BBD10C8}"/>
                  </a:ext>
                </a:extLst>
              </p:cNvPr>
              <p:cNvCxnSpPr>
                <a:cxnSpLocks/>
              </p:cNvCxnSpPr>
              <p:nvPr/>
            </p:nvCxnSpPr>
            <p:spPr>
              <a:xfrm>
                <a:off x="323528" y="378904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92ABD0DD-2527-89FA-1950-305E3431DB0A}"/>
                  </a:ext>
                </a:extLst>
              </p:cNvPr>
              <p:cNvCxnSpPr>
                <a:cxnSpLocks/>
              </p:cNvCxnSpPr>
              <p:nvPr/>
            </p:nvCxnSpPr>
            <p:spPr>
              <a:xfrm>
                <a:off x="1979712" y="378904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489332C2-90D6-A21F-E553-477DD125DD4C}"/>
                  </a:ext>
                </a:extLst>
              </p:cNvPr>
              <p:cNvCxnSpPr>
                <a:cxnSpLocks/>
              </p:cNvCxnSpPr>
              <p:nvPr/>
            </p:nvCxnSpPr>
            <p:spPr>
              <a:xfrm>
                <a:off x="827584" y="378904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CE259635-950C-8CEC-CC80-F2A29D009E40}"/>
                  </a:ext>
                </a:extLst>
              </p:cNvPr>
              <p:cNvCxnSpPr>
                <a:cxnSpLocks/>
              </p:cNvCxnSpPr>
              <p:nvPr/>
            </p:nvCxnSpPr>
            <p:spPr>
              <a:xfrm>
                <a:off x="1043608" y="378904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38C0535-C694-667E-21B2-75AB577EE211}"/>
                  </a:ext>
                </a:extLst>
              </p:cNvPr>
              <p:cNvCxnSpPr>
                <a:cxnSpLocks/>
              </p:cNvCxnSpPr>
              <p:nvPr/>
            </p:nvCxnSpPr>
            <p:spPr>
              <a:xfrm>
                <a:off x="2267744" y="378904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B94D20CC-165C-504A-88C3-CA45CE2BA69B}"/>
                  </a:ext>
                </a:extLst>
              </p:cNvPr>
              <p:cNvCxnSpPr>
                <a:cxnSpLocks/>
              </p:cNvCxnSpPr>
              <p:nvPr/>
            </p:nvCxnSpPr>
            <p:spPr>
              <a:xfrm>
                <a:off x="2483768" y="378904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57E37DBA-1F48-66CB-1711-5ACD299CC829}"/>
                  </a:ext>
                </a:extLst>
              </p:cNvPr>
              <p:cNvCxnSpPr>
                <a:cxnSpLocks/>
              </p:cNvCxnSpPr>
              <p:nvPr/>
            </p:nvCxnSpPr>
            <p:spPr>
              <a:xfrm>
                <a:off x="3203848" y="378904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83FD43A-6130-DC75-C1DB-F926EC20CD82}"/>
                  </a:ext>
                </a:extLst>
              </p:cNvPr>
              <p:cNvCxnSpPr>
                <a:cxnSpLocks/>
              </p:cNvCxnSpPr>
              <p:nvPr/>
            </p:nvCxnSpPr>
            <p:spPr>
              <a:xfrm>
                <a:off x="3707904" y="378904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3343C664-E0FE-5C4D-80E7-8CBC8981DE15}"/>
                  </a:ext>
                </a:extLst>
              </p:cNvPr>
              <p:cNvCxnSpPr>
                <a:cxnSpLocks/>
              </p:cNvCxnSpPr>
              <p:nvPr/>
            </p:nvCxnSpPr>
            <p:spPr>
              <a:xfrm>
                <a:off x="4644008" y="378904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BD60D8CE-36C2-7142-A12E-F43CEAC79FBB}"/>
                  </a:ext>
                </a:extLst>
              </p:cNvPr>
              <p:cNvCxnSpPr>
                <a:cxnSpLocks/>
              </p:cNvCxnSpPr>
              <p:nvPr/>
            </p:nvCxnSpPr>
            <p:spPr>
              <a:xfrm>
                <a:off x="5364088" y="378840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BE087C94-886B-D81F-2378-3A9C080D7245}"/>
                  </a:ext>
                </a:extLst>
              </p:cNvPr>
              <p:cNvCxnSpPr>
                <a:cxnSpLocks/>
              </p:cNvCxnSpPr>
              <p:nvPr/>
            </p:nvCxnSpPr>
            <p:spPr>
              <a:xfrm>
                <a:off x="6372200" y="378840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166FFE95-96BF-B4B3-359E-58295033572E}"/>
                  </a:ext>
                </a:extLst>
              </p:cNvPr>
              <p:cNvCxnSpPr>
                <a:cxnSpLocks/>
              </p:cNvCxnSpPr>
              <p:nvPr/>
            </p:nvCxnSpPr>
            <p:spPr>
              <a:xfrm>
                <a:off x="6876256" y="3788400"/>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6A1D5AB4-4C2B-1DC7-CEBF-9A6B379A2E07}"/>
                  </a:ext>
                </a:extLst>
              </p:cNvPr>
              <p:cNvCxnSpPr>
                <a:cxnSpLocks/>
              </p:cNvCxnSpPr>
              <p:nvPr/>
            </p:nvCxnSpPr>
            <p:spPr>
              <a:xfrm>
                <a:off x="8100392" y="3788400"/>
                <a:ext cx="144016" cy="0"/>
              </a:xfrm>
              <a:prstGeom prst="line">
                <a:avLst/>
              </a:prstGeom>
            </p:spPr>
            <p:style>
              <a:lnRef idx="1">
                <a:schemeClr val="dk1"/>
              </a:lnRef>
              <a:fillRef idx="0">
                <a:schemeClr val="dk1"/>
              </a:fillRef>
              <a:effectRef idx="0">
                <a:schemeClr val="dk1"/>
              </a:effectRef>
              <a:fontRef idx="minor">
                <a:schemeClr val="tx1"/>
              </a:fontRef>
            </p:style>
          </p:cxnSp>
        </p:grpSp>
      </p:grpSp>
      <p:sp>
        <p:nvSpPr>
          <p:cNvPr id="5" name="Slide Number Placeholder 4">
            <a:extLst>
              <a:ext uri="{FF2B5EF4-FFF2-40B4-BE49-F238E27FC236}">
                <a16:creationId xmlns:a16="http://schemas.microsoft.com/office/drawing/2014/main" id="{A28ED401-F4A3-C683-5F99-4EC31D82408A}"/>
              </a:ext>
            </a:extLst>
          </p:cNvPr>
          <p:cNvSpPr>
            <a:spLocks noGrp="1"/>
          </p:cNvSpPr>
          <p:nvPr>
            <p:ph type="sldNum" sz="quarter" idx="12"/>
          </p:nvPr>
        </p:nvSpPr>
        <p:spPr/>
        <p:txBody>
          <a:bodyPr/>
          <a:lstStyle/>
          <a:p>
            <a:pPr>
              <a:defRPr/>
            </a:pPr>
            <a:fld id="{28588503-611C-4314-9367-E0668E948370}" type="slidenum">
              <a:rPr lang="en-US" altLang="en-US" smtClean="0"/>
              <a:pPr>
                <a:defRPr/>
              </a:pPr>
              <a:t>108</a:t>
            </a:fld>
            <a:endParaRPr lang="en-US" altLang="en-US"/>
          </a:p>
        </p:txBody>
      </p:sp>
    </p:spTree>
    <p:extLst>
      <p:ext uri="{BB962C8B-B14F-4D97-AF65-F5344CB8AC3E}">
        <p14:creationId xmlns:p14="http://schemas.microsoft.com/office/powerpoint/2010/main" val="277652703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6B8B3035-8C2E-4288-A8B6-EFA5312A6AD4}"/>
              </a:ext>
            </a:extLst>
          </p:cNvPr>
          <p:cNvSpPr>
            <a:spLocks noGrp="1" noChangeArrowheads="1"/>
          </p:cNvSpPr>
          <p:nvPr>
            <p:ph type="title"/>
          </p:nvPr>
        </p:nvSpPr>
        <p:spPr>
          <a:xfrm>
            <a:off x="406400" y="620688"/>
            <a:ext cx="8413750" cy="750912"/>
          </a:xfrm>
        </p:spPr>
        <p:txBody>
          <a:bodyPr/>
          <a:lstStyle/>
          <a:p>
            <a:r>
              <a:rPr lang="en-US" altLang="en-US" dirty="0"/>
              <a:t>NAND and NOR Implementations</a:t>
            </a:r>
          </a:p>
        </p:txBody>
      </p:sp>
      <p:sp>
        <p:nvSpPr>
          <p:cNvPr id="93187" name="Rectangle 3">
            <a:extLst>
              <a:ext uri="{FF2B5EF4-FFF2-40B4-BE49-F238E27FC236}">
                <a16:creationId xmlns:a16="http://schemas.microsoft.com/office/drawing/2014/main" id="{36D6DC4D-9C77-E8E5-1026-E8F0FCB9D357}"/>
              </a:ext>
            </a:extLst>
          </p:cNvPr>
          <p:cNvSpPr>
            <a:spLocks noGrp="1" noChangeArrowheads="1"/>
          </p:cNvSpPr>
          <p:nvPr>
            <p:ph idx="1"/>
          </p:nvPr>
        </p:nvSpPr>
        <p:spPr/>
        <p:txBody>
          <a:bodyPr>
            <a:normAutofit/>
          </a:bodyPr>
          <a:lstStyle/>
          <a:p>
            <a:r>
              <a:rPr lang="en-US" altLang="en-US" sz="2400" dirty="0"/>
              <a:t>Another consideration in the implementation of Boolean functions concerns the types of gates used. </a:t>
            </a:r>
          </a:p>
          <a:p>
            <a:r>
              <a:rPr lang="en-US" altLang="en-US" sz="2400" dirty="0"/>
              <a:t>It is sometimes desirable to implement a Boolean function solely with </a:t>
            </a:r>
            <a:r>
              <a:rPr lang="en-US" altLang="en-US" sz="3200" b="1" dirty="0">
                <a:solidFill>
                  <a:srgbClr val="FF0000"/>
                </a:solidFill>
              </a:rPr>
              <a:t>NAND</a:t>
            </a:r>
            <a:r>
              <a:rPr lang="en-US" altLang="en-US" sz="2400" dirty="0"/>
              <a:t> gates or solely with </a:t>
            </a:r>
            <a:r>
              <a:rPr lang="en-US" altLang="en-US" sz="3200" b="1" dirty="0">
                <a:solidFill>
                  <a:srgbClr val="FF0000"/>
                </a:solidFill>
              </a:rPr>
              <a:t>NOR</a:t>
            </a:r>
            <a:r>
              <a:rPr lang="en-US" altLang="en-US" sz="2400" dirty="0"/>
              <a:t> gates. </a:t>
            </a:r>
          </a:p>
          <a:p>
            <a:r>
              <a:rPr lang="en-US" altLang="en-US" sz="2400" dirty="0"/>
              <a:t>Although this may not be the minimum-gate implementation, it has the advantage of regularity, which can simplify the manufacturing process.</a:t>
            </a:r>
          </a:p>
        </p:txBody>
      </p:sp>
      <p:sp>
        <p:nvSpPr>
          <p:cNvPr id="2" name="Slide Number Placeholder 1">
            <a:extLst>
              <a:ext uri="{FF2B5EF4-FFF2-40B4-BE49-F238E27FC236}">
                <a16:creationId xmlns:a16="http://schemas.microsoft.com/office/drawing/2014/main" id="{B5F1C01A-25E0-18E3-B590-1575DA4DA251}"/>
              </a:ext>
            </a:extLst>
          </p:cNvPr>
          <p:cNvSpPr>
            <a:spLocks noGrp="1"/>
          </p:cNvSpPr>
          <p:nvPr>
            <p:ph type="sldNum" sz="quarter" idx="12"/>
          </p:nvPr>
        </p:nvSpPr>
        <p:spPr/>
        <p:txBody>
          <a:bodyPr/>
          <a:lstStyle/>
          <a:p>
            <a:pPr>
              <a:defRPr/>
            </a:pPr>
            <a:fld id="{28588503-611C-4314-9367-E0668E948370}" type="slidenum">
              <a:rPr lang="en-US" altLang="en-US" smtClean="0"/>
              <a:pPr>
                <a:defRPr/>
              </a:pPr>
              <a:t>109</a:t>
            </a:fld>
            <a:endParaRPr lang="en-US" alt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1869B055-1ABC-2E41-DC2A-A39DCED2DC5E}"/>
              </a:ext>
            </a:extLst>
          </p:cNvPr>
          <p:cNvSpPr>
            <a:spLocks noGrp="1" noChangeArrowheads="1"/>
          </p:cNvSpPr>
          <p:nvPr>
            <p:ph type="title"/>
          </p:nvPr>
        </p:nvSpPr>
        <p:spPr>
          <a:xfrm>
            <a:off x="406400" y="372616"/>
            <a:ext cx="8486775" cy="824136"/>
          </a:xfrm>
        </p:spPr>
        <p:txBody>
          <a:bodyPr/>
          <a:lstStyle/>
          <a:p>
            <a:r>
              <a:rPr lang="en-US" altLang="en-US" dirty="0"/>
              <a:t>NAND and NOR Implementations</a:t>
            </a:r>
          </a:p>
        </p:txBody>
      </p:sp>
      <p:sp>
        <p:nvSpPr>
          <p:cNvPr id="95235" name="Rectangle 3">
            <a:extLst>
              <a:ext uri="{FF2B5EF4-FFF2-40B4-BE49-F238E27FC236}">
                <a16:creationId xmlns:a16="http://schemas.microsoft.com/office/drawing/2014/main" id="{8570B50D-100A-11CE-A964-B64B8FB3585F}"/>
              </a:ext>
            </a:extLst>
          </p:cNvPr>
          <p:cNvSpPr>
            <a:spLocks noGrp="1" noChangeArrowheads="1"/>
          </p:cNvSpPr>
          <p:nvPr>
            <p:ph idx="1"/>
          </p:nvPr>
        </p:nvSpPr>
        <p:spPr>
          <a:xfrm>
            <a:off x="417512" y="3022601"/>
            <a:ext cx="8178800" cy="601663"/>
          </a:xfrm>
        </p:spPr>
        <p:txBody>
          <a:bodyPr/>
          <a:lstStyle/>
          <a:p>
            <a:r>
              <a:rPr lang="en-US" altLang="en-US"/>
              <a:t>Apply DeMorgan’s theorem</a:t>
            </a:r>
          </a:p>
        </p:txBody>
      </p:sp>
      <p:pic>
        <p:nvPicPr>
          <p:cNvPr id="3" name="Picture 2">
            <a:extLst>
              <a:ext uri="{FF2B5EF4-FFF2-40B4-BE49-F238E27FC236}">
                <a16:creationId xmlns:a16="http://schemas.microsoft.com/office/drawing/2014/main" id="{61A34F9A-F98B-2F6A-36A1-E8C5A45A44FF}"/>
              </a:ext>
            </a:extLst>
          </p:cNvPr>
          <p:cNvPicPr>
            <a:picLocks noChangeAspect="1"/>
          </p:cNvPicPr>
          <p:nvPr/>
        </p:nvPicPr>
        <p:blipFill>
          <a:blip r:embed="rId3"/>
          <a:stretch>
            <a:fillRect/>
          </a:stretch>
        </p:blipFill>
        <p:spPr>
          <a:xfrm>
            <a:off x="2989262" y="1330102"/>
            <a:ext cx="3114675" cy="666750"/>
          </a:xfrm>
          <a:prstGeom prst="rect">
            <a:avLst/>
          </a:prstGeom>
        </p:spPr>
      </p:pic>
      <p:pic>
        <p:nvPicPr>
          <p:cNvPr id="5" name="Picture 4">
            <a:extLst>
              <a:ext uri="{FF2B5EF4-FFF2-40B4-BE49-F238E27FC236}">
                <a16:creationId xmlns:a16="http://schemas.microsoft.com/office/drawing/2014/main" id="{BE8D2A4A-29A4-567E-50F3-CE01D57E1FB3}"/>
              </a:ext>
            </a:extLst>
          </p:cNvPr>
          <p:cNvPicPr>
            <a:picLocks noChangeAspect="1"/>
          </p:cNvPicPr>
          <p:nvPr/>
        </p:nvPicPr>
        <p:blipFill>
          <a:blip r:embed="rId4"/>
          <a:stretch>
            <a:fillRect/>
          </a:stretch>
        </p:blipFill>
        <p:spPr>
          <a:xfrm>
            <a:off x="1739900" y="2130202"/>
            <a:ext cx="5534025" cy="733425"/>
          </a:xfrm>
          <a:prstGeom prst="rect">
            <a:avLst/>
          </a:prstGeom>
        </p:spPr>
      </p:pic>
      <p:pic>
        <p:nvPicPr>
          <p:cNvPr id="7" name="Picture 6">
            <a:extLst>
              <a:ext uri="{FF2B5EF4-FFF2-40B4-BE49-F238E27FC236}">
                <a16:creationId xmlns:a16="http://schemas.microsoft.com/office/drawing/2014/main" id="{CC0A4A1B-BA41-C42C-B687-B28B8C5248F6}"/>
              </a:ext>
            </a:extLst>
          </p:cNvPr>
          <p:cNvPicPr>
            <a:picLocks noChangeAspect="1"/>
          </p:cNvPicPr>
          <p:nvPr/>
        </p:nvPicPr>
        <p:blipFill>
          <a:blip r:embed="rId5"/>
          <a:stretch>
            <a:fillRect/>
          </a:stretch>
        </p:blipFill>
        <p:spPr>
          <a:xfrm>
            <a:off x="2736850" y="3624264"/>
            <a:ext cx="3105150" cy="723900"/>
          </a:xfrm>
          <a:prstGeom prst="rect">
            <a:avLst/>
          </a:prstGeom>
        </p:spPr>
      </p:pic>
      <p:pic>
        <p:nvPicPr>
          <p:cNvPr id="9" name="Picture 8">
            <a:extLst>
              <a:ext uri="{FF2B5EF4-FFF2-40B4-BE49-F238E27FC236}">
                <a16:creationId xmlns:a16="http://schemas.microsoft.com/office/drawing/2014/main" id="{ED8F5241-00C7-8108-0ABD-0839585C0B24}"/>
              </a:ext>
            </a:extLst>
          </p:cNvPr>
          <p:cNvPicPr>
            <a:picLocks noChangeAspect="1"/>
          </p:cNvPicPr>
          <p:nvPr/>
        </p:nvPicPr>
        <p:blipFill>
          <a:blip r:embed="rId6"/>
          <a:stretch>
            <a:fillRect/>
          </a:stretch>
        </p:blipFill>
        <p:spPr>
          <a:xfrm>
            <a:off x="2989262" y="4658043"/>
            <a:ext cx="3599681" cy="1838606"/>
          </a:xfrm>
          <a:prstGeom prst="rect">
            <a:avLst/>
          </a:prstGeom>
        </p:spPr>
      </p:pic>
      <p:pic>
        <p:nvPicPr>
          <p:cNvPr id="11" name="Picture 10">
            <a:extLst>
              <a:ext uri="{FF2B5EF4-FFF2-40B4-BE49-F238E27FC236}">
                <a16:creationId xmlns:a16="http://schemas.microsoft.com/office/drawing/2014/main" id="{BF67B664-C490-ED55-DE53-673E7B419C01}"/>
              </a:ext>
            </a:extLst>
          </p:cNvPr>
          <p:cNvPicPr>
            <a:picLocks noChangeAspect="1"/>
          </p:cNvPicPr>
          <p:nvPr/>
        </p:nvPicPr>
        <p:blipFill rotWithShape="1">
          <a:blip r:embed="rId7"/>
          <a:srcRect t="7175" r="4985"/>
          <a:stretch/>
        </p:blipFill>
        <p:spPr>
          <a:xfrm>
            <a:off x="-12616" y="296323"/>
            <a:ext cx="8684838" cy="967104"/>
          </a:xfrm>
          <a:prstGeom prst="rect">
            <a:avLst/>
          </a:prstGeom>
        </p:spPr>
      </p:pic>
      <p:sp>
        <p:nvSpPr>
          <p:cNvPr id="2" name="Slide Number Placeholder 1">
            <a:extLst>
              <a:ext uri="{FF2B5EF4-FFF2-40B4-BE49-F238E27FC236}">
                <a16:creationId xmlns:a16="http://schemas.microsoft.com/office/drawing/2014/main" id="{7279EA89-ECC4-19B7-C5C4-18F04A47A4D7}"/>
              </a:ext>
            </a:extLst>
          </p:cNvPr>
          <p:cNvSpPr>
            <a:spLocks noGrp="1"/>
          </p:cNvSpPr>
          <p:nvPr>
            <p:ph type="sldNum" sz="quarter" idx="12"/>
          </p:nvPr>
        </p:nvSpPr>
        <p:spPr/>
        <p:txBody>
          <a:bodyPr/>
          <a:lstStyle/>
          <a:p>
            <a:pPr>
              <a:defRPr/>
            </a:pPr>
            <a:fld id="{28588503-611C-4314-9367-E0668E948370}" type="slidenum">
              <a:rPr lang="en-US" altLang="en-US" smtClean="0"/>
              <a:pPr>
                <a:defRPr/>
              </a:pPr>
              <a:t>110</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0402C4C7-EA87-F231-95A6-1E0650BE9370}"/>
              </a:ext>
            </a:extLst>
          </p:cNvPr>
          <p:cNvSpPr>
            <a:spLocks noGrp="1" noChangeArrowheads="1"/>
          </p:cNvSpPr>
          <p:nvPr>
            <p:ph type="title"/>
          </p:nvPr>
        </p:nvSpPr>
        <p:spPr/>
        <p:txBody>
          <a:bodyPr/>
          <a:lstStyle/>
          <a:p>
            <a:r>
              <a:rPr lang="en-US" altLang="en-US"/>
              <a:t>Outline</a:t>
            </a:r>
          </a:p>
        </p:txBody>
      </p:sp>
      <p:sp>
        <p:nvSpPr>
          <p:cNvPr id="96259" name="Rectangle 3">
            <a:extLst>
              <a:ext uri="{FF2B5EF4-FFF2-40B4-BE49-F238E27FC236}">
                <a16:creationId xmlns:a16="http://schemas.microsoft.com/office/drawing/2014/main" id="{3BF171C7-3534-5E8F-7368-FEA285995DBF}"/>
              </a:ext>
            </a:extLst>
          </p:cNvPr>
          <p:cNvSpPr>
            <a:spLocks noGrp="1" noChangeArrowheads="1"/>
          </p:cNvSpPr>
          <p:nvPr>
            <p:ph idx="1"/>
          </p:nvPr>
        </p:nvSpPr>
        <p:spPr>
          <a:xfrm>
            <a:off x="457200" y="1600200"/>
            <a:ext cx="8178800" cy="5029200"/>
          </a:xfrm>
        </p:spPr>
        <p:txBody>
          <a:bodyPr>
            <a:normAutofit/>
          </a:bodyPr>
          <a:lstStyle/>
          <a:p>
            <a:r>
              <a:rPr lang="en-US" altLang="en-US" sz="3200" dirty="0">
                <a:solidFill>
                  <a:srgbClr val="808080"/>
                </a:solidFill>
              </a:rPr>
              <a:t>Boolean Algebra</a:t>
            </a:r>
          </a:p>
          <a:p>
            <a:r>
              <a:rPr lang="en-US" altLang="en-US" sz="3200" dirty="0">
                <a:solidFill>
                  <a:srgbClr val="808080"/>
                </a:solidFill>
              </a:rPr>
              <a:t>Gates</a:t>
            </a:r>
          </a:p>
          <a:p>
            <a:r>
              <a:rPr lang="en-US" altLang="en-US" sz="3200" dirty="0">
                <a:solidFill>
                  <a:srgbClr val="808080"/>
                </a:solidFill>
              </a:rPr>
              <a:t>Combinational Circuits</a:t>
            </a:r>
          </a:p>
          <a:p>
            <a:pPr lvl="1"/>
            <a:r>
              <a:rPr lang="en-US" altLang="en-US" sz="2800" dirty="0">
                <a:solidFill>
                  <a:srgbClr val="808080"/>
                </a:solidFill>
              </a:rPr>
              <a:t>Implementation of Boolean Functions</a:t>
            </a:r>
          </a:p>
          <a:p>
            <a:pPr lvl="1"/>
            <a:r>
              <a:rPr lang="en-US" altLang="en-US" sz="2800" dirty="0"/>
              <a:t>Multiplexers</a:t>
            </a:r>
          </a:p>
          <a:p>
            <a:pPr lvl="1"/>
            <a:r>
              <a:rPr lang="en-US" altLang="en-US" sz="2800" dirty="0"/>
              <a:t>Decoders</a:t>
            </a:r>
          </a:p>
          <a:p>
            <a:pPr lvl="1"/>
            <a:r>
              <a:rPr lang="en-US" altLang="en-US" sz="2800" dirty="0"/>
              <a:t>Read-Only Memory</a:t>
            </a:r>
          </a:p>
          <a:p>
            <a:pPr lvl="1"/>
            <a:r>
              <a:rPr lang="en-US" altLang="en-US" sz="2800" dirty="0"/>
              <a:t>Adders</a:t>
            </a:r>
          </a:p>
        </p:txBody>
      </p:sp>
      <p:sp>
        <p:nvSpPr>
          <p:cNvPr id="2" name="Slide Number Placeholder 1">
            <a:extLst>
              <a:ext uri="{FF2B5EF4-FFF2-40B4-BE49-F238E27FC236}">
                <a16:creationId xmlns:a16="http://schemas.microsoft.com/office/drawing/2014/main" id="{A4CF907A-8FA1-AC5B-D991-6E56E50CB298}"/>
              </a:ext>
            </a:extLst>
          </p:cNvPr>
          <p:cNvSpPr>
            <a:spLocks noGrp="1"/>
          </p:cNvSpPr>
          <p:nvPr>
            <p:ph type="sldNum" sz="quarter" idx="12"/>
          </p:nvPr>
        </p:nvSpPr>
        <p:spPr/>
        <p:txBody>
          <a:bodyPr/>
          <a:lstStyle/>
          <a:p>
            <a:pPr>
              <a:defRPr/>
            </a:pPr>
            <a:fld id="{28588503-611C-4314-9367-E0668E948370}" type="slidenum">
              <a:rPr lang="en-US" altLang="en-US" smtClean="0"/>
              <a:pPr>
                <a:defRPr/>
              </a:pPr>
              <a:t>111</a:t>
            </a:fld>
            <a:endParaRPr lang="en-US" alt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8">
            <a:extLst>
              <a:ext uri="{FF2B5EF4-FFF2-40B4-BE49-F238E27FC236}">
                <a16:creationId xmlns:a16="http://schemas.microsoft.com/office/drawing/2014/main" id="{1F6F56BB-0107-A572-915D-4694F1764493}"/>
              </a:ext>
            </a:extLst>
          </p:cNvPr>
          <p:cNvSpPr>
            <a:spLocks noGrp="1" noChangeArrowheads="1"/>
          </p:cNvSpPr>
          <p:nvPr>
            <p:ph type="title"/>
          </p:nvPr>
        </p:nvSpPr>
        <p:spPr/>
        <p:txBody>
          <a:bodyPr/>
          <a:lstStyle/>
          <a:p>
            <a:r>
              <a:rPr lang="en-US" altLang="en-US"/>
              <a:t>Multiplexers</a:t>
            </a:r>
          </a:p>
        </p:txBody>
      </p:sp>
      <p:sp>
        <p:nvSpPr>
          <p:cNvPr id="97282" name="Content Placeholder 1">
            <a:extLst>
              <a:ext uri="{FF2B5EF4-FFF2-40B4-BE49-F238E27FC236}">
                <a16:creationId xmlns:a16="http://schemas.microsoft.com/office/drawing/2014/main" id="{A2A84B12-72A3-7665-542A-68AC982A7F5D}"/>
              </a:ext>
            </a:extLst>
          </p:cNvPr>
          <p:cNvSpPr>
            <a:spLocks noGrp="1" noChangeArrowheads="1"/>
          </p:cNvSpPr>
          <p:nvPr>
            <p:ph idx="1"/>
          </p:nvPr>
        </p:nvSpPr>
        <p:spPr>
          <a:xfrm>
            <a:off x="457200" y="1885950"/>
            <a:ext cx="8507413" cy="4171950"/>
          </a:xfrm>
        </p:spPr>
        <p:txBody>
          <a:bodyPr/>
          <a:lstStyle/>
          <a:p>
            <a:pPr marL="365125" indent="-255588"/>
            <a:r>
              <a:rPr lang="en-US" altLang="en-US" dirty="0"/>
              <a:t>The multiplexer connects </a:t>
            </a:r>
            <a:r>
              <a:rPr lang="en-US" altLang="en-US" sz="2800" b="1" dirty="0">
                <a:solidFill>
                  <a:srgbClr val="FF0000"/>
                </a:solidFill>
              </a:rPr>
              <a:t>multiple inputs </a:t>
            </a:r>
            <a:r>
              <a:rPr lang="en-US" altLang="en-US" dirty="0"/>
              <a:t>to a single output. </a:t>
            </a:r>
          </a:p>
          <a:p>
            <a:pPr marL="365125" indent="-255588"/>
            <a:r>
              <a:rPr lang="en-US" altLang="en-US" dirty="0"/>
              <a:t>At any time, one of the inputs is selected to be passed to the output. </a:t>
            </a:r>
          </a:p>
          <a:p>
            <a:pPr marL="365125" indent="-255588"/>
            <a:r>
              <a:rPr lang="en-US" altLang="en-US" dirty="0"/>
              <a:t>One of inputs is </a:t>
            </a:r>
            <a:r>
              <a:rPr lang="en-US" altLang="en-US" b="1" dirty="0">
                <a:solidFill>
                  <a:srgbClr val="00B0F0"/>
                </a:solidFill>
              </a:rPr>
              <a:t>selected</a:t>
            </a:r>
            <a:r>
              <a:rPr lang="en-US" altLang="en-US" dirty="0"/>
              <a:t> to be passed to output</a:t>
            </a:r>
          </a:p>
          <a:p>
            <a:pPr marL="365125" indent="-255588"/>
            <a:r>
              <a:rPr lang="en-US" altLang="en-US" dirty="0"/>
              <a:t>An example of 4-to-1 multiplexer</a:t>
            </a:r>
          </a:p>
          <a:p>
            <a:pPr lvl="1"/>
            <a:r>
              <a:rPr lang="en-US" altLang="en-US" dirty="0"/>
              <a:t>4 inputs (DO, D1, D2, D3)</a:t>
            </a:r>
          </a:p>
          <a:p>
            <a:pPr lvl="1"/>
            <a:r>
              <a:rPr lang="en-US" altLang="en-US" dirty="0"/>
              <a:t>2 selector lines (S1, S2)</a:t>
            </a:r>
          </a:p>
        </p:txBody>
      </p:sp>
      <p:pic>
        <p:nvPicPr>
          <p:cNvPr id="3" name="Picture 2">
            <a:extLst>
              <a:ext uri="{FF2B5EF4-FFF2-40B4-BE49-F238E27FC236}">
                <a16:creationId xmlns:a16="http://schemas.microsoft.com/office/drawing/2014/main" id="{2B4D03C1-B8A9-840D-C46C-C4EF8B460347}"/>
              </a:ext>
            </a:extLst>
          </p:cNvPr>
          <p:cNvPicPr>
            <a:picLocks noChangeAspect="1"/>
          </p:cNvPicPr>
          <p:nvPr/>
        </p:nvPicPr>
        <p:blipFill rotWithShape="1">
          <a:blip r:embed="rId3"/>
          <a:srcRect l="4345" t="8000" r="8373"/>
          <a:stretch/>
        </p:blipFill>
        <p:spPr>
          <a:xfrm>
            <a:off x="5747330" y="3789040"/>
            <a:ext cx="2939470" cy="2674614"/>
          </a:xfrm>
          <a:prstGeom prst="rect">
            <a:avLst/>
          </a:prstGeom>
        </p:spPr>
      </p:pic>
      <p:pic>
        <p:nvPicPr>
          <p:cNvPr id="5" name="Picture 4">
            <a:extLst>
              <a:ext uri="{FF2B5EF4-FFF2-40B4-BE49-F238E27FC236}">
                <a16:creationId xmlns:a16="http://schemas.microsoft.com/office/drawing/2014/main" id="{14681C36-FF6F-C7DA-2CE9-E591FCF182C4}"/>
              </a:ext>
            </a:extLst>
          </p:cNvPr>
          <p:cNvPicPr>
            <a:picLocks noChangeAspect="1"/>
          </p:cNvPicPr>
          <p:nvPr/>
        </p:nvPicPr>
        <p:blipFill rotWithShape="1">
          <a:blip r:embed="rId4"/>
          <a:srcRect r="3940"/>
          <a:stretch/>
        </p:blipFill>
        <p:spPr>
          <a:xfrm>
            <a:off x="251520" y="4552817"/>
            <a:ext cx="5040560" cy="2050265"/>
          </a:xfrm>
          <a:prstGeom prst="rect">
            <a:avLst/>
          </a:prstGeom>
        </p:spPr>
      </p:pic>
      <p:sp>
        <p:nvSpPr>
          <p:cNvPr id="2" name="Slide Number Placeholder 1">
            <a:extLst>
              <a:ext uri="{FF2B5EF4-FFF2-40B4-BE49-F238E27FC236}">
                <a16:creationId xmlns:a16="http://schemas.microsoft.com/office/drawing/2014/main" id="{B22EE6AD-2CD3-ACB4-E350-28F6B5114CA5}"/>
              </a:ext>
            </a:extLst>
          </p:cNvPr>
          <p:cNvSpPr>
            <a:spLocks noGrp="1"/>
          </p:cNvSpPr>
          <p:nvPr>
            <p:ph type="sldNum" sz="quarter" idx="12"/>
          </p:nvPr>
        </p:nvSpPr>
        <p:spPr/>
        <p:txBody>
          <a:bodyPr/>
          <a:lstStyle/>
          <a:p>
            <a:pPr>
              <a:defRPr/>
            </a:pPr>
            <a:fld id="{28588503-611C-4314-9367-E0668E948370}" type="slidenum">
              <a:rPr lang="en-US" altLang="en-US" smtClean="0"/>
              <a:pPr>
                <a:defRPr/>
              </a:pPr>
              <a:t>112</a:t>
            </a:fld>
            <a:endParaRPr lang="en-US" alt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8">
            <a:extLst>
              <a:ext uri="{FF2B5EF4-FFF2-40B4-BE49-F238E27FC236}">
                <a16:creationId xmlns:a16="http://schemas.microsoft.com/office/drawing/2014/main" id="{849E1EFF-C48E-0F6C-361D-62E8F61C11F4}"/>
              </a:ext>
            </a:extLst>
          </p:cNvPr>
          <p:cNvSpPr>
            <a:spLocks noGrp="1" noChangeArrowheads="1"/>
          </p:cNvSpPr>
          <p:nvPr>
            <p:ph type="title"/>
          </p:nvPr>
        </p:nvSpPr>
        <p:spPr/>
        <p:txBody>
          <a:bodyPr/>
          <a:lstStyle/>
          <a:p>
            <a:r>
              <a:rPr lang="en-US" altLang="en-US"/>
              <a:t>Multiplexers</a:t>
            </a:r>
          </a:p>
        </p:txBody>
      </p:sp>
      <p:sp>
        <p:nvSpPr>
          <p:cNvPr id="98306" name="Content Placeholder 1">
            <a:extLst>
              <a:ext uri="{FF2B5EF4-FFF2-40B4-BE49-F238E27FC236}">
                <a16:creationId xmlns:a16="http://schemas.microsoft.com/office/drawing/2014/main" id="{64BB699D-BA8D-47FB-21BD-90B749403613}"/>
              </a:ext>
            </a:extLst>
          </p:cNvPr>
          <p:cNvSpPr>
            <a:spLocks noGrp="1" noChangeArrowheads="1"/>
          </p:cNvSpPr>
          <p:nvPr>
            <p:ph idx="1"/>
          </p:nvPr>
        </p:nvSpPr>
        <p:spPr>
          <a:xfrm>
            <a:off x="482600" y="1458809"/>
            <a:ext cx="8178800" cy="936625"/>
          </a:xfrm>
        </p:spPr>
        <p:txBody>
          <a:bodyPr/>
          <a:lstStyle/>
          <a:p>
            <a:pPr marL="365125" indent="-255588"/>
            <a:r>
              <a:rPr lang="en-US" altLang="en-US" dirty="0"/>
              <a:t>Implementation using AND, OR, and NOT gates</a:t>
            </a:r>
          </a:p>
          <a:p>
            <a:pPr marL="365125" indent="-255588"/>
            <a:endParaRPr lang="en-US" altLang="en-US" dirty="0"/>
          </a:p>
        </p:txBody>
      </p:sp>
      <p:sp>
        <p:nvSpPr>
          <p:cNvPr id="98308" name="Content Placeholder 1">
            <a:extLst>
              <a:ext uri="{FF2B5EF4-FFF2-40B4-BE49-F238E27FC236}">
                <a16:creationId xmlns:a16="http://schemas.microsoft.com/office/drawing/2014/main" id="{606363BC-B4F9-CE13-7C1F-102F48F33074}"/>
              </a:ext>
            </a:extLst>
          </p:cNvPr>
          <p:cNvSpPr>
            <a:spLocks/>
          </p:cNvSpPr>
          <p:nvPr/>
        </p:nvSpPr>
        <p:spPr bwMode="auto">
          <a:xfrm>
            <a:off x="482600" y="2395434"/>
            <a:ext cx="3580410"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r>
              <a:rPr lang="en-US" altLang="en-US" sz="2400" dirty="0"/>
              <a:t>For any combination of the inputs, </a:t>
            </a:r>
            <a:r>
              <a:rPr lang="en-US" altLang="en-US" sz="2400" dirty="0">
                <a:solidFill>
                  <a:srgbClr val="00B0F0"/>
                </a:solidFill>
              </a:rPr>
              <a:t>three AND gates will result in a zero</a:t>
            </a:r>
            <a:r>
              <a:rPr lang="en-US" altLang="en-US" sz="2400" dirty="0"/>
              <a:t>, the </a:t>
            </a:r>
            <a:r>
              <a:rPr lang="en-US" altLang="en-US" sz="2400" dirty="0">
                <a:solidFill>
                  <a:srgbClr val="FF0000"/>
                </a:solidFill>
              </a:rPr>
              <a:t>fourth will output the value of the selected lines</a:t>
            </a:r>
            <a:r>
              <a:rPr lang="en-US" altLang="en-US" sz="2400" dirty="0"/>
              <a:t> (either 0 or 1)</a:t>
            </a:r>
          </a:p>
          <a:p>
            <a:r>
              <a:rPr lang="en-US" altLang="en-US" sz="2400" dirty="0"/>
              <a:t>This can extend to MUX 8-to-1, 16-to-1</a:t>
            </a:r>
          </a:p>
        </p:txBody>
      </p:sp>
      <p:pic>
        <p:nvPicPr>
          <p:cNvPr id="3" name="Picture 2">
            <a:extLst>
              <a:ext uri="{FF2B5EF4-FFF2-40B4-BE49-F238E27FC236}">
                <a16:creationId xmlns:a16="http://schemas.microsoft.com/office/drawing/2014/main" id="{F1D87940-FF90-557E-1006-2CE9B851E4EE}"/>
              </a:ext>
            </a:extLst>
          </p:cNvPr>
          <p:cNvPicPr>
            <a:picLocks noChangeAspect="1"/>
          </p:cNvPicPr>
          <p:nvPr/>
        </p:nvPicPr>
        <p:blipFill>
          <a:blip r:embed="rId3"/>
          <a:stretch>
            <a:fillRect/>
          </a:stretch>
        </p:blipFill>
        <p:spPr>
          <a:xfrm>
            <a:off x="4197173" y="2312987"/>
            <a:ext cx="4587277" cy="4176712"/>
          </a:xfrm>
          <a:prstGeom prst="rect">
            <a:avLst/>
          </a:prstGeom>
        </p:spPr>
      </p:pic>
      <p:sp>
        <p:nvSpPr>
          <p:cNvPr id="2" name="Slide Number Placeholder 1">
            <a:extLst>
              <a:ext uri="{FF2B5EF4-FFF2-40B4-BE49-F238E27FC236}">
                <a16:creationId xmlns:a16="http://schemas.microsoft.com/office/drawing/2014/main" id="{9D9EFE8A-AF8F-7E99-2F9B-E6DC5075D3A9}"/>
              </a:ext>
            </a:extLst>
          </p:cNvPr>
          <p:cNvSpPr>
            <a:spLocks noGrp="1"/>
          </p:cNvSpPr>
          <p:nvPr>
            <p:ph type="sldNum" sz="quarter" idx="12"/>
          </p:nvPr>
        </p:nvSpPr>
        <p:spPr/>
        <p:txBody>
          <a:bodyPr/>
          <a:lstStyle/>
          <a:p>
            <a:pPr>
              <a:defRPr/>
            </a:pPr>
            <a:fld id="{28588503-611C-4314-9367-E0668E948370}" type="slidenum">
              <a:rPr lang="en-US" altLang="en-US" smtClean="0"/>
              <a:pPr>
                <a:defRPr/>
              </a:pPr>
              <a:t>113</a:t>
            </a:fld>
            <a:endParaRPr lang="en-US" alt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BBEAAE-49A7-1215-2123-BCCA40BD3FA2}"/>
              </a:ext>
            </a:extLst>
          </p:cNvPr>
          <p:cNvPicPr>
            <a:picLocks noChangeAspect="1"/>
          </p:cNvPicPr>
          <p:nvPr/>
        </p:nvPicPr>
        <p:blipFill>
          <a:blip r:embed="rId2"/>
          <a:stretch>
            <a:fillRect/>
          </a:stretch>
        </p:blipFill>
        <p:spPr>
          <a:xfrm>
            <a:off x="803031" y="296652"/>
            <a:ext cx="7108707" cy="6264696"/>
          </a:xfrm>
          <a:prstGeom prst="rect">
            <a:avLst/>
          </a:prstGeom>
        </p:spPr>
      </p:pic>
      <p:pic>
        <p:nvPicPr>
          <p:cNvPr id="6" name="Picture 5">
            <a:extLst>
              <a:ext uri="{FF2B5EF4-FFF2-40B4-BE49-F238E27FC236}">
                <a16:creationId xmlns:a16="http://schemas.microsoft.com/office/drawing/2014/main" id="{9CF395ED-2CCB-9329-20F1-3C2CA2F24FD6}"/>
              </a:ext>
            </a:extLst>
          </p:cNvPr>
          <p:cNvPicPr>
            <a:picLocks noChangeAspect="1"/>
          </p:cNvPicPr>
          <p:nvPr/>
        </p:nvPicPr>
        <p:blipFill rotWithShape="1">
          <a:blip r:embed="rId3"/>
          <a:srcRect r="3940"/>
          <a:stretch/>
        </p:blipFill>
        <p:spPr>
          <a:xfrm>
            <a:off x="5724128" y="116632"/>
            <a:ext cx="3241770" cy="1318601"/>
          </a:xfrm>
          <a:prstGeom prst="rect">
            <a:avLst/>
          </a:prstGeom>
        </p:spPr>
      </p:pic>
      <p:sp>
        <p:nvSpPr>
          <p:cNvPr id="7" name="TextBox 6">
            <a:extLst>
              <a:ext uri="{FF2B5EF4-FFF2-40B4-BE49-F238E27FC236}">
                <a16:creationId xmlns:a16="http://schemas.microsoft.com/office/drawing/2014/main" id="{F1D4C31F-74B2-4C22-81D9-AB9EA3FFDCF9}"/>
              </a:ext>
            </a:extLst>
          </p:cNvPr>
          <p:cNvSpPr txBox="1"/>
          <p:nvPr/>
        </p:nvSpPr>
        <p:spPr>
          <a:xfrm>
            <a:off x="1907704" y="96597"/>
            <a:ext cx="324128" cy="400110"/>
          </a:xfrm>
          <a:prstGeom prst="rect">
            <a:avLst/>
          </a:prstGeom>
          <a:noFill/>
        </p:spPr>
        <p:txBody>
          <a:bodyPr wrap="none" rtlCol="0">
            <a:spAutoFit/>
          </a:bodyPr>
          <a:lstStyle/>
          <a:p>
            <a:r>
              <a:rPr lang="en-MY" dirty="0">
                <a:solidFill>
                  <a:srgbClr val="FF0000"/>
                </a:solidFill>
              </a:rPr>
              <a:t>0</a:t>
            </a:r>
          </a:p>
        </p:txBody>
      </p:sp>
      <p:sp>
        <p:nvSpPr>
          <p:cNvPr id="8" name="TextBox 7">
            <a:extLst>
              <a:ext uri="{FF2B5EF4-FFF2-40B4-BE49-F238E27FC236}">
                <a16:creationId xmlns:a16="http://schemas.microsoft.com/office/drawing/2014/main" id="{7E7AA50F-3F51-4B1D-0556-A30C4EA18925}"/>
              </a:ext>
            </a:extLst>
          </p:cNvPr>
          <p:cNvSpPr txBox="1"/>
          <p:nvPr/>
        </p:nvSpPr>
        <p:spPr>
          <a:xfrm>
            <a:off x="3095745" y="96597"/>
            <a:ext cx="324128" cy="400110"/>
          </a:xfrm>
          <a:prstGeom prst="rect">
            <a:avLst/>
          </a:prstGeom>
          <a:noFill/>
        </p:spPr>
        <p:txBody>
          <a:bodyPr wrap="none" rtlCol="0">
            <a:spAutoFit/>
          </a:bodyPr>
          <a:lstStyle/>
          <a:p>
            <a:r>
              <a:rPr lang="en-MY" dirty="0">
                <a:solidFill>
                  <a:srgbClr val="FF0000"/>
                </a:solidFill>
              </a:rPr>
              <a:t>0</a:t>
            </a:r>
          </a:p>
        </p:txBody>
      </p:sp>
      <p:sp>
        <p:nvSpPr>
          <p:cNvPr id="9" name="TextBox 8">
            <a:extLst>
              <a:ext uri="{FF2B5EF4-FFF2-40B4-BE49-F238E27FC236}">
                <a16:creationId xmlns:a16="http://schemas.microsoft.com/office/drawing/2014/main" id="{021204E7-1239-B62B-ABEC-E947B130BCFF}"/>
              </a:ext>
            </a:extLst>
          </p:cNvPr>
          <p:cNvSpPr txBox="1"/>
          <p:nvPr/>
        </p:nvSpPr>
        <p:spPr>
          <a:xfrm>
            <a:off x="1151528" y="1700808"/>
            <a:ext cx="324128" cy="400110"/>
          </a:xfrm>
          <a:prstGeom prst="rect">
            <a:avLst/>
          </a:prstGeom>
          <a:noFill/>
        </p:spPr>
        <p:txBody>
          <a:bodyPr wrap="none" rtlCol="0">
            <a:spAutoFit/>
          </a:bodyPr>
          <a:lstStyle/>
          <a:p>
            <a:r>
              <a:rPr lang="en-MY" dirty="0">
                <a:solidFill>
                  <a:srgbClr val="FF0000"/>
                </a:solidFill>
              </a:rPr>
              <a:t>1</a:t>
            </a:r>
          </a:p>
        </p:txBody>
      </p:sp>
      <p:sp>
        <p:nvSpPr>
          <p:cNvPr id="10" name="TextBox 9">
            <a:extLst>
              <a:ext uri="{FF2B5EF4-FFF2-40B4-BE49-F238E27FC236}">
                <a16:creationId xmlns:a16="http://schemas.microsoft.com/office/drawing/2014/main" id="{027555BA-8BC7-3320-7B98-33D8CDD81AFD}"/>
              </a:ext>
            </a:extLst>
          </p:cNvPr>
          <p:cNvSpPr txBox="1"/>
          <p:nvPr/>
        </p:nvSpPr>
        <p:spPr>
          <a:xfrm>
            <a:off x="2483768" y="2348880"/>
            <a:ext cx="324128" cy="400110"/>
          </a:xfrm>
          <a:prstGeom prst="rect">
            <a:avLst/>
          </a:prstGeom>
          <a:noFill/>
        </p:spPr>
        <p:txBody>
          <a:bodyPr wrap="none" rtlCol="0">
            <a:spAutoFit/>
          </a:bodyPr>
          <a:lstStyle/>
          <a:p>
            <a:r>
              <a:rPr lang="en-MY" dirty="0">
                <a:solidFill>
                  <a:srgbClr val="FF0000"/>
                </a:solidFill>
              </a:rPr>
              <a:t>1</a:t>
            </a:r>
          </a:p>
        </p:txBody>
      </p:sp>
      <p:sp>
        <p:nvSpPr>
          <p:cNvPr id="11" name="TextBox 10">
            <a:extLst>
              <a:ext uri="{FF2B5EF4-FFF2-40B4-BE49-F238E27FC236}">
                <a16:creationId xmlns:a16="http://schemas.microsoft.com/office/drawing/2014/main" id="{959DE454-DA58-2ACE-9CBE-1CB90DDAAEB7}"/>
              </a:ext>
            </a:extLst>
          </p:cNvPr>
          <p:cNvSpPr txBox="1"/>
          <p:nvPr/>
        </p:nvSpPr>
        <p:spPr>
          <a:xfrm>
            <a:off x="3635896" y="2492896"/>
            <a:ext cx="324128" cy="400110"/>
          </a:xfrm>
          <a:prstGeom prst="rect">
            <a:avLst/>
          </a:prstGeom>
          <a:noFill/>
        </p:spPr>
        <p:txBody>
          <a:bodyPr wrap="none" rtlCol="0">
            <a:spAutoFit/>
          </a:bodyPr>
          <a:lstStyle/>
          <a:p>
            <a:r>
              <a:rPr lang="en-MY" dirty="0">
                <a:solidFill>
                  <a:srgbClr val="FF0000"/>
                </a:solidFill>
              </a:rPr>
              <a:t>1</a:t>
            </a:r>
          </a:p>
        </p:txBody>
      </p:sp>
      <p:sp>
        <p:nvSpPr>
          <p:cNvPr id="12" name="TextBox 11">
            <a:extLst>
              <a:ext uri="{FF2B5EF4-FFF2-40B4-BE49-F238E27FC236}">
                <a16:creationId xmlns:a16="http://schemas.microsoft.com/office/drawing/2014/main" id="{1F042F4C-D7B5-C54D-864E-CF362B51676A}"/>
              </a:ext>
            </a:extLst>
          </p:cNvPr>
          <p:cNvSpPr txBox="1"/>
          <p:nvPr/>
        </p:nvSpPr>
        <p:spPr>
          <a:xfrm>
            <a:off x="4193788" y="1900863"/>
            <a:ext cx="324128" cy="400110"/>
          </a:xfrm>
          <a:prstGeom prst="rect">
            <a:avLst/>
          </a:prstGeom>
          <a:noFill/>
        </p:spPr>
        <p:txBody>
          <a:bodyPr wrap="none" rtlCol="0">
            <a:spAutoFit/>
          </a:bodyPr>
          <a:lstStyle/>
          <a:p>
            <a:r>
              <a:rPr lang="en-MY" dirty="0">
                <a:solidFill>
                  <a:srgbClr val="FF0000"/>
                </a:solidFill>
              </a:rPr>
              <a:t>1</a:t>
            </a:r>
          </a:p>
        </p:txBody>
      </p:sp>
      <p:sp>
        <p:nvSpPr>
          <p:cNvPr id="13" name="TextBox 12">
            <a:extLst>
              <a:ext uri="{FF2B5EF4-FFF2-40B4-BE49-F238E27FC236}">
                <a16:creationId xmlns:a16="http://schemas.microsoft.com/office/drawing/2014/main" id="{16A73E85-411A-E003-EF95-6D986B8DFB98}"/>
              </a:ext>
            </a:extLst>
          </p:cNvPr>
          <p:cNvSpPr txBox="1"/>
          <p:nvPr/>
        </p:nvSpPr>
        <p:spPr>
          <a:xfrm>
            <a:off x="4326569" y="2179832"/>
            <a:ext cx="324128" cy="400110"/>
          </a:xfrm>
          <a:prstGeom prst="rect">
            <a:avLst/>
          </a:prstGeom>
          <a:noFill/>
        </p:spPr>
        <p:txBody>
          <a:bodyPr wrap="none" rtlCol="0">
            <a:spAutoFit/>
          </a:bodyPr>
          <a:lstStyle/>
          <a:p>
            <a:r>
              <a:rPr lang="en-MY" dirty="0">
                <a:solidFill>
                  <a:srgbClr val="FF0000"/>
                </a:solidFill>
              </a:rPr>
              <a:t>1</a:t>
            </a:r>
          </a:p>
        </p:txBody>
      </p:sp>
      <p:sp>
        <p:nvSpPr>
          <p:cNvPr id="14" name="TextBox 13">
            <a:extLst>
              <a:ext uri="{FF2B5EF4-FFF2-40B4-BE49-F238E27FC236}">
                <a16:creationId xmlns:a16="http://schemas.microsoft.com/office/drawing/2014/main" id="{55B97AD3-A107-D596-C066-5DAAF0B77173}"/>
              </a:ext>
            </a:extLst>
          </p:cNvPr>
          <p:cNvSpPr txBox="1"/>
          <p:nvPr/>
        </p:nvSpPr>
        <p:spPr>
          <a:xfrm>
            <a:off x="4193788" y="2458801"/>
            <a:ext cx="324128" cy="400110"/>
          </a:xfrm>
          <a:prstGeom prst="rect">
            <a:avLst/>
          </a:prstGeom>
          <a:noFill/>
        </p:spPr>
        <p:txBody>
          <a:bodyPr wrap="none" rtlCol="0">
            <a:spAutoFit/>
          </a:bodyPr>
          <a:lstStyle/>
          <a:p>
            <a:r>
              <a:rPr lang="en-MY" dirty="0">
                <a:solidFill>
                  <a:srgbClr val="FF0000"/>
                </a:solidFill>
              </a:rPr>
              <a:t>1</a:t>
            </a:r>
          </a:p>
        </p:txBody>
      </p:sp>
      <p:sp>
        <p:nvSpPr>
          <p:cNvPr id="15" name="TextBox 14">
            <a:extLst>
              <a:ext uri="{FF2B5EF4-FFF2-40B4-BE49-F238E27FC236}">
                <a16:creationId xmlns:a16="http://schemas.microsoft.com/office/drawing/2014/main" id="{617CEBAE-19C5-E1D4-58E8-F4FC64BC354A}"/>
              </a:ext>
            </a:extLst>
          </p:cNvPr>
          <p:cNvSpPr txBox="1"/>
          <p:nvPr/>
        </p:nvSpPr>
        <p:spPr>
          <a:xfrm>
            <a:off x="5400000" y="1963372"/>
            <a:ext cx="324128" cy="400110"/>
          </a:xfrm>
          <a:prstGeom prst="rect">
            <a:avLst/>
          </a:prstGeom>
          <a:noFill/>
        </p:spPr>
        <p:txBody>
          <a:bodyPr wrap="none" rtlCol="0">
            <a:spAutoFit/>
          </a:bodyPr>
          <a:lstStyle/>
          <a:p>
            <a:r>
              <a:rPr lang="en-MY" dirty="0">
                <a:solidFill>
                  <a:srgbClr val="FF0000"/>
                </a:solidFill>
              </a:rPr>
              <a:t>1</a:t>
            </a:r>
          </a:p>
        </p:txBody>
      </p:sp>
      <p:sp>
        <p:nvSpPr>
          <p:cNvPr id="16" name="TextBox 15">
            <a:extLst>
              <a:ext uri="{FF2B5EF4-FFF2-40B4-BE49-F238E27FC236}">
                <a16:creationId xmlns:a16="http://schemas.microsoft.com/office/drawing/2014/main" id="{73FC34C6-1998-B913-0F36-5368C9CE18EA}"/>
              </a:ext>
            </a:extLst>
          </p:cNvPr>
          <p:cNvSpPr txBox="1"/>
          <p:nvPr/>
        </p:nvSpPr>
        <p:spPr>
          <a:xfrm>
            <a:off x="2483768" y="3573016"/>
            <a:ext cx="324128" cy="400110"/>
          </a:xfrm>
          <a:prstGeom prst="rect">
            <a:avLst/>
          </a:prstGeom>
          <a:noFill/>
        </p:spPr>
        <p:txBody>
          <a:bodyPr wrap="none" rtlCol="0">
            <a:spAutoFit/>
          </a:bodyPr>
          <a:lstStyle/>
          <a:p>
            <a:r>
              <a:rPr lang="en-MY" dirty="0">
                <a:solidFill>
                  <a:srgbClr val="FF0000"/>
                </a:solidFill>
              </a:rPr>
              <a:t>1</a:t>
            </a:r>
          </a:p>
        </p:txBody>
      </p:sp>
      <p:sp>
        <p:nvSpPr>
          <p:cNvPr id="17" name="TextBox 16">
            <a:extLst>
              <a:ext uri="{FF2B5EF4-FFF2-40B4-BE49-F238E27FC236}">
                <a16:creationId xmlns:a16="http://schemas.microsoft.com/office/drawing/2014/main" id="{0FEACD73-1D85-0040-B8D4-89EC3D03069A}"/>
              </a:ext>
            </a:extLst>
          </p:cNvPr>
          <p:cNvSpPr txBox="1"/>
          <p:nvPr/>
        </p:nvSpPr>
        <p:spPr>
          <a:xfrm>
            <a:off x="3172912" y="3773071"/>
            <a:ext cx="324128" cy="400110"/>
          </a:xfrm>
          <a:prstGeom prst="rect">
            <a:avLst/>
          </a:prstGeom>
          <a:noFill/>
        </p:spPr>
        <p:txBody>
          <a:bodyPr wrap="none" rtlCol="0">
            <a:spAutoFit/>
          </a:bodyPr>
          <a:lstStyle/>
          <a:p>
            <a:r>
              <a:rPr lang="en-MY" dirty="0">
                <a:solidFill>
                  <a:srgbClr val="FF0000"/>
                </a:solidFill>
              </a:rPr>
              <a:t>0</a:t>
            </a:r>
          </a:p>
        </p:txBody>
      </p:sp>
      <p:sp>
        <p:nvSpPr>
          <p:cNvPr id="18" name="TextBox 17">
            <a:extLst>
              <a:ext uri="{FF2B5EF4-FFF2-40B4-BE49-F238E27FC236}">
                <a16:creationId xmlns:a16="http://schemas.microsoft.com/office/drawing/2014/main" id="{D56E9C0C-28AB-384A-7AFD-C1AA3D3900A7}"/>
              </a:ext>
            </a:extLst>
          </p:cNvPr>
          <p:cNvSpPr txBox="1"/>
          <p:nvPr/>
        </p:nvSpPr>
        <p:spPr>
          <a:xfrm>
            <a:off x="4355852" y="3393778"/>
            <a:ext cx="324128" cy="400110"/>
          </a:xfrm>
          <a:prstGeom prst="rect">
            <a:avLst/>
          </a:prstGeom>
          <a:noFill/>
        </p:spPr>
        <p:txBody>
          <a:bodyPr wrap="none" rtlCol="0">
            <a:spAutoFit/>
          </a:bodyPr>
          <a:lstStyle/>
          <a:p>
            <a:r>
              <a:rPr lang="en-MY" dirty="0">
                <a:solidFill>
                  <a:srgbClr val="FF0000"/>
                </a:solidFill>
              </a:rPr>
              <a:t>1</a:t>
            </a:r>
          </a:p>
        </p:txBody>
      </p:sp>
      <p:sp>
        <p:nvSpPr>
          <p:cNvPr id="19" name="TextBox 18">
            <a:extLst>
              <a:ext uri="{FF2B5EF4-FFF2-40B4-BE49-F238E27FC236}">
                <a16:creationId xmlns:a16="http://schemas.microsoft.com/office/drawing/2014/main" id="{1E37D147-9599-061B-392F-09A14BED6148}"/>
              </a:ext>
            </a:extLst>
          </p:cNvPr>
          <p:cNvSpPr txBox="1"/>
          <p:nvPr/>
        </p:nvSpPr>
        <p:spPr>
          <a:xfrm>
            <a:off x="4355852" y="3765358"/>
            <a:ext cx="324128" cy="400110"/>
          </a:xfrm>
          <a:prstGeom prst="rect">
            <a:avLst/>
          </a:prstGeom>
          <a:noFill/>
        </p:spPr>
        <p:txBody>
          <a:bodyPr wrap="none" rtlCol="0">
            <a:spAutoFit/>
          </a:bodyPr>
          <a:lstStyle/>
          <a:p>
            <a:r>
              <a:rPr lang="en-MY" dirty="0">
                <a:solidFill>
                  <a:srgbClr val="FF0000"/>
                </a:solidFill>
              </a:rPr>
              <a:t>0</a:t>
            </a:r>
          </a:p>
        </p:txBody>
      </p:sp>
      <p:sp>
        <p:nvSpPr>
          <p:cNvPr id="20" name="TextBox 19">
            <a:extLst>
              <a:ext uri="{FF2B5EF4-FFF2-40B4-BE49-F238E27FC236}">
                <a16:creationId xmlns:a16="http://schemas.microsoft.com/office/drawing/2014/main" id="{F4C940C5-C7E7-B3A3-45CE-543482904D07}"/>
              </a:ext>
            </a:extLst>
          </p:cNvPr>
          <p:cNvSpPr txBox="1"/>
          <p:nvPr/>
        </p:nvSpPr>
        <p:spPr>
          <a:xfrm>
            <a:off x="4783451" y="3195972"/>
            <a:ext cx="463588" cy="769441"/>
          </a:xfrm>
          <a:prstGeom prst="rect">
            <a:avLst/>
          </a:prstGeom>
          <a:noFill/>
        </p:spPr>
        <p:txBody>
          <a:bodyPr wrap="none" rtlCol="0">
            <a:spAutoFit/>
          </a:bodyPr>
          <a:lstStyle/>
          <a:p>
            <a:r>
              <a:rPr lang="en-MY" sz="4400" dirty="0">
                <a:solidFill>
                  <a:srgbClr val="00B0F0"/>
                </a:solidFill>
              </a:rPr>
              <a:t>x</a:t>
            </a:r>
          </a:p>
        </p:txBody>
      </p:sp>
      <p:sp>
        <p:nvSpPr>
          <p:cNvPr id="21" name="TextBox 20">
            <a:extLst>
              <a:ext uri="{FF2B5EF4-FFF2-40B4-BE49-F238E27FC236}">
                <a16:creationId xmlns:a16="http://schemas.microsoft.com/office/drawing/2014/main" id="{A8246446-D6E1-6B22-C1B2-5DEE322FC4AE}"/>
              </a:ext>
            </a:extLst>
          </p:cNvPr>
          <p:cNvSpPr txBox="1"/>
          <p:nvPr/>
        </p:nvSpPr>
        <p:spPr>
          <a:xfrm>
            <a:off x="2034138" y="4797152"/>
            <a:ext cx="324128" cy="400110"/>
          </a:xfrm>
          <a:prstGeom prst="rect">
            <a:avLst/>
          </a:prstGeom>
          <a:noFill/>
        </p:spPr>
        <p:txBody>
          <a:bodyPr wrap="none" rtlCol="0">
            <a:spAutoFit/>
          </a:bodyPr>
          <a:lstStyle/>
          <a:p>
            <a:r>
              <a:rPr lang="en-MY" dirty="0">
                <a:solidFill>
                  <a:srgbClr val="FF0000"/>
                </a:solidFill>
              </a:rPr>
              <a:t>0</a:t>
            </a:r>
          </a:p>
        </p:txBody>
      </p:sp>
      <p:sp>
        <p:nvSpPr>
          <p:cNvPr id="22" name="TextBox 21">
            <a:extLst>
              <a:ext uri="{FF2B5EF4-FFF2-40B4-BE49-F238E27FC236}">
                <a16:creationId xmlns:a16="http://schemas.microsoft.com/office/drawing/2014/main" id="{75306987-13BF-0880-C338-9631C14E7465}"/>
              </a:ext>
            </a:extLst>
          </p:cNvPr>
          <p:cNvSpPr txBox="1"/>
          <p:nvPr/>
        </p:nvSpPr>
        <p:spPr>
          <a:xfrm>
            <a:off x="3589373" y="4889195"/>
            <a:ext cx="324128" cy="400110"/>
          </a:xfrm>
          <a:prstGeom prst="rect">
            <a:avLst/>
          </a:prstGeom>
          <a:noFill/>
        </p:spPr>
        <p:txBody>
          <a:bodyPr wrap="none" rtlCol="0">
            <a:spAutoFit/>
          </a:bodyPr>
          <a:lstStyle/>
          <a:p>
            <a:r>
              <a:rPr lang="en-MY" dirty="0">
                <a:solidFill>
                  <a:srgbClr val="FF0000"/>
                </a:solidFill>
              </a:rPr>
              <a:t>1</a:t>
            </a:r>
          </a:p>
        </p:txBody>
      </p:sp>
      <p:sp>
        <p:nvSpPr>
          <p:cNvPr id="23" name="TextBox 22">
            <a:extLst>
              <a:ext uri="{FF2B5EF4-FFF2-40B4-BE49-F238E27FC236}">
                <a16:creationId xmlns:a16="http://schemas.microsoft.com/office/drawing/2014/main" id="{3FC5F749-0259-3068-062D-42948CFB4509}"/>
              </a:ext>
            </a:extLst>
          </p:cNvPr>
          <p:cNvSpPr txBox="1"/>
          <p:nvPr/>
        </p:nvSpPr>
        <p:spPr>
          <a:xfrm>
            <a:off x="4355852" y="4607724"/>
            <a:ext cx="324128" cy="400110"/>
          </a:xfrm>
          <a:prstGeom prst="rect">
            <a:avLst/>
          </a:prstGeom>
          <a:noFill/>
        </p:spPr>
        <p:txBody>
          <a:bodyPr wrap="none" rtlCol="0">
            <a:spAutoFit/>
          </a:bodyPr>
          <a:lstStyle/>
          <a:p>
            <a:r>
              <a:rPr lang="en-MY" dirty="0">
                <a:solidFill>
                  <a:srgbClr val="FF0000"/>
                </a:solidFill>
              </a:rPr>
              <a:t>0</a:t>
            </a:r>
          </a:p>
        </p:txBody>
      </p:sp>
      <p:sp>
        <p:nvSpPr>
          <p:cNvPr id="24" name="TextBox 23">
            <a:extLst>
              <a:ext uri="{FF2B5EF4-FFF2-40B4-BE49-F238E27FC236}">
                <a16:creationId xmlns:a16="http://schemas.microsoft.com/office/drawing/2014/main" id="{AF2E2AC3-B51B-AD0A-5817-8E8A3B334BBA}"/>
              </a:ext>
            </a:extLst>
          </p:cNvPr>
          <p:cNvSpPr txBox="1"/>
          <p:nvPr/>
        </p:nvSpPr>
        <p:spPr>
          <a:xfrm>
            <a:off x="4193788" y="4963298"/>
            <a:ext cx="324128" cy="400110"/>
          </a:xfrm>
          <a:prstGeom prst="rect">
            <a:avLst/>
          </a:prstGeom>
          <a:noFill/>
        </p:spPr>
        <p:txBody>
          <a:bodyPr wrap="none" rtlCol="0">
            <a:spAutoFit/>
          </a:bodyPr>
          <a:lstStyle/>
          <a:p>
            <a:r>
              <a:rPr lang="en-MY" dirty="0">
                <a:solidFill>
                  <a:srgbClr val="FF0000"/>
                </a:solidFill>
              </a:rPr>
              <a:t>1</a:t>
            </a:r>
          </a:p>
        </p:txBody>
      </p:sp>
      <p:sp>
        <p:nvSpPr>
          <p:cNvPr id="25" name="TextBox 24">
            <a:extLst>
              <a:ext uri="{FF2B5EF4-FFF2-40B4-BE49-F238E27FC236}">
                <a16:creationId xmlns:a16="http://schemas.microsoft.com/office/drawing/2014/main" id="{CF76724C-6D85-6F70-B5E2-643D3CA7C893}"/>
              </a:ext>
            </a:extLst>
          </p:cNvPr>
          <p:cNvSpPr txBox="1"/>
          <p:nvPr/>
        </p:nvSpPr>
        <p:spPr>
          <a:xfrm>
            <a:off x="4783451" y="4412431"/>
            <a:ext cx="463588" cy="769441"/>
          </a:xfrm>
          <a:prstGeom prst="rect">
            <a:avLst/>
          </a:prstGeom>
          <a:noFill/>
        </p:spPr>
        <p:txBody>
          <a:bodyPr wrap="none" rtlCol="0">
            <a:spAutoFit/>
          </a:bodyPr>
          <a:lstStyle/>
          <a:p>
            <a:r>
              <a:rPr lang="en-MY" sz="4400" dirty="0">
                <a:solidFill>
                  <a:srgbClr val="00B0F0"/>
                </a:solidFill>
              </a:rPr>
              <a:t>x</a:t>
            </a:r>
          </a:p>
        </p:txBody>
      </p:sp>
      <p:sp>
        <p:nvSpPr>
          <p:cNvPr id="26" name="TextBox 25">
            <a:extLst>
              <a:ext uri="{FF2B5EF4-FFF2-40B4-BE49-F238E27FC236}">
                <a16:creationId xmlns:a16="http://schemas.microsoft.com/office/drawing/2014/main" id="{8389C1E2-E89E-344B-069E-512259E10867}"/>
              </a:ext>
            </a:extLst>
          </p:cNvPr>
          <p:cNvSpPr txBox="1"/>
          <p:nvPr/>
        </p:nvSpPr>
        <p:spPr>
          <a:xfrm>
            <a:off x="2034138" y="6021288"/>
            <a:ext cx="324128" cy="400110"/>
          </a:xfrm>
          <a:prstGeom prst="rect">
            <a:avLst/>
          </a:prstGeom>
          <a:noFill/>
        </p:spPr>
        <p:txBody>
          <a:bodyPr wrap="none" rtlCol="0">
            <a:spAutoFit/>
          </a:bodyPr>
          <a:lstStyle/>
          <a:p>
            <a:r>
              <a:rPr lang="en-MY" dirty="0">
                <a:solidFill>
                  <a:srgbClr val="FF0000"/>
                </a:solidFill>
              </a:rPr>
              <a:t>0</a:t>
            </a:r>
          </a:p>
        </p:txBody>
      </p:sp>
      <p:sp>
        <p:nvSpPr>
          <p:cNvPr id="27" name="TextBox 26">
            <a:extLst>
              <a:ext uri="{FF2B5EF4-FFF2-40B4-BE49-F238E27FC236}">
                <a16:creationId xmlns:a16="http://schemas.microsoft.com/office/drawing/2014/main" id="{0392AC72-474B-4B2B-C85E-C801F579AA8E}"/>
              </a:ext>
            </a:extLst>
          </p:cNvPr>
          <p:cNvSpPr txBox="1"/>
          <p:nvPr/>
        </p:nvSpPr>
        <p:spPr>
          <a:xfrm>
            <a:off x="2934180" y="6161238"/>
            <a:ext cx="324128" cy="400110"/>
          </a:xfrm>
          <a:prstGeom prst="rect">
            <a:avLst/>
          </a:prstGeom>
          <a:noFill/>
        </p:spPr>
        <p:txBody>
          <a:bodyPr wrap="none" rtlCol="0">
            <a:spAutoFit/>
          </a:bodyPr>
          <a:lstStyle/>
          <a:p>
            <a:r>
              <a:rPr lang="en-MY" dirty="0">
                <a:solidFill>
                  <a:srgbClr val="FF0000"/>
                </a:solidFill>
              </a:rPr>
              <a:t>0</a:t>
            </a:r>
          </a:p>
        </p:txBody>
      </p:sp>
      <p:sp>
        <p:nvSpPr>
          <p:cNvPr id="28" name="TextBox 27">
            <a:extLst>
              <a:ext uri="{FF2B5EF4-FFF2-40B4-BE49-F238E27FC236}">
                <a16:creationId xmlns:a16="http://schemas.microsoft.com/office/drawing/2014/main" id="{0FCB418D-4D43-667C-344E-DC8ECD2C71C3}"/>
              </a:ext>
            </a:extLst>
          </p:cNvPr>
          <p:cNvSpPr txBox="1"/>
          <p:nvPr/>
        </p:nvSpPr>
        <p:spPr>
          <a:xfrm>
            <a:off x="4326569" y="5869745"/>
            <a:ext cx="324128" cy="400110"/>
          </a:xfrm>
          <a:prstGeom prst="rect">
            <a:avLst/>
          </a:prstGeom>
          <a:noFill/>
        </p:spPr>
        <p:txBody>
          <a:bodyPr wrap="none" rtlCol="0">
            <a:spAutoFit/>
          </a:bodyPr>
          <a:lstStyle/>
          <a:p>
            <a:r>
              <a:rPr lang="en-MY" dirty="0">
                <a:solidFill>
                  <a:srgbClr val="FF0000"/>
                </a:solidFill>
              </a:rPr>
              <a:t>0</a:t>
            </a:r>
          </a:p>
        </p:txBody>
      </p:sp>
      <p:sp>
        <p:nvSpPr>
          <p:cNvPr id="29" name="TextBox 28">
            <a:extLst>
              <a:ext uri="{FF2B5EF4-FFF2-40B4-BE49-F238E27FC236}">
                <a16:creationId xmlns:a16="http://schemas.microsoft.com/office/drawing/2014/main" id="{A9451466-8F92-851D-C6CB-212F84A13A97}"/>
              </a:ext>
            </a:extLst>
          </p:cNvPr>
          <p:cNvSpPr txBox="1"/>
          <p:nvPr/>
        </p:nvSpPr>
        <p:spPr>
          <a:xfrm>
            <a:off x="4389800" y="6228616"/>
            <a:ext cx="324128" cy="400110"/>
          </a:xfrm>
          <a:prstGeom prst="rect">
            <a:avLst/>
          </a:prstGeom>
          <a:noFill/>
        </p:spPr>
        <p:txBody>
          <a:bodyPr wrap="none" rtlCol="0">
            <a:spAutoFit/>
          </a:bodyPr>
          <a:lstStyle/>
          <a:p>
            <a:r>
              <a:rPr lang="en-MY" dirty="0">
                <a:solidFill>
                  <a:srgbClr val="FF0000"/>
                </a:solidFill>
              </a:rPr>
              <a:t>0</a:t>
            </a:r>
          </a:p>
        </p:txBody>
      </p:sp>
      <p:sp>
        <p:nvSpPr>
          <p:cNvPr id="30" name="TextBox 29">
            <a:extLst>
              <a:ext uri="{FF2B5EF4-FFF2-40B4-BE49-F238E27FC236}">
                <a16:creationId xmlns:a16="http://schemas.microsoft.com/office/drawing/2014/main" id="{1A135F24-9984-AD70-8336-83EFB850CB93}"/>
              </a:ext>
            </a:extLst>
          </p:cNvPr>
          <p:cNvSpPr txBox="1"/>
          <p:nvPr/>
        </p:nvSpPr>
        <p:spPr>
          <a:xfrm>
            <a:off x="4783451" y="5589249"/>
            <a:ext cx="463588" cy="769441"/>
          </a:xfrm>
          <a:prstGeom prst="rect">
            <a:avLst/>
          </a:prstGeom>
          <a:noFill/>
        </p:spPr>
        <p:txBody>
          <a:bodyPr wrap="none" rtlCol="0">
            <a:spAutoFit/>
          </a:bodyPr>
          <a:lstStyle/>
          <a:p>
            <a:r>
              <a:rPr lang="en-MY" sz="4400" dirty="0">
                <a:solidFill>
                  <a:srgbClr val="00B0F0"/>
                </a:solidFill>
              </a:rPr>
              <a:t>x</a:t>
            </a:r>
          </a:p>
        </p:txBody>
      </p:sp>
      <p:sp>
        <p:nvSpPr>
          <p:cNvPr id="31" name="Rectangle 30">
            <a:extLst>
              <a:ext uri="{FF2B5EF4-FFF2-40B4-BE49-F238E27FC236}">
                <a16:creationId xmlns:a16="http://schemas.microsoft.com/office/drawing/2014/main" id="{4FFDB2A4-186C-21B7-4186-01DEB5406CAA}"/>
              </a:ext>
            </a:extLst>
          </p:cNvPr>
          <p:cNvSpPr/>
          <p:nvPr/>
        </p:nvSpPr>
        <p:spPr>
          <a:xfrm>
            <a:off x="683568" y="1435233"/>
            <a:ext cx="6624736" cy="1705155"/>
          </a:xfrm>
          <a:prstGeom prst="rect">
            <a:avLst/>
          </a:prstGeom>
          <a:no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Slide Number Placeholder 1">
            <a:extLst>
              <a:ext uri="{FF2B5EF4-FFF2-40B4-BE49-F238E27FC236}">
                <a16:creationId xmlns:a16="http://schemas.microsoft.com/office/drawing/2014/main" id="{0D7AD10E-17F5-0976-7FE6-FAAE5F44C5D3}"/>
              </a:ext>
            </a:extLst>
          </p:cNvPr>
          <p:cNvSpPr>
            <a:spLocks noGrp="1"/>
          </p:cNvSpPr>
          <p:nvPr>
            <p:ph type="sldNum" sz="quarter" idx="12"/>
          </p:nvPr>
        </p:nvSpPr>
        <p:spPr/>
        <p:txBody>
          <a:bodyPr/>
          <a:lstStyle/>
          <a:p>
            <a:pPr>
              <a:defRPr/>
            </a:pPr>
            <a:fld id="{C80DB997-564C-4C45-82C5-01CC3F0E549C}" type="slidenum">
              <a:rPr lang="en-US" altLang="en-US" smtClean="0"/>
              <a:pPr>
                <a:defRPr/>
              </a:pPr>
              <a:t>114</a:t>
            </a:fld>
            <a:endParaRPr lang="en-US" altLang="en-US"/>
          </a:p>
        </p:txBody>
      </p:sp>
    </p:spTree>
    <p:extLst>
      <p:ext uri="{BB962C8B-B14F-4D97-AF65-F5344CB8AC3E}">
        <p14:creationId xmlns:p14="http://schemas.microsoft.com/office/powerpoint/2010/main" val="129232608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BBEAAE-49A7-1215-2123-BCCA40BD3FA2}"/>
              </a:ext>
            </a:extLst>
          </p:cNvPr>
          <p:cNvPicPr>
            <a:picLocks noChangeAspect="1"/>
          </p:cNvPicPr>
          <p:nvPr/>
        </p:nvPicPr>
        <p:blipFill>
          <a:blip r:embed="rId2"/>
          <a:stretch>
            <a:fillRect/>
          </a:stretch>
        </p:blipFill>
        <p:spPr>
          <a:xfrm>
            <a:off x="803031" y="296652"/>
            <a:ext cx="7108707" cy="6264696"/>
          </a:xfrm>
          <a:prstGeom prst="rect">
            <a:avLst/>
          </a:prstGeom>
        </p:spPr>
      </p:pic>
      <p:pic>
        <p:nvPicPr>
          <p:cNvPr id="6" name="Picture 5">
            <a:extLst>
              <a:ext uri="{FF2B5EF4-FFF2-40B4-BE49-F238E27FC236}">
                <a16:creationId xmlns:a16="http://schemas.microsoft.com/office/drawing/2014/main" id="{9CF395ED-2CCB-9329-20F1-3C2CA2F24FD6}"/>
              </a:ext>
            </a:extLst>
          </p:cNvPr>
          <p:cNvPicPr>
            <a:picLocks noChangeAspect="1"/>
          </p:cNvPicPr>
          <p:nvPr/>
        </p:nvPicPr>
        <p:blipFill rotWithShape="1">
          <a:blip r:embed="rId3"/>
          <a:srcRect r="3940"/>
          <a:stretch/>
        </p:blipFill>
        <p:spPr>
          <a:xfrm>
            <a:off x="5724128" y="116632"/>
            <a:ext cx="3241770" cy="1318601"/>
          </a:xfrm>
          <a:prstGeom prst="rect">
            <a:avLst/>
          </a:prstGeom>
        </p:spPr>
      </p:pic>
      <p:sp>
        <p:nvSpPr>
          <p:cNvPr id="7" name="TextBox 6">
            <a:extLst>
              <a:ext uri="{FF2B5EF4-FFF2-40B4-BE49-F238E27FC236}">
                <a16:creationId xmlns:a16="http://schemas.microsoft.com/office/drawing/2014/main" id="{F1D4C31F-74B2-4C22-81D9-AB9EA3FFDCF9}"/>
              </a:ext>
            </a:extLst>
          </p:cNvPr>
          <p:cNvSpPr txBox="1"/>
          <p:nvPr/>
        </p:nvSpPr>
        <p:spPr>
          <a:xfrm>
            <a:off x="1907704" y="96597"/>
            <a:ext cx="324128" cy="400110"/>
          </a:xfrm>
          <a:prstGeom prst="rect">
            <a:avLst/>
          </a:prstGeom>
          <a:noFill/>
        </p:spPr>
        <p:txBody>
          <a:bodyPr wrap="none" rtlCol="0">
            <a:spAutoFit/>
          </a:bodyPr>
          <a:lstStyle/>
          <a:p>
            <a:r>
              <a:rPr lang="en-MY" dirty="0">
                <a:solidFill>
                  <a:srgbClr val="FF0000"/>
                </a:solidFill>
              </a:rPr>
              <a:t>0</a:t>
            </a:r>
          </a:p>
        </p:txBody>
      </p:sp>
      <p:sp>
        <p:nvSpPr>
          <p:cNvPr id="8" name="TextBox 7">
            <a:extLst>
              <a:ext uri="{FF2B5EF4-FFF2-40B4-BE49-F238E27FC236}">
                <a16:creationId xmlns:a16="http://schemas.microsoft.com/office/drawing/2014/main" id="{7E7AA50F-3F51-4B1D-0556-A30C4EA18925}"/>
              </a:ext>
            </a:extLst>
          </p:cNvPr>
          <p:cNvSpPr txBox="1"/>
          <p:nvPr/>
        </p:nvSpPr>
        <p:spPr>
          <a:xfrm>
            <a:off x="3095745" y="96597"/>
            <a:ext cx="324128" cy="400110"/>
          </a:xfrm>
          <a:prstGeom prst="rect">
            <a:avLst/>
          </a:prstGeom>
          <a:noFill/>
        </p:spPr>
        <p:txBody>
          <a:bodyPr wrap="none" rtlCol="0">
            <a:spAutoFit/>
          </a:bodyPr>
          <a:lstStyle/>
          <a:p>
            <a:r>
              <a:rPr lang="en-MY" dirty="0">
                <a:solidFill>
                  <a:srgbClr val="FF0000"/>
                </a:solidFill>
              </a:rPr>
              <a:t>1</a:t>
            </a:r>
          </a:p>
        </p:txBody>
      </p:sp>
      <p:sp>
        <p:nvSpPr>
          <p:cNvPr id="9" name="TextBox 8">
            <a:extLst>
              <a:ext uri="{FF2B5EF4-FFF2-40B4-BE49-F238E27FC236}">
                <a16:creationId xmlns:a16="http://schemas.microsoft.com/office/drawing/2014/main" id="{021204E7-1239-B62B-ABEC-E947B130BCFF}"/>
              </a:ext>
            </a:extLst>
          </p:cNvPr>
          <p:cNvSpPr txBox="1"/>
          <p:nvPr/>
        </p:nvSpPr>
        <p:spPr>
          <a:xfrm>
            <a:off x="1475656" y="2993668"/>
            <a:ext cx="324128" cy="400110"/>
          </a:xfrm>
          <a:prstGeom prst="rect">
            <a:avLst/>
          </a:prstGeom>
          <a:noFill/>
        </p:spPr>
        <p:txBody>
          <a:bodyPr wrap="none" rtlCol="0">
            <a:spAutoFit/>
          </a:bodyPr>
          <a:lstStyle/>
          <a:p>
            <a:r>
              <a:rPr lang="en-MY" dirty="0">
                <a:solidFill>
                  <a:srgbClr val="FF0000"/>
                </a:solidFill>
              </a:rPr>
              <a:t>1</a:t>
            </a:r>
          </a:p>
        </p:txBody>
      </p:sp>
      <p:sp>
        <p:nvSpPr>
          <p:cNvPr id="10" name="TextBox 9">
            <a:extLst>
              <a:ext uri="{FF2B5EF4-FFF2-40B4-BE49-F238E27FC236}">
                <a16:creationId xmlns:a16="http://schemas.microsoft.com/office/drawing/2014/main" id="{027555BA-8BC7-3320-7B98-33D8CDD81AFD}"/>
              </a:ext>
            </a:extLst>
          </p:cNvPr>
          <p:cNvSpPr txBox="1"/>
          <p:nvPr/>
        </p:nvSpPr>
        <p:spPr>
          <a:xfrm>
            <a:off x="2483768" y="2348880"/>
            <a:ext cx="324128" cy="400110"/>
          </a:xfrm>
          <a:prstGeom prst="rect">
            <a:avLst/>
          </a:prstGeom>
          <a:noFill/>
        </p:spPr>
        <p:txBody>
          <a:bodyPr wrap="none" rtlCol="0">
            <a:spAutoFit/>
          </a:bodyPr>
          <a:lstStyle/>
          <a:p>
            <a:r>
              <a:rPr lang="en-MY" dirty="0">
                <a:solidFill>
                  <a:srgbClr val="FF0000"/>
                </a:solidFill>
              </a:rPr>
              <a:t>1</a:t>
            </a:r>
          </a:p>
        </p:txBody>
      </p:sp>
      <p:sp>
        <p:nvSpPr>
          <p:cNvPr id="11" name="TextBox 10">
            <a:extLst>
              <a:ext uri="{FF2B5EF4-FFF2-40B4-BE49-F238E27FC236}">
                <a16:creationId xmlns:a16="http://schemas.microsoft.com/office/drawing/2014/main" id="{959DE454-DA58-2ACE-9CBE-1CB90DDAAEB7}"/>
              </a:ext>
            </a:extLst>
          </p:cNvPr>
          <p:cNvSpPr txBox="1"/>
          <p:nvPr/>
        </p:nvSpPr>
        <p:spPr>
          <a:xfrm>
            <a:off x="3635896" y="2492896"/>
            <a:ext cx="324128" cy="400110"/>
          </a:xfrm>
          <a:prstGeom prst="rect">
            <a:avLst/>
          </a:prstGeom>
          <a:noFill/>
        </p:spPr>
        <p:txBody>
          <a:bodyPr wrap="none" rtlCol="0">
            <a:spAutoFit/>
          </a:bodyPr>
          <a:lstStyle/>
          <a:p>
            <a:r>
              <a:rPr lang="en-MY" dirty="0">
                <a:solidFill>
                  <a:srgbClr val="FF0000"/>
                </a:solidFill>
              </a:rPr>
              <a:t>1</a:t>
            </a:r>
          </a:p>
        </p:txBody>
      </p:sp>
      <p:sp>
        <p:nvSpPr>
          <p:cNvPr id="12" name="TextBox 11">
            <a:extLst>
              <a:ext uri="{FF2B5EF4-FFF2-40B4-BE49-F238E27FC236}">
                <a16:creationId xmlns:a16="http://schemas.microsoft.com/office/drawing/2014/main" id="{1F042F4C-D7B5-C54D-864E-CF362B51676A}"/>
              </a:ext>
            </a:extLst>
          </p:cNvPr>
          <p:cNvSpPr txBox="1"/>
          <p:nvPr/>
        </p:nvSpPr>
        <p:spPr>
          <a:xfrm>
            <a:off x="4193788" y="1900863"/>
            <a:ext cx="324128" cy="400110"/>
          </a:xfrm>
          <a:prstGeom prst="rect">
            <a:avLst/>
          </a:prstGeom>
          <a:noFill/>
        </p:spPr>
        <p:txBody>
          <a:bodyPr wrap="none" rtlCol="0">
            <a:spAutoFit/>
          </a:bodyPr>
          <a:lstStyle/>
          <a:p>
            <a:r>
              <a:rPr lang="en-MY" dirty="0">
                <a:solidFill>
                  <a:srgbClr val="FF0000"/>
                </a:solidFill>
              </a:rPr>
              <a:t>1</a:t>
            </a:r>
          </a:p>
        </p:txBody>
      </p:sp>
      <p:sp>
        <p:nvSpPr>
          <p:cNvPr id="13" name="TextBox 12">
            <a:extLst>
              <a:ext uri="{FF2B5EF4-FFF2-40B4-BE49-F238E27FC236}">
                <a16:creationId xmlns:a16="http://schemas.microsoft.com/office/drawing/2014/main" id="{16A73E85-411A-E003-EF95-6D986B8DFB98}"/>
              </a:ext>
            </a:extLst>
          </p:cNvPr>
          <p:cNvSpPr txBox="1"/>
          <p:nvPr/>
        </p:nvSpPr>
        <p:spPr>
          <a:xfrm>
            <a:off x="4326569" y="2179832"/>
            <a:ext cx="324128" cy="400110"/>
          </a:xfrm>
          <a:prstGeom prst="rect">
            <a:avLst/>
          </a:prstGeom>
          <a:noFill/>
        </p:spPr>
        <p:txBody>
          <a:bodyPr wrap="none" rtlCol="0">
            <a:spAutoFit/>
          </a:bodyPr>
          <a:lstStyle/>
          <a:p>
            <a:r>
              <a:rPr lang="en-MY" dirty="0">
                <a:solidFill>
                  <a:srgbClr val="FF0000"/>
                </a:solidFill>
              </a:rPr>
              <a:t>1</a:t>
            </a:r>
          </a:p>
        </p:txBody>
      </p:sp>
      <p:sp>
        <p:nvSpPr>
          <p:cNvPr id="14" name="TextBox 13">
            <a:extLst>
              <a:ext uri="{FF2B5EF4-FFF2-40B4-BE49-F238E27FC236}">
                <a16:creationId xmlns:a16="http://schemas.microsoft.com/office/drawing/2014/main" id="{55B97AD3-A107-D596-C066-5DAAF0B77173}"/>
              </a:ext>
            </a:extLst>
          </p:cNvPr>
          <p:cNvSpPr txBox="1"/>
          <p:nvPr/>
        </p:nvSpPr>
        <p:spPr>
          <a:xfrm>
            <a:off x="4193788" y="2458801"/>
            <a:ext cx="324128" cy="400110"/>
          </a:xfrm>
          <a:prstGeom prst="rect">
            <a:avLst/>
          </a:prstGeom>
          <a:noFill/>
        </p:spPr>
        <p:txBody>
          <a:bodyPr wrap="none" rtlCol="0">
            <a:spAutoFit/>
          </a:bodyPr>
          <a:lstStyle/>
          <a:p>
            <a:r>
              <a:rPr lang="en-MY" dirty="0">
                <a:solidFill>
                  <a:srgbClr val="FF0000"/>
                </a:solidFill>
              </a:rPr>
              <a:t>0</a:t>
            </a:r>
          </a:p>
        </p:txBody>
      </p:sp>
      <p:sp>
        <p:nvSpPr>
          <p:cNvPr id="15" name="TextBox 14">
            <a:extLst>
              <a:ext uri="{FF2B5EF4-FFF2-40B4-BE49-F238E27FC236}">
                <a16:creationId xmlns:a16="http://schemas.microsoft.com/office/drawing/2014/main" id="{617CEBAE-19C5-E1D4-58E8-F4FC64BC354A}"/>
              </a:ext>
            </a:extLst>
          </p:cNvPr>
          <p:cNvSpPr txBox="1"/>
          <p:nvPr/>
        </p:nvSpPr>
        <p:spPr>
          <a:xfrm>
            <a:off x="5240048" y="3193723"/>
            <a:ext cx="324128" cy="400110"/>
          </a:xfrm>
          <a:prstGeom prst="rect">
            <a:avLst/>
          </a:prstGeom>
          <a:noFill/>
        </p:spPr>
        <p:txBody>
          <a:bodyPr wrap="none" rtlCol="0">
            <a:spAutoFit/>
          </a:bodyPr>
          <a:lstStyle/>
          <a:p>
            <a:r>
              <a:rPr lang="en-MY" dirty="0">
                <a:solidFill>
                  <a:srgbClr val="FF0000"/>
                </a:solidFill>
              </a:rPr>
              <a:t>1</a:t>
            </a:r>
          </a:p>
        </p:txBody>
      </p:sp>
      <p:sp>
        <p:nvSpPr>
          <p:cNvPr id="16" name="TextBox 15">
            <a:extLst>
              <a:ext uri="{FF2B5EF4-FFF2-40B4-BE49-F238E27FC236}">
                <a16:creationId xmlns:a16="http://schemas.microsoft.com/office/drawing/2014/main" id="{73FC34C6-1998-B913-0F36-5368C9CE18EA}"/>
              </a:ext>
            </a:extLst>
          </p:cNvPr>
          <p:cNvSpPr txBox="1"/>
          <p:nvPr/>
        </p:nvSpPr>
        <p:spPr>
          <a:xfrm>
            <a:off x="2483768" y="3573016"/>
            <a:ext cx="324128" cy="400110"/>
          </a:xfrm>
          <a:prstGeom prst="rect">
            <a:avLst/>
          </a:prstGeom>
          <a:noFill/>
        </p:spPr>
        <p:txBody>
          <a:bodyPr wrap="none" rtlCol="0">
            <a:spAutoFit/>
          </a:bodyPr>
          <a:lstStyle/>
          <a:p>
            <a:r>
              <a:rPr lang="en-MY" dirty="0">
                <a:solidFill>
                  <a:srgbClr val="FF0000"/>
                </a:solidFill>
              </a:rPr>
              <a:t>1</a:t>
            </a:r>
          </a:p>
        </p:txBody>
      </p:sp>
      <p:sp>
        <p:nvSpPr>
          <p:cNvPr id="17" name="TextBox 16">
            <a:extLst>
              <a:ext uri="{FF2B5EF4-FFF2-40B4-BE49-F238E27FC236}">
                <a16:creationId xmlns:a16="http://schemas.microsoft.com/office/drawing/2014/main" id="{0FEACD73-1D85-0040-B8D4-89EC3D03069A}"/>
              </a:ext>
            </a:extLst>
          </p:cNvPr>
          <p:cNvSpPr txBox="1"/>
          <p:nvPr/>
        </p:nvSpPr>
        <p:spPr>
          <a:xfrm>
            <a:off x="3172912" y="3773071"/>
            <a:ext cx="324128" cy="400110"/>
          </a:xfrm>
          <a:prstGeom prst="rect">
            <a:avLst/>
          </a:prstGeom>
          <a:noFill/>
        </p:spPr>
        <p:txBody>
          <a:bodyPr wrap="none" rtlCol="0">
            <a:spAutoFit/>
          </a:bodyPr>
          <a:lstStyle/>
          <a:p>
            <a:r>
              <a:rPr lang="en-MY" dirty="0">
                <a:solidFill>
                  <a:srgbClr val="FF0000"/>
                </a:solidFill>
              </a:rPr>
              <a:t>1</a:t>
            </a:r>
          </a:p>
        </p:txBody>
      </p:sp>
      <p:sp>
        <p:nvSpPr>
          <p:cNvPr id="18" name="TextBox 17">
            <a:extLst>
              <a:ext uri="{FF2B5EF4-FFF2-40B4-BE49-F238E27FC236}">
                <a16:creationId xmlns:a16="http://schemas.microsoft.com/office/drawing/2014/main" id="{D56E9C0C-28AB-384A-7AFD-C1AA3D3900A7}"/>
              </a:ext>
            </a:extLst>
          </p:cNvPr>
          <p:cNvSpPr txBox="1"/>
          <p:nvPr/>
        </p:nvSpPr>
        <p:spPr>
          <a:xfrm>
            <a:off x="4355852" y="3393778"/>
            <a:ext cx="324128" cy="400110"/>
          </a:xfrm>
          <a:prstGeom prst="rect">
            <a:avLst/>
          </a:prstGeom>
          <a:noFill/>
        </p:spPr>
        <p:txBody>
          <a:bodyPr wrap="none" rtlCol="0">
            <a:spAutoFit/>
          </a:bodyPr>
          <a:lstStyle/>
          <a:p>
            <a:r>
              <a:rPr lang="en-MY" dirty="0">
                <a:solidFill>
                  <a:srgbClr val="FF0000"/>
                </a:solidFill>
              </a:rPr>
              <a:t>1</a:t>
            </a:r>
          </a:p>
        </p:txBody>
      </p:sp>
      <p:sp>
        <p:nvSpPr>
          <p:cNvPr id="19" name="TextBox 18">
            <a:extLst>
              <a:ext uri="{FF2B5EF4-FFF2-40B4-BE49-F238E27FC236}">
                <a16:creationId xmlns:a16="http://schemas.microsoft.com/office/drawing/2014/main" id="{1E37D147-9599-061B-392F-09A14BED6148}"/>
              </a:ext>
            </a:extLst>
          </p:cNvPr>
          <p:cNvSpPr txBox="1"/>
          <p:nvPr/>
        </p:nvSpPr>
        <p:spPr>
          <a:xfrm>
            <a:off x="4355852" y="3765358"/>
            <a:ext cx="324128" cy="400110"/>
          </a:xfrm>
          <a:prstGeom prst="rect">
            <a:avLst/>
          </a:prstGeom>
          <a:noFill/>
        </p:spPr>
        <p:txBody>
          <a:bodyPr wrap="none" rtlCol="0">
            <a:spAutoFit/>
          </a:bodyPr>
          <a:lstStyle/>
          <a:p>
            <a:r>
              <a:rPr lang="en-MY" dirty="0">
                <a:solidFill>
                  <a:srgbClr val="FF0000"/>
                </a:solidFill>
              </a:rPr>
              <a:t>1</a:t>
            </a:r>
          </a:p>
        </p:txBody>
      </p:sp>
      <p:sp>
        <p:nvSpPr>
          <p:cNvPr id="20" name="TextBox 19">
            <a:extLst>
              <a:ext uri="{FF2B5EF4-FFF2-40B4-BE49-F238E27FC236}">
                <a16:creationId xmlns:a16="http://schemas.microsoft.com/office/drawing/2014/main" id="{F4C940C5-C7E7-B3A3-45CE-543482904D07}"/>
              </a:ext>
            </a:extLst>
          </p:cNvPr>
          <p:cNvSpPr txBox="1"/>
          <p:nvPr/>
        </p:nvSpPr>
        <p:spPr>
          <a:xfrm>
            <a:off x="4882328" y="1920772"/>
            <a:ext cx="463588" cy="769441"/>
          </a:xfrm>
          <a:prstGeom prst="rect">
            <a:avLst/>
          </a:prstGeom>
          <a:noFill/>
        </p:spPr>
        <p:txBody>
          <a:bodyPr wrap="none" rtlCol="0">
            <a:spAutoFit/>
          </a:bodyPr>
          <a:lstStyle/>
          <a:p>
            <a:r>
              <a:rPr lang="en-MY" sz="4400" dirty="0">
                <a:solidFill>
                  <a:srgbClr val="00B0F0"/>
                </a:solidFill>
              </a:rPr>
              <a:t>x</a:t>
            </a:r>
          </a:p>
        </p:txBody>
      </p:sp>
      <p:sp>
        <p:nvSpPr>
          <p:cNvPr id="21" name="TextBox 20">
            <a:extLst>
              <a:ext uri="{FF2B5EF4-FFF2-40B4-BE49-F238E27FC236}">
                <a16:creationId xmlns:a16="http://schemas.microsoft.com/office/drawing/2014/main" id="{A8246446-D6E1-6B22-C1B2-5DEE322FC4AE}"/>
              </a:ext>
            </a:extLst>
          </p:cNvPr>
          <p:cNvSpPr txBox="1"/>
          <p:nvPr/>
        </p:nvSpPr>
        <p:spPr>
          <a:xfrm>
            <a:off x="2034138" y="4797152"/>
            <a:ext cx="324128" cy="400110"/>
          </a:xfrm>
          <a:prstGeom prst="rect">
            <a:avLst/>
          </a:prstGeom>
          <a:noFill/>
        </p:spPr>
        <p:txBody>
          <a:bodyPr wrap="none" rtlCol="0">
            <a:spAutoFit/>
          </a:bodyPr>
          <a:lstStyle/>
          <a:p>
            <a:r>
              <a:rPr lang="en-MY" dirty="0">
                <a:solidFill>
                  <a:srgbClr val="FF0000"/>
                </a:solidFill>
              </a:rPr>
              <a:t>0</a:t>
            </a:r>
          </a:p>
        </p:txBody>
      </p:sp>
      <p:sp>
        <p:nvSpPr>
          <p:cNvPr id="22" name="TextBox 21">
            <a:extLst>
              <a:ext uri="{FF2B5EF4-FFF2-40B4-BE49-F238E27FC236}">
                <a16:creationId xmlns:a16="http://schemas.microsoft.com/office/drawing/2014/main" id="{75306987-13BF-0880-C338-9631C14E7465}"/>
              </a:ext>
            </a:extLst>
          </p:cNvPr>
          <p:cNvSpPr txBox="1"/>
          <p:nvPr/>
        </p:nvSpPr>
        <p:spPr>
          <a:xfrm>
            <a:off x="3589373" y="4889195"/>
            <a:ext cx="324128" cy="400110"/>
          </a:xfrm>
          <a:prstGeom prst="rect">
            <a:avLst/>
          </a:prstGeom>
          <a:noFill/>
        </p:spPr>
        <p:txBody>
          <a:bodyPr wrap="none" rtlCol="0">
            <a:spAutoFit/>
          </a:bodyPr>
          <a:lstStyle/>
          <a:p>
            <a:r>
              <a:rPr lang="en-MY" dirty="0">
                <a:solidFill>
                  <a:srgbClr val="FF0000"/>
                </a:solidFill>
              </a:rPr>
              <a:t>0</a:t>
            </a:r>
          </a:p>
        </p:txBody>
      </p:sp>
      <p:sp>
        <p:nvSpPr>
          <p:cNvPr id="23" name="TextBox 22">
            <a:extLst>
              <a:ext uri="{FF2B5EF4-FFF2-40B4-BE49-F238E27FC236}">
                <a16:creationId xmlns:a16="http://schemas.microsoft.com/office/drawing/2014/main" id="{3FC5F749-0259-3068-062D-42948CFB4509}"/>
              </a:ext>
            </a:extLst>
          </p:cNvPr>
          <p:cNvSpPr txBox="1"/>
          <p:nvPr/>
        </p:nvSpPr>
        <p:spPr>
          <a:xfrm>
            <a:off x="4355852" y="4607724"/>
            <a:ext cx="324128" cy="400110"/>
          </a:xfrm>
          <a:prstGeom prst="rect">
            <a:avLst/>
          </a:prstGeom>
          <a:noFill/>
        </p:spPr>
        <p:txBody>
          <a:bodyPr wrap="none" rtlCol="0">
            <a:spAutoFit/>
          </a:bodyPr>
          <a:lstStyle/>
          <a:p>
            <a:r>
              <a:rPr lang="en-MY" dirty="0">
                <a:solidFill>
                  <a:srgbClr val="FF0000"/>
                </a:solidFill>
              </a:rPr>
              <a:t>0</a:t>
            </a:r>
          </a:p>
        </p:txBody>
      </p:sp>
      <p:sp>
        <p:nvSpPr>
          <p:cNvPr id="24" name="TextBox 23">
            <a:extLst>
              <a:ext uri="{FF2B5EF4-FFF2-40B4-BE49-F238E27FC236}">
                <a16:creationId xmlns:a16="http://schemas.microsoft.com/office/drawing/2014/main" id="{AF2E2AC3-B51B-AD0A-5817-8E8A3B334BBA}"/>
              </a:ext>
            </a:extLst>
          </p:cNvPr>
          <p:cNvSpPr txBox="1"/>
          <p:nvPr/>
        </p:nvSpPr>
        <p:spPr>
          <a:xfrm>
            <a:off x="4193788" y="4963298"/>
            <a:ext cx="324128" cy="400110"/>
          </a:xfrm>
          <a:prstGeom prst="rect">
            <a:avLst/>
          </a:prstGeom>
          <a:noFill/>
        </p:spPr>
        <p:txBody>
          <a:bodyPr wrap="none" rtlCol="0">
            <a:spAutoFit/>
          </a:bodyPr>
          <a:lstStyle/>
          <a:p>
            <a:r>
              <a:rPr lang="en-MY" dirty="0">
                <a:solidFill>
                  <a:srgbClr val="FF0000"/>
                </a:solidFill>
              </a:rPr>
              <a:t>0</a:t>
            </a:r>
          </a:p>
        </p:txBody>
      </p:sp>
      <p:sp>
        <p:nvSpPr>
          <p:cNvPr id="25" name="TextBox 24">
            <a:extLst>
              <a:ext uri="{FF2B5EF4-FFF2-40B4-BE49-F238E27FC236}">
                <a16:creationId xmlns:a16="http://schemas.microsoft.com/office/drawing/2014/main" id="{CF76724C-6D85-6F70-B5E2-643D3CA7C893}"/>
              </a:ext>
            </a:extLst>
          </p:cNvPr>
          <p:cNvSpPr txBox="1"/>
          <p:nvPr/>
        </p:nvSpPr>
        <p:spPr>
          <a:xfrm>
            <a:off x="4783451" y="4412431"/>
            <a:ext cx="463588" cy="769441"/>
          </a:xfrm>
          <a:prstGeom prst="rect">
            <a:avLst/>
          </a:prstGeom>
          <a:noFill/>
        </p:spPr>
        <p:txBody>
          <a:bodyPr wrap="none" rtlCol="0">
            <a:spAutoFit/>
          </a:bodyPr>
          <a:lstStyle/>
          <a:p>
            <a:r>
              <a:rPr lang="en-MY" sz="4400" dirty="0">
                <a:solidFill>
                  <a:srgbClr val="00B0F0"/>
                </a:solidFill>
              </a:rPr>
              <a:t>x</a:t>
            </a:r>
          </a:p>
        </p:txBody>
      </p:sp>
      <p:sp>
        <p:nvSpPr>
          <p:cNvPr id="26" name="TextBox 25">
            <a:extLst>
              <a:ext uri="{FF2B5EF4-FFF2-40B4-BE49-F238E27FC236}">
                <a16:creationId xmlns:a16="http://schemas.microsoft.com/office/drawing/2014/main" id="{8389C1E2-E89E-344B-069E-512259E10867}"/>
              </a:ext>
            </a:extLst>
          </p:cNvPr>
          <p:cNvSpPr txBox="1"/>
          <p:nvPr/>
        </p:nvSpPr>
        <p:spPr>
          <a:xfrm>
            <a:off x="2034138" y="6021288"/>
            <a:ext cx="324128" cy="400110"/>
          </a:xfrm>
          <a:prstGeom prst="rect">
            <a:avLst/>
          </a:prstGeom>
          <a:noFill/>
        </p:spPr>
        <p:txBody>
          <a:bodyPr wrap="none" rtlCol="0">
            <a:spAutoFit/>
          </a:bodyPr>
          <a:lstStyle/>
          <a:p>
            <a:r>
              <a:rPr lang="en-MY" dirty="0">
                <a:solidFill>
                  <a:srgbClr val="FF0000"/>
                </a:solidFill>
              </a:rPr>
              <a:t>0</a:t>
            </a:r>
          </a:p>
        </p:txBody>
      </p:sp>
      <p:sp>
        <p:nvSpPr>
          <p:cNvPr id="27" name="TextBox 26">
            <a:extLst>
              <a:ext uri="{FF2B5EF4-FFF2-40B4-BE49-F238E27FC236}">
                <a16:creationId xmlns:a16="http://schemas.microsoft.com/office/drawing/2014/main" id="{0392AC72-474B-4B2B-C85E-C801F579AA8E}"/>
              </a:ext>
            </a:extLst>
          </p:cNvPr>
          <p:cNvSpPr txBox="1"/>
          <p:nvPr/>
        </p:nvSpPr>
        <p:spPr>
          <a:xfrm>
            <a:off x="2934180" y="6161238"/>
            <a:ext cx="324128" cy="400110"/>
          </a:xfrm>
          <a:prstGeom prst="rect">
            <a:avLst/>
          </a:prstGeom>
          <a:noFill/>
        </p:spPr>
        <p:txBody>
          <a:bodyPr wrap="none" rtlCol="0">
            <a:spAutoFit/>
          </a:bodyPr>
          <a:lstStyle/>
          <a:p>
            <a:r>
              <a:rPr lang="en-MY" dirty="0">
                <a:solidFill>
                  <a:srgbClr val="FF0000"/>
                </a:solidFill>
              </a:rPr>
              <a:t>0</a:t>
            </a:r>
          </a:p>
        </p:txBody>
      </p:sp>
      <p:sp>
        <p:nvSpPr>
          <p:cNvPr id="28" name="TextBox 27">
            <a:extLst>
              <a:ext uri="{FF2B5EF4-FFF2-40B4-BE49-F238E27FC236}">
                <a16:creationId xmlns:a16="http://schemas.microsoft.com/office/drawing/2014/main" id="{0FCB418D-4D43-667C-344E-DC8ECD2C71C3}"/>
              </a:ext>
            </a:extLst>
          </p:cNvPr>
          <p:cNvSpPr txBox="1"/>
          <p:nvPr/>
        </p:nvSpPr>
        <p:spPr>
          <a:xfrm>
            <a:off x="4326569" y="5869745"/>
            <a:ext cx="324128" cy="400110"/>
          </a:xfrm>
          <a:prstGeom prst="rect">
            <a:avLst/>
          </a:prstGeom>
          <a:noFill/>
        </p:spPr>
        <p:txBody>
          <a:bodyPr wrap="none" rtlCol="0">
            <a:spAutoFit/>
          </a:bodyPr>
          <a:lstStyle/>
          <a:p>
            <a:r>
              <a:rPr lang="en-MY" dirty="0">
                <a:solidFill>
                  <a:srgbClr val="FF0000"/>
                </a:solidFill>
              </a:rPr>
              <a:t>0</a:t>
            </a:r>
          </a:p>
        </p:txBody>
      </p:sp>
      <p:sp>
        <p:nvSpPr>
          <p:cNvPr id="29" name="TextBox 28">
            <a:extLst>
              <a:ext uri="{FF2B5EF4-FFF2-40B4-BE49-F238E27FC236}">
                <a16:creationId xmlns:a16="http://schemas.microsoft.com/office/drawing/2014/main" id="{A9451466-8F92-851D-C6CB-212F84A13A97}"/>
              </a:ext>
            </a:extLst>
          </p:cNvPr>
          <p:cNvSpPr txBox="1"/>
          <p:nvPr/>
        </p:nvSpPr>
        <p:spPr>
          <a:xfrm>
            <a:off x="4389800" y="6228616"/>
            <a:ext cx="324128" cy="400110"/>
          </a:xfrm>
          <a:prstGeom prst="rect">
            <a:avLst/>
          </a:prstGeom>
          <a:noFill/>
        </p:spPr>
        <p:txBody>
          <a:bodyPr wrap="none" rtlCol="0">
            <a:spAutoFit/>
          </a:bodyPr>
          <a:lstStyle/>
          <a:p>
            <a:r>
              <a:rPr lang="en-MY" dirty="0">
                <a:solidFill>
                  <a:srgbClr val="FF0000"/>
                </a:solidFill>
              </a:rPr>
              <a:t>0</a:t>
            </a:r>
          </a:p>
        </p:txBody>
      </p:sp>
      <p:sp>
        <p:nvSpPr>
          <p:cNvPr id="30" name="TextBox 29">
            <a:extLst>
              <a:ext uri="{FF2B5EF4-FFF2-40B4-BE49-F238E27FC236}">
                <a16:creationId xmlns:a16="http://schemas.microsoft.com/office/drawing/2014/main" id="{1A135F24-9984-AD70-8336-83EFB850CB93}"/>
              </a:ext>
            </a:extLst>
          </p:cNvPr>
          <p:cNvSpPr txBox="1"/>
          <p:nvPr/>
        </p:nvSpPr>
        <p:spPr>
          <a:xfrm>
            <a:off x="4783451" y="5589249"/>
            <a:ext cx="463588" cy="769441"/>
          </a:xfrm>
          <a:prstGeom prst="rect">
            <a:avLst/>
          </a:prstGeom>
          <a:noFill/>
        </p:spPr>
        <p:txBody>
          <a:bodyPr wrap="none" rtlCol="0">
            <a:spAutoFit/>
          </a:bodyPr>
          <a:lstStyle/>
          <a:p>
            <a:r>
              <a:rPr lang="en-MY" sz="4400" dirty="0">
                <a:solidFill>
                  <a:srgbClr val="00B0F0"/>
                </a:solidFill>
              </a:rPr>
              <a:t>x</a:t>
            </a:r>
          </a:p>
        </p:txBody>
      </p:sp>
      <p:sp>
        <p:nvSpPr>
          <p:cNvPr id="2" name="Rectangle 1">
            <a:extLst>
              <a:ext uri="{FF2B5EF4-FFF2-40B4-BE49-F238E27FC236}">
                <a16:creationId xmlns:a16="http://schemas.microsoft.com/office/drawing/2014/main" id="{FB4EC69C-493E-F7C0-1C96-B66C4C7489F6}"/>
              </a:ext>
            </a:extLst>
          </p:cNvPr>
          <p:cNvSpPr/>
          <p:nvPr/>
        </p:nvSpPr>
        <p:spPr>
          <a:xfrm>
            <a:off x="485592" y="2796887"/>
            <a:ext cx="6624736" cy="1705155"/>
          </a:xfrm>
          <a:prstGeom prst="rect">
            <a:avLst/>
          </a:prstGeom>
          <a:noFill/>
          <a:ln>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Slide Number Placeholder 2">
            <a:extLst>
              <a:ext uri="{FF2B5EF4-FFF2-40B4-BE49-F238E27FC236}">
                <a16:creationId xmlns:a16="http://schemas.microsoft.com/office/drawing/2014/main" id="{BF65BF37-71BF-EB90-4502-9D369AF6E33F}"/>
              </a:ext>
            </a:extLst>
          </p:cNvPr>
          <p:cNvSpPr>
            <a:spLocks noGrp="1"/>
          </p:cNvSpPr>
          <p:nvPr>
            <p:ph type="sldNum" sz="quarter" idx="12"/>
          </p:nvPr>
        </p:nvSpPr>
        <p:spPr/>
        <p:txBody>
          <a:bodyPr/>
          <a:lstStyle/>
          <a:p>
            <a:pPr>
              <a:defRPr/>
            </a:pPr>
            <a:fld id="{C80DB997-564C-4C45-82C5-01CC3F0E549C}" type="slidenum">
              <a:rPr lang="en-US" altLang="en-US" smtClean="0"/>
              <a:pPr>
                <a:defRPr/>
              </a:pPr>
              <a:t>115</a:t>
            </a:fld>
            <a:endParaRPr lang="en-US" altLang="en-US"/>
          </a:p>
        </p:txBody>
      </p:sp>
    </p:spTree>
    <p:extLst>
      <p:ext uri="{BB962C8B-B14F-4D97-AF65-F5344CB8AC3E}">
        <p14:creationId xmlns:p14="http://schemas.microsoft.com/office/powerpoint/2010/main" val="205259840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7">
            <a:extLst>
              <a:ext uri="{FF2B5EF4-FFF2-40B4-BE49-F238E27FC236}">
                <a16:creationId xmlns:a16="http://schemas.microsoft.com/office/drawing/2014/main" id="{A4362745-99EF-7C54-8E61-BE384AAD60C1}"/>
              </a:ext>
            </a:extLst>
          </p:cNvPr>
          <p:cNvSpPr>
            <a:spLocks noGrp="1" noChangeArrowheads="1"/>
          </p:cNvSpPr>
          <p:nvPr>
            <p:ph type="title"/>
          </p:nvPr>
        </p:nvSpPr>
        <p:spPr/>
        <p:txBody>
          <a:bodyPr/>
          <a:lstStyle/>
          <a:p>
            <a:r>
              <a:rPr lang="en-US" altLang="en-US"/>
              <a:t>Multiplexers</a:t>
            </a:r>
          </a:p>
        </p:txBody>
      </p:sp>
      <p:sp>
        <p:nvSpPr>
          <p:cNvPr id="99330" name="Content Placeholder 1">
            <a:extLst>
              <a:ext uri="{FF2B5EF4-FFF2-40B4-BE49-F238E27FC236}">
                <a16:creationId xmlns:a16="http://schemas.microsoft.com/office/drawing/2014/main" id="{8DE0DE23-8F1C-38F9-DCBE-BFB0FE0831E1}"/>
              </a:ext>
            </a:extLst>
          </p:cNvPr>
          <p:cNvSpPr>
            <a:spLocks noGrp="1" noChangeArrowheads="1"/>
          </p:cNvSpPr>
          <p:nvPr>
            <p:ph idx="1"/>
          </p:nvPr>
        </p:nvSpPr>
        <p:spPr>
          <a:xfrm>
            <a:off x="609598" y="1484785"/>
            <a:ext cx="7850834" cy="2808312"/>
          </a:xfrm>
        </p:spPr>
        <p:txBody>
          <a:bodyPr>
            <a:normAutofit fontScale="92500" lnSpcReduction="10000"/>
          </a:bodyPr>
          <a:lstStyle/>
          <a:p>
            <a:pPr marL="365125" indent="-255588"/>
            <a:r>
              <a:rPr lang="en-US" altLang="en-US" sz="2400" dirty="0"/>
              <a:t>Used to control signal and data </a:t>
            </a:r>
            <a:r>
              <a:rPr lang="en-US" altLang="en-US" sz="2400" b="1" dirty="0">
                <a:solidFill>
                  <a:srgbClr val="92D050"/>
                </a:solidFill>
              </a:rPr>
              <a:t>routing</a:t>
            </a:r>
          </a:p>
          <a:p>
            <a:pPr marL="365125" indent="-255588"/>
            <a:r>
              <a:rPr lang="en-US" altLang="en-US" sz="2400" dirty="0"/>
              <a:t>Example: address to be loaded in the Program Counter may come from different sources: </a:t>
            </a:r>
          </a:p>
          <a:p>
            <a:pPr marL="620713" lvl="1" indent="-228600"/>
            <a:r>
              <a:rPr lang="en-US" altLang="en-US" sz="2000" dirty="0"/>
              <a:t>a binary counter  if the PC is to be incremented for the next instruction</a:t>
            </a:r>
          </a:p>
          <a:p>
            <a:pPr marL="620713" lvl="1" indent="-228600"/>
            <a:r>
              <a:rPr lang="en-US" altLang="en-US" sz="2000" dirty="0"/>
              <a:t>instruction register (direct branch) if a branch instruction using a direct address has just been executed</a:t>
            </a:r>
          </a:p>
          <a:p>
            <a:pPr marL="620713" lvl="1" indent="-228600"/>
            <a:r>
              <a:rPr lang="en-US" altLang="en-US" sz="2000" dirty="0"/>
              <a:t>output of the ALU (indirect branching) if the branch instruction specifies the address using a displacement mode.</a:t>
            </a:r>
          </a:p>
          <a:p>
            <a:pPr marL="365125" indent="-255588"/>
            <a:endParaRPr lang="en-US" altLang="en-US" sz="2400" dirty="0"/>
          </a:p>
        </p:txBody>
      </p:sp>
      <p:pic>
        <p:nvPicPr>
          <p:cNvPr id="3" name="Picture 2">
            <a:extLst>
              <a:ext uri="{FF2B5EF4-FFF2-40B4-BE49-F238E27FC236}">
                <a16:creationId xmlns:a16="http://schemas.microsoft.com/office/drawing/2014/main" id="{ACBED786-2F6C-A39F-9DFE-57015F9D1430}"/>
              </a:ext>
            </a:extLst>
          </p:cNvPr>
          <p:cNvPicPr>
            <a:picLocks noChangeAspect="1"/>
          </p:cNvPicPr>
          <p:nvPr/>
        </p:nvPicPr>
        <p:blipFill>
          <a:blip r:embed="rId3"/>
          <a:stretch>
            <a:fillRect/>
          </a:stretch>
        </p:blipFill>
        <p:spPr>
          <a:xfrm>
            <a:off x="827584" y="4509120"/>
            <a:ext cx="6943725" cy="1905000"/>
          </a:xfrm>
          <a:prstGeom prst="rect">
            <a:avLst/>
          </a:prstGeom>
        </p:spPr>
      </p:pic>
      <p:sp>
        <p:nvSpPr>
          <p:cNvPr id="2" name="Slide Number Placeholder 1">
            <a:extLst>
              <a:ext uri="{FF2B5EF4-FFF2-40B4-BE49-F238E27FC236}">
                <a16:creationId xmlns:a16="http://schemas.microsoft.com/office/drawing/2014/main" id="{24EAC4D6-DE74-BBE8-EAEC-EF7DC179A752}"/>
              </a:ext>
            </a:extLst>
          </p:cNvPr>
          <p:cNvSpPr>
            <a:spLocks noGrp="1"/>
          </p:cNvSpPr>
          <p:nvPr>
            <p:ph type="sldNum" sz="quarter" idx="12"/>
          </p:nvPr>
        </p:nvSpPr>
        <p:spPr/>
        <p:txBody>
          <a:bodyPr/>
          <a:lstStyle/>
          <a:p>
            <a:pPr>
              <a:defRPr/>
            </a:pPr>
            <a:fld id="{28588503-611C-4314-9367-E0668E948370}" type="slidenum">
              <a:rPr lang="en-US" altLang="en-US" smtClean="0"/>
              <a:pPr>
                <a:defRPr/>
              </a:pPr>
              <a:t>116</a:t>
            </a:fld>
            <a:endParaRPr lang="en-US"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0355" name="Rectangle 3">
            <a:extLst>
              <a:ext uri="{FF2B5EF4-FFF2-40B4-BE49-F238E27FC236}">
                <a16:creationId xmlns:a16="http://schemas.microsoft.com/office/drawing/2014/main" id="{3ACDDC97-3F82-96ED-99EB-068532B3D929}"/>
              </a:ext>
            </a:extLst>
          </p:cNvPr>
          <p:cNvSpPr>
            <a:spLocks noGrp="1" noChangeArrowheads="1"/>
          </p:cNvSpPr>
          <p:nvPr>
            <p:ph type="title"/>
          </p:nvPr>
        </p:nvSpPr>
        <p:spPr/>
        <p:txBody>
          <a:bodyPr/>
          <a:lstStyle/>
          <a:p>
            <a:r>
              <a:rPr lang="en-US" altLang="en-US"/>
              <a:t>Multiplexers</a:t>
            </a:r>
          </a:p>
        </p:txBody>
      </p:sp>
      <p:pic>
        <p:nvPicPr>
          <p:cNvPr id="100356" name="Picture 4">
            <a:extLst>
              <a:ext uri="{FF2B5EF4-FFF2-40B4-BE49-F238E27FC236}">
                <a16:creationId xmlns:a16="http://schemas.microsoft.com/office/drawing/2014/main" id="{C7D59A66-1CAC-1354-BA6F-8BA11EE0D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2953221"/>
            <a:ext cx="7489825" cy="197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100357" name="Group 5">
            <a:extLst>
              <a:ext uri="{FF2B5EF4-FFF2-40B4-BE49-F238E27FC236}">
                <a16:creationId xmlns:a16="http://schemas.microsoft.com/office/drawing/2014/main" id="{B3B7FBD0-D12D-7D1B-246D-FF40D58D6828}"/>
              </a:ext>
            </a:extLst>
          </p:cNvPr>
          <p:cNvGrpSpPr>
            <a:grpSpLocks/>
          </p:cNvGrpSpPr>
          <p:nvPr/>
        </p:nvGrpSpPr>
        <p:grpSpPr bwMode="auto">
          <a:xfrm>
            <a:off x="1188393" y="4139084"/>
            <a:ext cx="4926012" cy="304800"/>
            <a:chOff x="839" y="2544"/>
            <a:chExt cx="3103" cy="192"/>
          </a:xfrm>
        </p:grpSpPr>
        <p:sp>
          <p:nvSpPr>
            <p:cNvPr id="100401" name="Freeform 6">
              <a:extLst>
                <a:ext uri="{FF2B5EF4-FFF2-40B4-BE49-F238E27FC236}">
                  <a16:creationId xmlns:a16="http://schemas.microsoft.com/office/drawing/2014/main" id="{CA60DC6D-42B9-34E4-15C5-CEB21228B81E}"/>
                </a:ext>
              </a:extLst>
            </p:cNvPr>
            <p:cNvSpPr>
              <a:spLocks/>
            </p:cNvSpPr>
            <p:nvPr/>
          </p:nvSpPr>
          <p:spPr bwMode="auto">
            <a:xfrm>
              <a:off x="839" y="2544"/>
              <a:ext cx="3103" cy="192"/>
            </a:xfrm>
            <a:custGeom>
              <a:avLst/>
              <a:gdLst>
                <a:gd name="T0" fmla="*/ 0 w 3103"/>
                <a:gd name="T1" fmla="*/ 0 h 192"/>
                <a:gd name="T2" fmla="*/ 1 w 3103"/>
                <a:gd name="T3" fmla="*/ 192 h 192"/>
                <a:gd name="T4" fmla="*/ 3103 w 3103"/>
                <a:gd name="T5" fmla="*/ 192 h 192"/>
                <a:gd name="T6" fmla="*/ 3103 w 3103"/>
                <a:gd name="T7" fmla="*/ 75 h 192"/>
                <a:gd name="T8" fmla="*/ 0 60000 65536"/>
                <a:gd name="T9" fmla="*/ 0 60000 65536"/>
                <a:gd name="T10" fmla="*/ 0 60000 65536"/>
                <a:gd name="T11" fmla="*/ 0 60000 65536"/>
                <a:gd name="T12" fmla="*/ 0 w 3103"/>
                <a:gd name="T13" fmla="*/ 0 h 192"/>
                <a:gd name="T14" fmla="*/ 3103 w 3103"/>
                <a:gd name="T15" fmla="*/ 192 h 192"/>
              </a:gdLst>
              <a:ahLst/>
              <a:cxnLst>
                <a:cxn ang="T8">
                  <a:pos x="T0" y="T1"/>
                </a:cxn>
                <a:cxn ang="T9">
                  <a:pos x="T2" y="T3"/>
                </a:cxn>
                <a:cxn ang="T10">
                  <a:pos x="T4" y="T5"/>
                </a:cxn>
                <a:cxn ang="T11">
                  <a:pos x="T6" y="T7"/>
                </a:cxn>
              </a:cxnLst>
              <a:rect l="T12" t="T13" r="T14" b="T15"/>
              <a:pathLst>
                <a:path w="3103" h="192">
                  <a:moveTo>
                    <a:pt x="0" y="0"/>
                  </a:moveTo>
                  <a:lnTo>
                    <a:pt x="1" y="192"/>
                  </a:lnTo>
                  <a:lnTo>
                    <a:pt x="3103" y="192"/>
                  </a:lnTo>
                  <a:lnTo>
                    <a:pt x="3103" y="75"/>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0402" name="Line 7">
              <a:extLst>
                <a:ext uri="{FF2B5EF4-FFF2-40B4-BE49-F238E27FC236}">
                  <a16:creationId xmlns:a16="http://schemas.microsoft.com/office/drawing/2014/main" id="{AF67D037-4F59-8B2E-89DE-0A02A1566A8C}"/>
                </a:ext>
              </a:extLst>
            </p:cNvPr>
            <p:cNvSpPr>
              <a:spLocks noChangeShapeType="1"/>
            </p:cNvSpPr>
            <p:nvPr/>
          </p:nvSpPr>
          <p:spPr bwMode="auto">
            <a:xfrm flipV="1">
              <a:off x="2290" y="2594"/>
              <a:ext cx="0" cy="1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grpSp>
      <p:grpSp>
        <p:nvGrpSpPr>
          <p:cNvPr id="100358" name="Group 8">
            <a:extLst>
              <a:ext uri="{FF2B5EF4-FFF2-40B4-BE49-F238E27FC236}">
                <a16:creationId xmlns:a16="http://schemas.microsoft.com/office/drawing/2014/main" id="{4A8277CB-B481-E693-86D0-853345368D62}"/>
              </a:ext>
            </a:extLst>
          </p:cNvPr>
          <p:cNvGrpSpPr>
            <a:grpSpLocks/>
          </p:cNvGrpSpPr>
          <p:nvPr/>
        </p:nvGrpSpPr>
        <p:grpSpPr bwMode="auto">
          <a:xfrm>
            <a:off x="1188393" y="3477096"/>
            <a:ext cx="4926012" cy="304800"/>
            <a:chOff x="839" y="2336"/>
            <a:chExt cx="3103" cy="192"/>
          </a:xfrm>
        </p:grpSpPr>
        <p:sp>
          <p:nvSpPr>
            <p:cNvPr id="100399" name="Freeform 9">
              <a:extLst>
                <a:ext uri="{FF2B5EF4-FFF2-40B4-BE49-F238E27FC236}">
                  <a16:creationId xmlns:a16="http://schemas.microsoft.com/office/drawing/2014/main" id="{3F82498B-D192-BAEA-FB44-86CF2E2F2BCF}"/>
                </a:ext>
              </a:extLst>
            </p:cNvPr>
            <p:cNvSpPr>
              <a:spLocks/>
            </p:cNvSpPr>
            <p:nvPr/>
          </p:nvSpPr>
          <p:spPr bwMode="auto">
            <a:xfrm flipV="1">
              <a:off x="839" y="2336"/>
              <a:ext cx="3103" cy="192"/>
            </a:xfrm>
            <a:custGeom>
              <a:avLst/>
              <a:gdLst>
                <a:gd name="T0" fmla="*/ 0 w 3103"/>
                <a:gd name="T1" fmla="*/ 0 h 192"/>
                <a:gd name="T2" fmla="*/ 1 w 3103"/>
                <a:gd name="T3" fmla="*/ 192 h 192"/>
                <a:gd name="T4" fmla="*/ 3103 w 3103"/>
                <a:gd name="T5" fmla="*/ 192 h 192"/>
                <a:gd name="T6" fmla="*/ 3103 w 3103"/>
                <a:gd name="T7" fmla="*/ 75 h 192"/>
                <a:gd name="T8" fmla="*/ 0 60000 65536"/>
                <a:gd name="T9" fmla="*/ 0 60000 65536"/>
                <a:gd name="T10" fmla="*/ 0 60000 65536"/>
                <a:gd name="T11" fmla="*/ 0 60000 65536"/>
                <a:gd name="T12" fmla="*/ 0 w 3103"/>
                <a:gd name="T13" fmla="*/ 0 h 192"/>
                <a:gd name="T14" fmla="*/ 3103 w 3103"/>
                <a:gd name="T15" fmla="*/ 192 h 192"/>
              </a:gdLst>
              <a:ahLst/>
              <a:cxnLst>
                <a:cxn ang="T8">
                  <a:pos x="T0" y="T1"/>
                </a:cxn>
                <a:cxn ang="T9">
                  <a:pos x="T2" y="T3"/>
                </a:cxn>
                <a:cxn ang="T10">
                  <a:pos x="T4" y="T5"/>
                </a:cxn>
                <a:cxn ang="T11">
                  <a:pos x="T6" y="T7"/>
                </a:cxn>
              </a:cxnLst>
              <a:rect l="T12" t="T13" r="T14" b="T15"/>
              <a:pathLst>
                <a:path w="3103" h="192">
                  <a:moveTo>
                    <a:pt x="0" y="0"/>
                  </a:moveTo>
                  <a:lnTo>
                    <a:pt x="1" y="192"/>
                  </a:lnTo>
                  <a:lnTo>
                    <a:pt x="3103" y="192"/>
                  </a:lnTo>
                  <a:lnTo>
                    <a:pt x="3103" y="75"/>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0400" name="Line 10">
              <a:extLst>
                <a:ext uri="{FF2B5EF4-FFF2-40B4-BE49-F238E27FC236}">
                  <a16:creationId xmlns:a16="http://schemas.microsoft.com/office/drawing/2014/main" id="{2A118CC6-8D5C-2C1D-911C-8894775BB36A}"/>
                </a:ext>
              </a:extLst>
            </p:cNvPr>
            <p:cNvSpPr>
              <a:spLocks noChangeShapeType="1"/>
            </p:cNvSpPr>
            <p:nvPr/>
          </p:nvSpPr>
          <p:spPr bwMode="auto">
            <a:xfrm flipV="1">
              <a:off x="2290" y="2336"/>
              <a:ext cx="0" cy="1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grpSp>
      <p:sp>
        <p:nvSpPr>
          <p:cNvPr id="100359" name="Rectangle 11">
            <a:extLst>
              <a:ext uri="{FF2B5EF4-FFF2-40B4-BE49-F238E27FC236}">
                <a16:creationId xmlns:a16="http://schemas.microsoft.com/office/drawing/2014/main" id="{B03BA72A-D60E-E093-ACC9-B510577C85AE}"/>
              </a:ext>
            </a:extLst>
          </p:cNvPr>
          <p:cNvSpPr>
            <a:spLocks noChangeArrowheads="1"/>
          </p:cNvSpPr>
          <p:nvPr/>
        </p:nvSpPr>
        <p:spPr bwMode="auto">
          <a:xfrm>
            <a:off x="3636318" y="5445596"/>
            <a:ext cx="1584325" cy="360363"/>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0360" name="Rectangle 12">
            <a:extLst>
              <a:ext uri="{FF2B5EF4-FFF2-40B4-BE49-F238E27FC236}">
                <a16:creationId xmlns:a16="http://schemas.microsoft.com/office/drawing/2014/main" id="{1F024144-4EEE-C4AF-6A1B-5B9B740A9DB8}"/>
              </a:ext>
            </a:extLst>
          </p:cNvPr>
          <p:cNvSpPr>
            <a:spLocks noChangeArrowheads="1"/>
          </p:cNvSpPr>
          <p:nvPr/>
        </p:nvSpPr>
        <p:spPr bwMode="auto">
          <a:xfrm>
            <a:off x="1764655" y="1973734"/>
            <a:ext cx="1584325" cy="360362"/>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0361" name="Rectangle 13">
            <a:extLst>
              <a:ext uri="{FF2B5EF4-FFF2-40B4-BE49-F238E27FC236}">
                <a16:creationId xmlns:a16="http://schemas.microsoft.com/office/drawing/2014/main" id="{B49C56E9-5EFD-0FFF-29CF-32F2D5457AC7}"/>
              </a:ext>
            </a:extLst>
          </p:cNvPr>
          <p:cNvSpPr>
            <a:spLocks noChangeArrowheads="1"/>
          </p:cNvSpPr>
          <p:nvPr/>
        </p:nvSpPr>
        <p:spPr bwMode="auto">
          <a:xfrm>
            <a:off x="3636318" y="1973734"/>
            <a:ext cx="1584325" cy="360362"/>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0362" name="Rectangle 14">
            <a:extLst>
              <a:ext uri="{FF2B5EF4-FFF2-40B4-BE49-F238E27FC236}">
                <a16:creationId xmlns:a16="http://schemas.microsoft.com/office/drawing/2014/main" id="{93F74932-AAEF-8693-6B03-C0CB252928BA}"/>
              </a:ext>
            </a:extLst>
          </p:cNvPr>
          <p:cNvSpPr>
            <a:spLocks noChangeArrowheads="1"/>
          </p:cNvSpPr>
          <p:nvPr/>
        </p:nvSpPr>
        <p:spPr bwMode="auto">
          <a:xfrm>
            <a:off x="5509568" y="1973734"/>
            <a:ext cx="1584325" cy="360362"/>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0363" name="Text Box 15">
            <a:extLst>
              <a:ext uri="{FF2B5EF4-FFF2-40B4-BE49-F238E27FC236}">
                <a16:creationId xmlns:a16="http://schemas.microsoft.com/office/drawing/2014/main" id="{875D5B5C-6AE5-5080-8994-ACE181D31764}"/>
              </a:ext>
            </a:extLst>
          </p:cNvPr>
          <p:cNvSpPr txBox="1">
            <a:spLocks noChangeArrowheads="1"/>
          </p:cNvSpPr>
          <p:nvPr/>
        </p:nvSpPr>
        <p:spPr bwMode="auto">
          <a:xfrm>
            <a:off x="2383780" y="1684809"/>
            <a:ext cx="3444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C</a:t>
            </a:r>
          </a:p>
        </p:txBody>
      </p:sp>
      <p:sp>
        <p:nvSpPr>
          <p:cNvPr id="100364" name="Text Box 16">
            <a:extLst>
              <a:ext uri="{FF2B5EF4-FFF2-40B4-BE49-F238E27FC236}">
                <a16:creationId xmlns:a16="http://schemas.microsoft.com/office/drawing/2014/main" id="{8BF4D2D8-E282-6701-45E8-357E9F53FE1D}"/>
              </a:ext>
            </a:extLst>
          </p:cNvPr>
          <p:cNvSpPr txBox="1">
            <a:spLocks noChangeArrowheads="1"/>
          </p:cNvSpPr>
          <p:nvPr/>
        </p:nvSpPr>
        <p:spPr bwMode="auto">
          <a:xfrm>
            <a:off x="4174480" y="1684809"/>
            <a:ext cx="487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IR</a:t>
            </a:r>
          </a:p>
        </p:txBody>
      </p:sp>
      <p:sp>
        <p:nvSpPr>
          <p:cNvPr id="100365" name="Text Box 17">
            <a:extLst>
              <a:ext uri="{FF2B5EF4-FFF2-40B4-BE49-F238E27FC236}">
                <a16:creationId xmlns:a16="http://schemas.microsoft.com/office/drawing/2014/main" id="{C2FBEB6A-4C2B-469E-BA2F-7713FDC07050}"/>
              </a:ext>
            </a:extLst>
          </p:cNvPr>
          <p:cNvSpPr txBox="1">
            <a:spLocks noChangeArrowheads="1"/>
          </p:cNvSpPr>
          <p:nvPr/>
        </p:nvSpPr>
        <p:spPr bwMode="auto">
          <a:xfrm>
            <a:off x="5985818" y="1684809"/>
            <a:ext cx="631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ALU</a:t>
            </a:r>
          </a:p>
        </p:txBody>
      </p:sp>
      <p:sp>
        <p:nvSpPr>
          <p:cNvPr id="100366" name="Line 18">
            <a:extLst>
              <a:ext uri="{FF2B5EF4-FFF2-40B4-BE49-F238E27FC236}">
                <a16:creationId xmlns:a16="http://schemas.microsoft.com/office/drawing/2014/main" id="{DC6A7323-407C-220D-1110-8C7F38B8B6CC}"/>
              </a:ext>
            </a:extLst>
          </p:cNvPr>
          <p:cNvSpPr>
            <a:spLocks noChangeShapeType="1"/>
          </p:cNvSpPr>
          <p:nvPr/>
        </p:nvSpPr>
        <p:spPr bwMode="auto">
          <a:xfrm>
            <a:off x="1907530" y="1973734"/>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0367" name="Line 19">
            <a:extLst>
              <a:ext uri="{FF2B5EF4-FFF2-40B4-BE49-F238E27FC236}">
                <a16:creationId xmlns:a16="http://schemas.microsoft.com/office/drawing/2014/main" id="{166B7751-A819-231D-636B-C0A54F97E2DC}"/>
              </a:ext>
            </a:extLst>
          </p:cNvPr>
          <p:cNvSpPr>
            <a:spLocks noChangeShapeType="1"/>
          </p:cNvSpPr>
          <p:nvPr/>
        </p:nvSpPr>
        <p:spPr bwMode="auto">
          <a:xfrm>
            <a:off x="2051993" y="1973734"/>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0368" name="Line 20">
            <a:extLst>
              <a:ext uri="{FF2B5EF4-FFF2-40B4-BE49-F238E27FC236}">
                <a16:creationId xmlns:a16="http://schemas.microsoft.com/office/drawing/2014/main" id="{61D28746-E141-E93A-3322-423191188B77}"/>
              </a:ext>
            </a:extLst>
          </p:cNvPr>
          <p:cNvSpPr>
            <a:spLocks noChangeShapeType="1"/>
          </p:cNvSpPr>
          <p:nvPr/>
        </p:nvSpPr>
        <p:spPr bwMode="auto">
          <a:xfrm>
            <a:off x="3204518" y="1973734"/>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0369" name="Line 21">
            <a:extLst>
              <a:ext uri="{FF2B5EF4-FFF2-40B4-BE49-F238E27FC236}">
                <a16:creationId xmlns:a16="http://schemas.microsoft.com/office/drawing/2014/main" id="{E75074B3-A45F-41A3-F86F-ABCA43FCD11E}"/>
              </a:ext>
            </a:extLst>
          </p:cNvPr>
          <p:cNvSpPr>
            <a:spLocks noChangeShapeType="1"/>
          </p:cNvSpPr>
          <p:nvPr/>
        </p:nvSpPr>
        <p:spPr bwMode="auto">
          <a:xfrm>
            <a:off x="3779193" y="1973734"/>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0370" name="Line 22">
            <a:extLst>
              <a:ext uri="{FF2B5EF4-FFF2-40B4-BE49-F238E27FC236}">
                <a16:creationId xmlns:a16="http://schemas.microsoft.com/office/drawing/2014/main" id="{EAC0DBB2-CAC7-F800-7114-4DB34F9AD54F}"/>
              </a:ext>
            </a:extLst>
          </p:cNvPr>
          <p:cNvSpPr>
            <a:spLocks noChangeShapeType="1"/>
          </p:cNvSpPr>
          <p:nvPr/>
        </p:nvSpPr>
        <p:spPr bwMode="auto">
          <a:xfrm>
            <a:off x="3923655" y="1973734"/>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0371" name="Line 23">
            <a:extLst>
              <a:ext uri="{FF2B5EF4-FFF2-40B4-BE49-F238E27FC236}">
                <a16:creationId xmlns:a16="http://schemas.microsoft.com/office/drawing/2014/main" id="{BA1F6089-9189-5D6B-E6BD-4A3E4B0E76AB}"/>
              </a:ext>
            </a:extLst>
          </p:cNvPr>
          <p:cNvSpPr>
            <a:spLocks noChangeShapeType="1"/>
          </p:cNvSpPr>
          <p:nvPr/>
        </p:nvSpPr>
        <p:spPr bwMode="auto">
          <a:xfrm>
            <a:off x="5076180" y="1973734"/>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0372" name="Line 24">
            <a:extLst>
              <a:ext uri="{FF2B5EF4-FFF2-40B4-BE49-F238E27FC236}">
                <a16:creationId xmlns:a16="http://schemas.microsoft.com/office/drawing/2014/main" id="{AF9CD0A7-B928-613B-E47A-DD9539878B9B}"/>
              </a:ext>
            </a:extLst>
          </p:cNvPr>
          <p:cNvSpPr>
            <a:spLocks noChangeShapeType="1"/>
          </p:cNvSpPr>
          <p:nvPr/>
        </p:nvSpPr>
        <p:spPr bwMode="auto">
          <a:xfrm>
            <a:off x="5652443" y="1973734"/>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0373" name="Line 25">
            <a:extLst>
              <a:ext uri="{FF2B5EF4-FFF2-40B4-BE49-F238E27FC236}">
                <a16:creationId xmlns:a16="http://schemas.microsoft.com/office/drawing/2014/main" id="{F4B2082F-4F97-3AA9-5AB6-49C0ED2F044D}"/>
              </a:ext>
            </a:extLst>
          </p:cNvPr>
          <p:cNvSpPr>
            <a:spLocks noChangeShapeType="1"/>
          </p:cNvSpPr>
          <p:nvPr/>
        </p:nvSpPr>
        <p:spPr bwMode="auto">
          <a:xfrm>
            <a:off x="5796905" y="1973734"/>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0374" name="Line 26">
            <a:extLst>
              <a:ext uri="{FF2B5EF4-FFF2-40B4-BE49-F238E27FC236}">
                <a16:creationId xmlns:a16="http://schemas.microsoft.com/office/drawing/2014/main" id="{DEF1BFE2-78DC-DC98-5AC5-2E4BDE059F80}"/>
              </a:ext>
            </a:extLst>
          </p:cNvPr>
          <p:cNvSpPr>
            <a:spLocks noChangeShapeType="1"/>
          </p:cNvSpPr>
          <p:nvPr/>
        </p:nvSpPr>
        <p:spPr bwMode="auto">
          <a:xfrm>
            <a:off x="6949430" y="1973734"/>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0375" name="Text Box 27">
            <a:extLst>
              <a:ext uri="{FF2B5EF4-FFF2-40B4-BE49-F238E27FC236}">
                <a16:creationId xmlns:a16="http://schemas.microsoft.com/office/drawing/2014/main" id="{3C4CC1D4-4C0B-9DE2-85CD-DEF7868FD62B}"/>
              </a:ext>
            </a:extLst>
          </p:cNvPr>
          <p:cNvSpPr txBox="1">
            <a:spLocks noChangeArrowheads="1"/>
          </p:cNvSpPr>
          <p:nvPr/>
        </p:nvSpPr>
        <p:spPr bwMode="auto">
          <a:xfrm>
            <a:off x="1682105" y="1729259"/>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0376" name="Text Box 28">
            <a:extLst>
              <a:ext uri="{FF2B5EF4-FFF2-40B4-BE49-F238E27FC236}">
                <a16:creationId xmlns:a16="http://schemas.microsoft.com/office/drawing/2014/main" id="{CFF2FFC2-4900-ECF1-3E8A-D509B4096021}"/>
              </a:ext>
            </a:extLst>
          </p:cNvPr>
          <p:cNvSpPr txBox="1">
            <a:spLocks noChangeArrowheads="1"/>
          </p:cNvSpPr>
          <p:nvPr/>
        </p:nvSpPr>
        <p:spPr bwMode="auto">
          <a:xfrm>
            <a:off x="3031480" y="1729259"/>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0377" name="Text Box 29">
            <a:extLst>
              <a:ext uri="{FF2B5EF4-FFF2-40B4-BE49-F238E27FC236}">
                <a16:creationId xmlns:a16="http://schemas.microsoft.com/office/drawing/2014/main" id="{C62AE9D7-778F-9F09-D0C4-6C83A9CB7427}"/>
              </a:ext>
            </a:extLst>
          </p:cNvPr>
          <p:cNvSpPr txBox="1">
            <a:spLocks noChangeArrowheads="1"/>
          </p:cNvSpPr>
          <p:nvPr/>
        </p:nvSpPr>
        <p:spPr bwMode="auto">
          <a:xfrm>
            <a:off x="3545830" y="1729259"/>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0378" name="Text Box 30">
            <a:extLst>
              <a:ext uri="{FF2B5EF4-FFF2-40B4-BE49-F238E27FC236}">
                <a16:creationId xmlns:a16="http://schemas.microsoft.com/office/drawing/2014/main" id="{D5B0AE7F-B62C-F8BB-B814-920AD85CF140}"/>
              </a:ext>
            </a:extLst>
          </p:cNvPr>
          <p:cNvSpPr txBox="1">
            <a:spLocks noChangeArrowheads="1"/>
          </p:cNvSpPr>
          <p:nvPr/>
        </p:nvSpPr>
        <p:spPr bwMode="auto">
          <a:xfrm>
            <a:off x="4895205" y="1729259"/>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0379" name="Text Box 31">
            <a:extLst>
              <a:ext uri="{FF2B5EF4-FFF2-40B4-BE49-F238E27FC236}">
                <a16:creationId xmlns:a16="http://schemas.microsoft.com/office/drawing/2014/main" id="{A045D1BD-7E31-F30C-4CE5-73DB61A284E8}"/>
              </a:ext>
            </a:extLst>
          </p:cNvPr>
          <p:cNvSpPr txBox="1">
            <a:spLocks noChangeArrowheads="1"/>
          </p:cNvSpPr>
          <p:nvPr/>
        </p:nvSpPr>
        <p:spPr bwMode="auto">
          <a:xfrm>
            <a:off x="5417493" y="1729259"/>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0380" name="Text Box 32">
            <a:extLst>
              <a:ext uri="{FF2B5EF4-FFF2-40B4-BE49-F238E27FC236}">
                <a16:creationId xmlns:a16="http://schemas.microsoft.com/office/drawing/2014/main" id="{D5703DB4-0803-79DC-9607-A4061B04CE17}"/>
              </a:ext>
            </a:extLst>
          </p:cNvPr>
          <p:cNvSpPr txBox="1">
            <a:spLocks noChangeArrowheads="1"/>
          </p:cNvSpPr>
          <p:nvPr/>
        </p:nvSpPr>
        <p:spPr bwMode="auto">
          <a:xfrm>
            <a:off x="6766868" y="1729259"/>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0381" name="Freeform 33">
            <a:extLst>
              <a:ext uri="{FF2B5EF4-FFF2-40B4-BE49-F238E27FC236}">
                <a16:creationId xmlns:a16="http://schemas.microsoft.com/office/drawing/2014/main" id="{96D22730-CBCE-B3AF-E5EF-D01DD6DA5BF7}"/>
              </a:ext>
            </a:extLst>
          </p:cNvPr>
          <p:cNvSpPr>
            <a:spLocks/>
          </p:cNvSpPr>
          <p:nvPr/>
        </p:nvSpPr>
        <p:spPr bwMode="auto">
          <a:xfrm>
            <a:off x="1620193" y="2343621"/>
            <a:ext cx="211137" cy="638175"/>
          </a:xfrm>
          <a:custGeom>
            <a:avLst/>
            <a:gdLst>
              <a:gd name="T0" fmla="*/ 2147483646 w 133"/>
              <a:gd name="T1" fmla="*/ 0 h 402"/>
              <a:gd name="T2" fmla="*/ 2147483646 w 133"/>
              <a:gd name="T3" fmla="*/ 2147483646 h 402"/>
              <a:gd name="T4" fmla="*/ 2147483646 w 133"/>
              <a:gd name="T5" fmla="*/ 2147483646 h 402"/>
              <a:gd name="T6" fmla="*/ 0 w 133"/>
              <a:gd name="T7" fmla="*/ 2147483646 h 402"/>
              <a:gd name="T8" fmla="*/ 0 60000 65536"/>
              <a:gd name="T9" fmla="*/ 0 60000 65536"/>
              <a:gd name="T10" fmla="*/ 0 60000 65536"/>
              <a:gd name="T11" fmla="*/ 0 60000 65536"/>
              <a:gd name="T12" fmla="*/ 0 w 133"/>
              <a:gd name="T13" fmla="*/ 0 h 402"/>
              <a:gd name="T14" fmla="*/ 133 w 133"/>
              <a:gd name="T15" fmla="*/ 402 h 402"/>
            </a:gdLst>
            <a:ahLst/>
            <a:cxnLst>
              <a:cxn ang="T8">
                <a:pos x="T0" y="T1"/>
              </a:cxn>
              <a:cxn ang="T9">
                <a:pos x="T2" y="T3"/>
              </a:cxn>
              <a:cxn ang="T10">
                <a:pos x="T4" y="T5"/>
              </a:cxn>
              <a:cxn ang="T11">
                <a:pos x="T6" y="T7"/>
              </a:cxn>
            </a:cxnLst>
            <a:rect l="T12" t="T13" r="T14" b="T15"/>
            <a:pathLst>
              <a:path w="133" h="402">
                <a:moveTo>
                  <a:pt x="133" y="0"/>
                </a:moveTo>
                <a:lnTo>
                  <a:pt x="133" y="272"/>
                </a:lnTo>
                <a:lnTo>
                  <a:pt x="1" y="272"/>
                </a:lnTo>
                <a:lnTo>
                  <a:pt x="0" y="402"/>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0382" name="Freeform 34">
            <a:extLst>
              <a:ext uri="{FF2B5EF4-FFF2-40B4-BE49-F238E27FC236}">
                <a16:creationId xmlns:a16="http://schemas.microsoft.com/office/drawing/2014/main" id="{AF63BB23-DC6B-374B-29FE-FB071EF19518}"/>
              </a:ext>
            </a:extLst>
          </p:cNvPr>
          <p:cNvSpPr>
            <a:spLocks/>
          </p:cNvSpPr>
          <p:nvPr/>
        </p:nvSpPr>
        <p:spPr bwMode="auto">
          <a:xfrm>
            <a:off x="1994843" y="2343621"/>
            <a:ext cx="1700212" cy="638175"/>
          </a:xfrm>
          <a:custGeom>
            <a:avLst/>
            <a:gdLst>
              <a:gd name="T0" fmla="*/ 2147483646 w 1071"/>
              <a:gd name="T1" fmla="*/ 0 h 402"/>
              <a:gd name="T2" fmla="*/ 2147483646 w 1071"/>
              <a:gd name="T3" fmla="*/ 2147483646 h 402"/>
              <a:gd name="T4" fmla="*/ 2147483646 w 1071"/>
              <a:gd name="T5" fmla="*/ 2147483646 h 402"/>
              <a:gd name="T6" fmla="*/ 0 w 1071"/>
              <a:gd name="T7" fmla="*/ 2147483646 h 402"/>
              <a:gd name="T8" fmla="*/ 0 60000 65536"/>
              <a:gd name="T9" fmla="*/ 0 60000 65536"/>
              <a:gd name="T10" fmla="*/ 0 60000 65536"/>
              <a:gd name="T11" fmla="*/ 0 60000 65536"/>
              <a:gd name="T12" fmla="*/ 0 w 1071"/>
              <a:gd name="T13" fmla="*/ 0 h 402"/>
              <a:gd name="T14" fmla="*/ 1071 w 1071"/>
              <a:gd name="T15" fmla="*/ 402 h 402"/>
            </a:gdLst>
            <a:ahLst/>
            <a:cxnLst>
              <a:cxn ang="T8">
                <a:pos x="T0" y="T1"/>
              </a:cxn>
              <a:cxn ang="T9">
                <a:pos x="T2" y="T3"/>
              </a:cxn>
              <a:cxn ang="T10">
                <a:pos x="T4" y="T5"/>
              </a:cxn>
              <a:cxn ang="T11">
                <a:pos x="T6" y="T7"/>
              </a:cxn>
            </a:cxnLst>
            <a:rect l="T12" t="T13" r="T14" b="T15"/>
            <a:pathLst>
              <a:path w="1071" h="402">
                <a:moveTo>
                  <a:pt x="1071" y="0"/>
                </a:moveTo>
                <a:lnTo>
                  <a:pt x="1071" y="266"/>
                </a:lnTo>
                <a:lnTo>
                  <a:pt x="1" y="266"/>
                </a:lnTo>
                <a:lnTo>
                  <a:pt x="0" y="402"/>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0383" name="Freeform 35">
            <a:extLst>
              <a:ext uri="{FF2B5EF4-FFF2-40B4-BE49-F238E27FC236}">
                <a16:creationId xmlns:a16="http://schemas.microsoft.com/office/drawing/2014/main" id="{D2D1A863-784B-CA2E-BD6C-60B52D560372}"/>
              </a:ext>
            </a:extLst>
          </p:cNvPr>
          <p:cNvSpPr>
            <a:spLocks/>
          </p:cNvSpPr>
          <p:nvPr/>
        </p:nvSpPr>
        <p:spPr bwMode="auto">
          <a:xfrm>
            <a:off x="2367905" y="2343621"/>
            <a:ext cx="3213100" cy="638175"/>
          </a:xfrm>
          <a:custGeom>
            <a:avLst/>
            <a:gdLst>
              <a:gd name="T0" fmla="*/ 2147483646 w 2024"/>
              <a:gd name="T1" fmla="*/ 0 h 402"/>
              <a:gd name="T2" fmla="*/ 2147483646 w 2024"/>
              <a:gd name="T3" fmla="*/ 2147483646 h 402"/>
              <a:gd name="T4" fmla="*/ 0 w 2024"/>
              <a:gd name="T5" fmla="*/ 2147483646 h 402"/>
              <a:gd name="T6" fmla="*/ 0 w 2024"/>
              <a:gd name="T7" fmla="*/ 2147483646 h 402"/>
              <a:gd name="T8" fmla="*/ 0 60000 65536"/>
              <a:gd name="T9" fmla="*/ 0 60000 65536"/>
              <a:gd name="T10" fmla="*/ 0 60000 65536"/>
              <a:gd name="T11" fmla="*/ 0 60000 65536"/>
              <a:gd name="T12" fmla="*/ 0 w 2024"/>
              <a:gd name="T13" fmla="*/ 0 h 402"/>
              <a:gd name="T14" fmla="*/ 2024 w 2024"/>
              <a:gd name="T15" fmla="*/ 402 h 402"/>
            </a:gdLst>
            <a:ahLst/>
            <a:cxnLst>
              <a:cxn ang="T8">
                <a:pos x="T0" y="T1"/>
              </a:cxn>
              <a:cxn ang="T9">
                <a:pos x="T2" y="T3"/>
              </a:cxn>
              <a:cxn ang="T10">
                <a:pos x="T4" y="T5"/>
              </a:cxn>
              <a:cxn ang="T11">
                <a:pos x="T6" y="T7"/>
              </a:cxn>
            </a:cxnLst>
            <a:rect l="T12" t="T13" r="T14" b="T15"/>
            <a:pathLst>
              <a:path w="2024" h="402">
                <a:moveTo>
                  <a:pt x="2024" y="0"/>
                </a:moveTo>
                <a:lnTo>
                  <a:pt x="2024" y="316"/>
                </a:lnTo>
                <a:lnTo>
                  <a:pt x="0" y="314"/>
                </a:lnTo>
                <a:lnTo>
                  <a:pt x="0" y="402"/>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0384" name="Freeform 36">
            <a:extLst>
              <a:ext uri="{FF2B5EF4-FFF2-40B4-BE49-F238E27FC236}">
                <a16:creationId xmlns:a16="http://schemas.microsoft.com/office/drawing/2014/main" id="{B683B676-3DE6-C360-3F95-1E7F71335049}"/>
              </a:ext>
            </a:extLst>
          </p:cNvPr>
          <p:cNvSpPr>
            <a:spLocks/>
          </p:cNvSpPr>
          <p:nvPr/>
        </p:nvSpPr>
        <p:spPr bwMode="auto">
          <a:xfrm>
            <a:off x="1985318" y="2334096"/>
            <a:ext cx="2228850" cy="638175"/>
          </a:xfrm>
          <a:custGeom>
            <a:avLst/>
            <a:gdLst>
              <a:gd name="T0" fmla="*/ 2147483646 w 1404"/>
              <a:gd name="T1" fmla="*/ 0 h 402"/>
              <a:gd name="T2" fmla="*/ 0 w 1404"/>
              <a:gd name="T3" fmla="*/ 2147483646 h 402"/>
              <a:gd name="T4" fmla="*/ 2147483646 w 1404"/>
              <a:gd name="T5" fmla="*/ 2147483646 h 402"/>
              <a:gd name="T6" fmla="*/ 2147483646 w 1404"/>
              <a:gd name="T7" fmla="*/ 2147483646 h 402"/>
              <a:gd name="T8" fmla="*/ 0 60000 65536"/>
              <a:gd name="T9" fmla="*/ 0 60000 65536"/>
              <a:gd name="T10" fmla="*/ 0 60000 65536"/>
              <a:gd name="T11" fmla="*/ 0 60000 65536"/>
              <a:gd name="T12" fmla="*/ 0 w 1404"/>
              <a:gd name="T13" fmla="*/ 0 h 402"/>
              <a:gd name="T14" fmla="*/ 1404 w 1404"/>
              <a:gd name="T15" fmla="*/ 402 h 402"/>
            </a:gdLst>
            <a:ahLst/>
            <a:cxnLst>
              <a:cxn ang="T8">
                <a:pos x="T0" y="T1"/>
              </a:cxn>
              <a:cxn ang="T9">
                <a:pos x="T2" y="T3"/>
              </a:cxn>
              <a:cxn ang="T10">
                <a:pos x="T4" y="T5"/>
              </a:cxn>
              <a:cxn ang="T11">
                <a:pos x="T6" y="T7"/>
              </a:cxn>
            </a:cxnLst>
            <a:rect l="T12" t="T13" r="T14" b="T15"/>
            <a:pathLst>
              <a:path w="1404" h="402">
                <a:moveTo>
                  <a:pt x="1" y="0"/>
                </a:moveTo>
                <a:lnTo>
                  <a:pt x="0" y="220"/>
                </a:lnTo>
                <a:lnTo>
                  <a:pt x="1404" y="232"/>
                </a:lnTo>
                <a:lnTo>
                  <a:pt x="1404" y="402"/>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0385" name="Freeform 37">
            <a:extLst>
              <a:ext uri="{FF2B5EF4-FFF2-40B4-BE49-F238E27FC236}">
                <a16:creationId xmlns:a16="http://schemas.microsoft.com/office/drawing/2014/main" id="{EB603B4B-E1BE-419C-F261-FE0CB20C0256}"/>
              </a:ext>
            </a:extLst>
          </p:cNvPr>
          <p:cNvSpPr>
            <a:spLocks/>
          </p:cNvSpPr>
          <p:nvPr/>
        </p:nvSpPr>
        <p:spPr bwMode="auto">
          <a:xfrm>
            <a:off x="3856980" y="2343621"/>
            <a:ext cx="776288" cy="630238"/>
          </a:xfrm>
          <a:custGeom>
            <a:avLst/>
            <a:gdLst>
              <a:gd name="T0" fmla="*/ 0 w 489"/>
              <a:gd name="T1" fmla="*/ 0 h 397"/>
              <a:gd name="T2" fmla="*/ 0 w 489"/>
              <a:gd name="T3" fmla="*/ 2147483646 h 397"/>
              <a:gd name="T4" fmla="*/ 2147483646 w 489"/>
              <a:gd name="T5" fmla="*/ 2147483646 h 397"/>
              <a:gd name="T6" fmla="*/ 2147483646 w 489"/>
              <a:gd name="T7" fmla="*/ 2147483646 h 397"/>
              <a:gd name="T8" fmla="*/ 0 60000 65536"/>
              <a:gd name="T9" fmla="*/ 0 60000 65536"/>
              <a:gd name="T10" fmla="*/ 0 60000 65536"/>
              <a:gd name="T11" fmla="*/ 0 60000 65536"/>
              <a:gd name="T12" fmla="*/ 0 w 489"/>
              <a:gd name="T13" fmla="*/ 0 h 397"/>
              <a:gd name="T14" fmla="*/ 489 w 489"/>
              <a:gd name="T15" fmla="*/ 397 h 397"/>
            </a:gdLst>
            <a:ahLst/>
            <a:cxnLst>
              <a:cxn ang="T8">
                <a:pos x="T0" y="T1"/>
              </a:cxn>
              <a:cxn ang="T9">
                <a:pos x="T2" y="T3"/>
              </a:cxn>
              <a:cxn ang="T10">
                <a:pos x="T4" y="T5"/>
              </a:cxn>
              <a:cxn ang="T11">
                <a:pos x="T6" y="T7"/>
              </a:cxn>
            </a:cxnLst>
            <a:rect l="T12" t="T13" r="T14" b="T15"/>
            <a:pathLst>
              <a:path w="489" h="397">
                <a:moveTo>
                  <a:pt x="0" y="0"/>
                </a:moveTo>
                <a:lnTo>
                  <a:pt x="0" y="172"/>
                </a:lnTo>
                <a:lnTo>
                  <a:pt x="486" y="175"/>
                </a:lnTo>
                <a:lnTo>
                  <a:pt x="489" y="397"/>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0386" name="Freeform 38">
            <a:extLst>
              <a:ext uri="{FF2B5EF4-FFF2-40B4-BE49-F238E27FC236}">
                <a16:creationId xmlns:a16="http://schemas.microsoft.com/office/drawing/2014/main" id="{73F4D6BB-166E-2F6A-7E06-4EAED78BCE0C}"/>
              </a:ext>
            </a:extLst>
          </p:cNvPr>
          <p:cNvSpPr>
            <a:spLocks/>
          </p:cNvSpPr>
          <p:nvPr/>
        </p:nvSpPr>
        <p:spPr bwMode="auto">
          <a:xfrm>
            <a:off x="4976168" y="2334096"/>
            <a:ext cx="763587" cy="635000"/>
          </a:xfrm>
          <a:custGeom>
            <a:avLst/>
            <a:gdLst>
              <a:gd name="T0" fmla="*/ 2147483646 w 481"/>
              <a:gd name="T1" fmla="*/ 0 h 400"/>
              <a:gd name="T2" fmla="*/ 2147483646 w 481"/>
              <a:gd name="T3" fmla="*/ 2147483646 h 400"/>
              <a:gd name="T4" fmla="*/ 0 w 481"/>
              <a:gd name="T5" fmla="*/ 2147483646 h 400"/>
              <a:gd name="T6" fmla="*/ 0 w 481"/>
              <a:gd name="T7" fmla="*/ 2147483646 h 400"/>
              <a:gd name="T8" fmla="*/ 0 60000 65536"/>
              <a:gd name="T9" fmla="*/ 0 60000 65536"/>
              <a:gd name="T10" fmla="*/ 0 60000 65536"/>
              <a:gd name="T11" fmla="*/ 0 60000 65536"/>
              <a:gd name="T12" fmla="*/ 0 w 481"/>
              <a:gd name="T13" fmla="*/ 0 h 400"/>
              <a:gd name="T14" fmla="*/ 481 w 481"/>
              <a:gd name="T15" fmla="*/ 400 h 400"/>
            </a:gdLst>
            <a:ahLst/>
            <a:cxnLst>
              <a:cxn ang="T8">
                <a:pos x="T0" y="T1"/>
              </a:cxn>
              <a:cxn ang="T9">
                <a:pos x="T2" y="T3"/>
              </a:cxn>
              <a:cxn ang="T10">
                <a:pos x="T4" y="T5"/>
              </a:cxn>
              <a:cxn ang="T11">
                <a:pos x="T6" y="T7"/>
              </a:cxn>
            </a:cxnLst>
            <a:rect l="T12" t="T13" r="T14" b="T15"/>
            <a:pathLst>
              <a:path w="481" h="400">
                <a:moveTo>
                  <a:pt x="481" y="0"/>
                </a:moveTo>
                <a:lnTo>
                  <a:pt x="481" y="172"/>
                </a:lnTo>
                <a:lnTo>
                  <a:pt x="0" y="172"/>
                </a:lnTo>
                <a:lnTo>
                  <a:pt x="0" y="400"/>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0387" name="Freeform 39">
            <a:extLst>
              <a:ext uri="{FF2B5EF4-FFF2-40B4-BE49-F238E27FC236}">
                <a16:creationId xmlns:a16="http://schemas.microsoft.com/office/drawing/2014/main" id="{254BB08F-8415-3805-5868-2280A4682711}"/>
              </a:ext>
            </a:extLst>
          </p:cNvPr>
          <p:cNvSpPr>
            <a:spLocks/>
          </p:cNvSpPr>
          <p:nvPr/>
        </p:nvSpPr>
        <p:spPr bwMode="auto">
          <a:xfrm>
            <a:off x="3280718" y="2334096"/>
            <a:ext cx="3619500" cy="638175"/>
          </a:xfrm>
          <a:custGeom>
            <a:avLst/>
            <a:gdLst>
              <a:gd name="T0" fmla="*/ 2147483646 w 2280"/>
              <a:gd name="T1" fmla="*/ 0 h 402"/>
              <a:gd name="T2" fmla="*/ 0 w 2280"/>
              <a:gd name="T3" fmla="*/ 2147483646 h 402"/>
              <a:gd name="T4" fmla="*/ 2147483646 w 2280"/>
              <a:gd name="T5" fmla="*/ 2147483646 h 402"/>
              <a:gd name="T6" fmla="*/ 2147483646 w 2280"/>
              <a:gd name="T7" fmla="*/ 2147483646 h 402"/>
              <a:gd name="T8" fmla="*/ 0 60000 65536"/>
              <a:gd name="T9" fmla="*/ 0 60000 65536"/>
              <a:gd name="T10" fmla="*/ 0 60000 65536"/>
              <a:gd name="T11" fmla="*/ 0 60000 65536"/>
              <a:gd name="T12" fmla="*/ 0 w 2280"/>
              <a:gd name="T13" fmla="*/ 0 h 402"/>
              <a:gd name="T14" fmla="*/ 2280 w 2280"/>
              <a:gd name="T15" fmla="*/ 402 h 402"/>
            </a:gdLst>
            <a:ahLst/>
            <a:cxnLst>
              <a:cxn ang="T8">
                <a:pos x="T0" y="T1"/>
              </a:cxn>
              <a:cxn ang="T9">
                <a:pos x="T2" y="T3"/>
              </a:cxn>
              <a:cxn ang="T10">
                <a:pos x="T4" y="T5"/>
              </a:cxn>
              <a:cxn ang="T11">
                <a:pos x="T6" y="T7"/>
              </a:cxn>
            </a:cxnLst>
            <a:rect l="T12" t="T13" r="T14" b="T15"/>
            <a:pathLst>
              <a:path w="2280" h="402">
                <a:moveTo>
                  <a:pt x="1" y="0"/>
                </a:moveTo>
                <a:lnTo>
                  <a:pt x="0" y="118"/>
                </a:lnTo>
                <a:lnTo>
                  <a:pt x="2280" y="127"/>
                </a:lnTo>
                <a:lnTo>
                  <a:pt x="2280" y="402"/>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0388" name="Freeform 40">
            <a:extLst>
              <a:ext uri="{FF2B5EF4-FFF2-40B4-BE49-F238E27FC236}">
                <a16:creationId xmlns:a16="http://schemas.microsoft.com/office/drawing/2014/main" id="{FC3C9844-893F-BF8D-6C05-F0BBD85111A3}"/>
              </a:ext>
            </a:extLst>
          </p:cNvPr>
          <p:cNvSpPr>
            <a:spLocks/>
          </p:cNvSpPr>
          <p:nvPr/>
        </p:nvSpPr>
        <p:spPr bwMode="auto">
          <a:xfrm>
            <a:off x="5150793" y="2334096"/>
            <a:ext cx="2085975" cy="638175"/>
          </a:xfrm>
          <a:custGeom>
            <a:avLst/>
            <a:gdLst>
              <a:gd name="T0" fmla="*/ 0 w 1314"/>
              <a:gd name="T1" fmla="*/ 0 h 402"/>
              <a:gd name="T2" fmla="*/ 0 w 1314"/>
              <a:gd name="T3" fmla="*/ 2147483646 h 402"/>
              <a:gd name="T4" fmla="*/ 2147483646 w 1314"/>
              <a:gd name="T5" fmla="*/ 2147483646 h 402"/>
              <a:gd name="T6" fmla="*/ 2147483646 w 1314"/>
              <a:gd name="T7" fmla="*/ 2147483646 h 402"/>
              <a:gd name="T8" fmla="*/ 0 60000 65536"/>
              <a:gd name="T9" fmla="*/ 0 60000 65536"/>
              <a:gd name="T10" fmla="*/ 0 60000 65536"/>
              <a:gd name="T11" fmla="*/ 0 60000 65536"/>
              <a:gd name="T12" fmla="*/ 0 w 1314"/>
              <a:gd name="T13" fmla="*/ 0 h 402"/>
              <a:gd name="T14" fmla="*/ 1314 w 1314"/>
              <a:gd name="T15" fmla="*/ 402 h 402"/>
            </a:gdLst>
            <a:ahLst/>
            <a:cxnLst>
              <a:cxn ang="T8">
                <a:pos x="T0" y="T1"/>
              </a:cxn>
              <a:cxn ang="T9">
                <a:pos x="T2" y="T3"/>
              </a:cxn>
              <a:cxn ang="T10">
                <a:pos x="T4" y="T5"/>
              </a:cxn>
              <a:cxn ang="T11">
                <a:pos x="T6" y="T7"/>
              </a:cxn>
            </a:cxnLst>
            <a:rect l="T12" t="T13" r="T14" b="T15"/>
            <a:pathLst>
              <a:path w="1314" h="402">
                <a:moveTo>
                  <a:pt x="0" y="0"/>
                </a:moveTo>
                <a:lnTo>
                  <a:pt x="0" y="66"/>
                </a:lnTo>
                <a:lnTo>
                  <a:pt x="1314" y="70"/>
                </a:lnTo>
                <a:lnTo>
                  <a:pt x="1314" y="402"/>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0389" name="Freeform 41">
            <a:extLst>
              <a:ext uri="{FF2B5EF4-FFF2-40B4-BE49-F238E27FC236}">
                <a16:creationId xmlns:a16="http://schemas.microsoft.com/office/drawing/2014/main" id="{03473B0D-BDFA-9B52-12A8-2516C7EFAB9C}"/>
              </a:ext>
            </a:extLst>
          </p:cNvPr>
          <p:cNvSpPr>
            <a:spLocks/>
          </p:cNvSpPr>
          <p:nvPr/>
        </p:nvSpPr>
        <p:spPr bwMode="auto">
          <a:xfrm>
            <a:off x="7022455" y="2334096"/>
            <a:ext cx="576263" cy="638175"/>
          </a:xfrm>
          <a:custGeom>
            <a:avLst/>
            <a:gdLst>
              <a:gd name="T0" fmla="*/ 0 w 363"/>
              <a:gd name="T1" fmla="*/ 0 h 402"/>
              <a:gd name="T2" fmla="*/ 0 w 363"/>
              <a:gd name="T3" fmla="*/ 2147483646 h 402"/>
              <a:gd name="T4" fmla="*/ 2147483646 w 363"/>
              <a:gd name="T5" fmla="*/ 2147483646 h 402"/>
              <a:gd name="T6" fmla="*/ 2147483646 w 363"/>
              <a:gd name="T7" fmla="*/ 2147483646 h 402"/>
              <a:gd name="T8" fmla="*/ 0 60000 65536"/>
              <a:gd name="T9" fmla="*/ 0 60000 65536"/>
              <a:gd name="T10" fmla="*/ 0 60000 65536"/>
              <a:gd name="T11" fmla="*/ 0 60000 65536"/>
              <a:gd name="T12" fmla="*/ 0 w 363"/>
              <a:gd name="T13" fmla="*/ 0 h 402"/>
              <a:gd name="T14" fmla="*/ 363 w 363"/>
              <a:gd name="T15" fmla="*/ 402 h 402"/>
            </a:gdLst>
            <a:ahLst/>
            <a:cxnLst>
              <a:cxn ang="T8">
                <a:pos x="T0" y="T1"/>
              </a:cxn>
              <a:cxn ang="T9">
                <a:pos x="T2" y="T3"/>
              </a:cxn>
              <a:cxn ang="T10">
                <a:pos x="T4" y="T5"/>
              </a:cxn>
              <a:cxn ang="T11">
                <a:pos x="T6" y="T7"/>
              </a:cxn>
            </a:cxnLst>
            <a:rect l="T12" t="T13" r="T14" b="T15"/>
            <a:pathLst>
              <a:path w="363" h="402">
                <a:moveTo>
                  <a:pt x="0" y="0"/>
                </a:moveTo>
                <a:lnTo>
                  <a:pt x="0" y="40"/>
                </a:lnTo>
                <a:lnTo>
                  <a:pt x="363" y="39"/>
                </a:lnTo>
                <a:lnTo>
                  <a:pt x="362" y="402"/>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0390" name="Line 42">
            <a:extLst>
              <a:ext uri="{FF2B5EF4-FFF2-40B4-BE49-F238E27FC236}">
                <a16:creationId xmlns:a16="http://schemas.microsoft.com/office/drawing/2014/main" id="{2113EB86-DF7B-FCFC-2B7D-0EB94FB6B64E}"/>
              </a:ext>
            </a:extLst>
          </p:cNvPr>
          <p:cNvSpPr>
            <a:spLocks noChangeShapeType="1"/>
          </p:cNvSpPr>
          <p:nvPr/>
        </p:nvSpPr>
        <p:spPr bwMode="auto">
          <a:xfrm>
            <a:off x="3780780" y="5445596"/>
            <a:ext cx="0" cy="360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0391" name="Line 43">
            <a:extLst>
              <a:ext uri="{FF2B5EF4-FFF2-40B4-BE49-F238E27FC236}">
                <a16:creationId xmlns:a16="http://schemas.microsoft.com/office/drawing/2014/main" id="{1A1EE94D-90CC-F1DE-A8DD-C0F86DA22502}"/>
              </a:ext>
            </a:extLst>
          </p:cNvPr>
          <p:cNvSpPr>
            <a:spLocks noChangeShapeType="1"/>
          </p:cNvSpPr>
          <p:nvPr/>
        </p:nvSpPr>
        <p:spPr bwMode="auto">
          <a:xfrm>
            <a:off x="3925243" y="5445596"/>
            <a:ext cx="0" cy="360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0392" name="Line 44">
            <a:extLst>
              <a:ext uri="{FF2B5EF4-FFF2-40B4-BE49-F238E27FC236}">
                <a16:creationId xmlns:a16="http://schemas.microsoft.com/office/drawing/2014/main" id="{E3B15793-4396-C32C-1FE4-0A0E8355C206}"/>
              </a:ext>
            </a:extLst>
          </p:cNvPr>
          <p:cNvSpPr>
            <a:spLocks noChangeShapeType="1"/>
          </p:cNvSpPr>
          <p:nvPr/>
        </p:nvSpPr>
        <p:spPr bwMode="auto">
          <a:xfrm>
            <a:off x="5077768" y="5445596"/>
            <a:ext cx="0" cy="360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0393" name="Text Box 45">
            <a:extLst>
              <a:ext uri="{FF2B5EF4-FFF2-40B4-BE49-F238E27FC236}">
                <a16:creationId xmlns:a16="http://schemas.microsoft.com/office/drawing/2014/main" id="{2B6A1D7C-7A92-94DD-7597-1A366036EEAF}"/>
              </a:ext>
            </a:extLst>
          </p:cNvPr>
          <p:cNvSpPr txBox="1">
            <a:spLocks noChangeArrowheads="1"/>
          </p:cNvSpPr>
          <p:nvPr/>
        </p:nvSpPr>
        <p:spPr bwMode="auto">
          <a:xfrm>
            <a:off x="4180830" y="5756746"/>
            <a:ext cx="487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PC</a:t>
            </a:r>
          </a:p>
        </p:txBody>
      </p:sp>
      <p:sp>
        <p:nvSpPr>
          <p:cNvPr id="100394" name="Text Box 46">
            <a:extLst>
              <a:ext uri="{FF2B5EF4-FFF2-40B4-BE49-F238E27FC236}">
                <a16:creationId xmlns:a16="http://schemas.microsoft.com/office/drawing/2014/main" id="{D0CF176D-F15A-F874-509D-F0B8F88B7D8A}"/>
              </a:ext>
            </a:extLst>
          </p:cNvPr>
          <p:cNvSpPr txBox="1">
            <a:spLocks noChangeArrowheads="1"/>
          </p:cNvSpPr>
          <p:nvPr/>
        </p:nvSpPr>
        <p:spPr bwMode="auto">
          <a:xfrm>
            <a:off x="3531543" y="5213821"/>
            <a:ext cx="5048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0395" name="Text Box 47">
            <a:extLst>
              <a:ext uri="{FF2B5EF4-FFF2-40B4-BE49-F238E27FC236}">
                <a16:creationId xmlns:a16="http://schemas.microsoft.com/office/drawing/2014/main" id="{BF01C876-7756-8545-E652-9A8AB0F19916}"/>
              </a:ext>
            </a:extLst>
          </p:cNvPr>
          <p:cNvSpPr txBox="1">
            <a:spLocks noChangeArrowheads="1"/>
          </p:cNvSpPr>
          <p:nvPr/>
        </p:nvSpPr>
        <p:spPr bwMode="auto">
          <a:xfrm>
            <a:off x="4880918" y="5213821"/>
            <a:ext cx="5048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0396" name="Freeform 48">
            <a:extLst>
              <a:ext uri="{FF2B5EF4-FFF2-40B4-BE49-F238E27FC236}">
                <a16:creationId xmlns:a16="http://schemas.microsoft.com/office/drawing/2014/main" id="{6A90107A-AA3D-BCA3-AA60-99F027A3AC42}"/>
              </a:ext>
            </a:extLst>
          </p:cNvPr>
          <p:cNvSpPr>
            <a:spLocks/>
          </p:cNvSpPr>
          <p:nvPr/>
        </p:nvSpPr>
        <p:spPr bwMode="auto">
          <a:xfrm>
            <a:off x="1990080" y="4845521"/>
            <a:ext cx="1706563" cy="401638"/>
          </a:xfrm>
          <a:custGeom>
            <a:avLst/>
            <a:gdLst>
              <a:gd name="T0" fmla="*/ 0 w 1075"/>
              <a:gd name="T1" fmla="*/ 0 h 253"/>
              <a:gd name="T2" fmla="*/ 0 w 1075"/>
              <a:gd name="T3" fmla="*/ 2147483646 h 253"/>
              <a:gd name="T4" fmla="*/ 2147483646 w 1075"/>
              <a:gd name="T5" fmla="*/ 2147483646 h 253"/>
              <a:gd name="T6" fmla="*/ 2147483646 w 1075"/>
              <a:gd name="T7" fmla="*/ 2147483646 h 253"/>
              <a:gd name="T8" fmla="*/ 0 60000 65536"/>
              <a:gd name="T9" fmla="*/ 0 60000 65536"/>
              <a:gd name="T10" fmla="*/ 0 60000 65536"/>
              <a:gd name="T11" fmla="*/ 0 60000 65536"/>
              <a:gd name="T12" fmla="*/ 0 w 1075"/>
              <a:gd name="T13" fmla="*/ 0 h 253"/>
              <a:gd name="T14" fmla="*/ 1075 w 1075"/>
              <a:gd name="T15" fmla="*/ 253 h 253"/>
            </a:gdLst>
            <a:ahLst/>
            <a:cxnLst>
              <a:cxn ang="T8">
                <a:pos x="T0" y="T1"/>
              </a:cxn>
              <a:cxn ang="T9">
                <a:pos x="T2" y="T3"/>
              </a:cxn>
              <a:cxn ang="T10">
                <a:pos x="T4" y="T5"/>
              </a:cxn>
              <a:cxn ang="T11">
                <a:pos x="T6" y="T7"/>
              </a:cxn>
            </a:cxnLst>
            <a:rect l="T12" t="T13" r="T14" b="T15"/>
            <a:pathLst>
              <a:path w="1075" h="253">
                <a:moveTo>
                  <a:pt x="0" y="0"/>
                </a:moveTo>
                <a:lnTo>
                  <a:pt x="0" y="127"/>
                </a:lnTo>
                <a:lnTo>
                  <a:pt x="1074" y="127"/>
                </a:lnTo>
                <a:lnTo>
                  <a:pt x="1075" y="253"/>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0397" name="Freeform 49">
            <a:extLst>
              <a:ext uri="{FF2B5EF4-FFF2-40B4-BE49-F238E27FC236}">
                <a16:creationId xmlns:a16="http://schemas.microsoft.com/office/drawing/2014/main" id="{2A8186A7-A3CD-232A-2A44-3B9F69D01AD5}"/>
              </a:ext>
            </a:extLst>
          </p:cNvPr>
          <p:cNvSpPr>
            <a:spLocks/>
          </p:cNvSpPr>
          <p:nvPr/>
        </p:nvSpPr>
        <p:spPr bwMode="auto">
          <a:xfrm>
            <a:off x="3866505" y="4853459"/>
            <a:ext cx="787400" cy="382587"/>
          </a:xfrm>
          <a:custGeom>
            <a:avLst/>
            <a:gdLst>
              <a:gd name="T0" fmla="*/ 2147483646 w 496"/>
              <a:gd name="T1" fmla="*/ 0 h 241"/>
              <a:gd name="T2" fmla="*/ 2147483646 w 496"/>
              <a:gd name="T3" fmla="*/ 2147483646 h 241"/>
              <a:gd name="T4" fmla="*/ 2147483646 w 496"/>
              <a:gd name="T5" fmla="*/ 2147483646 h 241"/>
              <a:gd name="T6" fmla="*/ 0 w 496"/>
              <a:gd name="T7" fmla="*/ 2147483646 h 241"/>
              <a:gd name="T8" fmla="*/ 0 60000 65536"/>
              <a:gd name="T9" fmla="*/ 0 60000 65536"/>
              <a:gd name="T10" fmla="*/ 0 60000 65536"/>
              <a:gd name="T11" fmla="*/ 0 60000 65536"/>
              <a:gd name="T12" fmla="*/ 0 w 496"/>
              <a:gd name="T13" fmla="*/ 0 h 241"/>
              <a:gd name="T14" fmla="*/ 496 w 496"/>
              <a:gd name="T15" fmla="*/ 241 h 241"/>
            </a:gdLst>
            <a:ahLst/>
            <a:cxnLst>
              <a:cxn ang="T8">
                <a:pos x="T0" y="T1"/>
              </a:cxn>
              <a:cxn ang="T9">
                <a:pos x="T2" y="T3"/>
              </a:cxn>
              <a:cxn ang="T10">
                <a:pos x="T4" y="T5"/>
              </a:cxn>
              <a:cxn ang="T11">
                <a:pos x="T6" y="T7"/>
              </a:cxn>
            </a:cxnLst>
            <a:rect l="T12" t="T13" r="T14" b="T15"/>
            <a:pathLst>
              <a:path w="496" h="241">
                <a:moveTo>
                  <a:pt x="496" y="0"/>
                </a:moveTo>
                <a:lnTo>
                  <a:pt x="496" y="118"/>
                </a:lnTo>
                <a:lnTo>
                  <a:pt x="4" y="114"/>
                </a:lnTo>
                <a:lnTo>
                  <a:pt x="0" y="241"/>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0398" name="Freeform 50">
            <a:extLst>
              <a:ext uri="{FF2B5EF4-FFF2-40B4-BE49-F238E27FC236}">
                <a16:creationId xmlns:a16="http://schemas.microsoft.com/office/drawing/2014/main" id="{7A7FA0DC-EE1A-4B83-1D5F-80AB24DDA362}"/>
              </a:ext>
            </a:extLst>
          </p:cNvPr>
          <p:cNvSpPr>
            <a:spLocks/>
          </p:cNvSpPr>
          <p:nvPr/>
        </p:nvSpPr>
        <p:spPr bwMode="auto">
          <a:xfrm>
            <a:off x="5149205" y="4853459"/>
            <a:ext cx="2109788" cy="379412"/>
          </a:xfrm>
          <a:custGeom>
            <a:avLst/>
            <a:gdLst>
              <a:gd name="T0" fmla="*/ 2147483646 w 1329"/>
              <a:gd name="T1" fmla="*/ 2147483646 h 239"/>
              <a:gd name="T2" fmla="*/ 0 w 1329"/>
              <a:gd name="T3" fmla="*/ 2147483646 h 239"/>
              <a:gd name="T4" fmla="*/ 2147483646 w 1329"/>
              <a:gd name="T5" fmla="*/ 2147483646 h 239"/>
              <a:gd name="T6" fmla="*/ 2147483646 w 1329"/>
              <a:gd name="T7" fmla="*/ 0 h 239"/>
              <a:gd name="T8" fmla="*/ 0 60000 65536"/>
              <a:gd name="T9" fmla="*/ 0 60000 65536"/>
              <a:gd name="T10" fmla="*/ 0 60000 65536"/>
              <a:gd name="T11" fmla="*/ 0 60000 65536"/>
              <a:gd name="T12" fmla="*/ 0 w 1329"/>
              <a:gd name="T13" fmla="*/ 0 h 239"/>
              <a:gd name="T14" fmla="*/ 1329 w 1329"/>
              <a:gd name="T15" fmla="*/ 239 h 239"/>
            </a:gdLst>
            <a:ahLst/>
            <a:cxnLst>
              <a:cxn ang="T8">
                <a:pos x="T0" y="T1"/>
              </a:cxn>
              <a:cxn ang="T9">
                <a:pos x="T2" y="T3"/>
              </a:cxn>
              <a:cxn ang="T10">
                <a:pos x="T4" y="T5"/>
              </a:cxn>
              <a:cxn ang="T11">
                <a:pos x="T6" y="T7"/>
              </a:cxn>
            </a:cxnLst>
            <a:rect l="T12" t="T13" r="T14" b="T15"/>
            <a:pathLst>
              <a:path w="1329" h="239">
                <a:moveTo>
                  <a:pt x="2" y="239"/>
                </a:moveTo>
                <a:lnTo>
                  <a:pt x="0" y="114"/>
                </a:lnTo>
                <a:lnTo>
                  <a:pt x="1329" y="112"/>
                </a:lnTo>
                <a:lnTo>
                  <a:pt x="1329" y="0"/>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2" name="Slide Number Placeholder 1">
            <a:extLst>
              <a:ext uri="{FF2B5EF4-FFF2-40B4-BE49-F238E27FC236}">
                <a16:creationId xmlns:a16="http://schemas.microsoft.com/office/drawing/2014/main" id="{66D4EB25-FD4A-8BDB-4F50-EC6004226D44}"/>
              </a:ext>
            </a:extLst>
          </p:cNvPr>
          <p:cNvSpPr>
            <a:spLocks noGrp="1"/>
          </p:cNvSpPr>
          <p:nvPr>
            <p:ph type="sldNum" sz="quarter" idx="12"/>
          </p:nvPr>
        </p:nvSpPr>
        <p:spPr/>
        <p:txBody>
          <a:bodyPr/>
          <a:lstStyle/>
          <a:p>
            <a:pPr>
              <a:defRPr/>
            </a:pPr>
            <a:fld id="{28588503-611C-4314-9367-E0668E948370}" type="slidenum">
              <a:rPr lang="en-US" altLang="en-US" smtClean="0"/>
              <a:pPr>
                <a:defRPr/>
              </a:pPr>
              <a:t>117</a:t>
            </a:fld>
            <a:endParaRPr lang="en-US" alt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2">
            <a:extLst>
              <a:ext uri="{FF2B5EF4-FFF2-40B4-BE49-F238E27FC236}">
                <a16:creationId xmlns:a16="http://schemas.microsoft.com/office/drawing/2014/main" id="{16FDF7AA-DE13-A327-8502-DB721405935E}"/>
              </a:ext>
            </a:extLst>
          </p:cNvPr>
          <p:cNvSpPr>
            <a:spLocks noGrp="1" noChangeArrowheads="1"/>
          </p:cNvSpPr>
          <p:nvPr>
            <p:ph type="title"/>
          </p:nvPr>
        </p:nvSpPr>
        <p:spPr/>
        <p:txBody>
          <a:bodyPr/>
          <a:lstStyle/>
          <a:p>
            <a:r>
              <a:rPr lang="en-US" altLang="en-US"/>
              <a:t>Multiplexers</a:t>
            </a:r>
          </a:p>
        </p:txBody>
      </p:sp>
      <p:pic>
        <p:nvPicPr>
          <p:cNvPr id="101380" name="Picture 4">
            <a:extLst>
              <a:ext uri="{FF2B5EF4-FFF2-40B4-BE49-F238E27FC236}">
                <a16:creationId xmlns:a16="http://schemas.microsoft.com/office/drawing/2014/main" id="{C10413FF-0E7B-7B73-FCED-FB1691C08C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3184525"/>
            <a:ext cx="7489825" cy="197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101381" name="Group 10">
            <a:extLst>
              <a:ext uri="{FF2B5EF4-FFF2-40B4-BE49-F238E27FC236}">
                <a16:creationId xmlns:a16="http://schemas.microsoft.com/office/drawing/2014/main" id="{F43800A6-FEC4-F7D0-F4D6-1F41AD8F79D2}"/>
              </a:ext>
            </a:extLst>
          </p:cNvPr>
          <p:cNvGrpSpPr>
            <a:grpSpLocks/>
          </p:cNvGrpSpPr>
          <p:nvPr/>
        </p:nvGrpSpPr>
        <p:grpSpPr bwMode="auto">
          <a:xfrm>
            <a:off x="1331913" y="4370388"/>
            <a:ext cx="4926012" cy="304800"/>
            <a:chOff x="839" y="2544"/>
            <a:chExt cx="3103" cy="192"/>
          </a:xfrm>
        </p:grpSpPr>
        <p:sp>
          <p:nvSpPr>
            <p:cNvPr id="101426" name="Freeform 8">
              <a:extLst>
                <a:ext uri="{FF2B5EF4-FFF2-40B4-BE49-F238E27FC236}">
                  <a16:creationId xmlns:a16="http://schemas.microsoft.com/office/drawing/2014/main" id="{821AE9ED-328A-532E-E333-ABEA05832336}"/>
                </a:ext>
              </a:extLst>
            </p:cNvPr>
            <p:cNvSpPr>
              <a:spLocks/>
            </p:cNvSpPr>
            <p:nvPr/>
          </p:nvSpPr>
          <p:spPr bwMode="auto">
            <a:xfrm>
              <a:off x="839" y="2544"/>
              <a:ext cx="3103" cy="192"/>
            </a:xfrm>
            <a:custGeom>
              <a:avLst/>
              <a:gdLst>
                <a:gd name="T0" fmla="*/ 0 w 3103"/>
                <a:gd name="T1" fmla="*/ 0 h 192"/>
                <a:gd name="T2" fmla="*/ 1 w 3103"/>
                <a:gd name="T3" fmla="*/ 192 h 192"/>
                <a:gd name="T4" fmla="*/ 3103 w 3103"/>
                <a:gd name="T5" fmla="*/ 192 h 192"/>
                <a:gd name="T6" fmla="*/ 3103 w 3103"/>
                <a:gd name="T7" fmla="*/ 75 h 192"/>
                <a:gd name="T8" fmla="*/ 0 60000 65536"/>
                <a:gd name="T9" fmla="*/ 0 60000 65536"/>
                <a:gd name="T10" fmla="*/ 0 60000 65536"/>
                <a:gd name="T11" fmla="*/ 0 60000 65536"/>
                <a:gd name="T12" fmla="*/ 0 w 3103"/>
                <a:gd name="T13" fmla="*/ 0 h 192"/>
                <a:gd name="T14" fmla="*/ 3103 w 3103"/>
                <a:gd name="T15" fmla="*/ 192 h 192"/>
              </a:gdLst>
              <a:ahLst/>
              <a:cxnLst>
                <a:cxn ang="T8">
                  <a:pos x="T0" y="T1"/>
                </a:cxn>
                <a:cxn ang="T9">
                  <a:pos x="T2" y="T3"/>
                </a:cxn>
                <a:cxn ang="T10">
                  <a:pos x="T4" y="T5"/>
                </a:cxn>
                <a:cxn ang="T11">
                  <a:pos x="T6" y="T7"/>
                </a:cxn>
              </a:cxnLst>
              <a:rect l="T12" t="T13" r="T14" b="T15"/>
              <a:pathLst>
                <a:path w="3103" h="192">
                  <a:moveTo>
                    <a:pt x="0" y="0"/>
                  </a:moveTo>
                  <a:lnTo>
                    <a:pt x="1" y="192"/>
                  </a:lnTo>
                  <a:lnTo>
                    <a:pt x="3103" y="192"/>
                  </a:lnTo>
                  <a:lnTo>
                    <a:pt x="3103" y="75"/>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1427" name="Line 9">
              <a:extLst>
                <a:ext uri="{FF2B5EF4-FFF2-40B4-BE49-F238E27FC236}">
                  <a16:creationId xmlns:a16="http://schemas.microsoft.com/office/drawing/2014/main" id="{AC8696A9-E47F-3579-FE0E-9668112A86C9}"/>
                </a:ext>
              </a:extLst>
            </p:cNvPr>
            <p:cNvSpPr>
              <a:spLocks noChangeShapeType="1"/>
            </p:cNvSpPr>
            <p:nvPr/>
          </p:nvSpPr>
          <p:spPr bwMode="auto">
            <a:xfrm flipV="1">
              <a:off x="2290" y="2594"/>
              <a:ext cx="0" cy="1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grpSp>
      <p:grpSp>
        <p:nvGrpSpPr>
          <p:cNvPr id="101382" name="Group 55">
            <a:extLst>
              <a:ext uri="{FF2B5EF4-FFF2-40B4-BE49-F238E27FC236}">
                <a16:creationId xmlns:a16="http://schemas.microsoft.com/office/drawing/2014/main" id="{E0A0A5EF-0CFD-7D50-675A-2361C9417EEA}"/>
              </a:ext>
            </a:extLst>
          </p:cNvPr>
          <p:cNvGrpSpPr>
            <a:grpSpLocks/>
          </p:cNvGrpSpPr>
          <p:nvPr/>
        </p:nvGrpSpPr>
        <p:grpSpPr bwMode="auto">
          <a:xfrm>
            <a:off x="1331913" y="3708400"/>
            <a:ext cx="4926012" cy="304800"/>
            <a:chOff x="839" y="2336"/>
            <a:chExt cx="3103" cy="192"/>
          </a:xfrm>
        </p:grpSpPr>
        <p:sp>
          <p:nvSpPr>
            <p:cNvPr id="101424" name="Freeform 12">
              <a:extLst>
                <a:ext uri="{FF2B5EF4-FFF2-40B4-BE49-F238E27FC236}">
                  <a16:creationId xmlns:a16="http://schemas.microsoft.com/office/drawing/2014/main" id="{46259DAE-0C1F-2B4D-7B1E-75F0BEFF9DDC}"/>
                </a:ext>
              </a:extLst>
            </p:cNvPr>
            <p:cNvSpPr>
              <a:spLocks/>
            </p:cNvSpPr>
            <p:nvPr/>
          </p:nvSpPr>
          <p:spPr bwMode="auto">
            <a:xfrm flipV="1">
              <a:off x="839" y="2336"/>
              <a:ext cx="3103" cy="192"/>
            </a:xfrm>
            <a:custGeom>
              <a:avLst/>
              <a:gdLst>
                <a:gd name="T0" fmla="*/ 0 w 3103"/>
                <a:gd name="T1" fmla="*/ 0 h 192"/>
                <a:gd name="T2" fmla="*/ 1 w 3103"/>
                <a:gd name="T3" fmla="*/ 192 h 192"/>
                <a:gd name="T4" fmla="*/ 3103 w 3103"/>
                <a:gd name="T5" fmla="*/ 192 h 192"/>
                <a:gd name="T6" fmla="*/ 3103 w 3103"/>
                <a:gd name="T7" fmla="*/ 75 h 192"/>
                <a:gd name="T8" fmla="*/ 0 60000 65536"/>
                <a:gd name="T9" fmla="*/ 0 60000 65536"/>
                <a:gd name="T10" fmla="*/ 0 60000 65536"/>
                <a:gd name="T11" fmla="*/ 0 60000 65536"/>
                <a:gd name="T12" fmla="*/ 0 w 3103"/>
                <a:gd name="T13" fmla="*/ 0 h 192"/>
                <a:gd name="T14" fmla="*/ 3103 w 3103"/>
                <a:gd name="T15" fmla="*/ 192 h 192"/>
              </a:gdLst>
              <a:ahLst/>
              <a:cxnLst>
                <a:cxn ang="T8">
                  <a:pos x="T0" y="T1"/>
                </a:cxn>
                <a:cxn ang="T9">
                  <a:pos x="T2" y="T3"/>
                </a:cxn>
                <a:cxn ang="T10">
                  <a:pos x="T4" y="T5"/>
                </a:cxn>
                <a:cxn ang="T11">
                  <a:pos x="T6" y="T7"/>
                </a:cxn>
              </a:cxnLst>
              <a:rect l="T12" t="T13" r="T14" b="T15"/>
              <a:pathLst>
                <a:path w="3103" h="192">
                  <a:moveTo>
                    <a:pt x="0" y="0"/>
                  </a:moveTo>
                  <a:lnTo>
                    <a:pt x="1" y="192"/>
                  </a:lnTo>
                  <a:lnTo>
                    <a:pt x="3103" y="192"/>
                  </a:lnTo>
                  <a:lnTo>
                    <a:pt x="3103" y="75"/>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1425" name="Line 13">
              <a:extLst>
                <a:ext uri="{FF2B5EF4-FFF2-40B4-BE49-F238E27FC236}">
                  <a16:creationId xmlns:a16="http://schemas.microsoft.com/office/drawing/2014/main" id="{3FDE4B21-0823-9DED-93C5-96E768708BDB}"/>
                </a:ext>
              </a:extLst>
            </p:cNvPr>
            <p:cNvSpPr>
              <a:spLocks noChangeShapeType="1"/>
            </p:cNvSpPr>
            <p:nvPr/>
          </p:nvSpPr>
          <p:spPr bwMode="auto">
            <a:xfrm flipV="1">
              <a:off x="2290" y="2336"/>
              <a:ext cx="0" cy="1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grpSp>
      <p:sp>
        <p:nvSpPr>
          <p:cNvPr id="101383" name="Rectangle 14">
            <a:extLst>
              <a:ext uri="{FF2B5EF4-FFF2-40B4-BE49-F238E27FC236}">
                <a16:creationId xmlns:a16="http://schemas.microsoft.com/office/drawing/2014/main" id="{75FCF89F-DBFB-6C1A-FCAC-0BEA878D6254}"/>
              </a:ext>
            </a:extLst>
          </p:cNvPr>
          <p:cNvSpPr>
            <a:spLocks noChangeArrowheads="1"/>
          </p:cNvSpPr>
          <p:nvPr/>
        </p:nvSpPr>
        <p:spPr bwMode="auto">
          <a:xfrm>
            <a:off x="3779838" y="5676900"/>
            <a:ext cx="1584325" cy="360363"/>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1384" name="Rectangle 15">
            <a:extLst>
              <a:ext uri="{FF2B5EF4-FFF2-40B4-BE49-F238E27FC236}">
                <a16:creationId xmlns:a16="http://schemas.microsoft.com/office/drawing/2014/main" id="{6D218598-4B94-5C08-097A-524E7EE280F7}"/>
              </a:ext>
            </a:extLst>
          </p:cNvPr>
          <p:cNvSpPr>
            <a:spLocks noChangeArrowheads="1"/>
          </p:cNvSpPr>
          <p:nvPr/>
        </p:nvSpPr>
        <p:spPr bwMode="auto">
          <a:xfrm>
            <a:off x="1908175" y="2205038"/>
            <a:ext cx="1584325" cy="360362"/>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1385" name="Rectangle 16">
            <a:extLst>
              <a:ext uri="{FF2B5EF4-FFF2-40B4-BE49-F238E27FC236}">
                <a16:creationId xmlns:a16="http://schemas.microsoft.com/office/drawing/2014/main" id="{B5D49864-ACE1-A7BA-D4B7-F58C69DB6787}"/>
              </a:ext>
            </a:extLst>
          </p:cNvPr>
          <p:cNvSpPr>
            <a:spLocks noChangeArrowheads="1"/>
          </p:cNvSpPr>
          <p:nvPr/>
        </p:nvSpPr>
        <p:spPr bwMode="auto">
          <a:xfrm>
            <a:off x="3779838" y="2205038"/>
            <a:ext cx="1584325" cy="360362"/>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1386" name="Rectangle 17">
            <a:extLst>
              <a:ext uri="{FF2B5EF4-FFF2-40B4-BE49-F238E27FC236}">
                <a16:creationId xmlns:a16="http://schemas.microsoft.com/office/drawing/2014/main" id="{E6C67BB2-88BD-3BF4-4ECA-CCCB77CF35BC}"/>
              </a:ext>
            </a:extLst>
          </p:cNvPr>
          <p:cNvSpPr>
            <a:spLocks noChangeArrowheads="1"/>
          </p:cNvSpPr>
          <p:nvPr/>
        </p:nvSpPr>
        <p:spPr bwMode="auto">
          <a:xfrm>
            <a:off x="5653088" y="2205038"/>
            <a:ext cx="1584325" cy="360362"/>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1387" name="Text Box 18">
            <a:extLst>
              <a:ext uri="{FF2B5EF4-FFF2-40B4-BE49-F238E27FC236}">
                <a16:creationId xmlns:a16="http://schemas.microsoft.com/office/drawing/2014/main" id="{6D3081B6-8723-D222-3211-D6270AB458FF}"/>
              </a:ext>
            </a:extLst>
          </p:cNvPr>
          <p:cNvSpPr txBox="1">
            <a:spLocks noChangeArrowheads="1"/>
          </p:cNvSpPr>
          <p:nvPr/>
        </p:nvSpPr>
        <p:spPr bwMode="auto">
          <a:xfrm>
            <a:off x="2527300" y="1916113"/>
            <a:ext cx="3444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C</a:t>
            </a:r>
          </a:p>
        </p:txBody>
      </p:sp>
      <p:sp>
        <p:nvSpPr>
          <p:cNvPr id="101388" name="Text Box 19">
            <a:extLst>
              <a:ext uri="{FF2B5EF4-FFF2-40B4-BE49-F238E27FC236}">
                <a16:creationId xmlns:a16="http://schemas.microsoft.com/office/drawing/2014/main" id="{2A31DD53-EBA5-49FA-E1F7-E5C563C7EB70}"/>
              </a:ext>
            </a:extLst>
          </p:cNvPr>
          <p:cNvSpPr txBox="1">
            <a:spLocks noChangeArrowheads="1"/>
          </p:cNvSpPr>
          <p:nvPr/>
        </p:nvSpPr>
        <p:spPr bwMode="auto">
          <a:xfrm>
            <a:off x="4318000" y="1916113"/>
            <a:ext cx="487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IR</a:t>
            </a:r>
          </a:p>
        </p:txBody>
      </p:sp>
      <p:sp>
        <p:nvSpPr>
          <p:cNvPr id="101389" name="Text Box 20">
            <a:extLst>
              <a:ext uri="{FF2B5EF4-FFF2-40B4-BE49-F238E27FC236}">
                <a16:creationId xmlns:a16="http://schemas.microsoft.com/office/drawing/2014/main" id="{124810C9-EF3F-3C79-14AF-5C479CD9B112}"/>
              </a:ext>
            </a:extLst>
          </p:cNvPr>
          <p:cNvSpPr txBox="1">
            <a:spLocks noChangeArrowheads="1"/>
          </p:cNvSpPr>
          <p:nvPr/>
        </p:nvSpPr>
        <p:spPr bwMode="auto">
          <a:xfrm>
            <a:off x="6129338" y="1916113"/>
            <a:ext cx="631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ALU</a:t>
            </a:r>
          </a:p>
        </p:txBody>
      </p:sp>
      <p:sp>
        <p:nvSpPr>
          <p:cNvPr id="101390" name="Line 21">
            <a:extLst>
              <a:ext uri="{FF2B5EF4-FFF2-40B4-BE49-F238E27FC236}">
                <a16:creationId xmlns:a16="http://schemas.microsoft.com/office/drawing/2014/main" id="{CD46FE84-C611-3144-593A-46AAC7F76213}"/>
              </a:ext>
            </a:extLst>
          </p:cNvPr>
          <p:cNvSpPr>
            <a:spLocks noChangeShapeType="1"/>
          </p:cNvSpPr>
          <p:nvPr/>
        </p:nvSpPr>
        <p:spPr bwMode="auto">
          <a:xfrm>
            <a:off x="2051050"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1391" name="Line 22">
            <a:extLst>
              <a:ext uri="{FF2B5EF4-FFF2-40B4-BE49-F238E27FC236}">
                <a16:creationId xmlns:a16="http://schemas.microsoft.com/office/drawing/2014/main" id="{E9457751-F914-40D9-A8F7-8E49C47CD9B6}"/>
              </a:ext>
            </a:extLst>
          </p:cNvPr>
          <p:cNvSpPr>
            <a:spLocks noChangeShapeType="1"/>
          </p:cNvSpPr>
          <p:nvPr/>
        </p:nvSpPr>
        <p:spPr bwMode="auto">
          <a:xfrm>
            <a:off x="2195513"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1392" name="Line 23">
            <a:extLst>
              <a:ext uri="{FF2B5EF4-FFF2-40B4-BE49-F238E27FC236}">
                <a16:creationId xmlns:a16="http://schemas.microsoft.com/office/drawing/2014/main" id="{9C0C2718-0ED5-42CC-ED37-7842BE32D5AB}"/>
              </a:ext>
            </a:extLst>
          </p:cNvPr>
          <p:cNvSpPr>
            <a:spLocks noChangeShapeType="1"/>
          </p:cNvSpPr>
          <p:nvPr/>
        </p:nvSpPr>
        <p:spPr bwMode="auto">
          <a:xfrm>
            <a:off x="3348038"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1393" name="Line 24">
            <a:extLst>
              <a:ext uri="{FF2B5EF4-FFF2-40B4-BE49-F238E27FC236}">
                <a16:creationId xmlns:a16="http://schemas.microsoft.com/office/drawing/2014/main" id="{16DE2CC5-AFEA-4D0F-CB37-AC62D1EB6050}"/>
              </a:ext>
            </a:extLst>
          </p:cNvPr>
          <p:cNvSpPr>
            <a:spLocks noChangeShapeType="1"/>
          </p:cNvSpPr>
          <p:nvPr/>
        </p:nvSpPr>
        <p:spPr bwMode="auto">
          <a:xfrm>
            <a:off x="3922713"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1394" name="Line 25">
            <a:extLst>
              <a:ext uri="{FF2B5EF4-FFF2-40B4-BE49-F238E27FC236}">
                <a16:creationId xmlns:a16="http://schemas.microsoft.com/office/drawing/2014/main" id="{9FD836D0-064B-3EEF-FB62-7D72C26DF545}"/>
              </a:ext>
            </a:extLst>
          </p:cNvPr>
          <p:cNvSpPr>
            <a:spLocks noChangeShapeType="1"/>
          </p:cNvSpPr>
          <p:nvPr/>
        </p:nvSpPr>
        <p:spPr bwMode="auto">
          <a:xfrm>
            <a:off x="4067175"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1395" name="Line 26">
            <a:extLst>
              <a:ext uri="{FF2B5EF4-FFF2-40B4-BE49-F238E27FC236}">
                <a16:creationId xmlns:a16="http://schemas.microsoft.com/office/drawing/2014/main" id="{4827C656-FE0B-9D1A-0F89-DF06E9EDF046}"/>
              </a:ext>
            </a:extLst>
          </p:cNvPr>
          <p:cNvSpPr>
            <a:spLocks noChangeShapeType="1"/>
          </p:cNvSpPr>
          <p:nvPr/>
        </p:nvSpPr>
        <p:spPr bwMode="auto">
          <a:xfrm>
            <a:off x="5219700"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1396" name="Line 27">
            <a:extLst>
              <a:ext uri="{FF2B5EF4-FFF2-40B4-BE49-F238E27FC236}">
                <a16:creationId xmlns:a16="http://schemas.microsoft.com/office/drawing/2014/main" id="{5CAD053C-94BA-79F5-5861-8F089EBA4946}"/>
              </a:ext>
            </a:extLst>
          </p:cNvPr>
          <p:cNvSpPr>
            <a:spLocks noChangeShapeType="1"/>
          </p:cNvSpPr>
          <p:nvPr/>
        </p:nvSpPr>
        <p:spPr bwMode="auto">
          <a:xfrm>
            <a:off x="5795963"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1397" name="Line 28">
            <a:extLst>
              <a:ext uri="{FF2B5EF4-FFF2-40B4-BE49-F238E27FC236}">
                <a16:creationId xmlns:a16="http://schemas.microsoft.com/office/drawing/2014/main" id="{9347282B-A038-612C-74B4-4B26BA70C58F}"/>
              </a:ext>
            </a:extLst>
          </p:cNvPr>
          <p:cNvSpPr>
            <a:spLocks noChangeShapeType="1"/>
          </p:cNvSpPr>
          <p:nvPr/>
        </p:nvSpPr>
        <p:spPr bwMode="auto">
          <a:xfrm>
            <a:off x="5940425"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1398" name="Line 29">
            <a:extLst>
              <a:ext uri="{FF2B5EF4-FFF2-40B4-BE49-F238E27FC236}">
                <a16:creationId xmlns:a16="http://schemas.microsoft.com/office/drawing/2014/main" id="{EAB47C00-C3A7-FDDF-4B34-8683A1F9B112}"/>
              </a:ext>
            </a:extLst>
          </p:cNvPr>
          <p:cNvSpPr>
            <a:spLocks noChangeShapeType="1"/>
          </p:cNvSpPr>
          <p:nvPr/>
        </p:nvSpPr>
        <p:spPr bwMode="auto">
          <a:xfrm>
            <a:off x="7092950"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1399" name="Text Box 30">
            <a:extLst>
              <a:ext uri="{FF2B5EF4-FFF2-40B4-BE49-F238E27FC236}">
                <a16:creationId xmlns:a16="http://schemas.microsoft.com/office/drawing/2014/main" id="{E43DEB2C-DCEE-A9B6-796C-A5E449CF91A8}"/>
              </a:ext>
            </a:extLst>
          </p:cNvPr>
          <p:cNvSpPr txBox="1">
            <a:spLocks noChangeArrowheads="1"/>
          </p:cNvSpPr>
          <p:nvPr/>
        </p:nvSpPr>
        <p:spPr bwMode="auto">
          <a:xfrm>
            <a:off x="1825625"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1400" name="Text Box 31">
            <a:extLst>
              <a:ext uri="{FF2B5EF4-FFF2-40B4-BE49-F238E27FC236}">
                <a16:creationId xmlns:a16="http://schemas.microsoft.com/office/drawing/2014/main" id="{1934AA08-D67A-095B-0357-A53F25FB6D50}"/>
              </a:ext>
            </a:extLst>
          </p:cNvPr>
          <p:cNvSpPr txBox="1">
            <a:spLocks noChangeArrowheads="1"/>
          </p:cNvSpPr>
          <p:nvPr/>
        </p:nvSpPr>
        <p:spPr bwMode="auto">
          <a:xfrm>
            <a:off x="3175000"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1401" name="Text Box 32">
            <a:extLst>
              <a:ext uri="{FF2B5EF4-FFF2-40B4-BE49-F238E27FC236}">
                <a16:creationId xmlns:a16="http://schemas.microsoft.com/office/drawing/2014/main" id="{86485CEB-B25D-3FA7-1C6F-C3AA10EE6BBA}"/>
              </a:ext>
            </a:extLst>
          </p:cNvPr>
          <p:cNvSpPr txBox="1">
            <a:spLocks noChangeArrowheads="1"/>
          </p:cNvSpPr>
          <p:nvPr/>
        </p:nvSpPr>
        <p:spPr bwMode="auto">
          <a:xfrm>
            <a:off x="3689350"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1402" name="Text Box 33">
            <a:extLst>
              <a:ext uri="{FF2B5EF4-FFF2-40B4-BE49-F238E27FC236}">
                <a16:creationId xmlns:a16="http://schemas.microsoft.com/office/drawing/2014/main" id="{2B98F539-BA77-71DF-6530-95897DA29D7C}"/>
              </a:ext>
            </a:extLst>
          </p:cNvPr>
          <p:cNvSpPr txBox="1">
            <a:spLocks noChangeArrowheads="1"/>
          </p:cNvSpPr>
          <p:nvPr/>
        </p:nvSpPr>
        <p:spPr bwMode="auto">
          <a:xfrm>
            <a:off x="5038725"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1403" name="Text Box 34">
            <a:extLst>
              <a:ext uri="{FF2B5EF4-FFF2-40B4-BE49-F238E27FC236}">
                <a16:creationId xmlns:a16="http://schemas.microsoft.com/office/drawing/2014/main" id="{8B9BFB86-8406-76A9-F523-4608A3B6265B}"/>
              </a:ext>
            </a:extLst>
          </p:cNvPr>
          <p:cNvSpPr txBox="1">
            <a:spLocks noChangeArrowheads="1"/>
          </p:cNvSpPr>
          <p:nvPr/>
        </p:nvSpPr>
        <p:spPr bwMode="auto">
          <a:xfrm>
            <a:off x="5561013"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1404" name="Text Box 35">
            <a:extLst>
              <a:ext uri="{FF2B5EF4-FFF2-40B4-BE49-F238E27FC236}">
                <a16:creationId xmlns:a16="http://schemas.microsoft.com/office/drawing/2014/main" id="{44EE6534-FB9F-9A19-AE0D-BC1D73F76ED3}"/>
              </a:ext>
            </a:extLst>
          </p:cNvPr>
          <p:cNvSpPr txBox="1">
            <a:spLocks noChangeArrowheads="1"/>
          </p:cNvSpPr>
          <p:nvPr/>
        </p:nvSpPr>
        <p:spPr bwMode="auto">
          <a:xfrm>
            <a:off x="6910388"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1405" name="Freeform 36">
            <a:extLst>
              <a:ext uri="{FF2B5EF4-FFF2-40B4-BE49-F238E27FC236}">
                <a16:creationId xmlns:a16="http://schemas.microsoft.com/office/drawing/2014/main" id="{15325503-CDD0-4755-E2FD-0B25AB8E9E86}"/>
              </a:ext>
            </a:extLst>
          </p:cNvPr>
          <p:cNvSpPr>
            <a:spLocks/>
          </p:cNvSpPr>
          <p:nvPr/>
        </p:nvSpPr>
        <p:spPr bwMode="auto">
          <a:xfrm>
            <a:off x="1763713" y="2574925"/>
            <a:ext cx="211137" cy="638175"/>
          </a:xfrm>
          <a:custGeom>
            <a:avLst/>
            <a:gdLst>
              <a:gd name="T0" fmla="*/ 2147483646 w 133"/>
              <a:gd name="T1" fmla="*/ 0 h 402"/>
              <a:gd name="T2" fmla="*/ 2147483646 w 133"/>
              <a:gd name="T3" fmla="*/ 2147483646 h 402"/>
              <a:gd name="T4" fmla="*/ 2147483646 w 133"/>
              <a:gd name="T5" fmla="*/ 2147483646 h 402"/>
              <a:gd name="T6" fmla="*/ 0 w 133"/>
              <a:gd name="T7" fmla="*/ 2147483646 h 402"/>
              <a:gd name="T8" fmla="*/ 0 60000 65536"/>
              <a:gd name="T9" fmla="*/ 0 60000 65536"/>
              <a:gd name="T10" fmla="*/ 0 60000 65536"/>
              <a:gd name="T11" fmla="*/ 0 60000 65536"/>
              <a:gd name="T12" fmla="*/ 0 w 133"/>
              <a:gd name="T13" fmla="*/ 0 h 402"/>
              <a:gd name="T14" fmla="*/ 133 w 133"/>
              <a:gd name="T15" fmla="*/ 402 h 402"/>
            </a:gdLst>
            <a:ahLst/>
            <a:cxnLst>
              <a:cxn ang="T8">
                <a:pos x="T0" y="T1"/>
              </a:cxn>
              <a:cxn ang="T9">
                <a:pos x="T2" y="T3"/>
              </a:cxn>
              <a:cxn ang="T10">
                <a:pos x="T4" y="T5"/>
              </a:cxn>
              <a:cxn ang="T11">
                <a:pos x="T6" y="T7"/>
              </a:cxn>
            </a:cxnLst>
            <a:rect l="T12" t="T13" r="T14" b="T15"/>
            <a:pathLst>
              <a:path w="133" h="402">
                <a:moveTo>
                  <a:pt x="133" y="0"/>
                </a:moveTo>
                <a:lnTo>
                  <a:pt x="133" y="272"/>
                </a:lnTo>
                <a:lnTo>
                  <a:pt x="1" y="272"/>
                </a:lnTo>
                <a:lnTo>
                  <a:pt x="0" y="402"/>
                </a:lnTo>
              </a:path>
            </a:pathLst>
          </a:custGeom>
          <a:noFill/>
          <a:ln w="2540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1406" name="Freeform 40">
            <a:extLst>
              <a:ext uri="{FF2B5EF4-FFF2-40B4-BE49-F238E27FC236}">
                <a16:creationId xmlns:a16="http://schemas.microsoft.com/office/drawing/2014/main" id="{B5D2590A-AAA0-592E-C949-DCF2934D120F}"/>
              </a:ext>
            </a:extLst>
          </p:cNvPr>
          <p:cNvSpPr>
            <a:spLocks/>
          </p:cNvSpPr>
          <p:nvPr/>
        </p:nvSpPr>
        <p:spPr bwMode="auto">
          <a:xfrm>
            <a:off x="2128838" y="2565400"/>
            <a:ext cx="2228850" cy="638175"/>
          </a:xfrm>
          <a:custGeom>
            <a:avLst/>
            <a:gdLst>
              <a:gd name="T0" fmla="*/ 2147483646 w 1404"/>
              <a:gd name="T1" fmla="*/ 0 h 402"/>
              <a:gd name="T2" fmla="*/ 0 w 1404"/>
              <a:gd name="T3" fmla="*/ 2147483646 h 402"/>
              <a:gd name="T4" fmla="*/ 2147483646 w 1404"/>
              <a:gd name="T5" fmla="*/ 2147483646 h 402"/>
              <a:gd name="T6" fmla="*/ 2147483646 w 1404"/>
              <a:gd name="T7" fmla="*/ 2147483646 h 402"/>
              <a:gd name="T8" fmla="*/ 0 60000 65536"/>
              <a:gd name="T9" fmla="*/ 0 60000 65536"/>
              <a:gd name="T10" fmla="*/ 0 60000 65536"/>
              <a:gd name="T11" fmla="*/ 0 60000 65536"/>
              <a:gd name="T12" fmla="*/ 0 w 1404"/>
              <a:gd name="T13" fmla="*/ 0 h 402"/>
              <a:gd name="T14" fmla="*/ 1404 w 1404"/>
              <a:gd name="T15" fmla="*/ 402 h 402"/>
            </a:gdLst>
            <a:ahLst/>
            <a:cxnLst>
              <a:cxn ang="T8">
                <a:pos x="T0" y="T1"/>
              </a:cxn>
              <a:cxn ang="T9">
                <a:pos x="T2" y="T3"/>
              </a:cxn>
              <a:cxn ang="T10">
                <a:pos x="T4" y="T5"/>
              </a:cxn>
              <a:cxn ang="T11">
                <a:pos x="T6" y="T7"/>
              </a:cxn>
            </a:cxnLst>
            <a:rect l="T12" t="T13" r="T14" b="T15"/>
            <a:pathLst>
              <a:path w="1404" h="402">
                <a:moveTo>
                  <a:pt x="1" y="0"/>
                </a:moveTo>
                <a:lnTo>
                  <a:pt x="0" y="220"/>
                </a:lnTo>
                <a:lnTo>
                  <a:pt x="1404" y="232"/>
                </a:lnTo>
                <a:lnTo>
                  <a:pt x="1404" y="402"/>
                </a:lnTo>
              </a:path>
            </a:pathLst>
          </a:custGeom>
          <a:noFill/>
          <a:ln w="2540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1407" name="Freeform 43">
            <a:extLst>
              <a:ext uri="{FF2B5EF4-FFF2-40B4-BE49-F238E27FC236}">
                <a16:creationId xmlns:a16="http://schemas.microsoft.com/office/drawing/2014/main" id="{8998FAE9-7AC7-3FA5-9EEF-84EF37048186}"/>
              </a:ext>
            </a:extLst>
          </p:cNvPr>
          <p:cNvSpPr>
            <a:spLocks/>
          </p:cNvSpPr>
          <p:nvPr/>
        </p:nvSpPr>
        <p:spPr bwMode="auto">
          <a:xfrm>
            <a:off x="3424238" y="2565400"/>
            <a:ext cx="3619500" cy="638175"/>
          </a:xfrm>
          <a:custGeom>
            <a:avLst/>
            <a:gdLst>
              <a:gd name="T0" fmla="*/ 2147483646 w 2280"/>
              <a:gd name="T1" fmla="*/ 0 h 402"/>
              <a:gd name="T2" fmla="*/ 0 w 2280"/>
              <a:gd name="T3" fmla="*/ 2147483646 h 402"/>
              <a:gd name="T4" fmla="*/ 2147483646 w 2280"/>
              <a:gd name="T5" fmla="*/ 2147483646 h 402"/>
              <a:gd name="T6" fmla="*/ 2147483646 w 2280"/>
              <a:gd name="T7" fmla="*/ 2147483646 h 402"/>
              <a:gd name="T8" fmla="*/ 0 60000 65536"/>
              <a:gd name="T9" fmla="*/ 0 60000 65536"/>
              <a:gd name="T10" fmla="*/ 0 60000 65536"/>
              <a:gd name="T11" fmla="*/ 0 60000 65536"/>
              <a:gd name="T12" fmla="*/ 0 w 2280"/>
              <a:gd name="T13" fmla="*/ 0 h 402"/>
              <a:gd name="T14" fmla="*/ 2280 w 2280"/>
              <a:gd name="T15" fmla="*/ 402 h 402"/>
            </a:gdLst>
            <a:ahLst/>
            <a:cxnLst>
              <a:cxn ang="T8">
                <a:pos x="T0" y="T1"/>
              </a:cxn>
              <a:cxn ang="T9">
                <a:pos x="T2" y="T3"/>
              </a:cxn>
              <a:cxn ang="T10">
                <a:pos x="T4" y="T5"/>
              </a:cxn>
              <a:cxn ang="T11">
                <a:pos x="T6" y="T7"/>
              </a:cxn>
            </a:cxnLst>
            <a:rect l="T12" t="T13" r="T14" b="T15"/>
            <a:pathLst>
              <a:path w="2280" h="402">
                <a:moveTo>
                  <a:pt x="1" y="0"/>
                </a:moveTo>
                <a:lnTo>
                  <a:pt x="0" y="118"/>
                </a:lnTo>
                <a:lnTo>
                  <a:pt x="2280" y="127"/>
                </a:lnTo>
                <a:lnTo>
                  <a:pt x="2280" y="402"/>
                </a:lnTo>
              </a:path>
            </a:pathLst>
          </a:custGeom>
          <a:noFill/>
          <a:ln w="25400" cap="flat" cmpd="sng">
            <a:solidFill>
              <a:srgbClr val="FF33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1408" name="Line 46">
            <a:extLst>
              <a:ext uri="{FF2B5EF4-FFF2-40B4-BE49-F238E27FC236}">
                <a16:creationId xmlns:a16="http://schemas.microsoft.com/office/drawing/2014/main" id="{42AFBB3A-ABEF-613A-B7F9-296B9D468E47}"/>
              </a:ext>
            </a:extLst>
          </p:cNvPr>
          <p:cNvSpPr>
            <a:spLocks noChangeShapeType="1"/>
          </p:cNvSpPr>
          <p:nvPr/>
        </p:nvSpPr>
        <p:spPr bwMode="auto">
          <a:xfrm>
            <a:off x="3924300" y="5676900"/>
            <a:ext cx="0" cy="360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1409" name="Line 47">
            <a:extLst>
              <a:ext uri="{FF2B5EF4-FFF2-40B4-BE49-F238E27FC236}">
                <a16:creationId xmlns:a16="http://schemas.microsoft.com/office/drawing/2014/main" id="{5A73249E-F1F7-2458-A231-3201C172F055}"/>
              </a:ext>
            </a:extLst>
          </p:cNvPr>
          <p:cNvSpPr>
            <a:spLocks noChangeShapeType="1"/>
          </p:cNvSpPr>
          <p:nvPr/>
        </p:nvSpPr>
        <p:spPr bwMode="auto">
          <a:xfrm>
            <a:off x="4068763" y="5676900"/>
            <a:ext cx="0" cy="360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1410" name="Line 48">
            <a:extLst>
              <a:ext uri="{FF2B5EF4-FFF2-40B4-BE49-F238E27FC236}">
                <a16:creationId xmlns:a16="http://schemas.microsoft.com/office/drawing/2014/main" id="{D0D49517-DC36-9A54-68F0-0A96585F05E1}"/>
              </a:ext>
            </a:extLst>
          </p:cNvPr>
          <p:cNvSpPr>
            <a:spLocks noChangeShapeType="1"/>
          </p:cNvSpPr>
          <p:nvPr/>
        </p:nvSpPr>
        <p:spPr bwMode="auto">
          <a:xfrm>
            <a:off x="5221288" y="5676900"/>
            <a:ext cx="0" cy="360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1411" name="Text Box 49">
            <a:extLst>
              <a:ext uri="{FF2B5EF4-FFF2-40B4-BE49-F238E27FC236}">
                <a16:creationId xmlns:a16="http://schemas.microsoft.com/office/drawing/2014/main" id="{DE9B9016-31A6-F880-C0AE-1D082C349D18}"/>
              </a:ext>
            </a:extLst>
          </p:cNvPr>
          <p:cNvSpPr txBox="1">
            <a:spLocks noChangeArrowheads="1"/>
          </p:cNvSpPr>
          <p:nvPr/>
        </p:nvSpPr>
        <p:spPr bwMode="auto">
          <a:xfrm>
            <a:off x="4324350" y="5988050"/>
            <a:ext cx="487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PC</a:t>
            </a:r>
          </a:p>
        </p:txBody>
      </p:sp>
      <p:sp>
        <p:nvSpPr>
          <p:cNvPr id="101412" name="Text Box 50">
            <a:extLst>
              <a:ext uri="{FF2B5EF4-FFF2-40B4-BE49-F238E27FC236}">
                <a16:creationId xmlns:a16="http://schemas.microsoft.com/office/drawing/2014/main" id="{358F3CE9-827A-C6C4-0261-6D5E3F158ACB}"/>
              </a:ext>
            </a:extLst>
          </p:cNvPr>
          <p:cNvSpPr txBox="1">
            <a:spLocks noChangeArrowheads="1"/>
          </p:cNvSpPr>
          <p:nvPr/>
        </p:nvSpPr>
        <p:spPr bwMode="auto">
          <a:xfrm>
            <a:off x="3675063" y="5445125"/>
            <a:ext cx="5048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1413" name="Text Box 51">
            <a:extLst>
              <a:ext uri="{FF2B5EF4-FFF2-40B4-BE49-F238E27FC236}">
                <a16:creationId xmlns:a16="http://schemas.microsoft.com/office/drawing/2014/main" id="{C0C424AB-35CE-1157-2802-912F862CA9D1}"/>
              </a:ext>
            </a:extLst>
          </p:cNvPr>
          <p:cNvSpPr txBox="1">
            <a:spLocks noChangeArrowheads="1"/>
          </p:cNvSpPr>
          <p:nvPr/>
        </p:nvSpPr>
        <p:spPr bwMode="auto">
          <a:xfrm>
            <a:off x="5024438" y="5445125"/>
            <a:ext cx="5048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1414" name="Freeform 52">
            <a:extLst>
              <a:ext uri="{FF2B5EF4-FFF2-40B4-BE49-F238E27FC236}">
                <a16:creationId xmlns:a16="http://schemas.microsoft.com/office/drawing/2014/main" id="{C7BA79AF-07A2-F15C-418D-85E72F654F4D}"/>
              </a:ext>
            </a:extLst>
          </p:cNvPr>
          <p:cNvSpPr>
            <a:spLocks/>
          </p:cNvSpPr>
          <p:nvPr/>
        </p:nvSpPr>
        <p:spPr bwMode="auto">
          <a:xfrm>
            <a:off x="2133600" y="5076825"/>
            <a:ext cx="1706563" cy="401638"/>
          </a:xfrm>
          <a:custGeom>
            <a:avLst/>
            <a:gdLst>
              <a:gd name="T0" fmla="*/ 0 w 1075"/>
              <a:gd name="T1" fmla="*/ 0 h 253"/>
              <a:gd name="T2" fmla="*/ 0 w 1075"/>
              <a:gd name="T3" fmla="*/ 2147483646 h 253"/>
              <a:gd name="T4" fmla="*/ 2147483646 w 1075"/>
              <a:gd name="T5" fmla="*/ 2147483646 h 253"/>
              <a:gd name="T6" fmla="*/ 2147483646 w 1075"/>
              <a:gd name="T7" fmla="*/ 2147483646 h 253"/>
              <a:gd name="T8" fmla="*/ 0 60000 65536"/>
              <a:gd name="T9" fmla="*/ 0 60000 65536"/>
              <a:gd name="T10" fmla="*/ 0 60000 65536"/>
              <a:gd name="T11" fmla="*/ 0 60000 65536"/>
              <a:gd name="T12" fmla="*/ 0 w 1075"/>
              <a:gd name="T13" fmla="*/ 0 h 253"/>
              <a:gd name="T14" fmla="*/ 1075 w 1075"/>
              <a:gd name="T15" fmla="*/ 253 h 253"/>
            </a:gdLst>
            <a:ahLst/>
            <a:cxnLst>
              <a:cxn ang="T8">
                <a:pos x="T0" y="T1"/>
              </a:cxn>
              <a:cxn ang="T9">
                <a:pos x="T2" y="T3"/>
              </a:cxn>
              <a:cxn ang="T10">
                <a:pos x="T4" y="T5"/>
              </a:cxn>
              <a:cxn ang="T11">
                <a:pos x="T6" y="T7"/>
              </a:cxn>
            </a:cxnLst>
            <a:rect l="T12" t="T13" r="T14" b="T15"/>
            <a:pathLst>
              <a:path w="1075" h="253">
                <a:moveTo>
                  <a:pt x="0" y="0"/>
                </a:moveTo>
                <a:lnTo>
                  <a:pt x="0" y="127"/>
                </a:lnTo>
                <a:lnTo>
                  <a:pt x="1074" y="127"/>
                </a:lnTo>
                <a:lnTo>
                  <a:pt x="1075" y="253"/>
                </a:lnTo>
              </a:path>
            </a:pathLst>
          </a:custGeom>
          <a:noFill/>
          <a:ln w="2540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1415" name="Freeform 53">
            <a:extLst>
              <a:ext uri="{FF2B5EF4-FFF2-40B4-BE49-F238E27FC236}">
                <a16:creationId xmlns:a16="http://schemas.microsoft.com/office/drawing/2014/main" id="{39BFC392-7E0B-68E6-763B-756A407FDECA}"/>
              </a:ext>
            </a:extLst>
          </p:cNvPr>
          <p:cNvSpPr>
            <a:spLocks/>
          </p:cNvSpPr>
          <p:nvPr/>
        </p:nvSpPr>
        <p:spPr bwMode="auto">
          <a:xfrm>
            <a:off x="4010025" y="5084763"/>
            <a:ext cx="787400" cy="382587"/>
          </a:xfrm>
          <a:custGeom>
            <a:avLst/>
            <a:gdLst>
              <a:gd name="T0" fmla="*/ 2147483646 w 496"/>
              <a:gd name="T1" fmla="*/ 0 h 241"/>
              <a:gd name="T2" fmla="*/ 2147483646 w 496"/>
              <a:gd name="T3" fmla="*/ 2147483646 h 241"/>
              <a:gd name="T4" fmla="*/ 2147483646 w 496"/>
              <a:gd name="T5" fmla="*/ 2147483646 h 241"/>
              <a:gd name="T6" fmla="*/ 0 w 496"/>
              <a:gd name="T7" fmla="*/ 2147483646 h 241"/>
              <a:gd name="T8" fmla="*/ 0 60000 65536"/>
              <a:gd name="T9" fmla="*/ 0 60000 65536"/>
              <a:gd name="T10" fmla="*/ 0 60000 65536"/>
              <a:gd name="T11" fmla="*/ 0 60000 65536"/>
              <a:gd name="T12" fmla="*/ 0 w 496"/>
              <a:gd name="T13" fmla="*/ 0 h 241"/>
              <a:gd name="T14" fmla="*/ 496 w 496"/>
              <a:gd name="T15" fmla="*/ 241 h 241"/>
            </a:gdLst>
            <a:ahLst/>
            <a:cxnLst>
              <a:cxn ang="T8">
                <a:pos x="T0" y="T1"/>
              </a:cxn>
              <a:cxn ang="T9">
                <a:pos x="T2" y="T3"/>
              </a:cxn>
              <a:cxn ang="T10">
                <a:pos x="T4" y="T5"/>
              </a:cxn>
              <a:cxn ang="T11">
                <a:pos x="T6" y="T7"/>
              </a:cxn>
            </a:cxnLst>
            <a:rect l="T12" t="T13" r="T14" b="T15"/>
            <a:pathLst>
              <a:path w="496" h="241">
                <a:moveTo>
                  <a:pt x="496" y="0"/>
                </a:moveTo>
                <a:lnTo>
                  <a:pt x="496" y="118"/>
                </a:lnTo>
                <a:lnTo>
                  <a:pt x="4" y="114"/>
                </a:lnTo>
                <a:lnTo>
                  <a:pt x="0" y="241"/>
                </a:lnTo>
              </a:path>
            </a:pathLst>
          </a:custGeom>
          <a:noFill/>
          <a:ln w="2540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1416" name="Freeform 54">
            <a:extLst>
              <a:ext uri="{FF2B5EF4-FFF2-40B4-BE49-F238E27FC236}">
                <a16:creationId xmlns:a16="http://schemas.microsoft.com/office/drawing/2014/main" id="{5F148D47-AA65-633C-8203-0F74B35D5A6E}"/>
              </a:ext>
            </a:extLst>
          </p:cNvPr>
          <p:cNvSpPr>
            <a:spLocks/>
          </p:cNvSpPr>
          <p:nvPr/>
        </p:nvSpPr>
        <p:spPr bwMode="auto">
          <a:xfrm>
            <a:off x="5292725" y="5084763"/>
            <a:ext cx="2109788" cy="379412"/>
          </a:xfrm>
          <a:custGeom>
            <a:avLst/>
            <a:gdLst>
              <a:gd name="T0" fmla="*/ 2147483646 w 1329"/>
              <a:gd name="T1" fmla="*/ 2147483646 h 239"/>
              <a:gd name="T2" fmla="*/ 0 w 1329"/>
              <a:gd name="T3" fmla="*/ 2147483646 h 239"/>
              <a:gd name="T4" fmla="*/ 2147483646 w 1329"/>
              <a:gd name="T5" fmla="*/ 2147483646 h 239"/>
              <a:gd name="T6" fmla="*/ 2147483646 w 1329"/>
              <a:gd name="T7" fmla="*/ 0 h 239"/>
              <a:gd name="T8" fmla="*/ 0 60000 65536"/>
              <a:gd name="T9" fmla="*/ 0 60000 65536"/>
              <a:gd name="T10" fmla="*/ 0 60000 65536"/>
              <a:gd name="T11" fmla="*/ 0 60000 65536"/>
              <a:gd name="T12" fmla="*/ 0 w 1329"/>
              <a:gd name="T13" fmla="*/ 0 h 239"/>
              <a:gd name="T14" fmla="*/ 1329 w 1329"/>
              <a:gd name="T15" fmla="*/ 239 h 239"/>
            </a:gdLst>
            <a:ahLst/>
            <a:cxnLst>
              <a:cxn ang="T8">
                <a:pos x="T0" y="T1"/>
              </a:cxn>
              <a:cxn ang="T9">
                <a:pos x="T2" y="T3"/>
              </a:cxn>
              <a:cxn ang="T10">
                <a:pos x="T4" y="T5"/>
              </a:cxn>
              <a:cxn ang="T11">
                <a:pos x="T6" y="T7"/>
              </a:cxn>
            </a:cxnLst>
            <a:rect l="T12" t="T13" r="T14" b="T15"/>
            <a:pathLst>
              <a:path w="1329" h="239">
                <a:moveTo>
                  <a:pt x="2" y="239"/>
                </a:moveTo>
                <a:lnTo>
                  <a:pt x="0" y="114"/>
                </a:lnTo>
                <a:lnTo>
                  <a:pt x="1329" y="112"/>
                </a:lnTo>
                <a:lnTo>
                  <a:pt x="1329" y="0"/>
                </a:lnTo>
              </a:path>
            </a:pathLst>
          </a:custGeom>
          <a:noFill/>
          <a:ln w="2540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1417" name="Text Box 56">
            <a:extLst>
              <a:ext uri="{FF2B5EF4-FFF2-40B4-BE49-F238E27FC236}">
                <a16:creationId xmlns:a16="http://schemas.microsoft.com/office/drawing/2014/main" id="{CD46FD5A-7802-24DF-803B-C4BC0202EC11}"/>
              </a:ext>
            </a:extLst>
          </p:cNvPr>
          <p:cNvSpPr txBox="1">
            <a:spLocks noChangeArrowheads="1"/>
          </p:cNvSpPr>
          <p:nvPr/>
        </p:nvSpPr>
        <p:spPr bwMode="auto">
          <a:xfrm>
            <a:off x="2455863" y="1709738"/>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FF3300"/>
                </a:solidFill>
              </a:rPr>
              <a:t>00</a:t>
            </a:r>
          </a:p>
        </p:txBody>
      </p:sp>
      <p:sp>
        <p:nvSpPr>
          <p:cNvPr id="101418" name="Text Box 57">
            <a:extLst>
              <a:ext uri="{FF2B5EF4-FFF2-40B4-BE49-F238E27FC236}">
                <a16:creationId xmlns:a16="http://schemas.microsoft.com/office/drawing/2014/main" id="{700CF974-94E2-6F01-124D-50FB114BB33F}"/>
              </a:ext>
            </a:extLst>
          </p:cNvPr>
          <p:cNvSpPr txBox="1">
            <a:spLocks noChangeArrowheads="1"/>
          </p:cNvSpPr>
          <p:nvPr/>
        </p:nvSpPr>
        <p:spPr bwMode="auto">
          <a:xfrm>
            <a:off x="506413" y="3813175"/>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FF0000"/>
                </a:solidFill>
              </a:rPr>
              <a:t>0</a:t>
            </a:r>
          </a:p>
        </p:txBody>
      </p:sp>
      <p:sp>
        <p:nvSpPr>
          <p:cNvPr id="101419" name="Text Box 58">
            <a:extLst>
              <a:ext uri="{FF2B5EF4-FFF2-40B4-BE49-F238E27FC236}">
                <a16:creationId xmlns:a16="http://schemas.microsoft.com/office/drawing/2014/main" id="{AE123821-E602-7DDB-78D1-5A7C4C3DD335}"/>
              </a:ext>
            </a:extLst>
          </p:cNvPr>
          <p:cNvSpPr txBox="1">
            <a:spLocks noChangeArrowheads="1"/>
          </p:cNvSpPr>
          <p:nvPr/>
        </p:nvSpPr>
        <p:spPr bwMode="auto">
          <a:xfrm>
            <a:off x="506413" y="4171950"/>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FF0000"/>
                </a:solidFill>
              </a:rPr>
              <a:t>0</a:t>
            </a:r>
          </a:p>
        </p:txBody>
      </p:sp>
      <p:sp>
        <p:nvSpPr>
          <p:cNvPr id="101420" name="Text Box 59">
            <a:extLst>
              <a:ext uri="{FF2B5EF4-FFF2-40B4-BE49-F238E27FC236}">
                <a16:creationId xmlns:a16="http://schemas.microsoft.com/office/drawing/2014/main" id="{6DDB9DC6-00D0-6E1E-22A5-CFD45BD197D3}"/>
              </a:ext>
            </a:extLst>
          </p:cNvPr>
          <p:cNvSpPr txBox="1">
            <a:spLocks noChangeArrowheads="1"/>
          </p:cNvSpPr>
          <p:nvPr/>
        </p:nvSpPr>
        <p:spPr bwMode="auto">
          <a:xfrm>
            <a:off x="3132138" y="3813175"/>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FF0000"/>
                </a:solidFill>
              </a:rPr>
              <a:t>0</a:t>
            </a:r>
          </a:p>
        </p:txBody>
      </p:sp>
      <p:sp>
        <p:nvSpPr>
          <p:cNvPr id="101421" name="Text Box 60">
            <a:extLst>
              <a:ext uri="{FF2B5EF4-FFF2-40B4-BE49-F238E27FC236}">
                <a16:creationId xmlns:a16="http://schemas.microsoft.com/office/drawing/2014/main" id="{C25D4423-FD8A-6EB9-4031-979DA5C4BD4D}"/>
              </a:ext>
            </a:extLst>
          </p:cNvPr>
          <p:cNvSpPr txBox="1">
            <a:spLocks noChangeArrowheads="1"/>
          </p:cNvSpPr>
          <p:nvPr/>
        </p:nvSpPr>
        <p:spPr bwMode="auto">
          <a:xfrm>
            <a:off x="3132138" y="4171950"/>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FF0000"/>
                </a:solidFill>
              </a:rPr>
              <a:t>0</a:t>
            </a:r>
          </a:p>
        </p:txBody>
      </p:sp>
      <p:sp>
        <p:nvSpPr>
          <p:cNvPr id="101422" name="Text Box 61">
            <a:extLst>
              <a:ext uri="{FF2B5EF4-FFF2-40B4-BE49-F238E27FC236}">
                <a16:creationId xmlns:a16="http://schemas.microsoft.com/office/drawing/2014/main" id="{20987C6E-2D7D-E9C8-2F15-1ECF08B5364C}"/>
              </a:ext>
            </a:extLst>
          </p:cNvPr>
          <p:cNvSpPr txBox="1">
            <a:spLocks noChangeArrowheads="1"/>
          </p:cNvSpPr>
          <p:nvPr/>
        </p:nvSpPr>
        <p:spPr bwMode="auto">
          <a:xfrm>
            <a:off x="5764213" y="3813175"/>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FF0000"/>
                </a:solidFill>
              </a:rPr>
              <a:t>0</a:t>
            </a:r>
          </a:p>
        </p:txBody>
      </p:sp>
      <p:sp>
        <p:nvSpPr>
          <p:cNvPr id="101423" name="Text Box 62">
            <a:extLst>
              <a:ext uri="{FF2B5EF4-FFF2-40B4-BE49-F238E27FC236}">
                <a16:creationId xmlns:a16="http://schemas.microsoft.com/office/drawing/2014/main" id="{D91470B9-ED15-2305-136A-F57A1968B5DB}"/>
              </a:ext>
            </a:extLst>
          </p:cNvPr>
          <p:cNvSpPr txBox="1">
            <a:spLocks noChangeArrowheads="1"/>
          </p:cNvSpPr>
          <p:nvPr/>
        </p:nvSpPr>
        <p:spPr bwMode="auto">
          <a:xfrm>
            <a:off x="5764213" y="4171950"/>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FF0000"/>
                </a:solidFill>
              </a:rPr>
              <a:t>0</a:t>
            </a:r>
          </a:p>
        </p:txBody>
      </p:sp>
      <p:pic>
        <p:nvPicPr>
          <p:cNvPr id="2" name="Picture 1">
            <a:extLst>
              <a:ext uri="{FF2B5EF4-FFF2-40B4-BE49-F238E27FC236}">
                <a16:creationId xmlns:a16="http://schemas.microsoft.com/office/drawing/2014/main" id="{D195491C-8776-A88F-3B68-9B00A0581F20}"/>
              </a:ext>
            </a:extLst>
          </p:cNvPr>
          <p:cNvPicPr>
            <a:picLocks noChangeAspect="1"/>
          </p:cNvPicPr>
          <p:nvPr/>
        </p:nvPicPr>
        <p:blipFill rotWithShape="1">
          <a:blip r:embed="rId4"/>
          <a:srcRect r="3940"/>
          <a:stretch/>
        </p:blipFill>
        <p:spPr>
          <a:xfrm>
            <a:off x="5724128" y="116632"/>
            <a:ext cx="3241770" cy="1318601"/>
          </a:xfrm>
          <a:prstGeom prst="rect">
            <a:avLst/>
          </a:prstGeom>
        </p:spPr>
      </p:pic>
      <p:sp>
        <p:nvSpPr>
          <p:cNvPr id="3" name="Rectangle 2">
            <a:extLst>
              <a:ext uri="{FF2B5EF4-FFF2-40B4-BE49-F238E27FC236}">
                <a16:creationId xmlns:a16="http://schemas.microsoft.com/office/drawing/2014/main" id="{A890F0CC-C9EC-F3C4-FD96-72614AC450D2}"/>
              </a:ext>
            </a:extLst>
          </p:cNvPr>
          <p:cNvSpPr/>
          <p:nvPr/>
        </p:nvSpPr>
        <p:spPr>
          <a:xfrm>
            <a:off x="5653088" y="476672"/>
            <a:ext cx="3312810" cy="207540"/>
          </a:xfrm>
          <a:prstGeom prst="rect">
            <a:avLst/>
          </a:prstGeom>
          <a:solidFill>
            <a:srgbClr val="FF0000">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Slide Number Placeholder 3">
            <a:extLst>
              <a:ext uri="{FF2B5EF4-FFF2-40B4-BE49-F238E27FC236}">
                <a16:creationId xmlns:a16="http://schemas.microsoft.com/office/drawing/2014/main" id="{D53688B6-95A2-853C-102A-86F28C752ED9}"/>
              </a:ext>
            </a:extLst>
          </p:cNvPr>
          <p:cNvSpPr>
            <a:spLocks noGrp="1"/>
          </p:cNvSpPr>
          <p:nvPr>
            <p:ph type="sldNum" sz="quarter" idx="12"/>
          </p:nvPr>
        </p:nvSpPr>
        <p:spPr/>
        <p:txBody>
          <a:bodyPr/>
          <a:lstStyle/>
          <a:p>
            <a:pPr>
              <a:defRPr/>
            </a:pPr>
            <a:fld id="{28588503-611C-4314-9367-E0668E948370}" type="slidenum">
              <a:rPr lang="en-US" altLang="en-US" smtClean="0"/>
              <a:pPr>
                <a:defRPr/>
              </a:pPr>
              <a:t>118</a:t>
            </a:fld>
            <a:endParaRPr lang="en-US" alt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a:extLst>
              <a:ext uri="{FF2B5EF4-FFF2-40B4-BE49-F238E27FC236}">
                <a16:creationId xmlns:a16="http://schemas.microsoft.com/office/drawing/2014/main" id="{441C02DC-F30B-4594-1886-536CCFB7E459}"/>
              </a:ext>
            </a:extLst>
          </p:cNvPr>
          <p:cNvSpPr>
            <a:spLocks noGrp="1" noChangeArrowheads="1"/>
          </p:cNvSpPr>
          <p:nvPr>
            <p:ph type="title"/>
          </p:nvPr>
        </p:nvSpPr>
        <p:spPr/>
        <p:txBody>
          <a:bodyPr/>
          <a:lstStyle/>
          <a:p>
            <a:r>
              <a:rPr lang="en-US" altLang="en-US"/>
              <a:t>Multiplexers</a:t>
            </a:r>
          </a:p>
        </p:txBody>
      </p:sp>
      <p:pic>
        <p:nvPicPr>
          <p:cNvPr id="102404" name="Picture 4">
            <a:extLst>
              <a:ext uri="{FF2B5EF4-FFF2-40B4-BE49-F238E27FC236}">
                <a16:creationId xmlns:a16="http://schemas.microsoft.com/office/drawing/2014/main" id="{770B62F2-FD76-AE8B-31CD-11FB30C4B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3184525"/>
            <a:ext cx="7489825" cy="197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102405" name="Group 5">
            <a:extLst>
              <a:ext uri="{FF2B5EF4-FFF2-40B4-BE49-F238E27FC236}">
                <a16:creationId xmlns:a16="http://schemas.microsoft.com/office/drawing/2014/main" id="{AF186DC0-5834-ACFD-2A16-5F72B66DA168}"/>
              </a:ext>
            </a:extLst>
          </p:cNvPr>
          <p:cNvGrpSpPr>
            <a:grpSpLocks/>
          </p:cNvGrpSpPr>
          <p:nvPr/>
        </p:nvGrpSpPr>
        <p:grpSpPr bwMode="auto">
          <a:xfrm>
            <a:off x="1331913" y="4370388"/>
            <a:ext cx="4926012" cy="304800"/>
            <a:chOff x="839" y="2544"/>
            <a:chExt cx="3103" cy="192"/>
          </a:xfrm>
        </p:grpSpPr>
        <p:sp>
          <p:nvSpPr>
            <p:cNvPr id="102450" name="Freeform 6">
              <a:extLst>
                <a:ext uri="{FF2B5EF4-FFF2-40B4-BE49-F238E27FC236}">
                  <a16:creationId xmlns:a16="http://schemas.microsoft.com/office/drawing/2014/main" id="{E9A5636C-F84E-77B7-1F3B-28584BE41F2B}"/>
                </a:ext>
              </a:extLst>
            </p:cNvPr>
            <p:cNvSpPr>
              <a:spLocks/>
            </p:cNvSpPr>
            <p:nvPr/>
          </p:nvSpPr>
          <p:spPr bwMode="auto">
            <a:xfrm>
              <a:off x="839" y="2544"/>
              <a:ext cx="3103" cy="192"/>
            </a:xfrm>
            <a:custGeom>
              <a:avLst/>
              <a:gdLst>
                <a:gd name="T0" fmla="*/ 0 w 3103"/>
                <a:gd name="T1" fmla="*/ 0 h 192"/>
                <a:gd name="T2" fmla="*/ 1 w 3103"/>
                <a:gd name="T3" fmla="*/ 192 h 192"/>
                <a:gd name="T4" fmla="*/ 3103 w 3103"/>
                <a:gd name="T5" fmla="*/ 192 h 192"/>
                <a:gd name="T6" fmla="*/ 3103 w 3103"/>
                <a:gd name="T7" fmla="*/ 75 h 192"/>
                <a:gd name="T8" fmla="*/ 0 60000 65536"/>
                <a:gd name="T9" fmla="*/ 0 60000 65536"/>
                <a:gd name="T10" fmla="*/ 0 60000 65536"/>
                <a:gd name="T11" fmla="*/ 0 60000 65536"/>
                <a:gd name="T12" fmla="*/ 0 w 3103"/>
                <a:gd name="T13" fmla="*/ 0 h 192"/>
                <a:gd name="T14" fmla="*/ 3103 w 3103"/>
                <a:gd name="T15" fmla="*/ 192 h 192"/>
              </a:gdLst>
              <a:ahLst/>
              <a:cxnLst>
                <a:cxn ang="T8">
                  <a:pos x="T0" y="T1"/>
                </a:cxn>
                <a:cxn ang="T9">
                  <a:pos x="T2" y="T3"/>
                </a:cxn>
                <a:cxn ang="T10">
                  <a:pos x="T4" y="T5"/>
                </a:cxn>
                <a:cxn ang="T11">
                  <a:pos x="T6" y="T7"/>
                </a:cxn>
              </a:cxnLst>
              <a:rect l="T12" t="T13" r="T14" b="T15"/>
              <a:pathLst>
                <a:path w="3103" h="192">
                  <a:moveTo>
                    <a:pt x="0" y="0"/>
                  </a:moveTo>
                  <a:lnTo>
                    <a:pt x="1" y="192"/>
                  </a:lnTo>
                  <a:lnTo>
                    <a:pt x="3103" y="192"/>
                  </a:lnTo>
                  <a:lnTo>
                    <a:pt x="3103" y="75"/>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2451" name="Line 7">
              <a:extLst>
                <a:ext uri="{FF2B5EF4-FFF2-40B4-BE49-F238E27FC236}">
                  <a16:creationId xmlns:a16="http://schemas.microsoft.com/office/drawing/2014/main" id="{9FC7374C-FB2A-8931-E200-07910A9A0673}"/>
                </a:ext>
              </a:extLst>
            </p:cNvPr>
            <p:cNvSpPr>
              <a:spLocks noChangeShapeType="1"/>
            </p:cNvSpPr>
            <p:nvPr/>
          </p:nvSpPr>
          <p:spPr bwMode="auto">
            <a:xfrm flipV="1">
              <a:off x="2290" y="2594"/>
              <a:ext cx="0" cy="1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grpSp>
      <p:grpSp>
        <p:nvGrpSpPr>
          <p:cNvPr id="102406" name="Group 8">
            <a:extLst>
              <a:ext uri="{FF2B5EF4-FFF2-40B4-BE49-F238E27FC236}">
                <a16:creationId xmlns:a16="http://schemas.microsoft.com/office/drawing/2014/main" id="{E25DA829-4FBE-0B1E-8D1F-87A61B74E7CA}"/>
              </a:ext>
            </a:extLst>
          </p:cNvPr>
          <p:cNvGrpSpPr>
            <a:grpSpLocks/>
          </p:cNvGrpSpPr>
          <p:nvPr/>
        </p:nvGrpSpPr>
        <p:grpSpPr bwMode="auto">
          <a:xfrm>
            <a:off x="1331913" y="3708400"/>
            <a:ext cx="4926012" cy="304800"/>
            <a:chOff x="839" y="2336"/>
            <a:chExt cx="3103" cy="192"/>
          </a:xfrm>
        </p:grpSpPr>
        <p:sp>
          <p:nvSpPr>
            <p:cNvPr id="102448" name="Freeform 9">
              <a:extLst>
                <a:ext uri="{FF2B5EF4-FFF2-40B4-BE49-F238E27FC236}">
                  <a16:creationId xmlns:a16="http://schemas.microsoft.com/office/drawing/2014/main" id="{8D899E5C-F28D-498C-5CBB-B68B38632950}"/>
                </a:ext>
              </a:extLst>
            </p:cNvPr>
            <p:cNvSpPr>
              <a:spLocks/>
            </p:cNvSpPr>
            <p:nvPr/>
          </p:nvSpPr>
          <p:spPr bwMode="auto">
            <a:xfrm flipV="1">
              <a:off x="839" y="2336"/>
              <a:ext cx="3103" cy="192"/>
            </a:xfrm>
            <a:custGeom>
              <a:avLst/>
              <a:gdLst>
                <a:gd name="T0" fmla="*/ 0 w 3103"/>
                <a:gd name="T1" fmla="*/ 0 h 192"/>
                <a:gd name="T2" fmla="*/ 1 w 3103"/>
                <a:gd name="T3" fmla="*/ 192 h 192"/>
                <a:gd name="T4" fmla="*/ 3103 w 3103"/>
                <a:gd name="T5" fmla="*/ 192 h 192"/>
                <a:gd name="T6" fmla="*/ 3103 w 3103"/>
                <a:gd name="T7" fmla="*/ 75 h 192"/>
                <a:gd name="T8" fmla="*/ 0 60000 65536"/>
                <a:gd name="T9" fmla="*/ 0 60000 65536"/>
                <a:gd name="T10" fmla="*/ 0 60000 65536"/>
                <a:gd name="T11" fmla="*/ 0 60000 65536"/>
                <a:gd name="T12" fmla="*/ 0 w 3103"/>
                <a:gd name="T13" fmla="*/ 0 h 192"/>
                <a:gd name="T14" fmla="*/ 3103 w 3103"/>
                <a:gd name="T15" fmla="*/ 192 h 192"/>
              </a:gdLst>
              <a:ahLst/>
              <a:cxnLst>
                <a:cxn ang="T8">
                  <a:pos x="T0" y="T1"/>
                </a:cxn>
                <a:cxn ang="T9">
                  <a:pos x="T2" y="T3"/>
                </a:cxn>
                <a:cxn ang="T10">
                  <a:pos x="T4" y="T5"/>
                </a:cxn>
                <a:cxn ang="T11">
                  <a:pos x="T6" y="T7"/>
                </a:cxn>
              </a:cxnLst>
              <a:rect l="T12" t="T13" r="T14" b="T15"/>
              <a:pathLst>
                <a:path w="3103" h="192">
                  <a:moveTo>
                    <a:pt x="0" y="0"/>
                  </a:moveTo>
                  <a:lnTo>
                    <a:pt x="1" y="192"/>
                  </a:lnTo>
                  <a:lnTo>
                    <a:pt x="3103" y="192"/>
                  </a:lnTo>
                  <a:lnTo>
                    <a:pt x="3103" y="75"/>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2449" name="Line 10">
              <a:extLst>
                <a:ext uri="{FF2B5EF4-FFF2-40B4-BE49-F238E27FC236}">
                  <a16:creationId xmlns:a16="http://schemas.microsoft.com/office/drawing/2014/main" id="{029EC02A-E642-7B56-B0E5-153AC01AE80B}"/>
                </a:ext>
              </a:extLst>
            </p:cNvPr>
            <p:cNvSpPr>
              <a:spLocks noChangeShapeType="1"/>
            </p:cNvSpPr>
            <p:nvPr/>
          </p:nvSpPr>
          <p:spPr bwMode="auto">
            <a:xfrm flipV="1">
              <a:off x="2290" y="2336"/>
              <a:ext cx="0" cy="1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grpSp>
      <p:sp>
        <p:nvSpPr>
          <p:cNvPr id="102407" name="Rectangle 11">
            <a:extLst>
              <a:ext uri="{FF2B5EF4-FFF2-40B4-BE49-F238E27FC236}">
                <a16:creationId xmlns:a16="http://schemas.microsoft.com/office/drawing/2014/main" id="{9771E64F-FE2A-9470-1AA9-32827A4E59FB}"/>
              </a:ext>
            </a:extLst>
          </p:cNvPr>
          <p:cNvSpPr>
            <a:spLocks noChangeArrowheads="1"/>
          </p:cNvSpPr>
          <p:nvPr/>
        </p:nvSpPr>
        <p:spPr bwMode="auto">
          <a:xfrm>
            <a:off x="3779838" y="5676900"/>
            <a:ext cx="1584325" cy="360363"/>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2408" name="Rectangle 12">
            <a:extLst>
              <a:ext uri="{FF2B5EF4-FFF2-40B4-BE49-F238E27FC236}">
                <a16:creationId xmlns:a16="http://schemas.microsoft.com/office/drawing/2014/main" id="{08FA9071-8669-1EF4-E412-24419EBEDC50}"/>
              </a:ext>
            </a:extLst>
          </p:cNvPr>
          <p:cNvSpPr>
            <a:spLocks noChangeArrowheads="1"/>
          </p:cNvSpPr>
          <p:nvPr/>
        </p:nvSpPr>
        <p:spPr bwMode="auto">
          <a:xfrm>
            <a:off x="1908175" y="2205038"/>
            <a:ext cx="1584325" cy="360362"/>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2409" name="Rectangle 13">
            <a:extLst>
              <a:ext uri="{FF2B5EF4-FFF2-40B4-BE49-F238E27FC236}">
                <a16:creationId xmlns:a16="http://schemas.microsoft.com/office/drawing/2014/main" id="{711F8D7D-CE15-153C-EC81-20329E649FC7}"/>
              </a:ext>
            </a:extLst>
          </p:cNvPr>
          <p:cNvSpPr>
            <a:spLocks noChangeArrowheads="1"/>
          </p:cNvSpPr>
          <p:nvPr/>
        </p:nvSpPr>
        <p:spPr bwMode="auto">
          <a:xfrm>
            <a:off x="3779838" y="2205038"/>
            <a:ext cx="1584325" cy="360362"/>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2410" name="Rectangle 14">
            <a:extLst>
              <a:ext uri="{FF2B5EF4-FFF2-40B4-BE49-F238E27FC236}">
                <a16:creationId xmlns:a16="http://schemas.microsoft.com/office/drawing/2014/main" id="{DDA635F4-35D9-FC75-F4D7-9809B4E34B40}"/>
              </a:ext>
            </a:extLst>
          </p:cNvPr>
          <p:cNvSpPr>
            <a:spLocks noChangeArrowheads="1"/>
          </p:cNvSpPr>
          <p:nvPr/>
        </p:nvSpPr>
        <p:spPr bwMode="auto">
          <a:xfrm>
            <a:off x="5653088" y="2205038"/>
            <a:ext cx="1584325" cy="360362"/>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2411" name="Text Box 15">
            <a:extLst>
              <a:ext uri="{FF2B5EF4-FFF2-40B4-BE49-F238E27FC236}">
                <a16:creationId xmlns:a16="http://schemas.microsoft.com/office/drawing/2014/main" id="{A6F1DBA5-C4C9-7EB6-848B-3D63C7B3E43B}"/>
              </a:ext>
            </a:extLst>
          </p:cNvPr>
          <p:cNvSpPr txBox="1">
            <a:spLocks noChangeArrowheads="1"/>
          </p:cNvSpPr>
          <p:nvPr/>
        </p:nvSpPr>
        <p:spPr bwMode="auto">
          <a:xfrm>
            <a:off x="2527300" y="1916113"/>
            <a:ext cx="3444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C</a:t>
            </a:r>
          </a:p>
        </p:txBody>
      </p:sp>
      <p:sp>
        <p:nvSpPr>
          <p:cNvPr id="102412" name="Text Box 16">
            <a:extLst>
              <a:ext uri="{FF2B5EF4-FFF2-40B4-BE49-F238E27FC236}">
                <a16:creationId xmlns:a16="http://schemas.microsoft.com/office/drawing/2014/main" id="{14F0260B-9B20-DA78-DB82-31326EB4D72D}"/>
              </a:ext>
            </a:extLst>
          </p:cNvPr>
          <p:cNvSpPr txBox="1">
            <a:spLocks noChangeArrowheads="1"/>
          </p:cNvSpPr>
          <p:nvPr/>
        </p:nvSpPr>
        <p:spPr bwMode="auto">
          <a:xfrm>
            <a:off x="4318000" y="1916113"/>
            <a:ext cx="487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IR</a:t>
            </a:r>
          </a:p>
        </p:txBody>
      </p:sp>
      <p:sp>
        <p:nvSpPr>
          <p:cNvPr id="102413" name="Text Box 17">
            <a:extLst>
              <a:ext uri="{FF2B5EF4-FFF2-40B4-BE49-F238E27FC236}">
                <a16:creationId xmlns:a16="http://schemas.microsoft.com/office/drawing/2014/main" id="{4C155379-220A-CE3F-A1E7-18C49C877AFA}"/>
              </a:ext>
            </a:extLst>
          </p:cNvPr>
          <p:cNvSpPr txBox="1">
            <a:spLocks noChangeArrowheads="1"/>
          </p:cNvSpPr>
          <p:nvPr/>
        </p:nvSpPr>
        <p:spPr bwMode="auto">
          <a:xfrm>
            <a:off x="6129338" y="1916113"/>
            <a:ext cx="631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ALU</a:t>
            </a:r>
          </a:p>
        </p:txBody>
      </p:sp>
      <p:sp>
        <p:nvSpPr>
          <p:cNvPr id="102414" name="Line 18">
            <a:extLst>
              <a:ext uri="{FF2B5EF4-FFF2-40B4-BE49-F238E27FC236}">
                <a16:creationId xmlns:a16="http://schemas.microsoft.com/office/drawing/2014/main" id="{DE14E9FB-D893-8A0E-5D88-DA6F9F9A0CE0}"/>
              </a:ext>
            </a:extLst>
          </p:cNvPr>
          <p:cNvSpPr>
            <a:spLocks noChangeShapeType="1"/>
          </p:cNvSpPr>
          <p:nvPr/>
        </p:nvSpPr>
        <p:spPr bwMode="auto">
          <a:xfrm>
            <a:off x="2051050"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2415" name="Line 19">
            <a:extLst>
              <a:ext uri="{FF2B5EF4-FFF2-40B4-BE49-F238E27FC236}">
                <a16:creationId xmlns:a16="http://schemas.microsoft.com/office/drawing/2014/main" id="{7F66F02C-7131-7F2F-6F84-0E7B51CC551C}"/>
              </a:ext>
            </a:extLst>
          </p:cNvPr>
          <p:cNvSpPr>
            <a:spLocks noChangeShapeType="1"/>
          </p:cNvSpPr>
          <p:nvPr/>
        </p:nvSpPr>
        <p:spPr bwMode="auto">
          <a:xfrm>
            <a:off x="2195513"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2416" name="Line 20">
            <a:extLst>
              <a:ext uri="{FF2B5EF4-FFF2-40B4-BE49-F238E27FC236}">
                <a16:creationId xmlns:a16="http://schemas.microsoft.com/office/drawing/2014/main" id="{A7B10214-FEE5-E8CB-4157-985CC851CECC}"/>
              </a:ext>
            </a:extLst>
          </p:cNvPr>
          <p:cNvSpPr>
            <a:spLocks noChangeShapeType="1"/>
          </p:cNvSpPr>
          <p:nvPr/>
        </p:nvSpPr>
        <p:spPr bwMode="auto">
          <a:xfrm>
            <a:off x="3348038"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2417" name="Line 21">
            <a:extLst>
              <a:ext uri="{FF2B5EF4-FFF2-40B4-BE49-F238E27FC236}">
                <a16:creationId xmlns:a16="http://schemas.microsoft.com/office/drawing/2014/main" id="{01865AFA-C400-D2AC-0F84-1675BEECCE26}"/>
              </a:ext>
            </a:extLst>
          </p:cNvPr>
          <p:cNvSpPr>
            <a:spLocks noChangeShapeType="1"/>
          </p:cNvSpPr>
          <p:nvPr/>
        </p:nvSpPr>
        <p:spPr bwMode="auto">
          <a:xfrm>
            <a:off x="3922713"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2418" name="Line 22">
            <a:extLst>
              <a:ext uri="{FF2B5EF4-FFF2-40B4-BE49-F238E27FC236}">
                <a16:creationId xmlns:a16="http://schemas.microsoft.com/office/drawing/2014/main" id="{0A3BD542-B7D2-1AE4-7712-DE49D5AD8F09}"/>
              </a:ext>
            </a:extLst>
          </p:cNvPr>
          <p:cNvSpPr>
            <a:spLocks noChangeShapeType="1"/>
          </p:cNvSpPr>
          <p:nvPr/>
        </p:nvSpPr>
        <p:spPr bwMode="auto">
          <a:xfrm>
            <a:off x="4067175"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2419" name="Line 23">
            <a:extLst>
              <a:ext uri="{FF2B5EF4-FFF2-40B4-BE49-F238E27FC236}">
                <a16:creationId xmlns:a16="http://schemas.microsoft.com/office/drawing/2014/main" id="{D24008F8-AD43-D410-9979-B46839A91C7B}"/>
              </a:ext>
            </a:extLst>
          </p:cNvPr>
          <p:cNvSpPr>
            <a:spLocks noChangeShapeType="1"/>
          </p:cNvSpPr>
          <p:nvPr/>
        </p:nvSpPr>
        <p:spPr bwMode="auto">
          <a:xfrm>
            <a:off x="5219700"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2420" name="Line 24">
            <a:extLst>
              <a:ext uri="{FF2B5EF4-FFF2-40B4-BE49-F238E27FC236}">
                <a16:creationId xmlns:a16="http://schemas.microsoft.com/office/drawing/2014/main" id="{45FEC283-5B5F-68E4-D9EF-05C5FCE26908}"/>
              </a:ext>
            </a:extLst>
          </p:cNvPr>
          <p:cNvSpPr>
            <a:spLocks noChangeShapeType="1"/>
          </p:cNvSpPr>
          <p:nvPr/>
        </p:nvSpPr>
        <p:spPr bwMode="auto">
          <a:xfrm>
            <a:off x="5795963"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2421" name="Line 25">
            <a:extLst>
              <a:ext uri="{FF2B5EF4-FFF2-40B4-BE49-F238E27FC236}">
                <a16:creationId xmlns:a16="http://schemas.microsoft.com/office/drawing/2014/main" id="{FE9DE956-40ED-CEA8-4B9A-8E2863F3A6C0}"/>
              </a:ext>
            </a:extLst>
          </p:cNvPr>
          <p:cNvSpPr>
            <a:spLocks noChangeShapeType="1"/>
          </p:cNvSpPr>
          <p:nvPr/>
        </p:nvSpPr>
        <p:spPr bwMode="auto">
          <a:xfrm>
            <a:off x="5940425"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2422" name="Line 26">
            <a:extLst>
              <a:ext uri="{FF2B5EF4-FFF2-40B4-BE49-F238E27FC236}">
                <a16:creationId xmlns:a16="http://schemas.microsoft.com/office/drawing/2014/main" id="{5564A1D4-35F2-E332-06EA-1B93F077C5BD}"/>
              </a:ext>
            </a:extLst>
          </p:cNvPr>
          <p:cNvSpPr>
            <a:spLocks noChangeShapeType="1"/>
          </p:cNvSpPr>
          <p:nvPr/>
        </p:nvSpPr>
        <p:spPr bwMode="auto">
          <a:xfrm>
            <a:off x="7092950"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2423" name="Text Box 27">
            <a:extLst>
              <a:ext uri="{FF2B5EF4-FFF2-40B4-BE49-F238E27FC236}">
                <a16:creationId xmlns:a16="http://schemas.microsoft.com/office/drawing/2014/main" id="{56884910-FF6B-0EED-4BA9-95E72B4621D7}"/>
              </a:ext>
            </a:extLst>
          </p:cNvPr>
          <p:cNvSpPr txBox="1">
            <a:spLocks noChangeArrowheads="1"/>
          </p:cNvSpPr>
          <p:nvPr/>
        </p:nvSpPr>
        <p:spPr bwMode="auto">
          <a:xfrm>
            <a:off x="1825625"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2424" name="Text Box 28">
            <a:extLst>
              <a:ext uri="{FF2B5EF4-FFF2-40B4-BE49-F238E27FC236}">
                <a16:creationId xmlns:a16="http://schemas.microsoft.com/office/drawing/2014/main" id="{97FE4FB3-131B-B9C6-B54E-76A4C93E502C}"/>
              </a:ext>
            </a:extLst>
          </p:cNvPr>
          <p:cNvSpPr txBox="1">
            <a:spLocks noChangeArrowheads="1"/>
          </p:cNvSpPr>
          <p:nvPr/>
        </p:nvSpPr>
        <p:spPr bwMode="auto">
          <a:xfrm>
            <a:off x="3175000"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2425" name="Text Box 29">
            <a:extLst>
              <a:ext uri="{FF2B5EF4-FFF2-40B4-BE49-F238E27FC236}">
                <a16:creationId xmlns:a16="http://schemas.microsoft.com/office/drawing/2014/main" id="{6BEA25FA-F171-CBF2-CF78-8278F9B9344F}"/>
              </a:ext>
            </a:extLst>
          </p:cNvPr>
          <p:cNvSpPr txBox="1">
            <a:spLocks noChangeArrowheads="1"/>
          </p:cNvSpPr>
          <p:nvPr/>
        </p:nvSpPr>
        <p:spPr bwMode="auto">
          <a:xfrm>
            <a:off x="3689350"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2426" name="Text Box 30">
            <a:extLst>
              <a:ext uri="{FF2B5EF4-FFF2-40B4-BE49-F238E27FC236}">
                <a16:creationId xmlns:a16="http://schemas.microsoft.com/office/drawing/2014/main" id="{6A0C4AF7-EE5E-20DA-8079-4EA0D13C8E85}"/>
              </a:ext>
            </a:extLst>
          </p:cNvPr>
          <p:cNvSpPr txBox="1">
            <a:spLocks noChangeArrowheads="1"/>
          </p:cNvSpPr>
          <p:nvPr/>
        </p:nvSpPr>
        <p:spPr bwMode="auto">
          <a:xfrm>
            <a:off x="5038725"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2427" name="Text Box 31">
            <a:extLst>
              <a:ext uri="{FF2B5EF4-FFF2-40B4-BE49-F238E27FC236}">
                <a16:creationId xmlns:a16="http://schemas.microsoft.com/office/drawing/2014/main" id="{FE06C08B-8190-0831-D188-62930CC4ECD8}"/>
              </a:ext>
            </a:extLst>
          </p:cNvPr>
          <p:cNvSpPr txBox="1">
            <a:spLocks noChangeArrowheads="1"/>
          </p:cNvSpPr>
          <p:nvPr/>
        </p:nvSpPr>
        <p:spPr bwMode="auto">
          <a:xfrm>
            <a:off x="5561013"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2428" name="Text Box 32">
            <a:extLst>
              <a:ext uri="{FF2B5EF4-FFF2-40B4-BE49-F238E27FC236}">
                <a16:creationId xmlns:a16="http://schemas.microsoft.com/office/drawing/2014/main" id="{E708CD2C-B6CF-5085-E00D-C4D0C77A34E3}"/>
              </a:ext>
            </a:extLst>
          </p:cNvPr>
          <p:cNvSpPr txBox="1">
            <a:spLocks noChangeArrowheads="1"/>
          </p:cNvSpPr>
          <p:nvPr/>
        </p:nvSpPr>
        <p:spPr bwMode="auto">
          <a:xfrm>
            <a:off x="6910388"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2429" name="Freeform 34">
            <a:extLst>
              <a:ext uri="{FF2B5EF4-FFF2-40B4-BE49-F238E27FC236}">
                <a16:creationId xmlns:a16="http://schemas.microsoft.com/office/drawing/2014/main" id="{01C1B86A-669D-482E-DD85-E11FF3EF02F7}"/>
              </a:ext>
            </a:extLst>
          </p:cNvPr>
          <p:cNvSpPr>
            <a:spLocks/>
          </p:cNvSpPr>
          <p:nvPr/>
        </p:nvSpPr>
        <p:spPr bwMode="auto">
          <a:xfrm>
            <a:off x="2138363" y="2574925"/>
            <a:ext cx="1700212" cy="638175"/>
          </a:xfrm>
          <a:custGeom>
            <a:avLst/>
            <a:gdLst>
              <a:gd name="T0" fmla="*/ 2147483646 w 1071"/>
              <a:gd name="T1" fmla="*/ 0 h 402"/>
              <a:gd name="T2" fmla="*/ 2147483646 w 1071"/>
              <a:gd name="T3" fmla="*/ 2147483646 h 402"/>
              <a:gd name="T4" fmla="*/ 2147483646 w 1071"/>
              <a:gd name="T5" fmla="*/ 2147483646 h 402"/>
              <a:gd name="T6" fmla="*/ 0 w 1071"/>
              <a:gd name="T7" fmla="*/ 2147483646 h 402"/>
              <a:gd name="T8" fmla="*/ 0 60000 65536"/>
              <a:gd name="T9" fmla="*/ 0 60000 65536"/>
              <a:gd name="T10" fmla="*/ 0 60000 65536"/>
              <a:gd name="T11" fmla="*/ 0 60000 65536"/>
              <a:gd name="T12" fmla="*/ 0 w 1071"/>
              <a:gd name="T13" fmla="*/ 0 h 402"/>
              <a:gd name="T14" fmla="*/ 1071 w 1071"/>
              <a:gd name="T15" fmla="*/ 402 h 402"/>
            </a:gdLst>
            <a:ahLst/>
            <a:cxnLst>
              <a:cxn ang="T8">
                <a:pos x="T0" y="T1"/>
              </a:cxn>
              <a:cxn ang="T9">
                <a:pos x="T2" y="T3"/>
              </a:cxn>
              <a:cxn ang="T10">
                <a:pos x="T4" y="T5"/>
              </a:cxn>
              <a:cxn ang="T11">
                <a:pos x="T6" y="T7"/>
              </a:cxn>
            </a:cxnLst>
            <a:rect l="T12" t="T13" r="T14" b="T15"/>
            <a:pathLst>
              <a:path w="1071" h="402">
                <a:moveTo>
                  <a:pt x="1071" y="0"/>
                </a:moveTo>
                <a:lnTo>
                  <a:pt x="1071" y="266"/>
                </a:lnTo>
                <a:lnTo>
                  <a:pt x="1" y="266"/>
                </a:lnTo>
                <a:lnTo>
                  <a:pt x="0" y="402"/>
                </a:lnTo>
              </a:path>
            </a:pathLst>
          </a:custGeom>
          <a:noFill/>
          <a:ln w="25400" cap="flat" cmpd="sng">
            <a:solidFill>
              <a:srgbClr val="0099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2430" name="Freeform 37">
            <a:extLst>
              <a:ext uri="{FF2B5EF4-FFF2-40B4-BE49-F238E27FC236}">
                <a16:creationId xmlns:a16="http://schemas.microsoft.com/office/drawing/2014/main" id="{BEE8A70F-79B7-046B-2374-5126B338A988}"/>
              </a:ext>
            </a:extLst>
          </p:cNvPr>
          <p:cNvSpPr>
            <a:spLocks/>
          </p:cNvSpPr>
          <p:nvPr/>
        </p:nvSpPr>
        <p:spPr bwMode="auto">
          <a:xfrm>
            <a:off x="4000500" y="2574925"/>
            <a:ext cx="776288" cy="630238"/>
          </a:xfrm>
          <a:custGeom>
            <a:avLst/>
            <a:gdLst>
              <a:gd name="T0" fmla="*/ 0 w 489"/>
              <a:gd name="T1" fmla="*/ 0 h 397"/>
              <a:gd name="T2" fmla="*/ 0 w 489"/>
              <a:gd name="T3" fmla="*/ 2147483646 h 397"/>
              <a:gd name="T4" fmla="*/ 2147483646 w 489"/>
              <a:gd name="T5" fmla="*/ 2147483646 h 397"/>
              <a:gd name="T6" fmla="*/ 2147483646 w 489"/>
              <a:gd name="T7" fmla="*/ 2147483646 h 397"/>
              <a:gd name="T8" fmla="*/ 0 60000 65536"/>
              <a:gd name="T9" fmla="*/ 0 60000 65536"/>
              <a:gd name="T10" fmla="*/ 0 60000 65536"/>
              <a:gd name="T11" fmla="*/ 0 60000 65536"/>
              <a:gd name="T12" fmla="*/ 0 w 489"/>
              <a:gd name="T13" fmla="*/ 0 h 397"/>
              <a:gd name="T14" fmla="*/ 489 w 489"/>
              <a:gd name="T15" fmla="*/ 397 h 397"/>
            </a:gdLst>
            <a:ahLst/>
            <a:cxnLst>
              <a:cxn ang="T8">
                <a:pos x="T0" y="T1"/>
              </a:cxn>
              <a:cxn ang="T9">
                <a:pos x="T2" y="T3"/>
              </a:cxn>
              <a:cxn ang="T10">
                <a:pos x="T4" y="T5"/>
              </a:cxn>
              <a:cxn ang="T11">
                <a:pos x="T6" y="T7"/>
              </a:cxn>
            </a:cxnLst>
            <a:rect l="T12" t="T13" r="T14" b="T15"/>
            <a:pathLst>
              <a:path w="489" h="397">
                <a:moveTo>
                  <a:pt x="0" y="0"/>
                </a:moveTo>
                <a:lnTo>
                  <a:pt x="0" y="172"/>
                </a:lnTo>
                <a:lnTo>
                  <a:pt x="486" y="175"/>
                </a:lnTo>
                <a:lnTo>
                  <a:pt x="489" y="397"/>
                </a:lnTo>
              </a:path>
            </a:pathLst>
          </a:custGeom>
          <a:noFill/>
          <a:ln w="25400" cap="flat" cmpd="sng">
            <a:solidFill>
              <a:srgbClr val="0099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2431" name="Freeform 40">
            <a:extLst>
              <a:ext uri="{FF2B5EF4-FFF2-40B4-BE49-F238E27FC236}">
                <a16:creationId xmlns:a16="http://schemas.microsoft.com/office/drawing/2014/main" id="{AF01A367-BA3F-3A1A-3A39-C95B4B75FC83}"/>
              </a:ext>
            </a:extLst>
          </p:cNvPr>
          <p:cNvSpPr>
            <a:spLocks/>
          </p:cNvSpPr>
          <p:nvPr/>
        </p:nvSpPr>
        <p:spPr bwMode="auto">
          <a:xfrm>
            <a:off x="5294313" y="2565400"/>
            <a:ext cx="2085975" cy="638175"/>
          </a:xfrm>
          <a:custGeom>
            <a:avLst/>
            <a:gdLst>
              <a:gd name="T0" fmla="*/ 0 w 1314"/>
              <a:gd name="T1" fmla="*/ 0 h 402"/>
              <a:gd name="T2" fmla="*/ 0 w 1314"/>
              <a:gd name="T3" fmla="*/ 2147483646 h 402"/>
              <a:gd name="T4" fmla="*/ 2147483646 w 1314"/>
              <a:gd name="T5" fmla="*/ 2147483646 h 402"/>
              <a:gd name="T6" fmla="*/ 2147483646 w 1314"/>
              <a:gd name="T7" fmla="*/ 2147483646 h 402"/>
              <a:gd name="T8" fmla="*/ 0 60000 65536"/>
              <a:gd name="T9" fmla="*/ 0 60000 65536"/>
              <a:gd name="T10" fmla="*/ 0 60000 65536"/>
              <a:gd name="T11" fmla="*/ 0 60000 65536"/>
              <a:gd name="T12" fmla="*/ 0 w 1314"/>
              <a:gd name="T13" fmla="*/ 0 h 402"/>
              <a:gd name="T14" fmla="*/ 1314 w 1314"/>
              <a:gd name="T15" fmla="*/ 402 h 402"/>
            </a:gdLst>
            <a:ahLst/>
            <a:cxnLst>
              <a:cxn ang="T8">
                <a:pos x="T0" y="T1"/>
              </a:cxn>
              <a:cxn ang="T9">
                <a:pos x="T2" y="T3"/>
              </a:cxn>
              <a:cxn ang="T10">
                <a:pos x="T4" y="T5"/>
              </a:cxn>
              <a:cxn ang="T11">
                <a:pos x="T6" y="T7"/>
              </a:cxn>
            </a:cxnLst>
            <a:rect l="T12" t="T13" r="T14" b="T15"/>
            <a:pathLst>
              <a:path w="1314" h="402">
                <a:moveTo>
                  <a:pt x="0" y="0"/>
                </a:moveTo>
                <a:lnTo>
                  <a:pt x="0" y="66"/>
                </a:lnTo>
                <a:lnTo>
                  <a:pt x="1314" y="70"/>
                </a:lnTo>
                <a:lnTo>
                  <a:pt x="1314" y="402"/>
                </a:lnTo>
              </a:path>
            </a:pathLst>
          </a:custGeom>
          <a:noFill/>
          <a:ln w="25400" cap="flat" cmpd="sng">
            <a:solidFill>
              <a:srgbClr val="0099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2432" name="Line 42">
            <a:extLst>
              <a:ext uri="{FF2B5EF4-FFF2-40B4-BE49-F238E27FC236}">
                <a16:creationId xmlns:a16="http://schemas.microsoft.com/office/drawing/2014/main" id="{897BAF3B-187C-4D0D-44E0-88A9EDDFA089}"/>
              </a:ext>
            </a:extLst>
          </p:cNvPr>
          <p:cNvSpPr>
            <a:spLocks noChangeShapeType="1"/>
          </p:cNvSpPr>
          <p:nvPr/>
        </p:nvSpPr>
        <p:spPr bwMode="auto">
          <a:xfrm>
            <a:off x="3924300" y="5676900"/>
            <a:ext cx="0" cy="360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2433" name="Line 43">
            <a:extLst>
              <a:ext uri="{FF2B5EF4-FFF2-40B4-BE49-F238E27FC236}">
                <a16:creationId xmlns:a16="http://schemas.microsoft.com/office/drawing/2014/main" id="{5E847BDF-33E2-D448-0450-A19642D4F8B2}"/>
              </a:ext>
            </a:extLst>
          </p:cNvPr>
          <p:cNvSpPr>
            <a:spLocks noChangeShapeType="1"/>
          </p:cNvSpPr>
          <p:nvPr/>
        </p:nvSpPr>
        <p:spPr bwMode="auto">
          <a:xfrm>
            <a:off x="4068763" y="5676900"/>
            <a:ext cx="0" cy="360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2434" name="Line 44">
            <a:extLst>
              <a:ext uri="{FF2B5EF4-FFF2-40B4-BE49-F238E27FC236}">
                <a16:creationId xmlns:a16="http://schemas.microsoft.com/office/drawing/2014/main" id="{C96F3994-EA23-1C82-66F6-7E476477481B}"/>
              </a:ext>
            </a:extLst>
          </p:cNvPr>
          <p:cNvSpPr>
            <a:spLocks noChangeShapeType="1"/>
          </p:cNvSpPr>
          <p:nvPr/>
        </p:nvSpPr>
        <p:spPr bwMode="auto">
          <a:xfrm>
            <a:off x="5221288" y="5676900"/>
            <a:ext cx="0" cy="360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2435" name="Text Box 45">
            <a:extLst>
              <a:ext uri="{FF2B5EF4-FFF2-40B4-BE49-F238E27FC236}">
                <a16:creationId xmlns:a16="http://schemas.microsoft.com/office/drawing/2014/main" id="{D6F77CB4-CD78-B900-FD9E-BE0BE6EDFC31}"/>
              </a:ext>
            </a:extLst>
          </p:cNvPr>
          <p:cNvSpPr txBox="1">
            <a:spLocks noChangeArrowheads="1"/>
          </p:cNvSpPr>
          <p:nvPr/>
        </p:nvSpPr>
        <p:spPr bwMode="auto">
          <a:xfrm>
            <a:off x="4324350" y="5988050"/>
            <a:ext cx="487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PC</a:t>
            </a:r>
          </a:p>
        </p:txBody>
      </p:sp>
      <p:sp>
        <p:nvSpPr>
          <p:cNvPr id="102436" name="Text Box 46">
            <a:extLst>
              <a:ext uri="{FF2B5EF4-FFF2-40B4-BE49-F238E27FC236}">
                <a16:creationId xmlns:a16="http://schemas.microsoft.com/office/drawing/2014/main" id="{8B30D1B2-39EF-4CB3-CF26-E2E1B8C02E91}"/>
              </a:ext>
            </a:extLst>
          </p:cNvPr>
          <p:cNvSpPr txBox="1">
            <a:spLocks noChangeArrowheads="1"/>
          </p:cNvSpPr>
          <p:nvPr/>
        </p:nvSpPr>
        <p:spPr bwMode="auto">
          <a:xfrm>
            <a:off x="3675063" y="5445125"/>
            <a:ext cx="5048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2437" name="Text Box 47">
            <a:extLst>
              <a:ext uri="{FF2B5EF4-FFF2-40B4-BE49-F238E27FC236}">
                <a16:creationId xmlns:a16="http://schemas.microsoft.com/office/drawing/2014/main" id="{088C7E97-FCD8-3052-C64C-CE001786FD2D}"/>
              </a:ext>
            </a:extLst>
          </p:cNvPr>
          <p:cNvSpPr txBox="1">
            <a:spLocks noChangeArrowheads="1"/>
          </p:cNvSpPr>
          <p:nvPr/>
        </p:nvSpPr>
        <p:spPr bwMode="auto">
          <a:xfrm>
            <a:off x="5024438" y="5445125"/>
            <a:ext cx="5048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2438" name="Freeform 48">
            <a:extLst>
              <a:ext uri="{FF2B5EF4-FFF2-40B4-BE49-F238E27FC236}">
                <a16:creationId xmlns:a16="http://schemas.microsoft.com/office/drawing/2014/main" id="{6EE954AB-3D00-2158-9129-2C786054709B}"/>
              </a:ext>
            </a:extLst>
          </p:cNvPr>
          <p:cNvSpPr>
            <a:spLocks/>
          </p:cNvSpPr>
          <p:nvPr/>
        </p:nvSpPr>
        <p:spPr bwMode="auto">
          <a:xfrm>
            <a:off x="2133600" y="5076825"/>
            <a:ext cx="1706563" cy="401638"/>
          </a:xfrm>
          <a:custGeom>
            <a:avLst/>
            <a:gdLst>
              <a:gd name="T0" fmla="*/ 0 w 1075"/>
              <a:gd name="T1" fmla="*/ 0 h 253"/>
              <a:gd name="T2" fmla="*/ 0 w 1075"/>
              <a:gd name="T3" fmla="*/ 2147483646 h 253"/>
              <a:gd name="T4" fmla="*/ 2147483646 w 1075"/>
              <a:gd name="T5" fmla="*/ 2147483646 h 253"/>
              <a:gd name="T6" fmla="*/ 2147483646 w 1075"/>
              <a:gd name="T7" fmla="*/ 2147483646 h 253"/>
              <a:gd name="T8" fmla="*/ 0 60000 65536"/>
              <a:gd name="T9" fmla="*/ 0 60000 65536"/>
              <a:gd name="T10" fmla="*/ 0 60000 65536"/>
              <a:gd name="T11" fmla="*/ 0 60000 65536"/>
              <a:gd name="T12" fmla="*/ 0 w 1075"/>
              <a:gd name="T13" fmla="*/ 0 h 253"/>
              <a:gd name="T14" fmla="*/ 1075 w 1075"/>
              <a:gd name="T15" fmla="*/ 253 h 253"/>
            </a:gdLst>
            <a:ahLst/>
            <a:cxnLst>
              <a:cxn ang="T8">
                <a:pos x="T0" y="T1"/>
              </a:cxn>
              <a:cxn ang="T9">
                <a:pos x="T2" y="T3"/>
              </a:cxn>
              <a:cxn ang="T10">
                <a:pos x="T4" y="T5"/>
              </a:cxn>
              <a:cxn ang="T11">
                <a:pos x="T6" y="T7"/>
              </a:cxn>
            </a:cxnLst>
            <a:rect l="T12" t="T13" r="T14" b="T15"/>
            <a:pathLst>
              <a:path w="1075" h="253">
                <a:moveTo>
                  <a:pt x="0" y="0"/>
                </a:moveTo>
                <a:lnTo>
                  <a:pt x="0" y="127"/>
                </a:lnTo>
                <a:lnTo>
                  <a:pt x="1074" y="127"/>
                </a:lnTo>
                <a:lnTo>
                  <a:pt x="1075" y="253"/>
                </a:lnTo>
              </a:path>
            </a:pathLst>
          </a:custGeom>
          <a:noFill/>
          <a:ln w="25400" cap="flat" cmpd="sng">
            <a:solidFill>
              <a:srgbClr val="0099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2439" name="Freeform 49">
            <a:extLst>
              <a:ext uri="{FF2B5EF4-FFF2-40B4-BE49-F238E27FC236}">
                <a16:creationId xmlns:a16="http://schemas.microsoft.com/office/drawing/2014/main" id="{4791AD12-4D94-91C6-0203-0F88658CCB2F}"/>
              </a:ext>
            </a:extLst>
          </p:cNvPr>
          <p:cNvSpPr>
            <a:spLocks/>
          </p:cNvSpPr>
          <p:nvPr/>
        </p:nvSpPr>
        <p:spPr bwMode="auto">
          <a:xfrm>
            <a:off x="4010025" y="5084763"/>
            <a:ext cx="787400" cy="382587"/>
          </a:xfrm>
          <a:custGeom>
            <a:avLst/>
            <a:gdLst>
              <a:gd name="T0" fmla="*/ 2147483646 w 496"/>
              <a:gd name="T1" fmla="*/ 0 h 241"/>
              <a:gd name="T2" fmla="*/ 2147483646 w 496"/>
              <a:gd name="T3" fmla="*/ 2147483646 h 241"/>
              <a:gd name="T4" fmla="*/ 2147483646 w 496"/>
              <a:gd name="T5" fmla="*/ 2147483646 h 241"/>
              <a:gd name="T6" fmla="*/ 0 w 496"/>
              <a:gd name="T7" fmla="*/ 2147483646 h 241"/>
              <a:gd name="T8" fmla="*/ 0 60000 65536"/>
              <a:gd name="T9" fmla="*/ 0 60000 65536"/>
              <a:gd name="T10" fmla="*/ 0 60000 65536"/>
              <a:gd name="T11" fmla="*/ 0 60000 65536"/>
              <a:gd name="T12" fmla="*/ 0 w 496"/>
              <a:gd name="T13" fmla="*/ 0 h 241"/>
              <a:gd name="T14" fmla="*/ 496 w 496"/>
              <a:gd name="T15" fmla="*/ 241 h 241"/>
            </a:gdLst>
            <a:ahLst/>
            <a:cxnLst>
              <a:cxn ang="T8">
                <a:pos x="T0" y="T1"/>
              </a:cxn>
              <a:cxn ang="T9">
                <a:pos x="T2" y="T3"/>
              </a:cxn>
              <a:cxn ang="T10">
                <a:pos x="T4" y="T5"/>
              </a:cxn>
              <a:cxn ang="T11">
                <a:pos x="T6" y="T7"/>
              </a:cxn>
            </a:cxnLst>
            <a:rect l="T12" t="T13" r="T14" b="T15"/>
            <a:pathLst>
              <a:path w="496" h="241">
                <a:moveTo>
                  <a:pt x="496" y="0"/>
                </a:moveTo>
                <a:lnTo>
                  <a:pt x="496" y="118"/>
                </a:lnTo>
                <a:lnTo>
                  <a:pt x="4" y="114"/>
                </a:lnTo>
                <a:lnTo>
                  <a:pt x="0" y="241"/>
                </a:lnTo>
              </a:path>
            </a:pathLst>
          </a:custGeom>
          <a:noFill/>
          <a:ln w="25400" cap="flat" cmpd="sng">
            <a:solidFill>
              <a:srgbClr val="0099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2440" name="Freeform 50">
            <a:extLst>
              <a:ext uri="{FF2B5EF4-FFF2-40B4-BE49-F238E27FC236}">
                <a16:creationId xmlns:a16="http://schemas.microsoft.com/office/drawing/2014/main" id="{328F7B46-B5A0-9831-BA8E-9B6FB8F9B60F}"/>
              </a:ext>
            </a:extLst>
          </p:cNvPr>
          <p:cNvSpPr>
            <a:spLocks/>
          </p:cNvSpPr>
          <p:nvPr/>
        </p:nvSpPr>
        <p:spPr bwMode="auto">
          <a:xfrm>
            <a:off x="5292725" y="5084763"/>
            <a:ext cx="2109788" cy="379412"/>
          </a:xfrm>
          <a:custGeom>
            <a:avLst/>
            <a:gdLst>
              <a:gd name="T0" fmla="*/ 2147483646 w 1329"/>
              <a:gd name="T1" fmla="*/ 2147483646 h 239"/>
              <a:gd name="T2" fmla="*/ 0 w 1329"/>
              <a:gd name="T3" fmla="*/ 2147483646 h 239"/>
              <a:gd name="T4" fmla="*/ 2147483646 w 1329"/>
              <a:gd name="T5" fmla="*/ 2147483646 h 239"/>
              <a:gd name="T6" fmla="*/ 2147483646 w 1329"/>
              <a:gd name="T7" fmla="*/ 0 h 239"/>
              <a:gd name="T8" fmla="*/ 0 60000 65536"/>
              <a:gd name="T9" fmla="*/ 0 60000 65536"/>
              <a:gd name="T10" fmla="*/ 0 60000 65536"/>
              <a:gd name="T11" fmla="*/ 0 60000 65536"/>
              <a:gd name="T12" fmla="*/ 0 w 1329"/>
              <a:gd name="T13" fmla="*/ 0 h 239"/>
              <a:gd name="T14" fmla="*/ 1329 w 1329"/>
              <a:gd name="T15" fmla="*/ 239 h 239"/>
            </a:gdLst>
            <a:ahLst/>
            <a:cxnLst>
              <a:cxn ang="T8">
                <a:pos x="T0" y="T1"/>
              </a:cxn>
              <a:cxn ang="T9">
                <a:pos x="T2" y="T3"/>
              </a:cxn>
              <a:cxn ang="T10">
                <a:pos x="T4" y="T5"/>
              </a:cxn>
              <a:cxn ang="T11">
                <a:pos x="T6" y="T7"/>
              </a:cxn>
            </a:cxnLst>
            <a:rect l="T12" t="T13" r="T14" b="T15"/>
            <a:pathLst>
              <a:path w="1329" h="239">
                <a:moveTo>
                  <a:pt x="2" y="239"/>
                </a:moveTo>
                <a:lnTo>
                  <a:pt x="0" y="114"/>
                </a:lnTo>
                <a:lnTo>
                  <a:pt x="1329" y="112"/>
                </a:lnTo>
                <a:lnTo>
                  <a:pt x="1329" y="0"/>
                </a:lnTo>
              </a:path>
            </a:pathLst>
          </a:custGeom>
          <a:noFill/>
          <a:ln w="25400" cap="flat" cmpd="sng">
            <a:solidFill>
              <a:srgbClr val="0099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2441" name="Text Box 51">
            <a:extLst>
              <a:ext uri="{FF2B5EF4-FFF2-40B4-BE49-F238E27FC236}">
                <a16:creationId xmlns:a16="http://schemas.microsoft.com/office/drawing/2014/main" id="{A97F4E80-0C05-164C-90AD-64E61780F714}"/>
              </a:ext>
            </a:extLst>
          </p:cNvPr>
          <p:cNvSpPr txBox="1">
            <a:spLocks noChangeArrowheads="1"/>
          </p:cNvSpPr>
          <p:nvPr/>
        </p:nvSpPr>
        <p:spPr bwMode="auto">
          <a:xfrm>
            <a:off x="4294188" y="1709738"/>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99FF"/>
                </a:solidFill>
              </a:rPr>
              <a:t>01</a:t>
            </a:r>
          </a:p>
        </p:txBody>
      </p:sp>
      <p:sp>
        <p:nvSpPr>
          <p:cNvPr id="102442" name="Text Box 52">
            <a:extLst>
              <a:ext uri="{FF2B5EF4-FFF2-40B4-BE49-F238E27FC236}">
                <a16:creationId xmlns:a16="http://schemas.microsoft.com/office/drawing/2014/main" id="{04EE4F9A-AC3F-F9B1-EB88-A3C6B7F94DC2}"/>
              </a:ext>
            </a:extLst>
          </p:cNvPr>
          <p:cNvSpPr txBox="1">
            <a:spLocks noChangeArrowheads="1"/>
          </p:cNvSpPr>
          <p:nvPr/>
        </p:nvSpPr>
        <p:spPr bwMode="auto">
          <a:xfrm>
            <a:off x="506413" y="4171950"/>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99FF"/>
                </a:solidFill>
              </a:rPr>
              <a:t>0</a:t>
            </a:r>
          </a:p>
        </p:txBody>
      </p:sp>
      <p:sp>
        <p:nvSpPr>
          <p:cNvPr id="102443" name="Text Box 53">
            <a:extLst>
              <a:ext uri="{FF2B5EF4-FFF2-40B4-BE49-F238E27FC236}">
                <a16:creationId xmlns:a16="http://schemas.microsoft.com/office/drawing/2014/main" id="{FA58E7FA-37DD-5547-F3B4-C09653212C53}"/>
              </a:ext>
            </a:extLst>
          </p:cNvPr>
          <p:cNvSpPr txBox="1">
            <a:spLocks noChangeArrowheads="1"/>
          </p:cNvSpPr>
          <p:nvPr/>
        </p:nvSpPr>
        <p:spPr bwMode="auto">
          <a:xfrm>
            <a:off x="506413" y="3813175"/>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99FF"/>
                </a:solidFill>
              </a:rPr>
              <a:t>1</a:t>
            </a:r>
          </a:p>
        </p:txBody>
      </p:sp>
      <p:sp>
        <p:nvSpPr>
          <p:cNvPr id="102444" name="Text Box 54">
            <a:extLst>
              <a:ext uri="{FF2B5EF4-FFF2-40B4-BE49-F238E27FC236}">
                <a16:creationId xmlns:a16="http://schemas.microsoft.com/office/drawing/2014/main" id="{078A0D65-D3FB-8E47-7269-6FD861388859}"/>
              </a:ext>
            </a:extLst>
          </p:cNvPr>
          <p:cNvSpPr txBox="1">
            <a:spLocks noChangeArrowheads="1"/>
          </p:cNvSpPr>
          <p:nvPr/>
        </p:nvSpPr>
        <p:spPr bwMode="auto">
          <a:xfrm>
            <a:off x="3132138" y="4171950"/>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99FF"/>
                </a:solidFill>
              </a:rPr>
              <a:t>0</a:t>
            </a:r>
          </a:p>
        </p:txBody>
      </p:sp>
      <p:sp>
        <p:nvSpPr>
          <p:cNvPr id="102445" name="Text Box 55">
            <a:extLst>
              <a:ext uri="{FF2B5EF4-FFF2-40B4-BE49-F238E27FC236}">
                <a16:creationId xmlns:a16="http://schemas.microsoft.com/office/drawing/2014/main" id="{63A82DE5-E93C-F9E3-EC90-FD5FA0EF8B81}"/>
              </a:ext>
            </a:extLst>
          </p:cNvPr>
          <p:cNvSpPr txBox="1">
            <a:spLocks noChangeArrowheads="1"/>
          </p:cNvSpPr>
          <p:nvPr/>
        </p:nvSpPr>
        <p:spPr bwMode="auto">
          <a:xfrm>
            <a:off x="3132138" y="3813175"/>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99FF"/>
                </a:solidFill>
              </a:rPr>
              <a:t>1</a:t>
            </a:r>
          </a:p>
        </p:txBody>
      </p:sp>
      <p:sp>
        <p:nvSpPr>
          <p:cNvPr id="102446" name="Text Box 56">
            <a:extLst>
              <a:ext uri="{FF2B5EF4-FFF2-40B4-BE49-F238E27FC236}">
                <a16:creationId xmlns:a16="http://schemas.microsoft.com/office/drawing/2014/main" id="{5FB15403-EABE-3D2B-07B8-F89E2353912B}"/>
              </a:ext>
            </a:extLst>
          </p:cNvPr>
          <p:cNvSpPr txBox="1">
            <a:spLocks noChangeArrowheads="1"/>
          </p:cNvSpPr>
          <p:nvPr/>
        </p:nvSpPr>
        <p:spPr bwMode="auto">
          <a:xfrm>
            <a:off x="5764213" y="4171950"/>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99FF"/>
                </a:solidFill>
              </a:rPr>
              <a:t>0</a:t>
            </a:r>
          </a:p>
        </p:txBody>
      </p:sp>
      <p:sp>
        <p:nvSpPr>
          <p:cNvPr id="102447" name="Text Box 57">
            <a:extLst>
              <a:ext uri="{FF2B5EF4-FFF2-40B4-BE49-F238E27FC236}">
                <a16:creationId xmlns:a16="http://schemas.microsoft.com/office/drawing/2014/main" id="{44AB15B0-B012-24BA-8698-6040A97B6BCA}"/>
              </a:ext>
            </a:extLst>
          </p:cNvPr>
          <p:cNvSpPr txBox="1">
            <a:spLocks noChangeArrowheads="1"/>
          </p:cNvSpPr>
          <p:nvPr/>
        </p:nvSpPr>
        <p:spPr bwMode="auto">
          <a:xfrm>
            <a:off x="5764213" y="3813175"/>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99FF"/>
                </a:solidFill>
              </a:rPr>
              <a:t>1</a:t>
            </a:r>
          </a:p>
        </p:txBody>
      </p:sp>
      <p:pic>
        <p:nvPicPr>
          <p:cNvPr id="2" name="Picture 1">
            <a:extLst>
              <a:ext uri="{FF2B5EF4-FFF2-40B4-BE49-F238E27FC236}">
                <a16:creationId xmlns:a16="http://schemas.microsoft.com/office/drawing/2014/main" id="{27AF276A-6590-0B63-CBA2-7747DF1DDCE9}"/>
              </a:ext>
            </a:extLst>
          </p:cNvPr>
          <p:cNvPicPr>
            <a:picLocks noChangeAspect="1"/>
          </p:cNvPicPr>
          <p:nvPr/>
        </p:nvPicPr>
        <p:blipFill rotWithShape="1">
          <a:blip r:embed="rId3"/>
          <a:srcRect r="3940"/>
          <a:stretch/>
        </p:blipFill>
        <p:spPr>
          <a:xfrm>
            <a:off x="5724128" y="116632"/>
            <a:ext cx="3241770" cy="1318601"/>
          </a:xfrm>
          <a:prstGeom prst="rect">
            <a:avLst/>
          </a:prstGeom>
        </p:spPr>
      </p:pic>
      <p:sp>
        <p:nvSpPr>
          <p:cNvPr id="3" name="Rectangle 2">
            <a:extLst>
              <a:ext uri="{FF2B5EF4-FFF2-40B4-BE49-F238E27FC236}">
                <a16:creationId xmlns:a16="http://schemas.microsoft.com/office/drawing/2014/main" id="{C6A30A7D-3271-5CAF-3611-34111926B603}"/>
              </a:ext>
            </a:extLst>
          </p:cNvPr>
          <p:cNvSpPr/>
          <p:nvPr/>
        </p:nvSpPr>
        <p:spPr>
          <a:xfrm>
            <a:off x="5688608" y="697339"/>
            <a:ext cx="3312810" cy="207540"/>
          </a:xfrm>
          <a:prstGeom prst="rect">
            <a:avLst/>
          </a:prstGeom>
          <a:solidFill>
            <a:srgbClr val="FF0000">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Slide Number Placeholder 3">
            <a:extLst>
              <a:ext uri="{FF2B5EF4-FFF2-40B4-BE49-F238E27FC236}">
                <a16:creationId xmlns:a16="http://schemas.microsoft.com/office/drawing/2014/main" id="{8BBE992C-873C-D2C3-99F9-86088E5A80E0}"/>
              </a:ext>
            </a:extLst>
          </p:cNvPr>
          <p:cNvSpPr>
            <a:spLocks noGrp="1"/>
          </p:cNvSpPr>
          <p:nvPr>
            <p:ph type="sldNum" sz="quarter" idx="12"/>
          </p:nvPr>
        </p:nvSpPr>
        <p:spPr/>
        <p:txBody>
          <a:bodyPr/>
          <a:lstStyle/>
          <a:p>
            <a:pPr>
              <a:defRPr/>
            </a:pPr>
            <a:fld id="{28588503-611C-4314-9367-E0668E948370}" type="slidenum">
              <a:rPr lang="en-US" altLang="en-US" smtClean="0"/>
              <a:pPr>
                <a:defRPr/>
              </a:pPr>
              <a:t>119</a:t>
            </a:fld>
            <a:endParaRPr lang="en-US" alt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3">
            <a:extLst>
              <a:ext uri="{FF2B5EF4-FFF2-40B4-BE49-F238E27FC236}">
                <a16:creationId xmlns:a16="http://schemas.microsoft.com/office/drawing/2014/main" id="{4089E62F-8C59-C209-220F-06907D76C608}"/>
              </a:ext>
            </a:extLst>
          </p:cNvPr>
          <p:cNvSpPr>
            <a:spLocks noGrp="1" noChangeArrowheads="1"/>
          </p:cNvSpPr>
          <p:nvPr>
            <p:ph type="title"/>
          </p:nvPr>
        </p:nvSpPr>
        <p:spPr/>
        <p:txBody>
          <a:bodyPr/>
          <a:lstStyle/>
          <a:p>
            <a:r>
              <a:rPr lang="en-US" altLang="en-US"/>
              <a:t>Multiplexers</a:t>
            </a:r>
          </a:p>
        </p:txBody>
      </p:sp>
      <p:pic>
        <p:nvPicPr>
          <p:cNvPr id="103428" name="Picture 4">
            <a:extLst>
              <a:ext uri="{FF2B5EF4-FFF2-40B4-BE49-F238E27FC236}">
                <a16:creationId xmlns:a16="http://schemas.microsoft.com/office/drawing/2014/main" id="{8A922940-049A-9289-5822-1785321C8B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3184525"/>
            <a:ext cx="7489825" cy="197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103429" name="Group 5">
            <a:extLst>
              <a:ext uri="{FF2B5EF4-FFF2-40B4-BE49-F238E27FC236}">
                <a16:creationId xmlns:a16="http://schemas.microsoft.com/office/drawing/2014/main" id="{5C053A32-83D3-989C-BC49-408A9FDE6B80}"/>
              </a:ext>
            </a:extLst>
          </p:cNvPr>
          <p:cNvGrpSpPr>
            <a:grpSpLocks/>
          </p:cNvGrpSpPr>
          <p:nvPr/>
        </p:nvGrpSpPr>
        <p:grpSpPr bwMode="auto">
          <a:xfrm>
            <a:off x="1331913" y="4370388"/>
            <a:ext cx="4926012" cy="304800"/>
            <a:chOff x="839" y="2544"/>
            <a:chExt cx="3103" cy="192"/>
          </a:xfrm>
        </p:grpSpPr>
        <p:sp>
          <p:nvSpPr>
            <p:cNvPr id="103474" name="Freeform 6">
              <a:extLst>
                <a:ext uri="{FF2B5EF4-FFF2-40B4-BE49-F238E27FC236}">
                  <a16:creationId xmlns:a16="http://schemas.microsoft.com/office/drawing/2014/main" id="{2E1F9578-5F0A-4D53-1401-C7E09917C4A4}"/>
                </a:ext>
              </a:extLst>
            </p:cNvPr>
            <p:cNvSpPr>
              <a:spLocks/>
            </p:cNvSpPr>
            <p:nvPr/>
          </p:nvSpPr>
          <p:spPr bwMode="auto">
            <a:xfrm>
              <a:off x="839" y="2544"/>
              <a:ext cx="3103" cy="192"/>
            </a:xfrm>
            <a:custGeom>
              <a:avLst/>
              <a:gdLst>
                <a:gd name="T0" fmla="*/ 0 w 3103"/>
                <a:gd name="T1" fmla="*/ 0 h 192"/>
                <a:gd name="T2" fmla="*/ 1 w 3103"/>
                <a:gd name="T3" fmla="*/ 192 h 192"/>
                <a:gd name="T4" fmla="*/ 3103 w 3103"/>
                <a:gd name="T5" fmla="*/ 192 h 192"/>
                <a:gd name="T6" fmla="*/ 3103 w 3103"/>
                <a:gd name="T7" fmla="*/ 75 h 192"/>
                <a:gd name="T8" fmla="*/ 0 60000 65536"/>
                <a:gd name="T9" fmla="*/ 0 60000 65536"/>
                <a:gd name="T10" fmla="*/ 0 60000 65536"/>
                <a:gd name="T11" fmla="*/ 0 60000 65536"/>
                <a:gd name="T12" fmla="*/ 0 w 3103"/>
                <a:gd name="T13" fmla="*/ 0 h 192"/>
                <a:gd name="T14" fmla="*/ 3103 w 3103"/>
                <a:gd name="T15" fmla="*/ 192 h 192"/>
              </a:gdLst>
              <a:ahLst/>
              <a:cxnLst>
                <a:cxn ang="T8">
                  <a:pos x="T0" y="T1"/>
                </a:cxn>
                <a:cxn ang="T9">
                  <a:pos x="T2" y="T3"/>
                </a:cxn>
                <a:cxn ang="T10">
                  <a:pos x="T4" y="T5"/>
                </a:cxn>
                <a:cxn ang="T11">
                  <a:pos x="T6" y="T7"/>
                </a:cxn>
              </a:cxnLst>
              <a:rect l="T12" t="T13" r="T14" b="T15"/>
              <a:pathLst>
                <a:path w="3103" h="192">
                  <a:moveTo>
                    <a:pt x="0" y="0"/>
                  </a:moveTo>
                  <a:lnTo>
                    <a:pt x="1" y="192"/>
                  </a:lnTo>
                  <a:lnTo>
                    <a:pt x="3103" y="192"/>
                  </a:lnTo>
                  <a:lnTo>
                    <a:pt x="3103" y="75"/>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3475" name="Line 7">
              <a:extLst>
                <a:ext uri="{FF2B5EF4-FFF2-40B4-BE49-F238E27FC236}">
                  <a16:creationId xmlns:a16="http://schemas.microsoft.com/office/drawing/2014/main" id="{18D541A1-5CAC-0E61-0202-F839B1EC131B}"/>
                </a:ext>
              </a:extLst>
            </p:cNvPr>
            <p:cNvSpPr>
              <a:spLocks noChangeShapeType="1"/>
            </p:cNvSpPr>
            <p:nvPr/>
          </p:nvSpPr>
          <p:spPr bwMode="auto">
            <a:xfrm flipV="1">
              <a:off x="2290" y="2594"/>
              <a:ext cx="0" cy="1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grpSp>
      <p:grpSp>
        <p:nvGrpSpPr>
          <p:cNvPr id="103430" name="Group 8">
            <a:extLst>
              <a:ext uri="{FF2B5EF4-FFF2-40B4-BE49-F238E27FC236}">
                <a16:creationId xmlns:a16="http://schemas.microsoft.com/office/drawing/2014/main" id="{0FFBA2F8-BD11-1D11-22BC-12D5EC86711C}"/>
              </a:ext>
            </a:extLst>
          </p:cNvPr>
          <p:cNvGrpSpPr>
            <a:grpSpLocks/>
          </p:cNvGrpSpPr>
          <p:nvPr/>
        </p:nvGrpSpPr>
        <p:grpSpPr bwMode="auto">
          <a:xfrm>
            <a:off x="1331913" y="3708400"/>
            <a:ext cx="4926012" cy="304800"/>
            <a:chOff x="839" y="2336"/>
            <a:chExt cx="3103" cy="192"/>
          </a:xfrm>
        </p:grpSpPr>
        <p:sp>
          <p:nvSpPr>
            <p:cNvPr id="103472" name="Freeform 9">
              <a:extLst>
                <a:ext uri="{FF2B5EF4-FFF2-40B4-BE49-F238E27FC236}">
                  <a16:creationId xmlns:a16="http://schemas.microsoft.com/office/drawing/2014/main" id="{44D0D0B8-2DD9-36AE-0E77-A6B75506D143}"/>
                </a:ext>
              </a:extLst>
            </p:cNvPr>
            <p:cNvSpPr>
              <a:spLocks/>
            </p:cNvSpPr>
            <p:nvPr/>
          </p:nvSpPr>
          <p:spPr bwMode="auto">
            <a:xfrm flipV="1">
              <a:off x="839" y="2336"/>
              <a:ext cx="3103" cy="192"/>
            </a:xfrm>
            <a:custGeom>
              <a:avLst/>
              <a:gdLst>
                <a:gd name="T0" fmla="*/ 0 w 3103"/>
                <a:gd name="T1" fmla="*/ 0 h 192"/>
                <a:gd name="T2" fmla="*/ 1 w 3103"/>
                <a:gd name="T3" fmla="*/ 192 h 192"/>
                <a:gd name="T4" fmla="*/ 3103 w 3103"/>
                <a:gd name="T5" fmla="*/ 192 h 192"/>
                <a:gd name="T6" fmla="*/ 3103 w 3103"/>
                <a:gd name="T7" fmla="*/ 75 h 192"/>
                <a:gd name="T8" fmla="*/ 0 60000 65536"/>
                <a:gd name="T9" fmla="*/ 0 60000 65536"/>
                <a:gd name="T10" fmla="*/ 0 60000 65536"/>
                <a:gd name="T11" fmla="*/ 0 60000 65536"/>
                <a:gd name="T12" fmla="*/ 0 w 3103"/>
                <a:gd name="T13" fmla="*/ 0 h 192"/>
                <a:gd name="T14" fmla="*/ 3103 w 3103"/>
                <a:gd name="T15" fmla="*/ 192 h 192"/>
              </a:gdLst>
              <a:ahLst/>
              <a:cxnLst>
                <a:cxn ang="T8">
                  <a:pos x="T0" y="T1"/>
                </a:cxn>
                <a:cxn ang="T9">
                  <a:pos x="T2" y="T3"/>
                </a:cxn>
                <a:cxn ang="T10">
                  <a:pos x="T4" y="T5"/>
                </a:cxn>
                <a:cxn ang="T11">
                  <a:pos x="T6" y="T7"/>
                </a:cxn>
              </a:cxnLst>
              <a:rect l="T12" t="T13" r="T14" b="T15"/>
              <a:pathLst>
                <a:path w="3103" h="192">
                  <a:moveTo>
                    <a:pt x="0" y="0"/>
                  </a:moveTo>
                  <a:lnTo>
                    <a:pt x="1" y="192"/>
                  </a:lnTo>
                  <a:lnTo>
                    <a:pt x="3103" y="192"/>
                  </a:lnTo>
                  <a:lnTo>
                    <a:pt x="3103" y="75"/>
                  </a:lnTo>
                </a:path>
              </a:pathLst>
            </a:custGeom>
            <a:noFill/>
            <a:ln w="254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3473" name="Line 10">
              <a:extLst>
                <a:ext uri="{FF2B5EF4-FFF2-40B4-BE49-F238E27FC236}">
                  <a16:creationId xmlns:a16="http://schemas.microsoft.com/office/drawing/2014/main" id="{F54E9FAE-4133-8AEB-A004-C14409AA4A26}"/>
                </a:ext>
              </a:extLst>
            </p:cNvPr>
            <p:cNvSpPr>
              <a:spLocks noChangeShapeType="1"/>
            </p:cNvSpPr>
            <p:nvPr/>
          </p:nvSpPr>
          <p:spPr bwMode="auto">
            <a:xfrm flipV="1">
              <a:off x="2290" y="2336"/>
              <a:ext cx="0" cy="1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grpSp>
      <p:sp>
        <p:nvSpPr>
          <p:cNvPr id="103431" name="Rectangle 11">
            <a:extLst>
              <a:ext uri="{FF2B5EF4-FFF2-40B4-BE49-F238E27FC236}">
                <a16:creationId xmlns:a16="http://schemas.microsoft.com/office/drawing/2014/main" id="{7208C8AD-819B-81F3-0602-B73343FE372B}"/>
              </a:ext>
            </a:extLst>
          </p:cNvPr>
          <p:cNvSpPr>
            <a:spLocks noChangeArrowheads="1"/>
          </p:cNvSpPr>
          <p:nvPr/>
        </p:nvSpPr>
        <p:spPr bwMode="auto">
          <a:xfrm>
            <a:off x="3779838" y="5676900"/>
            <a:ext cx="1584325" cy="360363"/>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3432" name="Rectangle 12">
            <a:extLst>
              <a:ext uri="{FF2B5EF4-FFF2-40B4-BE49-F238E27FC236}">
                <a16:creationId xmlns:a16="http://schemas.microsoft.com/office/drawing/2014/main" id="{6FAE83DA-2505-41AE-0EB8-2FC995F5EEA0}"/>
              </a:ext>
            </a:extLst>
          </p:cNvPr>
          <p:cNvSpPr>
            <a:spLocks noChangeArrowheads="1"/>
          </p:cNvSpPr>
          <p:nvPr/>
        </p:nvSpPr>
        <p:spPr bwMode="auto">
          <a:xfrm>
            <a:off x="1908175" y="2205038"/>
            <a:ext cx="1584325" cy="360362"/>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3433" name="Rectangle 13">
            <a:extLst>
              <a:ext uri="{FF2B5EF4-FFF2-40B4-BE49-F238E27FC236}">
                <a16:creationId xmlns:a16="http://schemas.microsoft.com/office/drawing/2014/main" id="{E60CE441-EB4E-15B7-5345-7751883534F0}"/>
              </a:ext>
            </a:extLst>
          </p:cNvPr>
          <p:cNvSpPr>
            <a:spLocks noChangeArrowheads="1"/>
          </p:cNvSpPr>
          <p:nvPr/>
        </p:nvSpPr>
        <p:spPr bwMode="auto">
          <a:xfrm>
            <a:off x="3779838" y="2205038"/>
            <a:ext cx="1584325" cy="360362"/>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3434" name="Rectangle 14">
            <a:extLst>
              <a:ext uri="{FF2B5EF4-FFF2-40B4-BE49-F238E27FC236}">
                <a16:creationId xmlns:a16="http://schemas.microsoft.com/office/drawing/2014/main" id="{46BE683E-E8F3-3B81-0503-7DE503BEE0A1}"/>
              </a:ext>
            </a:extLst>
          </p:cNvPr>
          <p:cNvSpPr>
            <a:spLocks noChangeArrowheads="1"/>
          </p:cNvSpPr>
          <p:nvPr/>
        </p:nvSpPr>
        <p:spPr bwMode="auto">
          <a:xfrm>
            <a:off x="5653088" y="2205038"/>
            <a:ext cx="1584325" cy="360362"/>
          </a:xfrm>
          <a:prstGeom prst="rect">
            <a:avLst/>
          </a:prstGeom>
          <a:noFill/>
          <a:ln w="254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103435" name="Text Box 15">
            <a:extLst>
              <a:ext uri="{FF2B5EF4-FFF2-40B4-BE49-F238E27FC236}">
                <a16:creationId xmlns:a16="http://schemas.microsoft.com/office/drawing/2014/main" id="{8F8A6165-721D-B9D5-2B59-B44F1C84BDB2}"/>
              </a:ext>
            </a:extLst>
          </p:cNvPr>
          <p:cNvSpPr txBox="1">
            <a:spLocks noChangeArrowheads="1"/>
          </p:cNvSpPr>
          <p:nvPr/>
        </p:nvSpPr>
        <p:spPr bwMode="auto">
          <a:xfrm>
            <a:off x="2527300" y="1916113"/>
            <a:ext cx="3444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C</a:t>
            </a:r>
          </a:p>
        </p:txBody>
      </p:sp>
      <p:sp>
        <p:nvSpPr>
          <p:cNvPr id="103436" name="Text Box 16">
            <a:extLst>
              <a:ext uri="{FF2B5EF4-FFF2-40B4-BE49-F238E27FC236}">
                <a16:creationId xmlns:a16="http://schemas.microsoft.com/office/drawing/2014/main" id="{E2AA41DF-FCDA-E5FF-555E-A52807CB7888}"/>
              </a:ext>
            </a:extLst>
          </p:cNvPr>
          <p:cNvSpPr txBox="1">
            <a:spLocks noChangeArrowheads="1"/>
          </p:cNvSpPr>
          <p:nvPr/>
        </p:nvSpPr>
        <p:spPr bwMode="auto">
          <a:xfrm>
            <a:off x="4318000" y="1916113"/>
            <a:ext cx="487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IR</a:t>
            </a:r>
          </a:p>
        </p:txBody>
      </p:sp>
      <p:sp>
        <p:nvSpPr>
          <p:cNvPr id="103437" name="Text Box 17">
            <a:extLst>
              <a:ext uri="{FF2B5EF4-FFF2-40B4-BE49-F238E27FC236}">
                <a16:creationId xmlns:a16="http://schemas.microsoft.com/office/drawing/2014/main" id="{70F516C8-1D2F-94C5-D840-74952747B4F9}"/>
              </a:ext>
            </a:extLst>
          </p:cNvPr>
          <p:cNvSpPr txBox="1">
            <a:spLocks noChangeArrowheads="1"/>
          </p:cNvSpPr>
          <p:nvPr/>
        </p:nvSpPr>
        <p:spPr bwMode="auto">
          <a:xfrm>
            <a:off x="6129338" y="1916113"/>
            <a:ext cx="631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ALU</a:t>
            </a:r>
          </a:p>
        </p:txBody>
      </p:sp>
      <p:sp>
        <p:nvSpPr>
          <p:cNvPr id="103438" name="Line 18">
            <a:extLst>
              <a:ext uri="{FF2B5EF4-FFF2-40B4-BE49-F238E27FC236}">
                <a16:creationId xmlns:a16="http://schemas.microsoft.com/office/drawing/2014/main" id="{C9E9262B-95C2-D444-FEDA-7901E8C9023B}"/>
              </a:ext>
            </a:extLst>
          </p:cNvPr>
          <p:cNvSpPr>
            <a:spLocks noChangeShapeType="1"/>
          </p:cNvSpPr>
          <p:nvPr/>
        </p:nvSpPr>
        <p:spPr bwMode="auto">
          <a:xfrm>
            <a:off x="2051050"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3439" name="Line 19">
            <a:extLst>
              <a:ext uri="{FF2B5EF4-FFF2-40B4-BE49-F238E27FC236}">
                <a16:creationId xmlns:a16="http://schemas.microsoft.com/office/drawing/2014/main" id="{51547E80-B008-5D43-9F62-695BCFF36E6B}"/>
              </a:ext>
            </a:extLst>
          </p:cNvPr>
          <p:cNvSpPr>
            <a:spLocks noChangeShapeType="1"/>
          </p:cNvSpPr>
          <p:nvPr/>
        </p:nvSpPr>
        <p:spPr bwMode="auto">
          <a:xfrm>
            <a:off x="2195513"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3440" name="Line 20">
            <a:extLst>
              <a:ext uri="{FF2B5EF4-FFF2-40B4-BE49-F238E27FC236}">
                <a16:creationId xmlns:a16="http://schemas.microsoft.com/office/drawing/2014/main" id="{20755283-A2B4-6AA8-3928-B21E055495C8}"/>
              </a:ext>
            </a:extLst>
          </p:cNvPr>
          <p:cNvSpPr>
            <a:spLocks noChangeShapeType="1"/>
          </p:cNvSpPr>
          <p:nvPr/>
        </p:nvSpPr>
        <p:spPr bwMode="auto">
          <a:xfrm>
            <a:off x="3348038"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3441" name="Line 21">
            <a:extLst>
              <a:ext uri="{FF2B5EF4-FFF2-40B4-BE49-F238E27FC236}">
                <a16:creationId xmlns:a16="http://schemas.microsoft.com/office/drawing/2014/main" id="{87F618CA-377D-9DBC-A96E-67FCF9E90655}"/>
              </a:ext>
            </a:extLst>
          </p:cNvPr>
          <p:cNvSpPr>
            <a:spLocks noChangeShapeType="1"/>
          </p:cNvSpPr>
          <p:nvPr/>
        </p:nvSpPr>
        <p:spPr bwMode="auto">
          <a:xfrm>
            <a:off x="3922713"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3442" name="Line 22">
            <a:extLst>
              <a:ext uri="{FF2B5EF4-FFF2-40B4-BE49-F238E27FC236}">
                <a16:creationId xmlns:a16="http://schemas.microsoft.com/office/drawing/2014/main" id="{43D69103-7ED0-B942-BF98-748534B55753}"/>
              </a:ext>
            </a:extLst>
          </p:cNvPr>
          <p:cNvSpPr>
            <a:spLocks noChangeShapeType="1"/>
          </p:cNvSpPr>
          <p:nvPr/>
        </p:nvSpPr>
        <p:spPr bwMode="auto">
          <a:xfrm>
            <a:off x="4067175"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3443" name="Line 23">
            <a:extLst>
              <a:ext uri="{FF2B5EF4-FFF2-40B4-BE49-F238E27FC236}">
                <a16:creationId xmlns:a16="http://schemas.microsoft.com/office/drawing/2014/main" id="{30E8B81B-9F39-823E-121D-2CF7A6D8F9DA}"/>
              </a:ext>
            </a:extLst>
          </p:cNvPr>
          <p:cNvSpPr>
            <a:spLocks noChangeShapeType="1"/>
          </p:cNvSpPr>
          <p:nvPr/>
        </p:nvSpPr>
        <p:spPr bwMode="auto">
          <a:xfrm>
            <a:off x="5219700"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3444" name="Line 24">
            <a:extLst>
              <a:ext uri="{FF2B5EF4-FFF2-40B4-BE49-F238E27FC236}">
                <a16:creationId xmlns:a16="http://schemas.microsoft.com/office/drawing/2014/main" id="{2723A5F5-48F3-5342-4585-21972E73A85E}"/>
              </a:ext>
            </a:extLst>
          </p:cNvPr>
          <p:cNvSpPr>
            <a:spLocks noChangeShapeType="1"/>
          </p:cNvSpPr>
          <p:nvPr/>
        </p:nvSpPr>
        <p:spPr bwMode="auto">
          <a:xfrm>
            <a:off x="5795963"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3445" name="Line 25">
            <a:extLst>
              <a:ext uri="{FF2B5EF4-FFF2-40B4-BE49-F238E27FC236}">
                <a16:creationId xmlns:a16="http://schemas.microsoft.com/office/drawing/2014/main" id="{8BD5F5CB-EC96-44B1-B38D-BC69616B1B80}"/>
              </a:ext>
            </a:extLst>
          </p:cNvPr>
          <p:cNvSpPr>
            <a:spLocks noChangeShapeType="1"/>
          </p:cNvSpPr>
          <p:nvPr/>
        </p:nvSpPr>
        <p:spPr bwMode="auto">
          <a:xfrm>
            <a:off x="5940425"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3446" name="Line 26">
            <a:extLst>
              <a:ext uri="{FF2B5EF4-FFF2-40B4-BE49-F238E27FC236}">
                <a16:creationId xmlns:a16="http://schemas.microsoft.com/office/drawing/2014/main" id="{17AABEA2-1934-472B-14AE-0E41DA0017C1}"/>
              </a:ext>
            </a:extLst>
          </p:cNvPr>
          <p:cNvSpPr>
            <a:spLocks noChangeShapeType="1"/>
          </p:cNvSpPr>
          <p:nvPr/>
        </p:nvSpPr>
        <p:spPr bwMode="auto">
          <a:xfrm>
            <a:off x="7092950" y="2205038"/>
            <a:ext cx="0" cy="360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3447" name="Text Box 27">
            <a:extLst>
              <a:ext uri="{FF2B5EF4-FFF2-40B4-BE49-F238E27FC236}">
                <a16:creationId xmlns:a16="http://schemas.microsoft.com/office/drawing/2014/main" id="{5A92D5BA-F16B-203B-D0C9-1C79892E4FD2}"/>
              </a:ext>
            </a:extLst>
          </p:cNvPr>
          <p:cNvSpPr txBox="1">
            <a:spLocks noChangeArrowheads="1"/>
          </p:cNvSpPr>
          <p:nvPr/>
        </p:nvSpPr>
        <p:spPr bwMode="auto">
          <a:xfrm>
            <a:off x="1825625"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3448" name="Text Box 28">
            <a:extLst>
              <a:ext uri="{FF2B5EF4-FFF2-40B4-BE49-F238E27FC236}">
                <a16:creationId xmlns:a16="http://schemas.microsoft.com/office/drawing/2014/main" id="{12F24EC0-41A8-BD8A-B88E-DF194CB21364}"/>
              </a:ext>
            </a:extLst>
          </p:cNvPr>
          <p:cNvSpPr txBox="1">
            <a:spLocks noChangeArrowheads="1"/>
          </p:cNvSpPr>
          <p:nvPr/>
        </p:nvSpPr>
        <p:spPr bwMode="auto">
          <a:xfrm>
            <a:off x="3175000"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3449" name="Text Box 29">
            <a:extLst>
              <a:ext uri="{FF2B5EF4-FFF2-40B4-BE49-F238E27FC236}">
                <a16:creationId xmlns:a16="http://schemas.microsoft.com/office/drawing/2014/main" id="{1E51F0BD-98D4-1B61-8431-45FB1D989DE2}"/>
              </a:ext>
            </a:extLst>
          </p:cNvPr>
          <p:cNvSpPr txBox="1">
            <a:spLocks noChangeArrowheads="1"/>
          </p:cNvSpPr>
          <p:nvPr/>
        </p:nvSpPr>
        <p:spPr bwMode="auto">
          <a:xfrm>
            <a:off x="3689350"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3450" name="Text Box 30">
            <a:extLst>
              <a:ext uri="{FF2B5EF4-FFF2-40B4-BE49-F238E27FC236}">
                <a16:creationId xmlns:a16="http://schemas.microsoft.com/office/drawing/2014/main" id="{BC8E4EB3-D500-7BBE-3695-C438663A1064}"/>
              </a:ext>
            </a:extLst>
          </p:cNvPr>
          <p:cNvSpPr txBox="1">
            <a:spLocks noChangeArrowheads="1"/>
          </p:cNvSpPr>
          <p:nvPr/>
        </p:nvSpPr>
        <p:spPr bwMode="auto">
          <a:xfrm>
            <a:off x="5038725"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3451" name="Text Box 31">
            <a:extLst>
              <a:ext uri="{FF2B5EF4-FFF2-40B4-BE49-F238E27FC236}">
                <a16:creationId xmlns:a16="http://schemas.microsoft.com/office/drawing/2014/main" id="{D7138299-064D-0FF8-150A-3074C77AFDDF}"/>
              </a:ext>
            </a:extLst>
          </p:cNvPr>
          <p:cNvSpPr txBox="1">
            <a:spLocks noChangeArrowheads="1"/>
          </p:cNvSpPr>
          <p:nvPr/>
        </p:nvSpPr>
        <p:spPr bwMode="auto">
          <a:xfrm>
            <a:off x="5561013"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3452" name="Text Box 32">
            <a:extLst>
              <a:ext uri="{FF2B5EF4-FFF2-40B4-BE49-F238E27FC236}">
                <a16:creationId xmlns:a16="http://schemas.microsoft.com/office/drawing/2014/main" id="{0378508B-9268-39A9-1721-337391967DD2}"/>
              </a:ext>
            </a:extLst>
          </p:cNvPr>
          <p:cNvSpPr txBox="1">
            <a:spLocks noChangeArrowheads="1"/>
          </p:cNvSpPr>
          <p:nvPr/>
        </p:nvSpPr>
        <p:spPr bwMode="auto">
          <a:xfrm>
            <a:off x="6910388" y="1960563"/>
            <a:ext cx="5048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3453" name="Freeform 35">
            <a:extLst>
              <a:ext uri="{FF2B5EF4-FFF2-40B4-BE49-F238E27FC236}">
                <a16:creationId xmlns:a16="http://schemas.microsoft.com/office/drawing/2014/main" id="{0353671F-482C-86DB-59AF-9456287E0B81}"/>
              </a:ext>
            </a:extLst>
          </p:cNvPr>
          <p:cNvSpPr>
            <a:spLocks/>
          </p:cNvSpPr>
          <p:nvPr/>
        </p:nvSpPr>
        <p:spPr bwMode="auto">
          <a:xfrm>
            <a:off x="2511425" y="2574925"/>
            <a:ext cx="3213100" cy="638175"/>
          </a:xfrm>
          <a:custGeom>
            <a:avLst/>
            <a:gdLst>
              <a:gd name="T0" fmla="*/ 2147483646 w 2024"/>
              <a:gd name="T1" fmla="*/ 0 h 402"/>
              <a:gd name="T2" fmla="*/ 2147483646 w 2024"/>
              <a:gd name="T3" fmla="*/ 2147483646 h 402"/>
              <a:gd name="T4" fmla="*/ 0 w 2024"/>
              <a:gd name="T5" fmla="*/ 2147483646 h 402"/>
              <a:gd name="T6" fmla="*/ 0 w 2024"/>
              <a:gd name="T7" fmla="*/ 2147483646 h 402"/>
              <a:gd name="T8" fmla="*/ 0 60000 65536"/>
              <a:gd name="T9" fmla="*/ 0 60000 65536"/>
              <a:gd name="T10" fmla="*/ 0 60000 65536"/>
              <a:gd name="T11" fmla="*/ 0 60000 65536"/>
              <a:gd name="T12" fmla="*/ 0 w 2024"/>
              <a:gd name="T13" fmla="*/ 0 h 402"/>
              <a:gd name="T14" fmla="*/ 2024 w 2024"/>
              <a:gd name="T15" fmla="*/ 402 h 402"/>
            </a:gdLst>
            <a:ahLst/>
            <a:cxnLst>
              <a:cxn ang="T8">
                <a:pos x="T0" y="T1"/>
              </a:cxn>
              <a:cxn ang="T9">
                <a:pos x="T2" y="T3"/>
              </a:cxn>
              <a:cxn ang="T10">
                <a:pos x="T4" y="T5"/>
              </a:cxn>
              <a:cxn ang="T11">
                <a:pos x="T6" y="T7"/>
              </a:cxn>
            </a:cxnLst>
            <a:rect l="T12" t="T13" r="T14" b="T15"/>
            <a:pathLst>
              <a:path w="2024" h="402">
                <a:moveTo>
                  <a:pt x="2024" y="0"/>
                </a:moveTo>
                <a:lnTo>
                  <a:pt x="2024" y="316"/>
                </a:lnTo>
                <a:lnTo>
                  <a:pt x="0" y="314"/>
                </a:lnTo>
                <a:lnTo>
                  <a:pt x="0" y="402"/>
                </a:lnTo>
              </a:path>
            </a:pathLst>
          </a:custGeom>
          <a:noFill/>
          <a:ln w="25400" cap="flat" cmpd="sng">
            <a:solidFill>
              <a:srgbClr val="33CC33"/>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3454" name="Freeform 38">
            <a:extLst>
              <a:ext uri="{FF2B5EF4-FFF2-40B4-BE49-F238E27FC236}">
                <a16:creationId xmlns:a16="http://schemas.microsoft.com/office/drawing/2014/main" id="{7FC36918-0B28-636A-9BAB-A68185A750FB}"/>
              </a:ext>
            </a:extLst>
          </p:cNvPr>
          <p:cNvSpPr>
            <a:spLocks/>
          </p:cNvSpPr>
          <p:nvPr/>
        </p:nvSpPr>
        <p:spPr bwMode="auto">
          <a:xfrm>
            <a:off x="5119688" y="2565400"/>
            <a:ext cx="763587" cy="635000"/>
          </a:xfrm>
          <a:custGeom>
            <a:avLst/>
            <a:gdLst>
              <a:gd name="T0" fmla="*/ 2147483646 w 481"/>
              <a:gd name="T1" fmla="*/ 0 h 400"/>
              <a:gd name="T2" fmla="*/ 2147483646 w 481"/>
              <a:gd name="T3" fmla="*/ 2147483646 h 400"/>
              <a:gd name="T4" fmla="*/ 0 w 481"/>
              <a:gd name="T5" fmla="*/ 2147483646 h 400"/>
              <a:gd name="T6" fmla="*/ 0 w 481"/>
              <a:gd name="T7" fmla="*/ 2147483646 h 400"/>
              <a:gd name="T8" fmla="*/ 0 60000 65536"/>
              <a:gd name="T9" fmla="*/ 0 60000 65536"/>
              <a:gd name="T10" fmla="*/ 0 60000 65536"/>
              <a:gd name="T11" fmla="*/ 0 60000 65536"/>
              <a:gd name="T12" fmla="*/ 0 w 481"/>
              <a:gd name="T13" fmla="*/ 0 h 400"/>
              <a:gd name="T14" fmla="*/ 481 w 481"/>
              <a:gd name="T15" fmla="*/ 400 h 400"/>
            </a:gdLst>
            <a:ahLst/>
            <a:cxnLst>
              <a:cxn ang="T8">
                <a:pos x="T0" y="T1"/>
              </a:cxn>
              <a:cxn ang="T9">
                <a:pos x="T2" y="T3"/>
              </a:cxn>
              <a:cxn ang="T10">
                <a:pos x="T4" y="T5"/>
              </a:cxn>
              <a:cxn ang="T11">
                <a:pos x="T6" y="T7"/>
              </a:cxn>
            </a:cxnLst>
            <a:rect l="T12" t="T13" r="T14" b="T15"/>
            <a:pathLst>
              <a:path w="481" h="400">
                <a:moveTo>
                  <a:pt x="481" y="0"/>
                </a:moveTo>
                <a:lnTo>
                  <a:pt x="481" y="172"/>
                </a:lnTo>
                <a:lnTo>
                  <a:pt x="0" y="172"/>
                </a:lnTo>
                <a:lnTo>
                  <a:pt x="0" y="400"/>
                </a:lnTo>
              </a:path>
            </a:pathLst>
          </a:custGeom>
          <a:noFill/>
          <a:ln w="25400" cap="flat" cmpd="sng">
            <a:solidFill>
              <a:srgbClr val="33CC33"/>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3455" name="Freeform 41">
            <a:extLst>
              <a:ext uri="{FF2B5EF4-FFF2-40B4-BE49-F238E27FC236}">
                <a16:creationId xmlns:a16="http://schemas.microsoft.com/office/drawing/2014/main" id="{4E1F13EE-C933-37A4-7095-5E580321E2A4}"/>
              </a:ext>
            </a:extLst>
          </p:cNvPr>
          <p:cNvSpPr>
            <a:spLocks/>
          </p:cNvSpPr>
          <p:nvPr/>
        </p:nvSpPr>
        <p:spPr bwMode="auto">
          <a:xfrm>
            <a:off x="7165975" y="2565400"/>
            <a:ext cx="576263" cy="638175"/>
          </a:xfrm>
          <a:custGeom>
            <a:avLst/>
            <a:gdLst>
              <a:gd name="T0" fmla="*/ 0 w 363"/>
              <a:gd name="T1" fmla="*/ 0 h 402"/>
              <a:gd name="T2" fmla="*/ 0 w 363"/>
              <a:gd name="T3" fmla="*/ 2147483646 h 402"/>
              <a:gd name="T4" fmla="*/ 2147483646 w 363"/>
              <a:gd name="T5" fmla="*/ 2147483646 h 402"/>
              <a:gd name="T6" fmla="*/ 2147483646 w 363"/>
              <a:gd name="T7" fmla="*/ 2147483646 h 402"/>
              <a:gd name="T8" fmla="*/ 0 60000 65536"/>
              <a:gd name="T9" fmla="*/ 0 60000 65536"/>
              <a:gd name="T10" fmla="*/ 0 60000 65536"/>
              <a:gd name="T11" fmla="*/ 0 60000 65536"/>
              <a:gd name="T12" fmla="*/ 0 w 363"/>
              <a:gd name="T13" fmla="*/ 0 h 402"/>
              <a:gd name="T14" fmla="*/ 363 w 363"/>
              <a:gd name="T15" fmla="*/ 402 h 402"/>
            </a:gdLst>
            <a:ahLst/>
            <a:cxnLst>
              <a:cxn ang="T8">
                <a:pos x="T0" y="T1"/>
              </a:cxn>
              <a:cxn ang="T9">
                <a:pos x="T2" y="T3"/>
              </a:cxn>
              <a:cxn ang="T10">
                <a:pos x="T4" y="T5"/>
              </a:cxn>
              <a:cxn ang="T11">
                <a:pos x="T6" y="T7"/>
              </a:cxn>
            </a:cxnLst>
            <a:rect l="T12" t="T13" r="T14" b="T15"/>
            <a:pathLst>
              <a:path w="363" h="402">
                <a:moveTo>
                  <a:pt x="0" y="0"/>
                </a:moveTo>
                <a:lnTo>
                  <a:pt x="0" y="40"/>
                </a:lnTo>
                <a:lnTo>
                  <a:pt x="363" y="39"/>
                </a:lnTo>
                <a:lnTo>
                  <a:pt x="362" y="402"/>
                </a:lnTo>
              </a:path>
            </a:pathLst>
          </a:custGeom>
          <a:noFill/>
          <a:ln w="25400" cap="flat" cmpd="sng">
            <a:solidFill>
              <a:srgbClr val="33CC33"/>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3456" name="Line 42">
            <a:extLst>
              <a:ext uri="{FF2B5EF4-FFF2-40B4-BE49-F238E27FC236}">
                <a16:creationId xmlns:a16="http://schemas.microsoft.com/office/drawing/2014/main" id="{B4FF4C73-816D-C8B2-E5FD-A59D47BB147C}"/>
              </a:ext>
            </a:extLst>
          </p:cNvPr>
          <p:cNvSpPr>
            <a:spLocks noChangeShapeType="1"/>
          </p:cNvSpPr>
          <p:nvPr/>
        </p:nvSpPr>
        <p:spPr bwMode="auto">
          <a:xfrm>
            <a:off x="3924300" y="5676900"/>
            <a:ext cx="0" cy="360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3457" name="Line 43">
            <a:extLst>
              <a:ext uri="{FF2B5EF4-FFF2-40B4-BE49-F238E27FC236}">
                <a16:creationId xmlns:a16="http://schemas.microsoft.com/office/drawing/2014/main" id="{A8CED84E-3418-92C0-E155-E944853374B3}"/>
              </a:ext>
            </a:extLst>
          </p:cNvPr>
          <p:cNvSpPr>
            <a:spLocks noChangeShapeType="1"/>
          </p:cNvSpPr>
          <p:nvPr/>
        </p:nvSpPr>
        <p:spPr bwMode="auto">
          <a:xfrm>
            <a:off x="4068763" y="5676900"/>
            <a:ext cx="0" cy="360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3458" name="Line 44">
            <a:extLst>
              <a:ext uri="{FF2B5EF4-FFF2-40B4-BE49-F238E27FC236}">
                <a16:creationId xmlns:a16="http://schemas.microsoft.com/office/drawing/2014/main" id="{1922B502-40D1-5B81-67FD-999BE2812C77}"/>
              </a:ext>
            </a:extLst>
          </p:cNvPr>
          <p:cNvSpPr>
            <a:spLocks noChangeShapeType="1"/>
          </p:cNvSpPr>
          <p:nvPr/>
        </p:nvSpPr>
        <p:spPr bwMode="auto">
          <a:xfrm>
            <a:off x="5221288" y="5676900"/>
            <a:ext cx="0" cy="360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03459" name="Text Box 45">
            <a:extLst>
              <a:ext uri="{FF2B5EF4-FFF2-40B4-BE49-F238E27FC236}">
                <a16:creationId xmlns:a16="http://schemas.microsoft.com/office/drawing/2014/main" id="{0E10984B-606D-236A-0CCB-D47C23FC1A7B}"/>
              </a:ext>
            </a:extLst>
          </p:cNvPr>
          <p:cNvSpPr txBox="1">
            <a:spLocks noChangeArrowheads="1"/>
          </p:cNvSpPr>
          <p:nvPr/>
        </p:nvSpPr>
        <p:spPr bwMode="auto">
          <a:xfrm>
            <a:off x="4324350" y="5988050"/>
            <a:ext cx="487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000000"/>
                </a:solidFill>
              </a:rPr>
              <a:t>PC</a:t>
            </a:r>
          </a:p>
        </p:txBody>
      </p:sp>
      <p:sp>
        <p:nvSpPr>
          <p:cNvPr id="103460" name="Text Box 46">
            <a:extLst>
              <a:ext uri="{FF2B5EF4-FFF2-40B4-BE49-F238E27FC236}">
                <a16:creationId xmlns:a16="http://schemas.microsoft.com/office/drawing/2014/main" id="{9007DC47-630A-3F7A-3D64-E73A764EFA37}"/>
              </a:ext>
            </a:extLst>
          </p:cNvPr>
          <p:cNvSpPr txBox="1">
            <a:spLocks noChangeArrowheads="1"/>
          </p:cNvSpPr>
          <p:nvPr/>
        </p:nvSpPr>
        <p:spPr bwMode="auto">
          <a:xfrm>
            <a:off x="3675063" y="5445125"/>
            <a:ext cx="5048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0  1</a:t>
            </a:r>
          </a:p>
        </p:txBody>
      </p:sp>
      <p:sp>
        <p:nvSpPr>
          <p:cNvPr id="103461" name="Text Box 47">
            <a:extLst>
              <a:ext uri="{FF2B5EF4-FFF2-40B4-BE49-F238E27FC236}">
                <a16:creationId xmlns:a16="http://schemas.microsoft.com/office/drawing/2014/main" id="{C23888EA-C388-83C0-3611-933B1DF864E4}"/>
              </a:ext>
            </a:extLst>
          </p:cNvPr>
          <p:cNvSpPr txBox="1">
            <a:spLocks noChangeArrowheads="1"/>
          </p:cNvSpPr>
          <p:nvPr/>
        </p:nvSpPr>
        <p:spPr bwMode="auto">
          <a:xfrm>
            <a:off x="5024438" y="5445125"/>
            <a:ext cx="5048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200">
                <a:solidFill>
                  <a:srgbClr val="000000"/>
                </a:solidFill>
              </a:rPr>
              <a:t>15</a:t>
            </a:r>
          </a:p>
        </p:txBody>
      </p:sp>
      <p:sp>
        <p:nvSpPr>
          <p:cNvPr id="103462" name="Freeform 48">
            <a:extLst>
              <a:ext uri="{FF2B5EF4-FFF2-40B4-BE49-F238E27FC236}">
                <a16:creationId xmlns:a16="http://schemas.microsoft.com/office/drawing/2014/main" id="{17EC5A8B-7078-1296-81CF-6D04EC83E3B7}"/>
              </a:ext>
            </a:extLst>
          </p:cNvPr>
          <p:cNvSpPr>
            <a:spLocks/>
          </p:cNvSpPr>
          <p:nvPr/>
        </p:nvSpPr>
        <p:spPr bwMode="auto">
          <a:xfrm>
            <a:off x="2133600" y="5076825"/>
            <a:ext cx="1706563" cy="401638"/>
          </a:xfrm>
          <a:custGeom>
            <a:avLst/>
            <a:gdLst>
              <a:gd name="T0" fmla="*/ 0 w 1075"/>
              <a:gd name="T1" fmla="*/ 0 h 253"/>
              <a:gd name="T2" fmla="*/ 0 w 1075"/>
              <a:gd name="T3" fmla="*/ 2147483646 h 253"/>
              <a:gd name="T4" fmla="*/ 2147483646 w 1075"/>
              <a:gd name="T5" fmla="*/ 2147483646 h 253"/>
              <a:gd name="T6" fmla="*/ 2147483646 w 1075"/>
              <a:gd name="T7" fmla="*/ 2147483646 h 253"/>
              <a:gd name="T8" fmla="*/ 0 60000 65536"/>
              <a:gd name="T9" fmla="*/ 0 60000 65536"/>
              <a:gd name="T10" fmla="*/ 0 60000 65536"/>
              <a:gd name="T11" fmla="*/ 0 60000 65536"/>
              <a:gd name="T12" fmla="*/ 0 w 1075"/>
              <a:gd name="T13" fmla="*/ 0 h 253"/>
              <a:gd name="T14" fmla="*/ 1075 w 1075"/>
              <a:gd name="T15" fmla="*/ 253 h 253"/>
            </a:gdLst>
            <a:ahLst/>
            <a:cxnLst>
              <a:cxn ang="T8">
                <a:pos x="T0" y="T1"/>
              </a:cxn>
              <a:cxn ang="T9">
                <a:pos x="T2" y="T3"/>
              </a:cxn>
              <a:cxn ang="T10">
                <a:pos x="T4" y="T5"/>
              </a:cxn>
              <a:cxn ang="T11">
                <a:pos x="T6" y="T7"/>
              </a:cxn>
            </a:cxnLst>
            <a:rect l="T12" t="T13" r="T14" b="T15"/>
            <a:pathLst>
              <a:path w="1075" h="253">
                <a:moveTo>
                  <a:pt x="0" y="0"/>
                </a:moveTo>
                <a:lnTo>
                  <a:pt x="0" y="127"/>
                </a:lnTo>
                <a:lnTo>
                  <a:pt x="1074" y="127"/>
                </a:lnTo>
                <a:lnTo>
                  <a:pt x="1075" y="253"/>
                </a:lnTo>
              </a:path>
            </a:pathLst>
          </a:custGeom>
          <a:noFill/>
          <a:ln w="25400" cap="flat" cmpd="sng">
            <a:solidFill>
              <a:srgbClr val="33CC33"/>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3463" name="Freeform 49">
            <a:extLst>
              <a:ext uri="{FF2B5EF4-FFF2-40B4-BE49-F238E27FC236}">
                <a16:creationId xmlns:a16="http://schemas.microsoft.com/office/drawing/2014/main" id="{8C3CA636-ACA9-36B2-7D2B-C892277E9F28}"/>
              </a:ext>
            </a:extLst>
          </p:cNvPr>
          <p:cNvSpPr>
            <a:spLocks/>
          </p:cNvSpPr>
          <p:nvPr/>
        </p:nvSpPr>
        <p:spPr bwMode="auto">
          <a:xfrm>
            <a:off x="4010025" y="5084763"/>
            <a:ext cx="787400" cy="382587"/>
          </a:xfrm>
          <a:custGeom>
            <a:avLst/>
            <a:gdLst>
              <a:gd name="T0" fmla="*/ 2147483646 w 496"/>
              <a:gd name="T1" fmla="*/ 0 h 241"/>
              <a:gd name="T2" fmla="*/ 2147483646 w 496"/>
              <a:gd name="T3" fmla="*/ 2147483646 h 241"/>
              <a:gd name="T4" fmla="*/ 2147483646 w 496"/>
              <a:gd name="T5" fmla="*/ 2147483646 h 241"/>
              <a:gd name="T6" fmla="*/ 0 w 496"/>
              <a:gd name="T7" fmla="*/ 2147483646 h 241"/>
              <a:gd name="T8" fmla="*/ 0 60000 65536"/>
              <a:gd name="T9" fmla="*/ 0 60000 65536"/>
              <a:gd name="T10" fmla="*/ 0 60000 65536"/>
              <a:gd name="T11" fmla="*/ 0 60000 65536"/>
              <a:gd name="T12" fmla="*/ 0 w 496"/>
              <a:gd name="T13" fmla="*/ 0 h 241"/>
              <a:gd name="T14" fmla="*/ 496 w 496"/>
              <a:gd name="T15" fmla="*/ 241 h 241"/>
            </a:gdLst>
            <a:ahLst/>
            <a:cxnLst>
              <a:cxn ang="T8">
                <a:pos x="T0" y="T1"/>
              </a:cxn>
              <a:cxn ang="T9">
                <a:pos x="T2" y="T3"/>
              </a:cxn>
              <a:cxn ang="T10">
                <a:pos x="T4" y="T5"/>
              </a:cxn>
              <a:cxn ang="T11">
                <a:pos x="T6" y="T7"/>
              </a:cxn>
            </a:cxnLst>
            <a:rect l="T12" t="T13" r="T14" b="T15"/>
            <a:pathLst>
              <a:path w="496" h="241">
                <a:moveTo>
                  <a:pt x="496" y="0"/>
                </a:moveTo>
                <a:lnTo>
                  <a:pt x="496" y="118"/>
                </a:lnTo>
                <a:lnTo>
                  <a:pt x="4" y="114"/>
                </a:lnTo>
                <a:lnTo>
                  <a:pt x="0" y="241"/>
                </a:lnTo>
              </a:path>
            </a:pathLst>
          </a:custGeom>
          <a:noFill/>
          <a:ln w="25400" cap="flat" cmpd="sng">
            <a:solidFill>
              <a:srgbClr val="33CC33"/>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3464" name="Freeform 50">
            <a:extLst>
              <a:ext uri="{FF2B5EF4-FFF2-40B4-BE49-F238E27FC236}">
                <a16:creationId xmlns:a16="http://schemas.microsoft.com/office/drawing/2014/main" id="{17F6DA10-7E5F-5F5D-3B76-B463F5920CE9}"/>
              </a:ext>
            </a:extLst>
          </p:cNvPr>
          <p:cNvSpPr>
            <a:spLocks/>
          </p:cNvSpPr>
          <p:nvPr/>
        </p:nvSpPr>
        <p:spPr bwMode="auto">
          <a:xfrm>
            <a:off x="5292725" y="5084763"/>
            <a:ext cx="2109788" cy="379412"/>
          </a:xfrm>
          <a:custGeom>
            <a:avLst/>
            <a:gdLst>
              <a:gd name="T0" fmla="*/ 2147483646 w 1329"/>
              <a:gd name="T1" fmla="*/ 2147483646 h 239"/>
              <a:gd name="T2" fmla="*/ 0 w 1329"/>
              <a:gd name="T3" fmla="*/ 2147483646 h 239"/>
              <a:gd name="T4" fmla="*/ 2147483646 w 1329"/>
              <a:gd name="T5" fmla="*/ 2147483646 h 239"/>
              <a:gd name="T6" fmla="*/ 2147483646 w 1329"/>
              <a:gd name="T7" fmla="*/ 0 h 239"/>
              <a:gd name="T8" fmla="*/ 0 60000 65536"/>
              <a:gd name="T9" fmla="*/ 0 60000 65536"/>
              <a:gd name="T10" fmla="*/ 0 60000 65536"/>
              <a:gd name="T11" fmla="*/ 0 60000 65536"/>
              <a:gd name="T12" fmla="*/ 0 w 1329"/>
              <a:gd name="T13" fmla="*/ 0 h 239"/>
              <a:gd name="T14" fmla="*/ 1329 w 1329"/>
              <a:gd name="T15" fmla="*/ 239 h 239"/>
            </a:gdLst>
            <a:ahLst/>
            <a:cxnLst>
              <a:cxn ang="T8">
                <a:pos x="T0" y="T1"/>
              </a:cxn>
              <a:cxn ang="T9">
                <a:pos x="T2" y="T3"/>
              </a:cxn>
              <a:cxn ang="T10">
                <a:pos x="T4" y="T5"/>
              </a:cxn>
              <a:cxn ang="T11">
                <a:pos x="T6" y="T7"/>
              </a:cxn>
            </a:cxnLst>
            <a:rect l="T12" t="T13" r="T14" b="T15"/>
            <a:pathLst>
              <a:path w="1329" h="239">
                <a:moveTo>
                  <a:pt x="2" y="239"/>
                </a:moveTo>
                <a:lnTo>
                  <a:pt x="0" y="114"/>
                </a:lnTo>
                <a:lnTo>
                  <a:pt x="1329" y="112"/>
                </a:lnTo>
                <a:lnTo>
                  <a:pt x="1329" y="0"/>
                </a:lnTo>
              </a:path>
            </a:pathLst>
          </a:custGeom>
          <a:noFill/>
          <a:ln w="25400" cap="flat" cmpd="sng">
            <a:solidFill>
              <a:srgbClr val="33CC33"/>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MY"/>
          </a:p>
        </p:txBody>
      </p:sp>
      <p:sp>
        <p:nvSpPr>
          <p:cNvPr id="103465" name="Text Box 51">
            <a:extLst>
              <a:ext uri="{FF2B5EF4-FFF2-40B4-BE49-F238E27FC236}">
                <a16:creationId xmlns:a16="http://schemas.microsoft.com/office/drawing/2014/main" id="{233FD308-A70B-DFD7-B801-31C466FEE5CD}"/>
              </a:ext>
            </a:extLst>
          </p:cNvPr>
          <p:cNvSpPr txBox="1">
            <a:spLocks noChangeArrowheads="1"/>
          </p:cNvSpPr>
          <p:nvPr/>
        </p:nvSpPr>
        <p:spPr bwMode="auto">
          <a:xfrm>
            <a:off x="6167438" y="1709738"/>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33CC33"/>
                </a:solidFill>
              </a:rPr>
              <a:t>10</a:t>
            </a:r>
          </a:p>
        </p:txBody>
      </p:sp>
      <p:sp>
        <p:nvSpPr>
          <p:cNvPr id="103466" name="Text Box 52">
            <a:extLst>
              <a:ext uri="{FF2B5EF4-FFF2-40B4-BE49-F238E27FC236}">
                <a16:creationId xmlns:a16="http://schemas.microsoft.com/office/drawing/2014/main" id="{557D8FE6-8E78-2FB8-0FB1-528E745315D7}"/>
              </a:ext>
            </a:extLst>
          </p:cNvPr>
          <p:cNvSpPr txBox="1">
            <a:spLocks noChangeArrowheads="1"/>
          </p:cNvSpPr>
          <p:nvPr/>
        </p:nvSpPr>
        <p:spPr bwMode="auto">
          <a:xfrm>
            <a:off x="506413" y="3813175"/>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33CC33"/>
                </a:solidFill>
              </a:rPr>
              <a:t>0</a:t>
            </a:r>
          </a:p>
        </p:txBody>
      </p:sp>
      <p:sp>
        <p:nvSpPr>
          <p:cNvPr id="103467" name="Text Box 53">
            <a:extLst>
              <a:ext uri="{FF2B5EF4-FFF2-40B4-BE49-F238E27FC236}">
                <a16:creationId xmlns:a16="http://schemas.microsoft.com/office/drawing/2014/main" id="{BA41310E-98FB-C530-26C9-2C40B33729E2}"/>
              </a:ext>
            </a:extLst>
          </p:cNvPr>
          <p:cNvSpPr txBox="1">
            <a:spLocks noChangeArrowheads="1"/>
          </p:cNvSpPr>
          <p:nvPr/>
        </p:nvSpPr>
        <p:spPr bwMode="auto">
          <a:xfrm>
            <a:off x="506413" y="4171950"/>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33CC33"/>
                </a:solidFill>
              </a:rPr>
              <a:t>1</a:t>
            </a:r>
          </a:p>
        </p:txBody>
      </p:sp>
      <p:sp>
        <p:nvSpPr>
          <p:cNvPr id="103468" name="Text Box 54">
            <a:extLst>
              <a:ext uri="{FF2B5EF4-FFF2-40B4-BE49-F238E27FC236}">
                <a16:creationId xmlns:a16="http://schemas.microsoft.com/office/drawing/2014/main" id="{B8A868F1-F6DE-3767-D3E3-5F84A6CDEF44}"/>
              </a:ext>
            </a:extLst>
          </p:cNvPr>
          <p:cNvSpPr txBox="1">
            <a:spLocks noChangeArrowheads="1"/>
          </p:cNvSpPr>
          <p:nvPr/>
        </p:nvSpPr>
        <p:spPr bwMode="auto">
          <a:xfrm>
            <a:off x="3132138" y="3813175"/>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33CC33"/>
                </a:solidFill>
              </a:rPr>
              <a:t>0</a:t>
            </a:r>
          </a:p>
        </p:txBody>
      </p:sp>
      <p:sp>
        <p:nvSpPr>
          <p:cNvPr id="103469" name="Text Box 55">
            <a:extLst>
              <a:ext uri="{FF2B5EF4-FFF2-40B4-BE49-F238E27FC236}">
                <a16:creationId xmlns:a16="http://schemas.microsoft.com/office/drawing/2014/main" id="{793803DE-F53F-344A-6F98-92DFE8064CE5}"/>
              </a:ext>
            </a:extLst>
          </p:cNvPr>
          <p:cNvSpPr txBox="1">
            <a:spLocks noChangeArrowheads="1"/>
          </p:cNvSpPr>
          <p:nvPr/>
        </p:nvSpPr>
        <p:spPr bwMode="auto">
          <a:xfrm>
            <a:off x="3132138" y="4171950"/>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33CC33"/>
                </a:solidFill>
              </a:rPr>
              <a:t>1</a:t>
            </a:r>
          </a:p>
        </p:txBody>
      </p:sp>
      <p:sp>
        <p:nvSpPr>
          <p:cNvPr id="103470" name="Text Box 56">
            <a:extLst>
              <a:ext uri="{FF2B5EF4-FFF2-40B4-BE49-F238E27FC236}">
                <a16:creationId xmlns:a16="http://schemas.microsoft.com/office/drawing/2014/main" id="{B4EE0033-FA16-A737-344A-1BA9B07A7AF8}"/>
              </a:ext>
            </a:extLst>
          </p:cNvPr>
          <p:cNvSpPr txBox="1">
            <a:spLocks noChangeArrowheads="1"/>
          </p:cNvSpPr>
          <p:nvPr/>
        </p:nvSpPr>
        <p:spPr bwMode="auto">
          <a:xfrm>
            <a:off x="5764213" y="3813175"/>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33CC33"/>
                </a:solidFill>
              </a:rPr>
              <a:t>0</a:t>
            </a:r>
          </a:p>
        </p:txBody>
      </p:sp>
      <p:sp>
        <p:nvSpPr>
          <p:cNvPr id="103471" name="Text Box 57">
            <a:extLst>
              <a:ext uri="{FF2B5EF4-FFF2-40B4-BE49-F238E27FC236}">
                <a16:creationId xmlns:a16="http://schemas.microsoft.com/office/drawing/2014/main" id="{DE76A0D0-873B-815A-21AE-2DFEAED9D9E5}"/>
              </a:ext>
            </a:extLst>
          </p:cNvPr>
          <p:cNvSpPr txBox="1">
            <a:spLocks noChangeArrowheads="1"/>
          </p:cNvSpPr>
          <p:nvPr/>
        </p:nvSpPr>
        <p:spPr bwMode="auto">
          <a:xfrm>
            <a:off x="5764213" y="4171950"/>
            <a:ext cx="536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FontTx/>
              <a:buNone/>
            </a:pPr>
            <a:r>
              <a:rPr lang="en-US" altLang="en-US" sz="1600">
                <a:solidFill>
                  <a:srgbClr val="33CC33"/>
                </a:solidFill>
              </a:rPr>
              <a:t>1</a:t>
            </a:r>
          </a:p>
        </p:txBody>
      </p:sp>
      <p:pic>
        <p:nvPicPr>
          <p:cNvPr id="2" name="Picture 1">
            <a:extLst>
              <a:ext uri="{FF2B5EF4-FFF2-40B4-BE49-F238E27FC236}">
                <a16:creationId xmlns:a16="http://schemas.microsoft.com/office/drawing/2014/main" id="{BF394F0F-BAB8-F742-D1F4-EF7754F5859E}"/>
              </a:ext>
            </a:extLst>
          </p:cNvPr>
          <p:cNvPicPr>
            <a:picLocks noChangeAspect="1"/>
          </p:cNvPicPr>
          <p:nvPr/>
        </p:nvPicPr>
        <p:blipFill rotWithShape="1">
          <a:blip r:embed="rId3"/>
          <a:srcRect r="3940"/>
          <a:stretch/>
        </p:blipFill>
        <p:spPr>
          <a:xfrm>
            <a:off x="5724128" y="116632"/>
            <a:ext cx="3241770" cy="1318601"/>
          </a:xfrm>
          <a:prstGeom prst="rect">
            <a:avLst/>
          </a:prstGeom>
        </p:spPr>
      </p:pic>
      <p:sp>
        <p:nvSpPr>
          <p:cNvPr id="3" name="Rectangle 2">
            <a:extLst>
              <a:ext uri="{FF2B5EF4-FFF2-40B4-BE49-F238E27FC236}">
                <a16:creationId xmlns:a16="http://schemas.microsoft.com/office/drawing/2014/main" id="{697FD0C1-8CDF-E992-CF2E-3789D76AA7D9}"/>
              </a:ext>
            </a:extLst>
          </p:cNvPr>
          <p:cNvSpPr/>
          <p:nvPr/>
        </p:nvSpPr>
        <p:spPr>
          <a:xfrm>
            <a:off x="5688608" y="893778"/>
            <a:ext cx="3312810" cy="207540"/>
          </a:xfrm>
          <a:prstGeom prst="rect">
            <a:avLst/>
          </a:prstGeom>
          <a:solidFill>
            <a:srgbClr val="FF0000">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Slide Number Placeholder 3">
            <a:extLst>
              <a:ext uri="{FF2B5EF4-FFF2-40B4-BE49-F238E27FC236}">
                <a16:creationId xmlns:a16="http://schemas.microsoft.com/office/drawing/2014/main" id="{82A73361-B378-6342-3532-48B2AF453A3A}"/>
              </a:ext>
            </a:extLst>
          </p:cNvPr>
          <p:cNvSpPr>
            <a:spLocks noGrp="1"/>
          </p:cNvSpPr>
          <p:nvPr>
            <p:ph type="sldNum" sz="quarter" idx="12"/>
          </p:nvPr>
        </p:nvSpPr>
        <p:spPr/>
        <p:txBody>
          <a:bodyPr/>
          <a:lstStyle/>
          <a:p>
            <a:pPr>
              <a:defRPr/>
            </a:pPr>
            <a:fld id="{28588503-611C-4314-9367-E0668E948370}" type="slidenum">
              <a:rPr lang="en-US" altLang="en-US" smtClean="0"/>
              <a:pPr>
                <a:defRPr/>
              </a:pPr>
              <a:t>120</a:t>
            </a:fld>
            <a:endParaRPr lang="en-US" alt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7">
            <a:extLst>
              <a:ext uri="{FF2B5EF4-FFF2-40B4-BE49-F238E27FC236}">
                <a16:creationId xmlns:a16="http://schemas.microsoft.com/office/drawing/2014/main" id="{913572DA-922E-53C4-D8C9-A88E4193A6AD}"/>
              </a:ext>
            </a:extLst>
          </p:cNvPr>
          <p:cNvSpPr>
            <a:spLocks noGrp="1" noChangeArrowheads="1"/>
          </p:cNvSpPr>
          <p:nvPr>
            <p:ph type="title"/>
          </p:nvPr>
        </p:nvSpPr>
        <p:spPr/>
        <p:txBody>
          <a:bodyPr/>
          <a:lstStyle/>
          <a:p>
            <a:r>
              <a:rPr lang="en-US" altLang="en-US"/>
              <a:t>Decoders</a:t>
            </a:r>
          </a:p>
        </p:txBody>
      </p:sp>
      <p:sp>
        <p:nvSpPr>
          <p:cNvPr id="105474" name="Content Placeholder 1">
            <a:extLst>
              <a:ext uri="{FF2B5EF4-FFF2-40B4-BE49-F238E27FC236}">
                <a16:creationId xmlns:a16="http://schemas.microsoft.com/office/drawing/2014/main" id="{B9A74F57-7A1F-1BDD-9FD7-56AD18A2AA64}"/>
              </a:ext>
            </a:extLst>
          </p:cNvPr>
          <p:cNvSpPr>
            <a:spLocks noGrp="1" noChangeArrowheads="1"/>
          </p:cNvSpPr>
          <p:nvPr>
            <p:ph idx="1"/>
          </p:nvPr>
        </p:nvSpPr>
        <p:spPr>
          <a:xfrm>
            <a:off x="377005" y="1591063"/>
            <a:ext cx="3330899" cy="4638675"/>
          </a:xfrm>
        </p:spPr>
        <p:txBody>
          <a:bodyPr>
            <a:normAutofit/>
          </a:bodyPr>
          <a:lstStyle/>
          <a:p>
            <a:pPr marL="365125" indent="-255588">
              <a:lnSpc>
                <a:spcPct val="90000"/>
              </a:lnSpc>
            </a:pPr>
            <a:r>
              <a:rPr lang="en-US" altLang="en-US" sz="2400" dirty="0"/>
              <a:t>A combinational circuit with </a:t>
            </a:r>
            <a:r>
              <a:rPr lang="en-US" altLang="en-US" sz="2400" b="1" dirty="0">
                <a:solidFill>
                  <a:srgbClr val="92D050"/>
                </a:solidFill>
              </a:rPr>
              <a:t>a number of output lines</a:t>
            </a:r>
          </a:p>
          <a:p>
            <a:pPr lvl="1">
              <a:lnSpc>
                <a:spcPct val="90000"/>
              </a:lnSpc>
            </a:pPr>
            <a:r>
              <a:rPr lang="en-US" altLang="en-US" sz="2000" dirty="0"/>
              <a:t>Only one asserted at any one time</a:t>
            </a:r>
          </a:p>
          <a:p>
            <a:pPr lvl="1">
              <a:lnSpc>
                <a:spcPct val="90000"/>
              </a:lnSpc>
            </a:pPr>
            <a:r>
              <a:rPr lang="en-US" altLang="en-US" sz="2000" dirty="0"/>
              <a:t>Depends on pattern of input lines</a:t>
            </a:r>
          </a:p>
          <a:p>
            <a:pPr marL="365125" indent="-255588">
              <a:lnSpc>
                <a:spcPct val="90000"/>
              </a:lnSpc>
            </a:pPr>
            <a:r>
              <a:rPr lang="en-US" altLang="en-US" sz="2400" b="1" i="1" dirty="0">
                <a:solidFill>
                  <a:srgbClr val="FF0000"/>
                </a:solidFill>
              </a:rPr>
              <a:t>n</a:t>
            </a:r>
            <a:r>
              <a:rPr lang="en-US" altLang="en-US" sz="2400" b="1" dirty="0">
                <a:solidFill>
                  <a:srgbClr val="FF0000"/>
                </a:solidFill>
              </a:rPr>
              <a:t> input lines </a:t>
            </a:r>
            <a:r>
              <a:rPr lang="en-US" altLang="en-US" sz="2400" dirty="0"/>
              <a:t>to a maximum of </a:t>
            </a:r>
            <a:r>
              <a:rPr lang="en-US" altLang="en-US" sz="2400" b="1" dirty="0">
                <a:solidFill>
                  <a:srgbClr val="00B0F0"/>
                </a:solidFill>
              </a:rPr>
              <a:t>2</a:t>
            </a:r>
            <a:r>
              <a:rPr lang="en-US" altLang="en-US" sz="2400" b="1" i="1" baseline="30000" dirty="0">
                <a:solidFill>
                  <a:srgbClr val="00B0F0"/>
                </a:solidFill>
              </a:rPr>
              <a:t>n </a:t>
            </a:r>
            <a:r>
              <a:rPr lang="en-US" altLang="en-US" sz="2400" b="1" dirty="0">
                <a:solidFill>
                  <a:srgbClr val="00B0F0"/>
                </a:solidFill>
              </a:rPr>
              <a:t> output lines</a:t>
            </a:r>
          </a:p>
          <a:p>
            <a:pPr marL="365125" indent="-255588">
              <a:lnSpc>
                <a:spcPct val="90000"/>
              </a:lnSpc>
            </a:pPr>
            <a:r>
              <a:rPr lang="en-US" altLang="en-US" sz="2400" dirty="0"/>
              <a:t>E.g. 3 inputs, 8 outputs</a:t>
            </a:r>
          </a:p>
        </p:txBody>
      </p:sp>
      <p:pic>
        <p:nvPicPr>
          <p:cNvPr id="3" name="Picture 2">
            <a:extLst>
              <a:ext uri="{FF2B5EF4-FFF2-40B4-BE49-F238E27FC236}">
                <a16:creationId xmlns:a16="http://schemas.microsoft.com/office/drawing/2014/main" id="{B9ED9F72-057E-7646-6E53-C896F13AB4E7}"/>
              </a:ext>
            </a:extLst>
          </p:cNvPr>
          <p:cNvPicPr>
            <a:picLocks noChangeAspect="1"/>
          </p:cNvPicPr>
          <p:nvPr/>
        </p:nvPicPr>
        <p:blipFill>
          <a:blip r:embed="rId3"/>
          <a:stretch>
            <a:fillRect/>
          </a:stretch>
        </p:blipFill>
        <p:spPr>
          <a:xfrm>
            <a:off x="3779913" y="1134615"/>
            <a:ext cx="5030893" cy="5113785"/>
          </a:xfrm>
          <a:prstGeom prst="rect">
            <a:avLst/>
          </a:prstGeom>
        </p:spPr>
      </p:pic>
      <p:sp>
        <p:nvSpPr>
          <p:cNvPr id="2" name="Slide Number Placeholder 1">
            <a:extLst>
              <a:ext uri="{FF2B5EF4-FFF2-40B4-BE49-F238E27FC236}">
                <a16:creationId xmlns:a16="http://schemas.microsoft.com/office/drawing/2014/main" id="{83FDBE7D-0E94-F642-953A-52DDD8601BA4}"/>
              </a:ext>
            </a:extLst>
          </p:cNvPr>
          <p:cNvSpPr>
            <a:spLocks noGrp="1"/>
          </p:cNvSpPr>
          <p:nvPr>
            <p:ph type="sldNum" sz="quarter" idx="12"/>
          </p:nvPr>
        </p:nvSpPr>
        <p:spPr/>
        <p:txBody>
          <a:bodyPr/>
          <a:lstStyle/>
          <a:p>
            <a:pPr>
              <a:defRPr/>
            </a:pPr>
            <a:fld id="{28588503-611C-4314-9367-E0668E948370}" type="slidenum">
              <a:rPr lang="en-US" altLang="en-US" smtClean="0"/>
              <a:pPr>
                <a:defRPr/>
              </a:pPr>
              <a:t>121</a:t>
            </a:fld>
            <a:endParaRPr lang="en-US" alt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8">
            <a:extLst>
              <a:ext uri="{FF2B5EF4-FFF2-40B4-BE49-F238E27FC236}">
                <a16:creationId xmlns:a16="http://schemas.microsoft.com/office/drawing/2014/main" id="{C0A98369-D4B8-D6AA-AC41-5FA6BE5B1AB8}"/>
              </a:ext>
            </a:extLst>
          </p:cNvPr>
          <p:cNvSpPr>
            <a:spLocks noGrp="1" noChangeArrowheads="1"/>
          </p:cNvSpPr>
          <p:nvPr>
            <p:ph type="title"/>
          </p:nvPr>
        </p:nvSpPr>
        <p:spPr/>
        <p:txBody>
          <a:bodyPr/>
          <a:lstStyle/>
          <a:p>
            <a:r>
              <a:rPr lang="en-US" altLang="en-US"/>
              <a:t>Decoders</a:t>
            </a:r>
          </a:p>
        </p:txBody>
      </p:sp>
      <p:sp>
        <p:nvSpPr>
          <p:cNvPr id="106498" name="Content Placeholder 1">
            <a:extLst>
              <a:ext uri="{FF2B5EF4-FFF2-40B4-BE49-F238E27FC236}">
                <a16:creationId xmlns:a16="http://schemas.microsoft.com/office/drawing/2014/main" id="{B08317AB-D612-4E8F-0248-BF5A8F93EDA4}"/>
              </a:ext>
            </a:extLst>
          </p:cNvPr>
          <p:cNvSpPr>
            <a:spLocks noGrp="1" noChangeArrowheads="1"/>
          </p:cNvSpPr>
          <p:nvPr>
            <p:ph idx="1"/>
          </p:nvPr>
        </p:nvSpPr>
        <p:spPr/>
        <p:txBody>
          <a:bodyPr>
            <a:normAutofit/>
          </a:bodyPr>
          <a:lstStyle/>
          <a:p>
            <a:pPr marL="365125" indent="-255588"/>
            <a:r>
              <a:rPr lang="en-US" altLang="en-US" sz="2400" dirty="0"/>
              <a:t>Decoders find many uses in digital computers. </a:t>
            </a:r>
          </a:p>
          <a:p>
            <a:pPr marL="365125" indent="-255588"/>
            <a:r>
              <a:rPr lang="en-US" altLang="en-US" sz="2400" dirty="0"/>
              <a:t>Example: address decoding</a:t>
            </a:r>
          </a:p>
          <a:p>
            <a:pPr lvl="1"/>
            <a:r>
              <a:rPr lang="en-US" altLang="en-US" sz="2000" dirty="0"/>
              <a:t>Build a 1K-byte memory using </a:t>
            </a:r>
            <a:r>
              <a:rPr lang="en-US" altLang="en-US" sz="2000" dirty="0">
                <a:solidFill>
                  <a:srgbClr val="FF0000"/>
                </a:solidFill>
              </a:rPr>
              <a:t>four</a:t>
            </a:r>
            <a:r>
              <a:rPr lang="en-US" altLang="en-US" sz="2000" dirty="0"/>
              <a:t> 256 x 8-bit RAM chips</a:t>
            </a:r>
          </a:p>
          <a:p>
            <a:pPr lvl="1"/>
            <a:r>
              <a:rPr lang="en-US" altLang="en-US" sz="2000" dirty="0"/>
              <a:t>A single unified address space can be broken down as follows:</a:t>
            </a:r>
          </a:p>
          <a:p>
            <a:pPr marL="365125" indent="-255588"/>
            <a:endParaRPr lang="en-US" altLang="en-US" sz="2400" dirty="0"/>
          </a:p>
        </p:txBody>
      </p:sp>
      <p:pic>
        <p:nvPicPr>
          <p:cNvPr id="3" name="Picture 2">
            <a:extLst>
              <a:ext uri="{FF2B5EF4-FFF2-40B4-BE49-F238E27FC236}">
                <a16:creationId xmlns:a16="http://schemas.microsoft.com/office/drawing/2014/main" id="{7A26BB7A-CBBA-5FD1-D381-BC8EB1D702FE}"/>
              </a:ext>
            </a:extLst>
          </p:cNvPr>
          <p:cNvPicPr>
            <a:picLocks noChangeAspect="1"/>
          </p:cNvPicPr>
          <p:nvPr/>
        </p:nvPicPr>
        <p:blipFill>
          <a:blip r:embed="rId3"/>
          <a:stretch>
            <a:fillRect/>
          </a:stretch>
        </p:blipFill>
        <p:spPr>
          <a:xfrm>
            <a:off x="1667854" y="3629863"/>
            <a:ext cx="3686175" cy="2076450"/>
          </a:xfrm>
          <a:prstGeom prst="rect">
            <a:avLst/>
          </a:prstGeom>
        </p:spPr>
      </p:pic>
      <p:sp>
        <p:nvSpPr>
          <p:cNvPr id="4" name="Rectangle 3">
            <a:extLst>
              <a:ext uri="{FF2B5EF4-FFF2-40B4-BE49-F238E27FC236}">
                <a16:creationId xmlns:a16="http://schemas.microsoft.com/office/drawing/2014/main" id="{0706171F-6AD6-7551-B334-F1288983382C}"/>
              </a:ext>
            </a:extLst>
          </p:cNvPr>
          <p:cNvSpPr/>
          <p:nvPr/>
        </p:nvSpPr>
        <p:spPr>
          <a:xfrm>
            <a:off x="5940152" y="3429000"/>
            <a:ext cx="2304256" cy="2819400"/>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4000" dirty="0"/>
              <a:t>1K</a:t>
            </a:r>
          </a:p>
        </p:txBody>
      </p:sp>
      <p:cxnSp>
        <p:nvCxnSpPr>
          <p:cNvPr id="6" name="Straight Connector 5">
            <a:extLst>
              <a:ext uri="{FF2B5EF4-FFF2-40B4-BE49-F238E27FC236}">
                <a16:creationId xmlns:a16="http://schemas.microsoft.com/office/drawing/2014/main" id="{3026571A-FABB-CB92-AC4C-DC1954DB1CBF}"/>
              </a:ext>
            </a:extLst>
          </p:cNvPr>
          <p:cNvCxnSpPr>
            <a:cxnSpLocks/>
          </p:cNvCxnSpPr>
          <p:nvPr/>
        </p:nvCxnSpPr>
        <p:spPr>
          <a:xfrm>
            <a:off x="5940151" y="3681129"/>
            <a:ext cx="3806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27C4D54-5D6C-20AA-9F7A-23E7EA06F8A4}"/>
              </a:ext>
            </a:extLst>
          </p:cNvPr>
          <p:cNvCxnSpPr>
            <a:cxnSpLocks/>
          </p:cNvCxnSpPr>
          <p:nvPr/>
        </p:nvCxnSpPr>
        <p:spPr>
          <a:xfrm>
            <a:off x="5940151" y="3929157"/>
            <a:ext cx="3806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2F91F47-B4A6-49D5-07E6-2CC7F2D3B4A4}"/>
              </a:ext>
            </a:extLst>
          </p:cNvPr>
          <p:cNvCxnSpPr>
            <a:cxnSpLocks/>
          </p:cNvCxnSpPr>
          <p:nvPr/>
        </p:nvCxnSpPr>
        <p:spPr>
          <a:xfrm>
            <a:off x="5940151" y="4177185"/>
            <a:ext cx="3806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944D206-852C-A3F0-5587-04CC8AED2A95}"/>
              </a:ext>
            </a:extLst>
          </p:cNvPr>
          <p:cNvCxnSpPr>
            <a:cxnSpLocks/>
          </p:cNvCxnSpPr>
          <p:nvPr/>
        </p:nvCxnSpPr>
        <p:spPr>
          <a:xfrm>
            <a:off x="5940151" y="4425213"/>
            <a:ext cx="3806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43D9053-E9CF-C92E-9B67-9297082C93D2}"/>
              </a:ext>
            </a:extLst>
          </p:cNvPr>
          <p:cNvCxnSpPr>
            <a:cxnSpLocks/>
          </p:cNvCxnSpPr>
          <p:nvPr/>
        </p:nvCxnSpPr>
        <p:spPr>
          <a:xfrm>
            <a:off x="5940151" y="4673241"/>
            <a:ext cx="3806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63B3542-4E98-01CD-A9D1-D9D7E4B032D9}"/>
              </a:ext>
            </a:extLst>
          </p:cNvPr>
          <p:cNvCxnSpPr>
            <a:cxnSpLocks/>
          </p:cNvCxnSpPr>
          <p:nvPr/>
        </p:nvCxnSpPr>
        <p:spPr>
          <a:xfrm>
            <a:off x="5940151" y="4921269"/>
            <a:ext cx="3806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54D1032-255B-8E9C-EDB4-4C194C88B775}"/>
              </a:ext>
            </a:extLst>
          </p:cNvPr>
          <p:cNvCxnSpPr>
            <a:cxnSpLocks/>
          </p:cNvCxnSpPr>
          <p:nvPr/>
        </p:nvCxnSpPr>
        <p:spPr>
          <a:xfrm>
            <a:off x="5940151" y="5169297"/>
            <a:ext cx="3806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BEC844C-E1DF-A7B4-1719-BC34FBBD270B}"/>
              </a:ext>
            </a:extLst>
          </p:cNvPr>
          <p:cNvCxnSpPr>
            <a:cxnSpLocks/>
          </p:cNvCxnSpPr>
          <p:nvPr/>
        </p:nvCxnSpPr>
        <p:spPr>
          <a:xfrm>
            <a:off x="5940151" y="5417325"/>
            <a:ext cx="3806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BC5528-30F9-0E78-24EE-604F6FCB6958}"/>
              </a:ext>
            </a:extLst>
          </p:cNvPr>
          <p:cNvCxnSpPr>
            <a:cxnSpLocks/>
          </p:cNvCxnSpPr>
          <p:nvPr/>
        </p:nvCxnSpPr>
        <p:spPr>
          <a:xfrm>
            <a:off x="5940151" y="5665353"/>
            <a:ext cx="3806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5F3B6F4-4F60-F9E3-A23D-1D5336407F9F}"/>
              </a:ext>
            </a:extLst>
          </p:cNvPr>
          <p:cNvCxnSpPr>
            <a:cxnSpLocks/>
          </p:cNvCxnSpPr>
          <p:nvPr/>
        </p:nvCxnSpPr>
        <p:spPr>
          <a:xfrm>
            <a:off x="5940151" y="5913377"/>
            <a:ext cx="3806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ight Brace 15">
            <a:extLst>
              <a:ext uri="{FF2B5EF4-FFF2-40B4-BE49-F238E27FC236}">
                <a16:creationId xmlns:a16="http://schemas.microsoft.com/office/drawing/2014/main" id="{C723E44A-9304-3BD0-3838-7C1D499927ED}"/>
              </a:ext>
            </a:extLst>
          </p:cNvPr>
          <p:cNvSpPr/>
          <p:nvPr/>
        </p:nvSpPr>
        <p:spPr>
          <a:xfrm rot="16200000">
            <a:off x="7002221" y="2028844"/>
            <a:ext cx="180119" cy="23042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7" name="TextBox 16">
            <a:extLst>
              <a:ext uri="{FF2B5EF4-FFF2-40B4-BE49-F238E27FC236}">
                <a16:creationId xmlns:a16="http://schemas.microsoft.com/office/drawing/2014/main" id="{B3FC02C7-AD54-DED3-20CF-5951194364B1}"/>
              </a:ext>
            </a:extLst>
          </p:cNvPr>
          <p:cNvSpPr txBox="1"/>
          <p:nvPr/>
        </p:nvSpPr>
        <p:spPr>
          <a:xfrm>
            <a:off x="6746416" y="2732891"/>
            <a:ext cx="691728" cy="400110"/>
          </a:xfrm>
          <a:prstGeom prst="rect">
            <a:avLst/>
          </a:prstGeom>
          <a:noFill/>
        </p:spPr>
        <p:txBody>
          <a:bodyPr wrap="none" rtlCol="0">
            <a:spAutoFit/>
          </a:bodyPr>
          <a:lstStyle/>
          <a:p>
            <a:r>
              <a:rPr lang="en-MY" dirty="0"/>
              <a:t>8 bit</a:t>
            </a:r>
          </a:p>
        </p:txBody>
      </p:sp>
      <p:cxnSp>
        <p:nvCxnSpPr>
          <p:cNvPr id="19" name="Straight Connector 18">
            <a:extLst>
              <a:ext uri="{FF2B5EF4-FFF2-40B4-BE49-F238E27FC236}">
                <a16:creationId xmlns:a16="http://schemas.microsoft.com/office/drawing/2014/main" id="{19298038-64A4-4A47-31CE-78C5386C0121}"/>
              </a:ext>
            </a:extLst>
          </p:cNvPr>
          <p:cNvCxnSpPr/>
          <p:nvPr/>
        </p:nvCxnSpPr>
        <p:spPr>
          <a:xfrm>
            <a:off x="5724128" y="4177185"/>
            <a:ext cx="2808312" cy="0"/>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D8AADAC-8646-203F-4A8A-EB89396A0D1A}"/>
              </a:ext>
            </a:extLst>
          </p:cNvPr>
          <p:cNvCxnSpPr/>
          <p:nvPr/>
        </p:nvCxnSpPr>
        <p:spPr>
          <a:xfrm>
            <a:off x="5604814" y="4861528"/>
            <a:ext cx="2808312" cy="0"/>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5B15340-8A76-96B8-C088-6A545ECD8AAB}"/>
              </a:ext>
            </a:extLst>
          </p:cNvPr>
          <p:cNvCxnSpPr/>
          <p:nvPr/>
        </p:nvCxnSpPr>
        <p:spPr>
          <a:xfrm>
            <a:off x="5792688" y="5553337"/>
            <a:ext cx="2808312" cy="0"/>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4E4B972-A62B-D3A4-83B1-69CC6FB43E65}"/>
              </a:ext>
            </a:extLst>
          </p:cNvPr>
          <p:cNvSpPr txBox="1"/>
          <p:nvPr/>
        </p:nvSpPr>
        <p:spPr>
          <a:xfrm>
            <a:off x="6790755" y="3550438"/>
            <a:ext cx="603050" cy="400110"/>
          </a:xfrm>
          <a:prstGeom prst="rect">
            <a:avLst/>
          </a:prstGeom>
          <a:noFill/>
        </p:spPr>
        <p:txBody>
          <a:bodyPr wrap="none" rtlCol="0">
            <a:spAutoFit/>
          </a:bodyPr>
          <a:lstStyle/>
          <a:p>
            <a:r>
              <a:rPr lang="en-MY" dirty="0">
                <a:solidFill>
                  <a:schemeClr val="bg1"/>
                </a:solidFill>
              </a:rPr>
              <a:t>256</a:t>
            </a:r>
          </a:p>
        </p:txBody>
      </p:sp>
      <p:sp>
        <p:nvSpPr>
          <p:cNvPr id="23" name="TextBox 22">
            <a:extLst>
              <a:ext uri="{FF2B5EF4-FFF2-40B4-BE49-F238E27FC236}">
                <a16:creationId xmlns:a16="http://schemas.microsoft.com/office/drawing/2014/main" id="{E4F884CA-30EC-C9FB-740C-1E6831F6A68A}"/>
              </a:ext>
            </a:extLst>
          </p:cNvPr>
          <p:cNvSpPr txBox="1"/>
          <p:nvPr/>
        </p:nvSpPr>
        <p:spPr>
          <a:xfrm>
            <a:off x="6826759" y="4183049"/>
            <a:ext cx="603050" cy="400110"/>
          </a:xfrm>
          <a:prstGeom prst="rect">
            <a:avLst/>
          </a:prstGeom>
          <a:noFill/>
        </p:spPr>
        <p:txBody>
          <a:bodyPr wrap="none" rtlCol="0">
            <a:spAutoFit/>
          </a:bodyPr>
          <a:lstStyle/>
          <a:p>
            <a:r>
              <a:rPr lang="en-MY" dirty="0">
                <a:solidFill>
                  <a:schemeClr val="bg1"/>
                </a:solidFill>
              </a:rPr>
              <a:t>256</a:t>
            </a:r>
          </a:p>
        </p:txBody>
      </p:sp>
      <p:sp>
        <p:nvSpPr>
          <p:cNvPr id="24" name="TextBox 23">
            <a:extLst>
              <a:ext uri="{FF2B5EF4-FFF2-40B4-BE49-F238E27FC236}">
                <a16:creationId xmlns:a16="http://schemas.microsoft.com/office/drawing/2014/main" id="{CCD5FA64-C678-768C-7263-DC09BCAFDC3E}"/>
              </a:ext>
            </a:extLst>
          </p:cNvPr>
          <p:cNvSpPr txBox="1"/>
          <p:nvPr/>
        </p:nvSpPr>
        <p:spPr>
          <a:xfrm>
            <a:off x="6835094" y="5042850"/>
            <a:ext cx="603050" cy="400110"/>
          </a:xfrm>
          <a:prstGeom prst="rect">
            <a:avLst/>
          </a:prstGeom>
          <a:noFill/>
        </p:spPr>
        <p:txBody>
          <a:bodyPr wrap="none" rtlCol="0">
            <a:spAutoFit/>
          </a:bodyPr>
          <a:lstStyle/>
          <a:p>
            <a:r>
              <a:rPr lang="en-MY" dirty="0">
                <a:solidFill>
                  <a:schemeClr val="bg1"/>
                </a:solidFill>
              </a:rPr>
              <a:t>256</a:t>
            </a:r>
          </a:p>
        </p:txBody>
      </p:sp>
      <p:sp>
        <p:nvSpPr>
          <p:cNvPr id="25" name="TextBox 24">
            <a:extLst>
              <a:ext uri="{FF2B5EF4-FFF2-40B4-BE49-F238E27FC236}">
                <a16:creationId xmlns:a16="http://schemas.microsoft.com/office/drawing/2014/main" id="{75090CDC-7F55-CD0A-D0E5-91600E4CFE0A}"/>
              </a:ext>
            </a:extLst>
          </p:cNvPr>
          <p:cNvSpPr txBox="1"/>
          <p:nvPr/>
        </p:nvSpPr>
        <p:spPr>
          <a:xfrm>
            <a:off x="6790755" y="5706313"/>
            <a:ext cx="603050" cy="400110"/>
          </a:xfrm>
          <a:prstGeom prst="rect">
            <a:avLst/>
          </a:prstGeom>
          <a:noFill/>
        </p:spPr>
        <p:txBody>
          <a:bodyPr wrap="none" rtlCol="0">
            <a:spAutoFit/>
          </a:bodyPr>
          <a:lstStyle/>
          <a:p>
            <a:r>
              <a:rPr lang="en-MY" dirty="0">
                <a:solidFill>
                  <a:schemeClr val="bg1"/>
                </a:solidFill>
              </a:rPr>
              <a:t>256</a:t>
            </a:r>
          </a:p>
        </p:txBody>
      </p:sp>
      <p:sp>
        <p:nvSpPr>
          <p:cNvPr id="26" name="TextBox 25">
            <a:extLst>
              <a:ext uri="{FF2B5EF4-FFF2-40B4-BE49-F238E27FC236}">
                <a16:creationId xmlns:a16="http://schemas.microsoft.com/office/drawing/2014/main" id="{CB99D3DC-AA59-7B7A-45A8-A725844EE03A}"/>
              </a:ext>
            </a:extLst>
          </p:cNvPr>
          <p:cNvSpPr txBox="1"/>
          <p:nvPr/>
        </p:nvSpPr>
        <p:spPr>
          <a:xfrm>
            <a:off x="731302" y="4142624"/>
            <a:ext cx="837089" cy="338554"/>
          </a:xfrm>
          <a:prstGeom prst="rect">
            <a:avLst/>
          </a:prstGeom>
          <a:noFill/>
        </p:spPr>
        <p:txBody>
          <a:bodyPr wrap="none" rtlCol="0">
            <a:spAutoFit/>
          </a:bodyPr>
          <a:lstStyle/>
          <a:p>
            <a:r>
              <a:rPr lang="en-MY" sz="1600" dirty="0"/>
              <a:t>0 - 255</a:t>
            </a:r>
          </a:p>
        </p:txBody>
      </p:sp>
      <p:sp>
        <p:nvSpPr>
          <p:cNvPr id="27" name="TextBox 26">
            <a:extLst>
              <a:ext uri="{FF2B5EF4-FFF2-40B4-BE49-F238E27FC236}">
                <a16:creationId xmlns:a16="http://schemas.microsoft.com/office/drawing/2014/main" id="{BE1F1814-1D44-512A-1DB0-32E121FCC7F7}"/>
              </a:ext>
            </a:extLst>
          </p:cNvPr>
          <p:cNvSpPr txBox="1"/>
          <p:nvPr/>
        </p:nvSpPr>
        <p:spPr>
          <a:xfrm>
            <a:off x="553677" y="4524193"/>
            <a:ext cx="1061509" cy="338554"/>
          </a:xfrm>
          <a:prstGeom prst="rect">
            <a:avLst/>
          </a:prstGeom>
          <a:noFill/>
        </p:spPr>
        <p:txBody>
          <a:bodyPr wrap="none" rtlCol="0">
            <a:spAutoFit/>
          </a:bodyPr>
          <a:lstStyle/>
          <a:p>
            <a:r>
              <a:rPr lang="en-MY" sz="1600" dirty="0"/>
              <a:t>256 - 511</a:t>
            </a:r>
          </a:p>
        </p:txBody>
      </p:sp>
      <p:sp>
        <p:nvSpPr>
          <p:cNvPr id="28" name="TextBox 27">
            <a:extLst>
              <a:ext uri="{FF2B5EF4-FFF2-40B4-BE49-F238E27FC236}">
                <a16:creationId xmlns:a16="http://schemas.microsoft.com/office/drawing/2014/main" id="{FFA81162-50DA-AEE0-A47C-E13B0B61CA72}"/>
              </a:ext>
            </a:extLst>
          </p:cNvPr>
          <p:cNvSpPr txBox="1"/>
          <p:nvPr/>
        </p:nvSpPr>
        <p:spPr>
          <a:xfrm>
            <a:off x="553677" y="4891773"/>
            <a:ext cx="1061509" cy="338554"/>
          </a:xfrm>
          <a:prstGeom prst="rect">
            <a:avLst/>
          </a:prstGeom>
          <a:noFill/>
        </p:spPr>
        <p:txBody>
          <a:bodyPr wrap="none" rtlCol="0">
            <a:spAutoFit/>
          </a:bodyPr>
          <a:lstStyle/>
          <a:p>
            <a:r>
              <a:rPr lang="en-MY" sz="1600" dirty="0"/>
              <a:t>512 - 767</a:t>
            </a:r>
          </a:p>
        </p:txBody>
      </p:sp>
      <p:sp>
        <p:nvSpPr>
          <p:cNvPr id="29" name="TextBox 28">
            <a:extLst>
              <a:ext uri="{FF2B5EF4-FFF2-40B4-BE49-F238E27FC236}">
                <a16:creationId xmlns:a16="http://schemas.microsoft.com/office/drawing/2014/main" id="{6F5F241C-2476-4F26-4022-928DD60B842C}"/>
              </a:ext>
            </a:extLst>
          </p:cNvPr>
          <p:cNvSpPr txBox="1"/>
          <p:nvPr/>
        </p:nvSpPr>
        <p:spPr>
          <a:xfrm>
            <a:off x="414215" y="5266513"/>
            <a:ext cx="1173719" cy="338554"/>
          </a:xfrm>
          <a:prstGeom prst="rect">
            <a:avLst/>
          </a:prstGeom>
          <a:noFill/>
        </p:spPr>
        <p:txBody>
          <a:bodyPr wrap="none" rtlCol="0">
            <a:spAutoFit/>
          </a:bodyPr>
          <a:lstStyle/>
          <a:p>
            <a:r>
              <a:rPr lang="en-MY" sz="1600" dirty="0"/>
              <a:t>768 - 1024</a:t>
            </a:r>
          </a:p>
        </p:txBody>
      </p:sp>
      <p:sp>
        <p:nvSpPr>
          <p:cNvPr id="2" name="Slide Number Placeholder 1">
            <a:extLst>
              <a:ext uri="{FF2B5EF4-FFF2-40B4-BE49-F238E27FC236}">
                <a16:creationId xmlns:a16="http://schemas.microsoft.com/office/drawing/2014/main" id="{487172BC-F33B-5B9A-4370-68A5FABB685F}"/>
              </a:ext>
            </a:extLst>
          </p:cNvPr>
          <p:cNvSpPr>
            <a:spLocks noGrp="1"/>
          </p:cNvSpPr>
          <p:nvPr>
            <p:ph type="sldNum" sz="quarter" idx="12"/>
          </p:nvPr>
        </p:nvSpPr>
        <p:spPr/>
        <p:txBody>
          <a:bodyPr/>
          <a:lstStyle/>
          <a:p>
            <a:pPr>
              <a:defRPr/>
            </a:pPr>
            <a:fld id="{28588503-611C-4314-9367-E0668E948370}" type="slidenum">
              <a:rPr lang="en-US" altLang="en-US" smtClean="0"/>
              <a:pPr>
                <a:defRPr/>
              </a:pPr>
              <a:t>122</a:t>
            </a:fld>
            <a:endParaRPr lang="en-US" alt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BDE201A8-AD48-C69A-7C38-00AC537CB152}"/>
              </a:ext>
            </a:extLst>
          </p:cNvPr>
          <p:cNvSpPr>
            <a:spLocks noGrp="1" noChangeArrowheads="1"/>
          </p:cNvSpPr>
          <p:nvPr>
            <p:ph type="title"/>
          </p:nvPr>
        </p:nvSpPr>
        <p:spPr/>
        <p:txBody>
          <a:bodyPr/>
          <a:lstStyle/>
          <a:p>
            <a:r>
              <a:rPr lang="en-US" altLang="en-US"/>
              <a:t>Decoders</a:t>
            </a:r>
          </a:p>
        </p:txBody>
      </p:sp>
      <p:sp>
        <p:nvSpPr>
          <p:cNvPr id="107523" name="Rectangle 3">
            <a:extLst>
              <a:ext uri="{FF2B5EF4-FFF2-40B4-BE49-F238E27FC236}">
                <a16:creationId xmlns:a16="http://schemas.microsoft.com/office/drawing/2014/main" id="{866A6360-FC05-95F0-45B3-B21E2724B682}"/>
              </a:ext>
            </a:extLst>
          </p:cNvPr>
          <p:cNvSpPr>
            <a:spLocks noGrp="1" noChangeArrowheads="1"/>
          </p:cNvSpPr>
          <p:nvPr>
            <p:ph idx="1"/>
          </p:nvPr>
        </p:nvSpPr>
        <p:spPr/>
        <p:txBody>
          <a:bodyPr>
            <a:normAutofit/>
          </a:bodyPr>
          <a:lstStyle/>
          <a:p>
            <a:r>
              <a:rPr lang="en-US" altLang="en-US" sz="2800" dirty="0"/>
              <a:t>Example: address decoding</a:t>
            </a:r>
          </a:p>
          <a:p>
            <a:pPr lvl="1"/>
            <a:r>
              <a:rPr lang="en-US" altLang="en-US" sz="2400" dirty="0"/>
              <a:t>Each chip requires 8 address lines (to choose one of the 2</a:t>
            </a:r>
            <a:r>
              <a:rPr lang="en-US" altLang="en-US" sz="2400" baseline="30000" dirty="0"/>
              <a:t>8</a:t>
            </a:r>
            <a:r>
              <a:rPr lang="en-US" altLang="en-US" sz="2400" dirty="0"/>
              <a:t> = 256 words</a:t>
            </a:r>
          </a:p>
          <a:p>
            <a:pPr lvl="1"/>
            <a:r>
              <a:rPr lang="en-US" altLang="en-US" sz="2400" dirty="0"/>
              <a:t>Higher-order 2 bits used to select one of the four RAM chips</a:t>
            </a:r>
          </a:p>
          <a:p>
            <a:pPr lvl="2"/>
            <a:r>
              <a:rPr lang="en-US" altLang="en-US" sz="2000" dirty="0"/>
              <a:t>2-to-4 decoder needed</a:t>
            </a:r>
          </a:p>
          <a:p>
            <a:pPr lvl="1"/>
            <a:r>
              <a:rPr lang="en-US" altLang="en-US" sz="2400" dirty="0"/>
              <a:t>Total 8+2=10 bits needed to address 1KB</a:t>
            </a:r>
          </a:p>
        </p:txBody>
      </p:sp>
      <p:sp>
        <p:nvSpPr>
          <p:cNvPr id="2" name="TextBox 1">
            <a:extLst>
              <a:ext uri="{FF2B5EF4-FFF2-40B4-BE49-F238E27FC236}">
                <a16:creationId xmlns:a16="http://schemas.microsoft.com/office/drawing/2014/main" id="{B9DD1C26-6505-8D97-B533-864B9C6E6E55}"/>
              </a:ext>
            </a:extLst>
          </p:cNvPr>
          <p:cNvSpPr txBox="1"/>
          <p:nvPr/>
        </p:nvSpPr>
        <p:spPr>
          <a:xfrm>
            <a:off x="1259632" y="5019273"/>
            <a:ext cx="5988306" cy="707886"/>
          </a:xfrm>
          <a:prstGeom prst="rect">
            <a:avLst/>
          </a:prstGeom>
          <a:noFill/>
        </p:spPr>
        <p:txBody>
          <a:bodyPr wrap="none" rtlCol="0">
            <a:spAutoFit/>
          </a:bodyPr>
          <a:lstStyle/>
          <a:p>
            <a:r>
              <a:rPr lang="en-MY" dirty="0">
                <a:solidFill>
                  <a:srgbClr val="00B050"/>
                </a:solidFill>
              </a:rPr>
              <a:t>8 bits – to address each location in the chips </a:t>
            </a:r>
          </a:p>
          <a:p>
            <a:r>
              <a:rPr lang="en-MY" dirty="0">
                <a:solidFill>
                  <a:srgbClr val="00B050"/>
                </a:solidFill>
              </a:rPr>
              <a:t>2 bits – to use to select which chips will be utilized </a:t>
            </a:r>
          </a:p>
        </p:txBody>
      </p:sp>
      <p:sp>
        <p:nvSpPr>
          <p:cNvPr id="3" name="Slide Number Placeholder 2">
            <a:extLst>
              <a:ext uri="{FF2B5EF4-FFF2-40B4-BE49-F238E27FC236}">
                <a16:creationId xmlns:a16="http://schemas.microsoft.com/office/drawing/2014/main" id="{4059BA6E-43C7-4685-2846-0F6A8167F63F}"/>
              </a:ext>
            </a:extLst>
          </p:cNvPr>
          <p:cNvSpPr>
            <a:spLocks noGrp="1"/>
          </p:cNvSpPr>
          <p:nvPr>
            <p:ph type="sldNum" sz="quarter" idx="12"/>
          </p:nvPr>
        </p:nvSpPr>
        <p:spPr/>
        <p:txBody>
          <a:bodyPr/>
          <a:lstStyle/>
          <a:p>
            <a:pPr>
              <a:defRPr/>
            </a:pPr>
            <a:fld id="{28588503-611C-4314-9367-E0668E948370}" type="slidenum">
              <a:rPr lang="en-US" altLang="en-US" smtClean="0"/>
              <a:pPr>
                <a:defRPr/>
              </a:pPr>
              <a:t>123</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9D23AC98-CE4E-DA3A-4823-B60FE9728149}"/>
              </a:ext>
            </a:extLst>
          </p:cNvPr>
          <p:cNvSpPr>
            <a:spLocks noGrp="1" noChangeArrowheads="1"/>
          </p:cNvSpPr>
          <p:nvPr>
            <p:ph type="title"/>
          </p:nvPr>
        </p:nvSpPr>
        <p:spPr/>
        <p:txBody>
          <a:bodyPr/>
          <a:lstStyle/>
          <a:p>
            <a:r>
              <a:rPr lang="en-US" altLang="en-US"/>
              <a:t>Decoders</a:t>
            </a:r>
          </a:p>
        </p:txBody>
      </p:sp>
      <p:pic>
        <p:nvPicPr>
          <p:cNvPr id="3" name="Picture 2">
            <a:extLst>
              <a:ext uri="{FF2B5EF4-FFF2-40B4-BE49-F238E27FC236}">
                <a16:creationId xmlns:a16="http://schemas.microsoft.com/office/drawing/2014/main" id="{70EE371B-5043-6870-31CA-D3B451FB9902}"/>
              </a:ext>
            </a:extLst>
          </p:cNvPr>
          <p:cNvPicPr>
            <a:picLocks noChangeAspect="1"/>
          </p:cNvPicPr>
          <p:nvPr/>
        </p:nvPicPr>
        <p:blipFill rotWithShape="1">
          <a:blip r:embed="rId3"/>
          <a:srcRect l="2750" r="1963"/>
          <a:stretch/>
        </p:blipFill>
        <p:spPr>
          <a:xfrm>
            <a:off x="1071665" y="1484784"/>
            <a:ext cx="7767712" cy="4099238"/>
          </a:xfrm>
          <a:prstGeom prst="rect">
            <a:avLst/>
          </a:prstGeom>
        </p:spPr>
      </p:pic>
      <p:sp>
        <p:nvSpPr>
          <p:cNvPr id="5" name="Left Brace 4">
            <a:extLst>
              <a:ext uri="{FF2B5EF4-FFF2-40B4-BE49-F238E27FC236}">
                <a16:creationId xmlns:a16="http://schemas.microsoft.com/office/drawing/2014/main" id="{1834B90A-00A0-337E-A33F-5B17B92DE34B}"/>
              </a:ext>
            </a:extLst>
          </p:cNvPr>
          <p:cNvSpPr/>
          <p:nvPr/>
        </p:nvSpPr>
        <p:spPr>
          <a:xfrm>
            <a:off x="838739" y="4365104"/>
            <a:ext cx="288032" cy="1008112"/>
          </a:xfrm>
          <a:prstGeom prst="leftBrace">
            <a:avLst/>
          </a:prstGeom>
          <a:ln>
            <a:solidFill>
              <a:srgbClr val="FF33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6" name="TextBox 5">
            <a:extLst>
              <a:ext uri="{FF2B5EF4-FFF2-40B4-BE49-F238E27FC236}">
                <a16:creationId xmlns:a16="http://schemas.microsoft.com/office/drawing/2014/main" id="{058B373F-3FE6-5E08-3A4F-56C0ED3628FE}"/>
              </a:ext>
            </a:extLst>
          </p:cNvPr>
          <p:cNvSpPr txBox="1"/>
          <p:nvPr/>
        </p:nvSpPr>
        <p:spPr>
          <a:xfrm>
            <a:off x="318928" y="1941185"/>
            <a:ext cx="805542" cy="400110"/>
          </a:xfrm>
          <a:prstGeom prst="rect">
            <a:avLst/>
          </a:prstGeom>
          <a:noFill/>
        </p:spPr>
        <p:txBody>
          <a:bodyPr wrap="none" rtlCol="0">
            <a:spAutoFit/>
          </a:bodyPr>
          <a:lstStyle/>
          <a:p>
            <a:r>
              <a:rPr lang="en-MY" dirty="0">
                <a:solidFill>
                  <a:srgbClr val="FF0000"/>
                </a:solidFill>
              </a:rPr>
              <a:t>8 bits</a:t>
            </a:r>
          </a:p>
        </p:txBody>
      </p:sp>
      <p:sp>
        <p:nvSpPr>
          <p:cNvPr id="7" name="Left Brace 6">
            <a:extLst>
              <a:ext uri="{FF2B5EF4-FFF2-40B4-BE49-F238E27FC236}">
                <a16:creationId xmlns:a16="http://schemas.microsoft.com/office/drawing/2014/main" id="{887EA4D5-189A-FEB2-6E5A-BC0149173179}"/>
              </a:ext>
            </a:extLst>
          </p:cNvPr>
          <p:cNvSpPr/>
          <p:nvPr/>
        </p:nvSpPr>
        <p:spPr>
          <a:xfrm>
            <a:off x="1124000" y="1637184"/>
            <a:ext cx="288032" cy="1008112"/>
          </a:xfrm>
          <a:prstGeom prst="leftBrace">
            <a:avLst/>
          </a:prstGeom>
          <a:ln>
            <a:solidFill>
              <a:srgbClr val="FF33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8" name="TextBox 7">
            <a:extLst>
              <a:ext uri="{FF2B5EF4-FFF2-40B4-BE49-F238E27FC236}">
                <a16:creationId xmlns:a16="http://schemas.microsoft.com/office/drawing/2014/main" id="{F6C4F2F6-BE8D-1982-53FC-36C8EE615A2F}"/>
              </a:ext>
            </a:extLst>
          </p:cNvPr>
          <p:cNvSpPr txBox="1"/>
          <p:nvPr/>
        </p:nvSpPr>
        <p:spPr>
          <a:xfrm>
            <a:off x="33197" y="4646308"/>
            <a:ext cx="805542" cy="400110"/>
          </a:xfrm>
          <a:prstGeom prst="rect">
            <a:avLst/>
          </a:prstGeom>
          <a:noFill/>
        </p:spPr>
        <p:txBody>
          <a:bodyPr wrap="none" rtlCol="0">
            <a:spAutoFit/>
          </a:bodyPr>
          <a:lstStyle/>
          <a:p>
            <a:r>
              <a:rPr lang="en-MY" dirty="0">
                <a:solidFill>
                  <a:srgbClr val="FF0000"/>
                </a:solidFill>
              </a:rPr>
              <a:t>2 bits</a:t>
            </a:r>
          </a:p>
        </p:txBody>
      </p:sp>
      <p:sp>
        <p:nvSpPr>
          <p:cNvPr id="2" name="Slide Number Placeholder 1">
            <a:extLst>
              <a:ext uri="{FF2B5EF4-FFF2-40B4-BE49-F238E27FC236}">
                <a16:creationId xmlns:a16="http://schemas.microsoft.com/office/drawing/2014/main" id="{4DD89BF5-FB83-A5A6-4E96-24059C1EC45A}"/>
              </a:ext>
            </a:extLst>
          </p:cNvPr>
          <p:cNvSpPr>
            <a:spLocks noGrp="1"/>
          </p:cNvSpPr>
          <p:nvPr>
            <p:ph type="sldNum" sz="quarter" idx="12"/>
          </p:nvPr>
        </p:nvSpPr>
        <p:spPr/>
        <p:txBody>
          <a:bodyPr/>
          <a:lstStyle/>
          <a:p>
            <a:pPr>
              <a:defRPr/>
            </a:pPr>
            <a:fld id="{28588503-611C-4314-9367-E0668E948370}" type="slidenum">
              <a:rPr lang="en-US" altLang="en-US" smtClean="0"/>
              <a:pPr>
                <a:defRPr/>
              </a:pPr>
              <a:t>124</a:t>
            </a:fld>
            <a:endParaRPr lang="en-US" alt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ED73A-3CE3-0EF4-D18D-FC8E6A7F262C}"/>
              </a:ext>
            </a:extLst>
          </p:cNvPr>
          <p:cNvSpPr>
            <a:spLocks noGrp="1"/>
          </p:cNvSpPr>
          <p:nvPr>
            <p:ph type="title"/>
          </p:nvPr>
        </p:nvSpPr>
        <p:spPr>
          <a:xfrm>
            <a:off x="508000" y="609600"/>
            <a:ext cx="6447501" cy="1320800"/>
          </a:xfrm>
        </p:spPr>
        <p:txBody>
          <a:bodyPr anchor="t">
            <a:normAutofit/>
          </a:bodyPr>
          <a:lstStyle/>
          <a:p>
            <a:r>
              <a:rPr lang="en-MY"/>
              <a:t>Time to think!</a:t>
            </a:r>
            <a:endParaRPr lang="en-MY" dirty="0"/>
          </a:p>
        </p:txBody>
      </p:sp>
      <p:pic>
        <p:nvPicPr>
          <p:cNvPr id="5" name="Content Placeholder 4" descr="Group brainstorm outline">
            <a:extLst>
              <a:ext uri="{FF2B5EF4-FFF2-40B4-BE49-F238E27FC236}">
                <a16:creationId xmlns:a16="http://schemas.microsoft.com/office/drawing/2014/main" id="{9DA2CF59-3B84-292C-9066-FE92875E79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000" y="1412776"/>
            <a:ext cx="2890861" cy="2890861"/>
          </a:xfrm>
          <a:prstGeom prst="rect">
            <a:avLst/>
          </a:prstGeom>
        </p:spPr>
      </p:pic>
      <p:pic>
        <p:nvPicPr>
          <p:cNvPr id="6" name="Picture 5">
            <a:extLst>
              <a:ext uri="{FF2B5EF4-FFF2-40B4-BE49-F238E27FC236}">
                <a16:creationId xmlns:a16="http://schemas.microsoft.com/office/drawing/2014/main" id="{854B49A0-8F50-3F74-1694-D96952D12361}"/>
              </a:ext>
            </a:extLst>
          </p:cNvPr>
          <p:cNvPicPr>
            <a:picLocks noChangeAspect="1"/>
          </p:cNvPicPr>
          <p:nvPr/>
        </p:nvPicPr>
        <p:blipFill rotWithShape="1">
          <a:blip r:embed="rId5"/>
          <a:srcRect l="2750" r="1963"/>
          <a:stretch/>
        </p:blipFill>
        <p:spPr>
          <a:xfrm>
            <a:off x="688144" y="1435359"/>
            <a:ext cx="7767712" cy="4099238"/>
          </a:xfrm>
          <a:prstGeom prst="rect">
            <a:avLst/>
          </a:prstGeom>
        </p:spPr>
      </p:pic>
      <p:sp>
        <p:nvSpPr>
          <p:cNvPr id="7" name="Rectangle 6">
            <a:extLst>
              <a:ext uri="{FF2B5EF4-FFF2-40B4-BE49-F238E27FC236}">
                <a16:creationId xmlns:a16="http://schemas.microsoft.com/office/drawing/2014/main" id="{8E7C6F0C-05A0-0105-E9ED-3FA5F38C4F9F}"/>
              </a:ext>
            </a:extLst>
          </p:cNvPr>
          <p:cNvSpPr/>
          <p:nvPr/>
        </p:nvSpPr>
        <p:spPr>
          <a:xfrm>
            <a:off x="1115616" y="1196752"/>
            <a:ext cx="1584176" cy="2736304"/>
          </a:xfrm>
          <a:prstGeom prst="rect">
            <a:avLst/>
          </a:prstGeom>
          <a:noFill/>
          <a:ln>
            <a:solidFill>
              <a:srgbClr val="FF3399"/>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Slide Number Placeholder 2">
            <a:extLst>
              <a:ext uri="{FF2B5EF4-FFF2-40B4-BE49-F238E27FC236}">
                <a16:creationId xmlns:a16="http://schemas.microsoft.com/office/drawing/2014/main" id="{6D92D058-224D-DE21-2675-D73DA533E176}"/>
              </a:ext>
            </a:extLst>
          </p:cNvPr>
          <p:cNvSpPr>
            <a:spLocks noGrp="1"/>
          </p:cNvSpPr>
          <p:nvPr>
            <p:ph type="sldNum" sz="quarter" idx="12"/>
          </p:nvPr>
        </p:nvSpPr>
        <p:spPr/>
        <p:txBody>
          <a:bodyPr/>
          <a:lstStyle/>
          <a:p>
            <a:pPr>
              <a:defRPr/>
            </a:pPr>
            <a:fld id="{28588503-611C-4314-9367-E0668E948370}" type="slidenum">
              <a:rPr lang="en-US" altLang="en-US" smtClean="0"/>
              <a:pPr>
                <a:defRPr/>
              </a:pPr>
              <a:t>125</a:t>
            </a:fld>
            <a:endParaRPr lang="en-US" altLang="en-US"/>
          </a:p>
        </p:txBody>
      </p:sp>
    </p:spTree>
    <p:extLst>
      <p:ext uri="{BB962C8B-B14F-4D97-AF65-F5344CB8AC3E}">
        <p14:creationId xmlns:p14="http://schemas.microsoft.com/office/powerpoint/2010/main" val="1575292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7">
            <a:extLst>
              <a:ext uri="{FF2B5EF4-FFF2-40B4-BE49-F238E27FC236}">
                <a16:creationId xmlns:a16="http://schemas.microsoft.com/office/drawing/2014/main" id="{E793430D-A3C6-D6ED-9F58-007EFF616F33}"/>
              </a:ext>
            </a:extLst>
          </p:cNvPr>
          <p:cNvSpPr>
            <a:spLocks noGrp="1" noChangeArrowheads="1"/>
          </p:cNvSpPr>
          <p:nvPr>
            <p:ph type="title"/>
          </p:nvPr>
        </p:nvSpPr>
        <p:spPr/>
        <p:txBody>
          <a:bodyPr/>
          <a:lstStyle/>
          <a:p>
            <a:r>
              <a:rPr lang="en-US" altLang="en-US"/>
              <a:t>Decoders</a:t>
            </a:r>
          </a:p>
        </p:txBody>
      </p:sp>
      <p:sp>
        <p:nvSpPr>
          <p:cNvPr id="109570" name="Content Placeholder 1">
            <a:extLst>
              <a:ext uri="{FF2B5EF4-FFF2-40B4-BE49-F238E27FC236}">
                <a16:creationId xmlns:a16="http://schemas.microsoft.com/office/drawing/2014/main" id="{747DA0CF-DFA9-F8D4-7A45-2A50FB72B92A}"/>
              </a:ext>
            </a:extLst>
          </p:cNvPr>
          <p:cNvSpPr>
            <a:spLocks noGrp="1" noChangeArrowheads="1"/>
          </p:cNvSpPr>
          <p:nvPr>
            <p:ph idx="1"/>
          </p:nvPr>
        </p:nvSpPr>
        <p:spPr/>
        <p:txBody>
          <a:bodyPr>
            <a:normAutofit/>
          </a:bodyPr>
          <a:lstStyle/>
          <a:p>
            <a:pPr marL="365125" indent="-255588">
              <a:lnSpc>
                <a:spcPct val="90000"/>
              </a:lnSpc>
            </a:pPr>
            <a:r>
              <a:rPr lang="en-US" altLang="en-US" sz="2400" dirty="0"/>
              <a:t>With </a:t>
            </a:r>
            <a:r>
              <a:rPr lang="en-US" altLang="en-US" sz="2400" u="sng" dirty="0">
                <a:solidFill>
                  <a:srgbClr val="FF0000"/>
                </a:solidFill>
              </a:rPr>
              <a:t>additional input line</a:t>
            </a:r>
            <a:r>
              <a:rPr lang="en-US" altLang="en-US" sz="2400" dirty="0"/>
              <a:t>, a decoder can act as a </a:t>
            </a:r>
            <a:r>
              <a:rPr lang="en-US" altLang="en-US" sz="2400" b="1" dirty="0">
                <a:solidFill>
                  <a:srgbClr val="92D050"/>
                </a:solidFill>
              </a:rPr>
              <a:t>demultiplexer</a:t>
            </a:r>
          </a:p>
          <a:p>
            <a:pPr lvl="1">
              <a:lnSpc>
                <a:spcPct val="90000"/>
              </a:lnSpc>
            </a:pPr>
            <a:r>
              <a:rPr lang="en-US" altLang="en-US" sz="2000" dirty="0"/>
              <a:t>connects </a:t>
            </a:r>
            <a:r>
              <a:rPr lang="en-US" altLang="en-US" sz="2000" b="1" dirty="0">
                <a:solidFill>
                  <a:srgbClr val="FF0000"/>
                </a:solidFill>
              </a:rPr>
              <a:t>single input </a:t>
            </a:r>
            <a:r>
              <a:rPr lang="en-US" altLang="en-US" sz="2000" dirty="0"/>
              <a:t>to </a:t>
            </a:r>
            <a:r>
              <a:rPr lang="en-US" altLang="en-US" sz="2000" b="1" dirty="0">
                <a:solidFill>
                  <a:srgbClr val="00B0F0"/>
                </a:solidFill>
              </a:rPr>
              <a:t>one of several outputs</a:t>
            </a:r>
          </a:p>
          <a:p>
            <a:pPr marL="365125" indent="-255588">
              <a:lnSpc>
                <a:spcPct val="90000"/>
              </a:lnSpc>
            </a:pPr>
            <a:r>
              <a:rPr lang="en-US" altLang="en-US" sz="2400" i="1" dirty="0"/>
              <a:t>n</a:t>
            </a:r>
            <a:r>
              <a:rPr lang="en-US" altLang="en-US" sz="2400" dirty="0"/>
              <a:t> inputs decoded to produce one of 2</a:t>
            </a:r>
            <a:r>
              <a:rPr lang="en-US" altLang="en-US" sz="2400" i="1" baseline="30000" dirty="0"/>
              <a:t>n</a:t>
            </a:r>
            <a:r>
              <a:rPr lang="en-US" altLang="en-US" sz="2400" dirty="0"/>
              <a:t> outputs</a:t>
            </a:r>
          </a:p>
          <a:p>
            <a:pPr marL="365125" indent="-255588">
              <a:lnSpc>
                <a:spcPct val="90000"/>
              </a:lnSpc>
            </a:pPr>
            <a:r>
              <a:rPr lang="en-US" altLang="en-US" sz="2400" dirty="0"/>
              <a:t>All 2</a:t>
            </a:r>
            <a:r>
              <a:rPr lang="en-US" altLang="en-US" sz="2400" i="1" baseline="30000" dirty="0"/>
              <a:t>n</a:t>
            </a:r>
            <a:r>
              <a:rPr lang="en-US" altLang="en-US" sz="2400" dirty="0"/>
              <a:t> outputs lines are ANDed with a data input line</a:t>
            </a:r>
          </a:p>
          <a:p>
            <a:pPr marL="365125" indent="-255588">
              <a:lnSpc>
                <a:spcPct val="90000"/>
              </a:lnSpc>
            </a:pPr>
            <a:r>
              <a:rPr lang="en-US" altLang="en-US" sz="2400" dirty="0"/>
              <a:t>Thus, the </a:t>
            </a:r>
            <a:r>
              <a:rPr lang="en-US" altLang="en-US" sz="2400" b="1" i="1" dirty="0">
                <a:solidFill>
                  <a:srgbClr val="FFC000"/>
                </a:solidFill>
              </a:rPr>
              <a:t>n</a:t>
            </a:r>
            <a:r>
              <a:rPr lang="en-US" altLang="en-US" sz="2400" b="1" dirty="0">
                <a:solidFill>
                  <a:srgbClr val="FFC000"/>
                </a:solidFill>
              </a:rPr>
              <a:t> inputs</a:t>
            </a:r>
            <a:r>
              <a:rPr lang="en-US" altLang="en-US" sz="2400" dirty="0"/>
              <a:t> act as an address to </a:t>
            </a:r>
            <a:r>
              <a:rPr lang="en-US" altLang="en-US" sz="2400" b="1" dirty="0">
                <a:solidFill>
                  <a:srgbClr val="FF3399"/>
                </a:solidFill>
              </a:rPr>
              <a:t>select a particular output line</a:t>
            </a:r>
            <a:r>
              <a:rPr lang="en-US" altLang="en-US" sz="2400" dirty="0"/>
              <a:t>, and the value on the data input line is routed to that output line</a:t>
            </a:r>
          </a:p>
        </p:txBody>
      </p:sp>
      <p:sp>
        <p:nvSpPr>
          <p:cNvPr id="2" name="TextBox 1">
            <a:extLst>
              <a:ext uri="{FF2B5EF4-FFF2-40B4-BE49-F238E27FC236}">
                <a16:creationId xmlns:a16="http://schemas.microsoft.com/office/drawing/2014/main" id="{5173CA7D-5D10-E047-8602-A5F3989E6BDF}"/>
              </a:ext>
            </a:extLst>
          </p:cNvPr>
          <p:cNvSpPr txBox="1"/>
          <p:nvPr/>
        </p:nvSpPr>
        <p:spPr>
          <a:xfrm>
            <a:off x="0" y="6381328"/>
            <a:ext cx="2273123" cy="307777"/>
          </a:xfrm>
          <a:prstGeom prst="rect">
            <a:avLst/>
          </a:prstGeom>
          <a:noFill/>
        </p:spPr>
        <p:txBody>
          <a:bodyPr wrap="none" rtlCol="0">
            <a:spAutoFit/>
          </a:bodyPr>
          <a:lstStyle/>
          <a:p>
            <a:r>
              <a:rPr lang="en-MY" sz="1400" dirty="0">
                <a:solidFill>
                  <a:srgbClr val="FF0000"/>
                </a:solidFill>
              </a:rPr>
              <a:t>Multiplexer is many to one</a:t>
            </a:r>
          </a:p>
        </p:txBody>
      </p:sp>
      <p:pic>
        <p:nvPicPr>
          <p:cNvPr id="3" name="Picture 2">
            <a:extLst>
              <a:ext uri="{FF2B5EF4-FFF2-40B4-BE49-F238E27FC236}">
                <a16:creationId xmlns:a16="http://schemas.microsoft.com/office/drawing/2014/main" id="{7B15E1B2-1F4C-BF52-C07B-04FCC0BDADD8}"/>
              </a:ext>
            </a:extLst>
          </p:cNvPr>
          <p:cNvPicPr>
            <a:picLocks noChangeAspect="1"/>
          </p:cNvPicPr>
          <p:nvPr/>
        </p:nvPicPr>
        <p:blipFill rotWithShape="1">
          <a:blip r:embed="rId3"/>
          <a:srcRect l="4345" t="8000" r="8373"/>
          <a:stretch/>
        </p:blipFill>
        <p:spPr>
          <a:xfrm>
            <a:off x="4283968" y="4763344"/>
            <a:ext cx="1787342" cy="1626297"/>
          </a:xfrm>
          <a:prstGeom prst="rect">
            <a:avLst/>
          </a:prstGeom>
        </p:spPr>
      </p:pic>
      <p:sp>
        <p:nvSpPr>
          <p:cNvPr id="4" name="Slide Number Placeholder 3">
            <a:extLst>
              <a:ext uri="{FF2B5EF4-FFF2-40B4-BE49-F238E27FC236}">
                <a16:creationId xmlns:a16="http://schemas.microsoft.com/office/drawing/2014/main" id="{73C56B54-32AC-212D-15B3-2F93BBE23E31}"/>
              </a:ext>
            </a:extLst>
          </p:cNvPr>
          <p:cNvSpPr>
            <a:spLocks noGrp="1"/>
          </p:cNvSpPr>
          <p:nvPr>
            <p:ph type="sldNum" sz="quarter" idx="12"/>
          </p:nvPr>
        </p:nvSpPr>
        <p:spPr/>
        <p:txBody>
          <a:bodyPr/>
          <a:lstStyle/>
          <a:p>
            <a:pPr>
              <a:defRPr/>
            </a:pPr>
            <a:fld id="{28588503-611C-4314-9367-E0668E948370}" type="slidenum">
              <a:rPr lang="en-US" altLang="en-US" smtClean="0"/>
              <a:pPr>
                <a:defRPr/>
              </a:pPr>
              <a:t>126</a:t>
            </a:fld>
            <a:endParaRPr lang="en-US" alt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2FEBE326-1D4A-5AE3-B523-0311E4979763}"/>
              </a:ext>
            </a:extLst>
          </p:cNvPr>
          <p:cNvSpPr>
            <a:spLocks noGrp="1" noChangeArrowheads="1"/>
          </p:cNvSpPr>
          <p:nvPr>
            <p:ph type="title"/>
          </p:nvPr>
        </p:nvSpPr>
        <p:spPr/>
        <p:txBody>
          <a:bodyPr/>
          <a:lstStyle/>
          <a:p>
            <a:r>
              <a:rPr lang="en-US" altLang="en-US"/>
              <a:t>Decoders</a:t>
            </a:r>
          </a:p>
        </p:txBody>
      </p:sp>
      <p:pic>
        <p:nvPicPr>
          <p:cNvPr id="110596" name="Picture 5">
            <a:extLst>
              <a:ext uri="{FF2B5EF4-FFF2-40B4-BE49-F238E27FC236}">
                <a16:creationId xmlns:a16="http://schemas.microsoft.com/office/drawing/2014/main" id="{B96A0E9E-4CF8-D955-E4A2-121A81D466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835" r="2174"/>
          <a:stretch>
            <a:fillRect/>
          </a:stretch>
        </p:blipFill>
        <p:spPr bwMode="auto">
          <a:xfrm>
            <a:off x="2007883" y="5147876"/>
            <a:ext cx="1757417" cy="15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 name="Picture 2">
            <a:extLst>
              <a:ext uri="{FF2B5EF4-FFF2-40B4-BE49-F238E27FC236}">
                <a16:creationId xmlns:a16="http://schemas.microsoft.com/office/drawing/2014/main" id="{C90CAC20-3017-D368-2DED-41AB847144BB}"/>
              </a:ext>
            </a:extLst>
          </p:cNvPr>
          <p:cNvPicPr>
            <a:picLocks noChangeAspect="1"/>
          </p:cNvPicPr>
          <p:nvPr/>
        </p:nvPicPr>
        <p:blipFill rotWithShape="1">
          <a:blip r:embed="rId4"/>
          <a:srcRect l="4183" r="4181"/>
          <a:stretch/>
        </p:blipFill>
        <p:spPr>
          <a:xfrm>
            <a:off x="164772" y="1124744"/>
            <a:ext cx="8352928" cy="3886200"/>
          </a:xfrm>
          <a:prstGeom prst="rect">
            <a:avLst/>
          </a:prstGeom>
        </p:spPr>
      </p:pic>
      <p:sp>
        <p:nvSpPr>
          <p:cNvPr id="4" name="Rectangle 3">
            <a:extLst>
              <a:ext uri="{FF2B5EF4-FFF2-40B4-BE49-F238E27FC236}">
                <a16:creationId xmlns:a16="http://schemas.microsoft.com/office/drawing/2014/main" id="{406E2486-3963-0B73-B2EE-DA0CB49B712E}"/>
              </a:ext>
            </a:extLst>
          </p:cNvPr>
          <p:cNvSpPr/>
          <p:nvPr/>
        </p:nvSpPr>
        <p:spPr>
          <a:xfrm>
            <a:off x="164772" y="4279776"/>
            <a:ext cx="3111084" cy="731168"/>
          </a:xfrm>
          <a:prstGeom prst="rect">
            <a:avLst/>
          </a:prstGeom>
          <a:noFill/>
          <a:ln>
            <a:solidFill>
              <a:srgbClr val="FF3399"/>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11" name="Group 10">
            <a:extLst>
              <a:ext uri="{FF2B5EF4-FFF2-40B4-BE49-F238E27FC236}">
                <a16:creationId xmlns:a16="http://schemas.microsoft.com/office/drawing/2014/main" id="{15265E32-AAAC-2114-C327-7A8C28E52BA9}"/>
              </a:ext>
            </a:extLst>
          </p:cNvPr>
          <p:cNvGrpSpPr/>
          <p:nvPr/>
        </p:nvGrpSpPr>
        <p:grpSpPr>
          <a:xfrm>
            <a:off x="4860032" y="5147877"/>
            <a:ext cx="1901433" cy="1554187"/>
            <a:chOff x="4860032" y="5147877"/>
            <a:chExt cx="1901433" cy="1554187"/>
          </a:xfrm>
        </p:grpSpPr>
        <p:pic>
          <p:nvPicPr>
            <p:cNvPr id="5" name="Picture 5">
              <a:extLst>
                <a:ext uri="{FF2B5EF4-FFF2-40B4-BE49-F238E27FC236}">
                  <a16:creationId xmlns:a16="http://schemas.microsoft.com/office/drawing/2014/main" id="{D38C6996-07F5-42C6-4CB7-F11DB2537B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835" r="2174"/>
            <a:stretch>
              <a:fillRect/>
            </a:stretch>
          </p:blipFill>
          <p:spPr bwMode="auto">
            <a:xfrm flipH="1">
              <a:off x="5004048" y="5147877"/>
              <a:ext cx="1757417" cy="15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cxnSp>
          <p:nvCxnSpPr>
            <p:cNvPr id="7" name="Straight Connector 6">
              <a:extLst>
                <a:ext uri="{FF2B5EF4-FFF2-40B4-BE49-F238E27FC236}">
                  <a16:creationId xmlns:a16="http://schemas.microsoft.com/office/drawing/2014/main" id="{BF17CEFD-DD0B-7E33-385C-8B52C368386C}"/>
                </a:ext>
              </a:extLst>
            </p:cNvPr>
            <p:cNvCxnSpPr>
              <a:cxnSpLocks/>
            </p:cNvCxnSpPr>
            <p:nvPr/>
          </p:nvCxnSpPr>
          <p:spPr>
            <a:xfrm flipH="1">
              <a:off x="5148064" y="6021288"/>
              <a:ext cx="288032" cy="0"/>
            </a:xfrm>
            <a:prstGeom prst="line">
              <a:avLst/>
            </a:prstGeom>
            <a:ln>
              <a:solidFill>
                <a:srgbClr val="FF3399"/>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9CE2A53-F355-97C5-2B74-2D953345BD63}"/>
                </a:ext>
              </a:extLst>
            </p:cNvPr>
            <p:cNvSpPr/>
            <p:nvPr/>
          </p:nvSpPr>
          <p:spPr>
            <a:xfrm>
              <a:off x="5436096" y="6237312"/>
              <a:ext cx="864096" cy="3901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Rectangle 9">
              <a:extLst>
                <a:ext uri="{FF2B5EF4-FFF2-40B4-BE49-F238E27FC236}">
                  <a16:creationId xmlns:a16="http://schemas.microsoft.com/office/drawing/2014/main" id="{ACFB7B12-5160-3FAC-C0EE-238C8645FAA4}"/>
                </a:ext>
              </a:extLst>
            </p:cNvPr>
            <p:cNvSpPr/>
            <p:nvPr/>
          </p:nvSpPr>
          <p:spPr>
            <a:xfrm>
              <a:off x="4860032" y="5797099"/>
              <a:ext cx="638318" cy="390123"/>
            </a:xfrm>
            <a:prstGeom prst="rect">
              <a:avLst/>
            </a:prstGeom>
            <a:noFill/>
            <a:ln>
              <a:solidFill>
                <a:srgbClr val="FF3399"/>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sp>
        <p:nvSpPr>
          <p:cNvPr id="2" name="Slide Number Placeholder 1">
            <a:extLst>
              <a:ext uri="{FF2B5EF4-FFF2-40B4-BE49-F238E27FC236}">
                <a16:creationId xmlns:a16="http://schemas.microsoft.com/office/drawing/2014/main" id="{2208DD4A-BC13-4EB1-F587-5CEECEC9307E}"/>
              </a:ext>
            </a:extLst>
          </p:cNvPr>
          <p:cNvSpPr>
            <a:spLocks noGrp="1"/>
          </p:cNvSpPr>
          <p:nvPr>
            <p:ph type="sldNum" sz="quarter" idx="12"/>
          </p:nvPr>
        </p:nvSpPr>
        <p:spPr/>
        <p:txBody>
          <a:bodyPr/>
          <a:lstStyle/>
          <a:p>
            <a:pPr>
              <a:defRPr/>
            </a:pPr>
            <a:fld id="{28588503-611C-4314-9367-E0668E948370}" type="slidenum">
              <a:rPr lang="en-US" altLang="en-US" smtClean="0"/>
              <a:pPr>
                <a:defRPr/>
              </a:pPr>
              <a:t>127</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Footer Placeholder 2">
            <a:extLst>
              <a:ext uri="{FF2B5EF4-FFF2-40B4-BE49-F238E27FC236}">
                <a16:creationId xmlns:a16="http://schemas.microsoft.com/office/drawing/2014/main" id="{A2135D21-72B0-B621-4AAC-C944F2615E06}"/>
              </a:ext>
            </a:extLst>
          </p:cNvPr>
          <p:cNvSpPr txBox="1">
            <a:spLocks noGrp="1"/>
          </p:cNvSpPr>
          <p:nvPr/>
        </p:nvSpPr>
        <p:spPr bwMode="auto">
          <a:xfrm>
            <a:off x="4379913" y="6408738"/>
            <a:ext cx="2351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r" eaLnBrk="1" hangingPunct="1">
              <a:spcBef>
                <a:spcPct val="0"/>
              </a:spcBef>
              <a:buClrTx/>
              <a:buFontTx/>
              <a:buNone/>
            </a:pPr>
            <a:endParaRPr kumimoji="0" lang="en-US" altLang="en-US" sz="1000">
              <a:latin typeface="Cambria" panose="02040503050406030204" pitchFamily="18" charset="0"/>
            </a:endParaRPr>
          </a:p>
        </p:txBody>
      </p:sp>
      <p:sp>
        <p:nvSpPr>
          <p:cNvPr id="111619" name="Slide Number Placeholder 3">
            <a:extLst>
              <a:ext uri="{FF2B5EF4-FFF2-40B4-BE49-F238E27FC236}">
                <a16:creationId xmlns:a16="http://schemas.microsoft.com/office/drawing/2014/main" id="{AC70721E-1BB8-B19B-2F70-AD3B6B0FED34}"/>
              </a:ext>
            </a:extLst>
          </p:cNvPr>
          <p:cNvSpPr txBox="1">
            <a:spLocks noGrp="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r" eaLnBrk="1" hangingPunct="1">
              <a:spcBef>
                <a:spcPct val="0"/>
              </a:spcBef>
              <a:buClrTx/>
              <a:buFontTx/>
              <a:buNone/>
            </a:pPr>
            <a:fld id="{04783EDD-DDE6-4191-B6CD-127CAC6F4D3A}" type="slidenum">
              <a:rPr kumimoji="0" lang="en-US" altLang="en-US" sz="1000">
                <a:latin typeface="Cambria" panose="02040503050406030204" pitchFamily="18" charset="0"/>
              </a:rPr>
              <a:pPr algn="r" eaLnBrk="1" hangingPunct="1">
                <a:spcBef>
                  <a:spcPct val="0"/>
                </a:spcBef>
                <a:buClrTx/>
                <a:buFontTx/>
                <a:buNone/>
              </a:pPr>
              <a:t>128</a:t>
            </a:fld>
            <a:endParaRPr kumimoji="0" lang="en-US" altLang="en-US" sz="1000">
              <a:latin typeface="Cambria" panose="02040503050406030204" pitchFamily="18" charset="0"/>
            </a:endParaRPr>
          </a:p>
        </p:txBody>
      </p:sp>
      <p:sp>
        <p:nvSpPr>
          <p:cNvPr id="111621" name="Rectangle 6">
            <a:extLst>
              <a:ext uri="{FF2B5EF4-FFF2-40B4-BE49-F238E27FC236}">
                <a16:creationId xmlns:a16="http://schemas.microsoft.com/office/drawing/2014/main" id="{00FEA396-A5BD-EB9F-4A7E-7F3F5DE2BB2B}"/>
              </a:ext>
            </a:extLst>
          </p:cNvPr>
          <p:cNvSpPr>
            <a:spLocks noGrp="1" noChangeArrowheads="1"/>
          </p:cNvSpPr>
          <p:nvPr>
            <p:ph type="title"/>
          </p:nvPr>
        </p:nvSpPr>
        <p:spPr/>
        <p:txBody>
          <a:bodyPr/>
          <a:lstStyle/>
          <a:p>
            <a:r>
              <a:rPr lang="en-US" altLang="en-US"/>
              <a:t>Read-Only Memory (ROM)</a:t>
            </a:r>
          </a:p>
        </p:txBody>
      </p:sp>
      <p:sp>
        <p:nvSpPr>
          <p:cNvPr id="111620" name="Content Placeholder 5">
            <a:extLst>
              <a:ext uri="{FF2B5EF4-FFF2-40B4-BE49-F238E27FC236}">
                <a16:creationId xmlns:a16="http://schemas.microsoft.com/office/drawing/2014/main" id="{81300FE3-F9CE-291B-3CF7-F968DA7683B2}"/>
              </a:ext>
            </a:extLst>
          </p:cNvPr>
          <p:cNvSpPr>
            <a:spLocks noGrp="1" noChangeArrowheads="1"/>
          </p:cNvSpPr>
          <p:nvPr>
            <p:ph idx="1"/>
          </p:nvPr>
        </p:nvSpPr>
        <p:spPr/>
        <p:txBody>
          <a:bodyPr>
            <a:normAutofit/>
          </a:bodyPr>
          <a:lstStyle/>
          <a:p>
            <a:pPr marL="365125" indent="-255588"/>
            <a:r>
              <a:rPr lang="en-US" altLang="en-US" sz="2800" dirty="0"/>
              <a:t>Combinational circuits are often referred to as “memoryless” circuits, because their output depends only on their current input and no history of prior inputs is retained.</a:t>
            </a:r>
          </a:p>
          <a:p>
            <a:pPr marL="365125" indent="-255588"/>
            <a:r>
              <a:rPr lang="en-US" altLang="en-US" sz="2800" dirty="0"/>
              <a:t>Combinational circuits do not have the capability to store information</a:t>
            </a:r>
          </a:p>
          <a:p>
            <a:pPr marL="365125" indent="-255588"/>
            <a:r>
              <a:rPr lang="en-US" altLang="en-US" sz="2800" dirty="0"/>
              <a:t>Although memory requires “storing” capability, this is not true for ROM</a:t>
            </a:r>
          </a:p>
          <a:p>
            <a:pPr marL="365125" indent="-255588"/>
            <a:endParaRPr lang="en-US" altLang="en-US" sz="2800" dirty="0"/>
          </a:p>
        </p:txBody>
      </p:sp>
      <p:sp>
        <p:nvSpPr>
          <p:cNvPr id="2" name="Slide Number Placeholder 1">
            <a:extLst>
              <a:ext uri="{FF2B5EF4-FFF2-40B4-BE49-F238E27FC236}">
                <a16:creationId xmlns:a16="http://schemas.microsoft.com/office/drawing/2014/main" id="{433C184C-325E-7CD7-EA4F-F50D76BB9DC6}"/>
              </a:ext>
            </a:extLst>
          </p:cNvPr>
          <p:cNvSpPr>
            <a:spLocks noGrp="1"/>
          </p:cNvSpPr>
          <p:nvPr>
            <p:ph type="sldNum" sz="quarter" idx="12"/>
          </p:nvPr>
        </p:nvSpPr>
        <p:spPr/>
        <p:txBody>
          <a:bodyPr/>
          <a:lstStyle/>
          <a:p>
            <a:pPr>
              <a:defRPr/>
            </a:pPr>
            <a:fld id="{28588503-611C-4314-9367-E0668E948370}" type="slidenum">
              <a:rPr lang="en-US" altLang="en-US" smtClean="0"/>
              <a:pPr>
                <a:defRPr/>
              </a:pPr>
              <a:t>128</a:t>
            </a:fld>
            <a:endParaRPr lang="en-US" alt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Footer Placeholder 2">
            <a:extLst>
              <a:ext uri="{FF2B5EF4-FFF2-40B4-BE49-F238E27FC236}">
                <a16:creationId xmlns:a16="http://schemas.microsoft.com/office/drawing/2014/main" id="{8434A3CE-F70E-7102-96BB-40C6CEB4EC5C}"/>
              </a:ext>
            </a:extLst>
          </p:cNvPr>
          <p:cNvSpPr txBox="1">
            <a:spLocks noGrp="1"/>
          </p:cNvSpPr>
          <p:nvPr/>
        </p:nvSpPr>
        <p:spPr bwMode="auto">
          <a:xfrm>
            <a:off x="4379913" y="6408738"/>
            <a:ext cx="2351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r" eaLnBrk="1" hangingPunct="1">
              <a:spcBef>
                <a:spcPct val="0"/>
              </a:spcBef>
              <a:buClrTx/>
              <a:buFontTx/>
              <a:buNone/>
            </a:pPr>
            <a:endParaRPr kumimoji="0" lang="en-US" altLang="en-US" sz="1000">
              <a:latin typeface="Cambria" panose="02040503050406030204" pitchFamily="18" charset="0"/>
            </a:endParaRPr>
          </a:p>
        </p:txBody>
      </p:sp>
      <p:sp>
        <p:nvSpPr>
          <p:cNvPr id="112643" name="Slide Number Placeholder 3">
            <a:extLst>
              <a:ext uri="{FF2B5EF4-FFF2-40B4-BE49-F238E27FC236}">
                <a16:creationId xmlns:a16="http://schemas.microsoft.com/office/drawing/2014/main" id="{1106D6F6-770D-CCD4-18FD-7468422CA390}"/>
              </a:ext>
            </a:extLst>
          </p:cNvPr>
          <p:cNvSpPr txBox="1">
            <a:spLocks noGrp="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r" eaLnBrk="1" hangingPunct="1">
              <a:spcBef>
                <a:spcPct val="0"/>
              </a:spcBef>
              <a:buClrTx/>
              <a:buFontTx/>
              <a:buNone/>
            </a:pPr>
            <a:fld id="{4FC3DD05-6DB7-49B6-B33C-3DBC2D79184B}" type="slidenum">
              <a:rPr kumimoji="0" lang="en-US" altLang="en-US" sz="1000">
                <a:latin typeface="Cambria" panose="02040503050406030204" pitchFamily="18" charset="0"/>
              </a:rPr>
              <a:pPr algn="r" eaLnBrk="1" hangingPunct="1">
                <a:spcBef>
                  <a:spcPct val="0"/>
                </a:spcBef>
                <a:buClrTx/>
                <a:buFontTx/>
                <a:buNone/>
              </a:pPr>
              <a:t>129</a:t>
            </a:fld>
            <a:endParaRPr kumimoji="0" lang="en-US" altLang="en-US" sz="1000">
              <a:latin typeface="Cambria" panose="02040503050406030204" pitchFamily="18" charset="0"/>
            </a:endParaRPr>
          </a:p>
        </p:txBody>
      </p:sp>
      <p:sp>
        <p:nvSpPr>
          <p:cNvPr id="112645" name="Rectangle 6">
            <a:extLst>
              <a:ext uri="{FF2B5EF4-FFF2-40B4-BE49-F238E27FC236}">
                <a16:creationId xmlns:a16="http://schemas.microsoft.com/office/drawing/2014/main" id="{BD725D5E-8E34-C94B-59ED-C542833E4037}"/>
              </a:ext>
            </a:extLst>
          </p:cNvPr>
          <p:cNvSpPr>
            <a:spLocks noGrp="1" noChangeArrowheads="1"/>
          </p:cNvSpPr>
          <p:nvPr>
            <p:ph type="title"/>
          </p:nvPr>
        </p:nvSpPr>
        <p:spPr/>
        <p:txBody>
          <a:bodyPr/>
          <a:lstStyle/>
          <a:p>
            <a:r>
              <a:rPr lang="en-US" altLang="en-US"/>
              <a:t>Read-Only Memory (ROM)</a:t>
            </a:r>
          </a:p>
        </p:txBody>
      </p:sp>
      <p:sp>
        <p:nvSpPr>
          <p:cNvPr id="112644" name="Content Placeholder 5">
            <a:extLst>
              <a:ext uri="{FF2B5EF4-FFF2-40B4-BE49-F238E27FC236}">
                <a16:creationId xmlns:a16="http://schemas.microsoft.com/office/drawing/2014/main" id="{D57B47EE-A904-BFA7-272C-4AED21FBD47E}"/>
              </a:ext>
            </a:extLst>
          </p:cNvPr>
          <p:cNvSpPr>
            <a:spLocks noGrp="1" noChangeArrowheads="1"/>
          </p:cNvSpPr>
          <p:nvPr>
            <p:ph idx="1"/>
          </p:nvPr>
        </p:nvSpPr>
        <p:spPr/>
        <p:txBody>
          <a:bodyPr>
            <a:normAutofit/>
          </a:bodyPr>
          <a:lstStyle/>
          <a:p>
            <a:pPr marL="365125" indent="-255588"/>
            <a:r>
              <a:rPr lang="en-US" altLang="en-US" sz="2800" dirty="0"/>
              <a:t>ROM performs </a:t>
            </a:r>
            <a:r>
              <a:rPr lang="en-US" altLang="en-US" sz="4800" b="1" dirty="0">
                <a:solidFill>
                  <a:srgbClr val="92D050"/>
                </a:solidFill>
              </a:rPr>
              <a:t>only read operation</a:t>
            </a:r>
            <a:r>
              <a:rPr lang="en-US" altLang="en-US" sz="2800" dirty="0"/>
              <a:t>, the info in ROM is permanent with each address keeping the same input data. This is achieved by combinational circuit.</a:t>
            </a:r>
          </a:p>
          <a:p>
            <a:pPr marL="365125" indent="-255588"/>
            <a:endParaRPr lang="en-US" altLang="en-US" sz="2800" dirty="0"/>
          </a:p>
        </p:txBody>
      </p:sp>
      <p:sp>
        <p:nvSpPr>
          <p:cNvPr id="2" name="Slide Number Placeholder 1">
            <a:extLst>
              <a:ext uri="{FF2B5EF4-FFF2-40B4-BE49-F238E27FC236}">
                <a16:creationId xmlns:a16="http://schemas.microsoft.com/office/drawing/2014/main" id="{9826DF47-6F79-7871-5459-BDB85143526E}"/>
              </a:ext>
            </a:extLst>
          </p:cNvPr>
          <p:cNvSpPr>
            <a:spLocks noGrp="1"/>
          </p:cNvSpPr>
          <p:nvPr>
            <p:ph type="sldNum" sz="quarter" idx="12"/>
          </p:nvPr>
        </p:nvSpPr>
        <p:spPr/>
        <p:txBody>
          <a:bodyPr/>
          <a:lstStyle/>
          <a:p>
            <a:pPr>
              <a:defRPr/>
            </a:pPr>
            <a:fld id="{28588503-611C-4314-9367-E0668E948370}" type="slidenum">
              <a:rPr lang="en-US" altLang="en-US" smtClean="0"/>
              <a:pPr>
                <a:defRPr/>
              </a:pPr>
              <a:t>129</a:t>
            </a:fld>
            <a:endParaRPr lang="en-US" alt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8">
            <a:extLst>
              <a:ext uri="{FF2B5EF4-FFF2-40B4-BE49-F238E27FC236}">
                <a16:creationId xmlns:a16="http://schemas.microsoft.com/office/drawing/2014/main" id="{2E8CBAD9-4975-BE43-4771-302AB730C88C}"/>
              </a:ext>
            </a:extLst>
          </p:cNvPr>
          <p:cNvSpPr>
            <a:spLocks noGrp="1" noChangeArrowheads="1"/>
          </p:cNvSpPr>
          <p:nvPr>
            <p:ph type="title"/>
          </p:nvPr>
        </p:nvSpPr>
        <p:spPr/>
        <p:txBody>
          <a:bodyPr/>
          <a:lstStyle/>
          <a:p>
            <a:r>
              <a:rPr lang="en-US" altLang="en-US"/>
              <a:t>Read-Only Memory (ROM)</a:t>
            </a:r>
          </a:p>
        </p:txBody>
      </p:sp>
      <p:sp>
        <p:nvSpPr>
          <p:cNvPr id="113666" name="Content Placeholder 1">
            <a:extLst>
              <a:ext uri="{FF2B5EF4-FFF2-40B4-BE49-F238E27FC236}">
                <a16:creationId xmlns:a16="http://schemas.microsoft.com/office/drawing/2014/main" id="{D38ACE51-A46F-56A4-32A0-8D6029129BBA}"/>
              </a:ext>
            </a:extLst>
          </p:cNvPr>
          <p:cNvSpPr>
            <a:spLocks noGrp="1" noChangeArrowheads="1"/>
          </p:cNvSpPr>
          <p:nvPr>
            <p:ph idx="1"/>
          </p:nvPr>
        </p:nvSpPr>
        <p:spPr/>
        <p:txBody>
          <a:bodyPr/>
          <a:lstStyle/>
          <a:p>
            <a:pPr marL="365125" indent="-255588"/>
            <a:r>
              <a:rPr lang="en-US" altLang="en-US"/>
              <a:t>Can be implemented using a </a:t>
            </a:r>
            <a:r>
              <a:rPr lang="en-US" altLang="en-US" b="1">
                <a:solidFill>
                  <a:srgbClr val="FF0000"/>
                </a:solidFill>
              </a:rPr>
              <a:t>decoder</a:t>
            </a:r>
            <a:r>
              <a:rPr lang="en-US" altLang="en-US"/>
              <a:t> and </a:t>
            </a:r>
            <a:r>
              <a:rPr lang="en-US" altLang="en-US" b="1">
                <a:solidFill>
                  <a:srgbClr val="00B0F0"/>
                </a:solidFill>
              </a:rPr>
              <a:t>OR</a:t>
            </a:r>
            <a:r>
              <a:rPr lang="en-US" altLang="en-US"/>
              <a:t> gates</a:t>
            </a:r>
          </a:p>
          <a:p>
            <a:pPr lvl="1"/>
            <a:r>
              <a:rPr lang="en-US" altLang="en-US"/>
              <a:t>E.g. truth table with 4 inputs and 4 outputs</a:t>
            </a:r>
          </a:p>
        </p:txBody>
      </p:sp>
      <p:pic>
        <p:nvPicPr>
          <p:cNvPr id="3" name="Picture 2">
            <a:extLst>
              <a:ext uri="{FF2B5EF4-FFF2-40B4-BE49-F238E27FC236}">
                <a16:creationId xmlns:a16="http://schemas.microsoft.com/office/drawing/2014/main" id="{F12FD0B3-44B0-550C-7031-7E440CD3C256}"/>
              </a:ext>
            </a:extLst>
          </p:cNvPr>
          <p:cNvPicPr>
            <a:picLocks noChangeAspect="1"/>
          </p:cNvPicPr>
          <p:nvPr/>
        </p:nvPicPr>
        <p:blipFill>
          <a:blip r:embed="rId2"/>
          <a:stretch>
            <a:fillRect/>
          </a:stretch>
        </p:blipFill>
        <p:spPr>
          <a:xfrm>
            <a:off x="1259632" y="2204864"/>
            <a:ext cx="6071305" cy="4448348"/>
          </a:xfrm>
          <a:prstGeom prst="rect">
            <a:avLst/>
          </a:prstGeom>
        </p:spPr>
      </p:pic>
      <p:sp>
        <p:nvSpPr>
          <p:cNvPr id="2" name="Slide Number Placeholder 1">
            <a:extLst>
              <a:ext uri="{FF2B5EF4-FFF2-40B4-BE49-F238E27FC236}">
                <a16:creationId xmlns:a16="http://schemas.microsoft.com/office/drawing/2014/main" id="{BA1EF2CA-4FED-511A-36AC-F3B7F09D4D2D}"/>
              </a:ext>
            </a:extLst>
          </p:cNvPr>
          <p:cNvSpPr>
            <a:spLocks noGrp="1"/>
          </p:cNvSpPr>
          <p:nvPr>
            <p:ph type="sldNum" sz="quarter" idx="12"/>
          </p:nvPr>
        </p:nvSpPr>
        <p:spPr/>
        <p:txBody>
          <a:bodyPr/>
          <a:lstStyle/>
          <a:p>
            <a:pPr>
              <a:defRPr/>
            </a:pPr>
            <a:fld id="{28588503-611C-4314-9367-E0668E948370}" type="slidenum">
              <a:rPr lang="en-US" altLang="en-US" smtClean="0"/>
              <a:pPr>
                <a:defRPr/>
              </a:pPr>
              <a:t>130</a:t>
            </a:fld>
            <a:endParaRPr lang="en-US" alt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48DA5C53-EFF3-12EA-6961-5D18A069530D}"/>
              </a:ext>
            </a:extLst>
          </p:cNvPr>
          <p:cNvSpPr>
            <a:spLocks noGrp="1" noChangeArrowheads="1"/>
          </p:cNvSpPr>
          <p:nvPr>
            <p:ph type="title"/>
          </p:nvPr>
        </p:nvSpPr>
        <p:spPr/>
        <p:txBody>
          <a:bodyPr/>
          <a:lstStyle/>
          <a:p>
            <a:r>
              <a:rPr lang="en-US" altLang="en-US"/>
              <a:t>Read-Only Memory (ROM)</a:t>
            </a:r>
          </a:p>
        </p:txBody>
      </p:sp>
      <p:sp>
        <p:nvSpPr>
          <p:cNvPr id="114691" name="Rectangle 3">
            <a:extLst>
              <a:ext uri="{FF2B5EF4-FFF2-40B4-BE49-F238E27FC236}">
                <a16:creationId xmlns:a16="http://schemas.microsoft.com/office/drawing/2014/main" id="{E113A92D-ECF0-383D-1D20-269A2CBD0414}"/>
              </a:ext>
            </a:extLst>
          </p:cNvPr>
          <p:cNvSpPr>
            <a:spLocks noGrp="1" noChangeArrowheads="1"/>
          </p:cNvSpPr>
          <p:nvPr>
            <p:ph idx="1"/>
          </p:nvPr>
        </p:nvSpPr>
        <p:spPr/>
        <p:txBody>
          <a:bodyPr/>
          <a:lstStyle/>
          <a:p>
            <a:r>
              <a:rPr lang="en-US" altLang="en-US" dirty="0"/>
              <a:t>64-bit ROM with 16 words of 4 bits each</a:t>
            </a:r>
          </a:p>
          <a:p>
            <a:pPr lvl="1"/>
            <a:r>
              <a:rPr lang="en-US" altLang="en-US" dirty="0"/>
              <a:t>4 inputs specify and address</a:t>
            </a:r>
          </a:p>
          <a:p>
            <a:pPr lvl="1"/>
            <a:r>
              <a:rPr lang="en-US" altLang="en-US" dirty="0"/>
              <a:t>4 outputs specify the contents of the location</a:t>
            </a:r>
          </a:p>
          <a:p>
            <a:endParaRPr lang="en-US" altLang="en-US" dirty="0"/>
          </a:p>
        </p:txBody>
      </p:sp>
      <p:pic>
        <p:nvPicPr>
          <p:cNvPr id="3" name="Picture 2">
            <a:extLst>
              <a:ext uri="{FF2B5EF4-FFF2-40B4-BE49-F238E27FC236}">
                <a16:creationId xmlns:a16="http://schemas.microsoft.com/office/drawing/2014/main" id="{2FAEFA33-A3E9-18C7-F65B-F3271EF094BF}"/>
              </a:ext>
            </a:extLst>
          </p:cNvPr>
          <p:cNvPicPr>
            <a:picLocks noChangeAspect="1"/>
          </p:cNvPicPr>
          <p:nvPr/>
        </p:nvPicPr>
        <p:blipFill rotWithShape="1">
          <a:blip r:embed="rId3"/>
          <a:srcRect l="2751" r="3538"/>
          <a:stretch/>
        </p:blipFill>
        <p:spPr>
          <a:xfrm>
            <a:off x="1547664" y="2780928"/>
            <a:ext cx="5349233" cy="3783694"/>
          </a:xfrm>
          <a:prstGeom prst="rect">
            <a:avLst/>
          </a:prstGeom>
        </p:spPr>
      </p:pic>
      <p:sp>
        <p:nvSpPr>
          <p:cNvPr id="2" name="Slide Number Placeholder 1">
            <a:extLst>
              <a:ext uri="{FF2B5EF4-FFF2-40B4-BE49-F238E27FC236}">
                <a16:creationId xmlns:a16="http://schemas.microsoft.com/office/drawing/2014/main" id="{F7027830-F05B-9A6B-5264-AA83596D6869}"/>
              </a:ext>
            </a:extLst>
          </p:cNvPr>
          <p:cNvSpPr>
            <a:spLocks noGrp="1"/>
          </p:cNvSpPr>
          <p:nvPr>
            <p:ph type="sldNum" sz="quarter" idx="12"/>
          </p:nvPr>
        </p:nvSpPr>
        <p:spPr/>
        <p:txBody>
          <a:bodyPr/>
          <a:lstStyle/>
          <a:p>
            <a:pPr>
              <a:defRPr/>
            </a:pPr>
            <a:fld id="{28588503-611C-4314-9367-E0668E948370}" type="slidenum">
              <a:rPr lang="en-US" altLang="en-US" smtClean="0"/>
              <a:pPr>
                <a:defRPr/>
              </a:pPr>
              <a:t>131</a:t>
            </a:fld>
            <a:endParaRPr lang="en-US" alt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8">
            <a:extLst>
              <a:ext uri="{FF2B5EF4-FFF2-40B4-BE49-F238E27FC236}">
                <a16:creationId xmlns:a16="http://schemas.microsoft.com/office/drawing/2014/main" id="{18D44543-6A7E-74E5-8443-CDDF2A2DDA97}"/>
              </a:ext>
            </a:extLst>
          </p:cNvPr>
          <p:cNvSpPr>
            <a:spLocks noGrp="1" noChangeArrowheads="1"/>
          </p:cNvSpPr>
          <p:nvPr>
            <p:ph type="title"/>
          </p:nvPr>
        </p:nvSpPr>
        <p:spPr/>
        <p:txBody>
          <a:bodyPr/>
          <a:lstStyle/>
          <a:p>
            <a:r>
              <a:rPr lang="en-US" altLang="en-US"/>
              <a:t>Adders</a:t>
            </a:r>
          </a:p>
        </p:txBody>
      </p:sp>
      <p:sp>
        <p:nvSpPr>
          <p:cNvPr id="115714" name="Content Placeholder 5">
            <a:extLst>
              <a:ext uri="{FF2B5EF4-FFF2-40B4-BE49-F238E27FC236}">
                <a16:creationId xmlns:a16="http://schemas.microsoft.com/office/drawing/2014/main" id="{9418011A-F9A7-C1C4-71CF-3B7B8C459A97}"/>
              </a:ext>
            </a:extLst>
          </p:cNvPr>
          <p:cNvSpPr>
            <a:spLocks noGrp="1" noChangeArrowheads="1"/>
          </p:cNvSpPr>
          <p:nvPr>
            <p:ph idx="1"/>
          </p:nvPr>
        </p:nvSpPr>
        <p:spPr>
          <a:xfrm>
            <a:off x="411163" y="1375842"/>
            <a:ext cx="8178800" cy="4495800"/>
          </a:xfrm>
        </p:spPr>
        <p:txBody>
          <a:bodyPr/>
          <a:lstStyle/>
          <a:p>
            <a:pPr marL="365125" indent="-255588"/>
            <a:r>
              <a:rPr lang="en-US" altLang="en-US" dirty="0"/>
              <a:t>So far, we have seen how gates implement functions to </a:t>
            </a:r>
            <a:r>
              <a:rPr lang="en-US" altLang="en-US" sz="3600" b="1" dirty="0">
                <a:solidFill>
                  <a:srgbClr val="92D050"/>
                </a:solidFill>
              </a:rPr>
              <a:t>route</a:t>
            </a:r>
            <a:r>
              <a:rPr lang="en-US" altLang="en-US" dirty="0"/>
              <a:t> signals, decode, and store</a:t>
            </a:r>
          </a:p>
          <a:p>
            <a:pPr marL="365125" indent="-255588"/>
            <a:r>
              <a:rPr lang="en-US" altLang="en-US" dirty="0"/>
              <a:t>Gates can be used for </a:t>
            </a:r>
            <a:r>
              <a:rPr lang="en-US" altLang="en-US" sz="3600" b="1" dirty="0">
                <a:solidFill>
                  <a:srgbClr val="FF0000"/>
                </a:solidFill>
              </a:rPr>
              <a:t>arithmetic</a:t>
            </a:r>
            <a:endParaRPr lang="en-US" altLang="en-US" b="1" dirty="0">
              <a:solidFill>
                <a:srgbClr val="FF0000"/>
              </a:solidFill>
            </a:endParaRPr>
          </a:p>
          <a:p>
            <a:pPr marL="365125" indent="-255588"/>
            <a:r>
              <a:rPr lang="en-US" altLang="en-US" dirty="0"/>
              <a:t>Addition</a:t>
            </a:r>
          </a:p>
          <a:p>
            <a:pPr lvl="1"/>
            <a:r>
              <a:rPr lang="en-US" altLang="en-US" dirty="0"/>
              <a:t>A single bit addition: two 1-bit inputs, a sum with a carry bit</a:t>
            </a:r>
          </a:p>
          <a:p>
            <a:pPr lvl="1">
              <a:buFontTx/>
              <a:buNone/>
            </a:pPr>
            <a:endParaRPr lang="en-US" altLang="en-US" dirty="0"/>
          </a:p>
        </p:txBody>
      </p:sp>
      <p:pic>
        <p:nvPicPr>
          <p:cNvPr id="115716" name="Picture 9">
            <a:extLst>
              <a:ext uri="{FF2B5EF4-FFF2-40B4-BE49-F238E27FC236}">
                <a16:creationId xmlns:a16="http://schemas.microsoft.com/office/drawing/2014/main" id="{4576C2AB-7547-EDEE-A120-DBC3969B5E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793" y="4293096"/>
            <a:ext cx="4824413" cy="102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18DEEC89-BC97-BF58-C652-2A4682758D37}"/>
              </a:ext>
            </a:extLst>
          </p:cNvPr>
          <p:cNvCxnSpPr/>
          <p:nvPr/>
        </p:nvCxnSpPr>
        <p:spPr bwMode="auto">
          <a:xfrm>
            <a:off x="2808039" y="4912495"/>
            <a:ext cx="360362" cy="0"/>
          </a:xfrm>
          <a:prstGeom prst="line">
            <a:avLst/>
          </a:prstGeom>
          <a:noFill/>
          <a:ln w="19050" cap="flat" cmpd="sng" algn="ctr">
            <a:solidFill>
              <a:schemeClr val="bg2">
                <a:lumMod val="75000"/>
              </a:schemeClr>
            </a:solidFill>
            <a:prstDash val="solid"/>
            <a:round/>
            <a:headEnd type="none" w="med" len="med"/>
            <a:tailEnd type="none" w="med" len="med"/>
          </a:ln>
          <a:effectLst/>
        </p:spPr>
      </p:cxnSp>
      <p:cxnSp>
        <p:nvCxnSpPr>
          <p:cNvPr id="8" name="Straight Connector 7">
            <a:extLst>
              <a:ext uri="{FF2B5EF4-FFF2-40B4-BE49-F238E27FC236}">
                <a16:creationId xmlns:a16="http://schemas.microsoft.com/office/drawing/2014/main" id="{5790311B-8D1E-67F7-B874-180DB1B63EEB}"/>
              </a:ext>
            </a:extLst>
          </p:cNvPr>
          <p:cNvCxnSpPr/>
          <p:nvPr/>
        </p:nvCxnSpPr>
        <p:spPr bwMode="auto">
          <a:xfrm>
            <a:off x="3960564" y="4912495"/>
            <a:ext cx="358775" cy="0"/>
          </a:xfrm>
          <a:prstGeom prst="line">
            <a:avLst/>
          </a:prstGeom>
          <a:noFill/>
          <a:ln w="19050" cap="flat" cmpd="sng" algn="ctr">
            <a:solidFill>
              <a:schemeClr val="bg2">
                <a:lumMod val="75000"/>
              </a:schemeClr>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4613674A-F162-FFE8-F4F4-FE8E1EEEDBE7}"/>
              </a:ext>
            </a:extLst>
          </p:cNvPr>
          <p:cNvCxnSpPr/>
          <p:nvPr/>
        </p:nvCxnSpPr>
        <p:spPr bwMode="auto">
          <a:xfrm>
            <a:off x="4968626" y="4912495"/>
            <a:ext cx="358775" cy="0"/>
          </a:xfrm>
          <a:prstGeom prst="line">
            <a:avLst/>
          </a:prstGeom>
          <a:noFill/>
          <a:ln w="19050" cap="flat" cmpd="sng" algn="ctr">
            <a:solidFill>
              <a:schemeClr val="bg2">
                <a:lumMod val="75000"/>
              </a:schemeClr>
            </a:solidFill>
            <a:prstDash val="solid"/>
            <a:round/>
            <a:headEnd type="none" w="med" len="med"/>
            <a:tailEnd type="none" w="med" len="med"/>
          </a:ln>
          <a:effectLst/>
        </p:spPr>
      </p:cxnSp>
      <p:cxnSp>
        <p:nvCxnSpPr>
          <p:cNvPr id="10" name="Straight Connector 9">
            <a:extLst>
              <a:ext uri="{FF2B5EF4-FFF2-40B4-BE49-F238E27FC236}">
                <a16:creationId xmlns:a16="http://schemas.microsoft.com/office/drawing/2014/main" id="{308BB8B8-CC8C-3357-B362-4930B51F7163}"/>
              </a:ext>
            </a:extLst>
          </p:cNvPr>
          <p:cNvCxnSpPr/>
          <p:nvPr/>
        </p:nvCxnSpPr>
        <p:spPr bwMode="auto">
          <a:xfrm>
            <a:off x="6157664" y="4912495"/>
            <a:ext cx="360362" cy="0"/>
          </a:xfrm>
          <a:prstGeom prst="line">
            <a:avLst/>
          </a:prstGeom>
          <a:noFill/>
          <a:ln w="19050" cap="flat" cmpd="sng" algn="ctr">
            <a:solidFill>
              <a:schemeClr val="bg2">
                <a:lumMod val="75000"/>
              </a:schemeClr>
            </a:solidFill>
            <a:prstDash val="solid"/>
            <a:round/>
            <a:headEnd type="none" w="med" len="med"/>
            <a:tailEnd type="none" w="med" len="med"/>
          </a:ln>
          <a:effectLst/>
        </p:spPr>
      </p:cxnSp>
      <p:sp>
        <p:nvSpPr>
          <p:cNvPr id="2" name="Slide Number Placeholder 1">
            <a:extLst>
              <a:ext uri="{FF2B5EF4-FFF2-40B4-BE49-F238E27FC236}">
                <a16:creationId xmlns:a16="http://schemas.microsoft.com/office/drawing/2014/main" id="{82A53F24-CAC0-C8C7-D97A-0345F1BD1DD6}"/>
              </a:ext>
            </a:extLst>
          </p:cNvPr>
          <p:cNvSpPr>
            <a:spLocks noGrp="1"/>
          </p:cNvSpPr>
          <p:nvPr>
            <p:ph type="sldNum" sz="quarter" idx="12"/>
          </p:nvPr>
        </p:nvSpPr>
        <p:spPr/>
        <p:txBody>
          <a:bodyPr/>
          <a:lstStyle/>
          <a:p>
            <a:pPr>
              <a:defRPr/>
            </a:pPr>
            <a:fld id="{28588503-611C-4314-9367-E0668E948370}" type="slidenum">
              <a:rPr lang="en-US" altLang="en-US" smtClean="0"/>
              <a:pPr>
                <a:defRPr/>
              </a:pPr>
              <a:t>132</a:t>
            </a:fld>
            <a:endParaRPr lang="en-US" alt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9410BA99-23A1-7338-EDDD-5873D5FC4753}"/>
              </a:ext>
            </a:extLst>
          </p:cNvPr>
          <p:cNvSpPr>
            <a:spLocks noGrp="1" noChangeArrowheads="1"/>
          </p:cNvSpPr>
          <p:nvPr>
            <p:ph type="title"/>
          </p:nvPr>
        </p:nvSpPr>
        <p:spPr/>
        <p:txBody>
          <a:bodyPr/>
          <a:lstStyle/>
          <a:p>
            <a:r>
              <a:rPr lang="en-US" altLang="en-US"/>
              <a:t>Adders</a:t>
            </a:r>
          </a:p>
        </p:txBody>
      </p:sp>
      <p:sp>
        <p:nvSpPr>
          <p:cNvPr id="116739" name="Rectangle 3">
            <a:extLst>
              <a:ext uri="{FF2B5EF4-FFF2-40B4-BE49-F238E27FC236}">
                <a16:creationId xmlns:a16="http://schemas.microsoft.com/office/drawing/2014/main" id="{74F42AAF-8AEC-B9E5-C208-05B9F72F949C}"/>
              </a:ext>
            </a:extLst>
          </p:cNvPr>
          <p:cNvSpPr>
            <a:spLocks noGrp="1" noChangeArrowheads="1"/>
          </p:cNvSpPr>
          <p:nvPr>
            <p:ph idx="1"/>
          </p:nvPr>
        </p:nvSpPr>
        <p:spPr/>
        <p:txBody>
          <a:bodyPr/>
          <a:lstStyle/>
          <a:p>
            <a:r>
              <a:rPr lang="en-US" altLang="en-US"/>
              <a:t>Logic for </a:t>
            </a:r>
            <a:r>
              <a:rPr lang="en-US" altLang="en-US" b="1">
                <a:solidFill>
                  <a:srgbClr val="92D050"/>
                </a:solidFill>
              </a:rPr>
              <a:t>adding two input </a:t>
            </a:r>
            <a:r>
              <a:rPr lang="en-US" altLang="en-US"/>
              <a:t>bits to produce </a:t>
            </a:r>
            <a:r>
              <a:rPr lang="en-US" altLang="en-US" b="1">
                <a:solidFill>
                  <a:srgbClr val="FF0000"/>
                </a:solidFill>
              </a:rPr>
              <a:t>1-bit sum</a:t>
            </a:r>
            <a:r>
              <a:rPr lang="en-US" altLang="en-US"/>
              <a:t> and a </a:t>
            </a:r>
            <a:r>
              <a:rPr lang="en-US" altLang="en-US" b="1">
                <a:solidFill>
                  <a:srgbClr val="00B0F0"/>
                </a:solidFill>
              </a:rPr>
              <a:t>carry bit</a:t>
            </a:r>
          </a:p>
          <a:p>
            <a:pPr lvl="1"/>
            <a:r>
              <a:rPr lang="en-US" altLang="en-US"/>
              <a:t>Simple for single pair of bits</a:t>
            </a:r>
          </a:p>
        </p:txBody>
      </p:sp>
      <p:grpSp>
        <p:nvGrpSpPr>
          <p:cNvPr id="4" name="Group 3">
            <a:extLst>
              <a:ext uri="{FF2B5EF4-FFF2-40B4-BE49-F238E27FC236}">
                <a16:creationId xmlns:a16="http://schemas.microsoft.com/office/drawing/2014/main" id="{3A9E12E0-1A8C-1F43-9BFF-70D781EAC185}"/>
              </a:ext>
            </a:extLst>
          </p:cNvPr>
          <p:cNvGrpSpPr>
            <a:grpSpLocks/>
          </p:cNvGrpSpPr>
          <p:nvPr/>
        </p:nvGrpSpPr>
        <p:grpSpPr bwMode="auto">
          <a:xfrm>
            <a:off x="2159793" y="5226883"/>
            <a:ext cx="4824413" cy="1023938"/>
            <a:chOff x="2124075" y="5718175"/>
            <a:chExt cx="4824413" cy="1023938"/>
          </a:xfrm>
        </p:grpSpPr>
        <p:grpSp>
          <p:nvGrpSpPr>
            <p:cNvPr id="116742" name="Group 24">
              <a:extLst>
                <a:ext uri="{FF2B5EF4-FFF2-40B4-BE49-F238E27FC236}">
                  <a16:creationId xmlns:a16="http://schemas.microsoft.com/office/drawing/2014/main" id="{8F0C96F0-35D3-1B17-AC89-C11487F62F07}"/>
                </a:ext>
              </a:extLst>
            </p:cNvPr>
            <p:cNvGrpSpPr>
              <a:grpSpLocks/>
            </p:cNvGrpSpPr>
            <p:nvPr/>
          </p:nvGrpSpPr>
          <p:grpSpPr bwMode="auto">
            <a:xfrm>
              <a:off x="2124075" y="5718175"/>
              <a:ext cx="4824413" cy="1023938"/>
              <a:chOff x="2123728" y="5717430"/>
              <a:chExt cx="4824413" cy="1023938"/>
            </a:xfrm>
          </p:grpSpPr>
          <p:pic>
            <p:nvPicPr>
              <p:cNvPr id="116748" name="Picture 9">
                <a:extLst>
                  <a:ext uri="{FF2B5EF4-FFF2-40B4-BE49-F238E27FC236}">
                    <a16:creationId xmlns:a16="http://schemas.microsoft.com/office/drawing/2014/main" id="{5E448732-3C58-283F-0FA4-31F4EF04A5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5717430"/>
                <a:ext cx="4824413"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 name="Rectangle 5">
                <a:extLst>
                  <a:ext uri="{FF2B5EF4-FFF2-40B4-BE49-F238E27FC236}">
                    <a16:creationId xmlns:a16="http://schemas.microsoft.com/office/drawing/2014/main" id="{E11577B8-374C-B684-AACE-746F6862AFBF}"/>
                  </a:ext>
                </a:extLst>
              </p:cNvPr>
              <p:cNvSpPr/>
              <p:nvPr/>
            </p:nvSpPr>
            <p:spPr bwMode="auto">
              <a:xfrm>
                <a:off x="6444903" y="5798393"/>
                <a:ext cx="358775" cy="288925"/>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A</a:t>
                </a:r>
                <a:endParaRPr lang="en-MY" sz="1200" dirty="0"/>
              </a:p>
            </p:txBody>
          </p:sp>
          <p:sp>
            <p:nvSpPr>
              <p:cNvPr id="7" name="Rectangle 6">
                <a:extLst>
                  <a:ext uri="{FF2B5EF4-FFF2-40B4-BE49-F238E27FC236}">
                    <a16:creationId xmlns:a16="http://schemas.microsoft.com/office/drawing/2014/main" id="{DB82A2AA-957F-A620-A683-8B248A8C6973}"/>
                  </a:ext>
                </a:extLst>
              </p:cNvPr>
              <p:cNvSpPr/>
              <p:nvPr/>
            </p:nvSpPr>
            <p:spPr bwMode="auto">
              <a:xfrm>
                <a:off x="6444903" y="6119068"/>
                <a:ext cx="358775" cy="287337"/>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B</a:t>
                </a:r>
                <a:endParaRPr lang="en-MY" sz="1200" dirty="0"/>
              </a:p>
            </p:txBody>
          </p:sp>
          <p:sp>
            <p:nvSpPr>
              <p:cNvPr id="8" name="Rectangle 7">
                <a:extLst>
                  <a:ext uri="{FF2B5EF4-FFF2-40B4-BE49-F238E27FC236}">
                    <a16:creationId xmlns:a16="http://schemas.microsoft.com/office/drawing/2014/main" id="{800A990F-50C8-75A1-2A22-ADF7920D5C37}"/>
                  </a:ext>
                </a:extLst>
              </p:cNvPr>
              <p:cNvSpPr/>
              <p:nvPr/>
            </p:nvSpPr>
            <p:spPr bwMode="auto">
              <a:xfrm>
                <a:off x="6444903" y="6396880"/>
                <a:ext cx="431800" cy="288925"/>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Sum</a:t>
                </a:r>
                <a:endParaRPr lang="en-MY" sz="1200" dirty="0"/>
              </a:p>
            </p:txBody>
          </p:sp>
          <p:sp>
            <p:nvSpPr>
              <p:cNvPr id="9" name="Rectangle 8">
                <a:extLst>
                  <a:ext uri="{FF2B5EF4-FFF2-40B4-BE49-F238E27FC236}">
                    <a16:creationId xmlns:a16="http://schemas.microsoft.com/office/drawing/2014/main" id="{ACA0AEE0-BB18-9D32-96E2-17414E32DC64}"/>
                  </a:ext>
                </a:extLst>
              </p:cNvPr>
              <p:cNvSpPr/>
              <p:nvPr/>
            </p:nvSpPr>
            <p:spPr bwMode="auto">
              <a:xfrm>
                <a:off x="5724178" y="6396880"/>
                <a:ext cx="431800" cy="288925"/>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Carry</a:t>
                </a:r>
                <a:endParaRPr lang="en-MY" sz="1200" dirty="0"/>
              </a:p>
            </p:txBody>
          </p:sp>
          <p:sp>
            <p:nvSpPr>
              <p:cNvPr id="13" name="Rectangle 12">
                <a:extLst>
                  <a:ext uri="{FF2B5EF4-FFF2-40B4-BE49-F238E27FC236}">
                    <a16:creationId xmlns:a16="http://schemas.microsoft.com/office/drawing/2014/main" id="{DA9045E2-4214-6D83-ADBA-907EC63D2427}"/>
                  </a:ext>
                </a:extLst>
              </p:cNvPr>
              <p:cNvSpPr/>
              <p:nvPr/>
            </p:nvSpPr>
            <p:spPr bwMode="auto">
              <a:xfrm>
                <a:off x="5219353" y="5798393"/>
                <a:ext cx="360363" cy="288925"/>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A</a:t>
                </a:r>
                <a:endParaRPr lang="en-MY" sz="1200" dirty="0"/>
              </a:p>
            </p:txBody>
          </p:sp>
          <p:sp>
            <p:nvSpPr>
              <p:cNvPr id="14" name="Rectangle 13">
                <a:extLst>
                  <a:ext uri="{FF2B5EF4-FFF2-40B4-BE49-F238E27FC236}">
                    <a16:creationId xmlns:a16="http://schemas.microsoft.com/office/drawing/2014/main" id="{1C943AC5-C023-1581-4FA0-CE4748328E02}"/>
                  </a:ext>
                </a:extLst>
              </p:cNvPr>
              <p:cNvSpPr/>
              <p:nvPr/>
            </p:nvSpPr>
            <p:spPr bwMode="auto">
              <a:xfrm>
                <a:off x="5219353" y="6119068"/>
                <a:ext cx="360363" cy="287337"/>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B</a:t>
                </a:r>
                <a:endParaRPr lang="en-MY" sz="1200" dirty="0"/>
              </a:p>
            </p:txBody>
          </p:sp>
          <p:sp>
            <p:nvSpPr>
              <p:cNvPr id="15" name="Rectangle 14">
                <a:extLst>
                  <a:ext uri="{FF2B5EF4-FFF2-40B4-BE49-F238E27FC236}">
                    <a16:creationId xmlns:a16="http://schemas.microsoft.com/office/drawing/2014/main" id="{A1879FA0-9A8C-83F9-DA54-92EF284D219E}"/>
                  </a:ext>
                </a:extLst>
              </p:cNvPr>
              <p:cNvSpPr/>
              <p:nvPr/>
            </p:nvSpPr>
            <p:spPr bwMode="auto">
              <a:xfrm>
                <a:off x="5219353" y="6396880"/>
                <a:ext cx="433388" cy="288925"/>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Sum</a:t>
                </a:r>
                <a:endParaRPr lang="en-MY" sz="1200" dirty="0"/>
              </a:p>
            </p:txBody>
          </p:sp>
          <p:sp>
            <p:nvSpPr>
              <p:cNvPr id="16" name="Rectangle 15">
                <a:extLst>
                  <a:ext uri="{FF2B5EF4-FFF2-40B4-BE49-F238E27FC236}">
                    <a16:creationId xmlns:a16="http://schemas.microsoft.com/office/drawing/2014/main" id="{14929FF4-2CA2-9F6E-B614-04584F832559}"/>
                  </a:ext>
                </a:extLst>
              </p:cNvPr>
              <p:cNvSpPr/>
              <p:nvPr/>
            </p:nvSpPr>
            <p:spPr bwMode="auto">
              <a:xfrm>
                <a:off x="4597053" y="6377830"/>
                <a:ext cx="550863" cy="288925"/>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Carry </a:t>
                </a:r>
                <a:r>
                  <a:rPr lang="en-US" sz="1600" dirty="0"/>
                  <a:t>0</a:t>
                </a:r>
                <a:endParaRPr lang="en-MY" sz="1200" dirty="0"/>
              </a:p>
            </p:txBody>
          </p:sp>
          <p:sp>
            <p:nvSpPr>
              <p:cNvPr id="17" name="Rectangle 16">
                <a:extLst>
                  <a:ext uri="{FF2B5EF4-FFF2-40B4-BE49-F238E27FC236}">
                    <a16:creationId xmlns:a16="http://schemas.microsoft.com/office/drawing/2014/main" id="{C01C8783-95F0-B273-C675-27AC03BEE5C0}"/>
                  </a:ext>
                </a:extLst>
              </p:cNvPr>
              <p:cNvSpPr/>
              <p:nvPr/>
            </p:nvSpPr>
            <p:spPr bwMode="auto">
              <a:xfrm>
                <a:off x="4204941" y="5798393"/>
                <a:ext cx="360362" cy="288925"/>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A</a:t>
                </a:r>
                <a:endParaRPr lang="en-MY" sz="1200" dirty="0"/>
              </a:p>
            </p:txBody>
          </p:sp>
          <p:sp>
            <p:nvSpPr>
              <p:cNvPr id="18" name="Rectangle 17">
                <a:extLst>
                  <a:ext uri="{FF2B5EF4-FFF2-40B4-BE49-F238E27FC236}">
                    <a16:creationId xmlns:a16="http://schemas.microsoft.com/office/drawing/2014/main" id="{3E83639F-029A-C618-FC32-807AA976A606}"/>
                  </a:ext>
                </a:extLst>
              </p:cNvPr>
              <p:cNvSpPr/>
              <p:nvPr/>
            </p:nvSpPr>
            <p:spPr bwMode="auto">
              <a:xfrm>
                <a:off x="4204941" y="6119068"/>
                <a:ext cx="360362" cy="287337"/>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B</a:t>
                </a:r>
                <a:endParaRPr lang="en-MY" sz="1200" dirty="0"/>
              </a:p>
            </p:txBody>
          </p:sp>
          <p:sp>
            <p:nvSpPr>
              <p:cNvPr id="19" name="Rectangle 18">
                <a:extLst>
                  <a:ext uri="{FF2B5EF4-FFF2-40B4-BE49-F238E27FC236}">
                    <a16:creationId xmlns:a16="http://schemas.microsoft.com/office/drawing/2014/main" id="{BBBF7CDD-DD6A-A1EB-496B-323369AAA5F2}"/>
                  </a:ext>
                </a:extLst>
              </p:cNvPr>
              <p:cNvSpPr/>
              <p:nvPr/>
            </p:nvSpPr>
            <p:spPr bwMode="auto">
              <a:xfrm>
                <a:off x="4204941" y="6396880"/>
                <a:ext cx="433387" cy="288925"/>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Sum</a:t>
                </a:r>
                <a:endParaRPr lang="en-MY" sz="1200" dirty="0"/>
              </a:p>
            </p:txBody>
          </p:sp>
          <p:sp>
            <p:nvSpPr>
              <p:cNvPr id="20" name="Rectangle 19">
                <a:extLst>
                  <a:ext uri="{FF2B5EF4-FFF2-40B4-BE49-F238E27FC236}">
                    <a16:creationId xmlns:a16="http://schemas.microsoft.com/office/drawing/2014/main" id="{D2E4E90C-0F1F-A2CD-C19D-F9CBA3121596}"/>
                  </a:ext>
                </a:extLst>
              </p:cNvPr>
              <p:cNvSpPr/>
              <p:nvPr/>
            </p:nvSpPr>
            <p:spPr bwMode="auto">
              <a:xfrm>
                <a:off x="3573116" y="6377830"/>
                <a:ext cx="550862" cy="288925"/>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Carry </a:t>
                </a:r>
                <a:r>
                  <a:rPr lang="en-US" sz="1600" dirty="0"/>
                  <a:t>0</a:t>
                </a:r>
                <a:endParaRPr lang="en-MY" sz="1200" dirty="0"/>
              </a:p>
            </p:txBody>
          </p:sp>
          <p:sp>
            <p:nvSpPr>
              <p:cNvPr id="21" name="Rectangle 20">
                <a:extLst>
                  <a:ext uri="{FF2B5EF4-FFF2-40B4-BE49-F238E27FC236}">
                    <a16:creationId xmlns:a16="http://schemas.microsoft.com/office/drawing/2014/main" id="{896B8535-A556-6228-70B9-61048246F439}"/>
                  </a:ext>
                </a:extLst>
              </p:cNvPr>
              <p:cNvSpPr/>
              <p:nvPr/>
            </p:nvSpPr>
            <p:spPr bwMode="auto">
              <a:xfrm>
                <a:off x="3044478" y="5798393"/>
                <a:ext cx="358775" cy="288925"/>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A</a:t>
                </a:r>
                <a:endParaRPr lang="en-MY" sz="1200" dirty="0"/>
              </a:p>
            </p:txBody>
          </p:sp>
          <p:sp>
            <p:nvSpPr>
              <p:cNvPr id="22" name="Rectangle 21">
                <a:extLst>
                  <a:ext uri="{FF2B5EF4-FFF2-40B4-BE49-F238E27FC236}">
                    <a16:creationId xmlns:a16="http://schemas.microsoft.com/office/drawing/2014/main" id="{0D319DF9-8D84-6584-099C-5FEFFC531F36}"/>
                  </a:ext>
                </a:extLst>
              </p:cNvPr>
              <p:cNvSpPr/>
              <p:nvPr/>
            </p:nvSpPr>
            <p:spPr bwMode="auto">
              <a:xfrm>
                <a:off x="3044478" y="6119068"/>
                <a:ext cx="358775" cy="287337"/>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B</a:t>
                </a:r>
                <a:endParaRPr lang="en-MY" sz="1200" dirty="0"/>
              </a:p>
            </p:txBody>
          </p:sp>
          <p:sp>
            <p:nvSpPr>
              <p:cNvPr id="23" name="Rectangle 22">
                <a:extLst>
                  <a:ext uri="{FF2B5EF4-FFF2-40B4-BE49-F238E27FC236}">
                    <a16:creationId xmlns:a16="http://schemas.microsoft.com/office/drawing/2014/main" id="{E2C5F566-AAB5-7E71-3447-FB4847EF5A49}"/>
                  </a:ext>
                </a:extLst>
              </p:cNvPr>
              <p:cNvSpPr/>
              <p:nvPr/>
            </p:nvSpPr>
            <p:spPr bwMode="auto">
              <a:xfrm>
                <a:off x="3044478" y="6396880"/>
                <a:ext cx="431800" cy="288925"/>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Sum</a:t>
                </a:r>
                <a:endParaRPr lang="en-MY" sz="1200" dirty="0"/>
              </a:p>
            </p:txBody>
          </p:sp>
          <p:sp>
            <p:nvSpPr>
              <p:cNvPr id="24" name="Rectangle 23">
                <a:extLst>
                  <a:ext uri="{FF2B5EF4-FFF2-40B4-BE49-F238E27FC236}">
                    <a16:creationId xmlns:a16="http://schemas.microsoft.com/office/drawing/2014/main" id="{B433D99F-5A56-614E-DE15-52B9672F7F42}"/>
                  </a:ext>
                </a:extLst>
              </p:cNvPr>
              <p:cNvSpPr/>
              <p:nvPr/>
            </p:nvSpPr>
            <p:spPr bwMode="auto">
              <a:xfrm>
                <a:off x="2382491" y="6377830"/>
                <a:ext cx="550862" cy="288925"/>
              </a:xfrm>
              <a:prstGeom prst="rect">
                <a:avLst/>
              </a:prstGeom>
              <a:noFill/>
              <a:ln w="9525" cap="flat" cmpd="sng" algn="ctr">
                <a:noFill/>
                <a:prstDash val="solid"/>
                <a:round/>
                <a:headEnd type="none" w="med" len="med"/>
                <a:tailEnd type="none" w="med" len="med"/>
              </a:ln>
              <a:effectLst/>
            </p:spPr>
            <p:txBody>
              <a:bodyPr lIns="0" tIns="0" rIns="0" bIns="0" anchor="ctr"/>
              <a:lstStyle/>
              <a:p>
                <a:pPr marL="342900" indent="-342900">
                  <a:spcBef>
                    <a:spcPct val="20000"/>
                  </a:spcBef>
                  <a:buClr>
                    <a:srgbClr val="FF0000"/>
                  </a:buClr>
                  <a:defRPr/>
                </a:pPr>
                <a:r>
                  <a:rPr lang="en-US" sz="1200" dirty="0"/>
                  <a:t>Carry </a:t>
                </a:r>
                <a:r>
                  <a:rPr lang="en-US" sz="1600" dirty="0"/>
                  <a:t>0</a:t>
                </a:r>
                <a:endParaRPr lang="en-MY" sz="1200" dirty="0"/>
              </a:p>
            </p:txBody>
          </p:sp>
        </p:grpSp>
        <p:grpSp>
          <p:nvGrpSpPr>
            <p:cNvPr id="116743" name="Group 2">
              <a:extLst>
                <a:ext uri="{FF2B5EF4-FFF2-40B4-BE49-F238E27FC236}">
                  <a16:creationId xmlns:a16="http://schemas.microsoft.com/office/drawing/2014/main" id="{C888A768-B1FA-B8FC-E8FF-745E8B5C36B0}"/>
                </a:ext>
              </a:extLst>
            </p:cNvPr>
            <p:cNvGrpSpPr>
              <a:grpSpLocks/>
            </p:cNvGrpSpPr>
            <p:nvPr/>
          </p:nvGrpSpPr>
          <p:grpSpPr bwMode="auto">
            <a:xfrm>
              <a:off x="2728955" y="6381328"/>
              <a:ext cx="3709987" cy="0"/>
              <a:chOff x="2728955" y="6381328"/>
              <a:chExt cx="3709987" cy="0"/>
            </a:xfrm>
          </p:grpSpPr>
          <p:cxnSp>
            <p:nvCxnSpPr>
              <p:cNvPr id="25" name="Straight Connector 24">
                <a:extLst>
                  <a:ext uri="{FF2B5EF4-FFF2-40B4-BE49-F238E27FC236}">
                    <a16:creationId xmlns:a16="http://schemas.microsoft.com/office/drawing/2014/main" id="{DF070245-AEA9-00FD-A056-2B752F73A178}"/>
                  </a:ext>
                </a:extLst>
              </p:cNvPr>
              <p:cNvCxnSpPr/>
              <p:nvPr/>
            </p:nvCxnSpPr>
            <p:spPr bwMode="auto">
              <a:xfrm>
                <a:off x="2728913" y="2147483647"/>
                <a:ext cx="360362" cy="0"/>
              </a:xfrm>
              <a:prstGeom prst="line">
                <a:avLst/>
              </a:prstGeom>
              <a:noFill/>
              <a:ln w="19050" cap="flat" cmpd="sng" algn="ctr">
                <a:solidFill>
                  <a:schemeClr val="bg2">
                    <a:lumMod val="75000"/>
                  </a:schemeClr>
                </a:soli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D77EF752-8A33-6F76-F007-4D0E1D3CD6C4}"/>
                  </a:ext>
                </a:extLst>
              </p:cNvPr>
              <p:cNvCxnSpPr/>
              <p:nvPr/>
            </p:nvCxnSpPr>
            <p:spPr bwMode="auto">
              <a:xfrm>
                <a:off x="3881438" y="2147483647"/>
                <a:ext cx="358775" cy="0"/>
              </a:xfrm>
              <a:prstGeom prst="line">
                <a:avLst/>
              </a:prstGeom>
              <a:noFill/>
              <a:ln w="19050" cap="flat" cmpd="sng" algn="ctr">
                <a:solidFill>
                  <a:schemeClr val="bg2">
                    <a:lumMod val="75000"/>
                  </a:schemeClr>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5E241B98-5191-D91B-2C92-8E113F454F30}"/>
                  </a:ext>
                </a:extLst>
              </p:cNvPr>
              <p:cNvCxnSpPr/>
              <p:nvPr/>
            </p:nvCxnSpPr>
            <p:spPr bwMode="auto">
              <a:xfrm>
                <a:off x="4889500" y="2147483647"/>
                <a:ext cx="358775" cy="0"/>
              </a:xfrm>
              <a:prstGeom prst="line">
                <a:avLst/>
              </a:prstGeom>
              <a:noFill/>
              <a:ln w="19050" cap="flat" cmpd="sng" algn="ctr">
                <a:solidFill>
                  <a:schemeClr val="bg2">
                    <a:lumMod val="75000"/>
                  </a:schemeClr>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EF7FD833-DA4A-F6DA-F6C2-95C15086518F}"/>
                  </a:ext>
                </a:extLst>
              </p:cNvPr>
              <p:cNvCxnSpPr/>
              <p:nvPr/>
            </p:nvCxnSpPr>
            <p:spPr bwMode="auto">
              <a:xfrm>
                <a:off x="6078538" y="2147483647"/>
                <a:ext cx="360362" cy="0"/>
              </a:xfrm>
              <a:prstGeom prst="line">
                <a:avLst/>
              </a:prstGeom>
              <a:noFill/>
              <a:ln w="19050" cap="flat" cmpd="sng" algn="ctr">
                <a:solidFill>
                  <a:schemeClr val="bg2">
                    <a:lumMod val="75000"/>
                  </a:schemeClr>
                </a:solidFill>
                <a:prstDash val="solid"/>
                <a:round/>
                <a:headEnd type="none" w="med" len="med"/>
                <a:tailEnd type="none" w="med" len="med"/>
              </a:ln>
              <a:effectLst/>
            </p:spPr>
          </p:cxnSp>
        </p:grpSp>
      </p:grpSp>
      <p:pic>
        <p:nvPicPr>
          <p:cNvPr id="3" name="Picture 2">
            <a:extLst>
              <a:ext uri="{FF2B5EF4-FFF2-40B4-BE49-F238E27FC236}">
                <a16:creationId xmlns:a16="http://schemas.microsoft.com/office/drawing/2014/main" id="{7BE44F12-36D4-2B09-BAAF-542BE75B04FF}"/>
              </a:ext>
            </a:extLst>
          </p:cNvPr>
          <p:cNvPicPr>
            <a:picLocks noChangeAspect="1"/>
          </p:cNvPicPr>
          <p:nvPr/>
        </p:nvPicPr>
        <p:blipFill>
          <a:blip r:embed="rId4"/>
          <a:stretch>
            <a:fillRect/>
          </a:stretch>
        </p:blipFill>
        <p:spPr>
          <a:xfrm>
            <a:off x="2879497" y="2344993"/>
            <a:ext cx="3371850" cy="2533650"/>
          </a:xfrm>
          <a:prstGeom prst="rect">
            <a:avLst/>
          </a:prstGeom>
        </p:spPr>
      </p:pic>
      <p:sp>
        <p:nvSpPr>
          <p:cNvPr id="2" name="Slide Number Placeholder 1">
            <a:extLst>
              <a:ext uri="{FF2B5EF4-FFF2-40B4-BE49-F238E27FC236}">
                <a16:creationId xmlns:a16="http://schemas.microsoft.com/office/drawing/2014/main" id="{1AD242AD-B1CF-72F0-0C05-4BA71C46D43F}"/>
              </a:ext>
            </a:extLst>
          </p:cNvPr>
          <p:cNvSpPr>
            <a:spLocks noGrp="1"/>
          </p:cNvSpPr>
          <p:nvPr>
            <p:ph type="sldNum" sz="quarter" idx="12"/>
          </p:nvPr>
        </p:nvSpPr>
        <p:spPr/>
        <p:txBody>
          <a:bodyPr/>
          <a:lstStyle/>
          <a:p>
            <a:pPr>
              <a:defRPr/>
            </a:pPr>
            <a:fld id="{28588503-611C-4314-9367-E0668E948370}" type="slidenum">
              <a:rPr lang="en-US" altLang="en-US" smtClean="0"/>
              <a:pPr>
                <a:defRPr/>
              </a:pPr>
              <a:t>133</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A8E56674-5204-FD74-02D0-4CA485B866D0}"/>
              </a:ext>
            </a:extLst>
          </p:cNvPr>
          <p:cNvSpPr>
            <a:spLocks noGrp="1" noChangeArrowheads="1"/>
          </p:cNvSpPr>
          <p:nvPr>
            <p:ph type="title"/>
          </p:nvPr>
        </p:nvSpPr>
        <p:spPr/>
        <p:txBody>
          <a:bodyPr/>
          <a:lstStyle/>
          <a:p>
            <a:r>
              <a:rPr lang="en-US" altLang="en-US"/>
              <a:t>Adders</a:t>
            </a:r>
          </a:p>
        </p:txBody>
      </p:sp>
      <p:sp>
        <p:nvSpPr>
          <p:cNvPr id="117763" name="Rectangle 3">
            <a:extLst>
              <a:ext uri="{FF2B5EF4-FFF2-40B4-BE49-F238E27FC236}">
                <a16:creationId xmlns:a16="http://schemas.microsoft.com/office/drawing/2014/main" id="{0FE6FCB7-0E1A-A34C-13C2-1629C05801C3}"/>
              </a:ext>
            </a:extLst>
          </p:cNvPr>
          <p:cNvSpPr>
            <a:spLocks noGrp="1" noChangeArrowheads="1"/>
          </p:cNvSpPr>
          <p:nvPr>
            <p:ph idx="1"/>
          </p:nvPr>
        </p:nvSpPr>
        <p:spPr/>
        <p:txBody>
          <a:bodyPr>
            <a:normAutofit/>
          </a:bodyPr>
          <a:lstStyle/>
          <a:p>
            <a:r>
              <a:rPr lang="en-US" altLang="en-US" sz="2000" dirty="0"/>
              <a:t>Adding two </a:t>
            </a:r>
            <a:r>
              <a:rPr lang="en-US" altLang="en-US" sz="2000" i="1" dirty="0"/>
              <a:t>n</a:t>
            </a:r>
            <a:r>
              <a:rPr lang="en-US" altLang="en-US" sz="2000" dirty="0"/>
              <a:t>-bit numbers require </a:t>
            </a:r>
            <a:r>
              <a:rPr lang="en-US" altLang="en-US" sz="2000" i="1" dirty="0"/>
              <a:t>n </a:t>
            </a:r>
            <a:r>
              <a:rPr lang="en-US" altLang="en-US" sz="2000" dirty="0"/>
              <a:t>sets adders</a:t>
            </a:r>
          </a:p>
          <a:p>
            <a:pPr lvl="1"/>
            <a:r>
              <a:rPr lang="en-US" altLang="en-US" sz="1800" b="1" dirty="0">
                <a:solidFill>
                  <a:srgbClr val="92D050"/>
                </a:solidFill>
              </a:rPr>
              <a:t>Carry</a:t>
            </a:r>
            <a:r>
              <a:rPr lang="en-US" altLang="en-US" sz="1800" dirty="0"/>
              <a:t> from one adder is provided as </a:t>
            </a:r>
            <a:r>
              <a:rPr lang="en-US" altLang="en-US" sz="1800" b="1" dirty="0">
                <a:solidFill>
                  <a:srgbClr val="FF0000"/>
                </a:solidFill>
              </a:rPr>
              <a:t>input </a:t>
            </a:r>
            <a:r>
              <a:rPr lang="en-US" altLang="en-US" sz="1800" dirty="0"/>
              <a:t>to the next adder</a:t>
            </a:r>
          </a:p>
          <a:p>
            <a:pPr lvl="1"/>
            <a:r>
              <a:rPr lang="en-US" altLang="en-US" sz="1800" b="1" dirty="0">
                <a:solidFill>
                  <a:srgbClr val="00B0F0"/>
                </a:solidFill>
              </a:rPr>
              <a:t>Each adder need 3 inputs</a:t>
            </a:r>
          </a:p>
          <a:p>
            <a:pPr lvl="2"/>
            <a:r>
              <a:rPr lang="en-US" altLang="en-US" sz="1600" dirty="0"/>
              <a:t>A carry from the lower-order adder apart from the 2 usual inputs</a:t>
            </a:r>
          </a:p>
          <a:p>
            <a:endParaRPr lang="en-US" altLang="en-US" sz="2000" dirty="0"/>
          </a:p>
        </p:txBody>
      </p:sp>
      <p:pic>
        <p:nvPicPr>
          <p:cNvPr id="3" name="Picture 2">
            <a:extLst>
              <a:ext uri="{FF2B5EF4-FFF2-40B4-BE49-F238E27FC236}">
                <a16:creationId xmlns:a16="http://schemas.microsoft.com/office/drawing/2014/main" id="{FC31D441-F1C4-C7D7-FD9D-07180DD5A67D}"/>
              </a:ext>
            </a:extLst>
          </p:cNvPr>
          <p:cNvPicPr>
            <a:picLocks noChangeAspect="1"/>
          </p:cNvPicPr>
          <p:nvPr/>
        </p:nvPicPr>
        <p:blipFill rotWithShape="1">
          <a:blip r:embed="rId3"/>
          <a:srcRect r="3963"/>
          <a:stretch/>
        </p:blipFill>
        <p:spPr>
          <a:xfrm>
            <a:off x="290922" y="3479138"/>
            <a:ext cx="8562156" cy="2562225"/>
          </a:xfrm>
          <a:prstGeom prst="rect">
            <a:avLst/>
          </a:prstGeom>
        </p:spPr>
      </p:pic>
      <p:sp>
        <p:nvSpPr>
          <p:cNvPr id="2" name="Slide Number Placeholder 1">
            <a:extLst>
              <a:ext uri="{FF2B5EF4-FFF2-40B4-BE49-F238E27FC236}">
                <a16:creationId xmlns:a16="http://schemas.microsoft.com/office/drawing/2014/main" id="{EE21BBF7-FE57-0F1F-3E74-14BBF5145C20}"/>
              </a:ext>
            </a:extLst>
          </p:cNvPr>
          <p:cNvSpPr>
            <a:spLocks noGrp="1"/>
          </p:cNvSpPr>
          <p:nvPr>
            <p:ph type="sldNum" sz="quarter" idx="12"/>
          </p:nvPr>
        </p:nvSpPr>
        <p:spPr/>
        <p:txBody>
          <a:bodyPr/>
          <a:lstStyle/>
          <a:p>
            <a:pPr>
              <a:defRPr/>
            </a:pPr>
            <a:fld id="{28588503-611C-4314-9367-E0668E948370}" type="slidenum">
              <a:rPr lang="en-US" altLang="en-US" smtClean="0"/>
              <a:pPr>
                <a:defRPr/>
              </a:pPr>
              <a:t>134</a:t>
            </a:fld>
            <a:endParaRPr lang="en-US" alt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1DBEBFE6-4CBB-D976-26BB-4338D7AE03FF}"/>
              </a:ext>
            </a:extLst>
          </p:cNvPr>
          <p:cNvSpPr>
            <a:spLocks noGrp="1" noChangeArrowheads="1"/>
          </p:cNvSpPr>
          <p:nvPr>
            <p:ph type="title"/>
          </p:nvPr>
        </p:nvSpPr>
        <p:spPr/>
        <p:txBody>
          <a:bodyPr/>
          <a:lstStyle/>
          <a:p>
            <a:r>
              <a:rPr lang="en-US" altLang="en-US"/>
              <a:t>Adders</a:t>
            </a:r>
          </a:p>
        </p:txBody>
      </p:sp>
      <p:grpSp>
        <p:nvGrpSpPr>
          <p:cNvPr id="27" name="Group 26">
            <a:extLst>
              <a:ext uri="{FF2B5EF4-FFF2-40B4-BE49-F238E27FC236}">
                <a16:creationId xmlns:a16="http://schemas.microsoft.com/office/drawing/2014/main" id="{64E5502D-35BA-0C30-03E1-2A577B942CA8}"/>
              </a:ext>
            </a:extLst>
          </p:cNvPr>
          <p:cNvGrpSpPr/>
          <p:nvPr/>
        </p:nvGrpSpPr>
        <p:grpSpPr>
          <a:xfrm>
            <a:off x="1439068" y="4378510"/>
            <a:ext cx="6265863" cy="461665"/>
            <a:chOff x="1403350" y="4581525"/>
            <a:chExt cx="6265863" cy="461665"/>
          </a:xfrm>
        </p:grpSpPr>
        <p:sp>
          <p:nvSpPr>
            <p:cNvPr id="118788" name="TextBox 11">
              <a:extLst>
                <a:ext uri="{FF2B5EF4-FFF2-40B4-BE49-F238E27FC236}">
                  <a16:creationId xmlns:a16="http://schemas.microsoft.com/office/drawing/2014/main" id="{18F3C80B-1669-55D0-7230-2D4865C0B0EE}"/>
                </a:ext>
              </a:extLst>
            </p:cNvPr>
            <p:cNvSpPr txBox="1">
              <a:spLocks noChangeArrowheads="1"/>
            </p:cNvSpPr>
            <p:nvPr/>
          </p:nvSpPr>
          <p:spPr bwMode="auto">
            <a:xfrm>
              <a:off x="1403350" y="4581525"/>
              <a:ext cx="62658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400" dirty="0"/>
                <a:t>Sum = ABC + ABC + ABC + ABC</a:t>
              </a:r>
            </a:p>
          </p:txBody>
        </p:sp>
        <p:cxnSp>
          <p:nvCxnSpPr>
            <p:cNvPr id="118789" name="Straight Connector 7">
              <a:extLst>
                <a:ext uri="{FF2B5EF4-FFF2-40B4-BE49-F238E27FC236}">
                  <a16:creationId xmlns:a16="http://schemas.microsoft.com/office/drawing/2014/main" id="{9AE0CBBC-B982-2887-108C-DFB8D6B39A2F}"/>
                </a:ext>
              </a:extLst>
            </p:cNvPr>
            <p:cNvCxnSpPr>
              <a:cxnSpLocks noChangeShapeType="1"/>
            </p:cNvCxnSpPr>
            <p:nvPr/>
          </p:nvCxnSpPr>
          <p:spPr bwMode="auto">
            <a:xfrm>
              <a:off x="5610225" y="4654550"/>
              <a:ext cx="157163"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8790" name="Straight Connector 7">
              <a:extLst>
                <a:ext uri="{FF2B5EF4-FFF2-40B4-BE49-F238E27FC236}">
                  <a16:creationId xmlns:a16="http://schemas.microsoft.com/office/drawing/2014/main" id="{749028EF-7A60-D74F-D266-A5E18F017D6E}"/>
                </a:ext>
              </a:extLst>
            </p:cNvPr>
            <p:cNvCxnSpPr>
              <a:cxnSpLocks noChangeShapeType="1"/>
            </p:cNvCxnSpPr>
            <p:nvPr/>
          </p:nvCxnSpPr>
          <p:spPr bwMode="auto">
            <a:xfrm>
              <a:off x="3151188" y="4654550"/>
              <a:ext cx="157162"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8791" name="Straight Connector 7">
              <a:extLst>
                <a:ext uri="{FF2B5EF4-FFF2-40B4-BE49-F238E27FC236}">
                  <a16:creationId xmlns:a16="http://schemas.microsoft.com/office/drawing/2014/main" id="{0602A829-7168-9F6A-E7AE-B8A2C487E4B2}"/>
                </a:ext>
              </a:extLst>
            </p:cNvPr>
            <p:cNvCxnSpPr>
              <a:cxnSpLocks noChangeShapeType="1"/>
            </p:cNvCxnSpPr>
            <p:nvPr/>
          </p:nvCxnSpPr>
          <p:spPr bwMode="auto">
            <a:xfrm>
              <a:off x="4468813" y="4654550"/>
              <a:ext cx="157162"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8792" name="Straight Connector 7">
              <a:extLst>
                <a:ext uri="{FF2B5EF4-FFF2-40B4-BE49-F238E27FC236}">
                  <a16:creationId xmlns:a16="http://schemas.microsoft.com/office/drawing/2014/main" id="{59580E57-5CD8-00EF-A7B4-1B3C51E1EFF0}"/>
                </a:ext>
              </a:extLst>
            </p:cNvPr>
            <p:cNvCxnSpPr>
              <a:cxnSpLocks noChangeShapeType="1"/>
            </p:cNvCxnSpPr>
            <p:nvPr/>
          </p:nvCxnSpPr>
          <p:spPr bwMode="auto">
            <a:xfrm>
              <a:off x="3582988" y="4654550"/>
              <a:ext cx="157162"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8793" name="Straight Connector 7">
              <a:extLst>
                <a:ext uri="{FF2B5EF4-FFF2-40B4-BE49-F238E27FC236}">
                  <a16:creationId xmlns:a16="http://schemas.microsoft.com/office/drawing/2014/main" id="{8692B9E4-99E4-A152-7F47-E536F65D1C7B}"/>
                </a:ext>
              </a:extLst>
            </p:cNvPr>
            <p:cNvCxnSpPr>
              <a:cxnSpLocks noChangeShapeType="1"/>
            </p:cNvCxnSpPr>
            <p:nvPr/>
          </p:nvCxnSpPr>
          <p:spPr bwMode="auto">
            <a:xfrm>
              <a:off x="4706938" y="4654550"/>
              <a:ext cx="157162"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8794" name="Straight Connector 7">
              <a:extLst>
                <a:ext uri="{FF2B5EF4-FFF2-40B4-BE49-F238E27FC236}">
                  <a16:creationId xmlns:a16="http://schemas.microsoft.com/office/drawing/2014/main" id="{95312944-282F-FFF0-B907-B8053AF110DE}"/>
                </a:ext>
              </a:extLst>
            </p:cNvPr>
            <p:cNvCxnSpPr>
              <a:cxnSpLocks noChangeShapeType="1"/>
            </p:cNvCxnSpPr>
            <p:nvPr/>
          </p:nvCxnSpPr>
          <p:spPr bwMode="auto">
            <a:xfrm>
              <a:off x="5372100" y="4654550"/>
              <a:ext cx="157163"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grpSp>
        <p:nvGrpSpPr>
          <p:cNvPr id="4" name="Group 56">
            <a:extLst>
              <a:ext uri="{FF2B5EF4-FFF2-40B4-BE49-F238E27FC236}">
                <a16:creationId xmlns:a16="http://schemas.microsoft.com/office/drawing/2014/main" id="{DBE5913F-41A1-801F-347E-6F0170838137}"/>
              </a:ext>
            </a:extLst>
          </p:cNvPr>
          <p:cNvGrpSpPr>
            <a:grpSpLocks/>
          </p:cNvGrpSpPr>
          <p:nvPr/>
        </p:nvGrpSpPr>
        <p:grpSpPr bwMode="auto">
          <a:xfrm>
            <a:off x="1355473" y="4883072"/>
            <a:ext cx="6265863" cy="461665"/>
            <a:chOff x="323528" y="5142135"/>
            <a:chExt cx="6265863" cy="461666"/>
          </a:xfrm>
        </p:grpSpPr>
        <p:sp>
          <p:nvSpPr>
            <p:cNvPr id="118808" name="TextBox 11">
              <a:extLst>
                <a:ext uri="{FF2B5EF4-FFF2-40B4-BE49-F238E27FC236}">
                  <a16:creationId xmlns:a16="http://schemas.microsoft.com/office/drawing/2014/main" id="{D4E81D30-BD17-304A-A863-C64DB41B4150}"/>
                </a:ext>
              </a:extLst>
            </p:cNvPr>
            <p:cNvSpPr txBox="1">
              <a:spLocks noChangeArrowheads="1"/>
            </p:cNvSpPr>
            <p:nvPr/>
          </p:nvSpPr>
          <p:spPr bwMode="auto">
            <a:xfrm>
              <a:off x="323528" y="5142135"/>
              <a:ext cx="6265863"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400" dirty="0"/>
                <a:t>Carry = ABC + ABC + ABC + ABC</a:t>
              </a:r>
            </a:p>
          </p:txBody>
        </p:sp>
        <p:cxnSp>
          <p:nvCxnSpPr>
            <p:cNvPr id="118809" name="Straight Connector 7">
              <a:extLst>
                <a:ext uri="{FF2B5EF4-FFF2-40B4-BE49-F238E27FC236}">
                  <a16:creationId xmlns:a16="http://schemas.microsoft.com/office/drawing/2014/main" id="{021560EB-8BAE-5826-E029-D042C85A0DB8}"/>
                </a:ext>
              </a:extLst>
            </p:cNvPr>
            <p:cNvCxnSpPr>
              <a:cxnSpLocks noChangeShapeType="1"/>
            </p:cNvCxnSpPr>
            <p:nvPr/>
          </p:nvCxnSpPr>
          <p:spPr bwMode="auto">
            <a:xfrm>
              <a:off x="2578636" y="5212600"/>
              <a:ext cx="156794"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8810" name="Straight Connector 7">
              <a:extLst>
                <a:ext uri="{FF2B5EF4-FFF2-40B4-BE49-F238E27FC236}">
                  <a16:creationId xmlns:a16="http://schemas.microsoft.com/office/drawing/2014/main" id="{94DCC336-451F-96B5-21BE-40B6CD90D0D8}"/>
                </a:ext>
              </a:extLst>
            </p:cNvPr>
            <p:cNvCxnSpPr>
              <a:cxnSpLocks noChangeShapeType="1"/>
            </p:cNvCxnSpPr>
            <p:nvPr/>
          </p:nvCxnSpPr>
          <p:spPr bwMode="auto">
            <a:xfrm>
              <a:off x="4581643" y="5212600"/>
              <a:ext cx="156794"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8811" name="Straight Connector 7">
              <a:extLst>
                <a:ext uri="{FF2B5EF4-FFF2-40B4-BE49-F238E27FC236}">
                  <a16:creationId xmlns:a16="http://schemas.microsoft.com/office/drawing/2014/main" id="{26988404-179C-91CE-0714-6C75710A1997}"/>
                </a:ext>
              </a:extLst>
            </p:cNvPr>
            <p:cNvCxnSpPr>
              <a:cxnSpLocks noChangeShapeType="1"/>
            </p:cNvCxnSpPr>
            <p:nvPr/>
          </p:nvCxnSpPr>
          <p:spPr bwMode="auto">
            <a:xfrm>
              <a:off x="3252158" y="5212600"/>
              <a:ext cx="156794"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pic>
        <p:nvPicPr>
          <p:cNvPr id="7" name="Picture 6">
            <a:extLst>
              <a:ext uri="{FF2B5EF4-FFF2-40B4-BE49-F238E27FC236}">
                <a16:creationId xmlns:a16="http://schemas.microsoft.com/office/drawing/2014/main" id="{E50AEB1C-2EA4-DA76-4A84-D87876B3B76C}"/>
              </a:ext>
            </a:extLst>
          </p:cNvPr>
          <p:cNvPicPr>
            <a:picLocks noChangeAspect="1"/>
          </p:cNvPicPr>
          <p:nvPr/>
        </p:nvPicPr>
        <p:blipFill>
          <a:blip r:embed="rId3"/>
          <a:stretch>
            <a:fillRect/>
          </a:stretch>
        </p:blipFill>
        <p:spPr>
          <a:xfrm>
            <a:off x="2111471" y="522175"/>
            <a:ext cx="5334000" cy="3886200"/>
          </a:xfrm>
          <a:prstGeom prst="rect">
            <a:avLst/>
          </a:prstGeom>
        </p:spPr>
      </p:pic>
      <p:grpSp>
        <p:nvGrpSpPr>
          <p:cNvPr id="14" name="Group 13">
            <a:extLst>
              <a:ext uri="{FF2B5EF4-FFF2-40B4-BE49-F238E27FC236}">
                <a16:creationId xmlns:a16="http://schemas.microsoft.com/office/drawing/2014/main" id="{25B5F418-EECA-BF2B-674C-851593BDD965}"/>
              </a:ext>
            </a:extLst>
          </p:cNvPr>
          <p:cNvGrpSpPr/>
          <p:nvPr/>
        </p:nvGrpSpPr>
        <p:grpSpPr>
          <a:xfrm>
            <a:off x="2227876" y="1852958"/>
            <a:ext cx="3691508" cy="2204306"/>
            <a:chOff x="-108520" y="1586371"/>
            <a:chExt cx="3691508" cy="2204306"/>
          </a:xfrm>
        </p:grpSpPr>
        <p:sp>
          <p:nvSpPr>
            <p:cNvPr id="8" name="Rectangle 7">
              <a:extLst>
                <a:ext uri="{FF2B5EF4-FFF2-40B4-BE49-F238E27FC236}">
                  <a16:creationId xmlns:a16="http://schemas.microsoft.com/office/drawing/2014/main" id="{77A9F274-E97A-C6ED-83B0-B526F74341A4}"/>
                </a:ext>
              </a:extLst>
            </p:cNvPr>
            <p:cNvSpPr/>
            <p:nvPr/>
          </p:nvSpPr>
          <p:spPr>
            <a:xfrm>
              <a:off x="-108520" y="1586371"/>
              <a:ext cx="3691508" cy="194134"/>
            </a:xfrm>
            <a:prstGeom prst="rect">
              <a:avLst/>
            </a:prstGeom>
            <a:solidFill>
              <a:srgbClr val="FF3399">
                <a:alpha val="4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Rectangle 8">
              <a:extLst>
                <a:ext uri="{FF2B5EF4-FFF2-40B4-BE49-F238E27FC236}">
                  <a16:creationId xmlns:a16="http://schemas.microsoft.com/office/drawing/2014/main" id="{B0605B30-ADE7-3065-9A68-64DC3C7ACD0C}"/>
                </a:ext>
              </a:extLst>
            </p:cNvPr>
            <p:cNvSpPr/>
            <p:nvPr/>
          </p:nvSpPr>
          <p:spPr>
            <a:xfrm>
              <a:off x="-108520" y="1912602"/>
              <a:ext cx="3691508" cy="194134"/>
            </a:xfrm>
            <a:prstGeom prst="rect">
              <a:avLst/>
            </a:prstGeom>
            <a:solidFill>
              <a:srgbClr val="FF3399">
                <a:alpha val="4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Rectangle 9">
              <a:extLst>
                <a:ext uri="{FF2B5EF4-FFF2-40B4-BE49-F238E27FC236}">
                  <a16:creationId xmlns:a16="http://schemas.microsoft.com/office/drawing/2014/main" id="{7EE84104-91C0-1A0B-A0B6-9593F79ECCFF}"/>
                </a:ext>
              </a:extLst>
            </p:cNvPr>
            <p:cNvSpPr/>
            <p:nvPr/>
          </p:nvSpPr>
          <p:spPr>
            <a:xfrm>
              <a:off x="-108520" y="2603897"/>
              <a:ext cx="3691508" cy="194134"/>
            </a:xfrm>
            <a:prstGeom prst="rect">
              <a:avLst/>
            </a:prstGeom>
            <a:solidFill>
              <a:srgbClr val="FF3399">
                <a:alpha val="4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Rectangle 10">
              <a:extLst>
                <a:ext uri="{FF2B5EF4-FFF2-40B4-BE49-F238E27FC236}">
                  <a16:creationId xmlns:a16="http://schemas.microsoft.com/office/drawing/2014/main" id="{52E47527-B7A7-33A3-1304-BEE7CCC387EA}"/>
                </a:ext>
              </a:extLst>
            </p:cNvPr>
            <p:cNvSpPr/>
            <p:nvPr/>
          </p:nvSpPr>
          <p:spPr>
            <a:xfrm>
              <a:off x="-108520" y="3596543"/>
              <a:ext cx="3691508" cy="194134"/>
            </a:xfrm>
            <a:prstGeom prst="rect">
              <a:avLst/>
            </a:prstGeom>
            <a:solidFill>
              <a:srgbClr val="FF3399">
                <a:alpha val="4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grpSp>
        <p:nvGrpSpPr>
          <p:cNvPr id="25" name="Group 24">
            <a:extLst>
              <a:ext uri="{FF2B5EF4-FFF2-40B4-BE49-F238E27FC236}">
                <a16:creationId xmlns:a16="http://schemas.microsoft.com/office/drawing/2014/main" id="{0D941AE1-B91B-2591-3003-616AD5A0BD9C}"/>
              </a:ext>
            </a:extLst>
          </p:cNvPr>
          <p:cNvGrpSpPr/>
          <p:nvPr/>
        </p:nvGrpSpPr>
        <p:grpSpPr>
          <a:xfrm>
            <a:off x="2227875" y="2541108"/>
            <a:ext cx="4874933" cy="1503624"/>
            <a:chOff x="-108521" y="2274521"/>
            <a:chExt cx="4874933" cy="1503624"/>
          </a:xfrm>
        </p:grpSpPr>
        <p:sp>
          <p:nvSpPr>
            <p:cNvPr id="18" name="Rectangle 17">
              <a:extLst>
                <a:ext uri="{FF2B5EF4-FFF2-40B4-BE49-F238E27FC236}">
                  <a16:creationId xmlns:a16="http://schemas.microsoft.com/office/drawing/2014/main" id="{37227756-DA9E-8E21-9A23-ED364C6B2D91}"/>
                </a:ext>
              </a:extLst>
            </p:cNvPr>
            <p:cNvSpPr/>
            <p:nvPr/>
          </p:nvSpPr>
          <p:spPr>
            <a:xfrm>
              <a:off x="-108521" y="2274521"/>
              <a:ext cx="4847279" cy="194134"/>
            </a:xfrm>
            <a:prstGeom prst="rect">
              <a:avLst/>
            </a:prstGeom>
            <a:solidFill>
              <a:srgbClr val="00B0F0">
                <a:alpha val="26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2" name="Rectangle 21">
              <a:extLst>
                <a:ext uri="{FF2B5EF4-FFF2-40B4-BE49-F238E27FC236}">
                  <a16:creationId xmlns:a16="http://schemas.microsoft.com/office/drawing/2014/main" id="{950BAB91-570A-3AE4-62EF-98CF2748E38B}"/>
                </a:ext>
              </a:extLst>
            </p:cNvPr>
            <p:cNvSpPr/>
            <p:nvPr/>
          </p:nvSpPr>
          <p:spPr>
            <a:xfrm>
              <a:off x="-91753" y="2970609"/>
              <a:ext cx="4847279" cy="194134"/>
            </a:xfrm>
            <a:prstGeom prst="rect">
              <a:avLst/>
            </a:prstGeom>
            <a:solidFill>
              <a:srgbClr val="00B0F0">
                <a:alpha val="26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3" name="Rectangle 22">
              <a:extLst>
                <a:ext uri="{FF2B5EF4-FFF2-40B4-BE49-F238E27FC236}">
                  <a16:creationId xmlns:a16="http://schemas.microsoft.com/office/drawing/2014/main" id="{E279515B-3370-7BF6-6681-C8D7ED23FB2D}"/>
                </a:ext>
              </a:extLst>
            </p:cNvPr>
            <p:cNvSpPr/>
            <p:nvPr/>
          </p:nvSpPr>
          <p:spPr>
            <a:xfrm>
              <a:off x="-80867" y="3307697"/>
              <a:ext cx="4847279" cy="194134"/>
            </a:xfrm>
            <a:prstGeom prst="rect">
              <a:avLst/>
            </a:prstGeom>
            <a:solidFill>
              <a:srgbClr val="00B0F0">
                <a:alpha val="26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4" name="Rectangle 23">
              <a:extLst>
                <a:ext uri="{FF2B5EF4-FFF2-40B4-BE49-F238E27FC236}">
                  <a16:creationId xmlns:a16="http://schemas.microsoft.com/office/drawing/2014/main" id="{67D106C2-437C-96BA-B5A7-2E372CF5113D}"/>
                </a:ext>
              </a:extLst>
            </p:cNvPr>
            <p:cNvSpPr/>
            <p:nvPr/>
          </p:nvSpPr>
          <p:spPr>
            <a:xfrm>
              <a:off x="-91753" y="3584011"/>
              <a:ext cx="4847279" cy="194134"/>
            </a:xfrm>
            <a:prstGeom prst="rect">
              <a:avLst/>
            </a:prstGeom>
            <a:solidFill>
              <a:srgbClr val="00B0F0">
                <a:alpha val="26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grpSp>
        <p:nvGrpSpPr>
          <p:cNvPr id="30" name="Group 56">
            <a:extLst>
              <a:ext uri="{FF2B5EF4-FFF2-40B4-BE49-F238E27FC236}">
                <a16:creationId xmlns:a16="http://schemas.microsoft.com/office/drawing/2014/main" id="{B8111D55-4F78-BE4D-C0BC-FFCBDCD0993F}"/>
              </a:ext>
            </a:extLst>
          </p:cNvPr>
          <p:cNvGrpSpPr>
            <a:grpSpLocks/>
          </p:cNvGrpSpPr>
          <p:nvPr/>
        </p:nvGrpSpPr>
        <p:grpSpPr bwMode="auto">
          <a:xfrm>
            <a:off x="452435" y="5348845"/>
            <a:ext cx="6265863" cy="461665"/>
            <a:chOff x="323528" y="5142124"/>
            <a:chExt cx="6265863" cy="461665"/>
          </a:xfrm>
        </p:grpSpPr>
        <p:sp>
          <p:nvSpPr>
            <p:cNvPr id="31" name="TextBox 11">
              <a:extLst>
                <a:ext uri="{FF2B5EF4-FFF2-40B4-BE49-F238E27FC236}">
                  <a16:creationId xmlns:a16="http://schemas.microsoft.com/office/drawing/2014/main" id="{4C9467CD-306A-D656-DD38-96B21B49A43C}"/>
                </a:ext>
              </a:extLst>
            </p:cNvPr>
            <p:cNvSpPr txBox="1">
              <a:spLocks noChangeArrowheads="1"/>
            </p:cNvSpPr>
            <p:nvPr/>
          </p:nvSpPr>
          <p:spPr bwMode="auto">
            <a:xfrm>
              <a:off x="323528" y="5142124"/>
              <a:ext cx="62658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400" dirty="0"/>
                <a:t>Carry = ABC + ABC + ABC + ABC</a:t>
              </a:r>
            </a:p>
          </p:txBody>
        </p:sp>
        <p:cxnSp>
          <p:nvCxnSpPr>
            <p:cNvPr id="32" name="Straight Connector 7">
              <a:extLst>
                <a:ext uri="{FF2B5EF4-FFF2-40B4-BE49-F238E27FC236}">
                  <a16:creationId xmlns:a16="http://schemas.microsoft.com/office/drawing/2014/main" id="{E949DD17-9F8E-4F33-F524-DF223C39D362}"/>
                </a:ext>
              </a:extLst>
            </p:cNvPr>
            <p:cNvCxnSpPr>
              <a:cxnSpLocks noChangeShapeType="1"/>
            </p:cNvCxnSpPr>
            <p:nvPr/>
          </p:nvCxnSpPr>
          <p:spPr bwMode="auto">
            <a:xfrm>
              <a:off x="2578636" y="5212589"/>
              <a:ext cx="156794"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3" name="Straight Connector 7">
              <a:extLst>
                <a:ext uri="{FF2B5EF4-FFF2-40B4-BE49-F238E27FC236}">
                  <a16:creationId xmlns:a16="http://schemas.microsoft.com/office/drawing/2014/main" id="{95813FFD-E523-D673-09CE-B679565BF6FB}"/>
                </a:ext>
              </a:extLst>
            </p:cNvPr>
            <p:cNvCxnSpPr>
              <a:cxnSpLocks noChangeShapeType="1"/>
            </p:cNvCxnSpPr>
            <p:nvPr/>
          </p:nvCxnSpPr>
          <p:spPr bwMode="auto">
            <a:xfrm>
              <a:off x="4581643" y="5212589"/>
              <a:ext cx="156794"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4" name="Straight Connector 7">
              <a:extLst>
                <a:ext uri="{FF2B5EF4-FFF2-40B4-BE49-F238E27FC236}">
                  <a16:creationId xmlns:a16="http://schemas.microsoft.com/office/drawing/2014/main" id="{7B9FB1D0-6D91-62F9-02C2-EA4E40AE5672}"/>
                </a:ext>
              </a:extLst>
            </p:cNvPr>
            <p:cNvCxnSpPr>
              <a:cxnSpLocks noChangeShapeType="1"/>
            </p:cNvCxnSpPr>
            <p:nvPr/>
          </p:nvCxnSpPr>
          <p:spPr bwMode="auto">
            <a:xfrm>
              <a:off x="3252158" y="5212600"/>
              <a:ext cx="156794"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41" name="TextBox 11">
            <a:extLst>
              <a:ext uri="{FF2B5EF4-FFF2-40B4-BE49-F238E27FC236}">
                <a16:creationId xmlns:a16="http://schemas.microsoft.com/office/drawing/2014/main" id="{886A8A78-4F07-F12C-9430-D16439844FBA}"/>
              </a:ext>
            </a:extLst>
          </p:cNvPr>
          <p:cNvSpPr txBox="1">
            <a:spLocks noChangeArrowheads="1"/>
          </p:cNvSpPr>
          <p:nvPr/>
        </p:nvSpPr>
        <p:spPr bwMode="auto">
          <a:xfrm>
            <a:off x="5539988" y="5362883"/>
            <a:ext cx="25611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400" dirty="0">
                <a:solidFill>
                  <a:srgbClr val="FF0000"/>
                </a:solidFill>
              </a:rPr>
              <a:t>+ ABC + ABC</a:t>
            </a:r>
          </a:p>
        </p:txBody>
      </p:sp>
      <p:sp>
        <p:nvSpPr>
          <p:cNvPr id="45" name="TextBox 11">
            <a:extLst>
              <a:ext uri="{FF2B5EF4-FFF2-40B4-BE49-F238E27FC236}">
                <a16:creationId xmlns:a16="http://schemas.microsoft.com/office/drawing/2014/main" id="{0E13EAE7-3068-A2B9-1B3F-D148FA9274D4}"/>
              </a:ext>
            </a:extLst>
          </p:cNvPr>
          <p:cNvSpPr txBox="1">
            <a:spLocks noChangeArrowheads="1"/>
          </p:cNvSpPr>
          <p:nvPr/>
        </p:nvSpPr>
        <p:spPr bwMode="auto">
          <a:xfrm>
            <a:off x="-268595" y="6238239"/>
            <a:ext cx="62658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400" dirty="0"/>
              <a:t>Carry = AB + AC + BC</a:t>
            </a:r>
          </a:p>
        </p:txBody>
      </p:sp>
      <p:grpSp>
        <p:nvGrpSpPr>
          <p:cNvPr id="13" name="Group 12">
            <a:extLst>
              <a:ext uri="{FF2B5EF4-FFF2-40B4-BE49-F238E27FC236}">
                <a16:creationId xmlns:a16="http://schemas.microsoft.com/office/drawing/2014/main" id="{1D31010B-D1AF-FE78-CB06-D24DCDF55A52}"/>
              </a:ext>
            </a:extLst>
          </p:cNvPr>
          <p:cNvGrpSpPr/>
          <p:nvPr/>
        </p:nvGrpSpPr>
        <p:grpSpPr>
          <a:xfrm>
            <a:off x="1043608" y="5754727"/>
            <a:ext cx="6265863" cy="461665"/>
            <a:chOff x="1043608" y="5754727"/>
            <a:chExt cx="6265863" cy="461665"/>
          </a:xfrm>
        </p:grpSpPr>
        <p:sp>
          <p:nvSpPr>
            <p:cNvPr id="3" name="TextBox 11">
              <a:extLst>
                <a:ext uri="{FF2B5EF4-FFF2-40B4-BE49-F238E27FC236}">
                  <a16:creationId xmlns:a16="http://schemas.microsoft.com/office/drawing/2014/main" id="{ABC5BEF1-5DD4-6AD1-74A4-B096B67BF250}"/>
                </a:ext>
              </a:extLst>
            </p:cNvPr>
            <p:cNvSpPr txBox="1">
              <a:spLocks noChangeArrowheads="1"/>
            </p:cNvSpPr>
            <p:nvPr/>
          </p:nvSpPr>
          <p:spPr bwMode="auto">
            <a:xfrm>
              <a:off x="1043608" y="5754727"/>
              <a:ext cx="62658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400" dirty="0"/>
                <a:t>Carry = AB (C+C) + AC(B+B) + BC (A+A)</a:t>
              </a:r>
            </a:p>
          </p:txBody>
        </p:sp>
        <p:cxnSp>
          <p:nvCxnSpPr>
            <p:cNvPr id="5" name="Straight Connector 7">
              <a:extLst>
                <a:ext uri="{FF2B5EF4-FFF2-40B4-BE49-F238E27FC236}">
                  <a16:creationId xmlns:a16="http://schemas.microsoft.com/office/drawing/2014/main" id="{30D1A389-D4F0-F2A5-F304-91672F9D268E}"/>
                </a:ext>
              </a:extLst>
            </p:cNvPr>
            <p:cNvCxnSpPr>
              <a:cxnSpLocks noChangeShapeType="1"/>
            </p:cNvCxnSpPr>
            <p:nvPr/>
          </p:nvCxnSpPr>
          <p:spPr bwMode="auto">
            <a:xfrm>
              <a:off x="3030112" y="5806402"/>
              <a:ext cx="156794"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 name="Straight Connector 7">
              <a:extLst>
                <a:ext uri="{FF2B5EF4-FFF2-40B4-BE49-F238E27FC236}">
                  <a16:creationId xmlns:a16="http://schemas.microsoft.com/office/drawing/2014/main" id="{06C9443D-A882-6EA2-A5C5-F7B44D0D82D1}"/>
                </a:ext>
              </a:extLst>
            </p:cNvPr>
            <p:cNvCxnSpPr>
              <a:cxnSpLocks noChangeShapeType="1"/>
            </p:cNvCxnSpPr>
            <p:nvPr/>
          </p:nvCxnSpPr>
          <p:spPr bwMode="auto">
            <a:xfrm>
              <a:off x="6372200" y="5806402"/>
              <a:ext cx="156794"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2" name="Straight Connector 7">
              <a:extLst>
                <a:ext uri="{FF2B5EF4-FFF2-40B4-BE49-F238E27FC236}">
                  <a16:creationId xmlns:a16="http://schemas.microsoft.com/office/drawing/2014/main" id="{3F3B4BD5-6C39-49AC-148E-FBC1AD7FD153}"/>
                </a:ext>
              </a:extLst>
            </p:cNvPr>
            <p:cNvCxnSpPr>
              <a:cxnSpLocks noChangeShapeType="1"/>
            </p:cNvCxnSpPr>
            <p:nvPr/>
          </p:nvCxnSpPr>
          <p:spPr bwMode="auto">
            <a:xfrm>
              <a:off x="4632153" y="5806402"/>
              <a:ext cx="156794"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15" name="TextBox 14">
            <a:extLst>
              <a:ext uri="{FF2B5EF4-FFF2-40B4-BE49-F238E27FC236}">
                <a16:creationId xmlns:a16="http://schemas.microsoft.com/office/drawing/2014/main" id="{D2C1F21C-1F65-4B79-9055-1F3176D26C31}"/>
              </a:ext>
            </a:extLst>
          </p:cNvPr>
          <p:cNvSpPr txBox="1"/>
          <p:nvPr/>
        </p:nvSpPr>
        <p:spPr>
          <a:xfrm>
            <a:off x="1907357" y="2470581"/>
            <a:ext cx="348172" cy="400110"/>
          </a:xfrm>
          <a:prstGeom prst="rect">
            <a:avLst/>
          </a:prstGeom>
          <a:noFill/>
        </p:spPr>
        <p:txBody>
          <a:bodyPr wrap="none" rtlCol="0">
            <a:spAutoFit/>
          </a:bodyPr>
          <a:lstStyle/>
          <a:p>
            <a:r>
              <a:rPr lang="en-MY" b="1" dirty="0">
                <a:solidFill>
                  <a:srgbClr val="FF0000"/>
                </a:solidFill>
              </a:rPr>
              <a:t>*</a:t>
            </a:r>
          </a:p>
        </p:txBody>
      </p:sp>
      <p:sp>
        <p:nvSpPr>
          <p:cNvPr id="16" name="TextBox 15">
            <a:extLst>
              <a:ext uri="{FF2B5EF4-FFF2-40B4-BE49-F238E27FC236}">
                <a16:creationId xmlns:a16="http://schemas.microsoft.com/office/drawing/2014/main" id="{BC9F1F99-F7F6-E7E3-9486-8BA413AFF938}"/>
              </a:ext>
            </a:extLst>
          </p:cNvPr>
          <p:cNvSpPr txBox="1"/>
          <p:nvPr/>
        </p:nvSpPr>
        <p:spPr>
          <a:xfrm>
            <a:off x="1907357" y="3506265"/>
            <a:ext cx="348172" cy="400110"/>
          </a:xfrm>
          <a:prstGeom prst="rect">
            <a:avLst/>
          </a:prstGeom>
          <a:noFill/>
        </p:spPr>
        <p:txBody>
          <a:bodyPr wrap="none" rtlCol="0">
            <a:spAutoFit/>
          </a:bodyPr>
          <a:lstStyle/>
          <a:p>
            <a:r>
              <a:rPr lang="en-MY" b="1" dirty="0">
                <a:solidFill>
                  <a:srgbClr val="FF0000"/>
                </a:solidFill>
              </a:rPr>
              <a:t>*</a:t>
            </a:r>
          </a:p>
        </p:txBody>
      </p:sp>
      <p:sp>
        <p:nvSpPr>
          <p:cNvPr id="17" name="TextBox 16">
            <a:extLst>
              <a:ext uri="{FF2B5EF4-FFF2-40B4-BE49-F238E27FC236}">
                <a16:creationId xmlns:a16="http://schemas.microsoft.com/office/drawing/2014/main" id="{012A2F0B-26C9-5274-1A88-16F2C6564E55}"/>
              </a:ext>
            </a:extLst>
          </p:cNvPr>
          <p:cNvSpPr txBox="1"/>
          <p:nvPr/>
        </p:nvSpPr>
        <p:spPr>
          <a:xfrm>
            <a:off x="1907357" y="3185809"/>
            <a:ext cx="348172" cy="400110"/>
          </a:xfrm>
          <a:prstGeom prst="rect">
            <a:avLst/>
          </a:prstGeom>
          <a:noFill/>
        </p:spPr>
        <p:txBody>
          <a:bodyPr wrap="none" rtlCol="0">
            <a:spAutoFit/>
          </a:bodyPr>
          <a:lstStyle/>
          <a:p>
            <a:r>
              <a:rPr lang="en-MY" b="1" dirty="0">
                <a:solidFill>
                  <a:srgbClr val="FF0000"/>
                </a:solidFill>
              </a:rPr>
              <a:t>*</a:t>
            </a:r>
          </a:p>
        </p:txBody>
      </p:sp>
      <p:sp>
        <p:nvSpPr>
          <p:cNvPr id="2" name="Slide Number Placeholder 1">
            <a:extLst>
              <a:ext uri="{FF2B5EF4-FFF2-40B4-BE49-F238E27FC236}">
                <a16:creationId xmlns:a16="http://schemas.microsoft.com/office/drawing/2014/main" id="{DF37E7B8-4AAB-FD47-8928-88544C92E793}"/>
              </a:ext>
            </a:extLst>
          </p:cNvPr>
          <p:cNvSpPr>
            <a:spLocks noGrp="1"/>
          </p:cNvSpPr>
          <p:nvPr>
            <p:ph type="sldNum" sz="quarter" idx="12"/>
          </p:nvPr>
        </p:nvSpPr>
        <p:spPr/>
        <p:txBody>
          <a:bodyPr/>
          <a:lstStyle/>
          <a:p>
            <a:pPr>
              <a:defRPr/>
            </a:pPr>
            <a:fld id="{28588503-611C-4314-9367-E0668E948370}" type="slidenum">
              <a:rPr lang="en-US" altLang="en-US" smtClean="0"/>
              <a:pPr>
                <a:defRPr/>
              </a:pPr>
              <a:t>135</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ppt_x"/>
                                          </p:val>
                                        </p:tav>
                                        <p:tav tm="100000">
                                          <p:val>
                                            <p:strVal val="#ppt_x"/>
                                          </p:val>
                                        </p:tav>
                                      </p:tavLst>
                                    </p:anim>
                                    <p:anim calcmode="lin" valueType="num">
                                      <p:cBhvr additive="base">
                                        <p:cTn id="1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1+#ppt_w/2"/>
                                          </p:val>
                                        </p:tav>
                                        <p:tav tm="100000">
                                          <p:val>
                                            <p:strVal val="#ppt_x"/>
                                          </p:val>
                                        </p:tav>
                                      </p:tavLst>
                                    </p:anim>
                                    <p:anim calcmode="lin" valueType="num">
                                      <p:cBhvr additive="base">
                                        <p:cTn id="20"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fill="hold"/>
                                        <p:tgtEl>
                                          <p:spTgt spid="30"/>
                                        </p:tgtEl>
                                        <p:attrNameLst>
                                          <p:attrName>ppt_x</p:attrName>
                                        </p:attrNameLst>
                                      </p:cBhvr>
                                      <p:tavLst>
                                        <p:tav tm="0">
                                          <p:val>
                                            <p:strVal val="#ppt_x"/>
                                          </p:val>
                                        </p:tav>
                                        <p:tav tm="100000">
                                          <p:val>
                                            <p:strVal val="#ppt_x"/>
                                          </p:val>
                                        </p:tav>
                                      </p:tavLst>
                                    </p:anim>
                                    <p:anim calcmode="lin" valueType="num">
                                      <p:cBhvr additive="base">
                                        <p:cTn id="3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additive="base">
                                        <p:cTn id="37" dur="500" fill="hold"/>
                                        <p:tgtEl>
                                          <p:spTgt spid="41"/>
                                        </p:tgtEl>
                                        <p:attrNameLst>
                                          <p:attrName>ppt_x</p:attrName>
                                        </p:attrNameLst>
                                      </p:cBhvr>
                                      <p:tavLst>
                                        <p:tav tm="0">
                                          <p:val>
                                            <p:strVal val="#ppt_x"/>
                                          </p:val>
                                        </p:tav>
                                        <p:tav tm="100000">
                                          <p:val>
                                            <p:strVal val="#ppt_x"/>
                                          </p:val>
                                        </p:tav>
                                      </p:tavLst>
                                    </p:anim>
                                    <p:anim calcmode="lin" valueType="num">
                                      <p:cBhvr additive="base">
                                        <p:cTn id="3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1000"/>
                                        <p:tgtEl>
                                          <p:spTgt spid="13"/>
                                        </p:tgtEl>
                                      </p:cBhvr>
                                    </p:animEffect>
                                    <p:anim calcmode="lin" valueType="num">
                                      <p:cBhvr>
                                        <p:cTn id="44" dur="1000" fill="hold"/>
                                        <p:tgtEl>
                                          <p:spTgt spid="13"/>
                                        </p:tgtEl>
                                        <p:attrNameLst>
                                          <p:attrName>ppt_x</p:attrName>
                                        </p:attrNameLst>
                                      </p:cBhvr>
                                      <p:tavLst>
                                        <p:tav tm="0">
                                          <p:val>
                                            <p:strVal val="#ppt_x"/>
                                          </p:val>
                                        </p:tav>
                                        <p:tav tm="100000">
                                          <p:val>
                                            <p:strVal val="#ppt_x"/>
                                          </p:val>
                                        </p:tav>
                                      </p:tavLst>
                                    </p:anim>
                                    <p:anim calcmode="lin" valueType="num">
                                      <p:cBhvr>
                                        <p:cTn id="4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45"/>
                                        </p:tgtEl>
                                        <p:attrNameLst>
                                          <p:attrName>style.visibility</p:attrName>
                                        </p:attrNameLst>
                                      </p:cBhvr>
                                      <p:to>
                                        <p:strVal val="visible"/>
                                      </p:to>
                                    </p:set>
                                    <p:anim calcmode="lin" valueType="num">
                                      <p:cBhvr additive="base">
                                        <p:cTn id="50" dur="500" fill="hold"/>
                                        <p:tgtEl>
                                          <p:spTgt spid="45"/>
                                        </p:tgtEl>
                                        <p:attrNameLst>
                                          <p:attrName>ppt_x</p:attrName>
                                        </p:attrNameLst>
                                      </p:cBhvr>
                                      <p:tavLst>
                                        <p:tav tm="0">
                                          <p:val>
                                            <p:strVal val="#ppt_x"/>
                                          </p:val>
                                        </p:tav>
                                        <p:tav tm="100000">
                                          <p:val>
                                            <p:strVal val="#ppt_x"/>
                                          </p:val>
                                        </p:tav>
                                      </p:tavLst>
                                    </p:anim>
                                    <p:anim calcmode="lin" valueType="num">
                                      <p:cBhvr additive="base">
                                        <p:cTn id="51"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5"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919518-AFAF-F8FA-87EC-19217F60C23E}"/>
              </a:ext>
            </a:extLst>
          </p:cNvPr>
          <p:cNvSpPr>
            <a:spLocks noGrp="1"/>
          </p:cNvSpPr>
          <p:nvPr>
            <p:ph type="sldNum" sz="quarter" idx="12"/>
          </p:nvPr>
        </p:nvSpPr>
        <p:spPr/>
        <p:txBody>
          <a:bodyPr/>
          <a:lstStyle/>
          <a:p>
            <a:pPr>
              <a:defRPr/>
            </a:pPr>
            <a:fld id="{28588503-611C-4314-9367-E0668E948370}" type="slidenum">
              <a:rPr lang="en-US" altLang="en-US" smtClean="0"/>
              <a:pPr>
                <a:defRPr/>
              </a:pPr>
              <a:t>136</a:t>
            </a:fld>
            <a:endParaRPr lang="en-US" altLang="en-US"/>
          </a:p>
        </p:txBody>
      </p:sp>
      <p:pic>
        <p:nvPicPr>
          <p:cNvPr id="6" name="Picture 5" descr="A screenshot of a math test&#10;&#10;Description automatically generated">
            <a:extLst>
              <a:ext uri="{FF2B5EF4-FFF2-40B4-BE49-F238E27FC236}">
                <a16:creationId xmlns:a16="http://schemas.microsoft.com/office/drawing/2014/main" id="{ADEC81BB-7E82-E54F-AEBB-5F91ED01D609}"/>
              </a:ext>
            </a:extLst>
          </p:cNvPr>
          <p:cNvPicPr>
            <a:picLocks noChangeAspect="1"/>
          </p:cNvPicPr>
          <p:nvPr/>
        </p:nvPicPr>
        <p:blipFill>
          <a:blip r:embed="rId2">
            <a:extLst>
              <a:ext uri="{28A0092B-C50C-407E-A947-70E740481C1C}">
                <a14:useLocalDpi xmlns:a14="http://schemas.microsoft.com/office/drawing/2010/main" val="0"/>
              </a:ext>
            </a:extLst>
          </a:blip>
          <a:srcRect l="19288" t="16003" r="16138" b="3538"/>
          <a:stretch/>
        </p:blipFill>
        <p:spPr>
          <a:xfrm>
            <a:off x="1115616" y="404663"/>
            <a:ext cx="7200800" cy="6234839"/>
          </a:xfrm>
          <a:prstGeom prst="rect">
            <a:avLst/>
          </a:prstGeom>
        </p:spPr>
      </p:pic>
    </p:spTree>
    <p:extLst>
      <p:ext uri="{BB962C8B-B14F-4D97-AF65-F5344CB8AC3E}">
        <p14:creationId xmlns:p14="http://schemas.microsoft.com/office/powerpoint/2010/main" val="11691929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C33E4422-E9E3-D430-F05D-93BE43522FB9}"/>
              </a:ext>
            </a:extLst>
          </p:cNvPr>
          <p:cNvSpPr>
            <a:spLocks noGrp="1" noChangeArrowheads="1"/>
          </p:cNvSpPr>
          <p:nvPr>
            <p:ph type="title"/>
          </p:nvPr>
        </p:nvSpPr>
        <p:spPr/>
        <p:txBody>
          <a:bodyPr/>
          <a:lstStyle/>
          <a:p>
            <a:r>
              <a:rPr lang="en-US" altLang="en-US"/>
              <a:t>Adders</a:t>
            </a:r>
          </a:p>
        </p:txBody>
      </p:sp>
      <p:pic>
        <p:nvPicPr>
          <p:cNvPr id="119811" name="Picture 5">
            <a:extLst>
              <a:ext uri="{FF2B5EF4-FFF2-40B4-BE49-F238E27FC236}">
                <a16:creationId xmlns:a16="http://schemas.microsoft.com/office/drawing/2014/main" id="{E6EEF86A-9838-6BF3-12EA-49B9340D3D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0" y="1304108"/>
            <a:ext cx="2930525"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2" name="Group 1">
            <a:extLst>
              <a:ext uri="{FF2B5EF4-FFF2-40B4-BE49-F238E27FC236}">
                <a16:creationId xmlns:a16="http://schemas.microsoft.com/office/drawing/2014/main" id="{C18307F5-6320-49CA-564C-84974AB8898F}"/>
              </a:ext>
            </a:extLst>
          </p:cNvPr>
          <p:cNvGrpSpPr/>
          <p:nvPr/>
        </p:nvGrpSpPr>
        <p:grpSpPr>
          <a:xfrm>
            <a:off x="3394484" y="2233340"/>
            <a:ext cx="6265863" cy="519112"/>
            <a:chOff x="2771800" y="2909888"/>
            <a:chExt cx="6265863" cy="519112"/>
          </a:xfrm>
        </p:grpSpPr>
        <p:sp>
          <p:nvSpPr>
            <p:cNvPr id="119812" name="TextBox 11">
              <a:extLst>
                <a:ext uri="{FF2B5EF4-FFF2-40B4-BE49-F238E27FC236}">
                  <a16:creationId xmlns:a16="http://schemas.microsoft.com/office/drawing/2014/main" id="{F3F6001B-86AF-7672-F5D0-D6F2295D654E}"/>
                </a:ext>
              </a:extLst>
            </p:cNvPr>
            <p:cNvSpPr txBox="1">
              <a:spLocks noChangeArrowheads="1"/>
            </p:cNvSpPr>
            <p:nvPr/>
          </p:nvSpPr>
          <p:spPr bwMode="auto">
            <a:xfrm>
              <a:off x="2771800" y="2909888"/>
              <a:ext cx="62658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dirty="0"/>
                <a:t>Sum = ABC + ABC + ABC + ABC</a:t>
              </a:r>
            </a:p>
          </p:txBody>
        </p:sp>
        <p:cxnSp>
          <p:nvCxnSpPr>
            <p:cNvPr id="119813" name="Straight Connector 7">
              <a:extLst>
                <a:ext uri="{FF2B5EF4-FFF2-40B4-BE49-F238E27FC236}">
                  <a16:creationId xmlns:a16="http://schemas.microsoft.com/office/drawing/2014/main" id="{ADD515C8-346B-C5C9-3D9B-96E2A09116FA}"/>
                </a:ext>
              </a:extLst>
            </p:cNvPr>
            <p:cNvCxnSpPr>
              <a:cxnSpLocks noChangeShapeType="1"/>
            </p:cNvCxnSpPr>
            <p:nvPr/>
          </p:nvCxnSpPr>
          <p:spPr bwMode="auto">
            <a:xfrm>
              <a:off x="4489475" y="298291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9814" name="Straight Connector 7">
              <a:extLst>
                <a:ext uri="{FF2B5EF4-FFF2-40B4-BE49-F238E27FC236}">
                  <a16:creationId xmlns:a16="http://schemas.microsoft.com/office/drawing/2014/main" id="{1708439F-0702-ECCA-3ED9-CC04A423E35E}"/>
                </a:ext>
              </a:extLst>
            </p:cNvPr>
            <p:cNvCxnSpPr>
              <a:cxnSpLocks noChangeShapeType="1"/>
            </p:cNvCxnSpPr>
            <p:nvPr/>
          </p:nvCxnSpPr>
          <p:spPr bwMode="auto">
            <a:xfrm>
              <a:off x="5807100" y="298291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9815" name="Straight Connector 7">
              <a:extLst>
                <a:ext uri="{FF2B5EF4-FFF2-40B4-BE49-F238E27FC236}">
                  <a16:creationId xmlns:a16="http://schemas.microsoft.com/office/drawing/2014/main" id="{1B998C35-09EB-DFEC-621C-0E03214EFDB5}"/>
                </a:ext>
              </a:extLst>
            </p:cNvPr>
            <p:cNvCxnSpPr>
              <a:cxnSpLocks noChangeShapeType="1"/>
            </p:cNvCxnSpPr>
            <p:nvPr/>
          </p:nvCxnSpPr>
          <p:spPr bwMode="auto">
            <a:xfrm>
              <a:off x="4921275" y="298291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9816" name="Straight Connector 7">
              <a:extLst>
                <a:ext uri="{FF2B5EF4-FFF2-40B4-BE49-F238E27FC236}">
                  <a16:creationId xmlns:a16="http://schemas.microsoft.com/office/drawing/2014/main" id="{9885D8B6-D922-0F31-2862-A499B14B7AE1}"/>
                </a:ext>
              </a:extLst>
            </p:cNvPr>
            <p:cNvCxnSpPr>
              <a:cxnSpLocks noChangeShapeType="1"/>
            </p:cNvCxnSpPr>
            <p:nvPr/>
          </p:nvCxnSpPr>
          <p:spPr bwMode="auto">
            <a:xfrm>
              <a:off x="6045225" y="298291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9817" name="Straight Connector 7">
              <a:extLst>
                <a:ext uri="{FF2B5EF4-FFF2-40B4-BE49-F238E27FC236}">
                  <a16:creationId xmlns:a16="http://schemas.microsoft.com/office/drawing/2014/main" id="{9E44E829-D81E-8407-D4E8-CDA5737A1602}"/>
                </a:ext>
              </a:extLst>
            </p:cNvPr>
            <p:cNvCxnSpPr>
              <a:cxnSpLocks noChangeShapeType="1"/>
            </p:cNvCxnSpPr>
            <p:nvPr/>
          </p:nvCxnSpPr>
          <p:spPr bwMode="auto">
            <a:xfrm>
              <a:off x="6710388" y="298291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9818" name="Straight Connector 7">
              <a:extLst>
                <a:ext uri="{FF2B5EF4-FFF2-40B4-BE49-F238E27FC236}">
                  <a16:creationId xmlns:a16="http://schemas.microsoft.com/office/drawing/2014/main" id="{50EDAD80-8665-F32D-E030-F4DDDF33D5B2}"/>
                </a:ext>
              </a:extLst>
            </p:cNvPr>
            <p:cNvCxnSpPr>
              <a:cxnSpLocks noChangeShapeType="1"/>
            </p:cNvCxnSpPr>
            <p:nvPr/>
          </p:nvCxnSpPr>
          <p:spPr bwMode="auto">
            <a:xfrm>
              <a:off x="6948513" y="2982913"/>
              <a:ext cx="2159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119819" name="TextBox 11">
            <a:extLst>
              <a:ext uri="{FF2B5EF4-FFF2-40B4-BE49-F238E27FC236}">
                <a16:creationId xmlns:a16="http://schemas.microsoft.com/office/drawing/2014/main" id="{A3356566-471E-52B2-2EF9-35B235115210}"/>
              </a:ext>
            </a:extLst>
          </p:cNvPr>
          <p:cNvSpPr txBox="1">
            <a:spLocks noChangeArrowheads="1"/>
          </p:cNvSpPr>
          <p:nvPr/>
        </p:nvSpPr>
        <p:spPr bwMode="auto">
          <a:xfrm>
            <a:off x="2626927" y="4365104"/>
            <a:ext cx="62658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dirty="0"/>
              <a:t>Carry = AB + AC + BC</a:t>
            </a:r>
          </a:p>
        </p:txBody>
      </p:sp>
      <p:sp>
        <p:nvSpPr>
          <p:cNvPr id="3" name="Slide Number Placeholder 2">
            <a:extLst>
              <a:ext uri="{FF2B5EF4-FFF2-40B4-BE49-F238E27FC236}">
                <a16:creationId xmlns:a16="http://schemas.microsoft.com/office/drawing/2014/main" id="{6E63028F-A925-CB14-6C7D-1EB104AA339F}"/>
              </a:ext>
            </a:extLst>
          </p:cNvPr>
          <p:cNvSpPr>
            <a:spLocks noGrp="1"/>
          </p:cNvSpPr>
          <p:nvPr>
            <p:ph type="sldNum" sz="quarter" idx="12"/>
          </p:nvPr>
        </p:nvSpPr>
        <p:spPr/>
        <p:txBody>
          <a:bodyPr/>
          <a:lstStyle/>
          <a:p>
            <a:pPr>
              <a:defRPr/>
            </a:pPr>
            <a:fld id="{28588503-611C-4314-9367-E0668E948370}" type="slidenum">
              <a:rPr lang="en-US" altLang="en-US" smtClean="0"/>
              <a:pPr>
                <a:defRPr/>
              </a:pPr>
              <a:t>137</a:t>
            </a:fld>
            <a:endParaRPr lang="en-US" alt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E163418F-7995-9B4F-B7F2-9C0B940E5E2F}"/>
              </a:ext>
            </a:extLst>
          </p:cNvPr>
          <p:cNvSpPr>
            <a:spLocks noGrp="1" noChangeArrowheads="1"/>
          </p:cNvSpPr>
          <p:nvPr>
            <p:ph type="title"/>
          </p:nvPr>
        </p:nvSpPr>
        <p:spPr/>
        <p:txBody>
          <a:bodyPr/>
          <a:lstStyle/>
          <a:p>
            <a:r>
              <a:rPr lang="en-US" altLang="en-US"/>
              <a:t>Adders</a:t>
            </a:r>
          </a:p>
        </p:txBody>
      </p:sp>
      <p:sp>
        <p:nvSpPr>
          <p:cNvPr id="120835" name="Rectangle 3">
            <a:extLst>
              <a:ext uri="{FF2B5EF4-FFF2-40B4-BE49-F238E27FC236}">
                <a16:creationId xmlns:a16="http://schemas.microsoft.com/office/drawing/2014/main" id="{D708E634-32BE-E476-986C-7F74997267CE}"/>
              </a:ext>
            </a:extLst>
          </p:cNvPr>
          <p:cNvSpPr>
            <a:spLocks noGrp="1" noChangeArrowheads="1"/>
          </p:cNvSpPr>
          <p:nvPr>
            <p:ph idx="1"/>
          </p:nvPr>
        </p:nvSpPr>
        <p:spPr>
          <a:xfrm>
            <a:off x="457200" y="1484784"/>
            <a:ext cx="7838575" cy="4171950"/>
          </a:xfrm>
        </p:spPr>
        <p:txBody>
          <a:bodyPr>
            <a:normAutofit/>
          </a:bodyPr>
          <a:lstStyle/>
          <a:p>
            <a:r>
              <a:rPr lang="en-US" altLang="en-US" sz="2400" dirty="0"/>
              <a:t>Multiple-bit adder</a:t>
            </a:r>
          </a:p>
          <a:p>
            <a:pPr lvl="1"/>
            <a:r>
              <a:rPr lang="en-US" altLang="en-US" sz="2000" dirty="0"/>
              <a:t>Output of each adder depends on </a:t>
            </a:r>
            <a:r>
              <a:rPr lang="en-US" altLang="en-US" sz="2000" b="1" dirty="0">
                <a:solidFill>
                  <a:srgbClr val="92D050"/>
                </a:solidFill>
              </a:rPr>
              <a:t>carry from previous adder</a:t>
            </a:r>
          </a:p>
          <a:p>
            <a:pPr lvl="1"/>
            <a:r>
              <a:rPr lang="en-US" altLang="en-US" sz="2000" b="1" dirty="0">
                <a:solidFill>
                  <a:srgbClr val="FF0000"/>
                </a:solidFill>
              </a:rPr>
              <a:t>Increasing delay </a:t>
            </a:r>
            <a:r>
              <a:rPr lang="en-US" altLang="en-US" sz="2000" dirty="0"/>
              <a:t>from least significant to most significant bit</a:t>
            </a:r>
          </a:p>
          <a:p>
            <a:pPr lvl="1"/>
            <a:r>
              <a:rPr lang="en-US" altLang="en-US" sz="2000" dirty="0"/>
              <a:t>Each single-bit adder has </a:t>
            </a:r>
            <a:r>
              <a:rPr lang="en-US" altLang="en-US" sz="2000" b="1" dirty="0">
                <a:solidFill>
                  <a:srgbClr val="00B0F0"/>
                </a:solidFill>
              </a:rPr>
              <a:t>gate delay </a:t>
            </a:r>
            <a:r>
              <a:rPr lang="en-US" altLang="en-US" sz="2000" dirty="0"/>
              <a:t>which accumulates</a:t>
            </a:r>
          </a:p>
          <a:p>
            <a:pPr lvl="1"/>
            <a:r>
              <a:rPr lang="en-US" altLang="en-US" sz="2000" dirty="0"/>
              <a:t>Delay can be high for very large adders</a:t>
            </a:r>
          </a:p>
        </p:txBody>
      </p:sp>
      <p:pic>
        <p:nvPicPr>
          <p:cNvPr id="3" name="Picture 2">
            <a:extLst>
              <a:ext uri="{FF2B5EF4-FFF2-40B4-BE49-F238E27FC236}">
                <a16:creationId xmlns:a16="http://schemas.microsoft.com/office/drawing/2014/main" id="{18DB380C-8D66-EED8-983E-C21EE218E9D6}"/>
              </a:ext>
            </a:extLst>
          </p:cNvPr>
          <p:cNvPicPr>
            <a:picLocks noChangeAspect="1"/>
          </p:cNvPicPr>
          <p:nvPr/>
        </p:nvPicPr>
        <p:blipFill>
          <a:blip r:embed="rId3"/>
          <a:stretch>
            <a:fillRect/>
          </a:stretch>
        </p:blipFill>
        <p:spPr>
          <a:xfrm>
            <a:off x="614855" y="4111052"/>
            <a:ext cx="7680920" cy="1942521"/>
          </a:xfrm>
          <a:prstGeom prst="rect">
            <a:avLst/>
          </a:prstGeom>
        </p:spPr>
      </p:pic>
      <p:sp>
        <p:nvSpPr>
          <p:cNvPr id="2" name="Slide Number Placeholder 1">
            <a:extLst>
              <a:ext uri="{FF2B5EF4-FFF2-40B4-BE49-F238E27FC236}">
                <a16:creationId xmlns:a16="http://schemas.microsoft.com/office/drawing/2014/main" id="{2A8AC036-FC4A-529E-70C1-AA79FFB17D80}"/>
              </a:ext>
            </a:extLst>
          </p:cNvPr>
          <p:cNvSpPr>
            <a:spLocks noGrp="1"/>
          </p:cNvSpPr>
          <p:nvPr>
            <p:ph type="sldNum" sz="quarter" idx="12"/>
          </p:nvPr>
        </p:nvSpPr>
        <p:spPr/>
        <p:txBody>
          <a:bodyPr/>
          <a:lstStyle/>
          <a:p>
            <a:pPr>
              <a:defRPr/>
            </a:pPr>
            <a:fld id="{28588503-611C-4314-9367-E0668E948370}" type="slidenum">
              <a:rPr lang="en-US" altLang="en-US" smtClean="0"/>
              <a:pPr>
                <a:defRPr/>
              </a:pPr>
              <a:t>138</a:t>
            </a:fld>
            <a:endParaRPr lang="en-US" alt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DA70A748-E446-9186-CA11-E8E2B1084C0F}"/>
              </a:ext>
            </a:extLst>
          </p:cNvPr>
          <p:cNvSpPr>
            <a:spLocks noGrp="1" noChangeArrowheads="1"/>
          </p:cNvSpPr>
          <p:nvPr>
            <p:ph type="title"/>
          </p:nvPr>
        </p:nvSpPr>
        <p:spPr/>
        <p:txBody>
          <a:bodyPr/>
          <a:lstStyle/>
          <a:p>
            <a:r>
              <a:rPr lang="en-US" altLang="en-US"/>
              <a:t>Adders</a:t>
            </a:r>
          </a:p>
        </p:txBody>
      </p:sp>
      <p:sp>
        <p:nvSpPr>
          <p:cNvPr id="121859" name="Rectangle 3">
            <a:extLst>
              <a:ext uri="{FF2B5EF4-FFF2-40B4-BE49-F238E27FC236}">
                <a16:creationId xmlns:a16="http://schemas.microsoft.com/office/drawing/2014/main" id="{2B997A24-5443-AC6B-F612-B1AD27CA3760}"/>
              </a:ext>
            </a:extLst>
          </p:cNvPr>
          <p:cNvSpPr>
            <a:spLocks noGrp="1" noChangeArrowheads="1"/>
          </p:cNvSpPr>
          <p:nvPr>
            <p:ph idx="1"/>
          </p:nvPr>
        </p:nvSpPr>
        <p:spPr/>
        <p:txBody>
          <a:bodyPr/>
          <a:lstStyle/>
          <a:p>
            <a:r>
              <a:rPr lang="en-US" altLang="en-US"/>
              <a:t>If carry could be determined without going through all the stages, each single-bit adder could function </a:t>
            </a:r>
            <a:r>
              <a:rPr lang="en-US" altLang="en-US" b="1">
                <a:solidFill>
                  <a:srgbClr val="92D050"/>
                </a:solidFill>
              </a:rPr>
              <a:t>independently</a:t>
            </a:r>
          </a:p>
          <a:p>
            <a:pPr lvl="1"/>
            <a:r>
              <a:rPr lang="en-US" altLang="en-US" b="1">
                <a:solidFill>
                  <a:srgbClr val="00B0F0"/>
                </a:solidFill>
              </a:rPr>
              <a:t>Delay would not accumulate</a:t>
            </a:r>
          </a:p>
          <a:p>
            <a:pPr lvl="1"/>
            <a:r>
              <a:rPr lang="en-US" altLang="en-US"/>
              <a:t>Carry lookahead</a:t>
            </a:r>
          </a:p>
          <a:p>
            <a:r>
              <a:rPr lang="en-US" altLang="en-US"/>
              <a:t>In 4-bit adder:</a:t>
            </a:r>
          </a:p>
        </p:txBody>
      </p:sp>
      <p:sp>
        <p:nvSpPr>
          <p:cNvPr id="120836" name="TextBox 11">
            <a:extLst>
              <a:ext uri="{FF2B5EF4-FFF2-40B4-BE49-F238E27FC236}">
                <a16:creationId xmlns:a16="http://schemas.microsoft.com/office/drawing/2014/main" id="{782F13A8-49B6-2E7F-1462-CD77C562752A}"/>
              </a:ext>
            </a:extLst>
          </p:cNvPr>
          <p:cNvSpPr txBox="1">
            <a:spLocks noChangeArrowheads="1"/>
          </p:cNvSpPr>
          <p:nvPr/>
        </p:nvSpPr>
        <p:spPr bwMode="auto">
          <a:xfrm>
            <a:off x="97680" y="4365104"/>
            <a:ext cx="62658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eaLnBrk="1" hangingPunct="1">
              <a:spcBef>
                <a:spcPct val="0"/>
              </a:spcBef>
              <a:buClrTx/>
              <a:buFontTx/>
              <a:buNone/>
            </a:pPr>
            <a:r>
              <a:rPr kumimoji="0" lang="en-US" altLang="en-US"/>
              <a:t>C</a:t>
            </a:r>
            <a:r>
              <a:rPr kumimoji="0" lang="en-US" altLang="en-US" baseline="-25000"/>
              <a:t>0</a:t>
            </a:r>
            <a:r>
              <a:rPr kumimoji="0" lang="en-US" altLang="en-US"/>
              <a:t> = A</a:t>
            </a:r>
            <a:r>
              <a:rPr kumimoji="0" lang="en-US" altLang="en-US" baseline="-25000"/>
              <a:t>0</a:t>
            </a:r>
            <a:r>
              <a:rPr kumimoji="0" lang="en-US" altLang="en-US"/>
              <a:t>B</a:t>
            </a:r>
            <a:r>
              <a:rPr kumimoji="0" lang="en-US" altLang="en-US" baseline="-25000"/>
              <a:t>0</a:t>
            </a:r>
          </a:p>
        </p:txBody>
      </p:sp>
      <p:sp>
        <p:nvSpPr>
          <p:cNvPr id="75781" name="TextBox 11">
            <a:extLst>
              <a:ext uri="{FF2B5EF4-FFF2-40B4-BE49-F238E27FC236}">
                <a16:creationId xmlns:a16="http://schemas.microsoft.com/office/drawing/2014/main" id="{D0BC970E-786A-59FB-5D10-8FAE3CB3165A}"/>
              </a:ext>
            </a:extLst>
          </p:cNvPr>
          <p:cNvSpPr txBox="1">
            <a:spLocks noChangeArrowheads="1"/>
          </p:cNvSpPr>
          <p:nvPr/>
        </p:nvSpPr>
        <p:spPr bwMode="auto">
          <a:xfrm>
            <a:off x="97680" y="4925491"/>
            <a:ext cx="6265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eaLnBrk="1" hangingPunct="1">
              <a:spcBef>
                <a:spcPct val="0"/>
              </a:spcBef>
              <a:buClrTx/>
              <a:buFontTx/>
              <a:buNone/>
            </a:pPr>
            <a:r>
              <a:rPr kumimoji="0" lang="en-US" altLang="en-US"/>
              <a:t>C</a:t>
            </a:r>
            <a:r>
              <a:rPr kumimoji="0" lang="en-US" altLang="en-US" baseline="-25000"/>
              <a:t>1</a:t>
            </a:r>
            <a:r>
              <a:rPr kumimoji="0" lang="en-US" altLang="en-US"/>
              <a:t> = A</a:t>
            </a:r>
            <a:r>
              <a:rPr kumimoji="0" lang="en-US" altLang="en-US" baseline="-25000"/>
              <a:t>1</a:t>
            </a:r>
            <a:r>
              <a:rPr kumimoji="0" lang="en-US" altLang="en-US"/>
              <a:t>B</a:t>
            </a:r>
            <a:r>
              <a:rPr kumimoji="0" lang="en-US" altLang="en-US" baseline="-25000"/>
              <a:t>1</a:t>
            </a:r>
            <a:r>
              <a:rPr kumimoji="0" lang="en-US" altLang="en-US"/>
              <a:t> + A</a:t>
            </a:r>
            <a:r>
              <a:rPr kumimoji="0" lang="en-US" altLang="en-US" baseline="-25000"/>
              <a:t>1</a:t>
            </a:r>
            <a:r>
              <a:rPr kumimoji="0" lang="en-US" altLang="en-US"/>
              <a:t>A</a:t>
            </a:r>
            <a:r>
              <a:rPr kumimoji="0" lang="en-US" altLang="en-US" baseline="-25000"/>
              <a:t>0</a:t>
            </a:r>
            <a:r>
              <a:rPr kumimoji="0" lang="en-US" altLang="en-US"/>
              <a:t>B</a:t>
            </a:r>
            <a:r>
              <a:rPr kumimoji="0" lang="en-US" altLang="en-US" baseline="-25000"/>
              <a:t>0</a:t>
            </a:r>
            <a:r>
              <a:rPr kumimoji="0" lang="en-US" altLang="en-US"/>
              <a:t> + B</a:t>
            </a:r>
            <a:r>
              <a:rPr kumimoji="0" lang="en-US" altLang="en-US" baseline="-25000"/>
              <a:t>1</a:t>
            </a:r>
            <a:r>
              <a:rPr kumimoji="0" lang="en-US" altLang="en-US"/>
              <a:t>A</a:t>
            </a:r>
            <a:r>
              <a:rPr kumimoji="0" lang="en-US" altLang="en-US" baseline="-25000"/>
              <a:t>0</a:t>
            </a:r>
            <a:r>
              <a:rPr kumimoji="0" lang="en-US" altLang="en-US"/>
              <a:t>B</a:t>
            </a:r>
            <a:r>
              <a:rPr kumimoji="0" lang="en-US" altLang="en-US" baseline="-25000"/>
              <a:t>0</a:t>
            </a:r>
          </a:p>
        </p:txBody>
      </p:sp>
      <p:sp>
        <p:nvSpPr>
          <p:cNvPr id="75782" name="TextBox 11">
            <a:extLst>
              <a:ext uri="{FF2B5EF4-FFF2-40B4-BE49-F238E27FC236}">
                <a16:creationId xmlns:a16="http://schemas.microsoft.com/office/drawing/2014/main" id="{8FBE0E75-049B-D164-E6F5-424954A0C3AE}"/>
              </a:ext>
            </a:extLst>
          </p:cNvPr>
          <p:cNvSpPr txBox="1">
            <a:spLocks noChangeArrowheads="1"/>
          </p:cNvSpPr>
          <p:nvPr/>
        </p:nvSpPr>
        <p:spPr bwMode="auto">
          <a:xfrm>
            <a:off x="26243" y="5552554"/>
            <a:ext cx="8785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000"/>
              <a:t>C</a:t>
            </a:r>
            <a:r>
              <a:rPr kumimoji="0" lang="en-US" altLang="en-US" sz="2000" baseline="-25000"/>
              <a:t>2</a:t>
            </a:r>
            <a:r>
              <a:rPr kumimoji="0" lang="en-US" altLang="en-US" sz="2000"/>
              <a:t> = A</a:t>
            </a:r>
            <a:r>
              <a:rPr kumimoji="0" lang="en-US" altLang="en-US" sz="2000" baseline="-25000"/>
              <a:t>2</a:t>
            </a:r>
            <a:r>
              <a:rPr kumimoji="0" lang="en-US" altLang="en-US" sz="2000"/>
              <a:t>B</a:t>
            </a:r>
            <a:r>
              <a:rPr kumimoji="0" lang="en-US" altLang="en-US" sz="2000" baseline="-25000"/>
              <a:t>2</a:t>
            </a:r>
            <a:r>
              <a:rPr kumimoji="0" lang="en-US" altLang="en-US" sz="2000"/>
              <a:t> + A</a:t>
            </a:r>
            <a:r>
              <a:rPr kumimoji="0" lang="en-US" altLang="en-US" sz="2000" baseline="-25000"/>
              <a:t>2</a:t>
            </a:r>
            <a:r>
              <a:rPr kumimoji="0" lang="en-US" altLang="en-US" sz="2000"/>
              <a:t>A</a:t>
            </a:r>
            <a:r>
              <a:rPr kumimoji="0" lang="en-US" altLang="en-US" sz="2000" baseline="-25000"/>
              <a:t>1</a:t>
            </a:r>
            <a:r>
              <a:rPr kumimoji="0" lang="en-US" altLang="en-US" sz="2000"/>
              <a:t>B</a:t>
            </a:r>
            <a:r>
              <a:rPr kumimoji="0" lang="en-US" altLang="en-US" sz="2000" baseline="-25000"/>
              <a:t>1</a:t>
            </a:r>
            <a:r>
              <a:rPr kumimoji="0" lang="en-US" altLang="en-US" sz="2000"/>
              <a:t> + A</a:t>
            </a:r>
            <a:r>
              <a:rPr kumimoji="0" lang="en-US" altLang="en-US" sz="2000" baseline="-25000"/>
              <a:t>2</a:t>
            </a:r>
            <a:r>
              <a:rPr kumimoji="0" lang="en-US" altLang="en-US" sz="2000"/>
              <a:t>A</a:t>
            </a:r>
            <a:r>
              <a:rPr kumimoji="0" lang="en-US" altLang="en-US" sz="2000" baseline="-25000"/>
              <a:t>1</a:t>
            </a:r>
            <a:r>
              <a:rPr kumimoji="0" lang="en-US" altLang="en-US" sz="2000"/>
              <a:t>A</a:t>
            </a:r>
            <a:r>
              <a:rPr kumimoji="0" lang="en-US" altLang="en-US" sz="2000" baseline="-25000"/>
              <a:t>0</a:t>
            </a:r>
            <a:r>
              <a:rPr kumimoji="0" lang="en-US" altLang="en-US" sz="2000"/>
              <a:t>B</a:t>
            </a:r>
            <a:r>
              <a:rPr kumimoji="0" lang="en-US" altLang="en-US" sz="2000" baseline="-25000"/>
              <a:t>0</a:t>
            </a:r>
            <a:r>
              <a:rPr kumimoji="0" lang="en-US" altLang="en-US" sz="2000"/>
              <a:t> + A</a:t>
            </a:r>
            <a:r>
              <a:rPr kumimoji="0" lang="en-US" altLang="en-US" sz="2000" baseline="-25000"/>
              <a:t>2</a:t>
            </a:r>
            <a:r>
              <a:rPr kumimoji="0" lang="en-US" altLang="en-US" sz="2000"/>
              <a:t>B</a:t>
            </a:r>
            <a:r>
              <a:rPr kumimoji="0" lang="en-US" altLang="en-US" sz="2000" baseline="-25000"/>
              <a:t>1</a:t>
            </a:r>
            <a:r>
              <a:rPr kumimoji="0" lang="en-US" altLang="en-US" sz="2000"/>
              <a:t>A</a:t>
            </a:r>
            <a:r>
              <a:rPr kumimoji="0" lang="en-US" altLang="en-US" sz="2000" baseline="-25000"/>
              <a:t>0</a:t>
            </a:r>
            <a:r>
              <a:rPr kumimoji="0" lang="en-US" altLang="en-US" sz="2000"/>
              <a:t>B</a:t>
            </a:r>
            <a:r>
              <a:rPr kumimoji="0" lang="en-US" altLang="en-US" sz="2000" baseline="-25000"/>
              <a:t>0</a:t>
            </a:r>
            <a:r>
              <a:rPr kumimoji="0" lang="en-US" altLang="en-US" sz="2000"/>
              <a:t> + B</a:t>
            </a:r>
            <a:r>
              <a:rPr kumimoji="0" lang="en-US" altLang="en-US" sz="2000" baseline="-25000"/>
              <a:t>2</a:t>
            </a:r>
            <a:r>
              <a:rPr kumimoji="0" lang="en-US" altLang="en-US" sz="2000"/>
              <a:t>A</a:t>
            </a:r>
            <a:r>
              <a:rPr kumimoji="0" lang="en-US" altLang="en-US" sz="2000" baseline="-25000"/>
              <a:t>1</a:t>
            </a:r>
            <a:r>
              <a:rPr kumimoji="0" lang="en-US" altLang="en-US" sz="2000"/>
              <a:t>B</a:t>
            </a:r>
            <a:r>
              <a:rPr kumimoji="0" lang="en-US" altLang="en-US" sz="2000" baseline="-25000"/>
              <a:t>1</a:t>
            </a:r>
            <a:r>
              <a:rPr kumimoji="0" lang="en-US" altLang="en-US" sz="2000"/>
              <a:t> + B</a:t>
            </a:r>
            <a:r>
              <a:rPr kumimoji="0" lang="en-US" altLang="en-US" sz="2000" baseline="-25000"/>
              <a:t>2</a:t>
            </a:r>
            <a:r>
              <a:rPr kumimoji="0" lang="en-US" altLang="en-US" sz="2000"/>
              <a:t>A</a:t>
            </a:r>
            <a:r>
              <a:rPr kumimoji="0" lang="en-US" altLang="en-US" sz="2000" baseline="-25000"/>
              <a:t>1</a:t>
            </a:r>
            <a:r>
              <a:rPr kumimoji="0" lang="en-US" altLang="en-US" sz="2000"/>
              <a:t>A</a:t>
            </a:r>
            <a:r>
              <a:rPr kumimoji="0" lang="en-US" altLang="en-US" sz="2000" baseline="-25000"/>
              <a:t>0</a:t>
            </a:r>
            <a:r>
              <a:rPr kumimoji="0" lang="en-US" altLang="en-US" sz="2000"/>
              <a:t>B</a:t>
            </a:r>
            <a:r>
              <a:rPr kumimoji="0" lang="en-US" altLang="en-US" sz="2000" baseline="-25000"/>
              <a:t>0</a:t>
            </a:r>
            <a:r>
              <a:rPr kumimoji="0" lang="en-US" altLang="en-US" sz="2000"/>
              <a:t> + B</a:t>
            </a:r>
            <a:r>
              <a:rPr kumimoji="0" lang="en-US" altLang="en-US" sz="2000" baseline="-25000"/>
              <a:t>2</a:t>
            </a:r>
            <a:r>
              <a:rPr kumimoji="0" lang="en-US" altLang="en-US" sz="2000"/>
              <a:t>B</a:t>
            </a:r>
            <a:r>
              <a:rPr kumimoji="0" lang="en-US" altLang="en-US" sz="2000" baseline="-25000"/>
              <a:t>1</a:t>
            </a:r>
            <a:r>
              <a:rPr kumimoji="0" lang="en-US" altLang="en-US" sz="2000"/>
              <a:t>A</a:t>
            </a:r>
            <a:r>
              <a:rPr kumimoji="0" lang="en-US" altLang="en-US" sz="2000" baseline="-25000"/>
              <a:t>0</a:t>
            </a:r>
            <a:r>
              <a:rPr kumimoji="0" lang="en-US" altLang="en-US" sz="2000"/>
              <a:t>B</a:t>
            </a:r>
            <a:r>
              <a:rPr kumimoji="0" lang="en-US" altLang="en-US" sz="2000" baseline="-25000"/>
              <a:t>0</a:t>
            </a:r>
          </a:p>
        </p:txBody>
      </p:sp>
      <p:grpSp>
        <p:nvGrpSpPr>
          <p:cNvPr id="2" name="Group 16">
            <a:extLst>
              <a:ext uri="{FF2B5EF4-FFF2-40B4-BE49-F238E27FC236}">
                <a16:creationId xmlns:a16="http://schemas.microsoft.com/office/drawing/2014/main" id="{6FC68B02-0C49-BC98-DE7A-BBD4EA9D27CC}"/>
              </a:ext>
            </a:extLst>
          </p:cNvPr>
          <p:cNvGrpSpPr>
            <a:grpSpLocks/>
          </p:cNvGrpSpPr>
          <p:nvPr/>
        </p:nvGrpSpPr>
        <p:grpSpPr bwMode="auto">
          <a:xfrm>
            <a:off x="3339355" y="3039541"/>
            <a:ext cx="1439863" cy="1757363"/>
            <a:chOff x="3561" y="1892"/>
            <a:chExt cx="907" cy="1107"/>
          </a:xfrm>
        </p:grpSpPr>
        <p:sp>
          <p:nvSpPr>
            <p:cNvPr id="121886" name="TextBox 11">
              <a:extLst>
                <a:ext uri="{FF2B5EF4-FFF2-40B4-BE49-F238E27FC236}">
                  <a16:creationId xmlns:a16="http://schemas.microsoft.com/office/drawing/2014/main" id="{237602D7-5040-0A0E-CA81-E4DF3BB019F7}"/>
                </a:ext>
              </a:extLst>
            </p:cNvPr>
            <p:cNvSpPr txBox="1">
              <a:spLocks noChangeArrowheads="1"/>
            </p:cNvSpPr>
            <p:nvPr/>
          </p:nvSpPr>
          <p:spPr bwMode="auto">
            <a:xfrm>
              <a:off x="3788" y="2134"/>
              <a:ext cx="680" cy="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A</a:t>
              </a:r>
              <a:r>
                <a:rPr kumimoji="0" lang="en-US" altLang="en-US" baseline="-25000"/>
                <a:t>0</a:t>
              </a:r>
            </a:p>
            <a:p>
              <a:pPr algn="ctr" eaLnBrk="1" hangingPunct="1">
                <a:spcBef>
                  <a:spcPct val="0"/>
                </a:spcBef>
                <a:buClrTx/>
                <a:buFontTx/>
                <a:buNone/>
              </a:pPr>
              <a:r>
                <a:rPr kumimoji="0" lang="en-US" altLang="en-US"/>
                <a:t>B</a:t>
              </a:r>
              <a:r>
                <a:rPr kumimoji="0" lang="en-US" altLang="en-US" baseline="-25000"/>
                <a:t>0</a:t>
              </a:r>
            </a:p>
            <a:p>
              <a:pPr algn="ctr" eaLnBrk="1" hangingPunct="1">
                <a:spcBef>
                  <a:spcPct val="0"/>
                </a:spcBef>
                <a:buClrTx/>
                <a:buFontTx/>
                <a:buNone/>
              </a:pPr>
              <a:r>
                <a:rPr kumimoji="0" lang="en-US" altLang="en-US"/>
                <a:t>S</a:t>
              </a:r>
              <a:r>
                <a:rPr kumimoji="0" lang="en-US" altLang="en-US" baseline="-25000"/>
                <a:t>0</a:t>
              </a:r>
            </a:p>
          </p:txBody>
        </p:sp>
        <p:sp>
          <p:nvSpPr>
            <p:cNvPr id="121887" name="TextBox 11">
              <a:extLst>
                <a:ext uri="{FF2B5EF4-FFF2-40B4-BE49-F238E27FC236}">
                  <a16:creationId xmlns:a16="http://schemas.microsoft.com/office/drawing/2014/main" id="{613657F9-95E8-1CBD-4F11-EB2A5D179133}"/>
                </a:ext>
              </a:extLst>
            </p:cNvPr>
            <p:cNvSpPr txBox="1">
              <a:spLocks noChangeArrowheads="1"/>
            </p:cNvSpPr>
            <p:nvPr/>
          </p:nvSpPr>
          <p:spPr bwMode="auto">
            <a:xfrm>
              <a:off x="3561" y="1892"/>
              <a:ext cx="5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solidFill>
                    <a:schemeClr val="tx2"/>
                  </a:solidFill>
                </a:rPr>
                <a:t>C</a:t>
              </a:r>
              <a:r>
                <a:rPr kumimoji="0" lang="en-US" altLang="en-US" baseline="-25000">
                  <a:solidFill>
                    <a:schemeClr val="tx2"/>
                  </a:solidFill>
                </a:rPr>
                <a:t>0</a:t>
              </a:r>
            </a:p>
          </p:txBody>
        </p:sp>
        <p:sp>
          <p:nvSpPr>
            <p:cNvPr id="121888" name="Line 9">
              <a:extLst>
                <a:ext uri="{FF2B5EF4-FFF2-40B4-BE49-F238E27FC236}">
                  <a16:creationId xmlns:a16="http://schemas.microsoft.com/office/drawing/2014/main" id="{C800C927-6F18-4642-E620-C5214BA8F402}"/>
                </a:ext>
              </a:extLst>
            </p:cNvPr>
            <p:cNvSpPr>
              <a:spLocks noChangeShapeType="1"/>
            </p:cNvSpPr>
            <p:nvPr/>
          </p:nvSpPr>
          <p:spPr bwMode="auto">
            <a:xfrm>
              <a:off x="3793" y="2734"/>
              <a:ext cx="45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grpSp>
      <p:grpSp>
        <p:nvGrpSpPr>
          <p:cNvPr id="3" name="Group 18">
            <a:extLst>
              <a:ext uri="{FF2B5EF4-FFF2-40B4-BE49-F238E27FC236}">
                <a16:creationId xmlns:a16="http://schemas.microsoft.com/office/drawing/2014/main" id="{D0AF0082-CE8D-2762-2095-09FAEBFDD9A2}"/>
              </a:ext>
            </a:extLst>
          </p:cNvPr>
          <p:cNvGrpSpPr>
            <a:grpSpLocks/>
          </p:cNvGrpSpPr>
          <p:nvPr/>
        </p:nvGrpSpPr>
        <p:grpSpPr bwMode="auto">
          <a:xfrm>
            <a:off x="4850655" y="3033191"/>
            <a:ext cx="1871663" cy="1762125"/>
            <a:chOff x="4513" y="1888"/>
            <a:chExt cx="1179" cy="1110"/>
          </a:xfrm>
        </p:grpSpPr>
        <p:sp>
          <p:nvSpPr>
            <p:cNvPr id="121881" name="TextBox 11">
              <a:extLst>
                <a:ext uri="{FF2B5EF4-FFF2-40B4-BE49-F238E27FC236}">
                  <a16:creationId xmlns:a16="http://schemas.microsoft.com/office/drawing/2014/main" id="{595D0F97-7CE3-86ED-7E05-8B676659792D}"/>
                </a:ext>
              </a:extLst>
            </p:cNvPr>
            <p:cNvSpPr txBox="1">
              <a:spLocks noChangeArrowheads="1"/>
            </p:cNvSpPr>
            <p:nvPr/>
          </p:nvSpPr>
          <p:spPr bwMode="auto">
            <a:xfrm>
              <a:off x="5012" y="2130"/>
              <a:ext cx="680" cy="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A</a:t>
              </a:r>
              <a:r>
                <a:rPr kumimoji="0" lang="en-US" altLang="en-US" baseline="-25000"/>
                <a:t>0</a:t>
              </a:r>
            </a:p>
            <a:p>
              <a:pPr algn="ctr" eaLnBrk="1" hangingPunct="1">
                <a:spcBef>
                  <a:spcPct val="0"/>
                </a:spcBef>
                <a:buClrTx/>
                <a:buFontTx/>
                <a:buNone/>
              </a:pPr>
              <a:r>
                <a:rPr kumimoji="0" lang="en-US" altLang="en-US"/>
                <a:t>B</a:t>
              </a:r>
              <a:r>
                <a:rPr kumimoji="0" lang="en-US" altLang="en-US" baseline="-25000"/>
                <a:t>0</a:t>
              </a:r>
            </a:p>
            <a:p>
              <a:pPr algn="ctr" eaLnBrk="1" hangingPunct="1">
                <a:spcBef>
                  <a:spcPct val="0"/>
                </a:spcBef>
                <a:buClrTx/>
                <a:buFontTx/>
                <a:buNone/>
              </a:pPr>
              <a:r>
                <a:rPr kumimoji="0" lang="en-US" altLang="en-US"/>
                <a:t>S</a:t>
              </a:r>
              <a:r>
                <a:rPr kumimoji="0" lang="en-US" altLang="en-US" baseline="-25000"/>
                <a:t>0</a:t>
              </a:r>
            </a:p>
          </p:txBody>
        </p:sp>
        <p:sp>
          <p:nvSpPr>
            <p:cNvPr id="121882" name="TextBox 11">
              <a:extLst>
                <a:ext uri="{FF2B5EF4-FFF2-40B4-BE49-F238E27FC236}">
                  <a16:creationId xmlns:a16="http://schemas.microsoft.com/office/drawing/2014/main" id="{B6FCF304-6420-5BCB-59FE-C150BC863AD4}"/>
                </a:ext>
              </a:extLst>
            </p:cNvPr>
            <p:cNvSpPr txBox="1">
              <a:spLocks noChangeArrowheads="1"/>
            </p:cNvSpPr>
            <p:nvPr/>
          </p:nvSpPr>
          <p:spPr bwMode="auto">
            <a:xfrm>
              <a:off x="4785" y="1888"/>
              <a:ext cx="5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solidFill>
                    <a:schemeClr val="tx2"/>
                  </a:solidFill>
                </a:rPr>
                <a:t>C</a:t>
              </a:r>
              <a:r>
                <a:rPr kumimoji="0" lang="en-US" altLang="en-US" baseline="-25000">
                  <a:solidFill>
                    <a:schemeClr val="tx2"/>
                  </a:solidFill>
                </a:rPr>
                <a:t>0</a:t>
              </a:r>
            </a:p>
          </p:txBody>
        </p:sp>
        <p:sp>
          <p:nvSpPr>
            <p:cNvPr id="121883" name="Line 12">
              <a:extLst>
                <a:ext uri="{FF2B5EF4-FFF2-40B4-BE49-F238E27FC236}">
                  <a16:creationId xmlns:a16="http://schemas.microsoft.com/office/drawing/2014/main" id="{FE290F7F-4A84-A230-87A9-A5BD08F0203A}"/>
                </a:ext>
              </a:extLst>
            </p:cNvPr>
            <p:cNvSpPr>
              <a:spLocks noChangeShapeType="1"/>
            </p:cNvSpPr>
            <p:nvPr/>
          </p:nvSpPr>
          <p:spPr bwMode="auto">
            <a:xfrm>
              <a:off x="4752" y="2732"/>
              <a:ext cx="7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21884" name="TextBox 11">
              <a:extLst>
                <a:ext uri="{FF2B5EF4-FFF2-40B4-BE49-F238E27FC236}">
                  <a16:creationId xmlns:a16="http://schemas.microsoft.com/office/drawing/2014/main" id="{48A754E3-E09D-8FC5-DDB1-070B822949A2}"/>
                </a:ext>
              </a:extLst>
            </p:cNvPr>
            <p:cNvSpPr txBox="1">
              <a:spLocks noChangeArrowheads="1"/>
            </p:cNvSpPr>
            <p:nvPr/>
          </p:nvSpPr>
          <p:spPr bwMode="auto">
            <a:xfrm>
              <a:off x="4740" y="2133"/>
              <a:ext cx="680" cy="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A</a:t>
              </a:r>
              <a:r>
                <a:rPr kumimoji="0" lang="en-US" altLang="en-US" baseline="-25000"/>
                <a:t>1</a:t>
              </a:r>
            </a:p>
            <a:p>
              <a:pPr algn="ctr" eaLnBrk="1" hangingPunct="1">
                <a:spcBef>
                  <a:spcPct val="0"/>
                </a:spcBef>
                <a:buClrTx/>
                <a:buFontTx/>
                <a:buNone/>
              </a:pPr>
              <a:r>
                <a:rPr kumimoji="0" lang="en-US" altLang="en-US"/>
                <a:t>B</a:t>
              </a:r>
              <a:r>
                <a:rPr kumimoji="0" lang="en-US" altLang="en-US" baseline="-25000"/>
                <a:t>1</a:t>
              </a:r>
            </a:p>
            <a:p>
              <a:pPr algn="ctr" eaLnBrk="1" hangingPunct="1">
                <a:spcBef>
                  <a:spcPct val="0"/>
                </a:spcBef>
                <a:buClrTx/>
                <a:buFontTx/>
                <a:buNone/>
              </a:pPr>
              <a:r>
                <a:rPr kumimoji="0" lang="en-US" altLang="en-US"/>
                <a:t>S</a:t>
              </a:r>
              <a:r>
                <a:rPr kumimoji="0" lang="en-US" altLang="en-US" baseline="-25000"/>
                <a:t>1</a:t>
              </a:r>
            </a:p>
          </p:txBody>
        </p:sp>
        <p:sp>
          <p:nvSpPr>
            <p:cNvPr id="121885" name="TextBox 11">
              <a:extLst>
                <a:ext uri="{FF2B5EF4-FFF2-40B4-BE49-F238E27FC236}">
                  <a16:creationId xmlns:a16="http://schemas.microsoft.com/office/drawing/2014/main" id="{BA4BD311-9DBE-0822-3008-69AD4F8DD251}"/>
                </a:ext>
              </a:extLst>
            </p:cNvPr>
            <p:cNvSpPr txBox="1">
              <a:spLocks noChangeArrowheads="1"/>
            </p:cNvSpPr>
            <p:nvPr/>
          </p:nvSpPr>
          <p:spPr bwMode="auto">
            <a:xfrm>
              <a:off x="4513" y="1891"/>
              <a:ext cx="5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solidFill>
                    <a:schemeClr val="tx2"/>
                  </a:solidFill>
                </a:rPr>
                <a:t>C</a:t>
              </a:r>
              <a:r>
                <a:rPr kumimoji="0" lang="en-US" altLang="en-US" baseline="-25000">
                  <a:solidFill>
                    <a:schemeClr val="tx2"/>
                  </a:solidFill>
                </a:rPr>
                <a:t>1</a:t>
              </a:r>
            </a:p>
          </p:txBody>
        </p:sp>
      </p:grpSp>
      <p:sp>
        <p:nvSpPr>
          <p:cNvPr id="17" name="Rectangle 16">
            <a:extLst>
              <a:ext uri="{FF2B5EF4-FFF2-40B4-BE49-F238E27FC236}">
                <a16:creationId xmlns:a16="http://schemas.microsoft.com/office/drawing/2014/main" id="{74D8585C-79CF-51A1-46E2-437B7DAADB12}"/>
              </a:ext>
            </a:extLst>
          </p:cNvPr>
          <p:cNvSpPr/>
          <p:nvPr/>
        </p:nvSpPr>
        <p:spPr bwMode="auto">
          <a:xfrm>
            <a:off x="2520205" y="5012804"/>
            <a:ext cx="698500" cy="431800"/>
          </a:xfrm>
          <a:prstGeom prst="rect">
            <a:avLst/>
          </a:prstGeom>
          <a:solidFill>
            <a:schemeClr val="tx1">
              <a:lumMod val="50000"/>
              <a:alpha val="90000"/>
            </a:schemeClr>
          </a:solidFill>
          <a:ln w="9525" cap="flat" cmpd="sng" algn="ctr">
            <a:noFill/>
            <a:prstDash val="solid"/>
            <a:round/>
            <a:headEnd type="none" w="med" len="med"/>
            <a:tailEnd type="none" w="med" len="med"/>
          </a:ln>
          <a:effectLst/>
        </p:spPr>
        <p:txBody>
          <a:bodyPr anchor="ctr"/>
          <a:lstStyle/>
          <a:p>
            <a:pPr marL="342900" indent="-342900" algn="ctr">
              <a:spcBef>
                <a:spcPct val="20000"/>
              </a:spcBef>
              <a:buClr>
                <a:srgbClr val="FF0000"/>
              </a:buClr>
              <a:defRPr/>
            </a:pPr>
            <a:r>
              <a:rPr lang="en-US" sz="2800" dirty="0">
                <a:solidFill>
                  <a:schemeClr val="tx2"/>
                </a:solidFill>
              </a:rPr>
              <a:t>C</a:t>
            </a:r>
            <a:r>
              <a:rPr lang="en-US" baseline="-25000" dirty="0">
                <a:solidFill>
                  <a:schemeClr val="tx2"/>
                </a:solidFill>
              </a:rPr>
              <a:t>0</a:t>
            </a:r>
            <a:endParaRPr lang="en-MY" baseline="-25000" dirty="0">
              <a:solidFill>
                <a:schemeClr val="tx2"/>
              </a:solidFill>
            </a:endParaRPr>
          </a:p>
        </p:txBody>
      </p:sp>
      <p:sp>
        <p:nvSpPr>
          <p:cNvPr id="18" name="Rectangle 17">
            <a:extLst>
              <a:ext uri="{FF2B5EF4-FFF2-40B4-BE49-F238E27FC236}">
                <a16:creationId xmlns:a16="http://schemas.microsoft.com/office/drawing/2014/main" id="{C050939C-CE11-EDBC-D9E6-BC491446E295}"/>
              </a:ext>
            </a:extLst>
          </p:cNvPr>
          <p:cNvSpPr/>
          <p:nvPr/>
        </p:nvSpPr>
        <p:spPr bwMode="auto">
          <a:xfrm>
            <a:off x="4023568" y="5012804"/>
            <a:ext cx="696912" cy="431800"/>
          </a:xfrm>
          <a:prstGeom prst="rect">
            <a:avLst/>
          </a:prstGeom>
          <a:solidFill>
            <a:schemeClr val="tx1">
              <a:lumMod val="50000"/>
              <a:alpha val="90000"/>
            </a:schemeClr>
          </a:solidFill>
          <a:ln w="9525" cap="flat" cmpd="sng" algn="ctr">
            <a:noFill/>
            <a:prstDash val="solid"/>
            <a:round/>
            <a:headEnd type="none" w="med" len="med"/>
            <a:tailEnd type="none" w="med" len="med"/>
          </a:ln>
          <a:effectLst/>
        </p:spPr>
        <p:txBody>
          <a:bodyPr anchor="ctr"/>
          <a:lstStyle/>
          <a:p>
            <a:pPr marL="342900" indent="-342900" algn="ctr">
              <a:spcBef>
                <a:spcPct val="20000"/>
              </a:spcBef>
              <a:buClr>
                <a:srgbClr val="FF0000"/>
              </a:buClr>
              <a:defRPr/>
            </a:pPr>
            <a:r>
              <a:rPr lang="en-US" sz="2800" dirty="0">
                <a:solidFill>
                  <a:schemeClr val="tx2"/>
                </a:solidFill>
              </a:rPr>
              <a:t>C</a:t>
            </a:r>
            <a:r>
              <a:rPr lang="en-US" baseline="-25000" dirty="0">
                <a:solidFill>
                  <a:schemeClr val="tx2"/>
                </a:solidFill>
              </a:rPr>
              <a:t>0</a:t>
            </a:r>
            <a:endParaRPr lang="en-MY" baseline="-25000" dirty="0">
              <a:solidFill>
                <a:schemeClr val="tx2"/>
              </a:solidFill>
            </a:endParaRPr>
          </a:p>
        </p:txBody>
      </p:sp>
      <p:sp>
        <p:nvSpPr>
          <p:cNvPr id="19" name="Rectangle 18">
            <a:extLst>
              <a:ext uri="{FF2B5EF4-FFF2-40B4-BE49-F238E27FC236}">
                <a16:creationId xmlns:a16="http://schemas.microsoft.com/office/drawing/2014/main" id="{AC837005-0C7C-964A-8E66-7017BEA26045}"/>
              </a:ext>
            </a:extLst>
          </p:cNvPr>
          <p:cNvSpPr/>
          <p:nvPr/>
        </p:nvSpPr>
        <p:spPr bwMode="auto">
          <a:xfrm>
            <a:off x="1831230" y="5517629"/>
            <a:ext cx="500063" cy="431800"/>
          </a:xfrm>
          <a:prstGeom prst="rect">
            <a:avLst/>
          </a:prstGeom>
          <a:solidFill>
            <a:schemeClr val="tx1">
              <a:lumMod val="50000"/>
              <a:alpha val="90000"/>
            </a:schemeClr>
          </a:solidFill>
          <a:ln w="9525" cap="flat" cmpd="sng" algn="ctr">
            <a:noFill/>
            <a:prstDash val="solid"/>
            <a:round/>
            <a:headEnd type="none" w="med" len="med"/>
            <a:tailEnd type="none" w="med" len="med"/>
          </a:ln>
          <a:effectLst/>
        </p:spPr>
        <p:txBody>
          <a:bodyPr anchor="ctr"/>
          <a:lstStyle/>
          <a:p>
            <a:pPr marL="342900" indent="-342900" algn="ctr">
              <a:spcBef>
                <a:spcPct val="20000"/>
              </a:spcBef>
              <a:buClr>
                <a:srgbClr val="FF0000"/>
              </a:buClr>
              <a:defRPr/>
            </a:pPr>
            <a:r>
              <a:rPr lang="en-US" sz="2800" dirty="0">
                <a:solidFill>
                  <a:schemeClr val="tx2"/>
                </a:solidFill>
              </a:rPr>
              <a:t>C</a:t>
            </a:r>
            <a:r>
              <a:rPr lang="en-US" baseline="-25000" dirty="0">
                <a:solidFill>
                  <a:schemeClr val="tx2"/>
                </a:solidFill>
              </a:rPr>
              <a:t>1</a:t>
            </a:r>
            <a:endParaRPr lang="en-MY" baseline="-25000" dirty="0">
              <a:solidFill>
                <a:schemeClr val="tx2"/>
              </a:solidFill>
            </a:endParaRPr>
          </a:p>
        </p:txBody>
      </p:sp>
      <p:sp>
        <p:nvSpPr>
          <p:cNvPr id="20" name="Rectangle 19">
            <a:extLst>
              <a:ext uri="{FF2B5EF4-FFF2-40B4-BE49-F238E27FC236}">
                <a16:creationId xmlns:a16="http://schemas.microsoft.com/office/drawing/2014/main" id="{D8AA7756-20A1-FEC1-64F2-80F5DAE5D37D}"/>
              </a:ext>
            </a:extLst>
          </p:cNvPr>
          <p:cNvSpPr/>
          <p:nvPr/>
        </p:nvSpPr>
        <p:spPr bwMode="auto">
          <a:xfrm>
            <a:off x="2896443" y="5517629"/>
            <a:ext cx="744537" cy="431800"/>
          </a:xfrm>
          <a:prstGeom prst="rect">
            <a:avLst/>
          </a:prstGeom>
          <a:solidFill>
            <a:schemeClr val="tx1">
              <a:lumMod val="50000"/>
              <a:alpha val="90000"/>
            </a:schemeClr>
          </a:solidFill>
          <a:ln w="9525" cap="flat" cmpd="sng" algn="ctr">
            <a:noFill/>
            <a:prstDash val="solid"/>
            <a:round/>
            <a:headEnd type="none" w="med" len="med"/>
            <a:tailEnd type="none" w="med" len="med"/>
          </a:ln>
          <a:effectLst/>
        </p:spPr>
        <p:txBody>
          <a:bodyPr anchor="ctr"/>
          <a:lstStyle/>
          <a:p>
            <a:pPr marL="342900" indent="-342900" algn="ctr">
              <a:spcBef>
                <a:spcPct val="20000"/>
              </a:spcBef>
              <a:buClr>
                <a:srgbClr val="FF0000"/>
              </a:buClr>
              <a:defRPr/>
            </a:pPr>
            <a:r>
              <a:rPr lang="en-US" sz="2800" dirty="0">
                <a:solidFill>
                  <a:schemeClr val="tx2"/>
                </a:solidFill>
              </a:rPr>
              <a:t>C</a:t>
            </a:r>
            <a:r>
              <a:rPr lang="en-US" baseline="-25000" dirty="0">
                <a:solidFill>
                  <a:schemeClr val="tx2"/>
                </a:solidFill>
              </a:rPr>
              <a:t>1</a:t>
            </a:r>
            <a:endParaRPr lang="en-MY" baseline="-25000" dirty="0">
              <a:solidFill>
                <a:schemeClr val="tx2"/>
              </a:solidFill>
            </a:endParaRPr>
          </a:p>
        </p:txBody>
      </p:sp>
      <p:sp>
        <p:nvSpPr>
          <p:cNvPr id="21" name="Rectangle 20">
            <a:extLst>
              <a:ext uri="{FF2B5EF4-FFF2-40B4-BE49-F238E27FC236}">
                <a16:creationId xmlns:a16="http://schemas.microsoft.com/office/drawing/2014/main" id="{C01FBFDA-C20D-4820-4E85-CE4C32A47984}"/>
              </a:ext>
            </a:extLst>
          </p:cNvPr>
          <p:cNvSpPr/>
          <p:nvPr/>
        </p:nvSpPr>
        <p:spPr bwMode="auto">
          <a:xfrm>
            <a:off x="4233118" y="5520804"/>
            <a:ext cx="730250" cy="431800"/>
          </a:xfrm>
          <a:prstGeom prst="rect">
            <a:avLst/>
          </a:prstGeom>
          <a:solidFill>
            <a:schemeClr val="tx1">
              <a:lumMod val="50000"/>
              <a:alpha val="90000"/>
            </a:schemeClr>
          </a:solidFill>
          <a:ln w="9525" cap="flat" cmpd="sng" algn="ctr">
            <a:noFill/>
            <a:prstDash val="solid"/>
            <a:round/>
            <a:headEnd type="none" w="med" len="med"/>
            <a:tailEnd type="none" w="med" len="med"/>
          </a:ln>
          <a:effectLst/>
        </p:spPr>
        <p:txBody>
          <a:bodyPr anchor="ctr"/>
          <a:lstStyle/>
          <a:p>
            <a:pPr marL="342900" indent="-342900" algn="ctr">
              <a:spcBef>
                <a:spcPct val="20000"/>
              </a:spcBef>
              <a:buClr>
                <a:srgbClr val="FF0000"/>
              </a:buClr>
              <a:defRPr/>
            </a:pPr>
            <a:r>
              <a:rPr lang="en-US" sz="2800" dirty="0">
                <a:solidFill>
                  <a:schemeClr val="tx2"/>
                </a:solidFill>
              </a:rPr>
              <a:t>C</a:t>
            </a:r>
            <a:r>
              <a:rPr lang="en-US" baseline="-25000" dirty="0">
                <a:solidFill>
                  <a:schemeClr val="tx2"/>
                </a:solidFill>
              </a:rPr>
              <a:t>1</a:t>
            </a:r>
            <a:endParaRPr lang="en-MY" baseline="-25000" dirty="0">
              <a:solidFill>
                <a:schemeClr val="tx2"/>
              </a:solidFill>
            </a:endParaRPr>
          </a:p>
        </p:txBody>
      </p:sp>
      <p:sp>
        <p:nvSpPr>
          <p:cNvPr id="22" name="Rectangle 21">
            <a:extLst>
              <a:ext uri="{FF2B5EF4-FFF2-40B4-BE49-F238E27FC236}">
                <a16:creationId xmlns:a16="http://schemas.microsoft.com/office/drawing/2014/main" id="{8491650D-0C8F-117B-79B7-9449C0524E80}"/>
              </a:ext>
            </a:extLst>
          </p:cNvPr>
          <p:cNvSpPr/>
          <p:nvPr/>
        </p:nvSpPr>
        <p:spPr bwMode="auto">
          <a:xfrm>
            <a:off x="5525343" y="5523979"/>
            <a:ext cx="498475" cy="431800"/>
          </a:xfrm>
          <a:prstGeom prst="rect">
            <a:avLst/>
          </a:prstGeom>
          <a:solidFill>
            <a:schemeClr val="tx1">
              <a:lumMod val="50000"/>
              <a:alpha val="90000"/>
            </a:schemeClr>
          </a:solidFill>
          <a:ln w="9525" cap="flat" cmpd="sng" algn="ctr">
            <a:noFill/>
            <a:prstDash val="solid"/>
            <a:round/>
            <a:headEnd type="none" w="med" len="med"/>
            <a:tailEnd type="none" w="med" len="med"/>
          </a:ln>
          <a:effectLst/>
        </p:spPr>
        <p:txBody>
          <a:bodyPr anchor="ctr"/>
          <a:lstStyle/>
          <a:p>
            <a:pPr marL="342900" indent="-342900" algn="ctr">
              <a:spcBef>
                <a:spcPct val="20000"/>
              </a:spcBef>
              <a:buClr>
                <a:srgbClr val="FF0000"/>
              </a:buClr>
              <a:defRPr/>
            </a:pPr>
            <a:r>
              <a:rPr lang="en-US" sz="2800" dirty="0">
                <a:solidFill>
                  <a:schemeClr val="tx2"/>
                </a:solidFill>
              </a:rPr>
              <a:t>C</a:t>
            </a:r>
            <a:r>
              <a:rPr lang="en-US" baseline="-25000" dirty="0">
                <a:solidFill>
                  <a:schemeClr val="tx2"/>
                </a:solidFill>
              </a:rPr>
              <a:t>1</a:t>
            </a:r>
            <a:endParaRPr lang="en-MY" baseline="-25000" dirty="0">
              <a:solidFill>
                <a:schemeClr val="tx2"/>
              </a:solidFill>
            </a:endParaRPr>
          </a:p>
        </p:txBody>
      </p:sp>
      <p:sp>
        <p:nvSpPr>
          <p:cNvPr id="23" name="Rectangle 22">
            <a:extLst>
              <a:ext uri="{FF2B5EF4-FFF2-40B4-BE49-F238E27FC236}">
                <a16:creationId xmlns:a16="http://schemas.microsoft.com/office/drawing/2014/main" id="{80370C17-E3CA-75AA-CD02-EB92198DC7F0}"/>
              </a:ext>
            </a:extLst>
          </p:cNvPr>
          <p:cNvSpPr/>
          <p:nvPr/>
        </p:nvSpPr>
        <p:spPr bwMode="auto">
          <a:xfrm>
            <a:off x="6596905" y="5523979"/>
            <a:ext cx="741363" cy="431800"/>
          </a:xfrm>
          <a:prstGeom prst="rect">
            <a:avLst/>
          </a:prstGeom>
          <a:solidFill>
            <a:schemeClr val="tx1">
              <a:lumMod val="50000"/>
              <a:alpha val="90000"/>
            </a:schemeClr>
          </a:solidFill>
          <a:ln w="9525" cap="flat" cmpd="sng" algn="ctr">
            <a:noFill/>
            <a:prstDash val="solid"/>
            <a:round/>
            <a:headEnd type="none" w="med" len="med"/>
            <a:tailEnd type="none" w="med" len="med"/>
          </a:ln>
          <a:effectLst/>
        </p:spPr>
        <p:txBody>
          <a:bodyPr anchor="ctr"/>
          <a:lstStyle/>
          <a:p>
            <a:pPr marL="342900" indent="-342900" algn="ctr">
              <a:spcBef>
                <a:spcPct val="20000"/>
              </a:spcBef>
              <a:buClr>
                <a:srgbClr val="FF0000"/>
              </a:buClr>
              <a:defRPr/>
            </a:pPr>
            <a:r>
              <a:rPr lang="en-US" sz="2800" dirty="0">
                <a:solidFill>
                  <a:schemeClr val="tx2"/>
                </a:solidFill>
              </a:rPr>
              <a:t>C</a:t>
            </a:r>
            <a:r>
              <a:rPr lang="en-US" baseline="-25000" dirty="0">
                <a:solidFill>
                  <a:schemeClr val="tx2"/>
                </a:solidFill>
              </a:rPr>
              <a:t>1</a:t>
            </a:r>
            <a:endParaRPr lang="en-MY" baseline="-25000" dirty="0">
              <a:solidFill>
                <a:schemeClr val="tx2"/>
              </a:solidFill>
            </a:endParaRPr>
          </a:p>
        </p:txBody>
      </p:sp>
      <p:sp>
        <p:nvSpPr>
          <p:cNvPr id="24" name="Rectangle 23">
            <a:extLst>
              <a:ext uri="{FF2B5EF4-FFF2-40B4-BE49-F238E27FC236}">
                <a16:creationId xmlns:a16="http://schemas.microsoft.com/office/drawing/2014/main" id="{D31A98BD-5766-123A-F0F5-F8DC10A7863A}"/>
              </a:ext>
            </a:extLst>
          </p:cNvPr>
          <p:cNvSpPr/>
          <p:nvPr/>
        </p:nvSpPr>
        <p:spPr bwMode="auto">
          <a:xfrm>
            <a:off x="7909768" y="5523979"/>
            <a:ext cx="727075" cy="431800"/>
          </a:xfrm>
          <a:prstGeom prst="rect">
            <a:avLst/>
          </a:prstGeom>
          <a:solidFill>
            <a:schemeClr val="tx1">
              <a:lumMod val="50000"/>
              <a:alpha val="90000"/>
            </a:schemeClr>
          </a:solidFill>
          <a:ln w="9525" cap="flat" cmpd="sng" algn="ctr">
            <a:noFill/>
            <a:prstDash val="solid"/>
            <a:round/>
            <a:headEnd type="none" w="med" len="med"/>
            <a:tailEnd type="none" w="med" len="med"/>
          </a:ln>
          <a:effectLst/>
        </p:spPr>
        <p:txBody>
          <a:bodyPr anchor="ctr"/>
          <a:lstStyle/>
          <a:p>
            <a:pPr marL="342900" indent="-342900" algn="ctr">
              <a:spcBef>
                <a:spcPct val="20000"/>
              </a:spcBef>
              <a:buClr>
                <a:srgbClr val="FF0000"/>
              </a:buClr>
              <a:defRPr/>
            </a:pPr>
            <a:r>
              <a:rPr lang="en-US" sz="2800" dirty="0">
                <a:solidFill>
                  <a:schemeClr val="tx2"/>
                </a:solidFill>
              </a:rPr>
              <a:t>C</a:t>
            </a:r>
            <a:r>
              <a:rPr lang="en-US" baseline="-25000" dirty="0">
                <a:solidFill>
                  <a:schemeClr val="tx2"/>
                </a:solidFill>
              </a:rPr>
              <a:t>1</a:t>
            </a:r>
            <a:endParaRPr lang="en-MY" baseline="-25000" dirty="0">
              <a:solidFill>
                <a:schemeClr val="tx2"/>
              </a:solidFill>
            </a:endParaRPr>
          </a:p>
        </p:txBody>
      </p:sp>
      <p:grpSp>
        <p:nvGrpSpPr>
          <p:cNvPr id="4" name="Group 32">
            <a:extLst>
              <a:ext uri="{FF2B5EF4-FFF2-40B4-BE49-F238E27FC236}">
                <a16:creationId xmlns:a16="http://schemas.microsoft.com/office/drawing/2014/main" id="{49323A12-CB56-6167-1167-2C1E7DED26EA}"/>
              </a:ext>
            </a:extLst>
          </p:cNvPr>
          <p:cNvGrpSpPr>
            <a:grpSpLocks/>
          </p:cNvGrpSpPr>
          <p:nvPr/>
        </p:nvGrpSpPr>
        <p:grpSpPr bwMode="auto">
          <a:xfrm>
            <a:off x="6795343" y="3033191"/>
            <a:ext cx="2303462" cy="1762125"/>
            <a:chOff x="5724128" y="260648"/>
            <a:chExt cx="2304256" cy="1762126"/>
          </a:xfrm>
        </p:grpSpPr>
        <p:sp>
          <p:nvSpPr>
            <p:cNvPr id="121874" name="TextBox 11">
              <a:extLst>
                <a:ext uri="{FF2B5EF4-FFF2-40B4-BE49-F238E27FC236}">
                  <a16:creationId xmlns:a16="http://schemas.microsoft.com/office/drawing/2014/main" id="{51A0F741-12AB-D84A-68B0-F2BB77D34952}"/>
                </a:ext>
              </a:extLst>
            </p:cNvPr>
            <p:cNvSpPr txBox="1">
              <a:spLocks noChangeArrowheads="1"/>
            </p:cNvSpPr>
            <p:nvPr/>
          </p:nvSpPr>
          <p:spPr bwMode="auto">
            <a:xfrm>
              <a:off x="6948884" y="644823"/>
              <a:ext cx="10795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A</a:t>
              </a:r>
              <a:r>
                <a:rPr kumimoji="0" lang="en-US" altLang="en-US" baseline="-25000"/>
                <a:t>0</a:t>
              </a:r>
            </a:p>
            <a:p>
              <a:pPr algn="ctr" eaLnBrk="1" hangingPunct="1">
                <a:spcBef>
                  <a:spcPct val="0"/>
                </a:spcBef>
                <a:buClrTx/>
                <a:buFontTx/>
                <a:buNone/>
              </a:pPr>
              <a:r>
                <a:rPr kumimoji="0" lang="en-US" altLang="en-US"/>
                <a:t>B</a:t>
              </a:r>
              <a:r>
                <a:rPr kumimoji="0" lang="en-US" altLang="en-US" baseline="-25000"/>
                <a:t>0</a:t>
              </a:r>
            </a:p>
            <a:p>
              <a:pPr algn="ctr" eaLnBrk="1" hangingPunct="1">
                <a:spcBef>
                  <a:spcPct val="0"/>
                </a:spcBef>
                <a:buClrTx/>
                <a:buFontTx/>
                <a:buNone/>
              </a:pPr>
              <a:r>
                <a:rPr kumimoji="0" lang="en-US" altLang="en-US"/>
                <a:t>S</a:t>
              </a:r>
              <a:r>
                <a:rPr kumimoji="0" lang="en-US" altLang="en-US" baseline="-25000"/>
                <a:t>0</a:t>
              </a:r>
            </a:p>
          </p:txBody>
        </p:sp>
        <p:sp>
          <p:nvSpPr>
            <p:cNvPr id="121875" name="TextBox 11">
              <a:extLst>
                <a:ext uri="{FF2B5EF4-FFF2-40B4-BE49-F238E27FC236}">
                  <a16:creationId xmlns:a16="http://schemas.microsoft.com/office/drawing/2014/main" id="{2EDBB963-DE14-211E-AA24-14899C52C18B}"/>
                </a:ext>
              </a:extLst>
            </p:cNvPr>
            <p:cNvSpPr txBox="1">
              <a:spLocks noChangeArrowheads="1"/>
            </p:cNvSpPr>
            <p:nvPr/>
          </p:nvSpPr>
          <p:spPr bwMode="auto">
            <a:xfrm>
              <a:off x="6588522" y="260648"/>
              <a:ext cx="936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solidFill>
                    <a:schemeClr val="tx2"/>
                  </a:solidFill>
                </a:rPr>
                <a:t>C</a:t>
              </a:r>
              <a:r>
                <a:rPr kumimoji="0" lang="en-US" altLang="en-US" baseline="-25000">
                  <a:solidFill>
                    <a:schemeClr val="tx2"/>
                  </a:solidFill>
                </a:rPr>
                <a:t>0</a:t>
              </a:r>
            </a:p>
          </p:txBody>
        </p:sp>
        <p:sp>
          <p:nvSpPr>
            <p:cNvPr id="121876" name="Line 12">
              <a:extLst>
                <a:ext uri="{FF2B5EF4-FFF2-40B4-BE49-F238E27FC236}">
                  <a16:creationId xmlns:a16="http://schemas.microsoft.com/office/drawing/2014/main" id="{92EA093E-D038-778A-6903-57B263EF5F2C}"/>
                </a:ext>
              </a:extLst>
            </p:cNvPr>
            <p:cNvSpPr>
              <a:spLocks noChangeShapeType="1"/>
            </p:cNvSpPr>
            <p:nvPr/>
          </p:nvSpPr>
          <p:spPr bwMode="auto">
            <a:xfrm flipV="1">
              <a:off x="6012161" y="1597050"/>
              <a:ext cx="16561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MY"/>
            </a:p>
          </p:txBody>
        </p:sp>
        <p:sp>
          <p:nvSpPr>
            <p:cNvPr id="121877" name="TextBox 11">
              <a:extLst>
                <a:ext uri="{FF2B5EF4-FFF2-40B4-BE49-F238E27FC236}">
                  <a16:creationId xmlns:a16="http://schemas.microsoft.com/office/drawing/2014/main" id="{724814A6-1F86-78D0-53B2-BC93497DF4CD}"/>
                </a:ext>
              </a:extLst>
            </p:cNvPr>
            <p:cNvSpPr txBox="1">
              <a:spLocks noChangeArrowheads="1"/>
            </p:cNvSpPr>
            <p:nvPr/>
          </p:nvSpPr>
          <p:spPr bwMode="auto">
            <a:xfrm>
              <a:off x="6517084" y="649586"/>
              <a:ext cx="10795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A</a:t>
              </a:r>
              <a:r>
                <a:rPr kumimoji="0" lang="en-US" altLang="en-US" baseline="-25000"/>
                <a:t>1</a:t>
              </a:r>
            </a:p>
            <a:p>
              <a:pPr algn="ctr" eaLnBrk="1" hangingPunct="1">
                <a:spcBef>
                  <a:spcPct val="0"/>
                </a:spcBef>
                <a:buClrTx/>
                <a:buFontTx/>
                <a:buNone/>
              </a:pPr>
              <a:r>
                <a:rPr kumimoji="0" lang="en-US" altLang="en-US"/>
                <a:t>B</a:t>
              </a:r>
              <a:r>
                <a:rPr kumimoji="0" lang="en-US" altLang="en-US" baseline="-25000"/>
                <a:t>1</a:t>
              </a:r>
            </a:p>
            <a:p>
              <a:pPr algn="ctr" eaLnBrk="1" hangingPunct="1">
                <a:spcBef>
                  <a:spcPct val="0"/>
                </a:spcBef>
                <a:buClrTx/>
                <a:buFontTx/>
                <a:buNone/>
              </a:pPr>
              <a:r>
                <a:rPr kumimoji="0" lang="en-US" altLang="en-US"/>
                <a:t>S</a:t>
              </a:r>
              <a:r>
                <a:rPr kumimoji="0" lang="en-US" altLang="en-US" baseline="-25000"/>
                <a:t>1</a:t>
              </a:r>
            </a:p>
          </p:txBody>
        </p:sp>
        <p:sp>
          <p:nvSpPr>
            <p:cNvPr id="121878" name="TextBox 11">
              <a:extLst>
                <a:ext uri="{FF2B5EF4-FFF2-40B4-BE49-F238E27FC236}">
                  <a16:creationId xmlns:a16="http://schemas.microsoft.com/office/drawing/2014/main" id="{1F75ABBC-0DC0-CED1-E097-B7FC725C3902}"/>
                </a:ext>
              </a:extLst>
            </p:cNvPr>
            <p:cNvSpPr txBox="1">
              <a:spLocks noChangeArrowheads="1"/>
            </p:cNvSpPr>
            <p:nvPr/>
          </p:nvSpPr>
          <p:spPr bwMode="auto">
            <a:xfrm>
              <a:off x="6156722" y="265411"/>
              <a:ext cx="936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solidFill>
                    <a:schemeClr val="tx2"/>
                  </a:solidFill>
                </a:rPr>
                <a:t>C</a:t>
              </a:r>
              <a:r>
                <a:rPr kumimoji="0" lang="en-US" altLang="en-US" baseline="-25000">
                  <a:solidFill>
                    <a:schemeClr val="tx2"/>
                  </a:solidFill>
                </a:rPr>
                <a:t>1</a:t>
              </a:r>
            </a:p>
          </p:txBody>
        </p:sp>
        <p:sp>
          <p:nvSpPr>
            <p:cNvPr id="121879" name="TextBox 11">
              <a:extLst>
                <a:ext uri="{FF2B5EF4-FFF2-40B4-BE49-F238E27FC236}">
                  <a16:creationId xmlns:a16="http://schemas.microsoft.com/office/drawing/2014/main" id="{FB709E90-C960-14C5-A567-6C6F3A993763}"/>
                </a:ext>
              </a:extLst>
            </p:cNvPr>
            <p:cNvSpPr txBox="1">
              <a:spLocks noChangeArrowheads="1"/>
            </p:cNvSpPr>
            <p:nvPr/>
          </p:nvSpPr>
          <p:spPr bwMode="auto">
            <a:xfrm>
              <a:off x="6084168" y="648246"/>
              <a:ext cx="10795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t>A</a:t>
              </a:r>
              <a:r>
                <a:rPr kumimoji="0" lang="en-US" altLang="en-US" baseline="-25000"/>
                <a:t>2</a:t>
              </a:r>
            </a:p>
            <a:p>
              <a:pPr algn="ctr" eaLnBrk="1" hangingPunct="1">
                <a:spcBef>
                  <a:spcPct val="0"/>
                </a:spcBef>
                <a:buClrTx/>
                <a:buFontTx/>
                <a:buNone/>
              </a:pPr>
              <a:r>
                <a:rPr kumimoji="0" lang="en-US" altLang="en-US"/>
                <a:t>B</a:t>
              </a:r>
              <a:r>
                <a:rPr kumimoji="0" lang="en-US" altLang="en-US" baseline="-25000"/>
                <a:t>2</a:t>
              </a:r>
            </a:p>
            <a:p>
              <a:pPr algn="ctr" eaLnBrk="1" hangingPunct="1">
                <a:spcBef>
                  <a:spcPct val="0"/>
                </a:spcBef>
                <a:buClrTx/>
                <a:buFontTx/>
                <a:buNone/>
              </a:pPr>
              <a:r>
                <a:rPr kumimoji="0" lang="en-US" altLang="en-US"/>
                <a:t>S</a:t>
              </a:r>
              <a:r>
                <a:rPr kumimoji="0" lang="en-US" altLang="en-US" baseline="-25000"/>
                <a:t>2</a:t>
              </a:r>
            </a:p>
          </p:txBody>
        </p:sp>
        <p:sp>
          <p:nvSpPr>
            <p:cNvPr id="121880" name="TextBox 11">
              <a:extLst>
                <a:ext uri="{FF2B5EF4-FFF2-40B4-BE49-F238E27FC236}">
                  <a16:creationId xmlns:a16="http://schemas.microsoft.com/office/drawing/2014/main" id="{09C8D1DB-D9BB-91B6-63AC-C7BBC2084FCE}"/>
                </a:ext>
              </a:extLst>
            </p:cNvPr>
            <p:cNvSpPr txBox="1">
              <a:spLocks noChangeArrowheads="1"/>
            </p:cNvSpPr>
            <p:nvPr/>
          </p:nvSpPr>
          <p:spPr bwMode="auto">
            <a:xfrm>
              <a:off x="5724128" y="260648"/>
              <a:ext cx="936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a:solidFill>
                    <a:schemeClr val="tx2"/>
                  </a:solidFill>
                </a:rPr>
                <a:t>C</a:t>
              </a:r>
              <a:r>
                <a:rPr kumimoji="0" lang="en-US" altLang="en-US" baseline="-25000">
                  <a:solidFill>
                    <a:schemeClr val="tx2"/>
                  </a:solidFill>
                </a:rPr>
                <a:t>2</a:t>
              </a:r>
            </a:p>
          </p:txBody>
        </p:sp>
      </p:grpSp>
      <p:sp>
        <p:nvSpPr>
          <p:cNvPr id="5" name="Slide Number Placeholder 4">
            <a:extLst>
              <a:ext uri="{FF2B5EF4-FFF2-40B4-BE49-F238E27FC236}">
                <a16:creationId xmlns:a16="http://schemas.microsoft.com/office/drawing/2014/main" id="{800F7569-B639-5D87-C100-E0EACFCEEB63}"/>
              </a:ext>
            </a:extLst>
          </p:cNvPr>
          <p:cNvSpPr>
            <a:spLocks noGrp="1"/>
          </p:cNvSpPr>
          <p:nvPr>
            <p:ph type="sldNum" sz="quarter" idx="12"/>
          </p:nvPr>
        </p:nvSpPr>
        <p:spPr/>
        <p:txBody>
          <a:bodyPr/>
          <a:lstStyle/>
          <a:p>
            <a:pPr>
              <a:defRPr/>
            </a:pPr>
            <a:fld id="{28588503-611C-4314-9367-E0668E948370}" type="slidenum">
              <a:rPr lang="en-US" altLang="en-US" smtClean="0"/>
              <a:pPr>
                <a:defRPr/>
              </a:pPr>
              <a:t>139</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0836"/>
                                        </p:tgtEl>
                                        <p:attrNameLst>
                                          <p:attrName>style.visibility</p:attrName>
                                        </p:attrNameLst>
                                      </p:cBhvr>
                                      <p:to>
                                        <p:strVal val="visible"/>
                                      </p:to>
                                    </p:set>
                                  </p:childTnLst>
                                </p:cTn>
                              </p:par>
                            </p:childTnLst>
                          </p:cTn>
                        </p:par>
                        <p:par>
                          <p:cTn id="7" fill="hold" nodeType="afterGroup">
                            <p:stCondLst>
                              <p:cond delay="0"/>
                            </p:stCondLst>
                            <p:childTnLst>
                              <p:par>
                                <p:cTn id="8" presetID="9"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5781"/>
                                        </p:tgtEl>
                                        <p:attrNameLst>
                                          <p:attrName>style.visibility</p:attrName>
                                        </p:attrNameLst>
                                      </p:cBhvr>
                                      <p:to>
                                        <p:strVal val="visible"/>
                                      </p:to>
                                    </p:set>
                                  </p:childTnLst>
                                </p:cTn>
                              </p:par>
                            </p:childTnLst>
                          </p:cTn>
                        </p:par>
                        <p:par>
                          <p:cTn id="15" fill="hold" nodeType="afterGroup">
                            <p:stCondLst>
                              <p:cond delay="0"/>
                            </p:stCondLst>
                            <p:childTnLst>
                              <p:par>
                                <p:cTn id="16" presetID="9"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dissolve">
                                      <p:cBhvr>
                                        <p:cTn id="18" dur="500"/>
                                        <p:tgtEl>
                                          <p:spTgt spid="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dissolve">
                                      <p:cBhvr>
                                        <p:cTn id="23" dur="500"/>
                                        <p:tgtEl>
                                          <p:spTgt spid="1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dissolve">
                                      <p:cBhvr>
                                        <p:cTn id="28" dur="500"/>
                                        <p:tgtEl>
                                          <p:spTgt spid="1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75782"/>
                                        </p:tgtEl>
                                        <p:attrNameLst>
                                          <p:attrName>style.visibility</p:attrName>
                                        </p:attrNameLst>
                                      </p:cBhvr>
                                      <p:to>
                                        <p:strVal val="visible"/>
                                      </p:to>
                                    </p:set>
                                  </p:childTnLst>
                                </p:cTn>
                              </p:par>
                            </p:childTnLst>
                          </p:cTn>
                        </p:par>
                        <p:par>
                          <p:cTn id="33" fill="hold" nodeType="afterGroup">
                            <p:stCondLst>
                              <p:cond delay="0"/>
                            </p:stCondLst>
                            <p:childTnLst>
                              <p:par>
                                <p:cTn id="34" presetID="9" presetClass="entr" presetSubtype="0" fill="hold" nodeType="after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dissolve">
                                      <p:cBhvr>
                                        <p:cTn id="36" dur="500"/>
                                        <p:tgtEl>
                                          <p:spTgt spid="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dissolve">
                                      <p:cBhvr>
                                        <p:cTn id="41" dur="500"/>
                                        <p:tgtEl>
                                          <p:spTgt spid="1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dissolve">
                                      <p:cBhvr>
                                        <p:cTn id="46" dur="500"/>
                                        <p:tgtEl>
                                          <p:spTgt spid="2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dissolve">
                                      <p:cBhvr>
                                        <p:cTn id="51" dur="500"/>
                                        <p:tgtEl>
                                          <p:spTgt spid="2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dissolve">
                                      <p:cBhvr>
                                        <p:cTn id="56" dur="500"/>
                                        <p:tgtEl>
                                          <p:spTgt spid="2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dissolve">
                                      <p:cBhvr>
                                        <p:cTn id="61" dur="500"/>
                                        <p:tgtEl>
                                          <p:spTgt spid="2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9" presetClass="entr" presetSubtype="0" fill="hold" nodeType="click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dissolve">
                                      <p:cBhvr>
                                        <p:cTn id="6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6" grpId="0"/>
      <p:bldP spid="75781" grpId="0"/>
      <p:bldP spid="75782" grpId="0"/>
      <p:bldP spid="17" grpId="0" animBg="1"/>
      <p:bldP spid="18" grpId="0" animBg="1"/>
      <p:bldP spid="19" grpId="0" animBg="1"/>
      <p:bldP spid="20" grpId="0" animBg="1"/>
      <p:bldP spid="21" grpId="0" animBg="1"/>
      <p:bldP spid="22" grpId="0" animBg="1"/>
      <p:bldP spid="23" grpId="0" animBg="1"/>
      <p:bldP spid="24"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2" descr="A person sitting on top of a grass covered field&#10;&#10;Description automatically generated">
            <a:extLst>
              <a:ext uri="{FF2B5EF4-FFF2-40B4-BE49-F238E27FC236}">
                <a16:creationId xmlns:a16="http://schemas.microsoft.com/office/drawing/2014/main" id="{15093F47-C663-EAC8-E5EC-BD68BC177E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0699"/>
          <a:stretch>
            <a:fillRect/>
          </a:stretch>
        </p:blipFill>
        <p:spPr bwMode="auto">
          <a:xfrm>
            <a:off x="-36513" y="0"/>
            <a:ext cx="91805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7" name="Text Box 4">
            <a:extLst>
              <a:ext uri="{FF2B5EF4-FFF2-40B4-BE49-F238E27FC236}">
                <a16:creationId xmlns:a16="http://schemas.microsoft.com/office/drawing/2014/main" id="{0634CF90-056A-490E-DB85-D2D35542DEBA}"/>
              </a:ext>
            </a:extLst>
          </p:cNvPr>
          <p:cNvSpPr txBox="1">
            <a:spLocks noChangeArrowheads="1"/>
          </p:cNvSpPr>
          <p:nvPr/>
        </p:nvSpPr>
        <p:spPr bwMode="auto">
          <a:xfrm>
            <a:off x="-36513" y="6477000"/>
            <a:ext cx="6264276"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Font typeface="Symbol" panose="05050102010706020507" pitchFamily="18" charset="2"/>
              <a:buChar char="·"/>
              <a:defRPr kumimoji="1" sz="3000">
                <a:solidFill>
                  <a:schemeClr val="tx1"/>
                </a:solidFill>
                <a:latin typeface="Arial" panose="020B0604020202020204" pitchFamily="34" charset="0"/>
              </a:defRPr>
            </a:lvl1pPr>
            <a:lvl2pPr marL="742950" indent="-285750">
              <a:spcBef>
                <a:spcPct val="20000"/>
              </a:spcBef>
              <a:buClr>
                <a:srgbClr val="FF0000"/>
              </a:buClr>
              <a:buFont typeface="Symbol" panose="05050102010706020507" pitchFamily="18" charset="2"/>
              <a:buChar char="·"/>
              <a:defRPr kumimoji="1" sz="2600">
                <a:solidFill>
                  <a:schemeClr val="tx1"/>
                </a:solidFill>
                <a:latin typeface="Arial" panose="020B0604020202020204" pitchFamily="34" charset="0"/>
              </a:defRPr>
            </a:lvl2pPr>
            <a:lvl3pPr marL="1143000" indent="-228600">
              <a:spcBef>
                <a:spcPct val="20000"/>
              </a:spcBef>
              <a:buClr>
                <a:srgbClr val="FF0000"/>
              </a:buClr>
              <a:buFont typeface="Symbol" panose="05050102010706020507" pitchFamily="18" charset="2"/>
              <a:buChar char="·"/>
              <a:defRPr kumimoji="1" sz="2200">
                <a:solidFill>
                  <a:schemeClr val="tx1"/>
                </a:solidFill>
                <a:latin typeface="Arial" panose="020B0604020202020204" pitchFamily="34" charset="0"/>
              </a:defRPr>
            </a:lvl3pPr>
            <a:lvl4pPr marL="1600200" indent="-228600">
              <a:spcBef>
                <a:spcPct val="20000"/>
              </a:spcBef>
              <a:buClr>
                <a:srgbClr val="FF0000"/>
              </a:buClr>
              <a:buChar char="•"/>
              <a:defRPr kumimoji="1" sz="2000">
                <a:solidFill>
                  <a:schemeClr val="tx1"/>
                </a:solidFill>
                <a:latin typeface="Arial" panose="020B0604020202020204" pitchFamily="34" charset="0"/>
              </a:defRPr>
            </a:lvl4pPr>
            <a:lvl5pPr marL="2057400" indent="-228600">
              <a:spcBef>
                <a:spcPct val="20000"/>
              </a:spcBef>
              <a:buClr>
                <a:srgbClr val="FF0000"/>
              </a:buClr>
              <a:buFont typeface="Symbol" panose="05050102010706020507" pitchFamily="18" charset="2"/>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9pPr>
          </a:lstStyle>
          <a:p>
            <a:pPr eaLnBrk="1" hangingPunct="1">
              <a:spcBef>
                <a:spcPct val="100000"/>
              </a:spcBef>
              <a:buClrTx/>
              <a:buFontTx/>
              <a:buNone/>
            </a:pPr>
            <a:r>
              <a:rPr kumimoji="0" lang="en-US" altLang="en-US" sz="1400">
                <a:solidFill>
                  <a:srgbClr val="FFFFFF"/>
                </a:solidFill>
                <a:latin typeface="Tahoma" panose="020B0604030504040204" pitchFamily="34" charset="0"/>
              </a:rPr>
              <a:t>Image source: https://www.flickr.com/photos/29143375@N05/4582236533</a:t>
            </a:r>
          </a:p>
        </p:txBody>
      </p:sp>
      <p:sp>
        <p:nvSpPr>
          <p:cNvPr id="6" name="Title 1">
            <a:extLst>
              <a:ext uri="{FF2B5EF4-FFF2-40B4-BE49-F238E27FC236}">
                <a16:creationId xmlns:a16="http://schemas.microsoft.com/office/drawing/2014/main" id="{C218EAE4-1F2E-548B-3D66-C473C8E7A898}"/>
              </a:ext>
            </a:extLst>
          </p:cNvPr>
          <p:cNvSpPr txBox="1">
            <a:spLocks noChangeArrowheads="1"/>
          </p:cNvSpPr>
          <p:nvPr/>
        </p:nvSpPr>
        <p:spPr bwMode="auto">
          <a:xfrm>
            <a:off x="406400" y="228600"/>
            <a:ext cx="8204200" cy="1143000"/>
          </a:xfrm>
          <a:prstGeom prst="rect">
            <a:avLst/>
          </a:prstGeom>
          <a:noFill/>
          <a:ln>
            <a:noFill/>
          </a:ln>
        </p:spPr>
        <p:txBody>
          <a:bodyPr anchor="b"/>
          <a:lst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Black" pitchFamily="34" charset="0"/>
              </a:defRPr>
            </a:lvl2pPr>
            <a:lvl3pPr algn="l" rtl="0" eaLnBrk="0" fontAlgn="base" hangingPunct="0">
              <a:spcBef>
                <a:spcPct val="0"/>
              </a:spcBef>
              <a:spcAft>
                <a:spcPct val="0"/>
              </a:spcAft>
              <a:defRPr kumimoji="1" sz="3600">
                <a:solidFill>
                  <a:schemeClr val="tx2"/>
                </a:solidFill>
                <a:latin typeface="Arial Black" pitchFamily="34" charset="0"/>
              </a:defRPr>
            </a:lvl3pPr>
            <a:lvl4pPr algn="l" rtl="0" eaLnBrk="0" fontAlgn="base" hangingPunct="0">
              <a:spcBef>
                <a:spcPct val="0"/>
              </a:spcBef>
              <a:spcAft>
                <a:spcPct val="0"/>
              </a:spcAft>
              <a:defRPr kumimoji="1" sz="3600">
                <a:solidFill>
                  <a:schemeClr val="tx2"/>
                </a:solidFill>
                <a:latin typeface="Arial Black" pitchFamily="34" charset="0"/>
              </a:defRPr>
            </a:lvl4pPr>
            <a:lvl5pPr algn="l" rtl="0" eaLnBrk="0" fontAlgn="base" hangingPunct="0">
              <a:spcBef>
                <a:spcPct val="0"/>
              </a:spcBef>
              <a:spcAft>
                <a:spcPct val="0"/>
              </a:spcAft>
              <a:defRPr kumimoji="1" sz="3600">
                <a:solidFill>
                  <a:schemeClr val="tx2"/>
                </a:solidFill>
                <a:latin typeface="Arial Black" pitchFamily="34" charset="0"/>
              </a:defRPr>
            </a:lvl5pPr>
            <a:lvl6pPr marL="457200" algn="l" rtl="0" eaLnBrk="0" fontAlgn="base" hangingPunct="0">
              <a:spcBef>
                <a:spcPct val="0"/>
              </a:spcBef>
              <a:spcAft>
                <a:spcPct val="0"/>
              </a:spcAft>
              <a:defRPr kumimoji="1" sz="3600">
                <a:solidFill>
                  <a:schemeClr val="tx2"/>
                </a:solidFill>
                <a:latin typeface="Arial Black" pitchFamily="34" charset="0"/>
              </a:defRPr>
            </a:lvl6pPr>
            <a:lvl7pPr marL="914400" algn="l" rtl="0" eaLnBrk="0" fontAlgn="base" hangingPunct="0">
              <a:spcBef>
                <a:spcPct val="0"/>
              </a:spcBef>
              <a:spcAft>
                <a:spcPct val="0"/>
              </a:spcAft>
              <a:defRPr kumimoji="1" sz="3600">
                <a:solidFill>
                  <a:schemeClr val="tx2"/>
                </a:solidFill>
                <a:latin typeface="Arial Black" pitchFamily="34" charset="0"/>
              </a:defRPr>
            </a:lvl7pPr>
            <a:lvl8pPr marL="1371600" algn="l" rtl="0" eaLnBrk="0" fontAlgn="base" hangingPunct="0">
              <a:spcBef>
                <a:spcPct val="0"/>
              </a:spcBef>
              <a:spcAft>
                <a:spcPct val="0"/>
              </a:spcAft>
              <a:defRPr kumimoji="1" sz="3600">
                <a:solidFill>
                  <a:schemeClr val="tx2"/>
                </a:solidFill>
                <a:latin typeface="Arial Black" pitchFamily="34" charset="0"/>
              </a:defRPr>
            </a:lvl8pPr>
            <a:lvl9pPr marL="1828800" algn="l" rtl="0" eaLnBrk="0" fontAlgn="base" hangingPunct="0">
              <a:spcBef>
                <a:spcPct val="0"/>
              </a:spcBef>
              <a:spcAft>
                <a:spcPct val="0"/>
              </a:spcAft>
              <a:defRPr kumimoji="1" sz="3600">
                <a:solidFill>
                  <a:schemeClr val="tx2"/>
                </a:solidFill>
                <a:latin typeface="Arial Black" pitchFamily="34" charset="0"/>
              </a:defRPr>
            </a:lvl9pPr>
          </a:lstStyle>
          <a:p>
            <a:pPr>
              <a:defRPr/>
            </a:pPr>
            <a:r>
              <a:rPr lang="en-US" altLang="en-US" kern="0" dirty="0">
                <a:solidFill>
                  <a:srgbClr val="000000"/>
                </a:solidFill>
              </a:rPr>
              <a:t>Reflection…</a:t>
            </a:r>
            <a:endParaRPr lang="en-MY" altLang="en-US" kern="0" dirty="0">
              <a:solidFill>
                <a:srgbClr val="000000"/>
              </a:solidFill>
            </a:endParaRPr>
          </a:p>
        </p:txBody>
      </p:sp>
      <p:sp>
        <p:nvSpPr>
          <p:cNvPr id="123909" name="TextBox 6">
            <a:extLst>
              <a:ext uri="{FF2B5EF4-FFF2-40B4-BE49-F238E27FC236}">
                <a16:creationId xmlns:a16="http://schemas.microsoft.com/office/drawing/2014/main" id="{B822A9C4-26D8-420B-DBF9-33CD905CBF67}"/>
              </a:ext>
            </a:extLst>
          </p:cNvPr>
          <p:cNvSpPr txBox="1">
            <a:spLocks noChangeArrowheads="1"/>
          </p:cNvSpPr>
          <p:nvPr/>
        </p:nvSpPr>
        <p:spPr bwMode="auto">
          <a:xfrm>
            <a:off x="2411413" y="3725863"/>
            <a:ext cx="6264275"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Font typeface="Symbol" panose="05050102010706020507" pitchFamily="18" charset="2"/>
              <a:buChar char="·"/>
              <a:defRPr kumimoji="1" sz="3000">
                <a:solidFill>
                  <a:schemeClr val="tx1"/>
                </a:solidFill>
                <a:latin typeface="Arial" panose="020B0604020202020204" pitchFamily="34" charset="0"/>
              </a:defRPr>
            </a:lvl1pPr>
            <a:lvl2pPr marL="742950" indent="-285750">
              <a:spcBef>
                <a:spcPct val="20000"/>
              </a:spcBef>
              <a:buClr>
                <a:srgbClr val="FF0000"/>
              </a:buClr>
              <a:buFont typeface="Symbol" panose="05050102010706020507" pitchFamily="18" charset="2"/>
              <a:buChar char="·"/>
              <a:defRPr kumimoji="1" sz="2600">
                <a:solidFill>
                  <a:schemeClr val="tx1"/>
                </a:solidFill>
                <a:latin typeface="Arial" panose="020B0604020202020204" pitchFamily="34" charset="0"/>
              </a:defRPr>
            </a:lvl2pPr>
            <a:lvl3pPr marL="1143000" indent="-228600">
              <a:spcBef>
                <a:spcPct val="20000"/>
              </a:spcBef>
              <a:buClr>
                <a:srgbClr val="FF0000"/>
              </a:buClr>
              <a:buFont typeface="Symbol" panose="05050102010706020507" pitchFamily="18" charset="2"/>
              <a:buChar char="·"/>
              <a:defRPr kumimoji="1" sz="2200">
                <a:solidFill>
                  <a:schemeClr val="tx1"/>
                </a:solidFill>
                <a:latin typeface="Arial" panose="020B0604020202020204" pitchFamily="34" charset="0"/>
              </a:defRPr>
            </a:lvl3pPr>
            <a:lvl4pPr marL="1600200" indent="-228600">
              <a:spcBef>
                <a:spcPct val="20000"/>
              </a:spcBef>
              <a:buClr>
                <a:srgbClr val="FF0000"/>
              </a:buClr>
              <a:buChar char="•"/>
              <a:defRPr kumimoji="1" sz="2000">
                <a:solidFill>
                  <a:schemeClr val="tx1"/>
                </a:solidFill>
                <a:latin typeface="Arial" panose="020B0604020202020204" pitchFamily="34" charset="0"/>
              </a:defRPr>
            </a:lvl4pPr>
            <a:lvl5pPr marL="2057400" indent="-228600">
              <a:spcBef>
                <a:spcPct val="20000"/>
              </a:spcBef>
              <a:buClr>
                <a:srgbClr val="FF0000"/>
              </a:buClr>
              <a:buFont typeface="Symbol" panose="05050102010706020507" pitchFamily="18" charset="2"/>
              <a:buChar char="·"/>
              <a:defRPr kumimoji="1"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F0000"/>
              </a:buClr>
              <a:buFont typeface="Symbol" panose="05050102010706020507" pitchFamily="18" charset="2"/>
              <a:buChar char="·"/>
              <a:defRPr kumimoji="1" sz="2000">
                <a:solidFill>
                  <a:schemeClr val="tx1"/>
                </a:solidFill>
                <a:latin typeface="Arial" panose="020B0604020202020204" pitchFamily="34" charset="0"/>
              </a:defRPr>
            </a:lvl9pPr>
          </a:lstStyle>
          <a:p>
            <a:pPr algn="r">
              <a:spcBef>
                <a:spcPct val="0"/>
              </a:spcBef>
              <a:buClrTx/>
              <a:buFontTx/>
              <a:buNone/>
            </a:pPr>
            <a:r>
              <a:rPr lang="en-MY" altLang="en-US" sz="4400">
                <a:solidFill>
                  <a:srgbClr val="FFFFFF"/>
                </a:solidFill>
                <a:latin typeface="Tahoma" panose="020B0604030504040204" pitchFamily="34" charset="0"/>
              </a:rPr>
              <a:t>From the lecture today,</a:t>
            </a:r>
          </a:p>
          <a:p>
            <a:pPr algn="r">
              <a:spcBef>
                <a:spcPct val="0"/>
              </a:spcBef>
              <a:buClrTx/>
              <a:buFontTx/>
              <a:buNone/>
            </a:pPr>
            <a:r>
              <a:rPr lang="en-MY" altLang="en-US" sz="4400">
                <a:solidFill>
                  <a:srgbClr val="FFFFFF"/>
                </a:solidFill>
                <a:latin typeface="Tahoma" panose="020B0604030504040204" pitchFamily="34" charset="0"/>
              </a:rPr>
              <a:t>I learnt…</a:t>
            </a:r>
          </a:p>
          <a:p>
            <a:pPr algn="r">
              <a:spcBef>
                <a:spcPct val="0"/>
              </a:spcBef>
              <a:buClrTx/>
              <a:buFontTx/>
              <a:buNone/>
            </a:pPr>
            <a:endParaRPr lang="en-MY" altLang="en-US" sz="3600">
              <a:solidFill>
                <a:srgbClr val="FFFFFF"/>
              </a:solidFill>
              <a:latin typeface="Tahoma" panose="020B0604030504040204" pitchFamily="34" charset="0"/>
            </a:endParaRPr>
          </a:p>
          <a:p>
            <a:pPr algn="r">
              <a:spcBef>
                <a:spcPct val="0"/>
              </a:spcBef>
              <a:buClrTx/>
              <a:buFontTx/>
              <a:buNone/>
            </a:pPr>
            <a:r>
              <a:rPr lang="en-MY" altLang="en-US" sz="3600">
                <a:solidFill>
                  <a:srgbClr val="FFFF00"/>
                </a:solidFill>
                <a:latin typeface="Tahoma" panose="020B0604030504040204" pitchFamily="34" charset="0"/>
              </a:rPr>
              <a:t>Link on eLearn / Chat</a:t>
            </a:r>
            <a:endParaRPr lang="en-MY" altLang="en-US" sz="4400">
              <a:solidFill>
                <a:srgbClr val="FFFFFF"/>
              </a:solidFill>
              <a:latin typeface="Tahoma" panose="020B0604030504040204" pitchFamily="34" charset="0"/>
            </a:endParaRPr>
          </a:p>
        </p:txBody>
      </p:sp>
    </p:spTree>
  </p:cSld>
  <p:clrMapOvr>
    <a:masterClrMapping/>
  </p:clrMapOvr>
</p:sld>
</file>

<file path=ppt/theme/theme1.xml><?xml version="1.0" encoding="utf-8"?>
<a:theme xmlns:a="http://schemas.openxmlformats.org/drawingml/2006/main" name="4_stallings">
  <a:themeElements>
    <a:clrScheme name="">
      <a:dk1>
        <a:srgbClr val="5E574E"/>
      </a:dk1>
      <a:lt1>
        <a:srgbClr val="FFFFFF"/>
      </a:lt1>
      <a:dk2>
        <a:srgbClr val="000066"/>
      </a:dk2>
      <a:lt2>
        <a:srgbClr val="FFFF00"/>
      </a:lt2>
      <a:accent1>
        <a:srgbClr val="FF6600"/>
      </a:accent1>
      <a:accent2>
        <a:srgbClr val="FFCC00"/>
      </a:accent2>
      <a:accent3>
        <a:srgbClr val="AAAAB8"/>
      </a:accent3>
      <a:accent4>
        <a:srgbClr val="DADADA"/>
      </a:accent4>
      <a:accent5>
        <a:srgbClr val="FFB8AA"/>
      </a:accent5>
      <a:accent6>
        <a:srgbClr val="E7B900"/>
      </a:accent6>
      <a:hlink>
        <a:srgbClr val="996633"/>
      </a:hlink>
      <a:folHlink>
        <a:srgbClr val="808000"/>
      </a:folHlink>
    </a:clrScheme>
    <a:fontScheme name="stalling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stallings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stallings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stallings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llings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stallings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stallings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stallings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Arial-based">
      <a:majorFont>
        <a:latin typeface="Arial Black"/>
        <a:ea typeface=""/>
        <a:cs typeface=""/>
      </a:majorFont>
      <a:minorFont>
        <a:latin typeface="Arial Narrow"/>
        <a:ea typeface=""/>
        <a:cs typeface=""/>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Designs\stallings.pot</Template>
  <TotalTime>11950</TotalTime>
  <Words>10263</Words>
  <Application>Microsoft Office PowerPoint</Application>
  <PresentationFormat>On-screen Show (4:3)</PresentationFormat>
  <Paragraphs>1793</Paragraphs>
  <Slides>140</Slides>
  <Notes>59</Notes>
  <HiddenSlides>1</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140</vt:i4>
      </vt:variant>
    </vt:vector>
  </HeadingPairs>
  <TitlesOfParts>
    <vt:vector size="156" baseType="lpstr">
      <vt:lpstr>TimesTenLTStd-Roman</vt:lpstr>
      <vt:lpstr>Arial</vt:lpstr>
      <vt:lpstr>Arial Black</vt:lpstr>
      <vt:lpstr>Arial Narrow</vt:lpstr>
      <vt:lpstr>Calibri</vt:lpstr>
      <vt:lpstr>Calibri Light</vt:lpstr>
      <vt:lpstr>Cambria</vt:lpstr>
      <vt:lpstr>Poppins</vt:lpstr>
      <vt:lpstr>Symbol</vt:lpstr>
      <vt:lpstr>Tahoma</vt:lpstr>
      <vt:lpstr>Times New Roman</vt:lpstr>
      <vt:lpstr>Wingdings</vt:lpstr>
      <vt:lpstr>Wingdings 3</vt:lpstr>
      <vt:lpstr>4_stallings</vt:lpstr>
      <vt:lpstr>Facet</vt:lpstr>
      <vt:lpstr>Office Theme</vt:lpstr>
      <vt:lpstr>Computer Organisation</vt:lpstr>
      <vt:lpstr>Learning Objectives </vt:lpstr>
      <vt:lpstr>Outline</vt:lpstr>
      <vt:lpstr>Introduction</vt:lpstr>
      <vt:lpstr>Introduction</vt:lpstr>
      <vt:lpstr>Boolean Algebra</vt:lpstr>
      <vt:lpstr>Boolean Algebra</vt:lpstr>
      <vt:lpstr>Basic Operations</vt:lpstr>
      <vt:lpstr>Other Operations</vt:lpstr>
      <vt:lpstr>Truth Table</vt:lpstr>
      <vt:lpstr>Boolean variables in circles </vt:lpstr>
      <vt:lpstr>Basic Identities</vt:lpstr>
      <vt:lpstr>Basic Identities (Examples)</vt:lpstr>
      <vt:lpstr>Basic Identities (Examples)</vt:lpstr>
      <vt:lpstr>Simplifying expressions #1</vt:lpstr>
      <vt:lpstr>Simplifying expressions #2</vt:lpstr>
      <vt:lpstr>Simplifying expressions #3</vt:lpstr>
      <vt:lpstr>Simplifying expressions #4</vt:lpstr>
      <vt:lpstr>Simplifying expressions #4</vt:lpstr>
      <vt:lpstr>Simplifying expressions #5</vt:lpstr>
      <vt:lpstr>Simplifying expressions #6</vt:lpstr>
      <vt:lpstr>Simplifying expressions #6</vt:lpstr>
      <vt:lpstr>Quick Activity #1 </vt:lpstr>
      <vt:lpstr>Quick Activity #1 </vt:lpstr>
      <vt:lpstr>Quick Activity #1 </vt:lpstr>
      <vt:lpstr>Outline</vt:lpstr>
      <vt:lpstr>Gates</vt:lpstr>
      <vt:lpstr>Gates</vt:lpstr>
      <vt:lpstr>Gates</vt:lpstr>
      <vt:lpstr>Functionally Complete Set</vt:lpstr>
      <vt:lpstr>Functionally Complete Set</vt:lpstr>
      <vt:lpstr>PowerPoint Presentation</vt:lpstr>
      <vt:lpstr>Implementation Using NAND</vt:lpstr>
      <vt:lpstr>Implementation Using NOR</vt:lpstr>
      <vt:lpstr>Write a function using the block diagram</vt:lpstr>
      <vt:lpstr>Draw a block diagram based on the given function</vt:lpstr>
      <vt:lpstr>Outline</vt:lpstr>
      <vt:lpstr>Combinational Circuit</vt:lpstr>
      <vt:lpstr>Implementation of Boolean Functions</vt:lpstr>
      <vt:lpstr>Example of SOP </vt:lpstr>
      <vt:lpstr>Implementation of Boolean Functions</vt:lpstr>
      <vt:lpstr>Sum of Product (SOP)</vt:lpstr>
      <vt:lpstr>Example of POS </vt:lpstr>
      <vt:lpstr>Implementation of Boolean Functions</vt:lpstr>
      <vt:lpstr>Product of Sums (POS)</vt:lpstr>
      <vt:lpstr>Product of Sums (POS)</vt:lpstr>
      <vt:lpstr>Quick Activity #1 </vt:lpstr>
      <vt:lpstr>Quick Activity #2 </vt:lpstr>
      <vt:lpstr>PowerPoint Presentation</vt:lpstr>
      <vt:lpstr>PowerPoint Presentation</vt:lpstr>
      <vt:lpstr>PowerPoint Presentation</vt:lpstr>
      <vt:lpstr>Sum of Products vs Product of Sums</vt:lpstr>
      <vt:lpstr>Sum of Products vs Product of Sums</vt:lpstr>
      <vt:lpstr>Algebraic simplification</vt:lpstr>
      <vt:lpstr>Karnaugh maps </vt:lpstr>
      <vt:lpstr>Karnaugh Maps</vt:lpstr>
      <vt:lpstr>Karnaugh Maps</vt:lpstr>
      <vt:lpstr>Constructing Karnaugh Maps</vt:lpstr>
      <vt:lpstr>Constructing Karnaugh Maps</vt:lpstr>
      <vt:lpstr>PowerPoint Presentation</vt:lpstr>
      <vt:lpstr>PowerPoint Presentation</vt:lpstr>
      <vt:lpstr>PowerPoint Presentation</vt:lpstr>
      <vt:lpstr>PowerPoint Presentation</vt:lpstr>
      <vt:lpstr>PowerPoint Presentation</vt:lpstr>
      <vt:lpstr>PowerPoint Presentation</vt:lpstr>
      <vt:lpstr>Use of Karnaugh Maps</vt:lpstr>
      <vt:lpstr>Use of Karnaugh Maps</vt:lpstr>
      <vt:lpstr>Use of Karnaugh Maps</vt:lpstr>
      <vt:lpstr>Use of Karnaugh Maps</vt:lpstr>
      <vt:lpstr>Use of Karnaugh Maps</vt:lpstr>
      <vt:lpstr>Use of Karnaugh Maps</vt:lpstr>
      <vt:lpstr>Rules for Simplification</vt:lpstr>
      <vt:lpstr>Rules for Simplification</vt:lpstr>
      <vt:lpstr>Rules for Simplification</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Quick Activity #3</vt:lpstr>
      <vt:lpstr>PowerPoint Presentation</vt:lpstr>
      <vt:lpstr>PowerPoint Presentation</vt:lpstr>
      <vt:lpstr>PowerPoint Presentation</vt:lpstr>
      <vt:lpstr>PowerPoint Presentation</vt:lpstr>
      <vt:lpstr>PowerPoint Presentation</vt:lpstr>
      <vt:lpstr>PowerPoint Presentation</vt:lpstr>
      <vt:lpstr>Karnaugh Map</vt:lpstr>
      <vt:lpstr>Quine-McKluskey Method</vt:lpstr>
      <vt:lpstr>Quine-McKluskey Method</vt:lpstr>
      <vt:lpstr>Quine-McKluskey Method</vt:lpstr>
      <vt:lpstr>Quine-McKluskey Method</vt:lpstr>
      <vt:lpstr>Quine-McKluskey Method</vt:lpstr>
      <vt:lpstr>Quine-McKluskey Method</vt:lpstr>
      <vt:lpstr>Quine-McKluskey Method</vt:lpstr>
      <vt:lpstr>Quine-McKluskey Method</vt:lpstr>
      <vt:lpstr>Quine-McKluskey Method</vt:lpstr>
      <vt:lpstr>PowerPoint Presentation</vt:lpstr>
      <vt:lpstr>PowerPoint Presentation</vt:lpstr>
      <vt:lpstr>PowerPoint Presentation</vt:lpstr>
      <vt:lpstr>PowerPoint Presentation</vt:lpstr>
      <vt:lpstr>Quick Activity #4 </vt:lpstr>
      <vt:lpstr>NAND and NOR Implementations</vt:lpstr>
      <vt:lpstr>NAND and NOR Implementations</vt:lpstr>
      <vt:lpstr>Outline</vt:lpstr>
      <vt:lpstr>Multiplexers</vt:lpstr>
      <vt:lpstr>Multiplexers</vt:lpstr>
      <vt:lpstr>PowerPoint Presentation</vt:lpstr>
      <vt:lpstr>PowerPoint Presentation</vt:lpstr>
      <vt:lpstr>Multiplexers</vt:lpstr>
      <vt:lpstr>Multiplexers</vt:lpstr>
      <vt:lpstr>Multiplexers</vt:lpstr>
      <vt:lpstr>Multiplexers</vt:lpstr>
      <vt:lpstr>Multiplexers</vt:lpstr>
      <vt:lpstr>Decoders</vt:lpstr>
      <vt:lpstr>Decoders</vt:lpstr>
      <vt:lpstr>Decoders</vt:lpstr>
      <vt:lpstr>Decoders</vt:lpstr>
      <vt:lpstr>Time to think!</vt:lpstr>
      <vt:lpstr>Decoders</vt:lpstr>
      <vt:lpstr>Decoders</vt:lpstr>
      <vt:lpstr>Read-Only Memory (ROM)</vt:lpstr>
      <vt:lpstr>Read-Only Memory (ROM)</vt:lpstr>
      <vt:lpstr>Read-Only Memory (ROM)</vt:lpstr>
      <vt:lpstr>Read-Only Memory (ROM)</vt:lpstr>
      <vt:lpstr>Adders</vt:lpstr>
      <vt:lpstr>Adders</vt:lpstr>
      <vt:lpstr>Adders</vt:lpstr>
      <vt:lpstr>Adders</vt:lpstr>
      <vt:lpstr>PowerPoint Presentation</vt:lpstr>
      <vt:lpstr>Adders</vt:lpstr>
      <vt:lpstr>Adders</vt:lpstr>
      <vt:lpstr>Adders</vt:lpstr>
      <vt:lpstr>PowerPoint Presentation</vt:lpstr>
    </vt:vector>
  </TitlesOfParts>
  <Company>NEWI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Unit</dc:title>
  <dc:creator>Adrian J Pullin</dc:creator>
  <cp:lastModifiedBy>Nursakirah Ab Rahman Muton</cp:lastModifiedBy>
  <cp:revision>320</cp:revision>
  <dcterms:created xsi:type="dcterms:W3CDTF">1998-11-24T13:30:26Z</dcterms:created>
  <dcterms:modified xsi:type="dcterms:W3CDTF">2024-11-22T01:16:36Z</dcterms:modified>
</cp:coreProperties>
</file>